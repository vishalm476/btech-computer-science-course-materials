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470" r:id="rId5"/>
    <p:sldId id="473" r:id="rId6"/>
    <p:sldId id="479" r:id="rId7"/>
    <p:sldId id="480" r:id="rId8"/>
    <p:sldId id="481" r:id="rId9"/>
    <p:sldId id="482" r:id="rId10"/>
    <p:sldId id="483" r:id="rId11"/>
    <p:sldId id="484" r:id="rId12"/>
    <p:sldId id="485" r:id="rId13"/>
    <p:sldId id="486" r:id="rId14"/>
    <p:sldId id="487" r:id="rId15"/>
    <p:sldId id="488" r:id="rId16"/>
    <p:sldId id="491" r:id="rId17"/>
    <p:sldId id="495" r:id="rId18"/>
    <p:sldId id="496" r:id="rId19"/>
    <p:sldId id="497" r:id="rId20"/>
    <p:sldId id="498" r:id="rId21"/>
    <p:sldId id="49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5T10:33:45.8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22055 7180 9 0,'0'0'47'0,"0"0"-3"0,0 0-7 0,0 0-5 0,3-9 4 16,-3 9-8-16,0 0-6 0,0 0-3 15,2-6 3-15,-2 6-8 0,0 0 3 0,0 0-6 0,0 0 5 16,4-6-1-16,-4 6-7 0,0 0 5 0,0 0-5 16,4-8 5-16,-4 8-5 0,0 0-7 15,0 0 12-15,0 0-10 0,-3-9-2 0,3 9 9 16,0 0-1-16,0 0-3 0,3-10-1 0,-3 10-3 0,0 0 3 15,0 0-2-15,1-7-2 0,-1 7 2 0,0 0 2 16,3-8-3-16,-3 8-1 0,0 0-1 0,2-6 6 16,-2 6-5-16,0 0-3 0,0 0 0 0,0 0 2 15,0 0 3-15,1-8-2 0,-1 8 3 0,0 0 2 16,0 0-6-16,0 0 1 0,0 0-1 0,0 0-1 16,0 0 3-16,0 0-5 0,0 0 6 0,0 0-4 15,0 0-4-15,0 0 7 0,0 0-5 0,0 0 6 16,0 0-3-16,0 0-2 0,0 0 6 0,0 0-6 15,0 0 0-15,0 0-6 0,0 0 3 0,0 0 5 16,0 0-4-16,0 0-8 0,0 0 0 0,0 0-6 16,0 0 5-16,0 0-1 0,0 0 0 0,0 0 0 15,4 19 2-15,-4-19-4 0,0 0 4 0,2 7 1 16,-2-7 3-16,0 0-10 0,0 0-6 0,-6 11 0 16,6-11 2-16,0 7 0 0,0-7 0 0,0 0-12 15,-2 10-35-15,2-10 16 0</inkml:trace>
  <inkml:trace contextRef="#ctx0" brushRef="#br0" timeOffset="3139.98">21962 7237 14 0,'0'0'33'0,"0"0"-16"15,0 0-16-15,0 0-13 0,0 0-11 16,0 0 6-16</inkml:trace>
  <inkml:trace contextRef="#ctx0" brushRef="#br0" timeOffset="4285.18">21803 11617 56 0,'0'0'112'0,"0"0"2"0,0 0-1 0,0 0-12 0,0 0-12 15,0 0-10-15,0 0 0 0,0 0 0 16,0 0-11-16,0 0-10 0,0 0-4 0,0 0-4 16,0 0-4-16,0 0-7 0,0 0-6 0,0 0-10 0,0 0-6 15,0 0-11-15,0 0-12 0,0 0-8 0,0 0-15 16,0 0-23-16,0 0-10 0,0 0-42 15,0 0-55-15,-2-27-171 0,2 27 77 0</inkml:trace>
  <inkml:trace contextRef="#ctx0" brushRef="#br0" timeOffset="10503.08">23406 7252 13 0,'0'0'17'0,"0"0"2"0,0 0-4 15,19-9 2-15,-19 9-5 0,10-2-8 0,-10 2 5 16,11-2-8-16,-4 1 0 0,-7 1-3 0,14-1 0 16,-6 1-1-16,3-1-7 0,0 0 3 0,-1 0-7 15,1 1-16-15,1-2 8 0</inkml:trace>
  <inkml:trace contextRef="#ctx0" brushRef="#br0" timeOffset="11410.11">24351 7199 3 0,'0'0'11'0,"0"0"-5"0,0 0 0 0,4 4 2 0,-4-4-3 16,0 0 6-16,6 3 0 0,-6-3-8 0,0 0 3 16,0 0 2-16,3 7-6 0,-3-7 2 0,4 4-3 15,-4-4 5-15,0 0 2 0,0 0-9 0,4 7-2 16,-4-7 9-16,2 5-2 0,-2-5 0 0,0 0-1 15,0 10 0-15,0-10 0 0,1 7 0 0,-1-7 0 16,0 0-1-16,-1 11-1 0,1-11 2 0,0 10 2 16,0-10-6-16,-2 10 4 0,2-10-2 0,0 10 4 15,-1-4-5-15,1-6 0 0,0 11 0 0,0-11 3 0,0 13 0 16,0-13-1-16,0 10-2 0,0-10 3 16,0 11-3-16,0-3 5 0,0-8-10 0,-1 8 11 15,1-8-10-15,0 13 5 0,0-13 0 0,1 9 1 16,-1-3-2-16,0-6-2 0,-1 10-2 0,1-10 4 15,-2 8 2-15,2-8-2 0,0 10 2 0,0-10-6 16,-1 10 2-16,1-10 4 0,0 9 1 0,0-9 1 16,-3 12-5-16,2-8 5 0,1-4-11 0,0 10 4 15,0-10-5-15,-2 12 5 0,2-7-2 0,0-5 1 16,-3 11 1-16,2-5-2 0,-1 1-6 0,0 0 6 16,2-7 2-16,-2 11 5 0,2-11-7 0,-1 10 5 15,1-10-1-15,-2 11 0 0,2-11-3 0,0 7 3 16,0-7 0-16,0 11-5 0,0-11-3 0,0 8 3 15,0-8-7-15,-2 9-14 0,2-9 7 0</inkml:trace>
  <inkml:trace contextRef="#ctx0" brushRef="#br0" timeOffset="20333.98">24272 7531 8 0,'4'5'9'0,"-4"-5"-1"15,4 6 0-15,1-3-4 0,-5-3 4 0,3 8-6 0,-1-2 2 16,-1-1 0-16,-1-5 0 0,7 12-4 0,-7-6 2 15,5 2 2-15,-4-3 0 0,2 1 5 0,-1 2-6 16,-2-8 0-16,7 9-5 0,-5-2 1 16,1-1 5-16,-1-2-4 0,-2-4 1 0,6 9-6 15,-4-6-9-15,3 3-15 0,-5-6 7 0</inkml:trace>
  <inkml:trace contextRef="#ctx0" brushRef="#br0" timeOffset="27965.76">24051 9282 33 0,'0'0'48'16,"0"0"6"-16,0 0-18 0,0 0-12 0,0 0-17 15,0 0-22-15,0 0-17 0,0 0-34 0,0 0 16 16</inkml:trace>
  <inkml:trace contextRef="#ctx0" brushRef="#br0" timeOffset="32024.6">19499 6713 18 0,'0'0'98'0,"-4"-8"-6"0,4 8-2 0,-2-6-13 15,2 6 4-15,0 0-1 0,-2-10 0 0,2 10 9 0,-5-7-15 16,5 7 0-16,0 0-7 0,-4-6 9 16,4 6-7-16,0 0-9 0,0 0 3 0,0 0-10 0,0 0-6 15,-1-9-4-15,1 9-4 0,0 0-5 16,0 0-8-16,0 0-4 0,0 0-3 0,0 0 0 0,0 0-3 15,0 0-4-15,0 0-2 0,0 0 2 16,0 0-4-16,0 0 5 0,3 24-3 0,-2-16 0 16,-1-1-1-16,1 1 0 0,0-1-4 0,1 1 2 15,-1 2-4-15,-1 1 2 0,0-5 0 0,3 2-1 0,-2-1 0 16,-1 3 6-16,1-3-11 0,-1-7 3 0,1 13 0 16,-1-13 3-16,2 10-3 0,-1-6 4 0,-1-4-7 15,0 0 7-15,1 10-3 0,-1-10 3 0,0 0 2 16,-1 10 5-16,1-10-5 0,0 0 5 0,0 0 3 15,0 0 10-15,0 0 0 0,0 0 0 0,0 0 6 16,0 0-1-16,0 0-4 0,0 0-2 0,0 0-2 16,0 0-2-16,-4-25-2 0,4 25-3 0,-1-14 2 15,3 4-3-15,0 2-1 0,-1-2-5 0,0-1 1 16,3 1-3-16,0-2 2 0,1 2-9 0,0 1 0 16,0 1-10-16,2-1 11 0,-6 2 4 0,3 1-5 15,1 1-3-15,1 0 1 0,-2-1-1 0,1 1 5 16,2 3-5-16,-7 2-1 0,12-4 0 0,-5 1-5 15,-7 3 4-15,15 1-3 0,-7 1 0 0,-1 0-4 16,1 0 6-16,0 4-3 0,1-1 4 0,-2 0 4 16,-1 1-8-16,3 0 3 0,-2 2 3 0,-1 1 0 0,0-2 3 15,-3 1-4-15,1-2-1 0,0 3 1 16,0-3-1-16,0 0 3 0,-2-2-1 0,2 3 2 16,-4-7-4-16,3 10-3 0,-2-5-16 0,-1-5-11 15,3 11-13-15,-2-6-14 0,-1-5-25 0,1 10-25 0,-1-10-17 16,1 12-113-16,-1-12-260 0,-2 8 116 15</inkml:trace>
  <inkml:trace contextRef="#ctx0" brushRef="#br0" timeOffset="32235.97">19987 6641 104 0,'0'0'152'0,"0"0"-16"0,0 0-13 0,0 0-15 16,7-4-8-16,-7 4-15 0,0 0-9 15,0 0-3-15,0 0-15 0,0 0-12 0,0 0-29 0,0 0-43 16,0 0-19-16,2 13-43 0,-2-13-66 0,-5 13-165 16,-1-6 73-16</inkml:trace>
  <inkml:trace contextRef="#ctx0" brushRef="#br0" timeOffset="32403.69">19973 6840 122 0,'0'0'141'0,"0"0"-5"0,8 2-10 0,-8-2-15 16,0 0-13-16,0 0-6 0,5 3-16 0,-5-3-12 15,0 0-15-15,0 0-31 0,8 3-29 0,-8-3-32 16,0 0-25-16,4 3-85 0,-4-3-164 0,0 0 74 15</inkml:trace>
  <inkml:trace contextRef="#ctx0" brushRef="#br0" timeOffset="32638.07">20247 6581 135 0,'0'0'216'15,"6"-7"-16"-15,-6 7-18 0,2-5-20 0,-2 5-15 16,0 0-10-16,0 0-21 0,0 0-9 0,4-6-9 16,-4 6-12-16,0 0-8 0,0 0-5 0,3 17-8 15,-3-8-1-15,-1 2-5 0,1 2-6 0,0 2-4 16,-2 3-5-16,4-1-4 0,-4 1-1 0,2 0-12 16,2-1-25-16,-2 2-23 0,2 0-27 0,-2 5-28 0,2-5-40 15,0 6-54-15,-3-5-122 0,-4 3-315 16,1-5 139-16</inkml:trace>
  <inkml:trace contextRef="#ctx0" brushRef="#br0" timeOffset="39550.18">17789 8969 123 0,'-5'-8'150'0,"5"8"-4"0,0 0-2 0,0 0-9 16,0 0-12-16,0 0-6 0,0 0-12 0,0 0-14 15,0 0-5-15,0 0-16 0,0 0-6 16,0 0-6-16,0 0-6 0,0 0-6 0,0 0-6 0,0 0-2 16,4 20-7-16,-1-9 2 0,-1 0-5 0,0 4-3 15,4 0-2-15,-4 2 0 0,2 2 4 0,-3 0-3 16,2-1-5-16,1 2 0 0,-1-4 0 0,-1 0-1 16,-1-2-1-16,3-2-1 0,-3-3-3 0,3 2 4 15,-2 0 2-15,1-3 1 0,-2 0 3 0,5 0-4 16,-5-2-2-16,-1-6-1 0,6 9-7 0,-6-9 4 15,3 7 0-15,-3-7-3 0,2 7 2 0,-2-7-3 16,0 0 7-16,4 5-3 0,-4-5 3 0,0 0-2 16,0 0 2-16,9 0-1 0,-9 0 3 0,0 0-2 15,14-12-5-15,-9 2 2 0,3 1-1 0,-2-1 0 0,1 0-4 16,3-4-1-16,0-3 3 0,3-5-2 16,-3 6 0-16,-1 0-9 0,0-2 2 0,1 2 1 15,-1-3-4-15,0 2 4 0,0 0-2 0,-1 0-1 16,-3 1 1-16,-1 4-1 0,-2-1-1 0,1 2 2 15,-2 1-4-15,0 0 0 0,-1 5 4 0,2-4-3 16,-2 9 3-16,0-11 0 0,0 11-4 0,-2-9 1 0,2 9-3 16,0 0 2-16,-3-8 0 0,3 8-1 15,0 0 1-15,-8-3-2 0,8 3 1 0,0 0-1 0,-13 10-1 16,7-7 4-16,-1 3-1 0,3 0 3 0,-1-1-2 16,1 4-1-16,1-3 2 0,-1 2-1 0,1 1-3 15,3-2 4-15,0-7-2 0,4 12-3 16,0-5-8-16,0-1-12 0,2 1-14 0,3-2-20 0,2 1-7 15,1 1-25-15,2-6-30 0,4 3-23 0,0-2-130 16,-5 1-298-16,4-2 131 0</inkml:trace>
  <inkml:trace contextRef="#ctx0" brushRef="#br0" timeOffset="40108.28">18195 9225 31 0,'-1'8'122'0,"1"0"-7"16,0-8-11-16,0 11-3 0,0-11-9 0,-1 11-1 16,1-11 4-16,0 11-13 0,0-11 3 0,1 6-11 15,-1-6-5-15,0 0 0 0,0 0 5 0,-1 10 0 16,1-10 3-16,0 0-2 0,0 0 3 0,0 0 3 16,0 0-5-16,0 0 0 0,0 0-10 0,0 0-2 15,0 0-13-15,0 0 0 0,0 0-5 0,0 0-4 16,0 0-6-16,-1-26 2 0,2 16-3 0,0 1-8 15,-1-3 0-15,3 1-3 0,1-1-3 0,-2 2-2 16,1 0 0-16,1 1-1 0,-1-1-2 0,2 3-4 16,-1-1-2-16,1 3-4 0,-1 2-2 0,3 0-1 15,0 1-4-15,2 1 3 0,-9 1 0 0,21 5-3 16,-11-1 0-16,0 3 2 0,2 0 3 0,-2 2-4 16,-2 1 0-16,-1-1 0 0,2 1 2 0,0 4-1 15,-4-5 3-15,2 0-6 0,-3-2 4 0,-1 0-1 16,1 0 0-16,-3-2 2 0,-1-5 1 0,4 8-1 15,-4-8 3-15,0 8-1 0,0-8 1 0,0 0 0 16,0 0-1-16,0 0-2 0,-14 1 4 0,14-1 0 0,0 0 0 16,-13-7 1-16,9 0-3 0,4 7-2 15,-3-10-1-15,1 0-1 0,2 2 4 0,0-9-2 16,4 1-5-16,0 5 1 0,1-4 0 0,0 3-3 0,1 1 4 16,2 0-3-16,0 3-2 0,-2-1 1 0,1 2-3 15,2 2 3-15,-4 1-1 0,1 1-4 0,-6 3 0 16,14-2 5-16,-5 2-2 0,-9 0 3 15,16 7 0-15,-11-1-2 0,4 2 1 0,-4-1 0 0,0 3-1 16,1-2 2-16,-1 1 1 0,-1 2 0 0,1-1 1 16,-3 0 0-16,1-4 0 0,-1 5 0 0,0-1-4 15,0-1-17-15,-2 1-17 0,0-2-31 0,0-8-30 16,-2 13-29-16,1-7-29 0,1 3-152 0,0-9-335 16,-3 9 147-16</inkml:trace>
  <inkml:trace contextRef="#ctx0" brushRef="#br0" timeOffset="40450.33">18693 8950 10 0,'0'-8'181'0,"0"8"-18"0,1-7-11 16,-1 7-8-16,0 0-13 0,0-9-14 0,0 9-8 15,0 0-13-15,0 0-14 0,0 0-1 0,-30 16-4 16,20-8-12-16,0 2-1 0,-1 1-6 0,1-2-10 15,2 1-3-15,1-1-7 0,1-1-5 0,1 2-4 0,0-3-1 16,2 1-5-16,-1 1 0 0,4-1 0 16,0-8 0-16,5 12-5 0,0-4 0 0,2-1-8 15,-1 1 7-15,2-2-5 0,2 1 3 0,-1 1-7 16,0-1-4-16,1 0 7 0,0-2-1 0,0 3 3 0,0-1-4 16,-3 0-1-16,-2-2 9 0,1 2-4 15,-3-1 5-15,2-1-6 0,-3 3 3 0,0-2 0 16,-2 1-4-16,0-7 0 0,-1 13-2 0,1-13 4 15,-5 11-5-15,1-3-5 0,2-3-12 0,-5 0-17 16,2 2-18-16,0-1-21 0,2-1-24 0,3-5-17 0,-10 8-20 16,5-8-26-16,5 0-102 0,-9 3-276 15,9-3 123-15</inkml:trace>
  <inkml:trace contextRef="#ctx0" brushRef="#br0" timeOffset="40632.03">18735 9113 1 0,'4'-4'131'16,"-4"4"-16"-16,0 0 16 0,0 0 5 0,0 0-11 0,0 0 3 16,15 13-11-16,-14-9-10 0,2 1-7 0,-2 3-6 15,2 1-10-15,-2 1-12 0,0 1-7 0,-1 2-3 16,-1-3-5-16,1 1-30 0,0 0-29 16,-1 0-15-16,-1-1-22 0,2-3-25 0,-1 0-29 0,1-7-27 15,-1 12-84-15,1-12-219 0,-3 8 98 0</inkml:trace>
  <inkml:trace contextRef="#ctx0" brushRef="#br0" timeOffset="40796.1">18795 8904 99 0,'4'-3'106'0,"-4"3"-16"0,0 0-15 16,12 18-12-16,-6-6-17 0,0 2-25 0,0 4-16 15,1-1-14-15,0 2-20 0,0-1-50 0,1 0-83 16,0-1 37-16</inkml:trace>
  <inkml:trace contextRef="#ctx0" brushRef="#br0" timeOffset="41000.83">18911 9177 40 0,'0'0'122'0,"0"0"-23"0,0 0 3 15,0 0-3-15,0 0 4 0,0 0-3 0,0 0-14 16,0 0 5-16,-1-27-5 0,1 27-9 0,2-7-1 15,-2 7-3-15,4-7-14 0,-4 7 1 0,0 0-2 16,7-7-7-16,-7 7-6 0,0 0-2 0,0 0-5 16,0 0 2-16,15 10-4 0,-11-4 5 0,1 3-6 15,-2-2 0-15,0 1-2 0,1 5-4 0,-3-1 2 16,2 0-14-16,-2 0-24 0,0-2-18 0,-2 1-21 16,2-1-20-16,-1-1-32 0,0-2-21 0,0-7-122 15,-2 13-261-15,2-13 116 0</inkml:trace>
  <inkml:trace contextRef="#ctx0" brushRef="#br0" timeOffset="41451.03">19021 9143 83 0,'0'0'151'0,"0"-8"-7"0,0 8-7 16,0 0-14-16,0 0-12 0,0 0-10 0,0 0-11 0,0 0 1 15,0 0-4-15,0 0-8 0,0 0-1 0,0 0-8 16,0 0-6-16,-1 33-6 0,2-26-6 0,-2 2-5 15,1-9-3-15,0 15-5 0,1-10-5 16,-1-5 0-16,1 11-3 0,2-7-6 0,-3-4-2 16,2 7 2-16,-2-7-4 0,4 5 1 0,-4-5-3 0,0 0-4 15,0 0-6-15,11 0-1 0,-11 0 3 0,0 0 3 16,13-6-10-16,-13 6 0 0,8-7-1 0,-4 2-4 16,0 0 0-16,0 0-3 0,1-2 1 0,-1 1 9 15,-1 1-6-15,-3 5-5 0,7-8-1 0,-3 5 3 16,-4 3 0-16,6-6 0 0,-6 6-2 0,8-1 4 15,-8 1 3-15,0 0 2 0,0 0-3 0,14 5 1 16,-10-2 4-16,-4-3-1 0,9 7-3 0,-4-5 8 16,-5-2-2-16,9 6 3 0,-4-3 10 0,1 1 8 15,-6-4 12-15,10 2 12 0,-10-2 10 0,8 1 6 16,-8-1 1-16,0 0-2 0,13-9-1 0,-9 7-3 16,-2-4 0-16,-2 6 0 0,5-8-2 0,-1 4-3 15,-4 4-6-15,1-11-4 0,1 1-7 0,-1 3-5 16,-1 7 0-16,-1-15-5 0,1 7-10 0,0 8-8 15,-2-14-16-15,1 8-17 0,1 6-19 0,-2-12-20 16,2 12-22-16,-2-10-26 0,2 10-32 0,-2-7-20 16,2 7-24-16,-3-10-12 0,3 10-153 0,0 0-375 15,-1-7 166-15</inkml:trace>
  <inkml:trace contextRef="#ctx0" brushRef="#br0" timeOffset="41660.87">19249 8987 137 0,'0'-7'152'0,"0"7"-4"0,0 0-2 0,0 0-6 15,0-9-2-15,0 9 0 0,0 0-17 16,0 0-16-16,0 0-10 0,2-7-12 0,-2 7-5 16,0 0 6-16,0 0 4 0,0 0-2 0,8 19-1 15,-7-9-7-15,4 0-5 0,-4 2-6 0,1 1-3 0,-1 1-7 16,0 5-5-16,-1-6-5 0,0 4 2 16,-1-1-12-16,2-4-1 0,-1 0-5 0,0 0 0 0,1 0-9 15,-1 0-16-15,0-2-31 0,-1-2-25 16,1-1-28-16,1 1-34 0,-1-8-32 0,2 11-29 0,-2-11-143 15,1 9-341-15,-1-9 150 0</inkml:trace>
  <inkml:trace contextRef="#ctx0" brushRef="#br0" timeOffset="41817.28">19249 9107 11 0,'0'0'155'0,"-3"-8"-21"0,3 8-15 15,0 0-7-15,0 0-6 0,0 0-14 0,10-6-35 0,-10 6-7 16,13-2-36-16,-4-1-25 0,2 1-48 0,2-3-71 16,3 0-142-16,1 0 63 0</inkml:trace>
  <inkml:trace contextRef="#ctx0" brushRef="#br0" timeOffset="43201.91">20764 7707 86 0,'0'0'87'16,"0"0"-9"-16,0 0 0 0,-6-4-21 0,6 4 27 15,0 0-16-15,0 0 1 0,-10-2-6 0,10 2-2 0,-9-1-1 16,9 1 1-16,-7-4-17 0,7 4-7 15,0 0 1-15,-11-1 1 0,11 1-8 0,0 0 4 16,-13 0-3-16,13 0-7 0,-9-2-3 0,9 2 8 16,0 0 0-16,-10-1 5 0,10 1-4 0,0 0 7 0,0 0 1 15,-12 0 1-15,12 0-4 0,0 0-3 0,0 0 2 16,0 0 4-16,0 0-6 0,-7-2 0 0,7 2-13 16,0 0 7-16,0 0-1 0,0 0-6 15,0 0 1-15,0 0-5 0,21-4-1 0,-10 2 0 0,4 1 3 16,3-1 1-16,1-4-10 0,-1 4 6 15,4-3-7-15,-2 1-4 0,-3-1 5 0,2 3-9 0,-6 1-12 16,5 0-12-16,-7 0-30 0,3 1-24 16,-2-1-15-16,-1 2-17 0,-3-1-25 0,-3 2-90 0,-5-2-242 15,10 1 108-15</inkml:trace>
  <inkml:trace contextRef="#ctx0" brushRef="#br0" timeOffset="43465.86">20790 7557 56 0,'0'0'157'16,"-5"-9"-15"-16,5 9-12 0,-7-6-5 0,7 6-10 16,-7-4-7-16,7 4-7 0,-4-5-12 0,4 5-9 15,0 0-12-15,0 0-8 0,0 0-3 0,-8-2-3 16,8 2-10-16,0 0-4 0,-6 11 5 0,4-3-13 15,0 1-3-15,-1 0 6 0,2 4-12 0,0 2 3 16,-2 2-3-16,6 1-2 0,-6-2 7 0,3 1-13 16,0 2-16-16,-1 1-15 0,2 4-33 0,-1-5-23 15,0 2-31-15,-2 4-35 0,-1 2-83 0,1-1-240 16,-2 0 107-16</inkml:trace>
  <inkml:trace contextRef="#ctx0" brushRef="#br0" timeOffset="44428.71">20777 8878 52 0,'0'0'129'0,"0"0"2"0,0 0-9 16,0 0 4-16,0 0-8 0,0 0-3 0,0 0-13 15,0 0-1-15,0 0-5 0,0 0-6 0,0 0-5 16,0 0 1-16,0 0-15 0,9 3 8 0,-9-3-2 16,0 0-4-16,0 0-3 0,0 0-5 15,0 0-3-15,0 0-1 0,0 0-1 0,0 0-3 0,0 0-5 16,0 0-1-16,0 0-3 0,0 0-6 0,0 0-2 15,0 0-1-15,0 0-3 0,0 0-3 0,0 0-7 16,0 0 3-16,9 1-2 0,-9-1-4 0,11-3-3 16,-11 3-1-16,14-1 1 0,-6 0-5 0,-8 1 4 15,18-3-7-15,-12 3-2 0,-6 0-1 0,16 0 3 16,-10-1-3-16,-6 1-1 0,10 0-1 0,-10 0 0 16,11-1-2-16,-11 1 0 0,10 1-1 0,-10-1 1 15,0 0 0-15,10-2-4 0,-10 2 2 0,9 1-7 16,-9-1-18-16,8 1-17 0,-8-1-25 0,0 0-26 15,0 0-23-15,11-1-25 0,-11 1-28 0,7-5-24 16,-7 5-118-16,3-4-333 0,-3 4 148 0</inkml:trace>
  <inkml:trace contextRef="#ctx0" brushRef="#br0" timeOffset="44877.25">20612 8458 13 0,'0'0'185'0,"-6"-6"-2"0,6 6-10 16,-5-6-7-16,5 6-13 0,-6-4-18 0,6 4-11 15,0 0-10-15,-3-6-19 0,3 6-12 0,0 0-4 16,0 0-6-16,0 0-8 0,0 0-6 0,14 23-4 0,-9-13-9 15,0-1 1-15,1 1-8 0,-1-1-3 0,1 1-5 16,-1 0 1-16,0-1-3 0,-3 1-7 16,5-1 6-16,-5-1-4 0,2-3-7 0,0 4 5 15,0-5-8-15,-2 2 5 0,-2-6-1 0,6 9-4 0,-6-9-1 16,3 6 5-16,-3-6-5 0,4 5 2 0,-4-5 3 16,0 0 6-16,0 0 3 0,0 0 14 0,6 3 3 15,-6-3 3-15,0 0-6 0,0 0-1 0,0 0-4 16,11-16-3-16,-7 7-4 0,1-1-6 0,1 0-1 15,-2-3-1-15,2-3-2 0,2 0 0 0,-3-1-6 16,4-2 7-16,-3 4-6 0,2-1-1 0,-1-2-7 16,-1 6 5-16,1-4-3 0,-3 6-2 0,0 1 0 15,-2 2-11-15,0 1-20 0,1 1-20 0,-3 5-30 16,2-7-32-16,-2 7-13 0,0 0-4 0,0 0-11 16,0 0-24-16,10 12-20 0,-10-12-132 0,-1 17-334 15,-1 0 147-15</inkml:trace>
  <inkml:trace contextRef="#ctx0" brushRef="#br0" timeOffset="45432.31">20850 8643 88 0,'0'0'148'16,"0"0"-6"-16,2 7-2 0,-2-7 0 0,0 0-7 15,0 0-2-15,0 0-11 0,0 0 0 0,0 0-6 16,0 0-5-16,0 0 1 0,0 0-6 0,0 0 0 15,0 0 2-15,0 0-1 0,0 0 2 0,0 0-1 16,0 0-3-16,0 0-5 0,0 0-8 0,0 0-5 16,0 0-7-16,0 0-7 0,0 0-6 0,0 0-5 15,0 0-7-15,-3-27-6 0,3 27-3 0,-2-15-8 16,4 7-2-16,-1-2-4 0,0 1 1 0,0-1-8 16,3 0-1-16,0-1-5 0,-1 2 1 0,2 0-1 15,-3-1-4-15,2 5-2 0,0-2-3 0,0 3-3 16,2 1 3-16,-6 3-4 0,10-6 2 0,-10 6-4 15,11-2 9-15,-11 2-12 0,13 0 0 0,-13 0-1 0,13 2 1 16,-5 5-2-16,-3-1 3 0,2-1-3 16,1 1 4-16,-1 1 7 0,-3 1-11 0,1-1-1 15,0-2 0-15,1 3 1 0,-4-1 6 0,1-3-6 16,-3-4 2-16,6 7 6 0,-6-7-6 0,2 7 4 16,-2-7-1-16,1 5 3 0,-1-5-1 0,0 0 4 0,6 4 1 15,-6-4 3-15,0 0 6 0,0 0-11 0,0 0 4 16,0 0-3-16,0 0 3 0,0 0-5 15,0 0 2-15,0 0-4 0,-7-22 3 0,7 22-2 16,-1-12 2-16,1 4-6 0,2-2 0 0,0-2 1 0,2 0 2 16,0 2-2-16,-1-1-2 0,2 1-2 0,0 1 4 15,1 0-3-15,0 1-1 0,-1 2-1 0,-1 1 5 16,2 1-7-16,-1 0 1 0,-5 4-1 0,12-2-1 16,-12 2 3-16,11 4-2 0,-4-3-2 0,-1 4 2 15,-1 0 0-15,2 1 2 0,-1 4-3 0,-2 1 2 16,2-1-9-16,-1-1-22 0,1 4-8 0,-3 2-12 15,0 2-31-15,-3-6-32 0,1 4-35 0,-2-2-30 16,0-1-48-16,-4 4-164 0,-1-3-429 0,3-4 190 16</inkml:trace>
  <inkml:trace contextRef="#ctx0" brushRef="#br0" timeOffset="50042.7">20633 9990 53 0,'0'0'104'0,"0"0"-2"0,0 0-11 16,0 0-3-16,0 0-14 0,0 0-1 0,0 0-5 16,0 0-7-16,0 0-9 0,0 0-5 0,0 0-6 15,0 0-1-15,0 0-2 0,0 0-7 0,0 0 2 0,0 0-11 16,0 0 4-16,0 0-7 0,0 0-4 16,0 0 5-16,0 0 0 0,0 0-5 0,0 0 2 0,0 0-7 15,0 0 3-15,0 0 1 0,0 0-5 0,0 0-3 16,0 0 8-16,0 0-4 0,0 0-2 0,0 0 0 15,0 0-4-15,0 0 1 0,0 0-1 16,0 0 9-16,0 0-4 0,0 0 4 0,0 0 4 16,0 0 2-16,0 0 3 0,0 0-4 0,0 0 3 0,0 0-1 15,0 0 2-15,0 0 4 0,0 0-9 0,0 0 3 16,0 0 5-16,0 0-5 0,0 0 5 0,0 0 0 16,0 0-3-16,0 0-1 0,0 0-1 0,0 0 0 15,0 0-2-15,0 0 4 0,0 0-8 0,0 0 4 16,0 0 0-16,0 0-2 0,0 0-4 0,0 0-1 15,0 0 0-15,0 0 2 0,0 0-6 0,0 0 3 16,0 0-2-16,0 0-1 0,0 0-1 0,0 0-2 16,0 0 0-16,0 0 3 0,0 0 0 0,0 0-4 15,0 0 1-15,0 0 6 0,0 0-8 0,0 0 4 16,0 0-2-16,0 0 2 0,0 0 1 0,15 3-4 0,-15-3 4 16,10-2-4-16,-10 2 1 0,0 0 2 0,12 0 0 15,-12 0 2-15,9 0 1 0,-9 0 0 16,10 0 1-16,-10 0 1 0,7-1-3 0,-7 1 1 0,0 0 6 15,12 0-6-15,-12 0 6 0,0 0-3 0,11-3 2 16,-11 3-5-16,0 0 3 0,8-1-5 16,-8 1 3-16,0 0-3 0,0 0 1 0,0 0 1 15,9-1-7-15,-9 1 1 0,0 0-1 0,0 0 4 0,0 0-2 16,0 0-3-16,0 0 4 0,0 0 1 0,0 0-7 16,8-3-5-16,-8 3-8 0,0 0-15 15,0 0-11-15,0 0-13 0,0 0-10 0,0 0-11 0,10 0-18 16,-10 0-11-16,0 0-10 0,0 0-1 0,0 0-4 15,0 0-4-15,8-3-84 0,-8 3-222 0,0 0 98 16</inkml:trace>
  <inkml:trace contextRef="#ctx0" brushRef="#br0" timeOffset="50343.99">20675 9913 57 0,'0'0'133'0,"-7"-6"-11"0,7 6-1 0,0 0-7 16,-3-7-1-16,3 7-8 0,0 0-2 0,0 0-6 16,0 0-1-16,0 0-9 0,0 0-9 0,0 0-9 15,-6-4-7-15,6 4-12 0,0 0-2 0,0 0-10 0,0 0 1 16,0 0-5-16,0 0 2 0,-2 19-5 0,-1-10-3 15,2 3-1-15,0 4-2 0,-3-4 4 16,3 1-7-16,-2 4-4 0,1-1 3 0,-1 0-6 0,0 1 2 16,1 0-14-16,1 1-17 0,-2-2-28 0,0-1-29 15,1 1-19-15,1-1-37 0,-2 1-122 0,-3-5-270 16,1 0 119-16</inkml:trace>
  <inkml:trace contextRef="#ctx0" brushRef="#br0" timeOffset="51067.86">20598 11082 66 0,'-8'4'109'0,"8"-4"-3"16,0 0-5-16,-6 4 1 0,6-4-5 0,-5 4-4 16,5-4-7-16,0 0-4 0,0 0-7 0,-9 1 6 15,9-1-9-15,0 0-4 0,0 0-2 0,0 0-4 16,-7 4-5-16,7-4 2 0,0 0-10 0,0 0 3 16,0 0-12-16,0 0-7 0,0 0-2 0,0 0-4 15,0 0 6-15,0 0-2 0,0 0-8 0,0 0 2 16,0 0-6-16,0 0-1 0,0 0-2 0,20 8-2 15,-13-8-5-15,-7 0 2 0,13 0-17 0,-6 2-15 16,0-2-25-16,5-2-19 0,-3 2-33 16,1 0-31-16,1-2-113 0,-3 1-261 0,0-2 115 0</inkml:trace>
  <inkml:trace contextRef="#ctx0" brushRef="#br0" timeOffset="51690.25">20541 10636 118 0,'0'0'167'0,"0"0"-8"0,-4-7-6 15,4 7-15-15,0 0-1 0,0 0-11 16,0 0-10-16,0 0-9 0,0 0-14 0,0 0-8 0,0 0-20 15,0 0 0-15,0 0-6 0,0 0-6 0,0 0-5 16,0 0-8-16,0 0-1 0,0 0-5 16,0 0 2-16,0 0-11 0,14 14 6 0,-14-14-8 15,4 11-2-15,-1-5-2 0,0-1-1 0,-1 2-6 0,2-1 3 16,-1 0-1-16,0 0-4 0,-1 1-3 0,-2-7-2 16,4 8 3-16,-1-3 1 0,-1 0 2 0,-2-5-4 15,6 6 0-15,-6-6-6 0,2 7 1 0,-2-7 0 16,3 8 5-16,-3-8-3 0,0 0-1 0,3 6 1 15,-3-6 4-15,0 0 2 0,4 3 6 0,-4-3 5 16,0 0 3-16,0 0 9 0,0 0 1 0,0 0 5 16,0 0-6-16,0 0 0 0,0 0-4 0,0 0 2 15,8-13-10-15,-8 13-1 0,5-11 0 0,-3 5-9 16,2-2 3-16,-1-2 4 0,0-1-4 0,1 2-1 16,0 0-1-16,0 0 0 0,-1 0-5 15,2 1 3-15,-4-1-3 0,3 3 0 0,-3 1-7 0,-1 5 4 16,4-9-1-16,-4 9-8 0,2-6-17 0,-2 6-12 15,0 0-16-15,2-7-26 0,-2 7-23 0,0 0-6 16,0 0-12-16,0 0-25 0,0 0-22 0,0 0-136 16,0 0-323-16,0 0 144 0</inkml:trace>
  <inkml:trace contextRef="#ctx0" brushRef="#br0" timeOffset="52272.65">20739 10744 105 0,'0'0'126'0,"0"0"-2"0,0 0-2 0,1 6-9 16,-1-6-6-16,0 0-2 0,0 0-1 0,0 0-8 16,0 0-3-16,0 8-6 0,0-8-3 0,0 0 1 0,0 0-4 15,0 0-1-15,0 0 0 0,0 0-2 16,0 0-4-16,0 0 11 0,0 0 0 0,0 0 3 15,0 0-7-15,0 0-5 0,0 0-8 0,0 0-5 16,0 0-8-16,0 0-1 0,0 0-11 0,0 0-2 16,-5-22-3-16,5 22-4 0,0-13-3 0,0 13-4 15,1-10-2-15,-1 10-5 0,3-12-4 0,-3 7 6 16,0 5-5-16,5-10-5 0,-5 10-3 0,4-5 1 0,-4 5-3 16,6-6 3-16,-6 6-6 0,6-7 1 0,0 4-3 15,-6 3 1-15,8-1-5 0,-8 1 6 16,12 1-5-16,-6 1-2 0,0 2 2 0,-6-4 1 15,11 6-2-15,-7-2 1 0,1 0 0 0,-1 2-2 0,0-1 3 16,-1 0 1-16,1-1 0 0,-4-4 3 0,5 9-5 16,-1-5 2-16,-1 0-2 0,-3-4 1 0,2 6 1 15,-2-6 1-15,4 5 1 0,-4-5 4 0,0 0-2 16,0 0 3-16,0 0 1 0,1 7 6 0,-1-7-3 16,0 0 3-16,0 0 1 0,0 0-5 0,0 0 2 15,0 0 0-15,0 0-2 0,0 0 0 0,0 0-5 16,0 0 1-16,0 0 0 0,-3-27-1 0,3 27-4 15,2-14 0-15,1 4-5 0,1 0 4 0,1-1-3 16,2 1-6-16,1 1 7 0,0-1-2 0,-2 2-2 16,4 1-1-16,-2 1-3 0,-3 0 1 0,3 4 3 15,-1-1 0-15,0 1-4 0,-7 2 2 0,11 2 3 16,-4 1-3-16,-1 2 3 0,-2 4 0 0,1 0-6 16,-2 4 6-16,-2 0-11 0,-1 5-19 0,0-3-30 15,-1 3-17-15,-3 0-40 0,0-2-32 0,-1 2-41 16,-4-2-171-16,1 0-395 0,2-3 175 0</inkml:trace>
  <inkml:trace contextRef="#ctx0" brushRef="#br0" timeOffset="79588.25">26212 12467 1 0,'0'0'41'0,"0"0"-2"16,0 0-4-16,0 0-1 0,0 0-5 0,0 0-3 16,0 0 4-16,0 0-4 0,0 0-5 0,0 0 0 0,0 0 3 15,0 0-4-15,0 0-5 0,0 0 2 16,0 0 1-16,0 0-2 0,0 0-4 0,0 0 3 15,0 0-6-15,0 0 1 0,0 0 6 0,0 0-8 0,0 0-1 16,0 0 2-16,0 0 0 0,0 0-3 16,0 0 0-16,0 0 4 0,0 0-3 0,0 0-4 15,0 0 3-15,0 0-1 0,0 0 0 0,0 0-3 16,0 0 5-16,0 0-4 0,0 0 0 0,0 0 1 0,0 0 2 16,0 0-5-16,0 0-1 0,0 0 1 15,0 0 3-15,0 0-5 0,0 0 7 0,-13-9-7 16,13 9 4-16,0 0-3 0,0 0 1 0,0 0-2 0,-3-7 0 15,3 7-4-15,0 0 1 0,0 0-1 0,0 0-5 16,0 0 8-16,-2-10-2 0,2 10 4 16,0 0-3-16,0 0 0 0,-3-6 0 0,3 6-5 0,0 0 1 15,0 0 0-15,0-12 4 0,0 12-1 0,0 0-3 16,3-9 8-16,-3 9-11 0,0-7 7 0,0 7-1 16,3-9 0-16,-3 9 3 0,2-9-2 0,-2 9 2 15,4-10-5-15,-4 10 5 0,0-10-1 0,4 5 0 16,-4 5-2-16,0-10 5 0,0 10-2 0,3-9-2 15,-1 3-3-15,-2 6 4 0,0-9-1 0,2 2 2 16,-2 7 0-16,2-9-2 0,-2 9 0 0,4-11 2 16,-4 5 1-16,0 6 1 0,6-10-4 0,-4 4 5 15,0 0-1-15,-2 6-7 0,4-12 3 0,-1 5 6 16,1 2-3-16,-2-1 3 0,2-3-4 0,1 3 2 16,0-3-7-16,-1 3-2 0,-1 2-1 0,3-3 4 0,-4-1 1 15,5 1-3-15,-3-1 4 0,1 2-6 16,-2-2 5-16,-1 3 0 0,0-2-3 0,2 1 1 15,-1 0 1-15,-1-1-1 0,0 0-4 0,-2 7 1 16,4-12-1-16,-2 6 4 0,-2 6-2 0,3-11-1 0,0 4-8 16,-3 7-2-16,2-12-2 0,0 4 6 0,0 1-5 15,0 1-18-15,1-2-41 0,-1 1 18 16</inkml:trace>
  <inkml:trace contextRef="#ctx0" brushRef="#br0" timeOffset="82189.59">27543 12520 19 0,'0'0'28'0,"0"0"-5"0,0 0 0 16,0 0-4-16,0 0-5 0,0 0-1 16,0 0 3-16,0 0 3 0,0 0-1 0,0 0-6 15,0 0 2-15,0 0 5 0,0 0-6 0,0 0-4 16,0 0 4-16,0 0 0 0,0 0 6 0,0 0-7 15,0 0 1-15,0 0 4 0,0 0-8 0,0 0 7 16,0 0-7-16,0 0-1 0,0 0-2 0,0 0 2 16,0 0 1-16,0 0 1 0,0 0-1 0,0 0 0 15,0 0 6-15,0 0-8 0,0 0 7 0,0 0 0 0,0 0 1 16,0 0 1-16,0 0-5 0,0 0 5 16,0 0-9-16,0 0 7 0,0 0-6 0,0 0-4 0,0 0 1 15,0 0 4-15,0 0-4 0,0 0 1 16,0 0 2-16,0 0-2 0,0 0 4 0,0 0-1 0,0 0-4 15,0 0-2-15,0 0 5 0,0 0 2 0,0 0-12 16,0 0 9-16,0 0-1 0,0 0-2 0,0 0 7 16,0 0-6-16,0 0-3 0,0 0 0 0,0 0 2 15,0 0 2-15,0 0-6 0,0 0 1 0,0 0-5 16,0 0 0-16,0 0 8 0,0 0 0 0,0 0-4 16,0 0-1-16,0 0 1 0,0 0 3 0,0 0-3 15,0 0 4-15,0 0-7 0,0 0 6 0,0 0 0 16,0 0-2-16,0 0 4 0,0 0-4 0,0 0-3 15,0 0 0-15,0 0 5 0,0 0-4 0,0 0-2 16,0 0 3-16,0 0 2 0,0 0-2 0,0 0 1 16,0 0-6-16,0 0 5 0,0 0-2 0,0 0 4 15,0 0-5-15,0 0 6 0,0 0 0 0,0 0-10 16,0 0 10-16,0 0-4 0,0 0 3 0,0 0-6 16,0 0 2-16,0 0 6 0,0 0-10 0,0 0 13 15,0 0-8-15,0 0 4 0,0 0-3 0,0 0 0 16,0 0 0-16,0 0 0 0,0 0-13 0,0 0 1 15,0 0-3-15,0 0-4 0,2 20-1 0,-2-20-4 16,0 0-3-16,0 0-1 0,-6 4-16 0,6-4-43 16,0 0-94-16,0 0 43 0</inkml:trace>
  <inkml:trace contextRef="#ctx0" brushRef="#br0" timeOffset="93318.38">20975 7609 8 0,'0'0'60'0,"0"0"5"0,0-18-2 16,0 18-2-16,0 0 2 0,0 0 1 0,0 0-15 16,0 0 4-16,0 0-10 0,0 0-8 15,-5-4 3-15,5 4-7 0,0 0 0 0,0 0-2 0,0 0-8 16,0 0-3-16,-7-4-2 0,7 4-1 0,0 0-4 16,0 0 2-16,0 0 1 0,0 0-5 0,0 0 9 15,-7-4 4-15,7 4-6 0,0 0-1 0,0 0 10 16,0 0-11-16,0 0 0 0,0 0-1 0,0 0-1 15,0 0-5-15,0 0-4 0,0 0-4 0,0 0-5 16,0 0-14-16,0 0-10 0,19-2-29 0,-5 2-84 16,-2-1-154-16,9-2 69 0</inkml:trace>
  <inkml:trace contextRef="#ctx0" brushRef="#br0" timeOffset="95278.71">21033 7557 19 0,'-13'4'54'0,"13"-4"-5"0,0 0-3 16,0 0-13-16,0 0 8 0,0 0-1 16,0 0-9-16,0 0 0 0,-10 2 3 0,10-2-7 0,0 0 10 15,0 0-1-15,0 0-2 0,0 0-6 16,0 0 2-16,0 0-13 0,-9 1-2 0,9-1 3 0,0 0-3 15,0 0-1-15,0 0 4 0,-8 1 0 0,8-1-7 16,0 0 1-16,0 0-1 0,0 0-2 0,0 0-6 16,0 0-10-16,0 0 11 0,-10 5 2 15,10-5 0-15,0 0-4 0,0 0 1 0,0 0-7 0,0 0 15 16,-5 3-6-16,5-3-4 0,-4 5 1 0,4-5 0 16,0 0-1-16,-5 4 3 0,5-4-3 0,0 0 3 15,-6 3 1-15,6-3-10 0,0 0 10 16,-3 5-4-16,3-5 3 0,0 0-1 0,0 0-4 0,0 0 0 15,0 0 4-15,-8 3-10 0,8-3 7 0,0 0-2 16,0 0-1-16,0 0 6 0,-5 4-2 0,5-4 0 16,0 0-4-16,0 0 6 0,0 0-4 15,0 0 2-15,-5 4 0 0,5-4-4 0,0 0-3 0,0 0 6 16,0 0 8-16,0 0 4 0,0 0-7 0,0 0 0 16,0 0 2-16,0 0-3 0,-4 5 4 0,4-5-1 15,0 0 0-15,0 0-4 0,0 0-1 0,0 0 8 16,0 0 2-16,0 0 3 0,0 0-6 0,0 0 9 15,0 0 4-15,0 0-7 0,0 0 0 0,0 0 1 16,0 0-3-16,0 0 6 0,0 0 3 0,0 0-11 16,0 0 7-16,0 0-9 0,0 0 7 0,0 0-4 15,0 0-6-15,0 0 0 0,0 0 7 0,0 0-9 16,0 0 4-16,0 0-3 0,0 0 1 0,0 0-5 16,0 0 0-16,0 0 18 0,25-7-21 0,-25 7 4 15,0 0-5-15,8-2 6 0,-8 2-4 0,8-2 2 16,-8 2 4-16,8-2 4 0,-8 2 5 0,0 0-8 15,8-3-4-15,-8 3 4 0,7 0-11 0,-7 0 7 16,0 0 6-16,9-3-2 0,-9 3 0 0,0 0-7 16,10-4-1-16,-10 4 8 0,0 0-2 0,10 0-9 15,-10 0 10-15,0 0 4 0,8 0-6 0,-8 0 4 0,0 0-11 16,0 0 8-16,9-2 5 0,-9 2-5 16,0 0 12-16,8-4-7 0,-8 4-1 0,0 0 10 15,0 0 6-15,0 0-14 0,6-3-10 0,-6 3 9 0,0 0 2 16,0 0-3-16,5-4-4 0,-5 4 5 0,0 0-3 15,0 0-13-15,0 0 17 0,0 0-4 0,0 0-3 16,0 0 0-16,0 0 1 0,0 0 3 0,0 0 0 16,0 0 1-16,0 0-5 0,7-3 7 0,-7 3-5 15,0 0 3-15,0 0-3 0,0 0-1 0,0 0 1 16,0 0 2-16,0 0 5 0,0 0-10 0,0 0 5 16,0 0-6-16,0 0-1 0,0 0 0 15,0 0 0-15,0 0-1 0,0 0 2 0,0 0 2 0,0 0 0 16,0 0-4-16,0 0 0 0,0 0 3 0,0 0-3 15,0 0 3-15,0 0-6 0,0 0 10 0,0 0-12 16,0 0 3-16,0 0 6 0,0 0-6 0,0 0 4 16,0 0 1-16,-18-6-5 0,18 6-2 0,0 0 2 15,0 0-5-15,-12-1-8 0,12 1 17 0,0 0-3 16,-9-1 4-16,9 1 0 0,0 0-6 0,0 0 0 16,0 0 2-16,-9-2 1 0,9 2-5 0,0 0 4 15,0 0-1-15,0 0 9 0,0 0 8 0,0 0-10 16,0 0-2-16,0 0 1 0,0 0 5 0,0 0-11 15,0 0 5-15,0 0 5 0,0 0-3 0,0 0 1 16,0 0-1-16,23-10-6 0,-10 7 1 0,0 1-5 16,2 2 3-16,1-4 3 0,1 4-1 0,0-3 3 15,-3 3-4-15,-2-2 3 0,0 0 1 0,0 2 0 16,-3-2-9-16,0 1 6 0,0 0 1 0,-3-1 0 0,-6 2-3 16,10 0 6-16,-10 0-4 0,10-1-2 0,-10 1 1 15,0 0 2-15,0 0 5 0,9 1-6 0,-9-1 0 16,0 0 4-16,0 0-3 0,0 0 0 15,0 0 3-15,0 0-5 0,0 0 4 0,0 0 0 0,0 0 1 16,0 0-5-16,-37 4 2 0,23-4-4 0,2 2 4 16,0 0 1-16,-1 0-7 0,0 1 3 0,-1-3-5 15,2 4-2-15,-1-2 3 0,0 2 3 0,1-2 0 16,0 2-8-16,0-1 10 0,1 0-10 0,1-2 6 16,2 2-10-16,0 0 9 0,3 0 3 0,5-3 1 15,-10 2 4-15,10-2-10 0,-9-2 4 0,9 2 0 16,0 0 3-16,0 0 1 0,0 0-4 0,0 0 6 15,0 0 4-15,0 0-6 0,0 0-2 0,0 0 0 16,0 0-2-16,34-2 6 0,-25 1-1 0,4-3-1 16,-3 2-3-16,-1 1 9 0,3-2-15 0,-4 3 16 15,-1-2-5-15,3 1-2 0,-2 0 3 0,-2-2-6 16,-6 3 1-16,13-2 3 0,-13 2-7 0,12-1 11 16,-12 1-6-16,6-2-8 0,-6 2-3 0,0 0-12 15,8-1-13-15,-8 1-3 0,0 0-15 0,0 0-4 16,0 0-11-16,0 0-20 0,0 0-66 0,0 0-169 0,0 0 75 15</inkml:trace>
  <inkml:trace contextRef="#ctx0" brushRef="#br0" timeOffset="96322.75">21080 8944 67 0,'0'0'73'0,"0"0"-6"16,0 0 1-16,0 0-8 0,0 0 3 0,0 0-5 16,0 0-5-16,0 0 9 0,0 0-11 0,0 0-9 15,0 0 13-15,0 0-8 0,0 0 1 0,0 0 6 16,0 0-7-16,0 0-8 0,0 0 9 0,0 0-1 15,0 0 10-15,0 0-8 0,0 0-4 0,0 0 2 16,0 0-5-16,0 0 4 0,0 0-13 0,0 0 9 16,0 0-9-16,0 0 5 0,0 0-4 0,0 0-4 15,0 0 0-15,0 0-4 0,0 0-3 0,0 0-3 16,0 0 2-16,0 0-8 0,0 0-1 0,0 0-9 16,0 0 11-16,9 1-10 0,-9-1 2 0,0 0 5 15,13-3-8-15,-13 3-2 0,14 0-2 0,-8-1 0 16,-6 1-22-16,13-2-6 0,-13 2-13 0,11 2-1 15,-4-2-2-15,-7 0-2 0,10-2-14 0,-10 2-9 16,9 2-7-16,-9-2-4 0,9 0-3 0,-9 0-7 16,0 0-2-16,9 1-70 0,-9-1-175 0,0 0 78 15</inkml:trace>
  <inkml:trace contextRef="#ctx0" brushRef="#br0" timeOffset="96516.07">21099 8877 72 0,'0'0'103'0,"-6"-3"-8"0,6 3-9 0,0 0-13 16,0 0 10-16,0 0-8 0,0 0 5 0,0 0-21 15,-7 13-4-15,6-7 0 0,1-6-5 16,0 17-11-16,-1-5 4 0,1-2-1 0,1 7-8 0,0-1-3 16,0 1-25-16,2 1-20 0,0-1-23 0,-2-1-21 15,0 2-28-15,1-1-62 0,-1-1-160 0,0 0 71 16</inkml:trace>
  <inkml:trace contextRef="#ctx0" brushRef="#br0" timeOffset="97048.84">21119 9810 161 0,'0'0'154'0,"-7"-2"-4"15,7 2-16-15,0 0-12 0,0 0-7 0,-8-2-17 16,8 2-8-16,0 0-10 0,0 0-4 0,0 0-7 16,0 0-6-16,0 0-13 0,0 0 1 0,0 0-6 15,0 0-8-15,0 0 2 0,26-6-10 0,-12 6-11 16,-3-1-9-16,2 1-28 0,5-2-12 0,-5 2-26 15,5-1-15-15,1 1-13 0,-3 0-22 0,2 0-97 16,-7 1-220-16,0-1 98 0</inkml:trace>
  <inkml:trace contextRef="#ctx0" brushRef="#br0" timeOffset="97650.79">21119 10749 59 0,'0'0'117'15,"0"0"-2"-15,0 0-5 0,0 0-13 0,0 0-2 16,0 0-17-16,0 0 0 0,0 0-8 0,0 0 5 16,8 0-5-16,-8 0 2 0,0 0-8 0,17-2-4 15,-17 2-10-15,14-2-2 0,-6 1-2 0,4-1-7 16,1 0 0-16,-3 1-7 0,2-1-13 0,-6 1-11 16,5 2-15-16,-11-1-15 0,17-2-17 0,-9 2-18 15,-8 0-6-15,11-3-5 0,-4 3-8 0,-7 0-7 16,11-2-6-16,-11 2-68 0,8-2-168 0,-8 2 74 15</inkml:trace>
  <inkml:trace contextRef="#ctx0" brushRef="#br0" timeOffset="97828.22">21228 10665 19 0,'0'0'140'0,"-13"3"-12"0,13-3-15 0,-12 3 1 15,8 1 3-15,-1 0-18 0,0 4-2 0,1 4-1 16,-2-2-6-16,-4 4-9 0,3 2-2 0,2 0-12 15,2 2-8-15,-1 1-7 0,-1-1-4 0,1 7 2 16,2-6-21-16,2 6-18 0,0 1-33 0,2-7-32 16,2 0-33-16,0 0-38 0,-3-3-76 0,3-4-216 15,-3-1 95-15</inkml:trace>
  <inkml:trace contextRef="#ctx0" brushRef="#br0" timeOffset="103502.59">24303 9632 7 0,'0'0'7'0,"0"0"-1"15,0 0 3-15,0 0 2 0,0 0-1 0,0 0-1 16,0 0-2-16,0 0-3 0,0 0 2 0,0 0-1 16,0 0-2-16,0 0 2 0,0 0-3 0,0 0-1 15,0 0 2-15,0 0 0 0,0 0-3 0,0 0 0 16,0 0 1-16,0 0-2 0,0 0 0 0,0 0 0 16,0 0-3-16,3 5-3 0,-3-5 3 0,0 0-10 15,0 0-15-15,0 0 7 0</inkml:trace>
  <inkml:trace contextRef="#ctx0" brushRef="#br0" timeOffset="105933.88">27577 12443 18 0,'-2'-7'43'0,"2"7"5"15,0 0-5-15,0 0-5 0,0 0 0 0,0 0-2 16,0 0-8-16,-2-9-2 0,2 9 0 0,0 0 4 16,0 0 0-16,0 0-8 0,0 0 5 0,0 0 0 15,0 0-2-15,0 0 0 0,0 0-4 0,0 0-4 16,-5-5-3-16,5 5 7 0,0 0-8 0,0 0 4 16,0 0 2-16,0 0-13 0,0 0-3 0,0 0 8 15,0 0-3-15,0 0-1 0,0 0-5 0,0 0 4 16,0 0 2-16,0 0-3 0,0 0-7 0,0 0 7 15,0 0-6-15,0 0 5 0,-2-8 0 0,2 8-1 16,0 0-2-16,0 0-5 0,0 0 13 0,0 0-21 16,0 0 7-16,0 0 4 0,0 0 0 0,0 0-1 15,0 0 3-15,5-10-8 0,-5 10 5 0,0 0 0 16,0 0-5-16,2-6-4 0,-2 6-2 0,0 0-2 0,4-7-7 16,-4 7 1-16,0 0-2 0,3-8 4 0,-3 8 1 15,6-7-5-15,-6 7 0 0,1-7 0 16,-1 7 6-16,8-10 3 0,-4 5-4 0,-4 5 0 15,3-9 3-15,-1 3-4 0,-2 6-1 0,9-13 0 0,-8 5-4 16,3 1-2-16,1 0-23 0,-2-3-51 0,0-1 23 16</inkml:trace>
  <inkml:trace contextRef="#ctx0" brushRef="#br0" timeOffset="108411.87">28916 12591 44 0,'0'0'68'0,"0"0"-7"0,0 0-4 0,0 0-8 0,0 0-2 15,0 0-5-15,0 0 1 0,7 3-5 16,-7-3-3-16,0 0 1 0,0 0-7 0,0 0-4 16,0 0-2-16,0 0-4 0,0 0 6 0,0 0-8 0,0 0-1 15,0 0-3-15,0 0-7 0,0 0 2 0,0 0-1 16,0 0-8-16,0 0 8 0,0 0-2 0,0 0 1 16,0 0-8-16,0 0 8 0,0 0-8 0,0 0 1 15,0 0 2-15,0 0-2 0,0 0 6 0,0 0-10 16,0 0-3-16,0 0 0 0,0 0-1 0,0 0 4 15,0 0-2-15,0 0-3 0,0 0 3 0,0 0-7 16,0 0 2-16,0 0 1 0,0 0-1 0,0 0-5 16,0 0-1-16,0 0 1 0,0 0-2 0,0 0 4 15,0 0-4-15,0 0-1 0,0 0-1 0,0 0 8 16,0 0 1-16,0 0 2 0,0 0-2 0,0 0 1 16,0 0 5-16,0 0 1 0,0 0-1 0,0 0 6 15,0 0 1-15,0 0 1 0,0 0-2 0,0 0-2 16,0 0 5-16,0 0-3 0,0 0-1 0,0 0 0 15,0 0-4-15,0 0 8 0,0 0-4 0,0 0-3 16,0 0 4-16,0 0-2 0,0 0 3 0,0 0 0 16,0 0-2-16,0 0-1 0,0 0 5 0,0 0-4 15,0 0 2-15,0 0-6 0,0 0 11 0,0 0-1 16,0 0 0-16,0 0-2 0,0 0 1 0,0 0 6 16,0 0-4-16,0 0-4 0,0 0 7 0,0 0 1 15,0 0-4-15,0 0-1 0,0 0 1 0,0 0-1 16,0 0-6-16,0 0 4 0,0 0 0 0,0 0 0 15,-7-22-3-15,7 22-1 0,0 0 4 0,0 0-3 16,0 0 3-16,0 0-6 0,0 0 0 0,0 0 6 16,0 0-2-16,0 0-4 0,0 0 5 0,0 0 2 0,0 0-2 15,0 0 0-15,0 0-2 0,0 0 1 16,0 0 2-16,0 0-6 0,0 0 1 0,0 0 2 16,0 0 1-16,0 0 0 0,0 0-2 0,0 0 4 15,0 0-3-15,0 0 1 0,0 0 4 0,0 0-1 0,0 0-6 16,0 0-6-16,0 0 2 0,0 0 4 15,0 0-3-15,0 0 0 0,0 0-4 0,0 0 4 16,0 0-2-16,0 0 2 0,0 0-3 0,0 0 6 16,0 0-4-16,0 0 1 0,0 0 2 0,0 0 3 0,0 0-10 15,0 0-2-15,0 0-4 0,0 0 2 0,0 0 0 16,0 0 2-16,0 0-2 0,0 0 1 0,0 0 3 16,0 0-2-16,0 0 2 0,0 0 1 15,0 0 0-15,0 0-3 0,0 0-2 0,0 0 0 0,0 0 1 16,0 0-1-16,0 0-3 0,0 0 1 0,0 0-13 15,0 0-32-15,0 0 15 0</inkml:trace>
  <inkml:trace contextRef="#ctx0" brushRef="#br0" timeOffset="115271.59">27614 5851 36 0,'0'0'45'0,"0"0"-8"16,0 0 4-16,0 0-2 0,0 0-6 0,0 0-3 15,0 0 2-15,0 0-9 0,0 0-2 0,0 0 5 16,0 0-9-16,0 0-1 0,0 0-3 0,0 0-2 16,0 0 3-16,0 0-2 0,0 0-2 0,0 0-5 0,0 0 4 15,0 0 2-15,0 0-2 0,0 0-4 16,0 0 2-16,0 0 0 0,0 0-1 0,0 0-8 16,0 0 4-16,0 0-2 0,0 0 5 0,0 0-2 15,0 0-6-15,0 0 4 0,0 0 1 0,0 0-5 16,0 0 4-16,0 0-3 0,0 0 4 0,0 0 0 15,0 0 3-15,0 0-5 0,0 0 0 0,0 0 1 16,0 0-1-16,0 0 0 0,0 0 7 0,0 0-5 16,0 0 1-16,0 0-3 0,0 0 2 0,0 0 4 15,0 0-4-15,0 0-2 0,0 0 1 0,0 0 4 0,0 0-5 16,0 0 1-16,0 0 4 0,0 0 1 0,0 0 5 16,0 0-6-16,0 0-4 0,0 0-1 0,0 0 3 15,0 0 0-15,0 0-1 0,0 0 2 16,0 0-3-16,0 0-3 0,0 0-1 0,0 0 5 15,0 0-2-15,0 0 1 0,0 0-1 0,0 0 0 0,0 0-1 16,0 0-1-16,0 0 2 0,0 0 0 16,0 0 0-16,0 0-2 0,0 0 4 0,0 0-4 15,0 0 4-15,0 0-5 0,0 0-3 0,0 0 6 16,0 0-1-16,0 0-1 0,0 0-3 0,0 0-6 16,0 0-4-16,0 0-5 0,0 0-2 0,0 0-3 0,0 0-3 15,0 0-4-15,0 0-1 0,0 0-1 0,0 0-26 16,0 0-64-16,0 0 28 0</inkml:trace>
  <inkml:trace contextRef="#ctx0" brushRef="#br0" timeOffset="120213.85">27503 5791 10 0,'0'0'26'0,"0"0"-6"16,0 0 0-16,0 0-3 0,0 0 1 0,0 0 0 16,0 0-1-16,0 0-2 0,0 0-5 0,0 0-1 15,0 0 6-15,0 0-8 0,0 0-1 0,0 0 2 16,0 0-2-16,0 0 0 0,0 0 2 0,0 0-2 15,0 0-7-15,0 0 3 0,0 0 5 0,0 0-4 16,0 0 0-16,0 0-2 0,0 0-5 0,0 0-1 16,0 0-7-16,0 0-1 0,0 0-7 0,0 0-15 15,0 0-35-15,0 0 15 0</inkml:trace>
  <inkml:trace contextRef="#ctx0" brushRef="#br0" timeOffset="126054.92">27602 5808 15 0,'0'0'26'16,"0"0"-6"-16,0 0-3 0,0 0-6 0,4-4-2 15,-4 4-5-15,0 0-2 0,0 0-5 0,3-11-1 16,-3 11 0-16,4-7-3 0,-4 7 1 0,1-9 0 15,-1 9-1-15,2-11 1 0,-2 5-5 16,2-3-11-16,0 1 6 0</inkml:trace>
  <inkml:trace contextRef="#ctx0" brushRef="#br0" timeOffset="181163.71">14665 14927 26 0,'0'-9'145'0,"2"-2"-12"0,-4 2-4 0,1 0-6 15,-1 2 14-15,2 7-5 0,-4-14-2 0,-2 7-15 16,4 0-5-16,-2 1-9 0,4 6-1 0,-8-8-9 16,5 4-3-16,3 4-7 0,-10-1-11 0,10 1-6 15,-18 4 0-15,8 2-3 0,-8 0-4 0,3 7-1 16,-2 0-2-16,-6 5-11 0,4 2 1 0,-3 1-5 16,4 0-4-16,2 1-2 0,3 3-2 15,1 1-1-15,2-2-5 0,-3-1 1 0,2 4-4 0,5-1-3 16,0-2-1-16,2 4-5 0,3-10 0 0,2 3-1 15,2-5-3-15,2 3 0 0,3-2 6 0,2 0-4 16,-1-2-3-16,4-2-1 0,4-1 1 0,-1-1 0 16,8 2-3-16,-6-8 2 0,9 4 2 0,-1-5-1 15,3-3 2-15,-2 1-1 0,3-5-2 0,-2 1 4 16,-6-2-7-16,5-3 6 0,0-2-3 0,-8 4-4 16,6-7 5-16,-7 3 0 0,0 0 3 0,3-8 1 15,-7 4 0-15,0 0 0 0,-4-2-3 0,-2 1-2 16,-1 2-2-16,-2-6 3 0,-3 2-4 0,-2-1 3 15,0-1-1-15,-3 3 0 0,-2 5-3 0,-4-4 0 16,1 3 0-16,2 2 3 0,-3 0-1 16,2 1-4-16,-2 2 1 0,-2 2-1 0,1 3-2 0,0 2 3 15,0 6-3-15,-1-1-1 0,0 8 0 0,-2 1 4 16,-1 7-3-16,5-5 1 0,-5 6 1 0,9-4 0 16,1-1 3-16,0 0-1 0,2 1 1 0,4 3-4 15,2 1-11-15,0-6-17 0,1 0-25 0,3 0-36 16,1-4-39-16,1 0-33 0,2 1-19 0,1-2-31 15,-4-5-110-15,3-3-347 0,-1 1 153 16</inkml:trace>
  <inkml:trace contextRef="#ctx0" brushRef="#br0" timeOffset="181532.55">14976 15245 92 0,'1'-11'147'0,"-1"11"-23"16,0 0-9-16,0 0 13 0,0 0 2 15,0 0-5-15,0 0 4 0,0 0-8 0,0 0-8 0,14 33 3 16,-12-17-6-16,0-3-6 0,1 4-12 0,-2 0-6 16,0 1-5-16,1-3-5 0,-2-2-8 0,2 0-9 15,-2-3-4-15,2 0-7 0,0-1 1 0,-1-2-9 16,-1-7 5-16,3 10 7 0,-3-10 8 0,4 8 1 16,-4-8-3-16,0 0-3 0,0 0-3 15,0 0-8-15,0 0-7 0,11-19-1 0,-11 19-5 0,7-20 2 16,-1 5-8-16,-1-2-3 0,3-1-2 15,-1 1-3-15,4-5 1 0,-4 3 2 0,4-5-9 16,-1 2 1-16,-1 6-1 0,2 0-3 0,1 3-7 0,-5 3 10 16,1 3-9-16,2 2-2 0,-1 2 0 0,-9 3 1 15,19 0 0-15,-19 0 1 0,13 6-1 16,-4 3 3-16,-2-1-6 0,4 7 3 0,-3-5-3 0,-3 9 4 16,-1-1 1-16,1 0-16 0,-4-5-14 0,1 4-18 15,-2-2-14-15,2 1-36 0,-2-4-22 0,0 0-49 16,3-3-27-16,-3-9-182 0,-3 17-406 15,3-17 181-15</inkml:trace>
  <inkml:trace contextRef="#ctx0" brushRef="#br0" timeOffset="181774.28">15404 14895 141 0,'0'-9'204'0,"0"9"-12"15,-1-17-9-15,1 17-28 0,0 0-16 0,0-8-14 16,0 8 11-16,0 0 1 0,0 0-4 0,-3 38-8 0,2-17-10 16,0 3-4-16,-2 4-13 0,1 1-4 0,4 0-9 15,0-1-9-15,-4 0-6 0,2-2-9 16,3 2-3-16,1-5-7 0,0-3-6 0,1 5-3 16,0-6-5-16,1 6-11 0,-1-7-26 0,-1-3-26 15,1 0-31-15,-2 0-42 0,-1-3-36 0,1 4-37 16,1-6-42-16,-8 3-109 0,3-4-350 0,1-9 156 15</inkml:trace>
  <inkml:trace contextRef="#ctx0" brushRef="#br0" timeOffset="181937.11">15331 15189 9 0,'0'0'140'0,"0"0"-9"0,7-9-18 0,-7 9-13 15,10-3-28-15,-10 3-29 0,18 2-50 0,-18-2-32 16,22 3-55-16,-17-1-101 0,-5-2 44 0</inkml:trace>
  <inkml:trace contextRef="#ctx0" brushRef="#br0" timeOffset="182446.76">15596 15353 71 0,'17'-3'153'0,"-17"3"0"15,16-5 4-15,-6 1-1 0,-3 0-9 0,-7 4-5 16,15-9-10-16,-9 2-10 0,0-1-8 0,-1 0-7 16,-1-1-7-16,-3-2-12 0,0-1-7 0,-2 0-8 15,-2-4-7-15,-2 1-4 0,0 0-3 0,-3-2-12 16,0 1-6-16,-1 0 2 0,2 6-6 0,1-1-1 16,-1 3-2-16,2 0 3 0,0 2-6 0,1 0-8 15,4 6-1-15,-5-8-6 0,5 8-1 0,-4-5-3 16,4 5 2-16,0 0-2 0,0 0-2 15,14-2-4-15,-14 2 0 0,24 6 1 0,-12-3-3 16,2 1 3-16,-2 2-2 0,4 2-3 0,-5 0 4 0,3 2-4 16,-3 0 4-16,2 0-1 0,-2-1 3 0,0 4-2 15,-4-2 1-15,0 0 0 0,0 0-1 0,0 0 0 16,-1 3-3-16,-1-4-4 0,-1 0 7 0,1 0-1 16,2-1 0-16,-5-1-3 0,-2-8 4 0,10 13 7 15,-4-7-5-15,-6-6-3 0,12 8 2 16,-5-5 0-16,-7-3 2 0,18 1 1 0,-7-1 0 0,-11 0 3 15,31-7-3-15,-16 1 3 0,3-4-2 0,-3 2 1 16,3-2-3-16,-1 1 2 0,-4-5 2 0,-1 3-4 16,-1-5 0-16,1 3 9 0,-4-1-11 0,0-3-1 15,-3 2 0-15,-1-1 5 0,0 0 1 0,-3 0 1 16,0 5 4-16,-1 2 7 0,0 9 1 16,-2-17-2-16,2 17-1 0,0 0-3 0,-2-13-5 0,2 13 0 15,0 0-4-15,0 0 2 0,0 0 0 0,-30 24-4 16,22-12 1-16,0 0-2 0,3 0 0 0,0 1-1 15,1 3-9-15,3 1-15 0,0-5-18 16,2 4-31-16,1-3-38 0,4-3-33 0,4 0-45 16,1-2-39-16,0-1-152 0,1 1-406 0,5-2 180 15</inkml:trace>
  <inkml:trace contextRef="#ctx0" brushRef="#br0" timeOffset="182845.87">16731 14802 229 0,'5'-11'245'0,"-1"5"-17"15,-4 6-22-15,6-13-23 0,-6 13-19 0,4-8-24 16,-4 8-12-16,0 0-10 0,0 0 1 16,20 27 1-16,-13-3-2 0,-3 4-8 0,1-1-1 15,-1 5-9-15,0 0-10 0,-3 0-6 0,3-1-5 16,-4-1-8-16,3 0-6 0,-3-2-4 0,2 0-6 15,-2-4 1-15,2 2-12 0,-2-6-4 0,0-3-2 0,0 1-6 16,-2-1-19-16,2 0-13 0,0-4-29 16,0-2-34-16,-2-1-23 0,2-10-31 0,-1 16-25 15,1-16-28-15,-5 16-19 0,5-16-15 0,-4 6-138 16,4-6-369-16,0 0 165 0</inkml:trace>
  <inkml:trace contextRef="#ctx0" brushRef="#br0" timeOffset="183562.51">16623 15122 166 0,'-5'-4'166'16,"-1"1"-11"-16,6 3-17 0,0 0-11 0,-4-7-6 15,4 7-12-15,13-5-17 0,-13 5-9 0,32-6-7 16,-4-1-5-16,4 5-8 0,6-3-1 0,1-2-9 16,-2 3-4-16,2-2-4 0,-4-1-3 0,-2 2-3 15,-2-1-1-15,-6 1-8 0,-7 0-4 0,-5 4 1 16,-3-1 5-16,0 1 1 0,-3 1 1 0,-7 0 0 15,11-3-6-15,-11 3-2 0,8 0-1 0,-8 0-4 16,0 0-7-16,0 0 13 0,-3 13 0 0,3-13 5 16,-15 15-4-16,2-4 6 0,0 4-6 0,-2-1 6 15,0-1-7-15,5 3-2 0,-2-3-1 0,2 3-1 16,2-2-4-16,3-3-2 0,3 1 1 0,-2-3-4 16,2 3 2-16,2-3 1 0,0-9-3 0,7 16-4 15,2-9 3-15,-3-4-5 0,4 1 1 0,1-2 10 16,3-2-13-16,5 1 3 0,-6-1-5 15,3-4 6-15,3-2-2 0,0-4 1 0,-3 4 0 0,2 0-5 16,-7 0 2-16,2-1 2 0,-3-3-5 0,-2 1 3 16,3-4-4-16,-4 3 3 0,-1 0-1 0,-2 2 6 15,-1-3-7-15,-1 7 4 0,-2 4-2 0,3-10-1 16,-3 10-1-16,1-8 2 0,-1 8-8 0,0 0 3 16,0 0-2-16,0 0 4 0,0 0-1 0,0 0 1 15,0 0 0-15,-5 29-3 0,4-18 4 0,2 0-4 16,0-1 6-16,2-1-1 0,3 2 3 0,-2-3 2 15,4 1-1-15,-2-4 1 0,3 1 3 0,2 0 4 16,1-5 0-16,6 1 0 0,0-2 3 0,2-3 1 16,-1 0-4-16,1-4 0 0,0 1-1 0,-2-4-1 15,9-1 0-15,-11 0 1 0,0-2-1 16,-5-2 6-16,2 2-2 0,-2-4 6 0,1-6 1 0,-3 1-3 16,-3-5 0-16,1 1-5 0,-5-2-2 0,3-1 3 15,-2 4 3-15,-2-3-4 0,-2 1 0 0,1 0 3 16,-1 1 0-16,-1 9 12 0,1 5 9 0,-2-1 4 15,3 4 0-15,0 9 2 0,-1-14-10 0,1 14-6 16,0 0-10-16,0-12 13 0,0 12-16 0,0 0-3 16,0 0 0-16,-4 33 0 0,3-6-1 0,-3 3-3 15,2 2-1-15,-1 1 5 0,1 2-2 16,-2-2 2-16,0 0 5 0,3 4 0 0,-2-3 0 0,0 1-3 16,1-2-4-16,2-1-3 0,1 0 3 0,-1-1 2 15,1-4 8-15,3 1-18 0,-2-3 7 0,0 0-6 16,1-6 4-16,-2 0-9 0,0-2-21 15,-1-1-27-15,2-1-27 0,-2-2-34 0,0-3-29 0,0 0-38 16,0-10-48-16,1 14-28 0,-2-7-214 0,1-7-503 16,0 0 223-16</inkml:trace>
  <inkml:trace contextRef="#ctx0" brushRef="#br0" timeOffset="183785.67">17515 15072 55 0,'7'-6'154'0,"5"0"3"0,0 2-3 16,-2 2 4-16,1 1-14 0,-11 1-11 15,21 1-3-15,-10 2-13 0,0 2-11 0,-2-1-4 16,0 3-11-16,0 4-7 0,-4-1-5 0,-4 0-12 16,-1 2-7-16,0-12-5 0,-6 24-3 0,2-8-6 0,-6-2 0 15,2 0-6-15,-2 4-5 0,0-5-22 0,2-4-31 16,-1 0-33-16,-1-1-40 0,4 1-48 0,-2-3-158 15,-1-3-321-15,0 1 142 0</inkml:trace>
  <inkml:trace contextRef="#ctx0" brushRef="#br0" timeOffset="184047.91">17844 14805 130 0,'4'-4'216'0,"-4"4"-14"0,5-10-15 16,-5 10-21-16,0 0-9 0,0 0-2 0,0 0 2 16,0 0-6-16,6 16-4 0,-7 3-2 0,1 8-5 15,-1 3-4-15,-3 2-8 0,1 0-4 0,1 3-7 16,-2-2-12-16,2 0-8 0,0 1-9 0,-3-5-10 16,2 1-7-16,1 1-8 0,-1-1-2 0,3 1-11 15,0-5-2-15,-1 2-5 0,0-2-1 0,1-2-18 16,0-5-24-16,1-3-24 0,-1 1-35 0,-1-7-41 15,2 0-37-15,0 1-49 0,-1-11-44 0,-1 14-186 0,1-14-449 16,-4 7 198-16</inkml:trace>
  <inkml:trace contextRef="#ctx0" brushRef="#br0" timeOffset="184492.84">17944 15015 164 0,'5'-2'179'0,"-5"2"-8"0,13 0-3 16,-13 0-8-16,11 4-12 0,-7 2-17 0,0 1-8 16,-4 0-10-16,1 3-11 0,-1 2-7 0,0-1-8 15,-4 3-10-15,-2-1-10 0,-3 1-8 0,1 0-6 16,0-5 0-16,1 0-5 0,-1 1-5 0,2-3-14 16,-2 0 7-16,3-2-5 0,5-5-2 0,-10 9-1 15,10-9-2-15,-7 5-7 0,5-2 2 0,2-3-7 16,0 0 0-16,0 0 1 0,0 0-5 0,16 2 1 15,-16-2 2-15,18-3-5 0,-5 0 2 0,4 0-3 16,3 1 3-16,-1-5-6 0,10 4 2 0,-9-1 1 16,2-1 3-16,-2 1-5 0,-1-3-3 0,2 2 3 15,-5-6 2-15,1 5-8 0,0-3 6 0,-1-1 2 16,-6 4 0-16,4-6-3 0,-5 6 6 0,-2-4 6 16,1 1-5-16,-2 0 9 0,-4-1-5 0,1-1-2 15,-2 4 4-15,2-4 0 0,-3 11 2 0,-2-14-2 16,2 14 3-16,-3-11-6 0,-1 9 2 0,4 2-6 15,-10-2 2-15,10 2-4 0,-15 6 4 16,5 3-3-16,1 0-2 0,-2 3-1 0,1 1 1 0,1 3-1 16,1-1-2-16,0 0 2 0,2 3 2 0,1-4-6 15,5-1-10-15,-1-1-26 0,2 1-25 0,2-1-35 16,0 1-47-16,5-4-21 0,1 1-26 0,1-5-7 16,4 1-116-16,-1-3-336 0,6 0 149 0</inkml:trace>
  <inkml:trace contextRef="#ctx0" brushRef="#br0" timeOffset="184902.42">18521 15117 74 0,'9'-9'114'0,"-4"-1"-18"16,-1 1 7-16,-3 0-1 0,-1 9 11 0,2-14 13 15,-2 14-4-15,-5-12-1 0,5 12-1 0,-8-9-3 16,0 8 1-16,8 1-5 0,-16 1-3 16,4 2-2-16,-1 3-7 0,-2 0-5 0,-4 6-5 0,2-1-1 15,5 0 0-15,-1 2-16 0,1-1-4 0,6-1-8 16,-2 2-6-16,2-2-8 0,1 0 0 0,1 0 0 15,3-2-14-15,1 1-3 0,1-3 0 0,2-1-3 16,-1 1 3-16,8-1-4 0,-3-3 5 16,4-1-11-16,-11-2-1 0,24-1 1 0,-10-2-4 15,2-4 1-15,0 0 1 0,-2-1 0 0,-1-4 8 0,4 0 4 16,-4-3-2-16,-1 1 1 0,3-7-3 0,-2-1-1 16,-4-2 1-16,0 0-5 0,2-2-1 0,-5-2-1 15,3-1 0-15,-3-1-2 0,-3 0-4 0,2 0-1 16,-3 0-1-16,1 3 2 0,-4-1-4 15,-1 9 4-15,1 3 8 0,0 3 11 0,1 4 8 16,0 9-2-16,0-13 6 0,0 13-17 0,0 0-6 0,0 0 0 16,0 0 0-16,0 0 12 0,0 0-2 15,-11 53 1-15,5-22-7 0,1 2 5 0,4 1-5 0,-5-1 2 16,3 0-6-16,-1 1-5 0,3-1 0 16,2-4-3-16,3 3 3 0,-4-3-19 0,5-1-27 0,0-4-36 15,2 1-36-15,-3-5-40 0,2-4-39 16,0 3-52-16,-1-3-49 0,-1 0-186 0,-1-5-503 0,-1 3 222 15</inkml:trace>
  <inkml:trace contextRef="#ctx0" brushRef="#br0" timeOffset="186164.01">19484 14909 25 0,'0'0'157'0,"-17"-4"1"0,7 1-11 0,0 0-3 16,1 0 5-16,2 2 5 0,7 1-7 0,-9-1-4 15,9 1-14-15,-11-3-12 0,11 3-11 0,0 0-11 16,0 0-3-16,0 0-3 0,0 0-5 0,38-12-12 16,-10 3-2-16,8 3-11 0,4-1-10 0,13-5-1 15,0 3-9-15,0-2-20 0,-2 3-31 0,-15 2-27 16,-2 0-33-16,-4-1-36 0,-8 3-33 0,-5 2-30 15,-3 1-121-15,-7 1-316 0,-7 0 140 16</inkml:trace>
  <inkml:trace contextRef="#ctx0" brushRef="#br0" timeOffset="186385.69">19504 14882 65 0,'-4'4'134'0,"4"-4"11"15,0 10 0-15,0-1 4 0,2 3 3 0,1 5-4 16,0 9-2-16,-2 0-8 0,3 4-13 0,-1 1-10 16,0 1-12-16,1-2-3 0,-2 2-11 0,-1-1-16 15,-2 0-2-15,4 3-6 0,1-5-5 0,-2 0-4 16,1-2-6-16,0-1-4 0,1-6-6 0,-4-2-21 16,2 0-26-16,1-4-35 0,-2-2-46 0,0-5-44 15,1 1-37-15,-2-1-131 0,0-7-324 0,0 0 144 16</inkml:trace>
  <inkml:trace contextRef="#ctx0" brushRef="#br0" timeOffset="187301.75">19537 15199 87 0,'7'-6'127'0,"-7"6"-9"0,10-3-5 15,-2 2 3-15,3-2-20 0,2 2-5 0,7-1-2 16,-2 1-10-16,5 1-7 0,-1-2-8 15,-1-1-7-15,0 1-4 0,1-1-5 0,-3 2 3 16,1-1-3-16,-7-1-1 0,3 0 1 0,-4 0 0 0,1 1 11 16,-4 1-2-16,-2-2 6 0,-1 1 3 0,-6 2-5 15,13-5-3-15,-9 3 4 0,-4 2 4 16,5-7-7-16,-5 7-2 0,4-4-7 0,-4 4-4 16,0 0-5-16,0 0-5 0,0 0-3 0,0 0-7 15,0 0-4-15,0 0 4 0,0 0-7 0,3 18-5 16,-4-9 0-16,1 2 1 0,0 0-5 0,0 5-1 0,1-4 1 15,3-1 2-15,-1 1-4 0,-1-1 0 16,5-2-1-16,-2 0 0 0,2-1 0 0,2-2 0 0,0 1 0 16,0-2 2-16,3-3 1 0,-1 1-3 15,2-4-3-15,0-3 4 0,4-2-1 0,-2-1-3 16,0 0 2-16,-2-1 4 0,-4-1-2 0,4-2-2 16,-3-2-2-16,-3 0 1 0,3 0-2 0,-2-1 0 0,-1-2 0 15,-3 1 2-15,1-2-1 0,-3-1-3 16,1 1 4-16,1 1 0 0,-6 0-3 0,1 3 0 15,1 4 1-15,1-1 14 0,-1 10-3 0,0-11 3 16,2 6-4-16,-2 5-1 0,0 0-4 0,0 0-2 16,0 0 3-16,0 0-3 0,0 0-3 0,0 0 5 0,0 32-5 15,1-16 2-15,-1 4-3 0,1-1 2 0,3-1-2 16,-1-1 3-16,2-3 1 0,1 4 0 0,-1-3 0 16,3-1 1-16,3 0 4 0,0-2-1 15,0-5 2-15,-1 2-1 0,2-3 3 0,2-1 3 16,-1-3-1-16,1 1 2 0,2-3-2 0,-2-1 0 15,0-2 2-15,-2-2 3 0,7 0 5 0,-5-3 0 0,0-2-9 16,-6 0-2-16,5-3-3 0,-4-1 2 16,-3-3-4-16,2-2-1 0,-1-5-2 0,-2-2 3 15,-2 0-4-15,0-3 4 0,-5 2-7 0,0-1 3 16,-2-3-1-16,-5 1 0 0,4-2-1 0,-2 3 2 16,1 1-4-16,0 4 4 0,1 8-3 0,1 6 5 15,1-1 1-15,-1 0-7 0,4 11-2 0,0 0 0 0,0 0-1 16,0 0 0-16,0 0 0 0,3 33 2 15,1-4-1-15,3 0 2 0,-5 4 0 0,0 4 2 16,1-5-4-16,1-2 14 0,-2-1-11 0,5-2 1 16,-1 0-2-16,3-4 4 0,-5-5-4 0,6 6 1 15,-2-9 3-15,1 0 1 0,2-4-3 0,-2 0 4 16,5-2 6-16,-2-3-5 0,2-1-1 0,2-2-2 16,2-1 4-16,-5-3 0 0,5 0-2 0,-1-3 3 0,0-5-1 15,0 0-3-15,-2-4 0 0,1-1 0 16,2-6 9-16,-6-2-11 0,2-4-1 0,-1 2 1 15,-1-4 0-15,-1-1 2 0,-2-1-4 0,-1-3 3 16,-6-1-3-16,1 2-3 0,-2 1-3 0,-2 3 5 16,0 9 0-16,-1 1 2 0,2 6-3 0,0 1 7 0,-1 2-6 15,1 9-2-15,-4-11 0 0,4 11 1 16,0 0-2-16,0 0 1 0,-6 26-1 0,3-6 0 16,2 5 4-16,0 6-1 0,-2-4 0 0,2 3-1 15,0-1 1-15,2-1 0 0,-1 1 7 0,4-2-18 16,0-1-18-16,1 0-28 0,2-1-38 0,-3-5-31 15,1-1-35-15,2-4-37 0,-1 2-24 0,0-5-25 16,-2-1-141-16,0 0-417 0,4-3 185 0</inkml:trace>
  <inkml:trace contextRef="#ctx0" brushRef="#br0" timeOffset="187771.74">21038 15056 145 0,'0'-11'192'0,"0"11"-14"0,0 0-18 15,-3-8-3-15,3 8 4 0,0 0-6 0,0 0-5 16,-15 22-16-16,9-14-9 0,3 4-13 0,0-2-4 16,3 4-5-16,3-4-5 0,-3 3-9 0,1-1-10 15,3 0-7-15,2-2-4 0,-2 1-12 16,3-1 3-16,-1-1-8 0,3-1-3 0,1-3-1 0,-1-1-4 16,6-3-4-16,-2-1-2 0,1-1-5 0,-1-2 1 15,-1-1-5-15,5-2 3 0,-6 0-7 0,-1-2-3 16,4-5 1-16,-5 4-2 0,2-6-1 0,-3 1-4 15,0-2 1-15,-3 2-3 0,-4 1 1 0,4-1-1 16,-2 1-2-16,-2 2-1 0,0 1-3 0,1 6 2 16,-2 4-3-16,2-12-5 0,-2 12 2 0,0 0 3 15,0 0-8-15,0 0 7 0,0 0-6 0,0 0-2 16,8 21 2-16,-4-11-4 0,-2 1 4 0,1 0-1 16,1 0 0-16,2 1 1 0,0-2 4 0,2 0-3 15,-1-2 1-15,3-3 0 0,-1 1 15 0,0-2-12 16,3-2 3-16,1-2 9 0,-1 0-4 0,0-2 4 15,1-2-2-15,0-3 3 0,-1 0 2 16,-1 0 1-16,3-5 5 0,-5-2 1 0,1 1 0 16,-1-1 1-16,-1-2-6 0,-3-2-1 0,0 1-4 0,-4-2 3 15,-1 1-7-15,0 0 2 0,-1 1-6 0,-3-2-1 16,0 3-8-16,1 5-11 0,-1 0-18 0,-1 4-23 16,1 0-25-16,4 7-24 0,-10-5-16 0,10 5-29 15,0 0-19-15,0 0-12 0,-17 12-25 16,14-6-178-16,3-6-413 0,0 14 182 0</inkml:trace>
  <inkml:trace contextRef="#ctx0" brushRef="#br0" timeOffset="188109.7">21730 14898 160 0,'4'-10'165'0,"-4"10"-1"0,-2-9 2 0,2 9-5 16,-12-3-7-16,1 4-2 0,-2 4 0 0,-6 2-8 15,-7 6 0-15,-1 2-14 0,2 2-3 16,0 2-15-16,4 0-10 0,0 1-8 0,7-4-10 0,2-1-5 15,3 0-8-15,3 1-7 0,2-4-9 0,4-2-4 16,2 0-6-16,2 2 0 0,0-6-4 0,2 1 0 16,5-1-10-16,1-1 1 0,3-2-1 15,3-2-2-15,0-4-6 0,-1-1 0 0,2-3-2 16,-4-1-1-16,3-2-2 0,-4 1 1 0,0-3-5 16,-2 1 3-16,-3 2-4 0,3-4 11 0,-3-1-10 0,-2 3-1 15,0 0 2-15,0-1-1 0,-2 3 0 0,-1-1 3 16,-2 6-1-16,2-3 4 0,-4 7-5 15,5-8-8-15,-5 8-3 0,0 0 6 0,0 0-3 16,0 0-1-16,12 18 2 0,-11-8-4 0,0 0 1 16,2 6 3-16,-3-5-1 0,0 5 1 0,1 0-14 15,0 0-16-15,1-3-29 0,0 0-42 0,1 2-34 0,-1-2-39 16,3-3-33-16,-1 0-19 0,-4-10-174 16,1 12-423-16,-1-12 187 0</inkml:trace>
  <inkml:trace contextRef="#ctx0" brushRef="#br0" timeOffset="188648.05">22006 14921 67 0,'0'-18'218'0,"0"18"-11"16,0-10-20-16,0 10-17 0,0 0-12 0,0 0-11 16,0 0-3-16,0 0-6 0,0 0 0 0,0 0-9 15,-2 51-12-15,7-26-10 0,-4-8-10 0,-1 4-7 16,3-3-4-16,1 0 0 0,1-1-8 0,-1 0-9 15,2 1-2-15,2-2-11 0,-2-1-2 0,0-4-5 16,0-1-4-16,-1-1-5 0,2-4 0 0,0 3 4 16,-7-8-6-16,9 7 2 0,-3-6 1 0,-6-1-8 15,10-1 0-15,-10 1-3 0,9-7-1 0,-1 0-3 16,-2-1-2-16,-1-1-1 0,0-2-4 0,2-4-6 16,-1 0 3-16,1-1-5 0,-1 1 2 0,0-1-4 15,2-1 2-15,0 0-5 0,2 2 1 0,0 1-1 16,-3 4-5-16,-1 1 2 0,3 0 0 0,-4 4 0 15,1 1 3-15,1 1-10 0,-1 0 4 0,-6 3-5 16,14 0 6-16,-14 0-2 0,17 4-1 0,-9 0-2 16,-1-2-1-16,2 1 5 0,1 2 0 0,-1-1 3 15,2 0-1-15,1-2 3 0,0-1 6 0,-1-2-11 16,5 2 2-16,-3-4-1 0,2-1 3 0,0 0-3 16,-2-2 6-16,-2 2-4 0,2-1 3 0,-3-4-4 15,1 4 9-15,-2-4-11 0,-1 0 7 0,-1 0-2 16,-2 1 2-16,-1 1 2 0,-3-1-2 0,1 1-4 15,-2 7 2-15,-2-11-5 0,2 11 3 0,-6-6-8 16,-2 4 6-16,8 2-3 0,-22 5 8 16,3 5-8-16,1-1 0 0,-6 6-3 0,1 4 5 0,0 0 5 15,3 2-9-15,2-1 3 0,5-7-2 0,3 3 2 16,2-1-3-16,4-5 2 0,0 4 5 0,3-4-22 16,4 3-19-16,1-2-27 0,2-4-34 0,5 4-30 15,5-4 5-15,12 5-17 0,6-5-36 0,19-1-29 16,2-2-185-16,-16-2-423 0,19-1 188 0</inkml:trace>
  <inkml:trace contextRef="#ctx0" brushRef="#br0" timeOffset="189277.8">23157 15250 1858 0,'0'0'133'15,"-16"-5"-46"-15,16 5-36 0,-6-8-21 0,6 8-15 0,0 0 10 16,5-15 5-16,3 8 18 0,4-5 2 0,-1 0 12 16,3 1-2-16,0-2 4 0,1 0-1 0,6-3 0 15,-6 3 7-15,0-1 1 0,6-6-1 0,0 2-5 16,-6 2 1-16,0-7-6 0,0 2-4 0,-2-1 6 16,-4 4-8-16,-3 2 2 0,-2-3-7 0,0 2-2 15,0 4 5-15,-3 3-5 0,-1 0 1 0,0 10-3 16,-5-20-7-16,1 15-10 0,4 5 1 15,-11-6-4-15,11 6 3 0,-21 1-8 0,8 3 0 0,1 0-4 16,0 3-4-16,-2 2-3 0,3-2 1 16,4 2-1-16,1-2 2 0,2 1-2 0,0 1-3 15,4-2 5-15,4 0-7 0,0-2-3 0,5 2-1 16,-2-2 0-16,7 1 1 0,2-2-8 0,2-1 5 0,-2 0-4 16,3-2 6-16,1-2-5 0,-4 4 2 0,-2-3-5 15,-2 1 4-15,-2-1-3 0,3 0 3 0,-13 0-4 16,14 6 10-16,-8-3-14 0,1 1 2 15,-7-4 4-15,10 12 0 0,-8-3 0 0,2 0 1 16,0 2-2-16,0-2 2 0,1 2 5 0,0-1-2 0,0 0 1 16,-1-1 1-16,4 1-3 0,1-2 4 0,-2 0 2 15,4-3-3-15,3-3 0 0,4 1-4 0,1-3 14 16,-1-1-7-16,2-2-3 0,2-3 2 0,-4-1 4 16,1-2-7-16,-3 3 0 0,0-2 6 0,0-2 1 15,-2-2-3-15,-2-1 2 0,-2 5-5 16,-1-8 4-16,0 4-2 0,-1-4 0 0,-4 1-2 0,-3 0 2 15,-1 1 0-15,-1 3-6 0,-2-1 5 0,2 1-2 16,-3 0-1-16,4 11-10 0,-6-13 10 16,6 13-4-16,-11-6 0 0,11 6-2 0,-19 3 3 0,9 5 0 15,-3 3 2-15,0 5 2 0,-1-2 1 16,-1 6-6-16,5-3-2 0,-3 6 4 0,7-7 1 16,2 4-1-16,2-1-6 0,1-1-12 0,4 0-13 0,1-3-36 15,2-1-39-15,3 0-38 0,-3-3-51 0,8-2-38 16,2-2-38-16,-1 1-158 0,2-5-467 0,-4 2 207 15</inkml:trace>
  <inkml:trace contextRef="#ctx0" brushRef="#br0" timeOffset="189497.8">24059 14917 54 0,'-13'-4'210'0,"13"4"-4"0,0 0 1 0,-22 12-8 15,11 0-3-15,-3 1-12 0,1 1-14 0,-1 2-14 16,3 1-10-16,1-1-13 0,0 3-10 0,1-3-15 16,3 2-11-16,1 0-11 0,2-3-6 0,2-3-8 15,4 2-10-15,0-2-15 0,4-2-21 0,2-1-29 16,2-2-35-16,3 2-31 0,0-5-27 0,4 0-45 16,1-3-29-16,2-1-11 0,1 1-130 0,-2-4-337 15,-2-3 150-15</inkml:trace>
  <inkml:trace contextRef="#ctx0" brushRef="#br0" timeOffset="189735.45">24354 14743 185 0,'-3'-12'236'16,"3"2"3"-16,0 10-14 0,-1-12-24 0,1 12-20 16,0 0-15-16,0 0-3 0,0 0 14 0,0 0-2 15,-11 41-3-15,8-12-5 0,-1 3-12 0,3-3-15 16,0 3-6-16,2-1-4 0,-2 0-10 0,2-1-11 15,2-1-11-15,-1 0-10 0,-2-3-4 0,4-1-13 16,-3-5 7-16,-1-2-17 0,2 0-12 0,1 0 1 16,1-4-23-16,-4-2-26 0,3 0-30 0,-2-2-29 15,0-1-33-15,-1-9-37 0,3 13-28 0,-3-13-29 16,0 0-38-16,-1 10-23 0,1-10-182 16,0 0-464-16,0 0 206 0</inkml:trace>
  <inkml:trace contextRef="#ctx0" brushRef="#br0" timeOffset="189983.9">24239 15013 99 0,'-5'-10'190'0,"4"6"-6"0,1 4-14 0,0 0-25 15,6-10-11-15,3 6-12 0,4 1-5 0,4-2 1 16,4 1-1-16,1 0-14 0,-3 1-6 0,9-1-4 16,-7 2-6-16,-1 1-6 0,1 0-7 0,-2 1-1 15,9 0-5-15,-13-1 4 0,3 2-12 0,-6-1-9 16,2 1-1-16,-2 0-5 0,-3 1-2 0,4 2 3 15,-3 3 1-15,-1-1-3 0,0 1-6 0,-2 1 4 16,-1 0-6-16,-2 2-1 0,2 0-3 0,-6 2-4 16,3-1-1-16,-2 0 6 0,0 0-9 15,-1 2-16-15,0-3-23 0,0-10-31 0,-2 21-44 0,2-21-27 16,-5 17-49-16,5-11-36 0,0-6-165 0,0 0-396 16,-5 14 175-16</inkml:trace>
  <inkml:trace contextRef="#ctx0" brushRef="#br0" timeOffset="190157.43">24515 14727 92 0,'0'0'137'0,"0"0"-46"16,-15 10-34-16,15-10-39 0,-8 8-54 0,4-3-25 15,4-5-64-15,-4 17 29 0</inkml:trace>
  <inkml:trace contextRef="#ctx0" brushRef="#br0" timeOffset="190554.95">24920 14704 50 0,'-4'-9'230'0,"4"9"-4"0,-1-8-20 15,1 8-12-15,-5-5-19 0,5 5-15 0,0 0-19 16,0 0-5-16,-17 7-11 0,7 2-3 0,-1 2 1 16,-3 6-9-16,1 5-7 0,-2 5-8 0,2 0 9 15,0 5-10-15,4 0-15 0,1 0-11 0,3-1-6 16,4 1-6-16,0 0-2 0,2 0-5 0,0-3-10 16,2-3-2-16,2 1 0 0,0-2-7 0,-2 1-4 15,2-7-1-15,-4 7-3 0,0-7-4 0,2-1-4 16,-2-4-18-16,0-1-17 0,-3-3-29 0,2-1-24 15,-3 1-32-15,1-4-41 0,2-6-27 0,-5 7-45 16,5-7-174-16,0 0-419 0,0 0 186 0</inkml:trace>
  <inkml:trace contextRef="#ctx0" brushRef="#br0" timeOffset="190833.96">24711 15015 64 0,'11'0'137'0,"2"1"-10"16,6 0 1-16,10-1-8 0,-2 0-14 0,3-1 0 16,2 0-6-16,1-1-9 0,-1 1 0 0,-2-2-1 15,0-1-9-15,-11 2 7 0,2-2 2 0,-5-1 1 16,2 2 4-16,0-3-3 0,-9 4-2 0,1-2 4 16,-5-2 9-16,3 3 5 0,-2 2-1 0,-6 1-7 15,9-6-6-15,-9 6-5 0,6-2-20 0,-6 2-11 16,0 0-2-16,0 0-8 0,0 0-5 0,6 12 0 15,-6-3-9-15,-4 0 0 0,3 2-2 0,-2 0-3 16,1-1 2-16,0 2-20 0,1 0-19 0,1 1-31 16,-3 0-38-16,2 0-40 0,0-4-57 0,1 3-42 15,-1-3-175-15,1-9-421 0,-4 13 187 0</inkml:trace>
  <inkml:trace contextRef="#ctx0" brushRef="#br0" timeOffset="190989.57">25021 14802 19 0,'0'0'124'0,"0"0"-31"0,0 0-46 0,0 0-57 0,14 16-36 16,-10-7-50-16,1 4 23 0</inkml:trace>
  <inkml:trace contextRef="#ctx0" brushRef="#br0" timeOffset="191558.16">25290 15094 157 0,'7'-5'192'16,"0"2"5"-16,-7 3-9 0,9-7-7 16,-2 3-9-16,-3-2-11 0,1-4-10 0,2 4-13 0,0-2-14 15,1-2-8-15,-1 1-4 0,-1-1-2 0,0-1-8 16,1 0-10-16,-4 2-8 0,2-3-5 0,-1 5-6 15,-2-4 0-15,-2 4-8 0,2 0-5 16,-2 7-2-16,0-9-7 0,0 9-6 0,-6-7-8 16,6 7 3-16,-10-2-10 0,10 2-3 0,-22 9 7 15,10-3-16-15,-2 5-3 0,-1 0 0 0,0 1-5 16,3 1 2-16,2 3 1 0,1-2-2 0,3 1-5 0,3-2 2 16,3 2 1-16,0 0 2 0,3-2-1 15,3 3 1-15,-1-5-1 0,4-1 2 0,4 1 1 0,3 0-4 16,-5-6 0-16,6 2 6 0,2-1-1 15,2-3 2-15,1 3-4 0,1-3 3 0,-4-2-5 0,2-1-1 16,-4-1 0-16,4-3 0 0,-3 2-3 0,-2-2 5 16,-3-1-2-16,-3-1 0 0,3-5-4 0,-2 2 1 15,0-2-2-15,-2-4 5 0,-2 0-2 16,-3-2-1-16,1-1-2 0,-5-2 2 0,0 1-1 16,-4-6-2-16,2 8 0 0,-4-2-1 0,2 2 7 0,0 6-8 15,-1-1 2-15,1 2-2 0,0 1 1 0,-1 1 2 16,3 3 2-16,2 5-3 0,-6-10-3 15,4 4 6-15,2 6-9 0,0 0-2 0,0 0 4 16,0 0 3-16,0 0-3 0,0 0-1 0,0 0 0 16,0 0 6-16,28 9-5 0,-13-6 5 0,3 3-1 15,0-4-3-15,0 3 2 0,2 1 0 0,-4-2-3 0,-4 2-2 16,-1 1 5-16,2 0-2 0,-2 0 6 0,-2 2 13 16,0 1-4-16,-4 1 2 0,1 0 2 0,-4 1 1 15,1 4 0-15,-1-4 2 0,0 1-5 0,-2 4 2 16,0-2 3-16,0 0 2 0,-2-2-15 15,0 0-12-15,0-1-29 0,1 2-38 0,2 2-46 16,-2-3-54-16,4-4-68 0,-1 1-261 0,-2-10-540 0,4 15 240 16</inkml:trace>
  <inkml:trace contextRef="#ctx0" brushRef="#br0" timeOffset="191716.81">26000 15105 130 0,'0'0'147'0,"0"0"-17"16,0 0-11-16,0 0-40 0,0 0-35 15,0 0-33-15,0 0-55 0,0 0-59 0,0 0-111 16,0 0 48-16</inkml:trace>
  <inkml:trace contextRef="#ctx0" brushRef="#br0" timeOffset="193127.69">14245 15894 27 0,'0'0'136'0,"-14"1"-39"0,14-1 13 0,-13-1-10 16,13 1-5-16,-9 0-10 0,9 0-9 0,0 0-6 15,-9 1-8-15,9-1-3 0,0 0 15 16,0 0 1-16,0 0 4 0,0 0-14 0,11 14 5 0,-3-11-2 16,5 0 0-16,5 0-4 0,-1 0 1 0,10 0-9 15,2-2 6-15,7 0-5 0,0 0 0 0,3 0-9 16,14-2-8-16,4-2 0 0,1-1-4 0,0 0 1 16,8 3-3-16,-4-3 3 0,29-4-5 0,-29 2 9 15,28-7-5-15,-27 6-1 0,29-4 1 0,5 1-4 16,-8-1 9-16,5 2-6 0,0 2 29 0,0-6-7 15,-2 2-5-15,0 1-3 0,7 1 0 0,2-1-3 16,-1 1-2-16,1 0-3 0,7 1-1 0,-5-5-1 16,-2 5 0-16,1-1-4 0,4 2-1 0,0 0-4 15,-5-2 7-15,-3 0-4 0,10 4-2 0,-6-3-2 16,0 3-2-16,3-2 1 0,-7-2 1 16,0 4-2-16,1-3 5 0,2 1-6 0,4 2 2 15,-1-3-3-15,-1 2 0 0,-1-1-2 0,-5 1 0 0,11-3-2 16,-5 4 8-16,5-1-9 0,-1-3 0 0,-1 0 1 15,-3 5-9-15,0-1 5 0,-3 1 4 16,0-4-2-16,3 1 1 0,-6 2-1 0,-1-1-12 0,1 2 19 16,0 1-5-16,-6 0 3 0,7-1-4 15,-7 1-10-15,-3 0 19 0,-22 0-5 0,33 3-2 16,-3-7 1-16,1 1-8 0,1 3 3 0,6-2 1 0,-6 4-4 16,-5-2 5-16,10 1-17 0,-1-3 17 15,-1 2-3-15,-1 0 2 0,-1 0-10 0,2 0-9 16,-1-1 16-16,-7 2-2 0,0 3 4 0,-1-3-12 15,-28 2 14-15,32-2-2 0,-2 4-6 0,-2-1 1 16,0-1 2-16,-26 0-6 0,35 1 11 0,-6 0-7 16,0-1 2-16,-6-3-1 0,4 1 1 0,-1-2-5 0,0-1 4 15,4 4 7-15,0-1-6 0,-2-1-1 16,-4-1-11-16,5 2 10 0,-5 2 14 0,-1-4-11 16,1 1-16-16,-22 0 17 0,31 3 6 0,-4-7-3 15,-3 4 7-15,-26 2-17 0,25-11 3 0,-24 11-4 16,-5 0 9-16,32-2-7 0,-33-2-1 0,2 1-4 15,-1 0 2-15,6-1-2 0,-3 3-1 0,-2-6 1 16,0 2 5-16,0 3 4 0,-7 0-6 0,-2-3 5 0,2 1-5 16,2 3 6-16,-24-2 5 0,6-1 0 15,-1 1-5-15,-3 1 3 0,0 0 4 0,-1 1-4 16,-3 1-4-16,-5-2 3 0,-5 0-4 0,1 3-3 16,-10-1 3-16,0 0-2 0,-1-1 4 0,-1 2 2 15,3-1-4-15,-14 1-1 0,18-2-1 0,-7 2 1 16,2 0 2-16,-13 0-9 0,19 0 0 0,-10-2-18 15,3 4 22-15,-12-2 1 0,25 0-5 0,-16-2-11 16,5 4 18-16,-14-2-2 0,23 2-3 0,-14-2-1 16,-9 0-6-16,22 0-5 0,-13 0-1 0,-9 0-15 15,15 1-3-15,-15-1-20 0,14 0-22 0,-14 0-16 0,13 2-27 16,-13-2-27-16,12 1-21 0,-12-1-43 16,0 0-32-16,0 0-39 0,22-1-35 0,-15-2-236 0,-7 3-586 15,0 0 259-15</inkml:trace>
  <inkml:trace contextRef="#ctx0" brushRef="#br0" timeOffset="194546.36">1629 4095 7 0,'0'0'148'16,"-4"-12"-2"-16,4 7-11 0,-3-3 0 0,3 8 4 16,-2-13-5-16,1 7-10 0,1 6 6 0,-6-11-3 15,3 6-8-15,3 5-9 0,-3-7-10 0,3 7-9 16,-5-7-8-16,5 7-16 0,0 0-4 0,0 0-10 15,0 0-2-15,0 0-7 0,0 0-2 0,4 30-1 16,-4-11-6-16,3 9-4 0,-2 2 2 16,0 1-2-16,3-1-1 0,0 4-3 0,-3-1 3 15,0 0-5-15,0-1-2 0,1-1 3 0,-2 0-8 0,-2 0 2 16,4-3-3-16,-1 0 3 0,-1-9-3 0,2 7 0 16,0-9-3-16,-2 4 1 0,0-5 1 0,-2 2-4 15,4-3 0-15,-2 1-14 0,3 0-32 0,-3 0-19 16,-3-5-20-16,1 2-23 0,0-5-36 0,2-8-34 15,-3 19-24-15,0-10-112 0,-6-1-328 16,1-3 146-16</inkml:trace>
  <inkml:trace contextRef="#ctx0" brushRef="#br0" timeOffset="194850.03">1609 4057 83 0,'15'-8'120'0,"-2"-2"-11"15,-1 6-3-15,1-1-11 0,0 3 0 0,2 2-5 16,2 2-8-16,-3 0-10 0,3 3-8 0,-1 0-5 16,-2 6-3-16,2 2-6 0,-5 2-3 15,1-1-13-15,-3 2 3 0,-3 1-9 0,-2 1 5 0,0 0-4 16,-6-1-1-16,1 0-6 0,-4-1 5 0,-1 2-2 15,-3-3 4-15,-3 1-5 0,-1 0-1 0,-2-3 2 16,0 0 3-16,-3-3-13 0,1-1 2 0,1 1-2 16,0-2 1-16,0 0-3 0,4-3-6 0,-2 0-17 15,5 1-29-15,-1-1-33 0,10-5-41 0,-13 5-116 16,13-5-246-16,-9 2 109 0</inkml:trace>
  <inkml:trace contextRef="#ctx0" brushRef="#br0" timeOffset="195049.68">1988 4202 22 0,'6'1'161'0,"4"-2"-19"15,5 0-7-15,1 1-11 0,5-1-12 0,8-3-12 16,-1 1-13-16,2-1-9 0,-5 0-20 0,-4 2-29 15,0-2-19-15,-1 4-44 0,-1 0-30 0,0-1-96 16,-9 1-174-16,-10 0 77 0</inkml:trace>
  <inkml:trace contextRef="#ctx0" brushRef="#br0" timeOffset="195412.26">2139 4174 2 0,'0'0'127'0,"-1"15"7"0,1-2 1 0,-2 2-13 0,4 4 6 16,-2 0-6-16,0 8-2 0,-2-3-5 0,2 4-9 16,0-3-2-16,-1 1-1 0,2-1-14 15,1 1-3-15,-2-6-8 0,1-2-6 0,3 1-10 16,-4-1-7-16,1-4-2 0,0 2-6 0,0-1-4 0,-1-5 2 16,0-1-10-16,0-9-3 0,2 17-11 0,-2-17 9 15,0 14-4-15,0-14 0 0,-2 12-4 0,1-9 0 16,1-3-4-16,0 0-2 0,-10 13-6 15,10-13-9-15,-11 4 0 0,5-3-1 0,-1 0-6 16,7-1 5-16,-14-1 4 0,14 1-3 0,-13 0-4 16,13 0 0-16,0 0 4 0,-17-5 5 0,17 5-9 15,0 0 3-15,-9 0-4 0,9 0-1 0,0 0 0 16,0 0 2-16,0 0-4 0,-6 3 2 0,6-3 3 16,0 0 1-16,0 0 0 0,15 9 5 0,-15-9-5 15,19 6 3-15,-7-5 2 0,6 1-5 0,-2-1-7 16,7-1-22-16,-1-3-25 0,6 1-49 0,2-3-44 15,-3 0-153-15,-3 3-326 0,4-4 145 0</inkml:trace>
  <inkml:trace contextRef="#ctx0" brushRef="#br0" timeOffset="195789.99">2458 4311 95 0,'0'-9'196'0,"0"9"-20"15,3-7-16-15,-3 7-19 0,0 0-14 0,0 0-9 16,0 0-10-16,0 0 14 0,12 14-3 0,-9-2-9 16,6 4-2-16,-2 3 2 0,3 6-10 0,3 0-7 15,-4 0-5-15,1 1-6 0,2-1 0 0,-1-1-2 16,-1 0-8-16,0-5-3 0,-2-2-8 16,0-1-3-16,-1 1-4 0,3-1-4 0,-4-6-4 15,0 2-3-15,0-4 0 0,1 0-3 0,-4-2-6 16,-3-6 1-16,7 12-2 0,-7-12 1 0,6 6 7 0,-6-6 11 15,6 5 17-15,-6-5 4 0,0 0-4 16,0 0-5-16,0 0-10 0,19-22 0 0,-14 12-9 16,3-6-4-16,0-2-3 0,0-6-4 0,2-2-4 0,2-2 0 15,1-1 5-15,-2-1-11 0,3-2-8 16,0 0-1-16,0 2-1 0,-2-3-5 0,-1 2-3 16,1 1-3-16,-5 5-1 0,0 5-4 0,-1 5 1 15,0 4-6-15,-3 0-16 0,1 2-28 0,-3 4-40 16,-1 5-49-16,0 0-35 0,7-8-22 0,-7 8-33 15,0 0-23-15,0 0-170 0,5 26-457 0,-6-14 202 16</inkml:trace>
  <inkml:trace contextRef="#ctx0" brushRef="#br0" timeOffset="195992.57">3209 4431 167 0,'7'2'238'0,"-7"-2"-10"16,7 0-6-16,-7 0-15 0,0 0-16 0,0 0-22 16,16 0-12-16,-9-2-16 0,5 0-12 0,6 1-16 15,3 1-7-15,0-3-19 0,1 1-35 0,0 0-41 16,6 2-44-16,-6 0-48 0,-2 0-45 0,1 2-52 16,-6-1-122-16,-6 2-325 0,-1-1 143 0</inkml:trace>
  <inkml:trace contextRef="#ctx0" brushRef="#br0" timeOffset="196161.49">3257 4595 147 0,'0'0'199'0,"-13"4"-8"0,7-1 2 0,6-3-8 16,-6 8-5-16,6-8-10 0,0 0-14 16,0 0-14-16,0 0-14 0,0 0-7 0,0 0-12 0,15 11-10 15,4-12-9-15,9-4-10 0,3-1-26 16,3 1-40-16,1 2-44 0,1-3-59 0,3-2-57 15,-3 3-187-15,-3-3-359 0,-3 0 159 0</inkml:trace>
  <inkml:trace contextRef="#ctx0" brushRef="#br0" timeOffset="-204809.58">4733 4513 71 0,'-5'-4'100'0,"5"4"6"0,-7-4 2 0,7 4-9 0,-6-5-9 15,6 5-1-15,-5-5-14 0,5 5 7 0,-4-10 4 16,4 10-5-16,-2-7-10 0,2 7-6 0,0-9-9 15,0 9-3-15,4-13-4 0,2 7-4 0,1-6-9 16,3 5 8-16,-1-3-18 0,3-4 6 16,5 2-9-16,-2 2 1 0,1 0 0 0,-1 1-5 0,0 2 1 15,2 1-4-15,-4 4-4 0,0-2-1 0,-1 3 8 16,1 4-9-16,0-1-3 0,3 4 1 0,-4 0-6 16,3 5 3-16,-3 0-5 0,-1 4 5 0,-3 2 4 15,-3 0-5-15,-4 2 2 0,2 6 0 0,-3 0 1 16,-4 0 1-16,-1-4-3 0,-3 3-2 15,-2-5 3-15,-1 3-1 0,-1-4 1 0,-6 1 3 0,2 0 2 16,2-4-12-16,-2-2 11 0,2 1-1 0,-2-2-5 16,3-2 8-16,-3-1-2 0,1-1-9 0,3 0 4 15,0-3-2-15,3 0-1 0,0 0-3 0,1-2 3 16,4 1 0-16,4-4 0 0,-9 4 1 16,9-4-7-16,-5 4 7 0,5-4-6 0,0 0-2 0,0 0 3 15,0 0-2-15,13 11 7 0,0-10-2 0,-2-1-1 16,11 0 12-16,10-2-15 0,1-1 6 0,7-1-31 15,-3 0-5-15,14-3-21 0,0-1-23 0,-12 0-21 16,-1 2-20-16,13-3-11 0,-15 1-85 16,0 0-232-16,-3-2 104 0</inkml:trace>
  <inkml:trace contextRef="#ctx0" brushRef="#br0" timeOffset="-204449.35">5445 4360 45 0,'0'0'100'0,"0"0"-11"0,0 0-8 15,0 0 6-15,0 0-5 0,8 22 2 0,-4-9 20 16,2 6-15-16,3 4-9 0,-3 1 7 16,1 3-13-16,2 2-1 0,-1-2-2 0,0-2-11 15,3 1 2-15,-1-3-4 0,-4-7-8 0,-1 2 1 16,2-2-11-16,0-1 1 0,0-3-6 0,-4-3-2 15,1-1 0-15,0-1-6 0,-1-1 2 0,-1 0-2 0,-2-6 11 16,4 7 12-16,-4-7 10 0,4 3-5 0,-4-3-8 16,0 0-2-16,10-13-2 0,-3 2-9 0,-1-8-1 15,3 4-8-15,2-11-1 0,1 1-2 16,2-2-2-16,1 0 0 0,2-2-4 0,-2-1-3 16,2 0-1-16,-2 1 1 0,0 0 2 0,-2 2-6 0,1 1-3 15,0 3-1-15,-3 6-10 0,-3 0-2 0,-1 7-17 16,-2 1-35-16,-2 4-20 0,-1 1-28 0,-2 4-17 15,0 0-24-15,0 0-19 0,0 0-97 16,-7 32-284-16,0-16 127 0</inkml:trace>
  <inkml:trace contextRef="#ctx0" brushRef="#br0" timeOffset="-203948.55">5908 4868 20 0,'1'7'140'0,"0"0"-7"0,2-1 1 16,-3-6-5-16,2 11-3 0,-2-11 0 0,3 7-1 15,-3-7 0-15,3 7 9 0,-3-7 3 0,0 0 3 0,0 0 8 16,1 7-6-16,-1-7-14 0,0 0-9 16,0 0-11-16,0 0-9 0,0 0-11 0,0 0-7 15,-10-21-8-15,7 10-8 0,0 1-5 0,3-2-7 16,2-7-6-16,0-1-7 0,3 2-4 0,3-7-4 15,2 1-4-15,-2 6-6 0,5-5 3 0,-2 6-4 0,-1 3-5 16,6 0-1-16,-3 0-2 0,-1 5-7 16,1 3 2-16,-1 1 0 0,3 4-2 0,-2 3-4 15,3 6 2-15,0 0-2 0,0 5 4 0,-3 2-5 16,0-2 5-16,0 3-3 0,-4 3-1 0,0-2 0 16,-1-2 4-16,-2-3-3 0,-1 4 0 0,-1-4 3 0,-2-3-1 15,-1-2-2-15,2-1 2 0,-2 1 0 16,-1-7 4-16,3 8 4 0,-3-8 2 0,0 0-4 15,0 0 2-15,0 0 2 0,0 0 0 0,0 0-7 16,0 0-2-16,0 0-1 0,-14-25-2 0,14 14 0 16,1-3-3-16,2-3-2 0,2-2-4 0,5-8-5 0,1 3-3 15,1 1 3-15,2-2-1 0,3 6-2 16,-5 4 4-16,0 5-3 0,1 3 2 0,-3 0 0 16,3 4-1-16,-2 2 1 0,1 4 0 0,3 7 3 15,-4 3-1-15,1 3 3 0,1 7 0 0,-3 2 2 16,0 4 2-16,-2 3-4 0,-4 0-29 0,0 1-30 15,-2 2-43-15,2-1-62 0,0 1-73 0,-2 0-145 16,1-4-420-16,-1-5 186 0</inkml:trace>
  <inkml:trace contextRef="#ctx0" brushRef="#br0" timeOffset="-172070.03">20820 7615 48 0,'0'0'75'0,"0"0"-7"16,0 0-5-16,0 0-7 0,0 0-9 0,0 0 2 15,0 0-5-15,0 0-10 0,0 0-2 0,0 0-7 16,0 0-9-16,0 0-8 0,0 0-14 0,0 0-6 15,0 0-12-15,0 0-11 0,-6 3-13 0,6-3-26 16,-3 7-79-16,3-7 35 0</inkml:trace>
  <inkml:trace contextRef="#ctx0" brushRef="#br0" timeOffset="-171612.92">20941 9055 28 0,'0'0'112'0,"0"0"-12"0,0 0-7 0,0 0-3 0,0 0-6 15,0 0-14-15,0 0-3 0,0 0-6 0,0 0-9 16,0 0-15-16,0 0-18 0,0 0-19 0,0 0-26 16,0 0-13-16,0 0-26 0,0 0-50 0,0 0-122 15,0 0 54-15</inkml:trace>
  <inkml:trace contextRef="#ctx0" brushRef="#br0" timeOffset="-168674.99">24382 8297 41 0,'0'0'80'0,"0"0"7"0,0 0-10 0,0 0-9 0,0 0-5 15,0 0-12-15,0 0-1 0,0 0-4 16,0 0-15-16,0 0 6 0,0 0-4 0,0 0 1 0,0 0-8 16,0 0 7-16,0 0-13 0,0 0 5 0,0 0-14 15,0 0 13-15,0 0-9 0,0 0 0 0,0 0-1 16,0 0-3-16,0 0-7 0,0 0 6 15,0 0-4-15,0 0 2 0,0 0 3 0,0 0-2 0,0 0 1 16,0 0-9-16,0 0 6 0,0 0-5 0,0 0 2 16,0 0 1-16,0 0-9 0,0 0 16 0,0 0-14 15,0 0 5-15,0 0-12 0,0 0 11 0,0 0 5 16,0 0-8-16,0 0 8 0,0 0-14 0,0 0 12 16,0 0-1-16,0 0-8 0,0 0 4 0,0 0-2 15,0 0 6-15,0 0-5 0,0 0-14 0,0 0 17 16,0 0 1-16,0 0-12 0,0 0 7 0,0 0-2 15,0 0 9-15,0 0-4 0,0 0 1 0,0 0-1 16,0 0 0-16,0 0 3 0,0 0-8 0,0 0 4 16,0 0 8-16,0 0-6 0,0 0 0 0,0 0-12 15,0 0 18-15,0 0-9 0,0 0-6 0,0 0 5 16,0 0 0-16,0 0 4 0,0 0-4 0,0 0 5 16,0 0 6-16,0 0-9 0,0 0-7 0,0 0 8 15,9 4-2-15,-9-4 9 0,0 0-7 0,0 0-9 16,0 0 10-16,0 0-1 0,0 0 1 0,0 0-2 15,0 0 0-15,0 0-1 0,0 0 9 0,0 0-12 16,0 0 3-16,0 0-3 0,0 0 5 0,0 0-3 16,0 0 9-16,0 0-6 0,0 0 2 0,0 0-5 15,0 0-1-15,0 0 0 0,0 0 1 0,0 0 3 16,0 0 2-16,0 0 2 0,0 0-1 0,0 0-5 16,0 0 3-16,0 0 2 0,0 0-9 0,0 0 3 15,0 0 3-15,0 0-3 0,0 0 4 0,0 0-4 16,0 0 3-16,0 0-10 0,0 0 12 0,0 0-4 15,0 0 7-15,0 0-8 0,0 0 1 0,0 0 1 0,0 0-6 16,0 0 7-16,0 0 2 0,0 0 4 16,0 0-12-16,0 0 2 0,0 0 2 0,0 0 2 15,0 0-1-15,0 0 4 0,0 0-7 0,8 2 0 16,-8-2 0-16,0 0 8 0,0 0-5 0,0 0 0 0,0 0 2 16,0 0 1-16,0 0 0 0,0 0-13 0,0 0 10 15,0 0 0-15,0 0-3 0,0 0 0 16,0 0 4-16,0 0 2 0,0 0-8 0,0 0 1 15,0 0 1-15,0 0 4 0,0 0 1 0,0 0 1 0,0 0-1 16,0 0 1-16,0 0-9 0,0 0 8 0,0 0-9 16,0 0 6-16,0 0 4 0,0 0 6 0,0 0-9 15,0 0-5-15,0 0 4 0,0 0 1 0,0 0-5 16,6 1 5-16,-6-1-1 0,0 0 0 0,0 0 2 16,0 0-2-16,0 0 1 0,0 0 2 0,0 0-8 15,0 0 7-15,0 0-9 0,0 0 7 0,0 0-2 16,0 0-3-16,0 0 9 0,0 0-2 15,0 0-6-15,0 0 3 0,0 0 1 0,0 0 4 0,0 0-4 16,0 0-3-16,0 0 4 0,0 0-3 0,0 0-2 16,0 0 4-16,0 0 2 0,0 0-6 0,0 0 5 15,0 0-6-15,0 0 3 0,0 0-3 16,0 0-1-16,0 0 4 0,0 0-2 0,0 0 6 0,0 0 2 16,0 0-4-16,0 0-6 0,0 0 5 0,0 0-1 15,0 0-6-15,0 0 8 0,0 0-4 0,0 0 3 16,0 0 2-16,0 0 2 0,0 0-5 0,0 0 3 15,0 0 2-15,0 0-6 0,0 0-3 0,0 0 8 16,0 0 4-16,0 0 2 0,0 0-6 0,0 0-4 16,0 0 0-16,0 0 4 0,0 0-4 0,0 0 1 15,0 0-1-15,0 0 2 0,0 0-4 0,0 0-3 16,7 3-3-16,-7-3 7 0,0 0-1 0,0 0-3 16,0 0-1-16,0 0-5 0,0 0 0 0,0 0-3 15,0 0 10-15,0 0 0 0,0 0-5 0,0 0 8 16,0 0 0-16,0 0-2 0,0 0 2 0,0 0-3 15,0 0 7-15,0 0-8 0,0 0 1 0,0 0 4 0,0 0 0 16,0 0-2-16,0 0-4 0,0 0 6 16,0 0-9-16,0 0 6 0,0 0 2 0,0 0 2 15,0 0-4-15,0 0-1 0,0 0 5 0,0 0 3 16,0 0-2-16,0 0 2 0,0 0-5 0,0 0-3 0,-2 12 11 16,2-12 2-16,0 0-8 0,0 0-5 0,0 0 3 15,0 0 3-15,0 0 2 0,0 0-1 0,0 0-3 16,0 0 6-16,0 0-2 0,0 0-5 15,0 0 7-15,0 0-1 0,0 0-4 0,0 0 5 0,0 0-4 16,0 0 7-16,0 0-6 0,0 0 1 0,0 0 5 16,0 0-8-16,0 0 0 0,0 0 5 0,0 0-5 15,0 0-3-15,0 0 9 0,0 0-7 16,0 0 3-16,0 0 0 0,0 0 5 0,0 0-10 0,0 0 9 16,0 0-4-16,0 0 1 0,0 0-1 0,0 0 3 15,0 0-4-15,0 0 5 0,0 0-8 0,0 0 5 16,0 0 0-16,0 0 4 0,0 0-5 0,0 0 3 15,0 0-6-15,0 0 6 0,0 0-1 0,0 0-4 16,0 0 9-16,0 0-5 0,0 0-7 0,0 0 12 16,0 0-10-16,0 0-1 0,0 0 5 0,0 0-3 15,0 0 3-15,0 0-3 0,0 0-2 0,0 0 6 16,0 0-3-16,0 0 2 0,0 0-6 0,0 0 9 16,0 0-6-16,0 0 6 0,0 0-8 0,0 0 1 15,0 0 8-15,0 0-5 0,0 0-1 0,0 0 2 16,0 0 0-16,0 0-5 0,0 0-1 0,0 0 4 15,0 0 2-15,0 0 0 0,0 0 2 0,0 0-1 16,0 0-1-16,0 0-5 0,0 0 0 0,0 0-5 16,0 0 9-16,0 0 2 0,0 0-4 0,0 0-3 15,0 0 7-15,0 0-1 0,0 0-2 0,0 0 1 16,0 0-7-16,0 0 14 0,0 0-10 0,0 0 2 16,0 0 4-16,0 0-4 0,0 0 1 0,0 0-1 0,0 0 0 15,0 0 1-15,0 0-3 0,0 0 4 16,0 0-6-16,0 0 6 0,0 0-7 0,0 0 5 15,0 0 1-15,0 0 3 0,0 0-6 0,0 0 2 16,0 0 2-16,0 0-2 0,0 0-2 0,0 0-5 16,0 0 6-16,0 0 3 0,0 0-1 0,0 0-4 15,0 0 3-15,0 0-3 0,0 0 1 0,0 0 8 16,0 0-7-16,0 0 0 0,0 0 4 0,0 0-2 0,0 0 3 16,0 0-2-16,0 0-6 0,0 8 4 0,0-8-3 15,0 0 3-15,0 0-1 0,0 0 2 16,0 0 0-16,0 0-1 0,0 0-4 0,0 0 5 15,0 0-4-15,0 0-1 0,0 0-2 0,0 0-2 0,0 0-5 16,0 0-2-16,0 0-11 0,0 0-12 0,0 0-36 16,0 0-80-16,0 0 35 0</inkml:trace>
  <inkml:trace contextRef="#ctx0" brushRef="#br0" timeOffset="-163655.08">24343 7596 4 0,'0'0'24'0,"0"0"-14"0,0 0-17 0,0 0-7 0,0 0 4 16</inkml:trace>
  <inkml:trace contextRef="#ctx0" brushRef="#br0" timeOffset="-157551.78">24725 8345 8 0,'0'0'9'0,"0"0"2"0,0 0-7 0,0 0-4 16,0 0-6-16,0 0-6 0,0 0 3 15</inkml:trace>
  <inkml:trace contextRef="#ctx0" brushRef="#br0" timeOffset="-101344.65">22174 7143 16 0,'2'28'19'0,"1"1"-4"16,0 0-13-16,-3 2-11 0,0-2-10 0,0 3 5 15</inkml:trace>
  <inkml:trace contextRef="#ctx0" brushRef="#br0" timeOffset="-62116.66">5137 5098 37 0,'-11'-5'87'0,"6"4"-6"16,5 1-9-16,-11-4 8 0,5 2-10 0,6 2-10 16,-13-2-5-16,5 1 2 0,8 1-8 0,-16-2-8 0,6 0-4 15,-1 2-3-15,1 0 2 0,-1 3 1 16,3-3-17-16,-5 1 3 0,2-2-5 0,-2 2-4 16,-2-1 6-16,2 1-2 0,-6-1-2 0,1 1-13 15,0 0 18-15,0-1-7 0,1 2 4 0,2-1 1 16,-2-1 2-16,1 0 2 0,-1 0-3 0,2 0 7 0,3 2-6 15,2-4-5-15,-1 2 19 0,3 2-11 0,8-2 5 16,-12 0-7-16,12 0 1 0,-7 4-6 0,7-4 1 16,0 0-6-16,0 0 2 0,30 3-5 15,-1-5 5-15,8 1-5 0,24-3 9 0,36-2-3 16,0-4 2-16,7 2-1 0,-1-3 1 0,6 2-4 0,-3-4 7 16,4 7 1-16,0-8-6 0,-3 2 5 0,2 2 2 15,-4-3 5-15,-6 3 3 0,-2 2-3 0,-5-2 2 16,-30 0 4-16,3 3-1 0,3 3 3 15,-5-5 0-15,-1 3 3 0,-2-1 2 0,-6 1-1 16,-5 1 1-16,-13-1 5 0,-4 3 0 0,-2 0-2 0,-10 3-1 16,-7-2 0-16,-2 1 6 0,0 1 1 0,-4-2 0 15,1 1 3-15,-8 1-2 0,10 0-4 0,-10 0-9 16,0 0 1-16,10 0-7 0,-10 0-17 0,0 0-33 16,0 0-41-16,0 0-49 0,0 0-49 0,-18 16-222 15,4-5-411-15,-1-1 183 0</inkml:trace>
  <inkml:trace contextRef="#ctx0" brushRef="#br0" timeOffset="-32897.82">20754 7683 39 0,'0'0'56'0,"0"0"-9"0,0 0 2 0,0 0-7 16,0 0-2-16,0 0-7 0,0 0 1 0,0 0-1 16,0 0-4-16,0 0 1 0,0 0 2 0,0 0-1 15,0 0 0-15,0 0-4 0,0 0 2 0,0 0-7 16,0 0-1-16,0 0 3 0,0 0 0 0,0 0 4 15,0 0-6-15,0 0-5 0,0 0 2 0,0 0-5 16,0 0-5-16,0 0 0 0,0 0 2 0,0 0-2 16,0 0-5-16,0 0-7 0,0 0-7 0,0 0-13 15,0 0-13-15,0 0-8 0,0 0-5 0,0 0-60 16,0 0-117-16,0 0 52 0</inkml:trace>
  <inkml:trace contextRef="#ctx0" brushRef="#br0" timeOffset="-2740.38">20082 11246 2 0,'0'0'6'0,"0"0"-5"16,0 0 2-16,0 0-2 0,0 0 2 0,0 0-1 16,0 0-1-16,0 0 2 0,0 0 0 0,0 0 0 15,0 0 2-15,0 0-5 0,0 0 6 0,0 0-7 16,0 0 5-16,0 0-4 0,0 0 2 0,0 0-5 15,0 0 6-15,0 0-2 0,0 0 0 0,0 0-1 16,0 0 1-16,0 0-2 0,0 0 0 0,0 0-3 16,0 0 5-16,0 0 3 0,0 0-3 0,0 0 2 15,0 0-5-15,0 0 2 0,0 0 4 0,0 0-3 16,0 0-11-16,0 0 14 0,0 0-6 0,0 0 0 16,0 0 5-16,0 0-2 0,0 0-3 0,0 0 0 15,0 0 2-15,0 0 1 0,0 0-2 0,0 0 3 16,0 0-2-16,0 0 2 0,0 0-1 0,0 0 2 15,0 0-3-15,0 0-4 0,0 0 5 0,0 0-9 16,0 0 15-16,0 0-8 0,0 0-3 0,0 0 8 16,0 0-3-16,0 0-2 0,0 0 0 0,0 0-2 0,0 0 0 15,0 0 0-15,0 0 3 0,0 0-2 16,0 0 1-16,0 0 1 0,0 0-3 0,0 0 1 16,0 0-1-16,0 0-2 0,0 0 7 0,0 0-4 15,0 0-2-15,0 0-3 0,0 0 1 0</inkml:trace>
  <inkml:trace contextRef="#ctx0" brushRef="#br0" timeOffset="12472.41">20753 11011 42 0,'0'0'70'16,"-4"6"-2"-16,4-6-6 0,0 0 6 0,0 0-10 0,0 0-1 16,0 0-2-16,0 0-7 0,0 0-10 0,0 0-3 15,0 0-3-15,-3 5 3 0,3-5-6 0,0 0 6 16,0 0-13-16,0 0 1 0,0 0-2 0,0 0 0 16,0 0-3-16,-5 6 20 0,5-6-13 0,0 0-8 15,0 0-5-15,0 0 16 0,0 0-11 0,0 0 5 16,0 0-3-16,0 0 2 0,0 0-4 0,0 0 2 15,0 0-5-15,0 0 0 0,0 0-1 0,0 0 0 16,0 0-2-16,0 0 8 0,0 0-15 0,0 0-8 16,0 0-4-16,0 0-9 0,0 0-10 0,0 0-12 15,0 0-25-15,0 0-19 0,0 0-70 0,0 0-166 16,0 0 73-16</inkml:trace>
  <inkml:trace contextRef="#ctx0" brushRef="#br0" timeOffset="13302.51">24469 8314 5 0,'0'0'68'0,"0"0"-13"0,0 0-11 15,0 0-19-15,0 0-27 0,0 0-31 16,0 0-35-16,0 0 15 0</inkml:trace>
  <inkml:trace contextRef="#ctx0" brushRef="#br0" timeOffset="16350.89">20962 10954 61 0,'0'0'66'0,"0"0"0"0,0 0-9 16,0 0-3-16,0 0-9 0,0 0 1 0,0 0-11 16,0 0 3-16,9-8-19 0,-9 8-11 0,7-3-19 15,-7 3 0-15,0 0-14 0,0 0-50 0,0 0-81 16,0 0 36-16</inkml:trace>
  <inkml:trace contextRef="#ctx0" brushRef="#br0" timeOffset="19375.8">2191 6704 39 0,'-5'-7'121'0,"0"-4"4"0,0 2-19 16,-1-1 1-16,1 3 11 0,1 1 2 0,1-1-10 15,3 7-9-15,-5-8-10 0,5 8-19 0,-3-5-3 16,3 5-12-16,0 0-4 0,0 0-2 0,0 0-6 15,0 0-3-15,-6 20-10 0,5-4 1 16,-3 3-7-16,3 8 1 0,-2 4-3 0,0 1-6 0,1 3 2 16,-1-1 2-16,1 3-4 0,1-2-4 0,-1-2-8 15,-1-3-6-15,3 1-10 0,2-4-10 0,-2 1-15 16,0-9-19-16,1 2-14 0,-1-2-20 0,2-2-9 16,-2-2-20-16,0 3-80 0,-2-9-212 0,1 3 94 15</inkml:trace>
  <inkml:trace contextRef="#ctx0" brushRef="#br0" timeOffset="19632.8">2270 6468 61 0,'12'2'76'0,"2"2"-5"0,-4 1-2 16,-2 5-9-16,2 3-3 0,-4 3-1 0,-2 1-16 16,-2 1-2-16,-4 2 2 0,0-2-3 0,-6 1-6 15,-3 5-4-15,-1-2 5 0,-2 2-9 0,-1-5-1 16,-4 2-1-16,2-2-6 0,-2-2-1 0,5-3 5 0,-2-1-9 16,2-1-21-16,3-3-14 0,-2 2-21 15,3-3-78-15,1-2-132 0,4-3 59 0</inkml:trace>
  <inkml:trace contextRef="#ctx0" brushRef="#br0" timeOffset="20074.92">2585 6584 50 0,'10'-3'60'0,"2"-1"-4"0,-2 1-1 16,-1-2-8-16,-3 3-6 0,2-1 1 0,-8 3 2 16,10-4 3-16,-10 4 6 0,8-5 2 0,-8 5-2 15,0 0 1-15,7-2 4 0,-7 2-12 0,0 0 3 16,0 0-11-16,0 0 4 0,0 0-15 0,0 0 21 16,0 0-25-16,12 10-6 0,-12-4 14 0,1 4-8 15,0 7 4-15,-1-2 0 0,0 6-3 0,-1 6 9 16,0 1-10-16,0 1 6 0,-1 5-3 0,1-5-5 15,0 6 5-15,-2-4-10 0,2 0 3 0,-2 0 3 16,1-4-2-16,1-2-4 0,-1-7-5 0,1-2-1 16,1-3-3-16,-2-1 9 0,0-2-2 0,-2-1-5 15,3-2-2-15,-3-2-1 0,2 1 4 0,2-6-2 16,-12 2-10-16,6 0 7 0,6-2-7 0,-12-2-2 16,12 2 2-16,-10-8 2 0,4 3 3 0,3-1-6 15,-1-1 3-15,2-3-5 0,0 3 7 0,2-2-4 16,0 9-1-16,8-17 13 0,-3 8-18 0,5 0 4 15,-1 0-3-15,7 1-6 0,0-2-15 0,9-2-18 16,-1 0-9-16,-4 7-15 0,7-6-9 0,1 4-11 16,-2 0-11-16,1 0-63 0,-8 1-178 0,0-2 80 15</inkml:trace>
  <inkml:trace contextRef="#ctx0" brushRef="#br0" timeOffset="20379.86">2940 6664 9 0,'0'0'100'16,"-1"-10"-6"-16,1 10-10 0,0-7-14 0,0 7-1 16,0 0 0-16,0 0-10 0,0 0 7 0,0 0 19 15,19 22-8-15,-10-9 2 0,0 4-11 0,-1 6-1 16,-2 2-7-16,3-1 2 0,-3-4-6 0,1 4-2 16,-1-4-4-16,-2-4-5 0,0 1-9 0,0 0 0 15,-2-6 1-15,2-1 0 0,-2-1-9 0,1 0 8 16,0-4 9-16,-1 0 17 0,-2-5 7 15,0 0-2-15,7 1-7 0,-7-1-4 0,0 0-8 0,12-20-9 16,-4 4-5-16,0 2 0 0,-3 1-4 0,3-3 0 16,2 0-5-16,-4-1-4 0,-2-1 1 0,4 2-10 15,1 0-20-15,-3 0-15 0,0 1-8 0,2 1-16 16,0 4-20-16,-2 1-34 0,2 0-33 0,0 4-11 16,3 1-11-16,-1 2-91 0,-10 2-265 0,19-3 118 15</inkml:trace>
  <inkml:trace contextRef="#ctx0" brushRef="#br0" timeOffset="20550.07">3638 6725 108 0,'8'-3'128'0,"2"0"-10"0,-2 2-14 15,1-1-16-15,-9 2-15 0,16-1-30 0,-10 2-30 16,-6-1-12-16,15 4-16 0,-8-2-13 0,0 1-6 15,-1 1-5-15,-2 2-12 0,0 1-35 0,-3 1-91 16,0-2 41-16</inkml:trace>
  <inkml:trace contextRef="#ctx0" brushRef="#br0" timeOffset="20656.47">3726 6811 111 0,'-4'11'4'0,"0"-6"19"15,4-5 8-15,-6 15 2 0,1-11 1 0,5-4 0 16,-5 10 0-16,5-10 6 0,-4 8-6 0,4-8-1 16,0 0 14-16,-3 12-5 0,3-12 1 0,0 0-2 15,7 10 0-15,-7-10-4 0,14 5-9 0,0 0-31 16,5-5-27-16,3 1-80 0,6 1-119 0,4-5 53 15</inkml:trace>
  <inkml:trace contextRef="#ctx0" brushRef="#br0" timeOffset="21348.86">5046 6559 66 0,'0'0'147'0,"0"0"-9"0,0 0 0 16,0 0-9-16,0 0-4 0,0 0-6 0,0 0-1 16,0 0-17-16,0 0-8 0,0 0-5 0,0 0-8 15,0 0-6-15,0 0-5 0,-1-11-8 0,1 11-5 16,0 0-1-16,0 0-7 0,0 0-1 0,0 0-4 16,0 0-3-16,0 0-3 0,0 0-1 0,3-6 1 15,-3 6-3-15,0 0 3 0,0 0-4 0,0 0-4 16,1-11-4-16,-1 11 0 0,2-8-5 0,-2 8-2 15,0-8 0-15,0 8-5 0,0 0 5 0,2-9-2 16,-2 9 3-16,0 0-3 0,0 0 0 0,1-10-4 16,-1 10-3-16,0 0-4 0,0 0-5 0,0 0 1 15,0 0-2-15,0 0 1 0,0 0 1 0,0 0-1 16,4 32 0-16,-2-13-2 0,-3 8 6 0,2 2-2 16,-2 2 4-16,0 2 1 0,-3-1-2 0,3 2-1 15,-1-2 0-15,1 0 0 0,-3 2 1 0,3-4 3 16,1 1-1-16,0-4 0 0,-1-2-1 0,1-5-3 15,0-1 2-15,0-1 1 0,1-3-3 0,-1 4 4 16,1-8-4-16,-2 0-5 0,0 2-12 0,1-4-17 16,0 1-23-16,0-2-24 0,0-8-23 0,-2 12-13 15,1-7-17-15,1-5-7 0,-4 8-26 0,4-8-99 16,-11 3-285-16,11-3 127 0</inkml:trace>
  <inkml:trace contextRef="#ctx0" brushRef="#br0" timeOffset="21653.17">5045 6509 94 0,'5'-5'105'0,"3"1"-4"0,-2 1-4 0,3 1-7 0,-9 2-5 16,17 4-8-16,-7 1-4 0,-1 0-3 0,-3 3-8 15,1 2-7-15,-3 1 4 0,-1-1-14 0,-3 3-2 16,0 3-4-16,-2-1 4 0,-2 1-11 0,0-2 3 15,-1-4-1-15,-3 5-1 0,2-5 1 0,0 2 4 16,-2-4-6-16,2 0 1 0,0 0-2 0,1-2-2 16,0-3-3-16,5-3-1 0,-5 8-2 0,5-8-5 15,-4 6-4-15,4-6 1 0,-1 7 2 0,1-7-6 16,0 0 1-16,3 12 1 0,0-8-6 0,5 1 5 16,-2 1-8-16,6-4-4 0,1 2-17 0,3-3-24 15,5 5-20-15,-1-4-21 0,2 1-9 0,6-1-22 16,0-1-7-16,-6 1-71 0,-3-1-206 0,2-1 92 15</inkml:trace>
  <inkml:trace contextRef="#ctx0" brushRef="#br0" timeOffset="22487.25">4918 6565 106 0,'0'0'135'0,"0"0"-13"0,-3-8-17 0,3 8-8 16,0 0-5-16,0 0-4 0,0 0-7 0,0 0 0 16,29 16-9-16,-17-5 4 0,-2 4-13 0,5 6 2 15,-1 2-5-15,-1 4-1 0,-3 2-1 0,-1 0 4 16,0 6 2-16,-3-3-2 0,1 4-6 0,-1 14-2 15,-1-15 5-15,2-1-15 0,-3 1-1 0,-1-2-6 16,0-2-5-16,1-5 1 0,-2 2-4 0,2-9-5 16,-1-3 2-16,-1-1-5 0,1-4 0 0,1-1-1 15,-2 0 6-15,1-2 6 0,-2-1 8 0,-1-7 17 16,3 6 17-16,-3-6-4 0,0 0-4 16,0 0-7-16,0 0-3 0,18-23-9 0,-10 8-6 0,4-10-2 15,0-3-4-15,3-2-2 0,4-16-6 0,-2 3 0 16,3-2-2-16,-6 13-5 0,5 0-4 0,3-11 5 15,-3 1-9-15,-4 9-1 0,-2 0-1 0,1 0 1 16,-2 0-25-16,-2 2 0 0,3 2 2 16,-5 3-8-16,-2 2-19 0,-2 5 1 0,0 3-10 0,-2 5-12 15,-2 4-23-15,3 1-27 0,-2-1-29 0,-1 7-18 16,0 0-16-16,0 0-11 0,0 0-119 0,0 0-326 16,-17 35 144-16</inkml:trace>
  <inkml:trace contextRef="#ctx0" brushRef="#br0" timeOffset="23000.96">5462 7103 69 0,'0'0'156'0,"0"0"2"0,2 6 10 15,-2-6-7-15,0 0 7 0,4 5-1 0,-4-5 2 16,0 0-1-16,0 0 2 0,0 0 2 0,0 0-6 15,0 0-14-15,0 0-14 0,0 0-17 0,0 0-12 16,0 0-1-16,-9-27-19 0,5 18-7 16,2-2-8-16,0-1-11 0,0-3-8 0,1-1-2 0,2-2-6 15,0 3-8-15,0-2-6 0,3 0-9 0,2 6 0 16,-1 0-8-16,1 0-13 0,2 2-7 16,-1 1 0-16,2 3-2 0,1 3-2 0,3 4 2 0,1 1-4 15,0 7 3-15,2-3 4 0,-1 6-2 0,0-1-1 16,1 11 6-16,-2-1-1 0,-5-3-6 0,-2-2 6 15,0 1 0-15,0 0-1 0,-3-4-2 0,0 1 2 16,0-2 2-16,-3-2-2 0,-1-3-2 0,1-2 2 16,-1-6 3-16,0 10 3 0,0-10 0 0,2 6-1 15,-2-6 2-15,0 0-2 0,0 0 1 0,0 0-1 16,0 0 2-16,0 0-6 0,0-32 1 0,2 17-2 16,2-2 2-16,4-2-3 0,-2-7-5 0,3 3 1 15,3-2 0-15,0-1-1 0,4 3-1 0,0 0-1 16,-1 1 0-16,-3 8-1 0,1 2 5 0,2 1-2 15,-4 3 2-15,-1 5-5 0,2 1-3 0,-1 2 6 16,-3 1-3-16,2 3 0 0,1 9 2 16,-2 0-1-16,-1-1-1 0,1 9-1 0,-4-4-4 0,1 6-35 15,-2 2-16-15,-1 1-22 0,0-8-6 0,0 3-19 16,-1-2-26-16,2 0-18 0,-1-4-19 0,1-3-19 16,0-3-100-16,2-1-320 0,3-3 142 0</inkml:trace>
  <inkml:trace contextRef="#ctx0" brushRef="#br0" timeOffset="23159.1">6189 6915 142 0,'4'-5'161'0,"1"2"-4"0,-5 3-15 16,15-8-7-16,-6 4-10 0,4-2-13 16,5 2-11-16,1-2-11 0,-1 3-8 0,10-3-3 0,-8 6-21 15,0 0-29-15,1-3-25 0,1 3-39 0,-5 0-25 16,2 0-31-16,-6 0-14 0,-1 1-83 0,-12-1-204 15,13 0 91-15</inkml:trace>
  <inkml:trace contextRef="#ctx0" brushRef="#br0" timeOffset="23319.09">6381 6770 173 0,'0'0'167'0,"0"0"-15"0,-6-6-14 0,6 6-22 15,0 0-9-15,0 0-6 0,0 0-4 0,0 0-6 16,-5 18-3-16,5-7-8 0,0 9-11 0,0-1-4 15,0 6 0-15,2 1-6 0,-2 3-7 0,0 0-34 16,0 0-33-16,2-2-59 0,2 1-48 0,-4 2-117 16,3-6-256-16,-1-4 113 0</inkml:trace>
  <inkml:trace contextRef="#ctx0" brushRef="#br0" timeOffset="23661.73">6837 6589 90 0,'1'-5'229'0,"-1"5"-28"0,5-4-19 0,-5 4-20 0,0 0-15 16,12 12-15-16,-7 1-8 0,1 5-12 0,1 6-10 15,0 3-7-15,1 1-7 0,-2-1-5 0,-1 1-8 16,2 0-5-16,2-2-6 0,-3 0-2 0,-1-7-10 15,0-3 3-15,1 1 2 0,-3-5-3 0,1-1-1 16,0-3-1-16,-3-3 3 0,2 4 16 0,-3-9 13 16,4 9 13-16,-4-9 12 0,2 4-2 0,-2-4-12 15,0 0-13-15,0 0-5 0,13-16-11 16,-5 1-7-16,-2-2 0 0,0-1-10 0,3-6-10 0,-2 5-7 16,-1 0-28-16,1-7-18 0,2 1-34 0,-3-1-8 15,0 2-24-15,2-1-29 0,1 9-8 0,0-1-23 16,0 2-31-16,2 2-23 0,0 4-23 0,0 3-163 15,-1 2-412-15,2 2 182 0</inkml:trace>
  <inkml:trace contextRef="#ctx0" brushRef="#br0" timeOffset="24132.92">7288 7034 95 0,'1'4'155'0,"2"4"5"0,-3-8 11 16,1 10 10-16,-1-10 3 0,1 7 6 0,-1-7 1 15,2 5 4-15,-2-5-2 0,0 0 6 0,0 0-1 16,0 0-6-16,0 0-17 0,0 0-18 0,0 0-12 16,0 0-18-16,0 0-10 0,0 0-15 0,-7-30-10 15,5 19-12-15,-2-5-5 0,4-2-13 0,-1 0-7 16,2-2-9-16,6-6-12 0,-5-1-1 16,0 8-11-16,3 1-6 0,2 3 0 0,-2 3-7 0,4 2-7 15,-1 2 8-15,-1 1-11 0,5 1 2 0,-1 4-6 16,2 2 3-16,5 2 1 0,-3 6 1 0,3 2-6 15,-1 3 1-15,-2-1 5 0,4 10 1 0,-2-5-4 16,-6 1 5-16,5 2-6 0,-5-4 5 0,-1-2-2 16,-4-1 0-16,-1-1 3 0,-4-3-5 0,2-1 5 15,-1-4-2-15,1 3 1 0,-2-2 4 0,-1-5-1 16,4 6 3-16,-4-6 5 0,0 0 0 0,0 0-4 16,0 0-2-16,0 0-6 0,0 0-2 0,0 0 3 15,2-22-1-15,-2 12-2 0,4-6-6 0,1 2-2 16,0-3-2-16,4-7 0 0,3 2-1 0,-3 3-2 15,6-2 6-15,-3 8-2 0,-2-2 0 0,-4 6-2 0,6 0 0 16,-1 1-2-16,1 2 2 0,-1 3-1 16,2 2 2-16,-2 2 5 0,1 2-2 0,1 3-1 15,1 6 2-15,-1-1-2 0,-1 4 2 0,3 9 0 16,-2 0-11-16,-4 3-19 0,-2-1-30 0,-2 2-28 16,-4 0-34-16,3 2-28 0,-5 0-24 0,-3 1-32 0,-2 0-213 15,-6 0-464-15,-2-2 206 0</inkml:trace>
  <inkml:trace contextRef="#ctx0" brushRef="#br0" timeOffset="24397.49">4990 8341 1824 0,'-33'1'99'0,"5"-2"-6"0,7-2-33 0,7 1 18 15,4 1-27-15,0 1-2 0,2-2-7 0,8 2-12 16,-11-2-8-16,11 2 3 0,0 0-8 0,0 0-1 0,0 0-1 16,24-9-12-16,-4 6-25 0,2 1-36 0,7 0-37 15,1 1-48-15,-2 1-36 0,-7 1-143 0,0 3-347 16,-2-1 154-16</inkml:trace>
  <inkml:trace contextRef="#ctx0" brushRef="#br0" timeOffset="24544.92">4890 8539 146 0,'-10'4'216'0,"4"-1"-15"16,-1-1-11-16,7-2-10 0,-10 3-18 0,10-3-20 0,0 0-12 15,0 0-14-15,0 0-10 0,0 0-15 0,28 0-35 16,2-2-47-16,3-1-60 0,5 3-68 15,1 0-144-15,0-1-284 0,1-1 126 0</inkml:trace>
  <inkml:trace contextRef="#ctx0" brushRef="#br0" timeOffset="24862.23">5784 8386 2040 0,'10'-23'25'0,"4"-2"41"0,-1 3 35 0,-2 1-28 15,1 4 1-15,-2 2-10 0,-1 2-13 0,2 1-10 16,0 3-10-16,-2 4-5 0,3 0-3 16,1 4-3-16,-1 1-5 0,-1 2 0 0,1 6 0 0,-2-1 1 15,-2 9-1-15,-1 3-2 0,-4 4-4 0,-3 6 2 16,-4 7 1-16,-4-4-1 0,-9 14 0 0,5-11 0 16,-8 6-2-16,-1 1-1 0,3-14 1 0,0-2-2 15,2-1-1-15,-3 0 1 0,7-9-4 0,-1-3 2 16,6-1-2-16,-1-4-3 0,3-1 0 15,0-3 2-15,1 1 1 0,-2-2-1 0,6-3-1 0,-6 9 3 16,6-9-2-16,0 0 1 0,0 0 0 0,0 0-1 16,19 0-2-16,-1-4-13 0,3-4-9 0,7 1-11 15,3 0-18-15,2-2-25 0,1 2-26 0,3 0-32 16,3 1-32-16,-2 1-28 0,-3 1-153 0,-2-2-375 16,-2 2 167-16</inkml:trace>
  <inkml:trace contextRef="#ctx0" brushRef="#br0" timeOffset="25204.95">6358 8350 157 0,'1'-19'234'0,"-4"3"3"0,1 4-4 0,2 1-21 16,-1 3-13-16,-1-1-22 0,2 9-25 0,2-8-13 15,-2 8-17-15,6-3-13 0,-6 3-14 0,13 10-4 16,-4 3-9-16,3 3-10 0,0 8-5 0,1 5-3 15,-1 3-7-15,3 2-3 0,-5 1-11 0,0 9-4 16,-2-12-2-16,-2 2-5 0,2-5-2 0,-2-3-2 16,-1-2-5-16,-1-6 1 0,2-2-6 0,-2-6 4 15,1 0-2-15,-1-3 1 0,-1 1 11 0,1-5 17 16,-4-3 8-16,7 5-1 0,-7-5-4 0,15-9-9 16,0-4 6-16,-3-3-8 0,4-6-1 0,0-2-4 15,1-6-5-15,2-1-2 0,3-10-5 0,0-3 0 16,-1 3 0-16,-5 8-8 0,4-9-1 0,-5 11-10 15,-2-1-13-15,-1 4-9 0,2 0-8 0,-4 5-23 16,-2 8-25-16,-3 5-26 0,0 0-41 0,-3 2-56 16,1 4-33-16,-3 4-18 0,0 0-159 0,0 0-438 15,0 0 194-15</inkml:trace>
  <inkml:trace contextRef="#ctx0" brushRef="#br0" timeOffset="25686.18">6847 8869 77 0,'0'0'209'0,"0"0"3"16,1 10 5-16,-1-10 8 0,0 0-7 0,2 6 0 15,-2-6-6-15,0 0-7 0,0 0-12 0,0 0-11 16,0 0-19-16,0 0-9 0,0 0-14 0,0 0 2 16,-17-20-13-16,13 10-1 0,2 1-3 0,-1-4-13 15,-2-2-17-15,2-2-8 0,1-2-8 0,4-6-12 16,2 4-2-16,3-4-3 0,-1 1-14 0,4 1-6 15,0 6-7-15,2 2 3 0,3-4-4 0,1 6-16 16,-1-1-2-16,4 5 1 0,1 0 0 0,1 5-9 16,1 1-1-16,6 2 3 0,-7 4-3 0,-1 1-2 15,-1 2-1-15,0 3 0 0,-2 0-1 0,-2 3 0 0,-2-1-6 16,-2 0 3-16,-1 3-2 0,-2-4-1 16,-3 1 2-16,-1 0-2 0,1-2 1 0,-1 1 3 15,-1-3-2-15,0-1 3 0,0 0 0 0,-3-6 3 16,0 8-5-16,0-8 6 0,0 7-1 0,0-7 3 15,0 0 0-15,0 0-2 0,0 0 0 0,0 0-1 16,0 0-2-16,0 0 11 0,0 0-1 0,0 0-24 16,-3-31-7-16,3 18 0 0,3-3 1 0,0-1 0 15,3-1-2-15,2 2 5 0,2-2 0 0,-1 1-1 16,2 3 10-16,2-1-8 0,0 5-3 0,-4 2 3 16,1-1-1-16,0 5 1 0,3 1-3 0,-1 1 2 0,-1 6 3 15,2 0 2-15,2 3 1 0,-1 6 0 16,-1 1-1-16,-1 2 1 0,-4 2-21 0,1 7-19 15,-3 2-29-15,-3 1-31 0,-3 2-36 0,-2 2-44 16,-1-3-36-16,-1 2-35 0,-1-2-195 0,-1 0-493 16,0-10 218-16</inkml:trace>
  <inkml:trace contextRef="#ctx0" brushRef="#br0" timeOffset="25847.91">7393 8977 279 0,'-3'-12'259'0,"1"8"-26"16,2 4-25-16,0 0-33 0,-3-7-46 0,3 7-58 15,0 0-60-15,0 0-48 0,-8-3-56 0,8 3-114 16,0 0-222-16,-25 10 98 0</inkml:trace>
  <inkml:trace contextRef="#ctx0" brushRef="#br0" timeOffset="26171">5688 9578 197 0,'-12'4'288'0,"7"0"-27"0,5-4-28 16,0 0-21-16,25 11-11 0,9-8-30 0,25-3-10 15,37-6-10-15,10-3-17 0,8-5-9 0,8-8-10 16,5-4-9-16,12 3-14 0,-1-6-4 0,6 3-10 16,0-1-6-16,-6 4-7 0,-3 2-4 0,-6 4-10 15,-8-2-1-15,-10 4-3 0,-16-1-5 0,-32 8-5 16,0 2-6-16,-6-6-2 0,-17 6-2 16,-7 2-4-16,-2-2-1 0,-11 2-3 0,-1-1-9 0,-6 4-14 15,0 0-19-15,-3-2-21 0,-3 2-29 0,0-2-30 16,-7 3-26-16,9-1-20 0,-9 1-28 0,0 0-2 15,0 0-22-15,0 0-153 0,0 0-382 0,0 0 170 16</inkml:trace>
  <inkml:trace contextRef="#ctx0" brushRef="#br0" timeOffset="-160826.75">24473 8154 18 0,'0'0'37'0,"0"0"0"0,0 0-10 16,-3 5 0-16,3-5-14 0,0 0-9 0,0 0-5 15,0 0-7-15,-6 2-18 0,6-2-28 0,0 0 12 16</inkml:trace>
  <inkml:trace contextRef="#ctx0" brushRef="#br0" timeOffset="-156180.65">20914 9129 11 0,'0'0'59'0,"0"0"-13"0,0 0-12 16,2 4-16-16,-2-4-16 0,0 0-31 0,0 0-30 16,0 0 13-16</inkml:trace>
  <inkml:trace contextRef="#ctx0" brushRef="#br0" timeOffset="-155504.3">24276 7403 61 0,'0'0'60'0,"0"0"-5"0,0 0-16 16,0 0 2-16,0 0-16 0,0 0-19 0,0 0-23 16,0 0-28-16,0 0-49 0,9 22 21 0</inkml:trace>
  <inkml:trace contextRef="#ctx0" brushRef="#br0" timeOffset="-155186.44">24348 9449 40 0,'0'0'56'0,"0"0"-6"15,0 0-13-15,0 0-18 0,0 0-10 0,0 0-10 16,0 0-4-16,0 0-30 0,-9-20-37 0,6 14 17 16</inkml:trace>
  <inkml:trace contextRef="#ctx0" brushRef="#br0" timeOffset="-154846.52">24293 7205 44 0,'0'0'34'0,"2"16"0"15,1-5 1-15,-2 7-10 0,3-1-21 0,-1 7-20 16,-2 2-11-16,0 0-29 0,0 1 13 0</inkml:trace>
  <inkml:trace contextRef="#ctx0" brushRef="#br0" timeOffset="-154584.02">24428 9171 28 0,'0'0'45'0,"0"0"1"0,0 0-7 0,0 0-8 16,0 0-18-16,0 0-7 0,0 0-41 15,0 0-38-15,-10 0 18 0</inkml:trace>
  <inkml:trace contextRef="#ctx0" brushRef="#br0" timeOffset="-150931.62">24539 8628 40 0,'0'0'82'0,"0"0"-2"0,0 0-10 0,0 0-7 0,0 0-13 15,0 0-5-15,0 0-3 0,-24 0 0 0,24 0-13 16,0 0 10-16,0 0-8 0,0 0 2 0,0 0-3 16,0 0-11-16,0 0 6 0,0 0-3 0,0 0-5 15,0 0 5-15,0 0-7 0,0 0 0 0,0 0-5 16,0 0 0-16,0 0 1 0,0 0-2 0,0 0-5 16,0 0 0-16,0 0 0 0,0 0 10 0,0 0-16 15,0 0 5-15,0 0 3 0,0 0 2 0,0 0-7 16,5 14 7-16,-5-14 0 0,0 0-2 0,0 0-6 15,0 0-3-15,0 0 3 0,0 0 7 0,0 0-5 16,0 0 0-16,0 0 0 0,0 0 3 0,0 0-9 16,0 0-2-16,0 0 7 0,0 0-1 0,0 0 3 15,0 0-5-15,0 0 7 0,0 0 0 0,0 0-9 16,0 0 5-16,0 0-8 0,0 0 0 0,0 0 9 16,0 0-3-16,0 0 0 0,0 0 6 0,-2 7-8 15,2-7-8-15,0 0 9 0,0 0 4 0,0 0 0 16,0 0-1-16,0 0-4 0,0 0 8 0,0 0-3 15,0 0 4-15,0 0-4 0,0 0 9 0,0 0-3 16,0 0 2-16,0 0-2 0,0 0-13 0,0 0 10 16,0 0-6-16,0 0 13 0,0 0-5 0,0 0 1 0,0 0 2 15,0 0 1-15,0 0-1 0,0 0-2 0,0 0 1 16,0 0 4-16,0 0-3 0,0 0 0 0,0 0-13 16,0 0 3-16,0 0 15 0,0 0-14 0,0 0 5 15,0 0 3-15,0 0-7 0,0 0 2 0,0 0-1 16,0 0-2-16,0 0-2 0,0 0 0 0,0 0 3 15,0 0-3-15,0 0-10 0,0 0 9 0,0 0 10 16,0 0-10-16,0 0 7 0,0 0 1 0,0 0 1 16,0 0-7-16,0 0 7 0,0 0-7 0,0 0 0 15,0 0-5-15,0 0 7 0,0 0-2 0,0 0 1 16,0 0-6-16,0 0 6 0,0 0 0 0,0 0 1 16,0 0-3-16,0 0 3 0,0 0 6 0,0 0 0 15,0 0-4-15,0 0 4 0,0 0-6 0,0 0 4 16,0 0 8-16,0 0-6 0,0 0-1 0,0 0 0 15,0 0 2-15,0 0-8 0,0 0 0 0,0 0 3 0,0 0 4 16,0 0-3-16,0 0-1 0,0 0 0 16,0 0-8-16,0 0 5 0,0 0 3 0,0 0-1 15,0 0 2-15,0 0-7 0,0 0 13 0,0 0-8 16,0 0-5-16,0 0 0 0,0 0 6 0,0 0-18 0,0 0 13 16,0 0-1-16,0 0 8 0,0 0-5 0,0 0-8 15,0 0 7-15,0 0 6 0,0 0-4 16,0 0 5-16,0 0-5 0,0 0-11 0,0 0 6 0,0 0 7 15,0 0 3-15,0 0-18 0,0 0 9 0,0 0 5 16,0 0-8-16,0 0 4 0,0 0-5 0,0 0 7 16,0 0 8-16,0 0-8 0,0 0 3 0,0 0-2 15,0 0 1-15,0 0-6 0,0 0 5 0,0 0-9 16,0 0 4-16,0 0 3 0,0 0 2 0,0 0 1 16,0 0-3-16,0 0 0 0,0 0-1 0,0 0 5 15,0 0-7-15,0 0-2 0,0 0-2 0,0 0-9 16,0 0 1-16,0 0-1 0,0 0-4 0,0 0-10 15,0 0-4-15,0 0 0 0,0 0-5 0,0 0-9 16,0 0-16-16,0 0-7 0,0 0-70 0,0 0-151 16,0 0 68-16</inkml:trace>
  <inkml:trace contextRef="#ctx0" brushRef="#br0" timeOffset="-143730.5">20985 9226 2 0,'-23'11'9'0,"17"-6"-12"0,1-1-1 0,-4 2 1 16</inkml:trace>
  <inkml:trace contextRef="#ctx0" brushRef="#br0" timeOffset="-134457.72">20860 9068 12 0,'0'0'64'0,"0"0"-8"15,0 0-3-15,0 0-7 0,0 0-3 0,0 0-10 16,0 0 0-16,0 0-6 0,0 0 0 0,6 3-4 16,-6-3-2-16,0 0 0 0,0 0-7 15,0 0-3-15,0 0 9 0,0 0-9 0,0 0 0 0,0 0-1 16,0 0-3-16,3 6 2 0,-3-6 3 0,0 0-2 16,0 0-6-16,0 0-4 0,0 0 4 0,0 0-4 15,0 0 0-15,0 0-7 0,0 0-8 0,0 0-9 16,0 0-6-16,0 0-17 0,0 0-30 0,0 0-83 15,0 0 37-15</inkml:trace>
  <inkml:trace contextRef="#ctx0" brushRef="#br0" timeOffset="-133934.81">20831 9115 44 0,'0'0'86'0,"1"8"-11"0,-1-8-13 15,0 0-9-15,0 0-16 0,0 0-8 16,0 0-24-16,0 0-16 0,0 0-53 0,0 0-68 0,0 0 30 16</inkml:trace>
  <inkml:trace contextRef="#ctx0" brushRef="#br0" timeOffset="-133238.85">20636 10028 65 0,'0'0'84'0,"0"0"-3"0,0 0-5 0,0 0-10 15,2-8-6-15,-2 8-9 0,0 0-6 0,0 0 0 16,0 0-15-16,0 0-5 0,0 0-7 0,0 0-9 0,0 0-15 16,0 0-9-16,0 0-16 0,0 0-23 0,0 0-38 15,0 0-99-15,10 12 44 0</inkml:trace>
  <inkml:trace contextRef="#ctx0" brushRef="#br0" timeOffset="-132467.97">20708 9877 10 0,'0'0'51'16,"0"0"1"-16,0 0-13 0,0 0 0 0,0 0-1 15,-13 17-15-15,13-17-7 0,0 0-10 0,1 10-17 16,-1-10-34-16,0 9-47 0,0-9 22 0</inkml:trace>
  <inkml:trace contextRef="#ctx0" brushRef="#br0" timeOffset="-131954.36">20574 11278 12 0,'0'0'62'0,"0"0"-12"0,0 0-3 16,0 0-4-16,-5 4 3 0,5-4-1 0,0 0-4 15,0 0 1-15,0 0-2 0,0 0 0 16,0 0 6-16,0 0-9 0,0 0 5 0,0 0-5 0,0 0-3 16,0 0 2-16,0 0-4 0,0 0-16 0,0 0 2 15,0 0-3-15,0 0-6 0,0 0-9 0,0 0-13 16,0 0-16-16,0 0-10 0,0 0-14 15,0 0-12-15,0 0-34 0,0 0-106 0,-4-17 46 0</inkml:trace>
  <inkml:trace contextRef="#ctx0" brushRef="#br0" timeOffset="-131665.65">20620 10119 53 0,'0'0'67'0,"0"0"-4"0,0 0-10 16,0 0-14-16,2 26 1 0,0-20-9 0,-2 4-21 0,1 0-15 16,0-1-28-16,-1 2-20 0,0-1-58 15,-1 3 25-15</inkml:trace>
  <inkml:trace contextRef="#ctx0" brushRef="#br0" timeOffset="-131402.26">20611 11220 36 0,'0'0'54'0,"0"0"5"0,0 0-11 0,0 0-3 16,0 0-11-16,0 0-9 0,0 0-22 0,0 0-3 15,0 0-21-15,0 0-27 0,0 0-51 0,0 0 24 16</inkml:trace>
  <inkml:trace contextRef="#ctx0" brushRef="#br0" timeOffset="-125737.19">20679 7706 1 0,'0'0'30'0,"0"0"-2"16,0 0-2-16,0 0-5 0,0 0-1 16,0 0 8-16,0 0-5 0,0 0-2 0,0 0 3 15,0 0-1-15,0 0-3 0,0 0-1 0,0 0 4 16,0 0 1-16,0 0-1 0,0 0-3 0,0 0 3 0,0 0-3 15,0 0 2-15,0 0-2 0,0 0-11 0,0 0 12 16,0 0-5-16,0 0-2 0,0 0-6 16,0 0 6-16,0 0-1 0,0 0-7 0,0 0 2 15,0 0-1-15,0 0 5 0,0 0-9 0,0 0 2 0,0 0 2 16,0 0-4-16,0 0 3 0,-18 5 2 0,18-5-5 16,-9 2-6-16,9-2 8 0,0 0 4 0,-13-1-9 15,13 1 3-15,-9 3 0 0,9-3-1 0,-9 0-4 16,9 0 6-16,0 0 0 0,-14-3 2 0,14 3 9 15,0 0-5-15,-10 1 6 0,10-1-1 0,0 0 4 16,0 0-7-16,-10-3 5 0,10 3 8 0,0 0-2 16,-7-4 2-16,7 4 4 0,0 0 2 0,0 0-3 15,-6-3-3-15,6 3 2 0,0 0-2 0,0 0-5 16,0 0 1-16,0 0-14 0,0 0 14 0,0 0-1 16,0 0 3-16,0 0 6 0,0 0-12 15,0 0 6-15,0 0 1 0,0 0-5 0,0 0 2 0,0 0-8 16,0 0-2-16,0 0 4 0,0 0-12 0,0 0 20 15,0 0 1-15,0 0-1 0,0 0-4 0,27 0-6 16,-20 0 3-16,-7 0 4 0,17 0-8 0,-9 0 6 16,2 2-5-16,0-2 8 0,2 1-7 0,-2-1 3 15,4 0-3-15,-1 0-1 0,2 1-3 0,2 1 6 16,0 0-2-16,1-1 6 0,2 0-9 0,-1 1-3 16,-4-1-5-16,4 1 6 0,-6-2 0 0,2 1-1 0,-2 2-7 15,-1-3-2-15,-1 0 12 0,-1 0-8 16,-2 2 1-16,1-2 0 0,-9 0 7 0,13 1-10 15,-7-1 7-15,-6 0 0 0,13 0 7 0,-13 0-6 16,0 0 11-16,8 0 0 0,-8 0 6 0,0 0-2 0,0 0 6 16,0 0-2-16,9 0-1 0,-9 0 2 0,0 0-3 15,0 0-8-15,0 0-3 0,0 0-1 0,0 0-6 16,0 0-16-16,0 0-18 0,0 0-23 0,0 0-22 16,0 0-25-16,0 0-9 0,0 0-31 0,0 0-117 15,0 0-275-15,0 0 122 0</inkml:trace>
  <inkml:trace contextRef="#ctx0" brushRef="#br0" timeOffset="-125114.68">20681 7548 44 0,'0'0'95'0,"0"0"0"0,-2-9-11 0,2 9 3 0,0 0-3 16,0 0 7-16,-2-8-18 0,2 8 4 0,0 0 1 15,0 0-2-15,0 0-9 0,-1-9-1 0,1 9-5 16,0 0-5-16,0 0-11 0,0 0 3 0,0 0-6 15,0 0 3-15,0 0-10 0,0 0-1 0,0 0 0 0,0 0-1 16,0 0-5-16,0 0-1 0,0 0-5 0,0 0 3 16,0 0-3-16,0 0-2 0,0 0-4 15,0 0-4-15,0 0 4 0,0 0-1 0,0 0-4 16,0 0-6-16,0 0 6 0,0 0-5 0,0 0-2 0,0 0-5 16,0 0-4-16,0 0-5 0,0 0-9 0,0 0-3 15,0 0-10-15,0 0-10 0,0 0-8 16,0 0 4-16,0 0-5 0,0 0 3 0,0 0-4 0,0 0 13 15,0 0-10-15,0 0 7 0,0 0 5 0,0 0-8 16,0 0 8-16,0 0-2 0,6 23 4 0,-6-23 3 16,0 0 7-16,0 0 2 0,8 2-3 15,-8-2 5-15,0 0 3 0,0 0 4 0,0 0-3 16,0 0 9-16,0 0 13 0,0 0 2 0,0 0-2 0,0 0 14 16,9 0-5-16,-9 0 17 0,0 0-5 0,0 0 0 15,0 0 1-15,0 0 10 0,0 0-9 0,0 0 0 16,0 0 2-16,0 0-3 0,0 0-2 0,0 0 3 15,0 0-5-15,0 0-1 0,0 0-5 0,0 0 2 16,0 0 0-16,0 0-11 0,0 0-5 0,0 0 1 16,0 0 13-16,0 0-8 0,0 0-10 0,0 0-12 15,0 0 1-15,0 0-13 0,0 0-3 0,0 0-18 16,0 0-8-16,0 0-9 0,0 0 3 0,0 0-6 16,0 0-12-16,0 0-4 0,9 2-49 15,-9-2-141-15,6 2 63 0</inkml:trace>
  <inkml:trace contextRef="#ctx0" brushRef="#br0" timeOffset="-124735.74">20750 7554 53 0,'0'0'88'0,"0"0"7"0,0 0-2 0,0 0 3 0,0 0-10 16,0 0-1-16,0 0-4 0,0 0-8 15,0 0-4-15,0 0-7 0,0 0 4 0,0 0-1 16,0 0-14-16,0 0-2 0,0 0-8 0,0 0-1 15,0 0-11-15,0 0 4 0,0 0-5 0,0 0-15 16,0 0 9-16,0 0 2 0,0 0-4 0,0 0 2 0,0 0 4 16,-11 23 4-16,8-12-3 0,2 1-2 15,-4 6 6-15,1-1-2 0,-1 1 4 0,-2 7 1 16,0 2 5-16,-2 0 2 0,1 0-1 0,-1 2-3 0,-1-3 3 16,2 1-7-16,0-1 2 0,1 0 2 0,1-1-4 15,0-6-2-15,1-1-3 0,1-2-3 0,1 3 1 16,0-3 0-16,-2-7 3 0,1 4 5 15,2 0 3-15,0-6-6 0,0 1-3 0,0-3-2 0,2-5-1 16,-3 9-2-16,3-9 1 0,-3 9-3 0,3-9-5 16,0 0 2-16,0 7-1 0,0-7-1 15,0 0 2-15,0 0-5 0,0 0-2 0,0 0-5 16,0 0-18-16,0 0-20 0,0 0-17 0,0 0-16 0,0 0-7 16,0 0-22-16,0 0-27 0,0 0-21 0,-5-21-22 15,5 21-125-15,0 0-313 0,2-11 139 0</inkml:trace>
  <inkml:trace contextRef="#ctx0" brushRef="#br0" timeOffset="-123449.43">20831 8987 54 0,'0'0'60'0,"-4"-5"-10"0,4 5 0 0,0 0-5 16,-1-8 5-16,1 8-6 0,0 0 0 0,0 0-4 15,-3-10 8-15,3 10 1 0,0 0-14 0,-4-6-2 16,4 6 4-16,0 0-6 0,0 0-13 0,-1-11 10 15,1 11-4-15,0 0 6 0,0 0 7 0,-1-8-5 16,1 8-7-16,0 0 3 0,-2-8 0 0,2 8-2 16,0 0-4-16,-4-6 3 0,4 6-14 0,0 0 1 15,-1-11-4-15,1 11 4 0,0 0 0 0,-1-8 1 16,1 8-7-16,0 0-4 0,0-9 1 0,0 9 10 16,0 0-5-16,0 0-4 0,0 0-3 0,-1-10 9 15,1 10-12-15,0 0 15 0,0 0 0 0,0 0-2 16,-2-8-7-16,2 8 6 0,0 0 0 0,0 0 1 15,0 0-5-15,-5-6 5 0,5 6 4 0,0 0 1 16,0 0-4-16,0 0-3 0,0 0 2 0,0 0 5 16,-6-4-9-16,6 4 6 0,0 0-1 0,0 0-1 15,0 0 3-15,0 0-12 0,0 0-2 0,0 0 3 16,0 0-2-16,0 0 7 0,0 0 6 0,0 0 3 16,0 0 6-16,0 0-1 0,0 0-1 0,20 10 2 15,-12-7 7-15,5-1-2 0,-2 1-4 0,1 1 3 16,2-2-5-16,-1 1 3 0,3 1 11 0,-2-1-13 15,0 0 8-15,-2 0 1 0,2-1-7 0,-1 0 3 16,-3 0-6-16,1-1 1 0,-2 1 0 0,-1 0-6 0,0-2-8 16,-8 0 5-16,12 2 3 0,-6-1-1 15,-6-1-3-15,7 3 2 0,-7-3-3 0,0 0 5 16,9 2 0-16,-9-2 2 0,8 3 2 0,-8-3-4 16,0 0 1-16,0 0 1 0,0 0-4 0,0 0-4 0,0 0-2 15,0 0-1-15,0 0-18 0,0 0-13 16,0 0-17-16,0 0-26 0,0 0-12 0,0 0-23 15,-14 16-32-15,9-13-36 0,0 1-86 0,5-4-276 16,-12 7 122-16</inkml:trace>
  <inkml:trace contextRef="#ctx0" brushRef="#br0" timeOffset="-123005.34">20507 9263 69 0,'0'0'71'0,"0"0"-1"0,0 0-2 16,0 0-5-16,4-5 1 0,-4 5-2 0,0 0-4 15,0 0 5-15,0 0-6 0,0 0 3 0,0 0 3 0,0 0 2 16,0 0-6-16,0 0-2 0,0 0-13 16,0 0 4-16,0 0-6 0,0 0-15 0,0 0-1 15,0 0-20-15,0 0 13 0,0 0-9 0,10 0-13 16,-10 0-13-16,16 2-4 0,-5-2-20 0,7-2-23 0,0 5-109 16,0-4-186-16,2-1 82 0</inkml:trace>
  <inkml:trace contextRef="#ctx0" brushRef="#br0" timeOffset="-121937.75">20566 10091 57 0,'0'0'55'0,"-10"3"-9"16,10-3 0-16,0 0 2 0,0 0-5 0,-9 0-3 15,9 0-3-15,0 0 11 0,-8 0-8 0,8 0 4 0,0 0-5 16,0 0 4-16,0 0-1 0,0 0-9 15,0 0 7-15,0 0 1 0,0 0-2 0,-11 0 3 0,11 0-9 16,0 0 9-16,0 0-2 0,0 0 4 0,0 0-6 16,0 0 2-16,0 0 0 0,0 0 0 0,0 0 1 15,0 0-2-15,0 0-6 0,0 0 4 0,0 0 10 16,0 0-13-16,0 0 1 0,0 0 1 0,0 0 4 16,0 0-2-16,0 0-1 0,0 0-2 0,0 0 3 15,0 0-2-15,0 0-3 0,0 0-6 0,0 0-3 16,0 0 1-16,0 0-2 0,32-8 0 0,-19 7-5 15,6-1-1-15,0-2-2 0,3 2-4 0,-1 0 4 16,1 1-5-16,0 0-2 0,-1-1 4 0,6-1-3 16,-9 0 0-16,1 2-2 0,-2-2 0 0,1 0 2 15,-4 1-1-15,1 0-2 0,-2-1-1 0,1 2 4 16,-4-1-7-16,-2 0 1 0,0 2 0 0,-8 0 4 16,10-3-4-16,-10 3 3 0,10-1 3 0,-10 1 15 15,0 0-8-15,9-1-5 0,-9 1-2 0,0 0 1 16,0 0-6-16,0 0-10 0,0 0-10 0,0 0-16 15,0 0-14-15,0 0-19 0,0 0-32 0,0 0-28 16,0 0-33-16,-26-5-102 0,26 5-282 0,-13 1 126 16</inkml:trace>
  <inkml:trace contextRef="#ctx0" brushRef="#br0" timeOffset="-120783.3">20636 11187 15 0,'0'0'107'0,"0"0"-4"15,0 0-7-15,0 0-4 0,0 0-17 0,0 0 13 16,0 0-3-16,0 0 9 0,0 0-11 0,0 0 5 16,0 0-4-16,0 0-2 0,0 0 2 0,0 0-7 15,0 0-1-15,0 0-6 0,-19-11-3 0,19 11 1 16,0 0-3-16,0 0-7 0,0 0 1 0,0 0-6 15,-3-5-5-15,3 5-1 0,0 0-8 0,0 0-4 16,0 0 0-16,0 0-4 0,0 0-1 0,0 0-1 16,0 0-5-16,0 0-3 0,-6-6 3 0,6 6-4 15,0 0 0-15,0 0 2 0,0 0-2 0,0 0 0 16,0 0 1-16,0 0-5 0,0 0 3 0,-6-5-7 16,6 5 0-16,0 0-1 0,0 0-1 0,0 0 3 15,0 0-2-15,0 0-5 0,0 0 2 0,-7-3 1 16,7 3-2-16,0 0 0 0,0 0 0 0,-10-3-5 15,10 3 6-15,0 0-5 0,-6-3-3 0,6 3 5 16,0 0 1-16,-12-1-2 0,12 1-5 0,-7-1 4 16,7 1-1-16,-10-3-2 0,10 3 1 0,0 0 0 0,-11-1-3 15,11 1 2-15,0 0 4 0,-7-2 0 16,7 2-6-16,0 0 5 0,0 0-5 0,-12-3 2 16,12 3 6-16,0 0-4 0,0 0 2 0,0 0 0 15,0 0 1-15,-6-3-2 0,6 3 1 0,0 0 3 0,0 0-2 16,0 0 4-16,0 0-1 0,0 0-1 0,0 0 4 15,0 0-4-15,0 0 7 0,0 0 1 0,0 0 1 16,30 4 1-16,-23-4-4 0,2 2 1 16,-9-2 1-16,15 0-5 0,-5 2 5 0,2-2-2 0,-2 0-2 15,-2 0-2-15,1 0-1 0,-9 0 0 0,15 1 0 16,-9-1-6-16,-6 0 4 0,12 1-2 0,-12-1 2 16,10 0-6-16,-10 0 4 0,7 2 0 0,-7-2 0 15,0 0-2-15,12 0 4 0,-12 0-4 0,0 0 2 16,0 0-5-16,0 0 2 0,7 1 1 0,-7-1 2 15,0 0-4-15,0 0 4 0,0 0-2 0,0 0-9 16,0 0-13-16,0 0-10 0,0 0-13 0,0 0-23 16,0 0-20-16,0 0-38 0,0 0-27 0,0 0-31 15,5-7-162-15,-5 7-370 0,0-10 163 0</inkml:trace>
  <inkml:trace contextRef="#ctx0" brushRef="#br0" timeOffset="-119794.41">20679 7744 30 0,'0'0'102'0,"0"0"2"0,0 0-6 0,0 0-10 0,0 0-4 15,0 0 2-15,0 0-7 0,0 0-11 0,0 0-4 16,0 0-6-16,0 0-10 0,0 0-3 0,0 0 2 15,0 0-13-15,0 0-7 0,0 0-8 0,0 0-2 16,0 0-14-16,0 0-20 0,0 0-15 0,0 0-15 16,0 0-19-16,0-11-91 0,0 11-170 0,0 0 76 15</inkml:trace>
  <inkml:trace contextRef="#ctx0" brushRef="#br0" timeOffset="-117917.41">21794 7221 30 0,'0'0'48'0,"0"0"-5"16,0 0 3-16,0 0 2 0,0 0 3 0,25 2-9 15,-25-2-6-15,12 0-5 0,-4 1-4 0,5 0 1 16,-3-2 3-16,3 2-3 0,1-1-6 0,3 0 1 16,2 0-1-16,1 2 5 0,-1 0-5 0,3-2-5 15,0 0 0-15,0 3 0 0,4-3-12 0,1 0 4 16,-5 2-4-16,-2-2 5 0,-1 0-2 0,1 1 2 15,-2-1-8-15,-1 1 4 0,-4 0-1 0,2 0-6 16,-2 2-5-16,1-2 10 0,-2 2 5 0,-1-2-6 16,1 0 4-16,-1-1-5 0,0 3-4 0,0-1 5 15,-3 0-1-15,-2-2 4 0,6 0-10 0,-5 0 5 16,-7 0 4-16,14 2 0 0,-6-1-6 0,-8-1 0 16,13 0 4-16,-5 0-3 0,-8 0-4 0,13 0 9 15,-6 0-2-15,-7 0-1 0,14 0-5 0,-14 0 0 16,14 0 0-16,-8 0 5 0,2 1-1 0,-8-1 6 15,14-1-5-15,-7 2 0 0,-7-1 0 0,12 2-8 16,-3-2 7-16,-9 0-2 0,13 0 4 0,-6 1 1 16,1-1-3-16,-8 0 1 0,13 0-1 0,-5 3 0 15,-8-3-1-15,16 0-1 0,-5 0-4 0,-5 1 5 16,-6-1 6-16,15-1-4 0,-7 1 0 0,-8 0-7 0,17 0 3 16,-10 0-5-16,-7 0 1 0,16 0 9 15,-5 0-9-15,-1 0 6 0,-1 0-9 0,0-3 1 16,-9 3-7-16,17 0 7 0,-8 0-4 0,0 0-2 15,-9 0 1-15,14 0 4 0,-6 0-7 0,-8 0 4 0,14 0-7 16,-8 0-1-16,-6 0-4 0,14 0-8 16,-9 3-2-16,-5-3-6 0,13 1-38 0,-13-1-84 15,11-1 37-15</inkml:trace>
  <inkml:trace contextRef="#ctx0" brushRef="#br0" timeOffset="-117509.63">22987 7246 14 0,'11'-1'49'0,"-1"2"-7"16,1-2-4-16,1 1 4 0,-1-2-8 0,0 2-1 15,-1 0 5-15,-10 0-8 0,15-1-5 0,-8 1-4 16,-7 0 4-16,12-3-7 0,-12 3-5 0,7 0 7 15,-7 0 3-15,0 0-5 0,10 2 6 0,-10-2 9 16,0 0-10-16,8 0-4 0,-8 0 4 0,0 0 1 16,0 0-6-16,0 0-2 0,0 0-3 0,0 0-4 15,0 0-14-15,0 0 3 0,0 0-9 0,9-3-8 16,-9 3-18-16,0 0-13 0,0 0-44 0,0 0-102 16,0 0 46-16</inkml:trace>
  <inkml:trace contextRef="#ctx0" brushRef="#br0" timeOffset="-114810.72">22901 7170 15 0,'0'0'27'0,"0"0"-12"0,0 0 11 0,0 0-6 0,0 0-8 16,0 0 4-16,0 0 0 0,0 0-3 0,0 0-1 15,0 0 4-15,0 0-12 0,0 0 6 0,0 0-3 16,0 0 1-16,0 0 0 0,0 0 3 0,0 0-8 16,0 0 5-16,0 0 0 0,0 0-9 0,0 0 4 15,0 0 0-15,0 0-3 0,0 0 5 0,0 0-2 16,0 0 7-16,0 0-4 0,0 0-5 0,0 0 1 0,0 0 7 15,0 0-7-15,0 0-7 0,0 0-4 16,0 0-7-16,0 0-29 0,0 0-49 0,0 0 22 16</inkml:trace>
  <inkml:trace contextRef="#ctx0" brushRef="#br0" timeOffset="-109726.98">24151 9189 51 0,'0'0'50'0,"0"0"0"0,0 0-7 0,0 0-11 16,0 0-5-16,0 0-8 0,0 0-11 0,0 0-3 15,-8 3-6-15,8-3-8 0,0 0-5 0,0 0-30 16,0 0-47-16,0 0 21 0</inkml:trace>
  <inkml:trace contextRef="#ctx0" brushRef="#br0" timeOffset="-108937.02">24118 9313 25 0,'0'0'65'0,"0"0"-7"15,0 0-7-15,0 0-14 0,0 0-15 0,0 0-8 16,0 0-20-16,0 0-39 0,0 0-48 0,7-23 22 0</inkml:trace>
  <inkml:trace contextRef="#ctx0" brushRef="#br0" timeOffset="-108015.01">24242 9278 44 0,'0'9'78'0,"0"-9"0"16,0 0-7-16,0 0 1 0,0 0-10 0,0 0-13 15,0 0-3-15,0 0 5 0,0 0-13 0,0 0 3 16,0 0-10-16,0 0-3 0,0 0-11 0,0 0 0 16,0 0-2-16,0 0 1 0,0 0-21 0,0 0-5 15,0 0-15-15,0 0-22 0,0 0-11 0,0 0-44 16,0 0-110-16,0 0 49 0</inkml:trace>
  <inkml:trace contextRef="#ctx0" brushRef="#br0" timeOffset="-107587.83">24279 7415 9 0,'0'0'42'0,"0"0"-6"0,0 0 0 0,0 0-2 16,0 0-1-16,0 0-6 0,0 0 0 0,0 0-3 16,0 0-7-16,0 0 0 0,0 0 4 0,19 10-15 15,-19-10-6-15,4 10-2 0,-2-6-5 16,-2-4-3-16,3 13-13 0,-1-4-26 0,-2 0-51 0,0 0 23 15</inkml:trace>
  <inkml:trace contextRef="#ctx0" brushRef="#br0" timeOffset="-107235.86">24285 9300 12 0,'4'5'66'0,"-4"-5"0"0,0 0-9 0,0 0-10 16,0 0-5-16,0 0-9 0,0 0-12 0,0 0-10 16,4 4 0-16,-4-4-10 0,0 0-11 0,0 0-26 15,0 0-18-15,0 0-58 0,0 0 26 0</inkml:trace>
  <inkml:trace contextRef="#ctx0" brushRef="#br0" timeOffset="-106489.99">24288 9410 30 0,'2'9'77'0,"-2"-9"0"16,0 0-6-16,0 0 1 0,0 0-11 0,0 0-6 16,0 0-1-16,0 0 1 0,0 0-8 0,0 0-2 15,0 0-17-15,0 0 9 0,0 0-10 0,0 0-3 16,0 0-16-16,0 0-11 0,14-12-2 0,-14 12-11 16,0 0-15-16,0-14-15 0,0 14-11 0,0 0-45 15,-6-12-110-15,-1 3 49 0</inkml:trace>
  <inkml:trace contextRef="#ctx0" brushRef="#br0" timeOffset="-105894.25">20737 8461 45 0,'0'0'71'0,"0"0"-11"15,0 0-4-15,0 0-10 0,0 0 0 16,0 0-6-16,0 0-5 0,-9-9-6 0,9 9 2 0,0 0-17 16,0 0 1-16,0 0-7 0,0 0-9 0,0 0-7 15,0 0-6-15,0 0-9 0,0 0-15 0,0 0-31 16,0 0-75-16,-3-6 33 0</inkml:trace>
  <inkml:trace contextRef="#ctx0" brushRef="#br0" timeOffset="-104944.54">24755 7656 5 0,'0'0'22'0,"0"0"-5"16,3 8-2-16,-3-8-4 0,1 8 8 0,-1-8-9 15,2 6-1-15,-2-6-7 0,2 8-3 0,-2-8 3 0,0 7-2 16,0-7-1-16,0 0-4 0,-2 12-2 0,2-12 6 15,0 0-6-15,-3 8 0 0,3-8-8 0,-3 9-14 16,3-9 6-16</inkml:trace>
  <inkml:trace contextRef="#ctx0" brushRef="#br0" timeOffset="-101501.96">21658 11837 22 0,'-8'-2'32'0,"8"2"1"0,0 0-2 0,0 0-3 15,0 0-4-15,0 0 1 0,0 0-4 0,0 0 0 16,0 0 3-16,0 0-6 0,0 0-1 0,0 0 3 15,0 0 1-15,0 0-1 0,-10 0-3 0,10 0 8 16,0 0 7-16,0 0-5 0,0 0 0 0,0 0-4 16,0 0-6-16,0 0 3 0,0 0 6 0,0 0-11 15,0 0-10-15,-7-5 13 0,7 5-3 16,0 0 2-16,0 0 6 0,0 0-3 0,0 0-2 16,0 0 6-16,0 0-13 0,0 0 13 0,0 0-3 0,-5-4-1 15,5 4-1-15,0 0 1 0,0 0-1 0,0 0 7 16,0 0-5-16,0 0-2 0,0 0-10 0,0 0 11 15,0 0-13-15,0 0 7 0,0 0-5 0,0 0 3 16,0 0-7-16,0 0-6 0,0 0 7 0,0 0-2 16,15-11 5-16,-15 11-18 0,12-3 20 0,-2 1-8 15,-2 0-1-15,2 1-2 0,0 1-8 0,0-2 6 16,1 1 6-16,0-2-8 0,2 2 8 0,-1-2 0 16,2 1-11-16,-2 1 11 0,0-2 0 0,3 2-3 15,-2 0-2-15,1 2 2 0,-1-2-1 0,-2 1-10 16,2-1 7-16,0 1-3 0,0 1 4 0,-2-1 4 15,2 0 1-15,0 0-13 0,-3 1 3 0,4 0 2 16,-2-2 0-16,-1 2-1 0,-3-1-3 0,2 2 13 16,-2-2-15-16,0 1 3 0,-8-1 2 0,15 1-2 15,-8-1 2-15,-7 0 8 0,14 1-2 0,-7-1-1 16,-7 0 8-16,10 1-17 0,-10-1 2 0,11 3 9 16,-11-3-5-16,8 0 0 0,-8 0 4 0,0 0 3 0,10 3-6 15,-10-3-3-15,0 0 4 0,0 0-1 16,8 0-2-16,-8 0 5 0,0 0 2 0,0 0 1 15,0 0-13-15,0 0 9 0,0 0 9 0,0 0-10 16,9 2-3-16,-9-2 7 0,0 0 3 0,0 0-14 0,0 0 0 16,0 0 8-16,0 0 0 0,0 0 2 0,0 0-1 15,0 0-5-15,0 0-1 0,0 0 5 0,0 0-1 16,0 0 3-16,0 0-11 0,0 0 4 16,-23 3 0-16,23-3-7 0,-12 0 0 0,12 0 4 0,-11 0 2 15,11 0-7-15,-12 0 12 0,5 2-8 0,7-2 4 16,-17 0-8-16,10 0 10 0,-4 1-5 0,0-2-4 15,1 1 4-15,-1 0 1 0,11 0-3 16,-16-2 1-16,5 4-6 0,0-5 5 0,2 4-1 0,-1-2-5 16,0 1 3-16,-1-2 3 0,11 2-2 0,-15-2-1 15,4 0 10-15,2 1-4 0,1-1-1 0,8 2-1 16,-14-3-1-16,6 2 8 0,2-2-3 0,-2 1 4 16,8 2-1-16,-13-2 4 0,13 2 0 0,-10-2-2 15,10 2 10-15,-8-4-3 0,8 4 7 0,-7-3 0 16,7 3-1-16,0 0-9 0,0 0 0 0,-8-2 4 15,8 2 0-15,0 0 1 0,0 0-4 0,0 0 4 16,0 0-4-16,0 0 2 0,0 0-4 0,0 0-7 16,0 0 10-16,0 0-4 0,0 0 0 0,0 0-2 15,0 0 2-15,0 0 6 0,0 0-2 0,23-1-2 16,-23 1-6-16,18 0 12 0,-7 1-5 0,1-1-8 16,2 1 9-16,-1-2 5 0,5 2-10 0,-4-1 6 15,4 0-6-15,-2 1 4 0,5-1 1 0,-2 0-1 16,1-1-2-16,1 0 0 0,-3 2-1 0,1-1-2 15,-4 1-3-15,-1 0 3 0,-1 1 1 0,-2-1-4 0,0 0 2 16,-1 1-1-16,-1-1 4 0,-3 0-3 16,-6-1-8-16,11 2 1 0,-11-2 8 0,10 1-8 15,-10-1 6-15,6 1 0 0,-6-1 3 0,0 0 0 16,5 3 3-16,-5-3 2 0,0 0 0 0,0 0 8 0,0 0-1 16,7 2 2-16,-7-2 7 0,0 0-1 15,0 0-6-15,0 0-5 0,0 0 10 0,0 0-8 16,0 0 1-16,0 0-4 0,0 0 8 0,0 0-14 15,0 0 4-15,0 0-3 0,0 0 4 0,0 0-2 0,0 0-1 16,0 0 7-16,0 0-9 0,0 0 1 0,0 0 3 16,0 0-3-16,0 0 0 0,0 0 2 0,0 0-2 15,0 0-8-15,0 0-4 0,0 0 0 16,0 0-15-16,0 0-4 0,0 0-7 0,0 0-11 0,0 0-5 16,0 0-64-16,0 0-124 0,0 0 54 0</inkml:trace>
  <inkml:trace contextRef="#ctx0" brushRef="#br0" timeOffset="-98656.98">21470 11851 70 0,'0'0'70'0,"0"0"-6"0,0 0 5 0,0 0-8 16,0 0-4-16,0 0-11 0,0 0-8 15,0 0 5-15,0 0-11 0,0 0-5 0,0 0 3 0,0 0-1 16,-2-12-23-16,2 12 19 0,0 0-8 0,0 0 4 16,0 0-4-16,0 0-7 0,0 0-2 0,0 0-2 15,0 0 2-15,0 0 0 0,0 0-5 16,0 0 8-16,9-9-3 0,-9 9-10 0,0 0 2 0,0 0-4 15,0 0-6-15,0 0-4 0,0 0-7 0,0 0-3 16,0 0 0-16,10-1-1 0,-10 1-5 0,0 0 4 16,0 0-3-16,0 0-6 0,0 0 1 0,0 0 2 15,0 0 2-15,7 10-1 0,-7-10 0 0,0 0 5 16,0 0 5-16,0 0-1 0,4 6 1 0,-4-6-1 16,0 0 8-16,0 0 3 0,0 0 8 0,0 0 0 15,0 8 6-15,0-8-1 0,0 0 4 0,0 0 7 16,0 0 2-16,0 0 1 0,0 0 0 0,0 0 4 15,0 0 1-15,-5 9 0 0,5-9-5 0,0 0 7 16,0 0-8-16,0 0 13 0,0 0-5 0,0 0-2 16,0 0 1-16,0 0 0 0,0 0-5 0,0 0 4 15,0 0-7-15,0 0 7 0,-8 0-11 0,8 0 0 16,0 0 5-16,0 0 4 0,0 0-7 0,0 0 5 16,0 0 0-16,0 0-3 0,0 0-6 0,0 0 6 15,0 0-2-15,0 0 11 0,0 0-3 0,0 0-4 16,0 0-3-16,0 0 2 0,0 0 6 0,0 0 0 15,0 0 1-15,0 0-9 0,0 0-4 0,0 0-1 16,0 0 2-16,0 0 6 0,0 0 7 0,0 0-4 16,0 0-7-16,0 0 9 0,0 0-15 0,0 0 15 15,0 0-2-15,0 0 2 0,0 0 1 0,0 0 5 0,0 0-1 16,0 0 0-16,0 0-2 0,0 0 1 16,0 0-1-16,0 0 0 0,0 0-2 0,0 0-3 15,0 0 4-15,0 0-1 0,0 0-5 0,0 0-3 0,0 0-4 16,0 0 0-16,0 0 4 0,0 0-2 15,0 0-5-15,0 0 8 0,0 0-10 0,0 0 2 16,0 0 0-16,0 0-2 0,0 0-4 0,0 0 7 16,0 0-6-16,0 0 0 0,0 0 4 0,0 0-2 0,0 0 3 15,0 0-6-15,0 0 2 0,0 0 0 0,0 0 3 16,0 0 3-16,0 0-2 0,0 0 5 0,0 0-3 16,0 0 5-16,0 0 7 0,0 0-5 15,0 0 1-15,0 0 1 0,0 0-8 0,0 0 1 0,0 0 0 16,0 0 4-16,0 0-7 0,0 0 10 0,0 0-8 15,0 0 2-15,0 0-5 0,0 0 3 0,0 0-3 16,0 0-4-16,0 0 0 0,0 0 3 0,0 0 1 16,0 0 0-16,0 0-4 0,0 0 5 0,0 0-9 15,0 0 5-15,0 0-6 0,0 0 1 0,0 0 1 16,0 0 3-16,0 0-3 0,0 0-2 0,0 0-3 16,0 0 3-16,0 0-3 0,0 0 9 0,0 0-12 15,0 0 10-15,0 0 3 0,0 0-3 0,0 0-7 16,0 0-1-16,0 0 3 0,0 0 6 0,0 0-7 15,0 0-3-15,0 0 5 0,0 0 3 0,0 0-6 0,0 0 6 16,0 0 1-16,0 0-2 0,0 0 0 0,0 0 3 16,0 0 0-16,0 0-2 0,0 0 3 15,0 0-4-15,0 0 1 0,0 0-3 0,0 0 6 16,0 0-10-16,0 0 9 0,0 0-4 0,0 0 0 16,0 0 0-16,0 0 2 0,0 0 2 0,0 0-9 0,0 0 4 15,0 0-3-15,0 0 5 0,0 0-2 0,0 0 5 16,0 0-6-16,0 0 3 0,0 0 3 15,0 0-3-15,0 0-4 0,0 0 2 0,0 0 0 0,0 0-4 16,0 0 3-16,0 0-1 0,0 0 4 0,0 0 0 16,0 0-5-16,0 0-3 0,0 0 6 15,0 0-1-15,0 0 0 0,0 0 0 0,0 0 1 0,0 0-4 16,0 0 9-16,0 0-4 0,0 0 0 0,0 0 4 16,0 0-3-16,0 0 0 0,0 0 0 0,0 0 1 15,0 0-6-15,0 0 9 0,0 0-6 0,0 0 1 16,0 0 0-16,0 0 4 0,0 0 2 0,0 0-4 15,1-19 2-15,-1 19-7 0,0 0-2 0,0 0 0 16,0 0-14-16,0 0-14 0,0 0-13 0,0 0-12 16,0 0-17-16,0 0-12 0,0 0-20 0,0 0-19 15,0 0-72-15,0 0-217 0,0 0 96 0</inkml:trace>
  <inkml:trace contextRef="#ctx0" brushRef="#br0" timeOffset="-97730.91">22501 11747 70 0,'0'0'66'0,"0"0"-13"0,0 0 0 16,0 0-7-16,0 0-4 0,0 0-3 0,0 0-3 15,0 0-2-15,0 0-3 0,0 0-3 16,0 0 4-16,0 0-14 0,0 0-15 0,0 0 17 0,0 0-6 16,0 0 6-16,0 0-8 0,0 0 0 0,0 0-6 15,0 0 0-15,0 0 3 0,0 0 1 0,0 0 2 16,0 0-8-16,0 0 4 0,0 0-5 0,-15-6 4 16,15 6-2-16,0 0 5 0,0 0-4 0,0 0-7 15,0 0 7-15,0 0-5 0,0 0-12 0,0 0 18 16,0 0-2-16,0 0-3 0,0 0 2 0,-11 0 0 15,11 0-2-15,0 0 3 0,0 0-2 0,0 0 3 16,0 0-9-16,-5 6 9 0,5-6 0 0,0 0-1 0,0 0-2 16,0 0 3-16,0 0-3 0,-6 4 2 15,6-4 4-15,0 0-2 0,0 0 4 0,0 0-3 16,0 0 5-16,0 0 1 0,0 0-8 0,0 0 1 16,0 0-1-16,0 0 0 0,0 0-2 0,0 0 1 0,0 0 0 15,0 0 1-15,0 0 2 0,0 0-14 16,0 0 13-16,0 0 3 0,0 0-3 0,0 0 7 15,0 0-11-15,0 0 11 0,0 0-8 0,0 0-5 16,0 0 7-16,0 0 5 0,0 0-15 0,0 0-5 0,0 0 10 16,0 0-6-16,0 0 4 0,0 0 11 0,0 0-14 15,0 0 3-15,-4 6-5 0,4-6-5 16,0 0-2-16,0 0-7 0,0 0 6 0,0 0-10 16,0 0 5-16,0 0 3 0,0 0-14 0,0 0-6 15,0 0-10-15,0 0-11 0,-2 7-63 0,2-7-127 0,0 0 55 16</inkml:trace>
  <inkml:trace contextRef="#ctx0" brushRef="#br0" timeOffset="-97152.94">22267 11781 33 0,'0'0'54'0,"0"0"-4"16,0 0-5-16,0 0-8 0,0 0-10 15,0 0-17-15,0 0-13 0,0 0-40 0,0 0-45 0,0 0 20 16</inkml:trace>
  <inkml:trace contextRef="#ctx0" brushRef="#br0" timeOffset="-94181.76">21422 11829 14 0,'0'0'49'0,"0"0"-8"0,4 4-14 0,-4-4-9 0,0 0-6 16,0 0-13-16,1 8-26 0,-1-8-29 16,0 0 13-16</inkml:trace>
  <inkml:trace contextRef="#ctx0" brushRef="#br0" timeOffset="-93829.65">22280 11886 1 0,'0'0'78'0,"0"0"-3"0,0 0-2 0,0 0-10 16,0 0-2-16,0 0-10 0,0 0-15 0,0 0 7 16,0 0-6-16,0 0 0 0,0 0-5 0,0 0-8 15,0 0-6-15,0 0-2 0,0 0-6 0,0 0-5 16,0 0-7-16,0 0-15 0,0 0-13 0,0 0-18 15,0 0-47-15,0 0-100 0,-23 5 44 0</inkml:trace>
  <inkml:trace contextRef="#ctx0" brushRef="#br0" timeOffset="-93022.22">22198 11827 45 0,'0'0'56'0,"0"0"-6"0,0 0-7 15,0 0-5-15,0 0-3 0,0 0-4 0,0 0-3 16,0 0-3-16,0 0-3 0,0 0-4 0,0 0 4 16,0 0-4-16,0 0 1 0,0 0 3 0,0 0-10 15,0 0 8-15,0 0 0 0,0 0 5 0,0 0-10 16,0 0 0-16,0 0-3 0,-13 10 3 0,13-10-13 15,0 0 5-15,0 0 6 0,0 0-2 0,0 0-4 16,0 0-5-16,0 0 3 0,0 0 6 0,0 0-3 16,-3 6-5-16,3-6 3 0,0 0 0 0,0 0-6 15,0 0 7-15,0 0-6 0,0 0 0 0,0 0 4 16,0 0 0-16,0 0-4 0,0 0-4 0,0 0 2 16,0 0 3-16,0 0-1 0,0 0 0 0,0 0-2 0,0 0 8 15,0 0-5-15,0 0 2 0,0 0-2 0,0 0 3 16,0 0-3-16,0 0 3 0,0 0-8 15,0 0 3-15,0 0-6 0,0 0 2 0,0 0 11 16,0 0-6-16,0 0 1 0,0 0 2 0,0 0 0 0,0 0-5 16,-6 3-12-16,6-3-5 0,0 0-4 0,0 0-9 15,0 0-6-15,0 0-12 0,0 0-46 16,0 0-102-16,-5 7 45 0</inkml:trace>
  <inkml:trace contextRef="#ctx0" brushRef="#br0" timeOffset="-89382.88">20713 9756 113 0,'0'0'103'0,"0"0"-7"0,0 0-6 16,0 0-2-16,0 0-3 0,0 0-3 0,0 0-10 0,0 0-2 15,0 0-11-15,0 0-3 0,0 0-8 16,0 0-8-16,0 0 1 0,0 0-5 0,0 0-3 15,0 0 4-15,0 0-16 0,0 0-7 0,0 0 7 16,0 0-4-16,0 0-9 0,0 0 8 0,0 0-3 16,0 0 2-16,0 0 3 0,0 0-4 0,0 0-20 15,0 0-9-15,0 0-5 0,0 0-23 0,0 0-8 16,0 0-21-16,0 0-13 0,1 8-5 0,-1-8-64 16,0 0-168-16,0 0 75 0</inkml:trace>
  <inkml:trace contextRef="#ctx0" brushRef="#br0" timeOffset="-88659.36">20569 11445 139 0,'0'0'139'0,"0"0"-14"15,0 0-9-15,0 0-10 0,0 0-2 0,0 0 0 16,0 0-4-16,0 0-11 0,0 0-5 0,0 0-1 16,0 0-5-16,0 0 0 0,0 0-7 0,0 0 3 15,0 0-4-15,0 0-3 0,0 0-2 0,0 0-2 16,0 0 0-16,0 0-6 0,0 0-5 0,0 0 3 16,0 0-6-16,0 0-2 0,0 0-1 0,0 0-7 15,0 0 0-15,0 0-4 0,0 0-4 0,0 0-7 16,0 0 4-16,0 0-7 0,0 0 0 0,0 0-3 15,0 0-5-15,0 0-19 0,0 0-23 0,4-10-10 0,-4 10-1 16,0 0-12-16,2-8-14 0,-2 8-24 0,1-9-18 16,-1 9-12-16,3-9-15 0,-2 1-21 0,1 1-103 15,0-4-280-15,-1 3 123 0</inkml:trace>
  <inkml:trace contextRef="#ctx0" brushRef="#br0" timeOffset="-87448.69">24455 7650 18 0,'0'0'77'0,"0"0"-4"0,0 0-1 0,0 0-3 0,0 0-5 15,0 0-4-15,0 0-4 0,0 0-3 0,0 0-7 16,0 0-5-16,0 0 2 0,0 0-17 0,0 0 3 16,0 0-3-16,0 0 0 0,0 0-4 0,0 0-4 15,0 0-1-15,0 0 6 0,0 0-12 0,0 0-13 16,0 0-16-16,0 0-18 0,0 0-4 0,0 0-2 15,0 0-14-15,0 0-57 0,0 0-123 0,0 7 55 16</inkml:trace>
  <inkml:trace contextRef="#ctx0" brushRef="#br0" timeOffset="-86785">24300 9718 73 0,'0'0'124'0,"0"0"-9"0,0 0-5 16,0 0-2-16,0 0 1 0,0 0-6 0,0 0-6 0,0 0-11 16,0 0-5-16,9-5-7 0,-9 5-4 0,0 0-7 15,0 0-7-15,0 0-3 0,0 0-4 0,0 0-9 16,7-3-3-16,-7 3-1 0,0 0-7 15,4-5-14-15,-4 5-3 0,0 0-8 0,0 0-8 0,0 0-2 16,3-6-26-16,-3 6 1 0,0 0-18 16,2-8-9-16,-2 8-13 0,1-7-14 0,-1 7-17 0,1-8-83 15,-1 8-199-15,-1-14 88 0</inkml:trace>
  <inkml:trace contextRef="#ctx0" brushRef="#br0" timeOffset="-86028.25">24436 7741 43 0,'0'0'56'0,"0"0"-10"16,0 0-4-16,0 0-1 0,0 0-10 0,0 0 3 15,0 0-1-15,0 0 0 0,0 0 2 0,0 0-6 16,0 0 0-16,0 0-3 0,0 0 8 0,0 0-9 16,0 0-2-16,0 0 1 0,0 0 3 0,0 0 3 15,0 0-10-15,0 0 0 0,0 0-2 0,0 0 1 16,0 0-5-16,0 0-1 0,0 0-4 0,0 0-1 15,0 0 4-15,0 0 2 0,0 0-8 0,0 0 5 16,0 0-3-16,0 0-1 0,0 0-4 0,0 0 1 16,0 0 1-16,0 0-1 0,0 0-13 0,6 17-18 15,-6-17-19-15,-1 10-11 0,1-10-60 0,-5 14-125 16,1-6 55-16</inkml:trace>
  <inkml:trace contextRef="#ctx0" brushRef="#br0" timeOffset="-85198.01">24444 9426 38 0,'0'0'64'0,"0"0"-1"15,0 0-4-15,0 0-8 0,0 0-1 0,0 0-1 16,0 0 2-16,0 0-10 0,0 0-2 16,0 0-1-16,0 0 10 0,0 0-9 0,0 0 3 0,0 0 6 15,0 0 0-15,0 0 0 0,0 0 2 0,0 0-5 16,0 0 4-16,0 0-1 0,0 0 9 0,0 0-9 16,0 0-1-16,0 0 0 0,0 0-5 15,0 0 8-15,0 0 4 0,0 0-3 0,0 0-2 0,0 0 10 16,0 0-4-16,0 0-3 0,0 0-2 0,0 0 2 15,0 0 0-15,0 0-2 0,0 0-4 0,0 0-8 16,0 0-3-16,0 0-1 0,0 0 0 0,0 0-2 16,0 0 1-16,0 0-7 0,0 0-5 0,0 0 3 15,0 0-5-15,3-6 1 0,-3 6-2 0,0 0-4 16,0 0 1-16,0 0-2 0,0 0-3 0,0 0 1 16,0 0-5-16,3-7 1 0,-3 7-2 15,0 0 2-15,0 0-7 0,0 0-14 0,0 0-11 0,0 0-12 16,0 0-29-16,0 0-20 0,0 0-16 0,0 0-26 15,0 0-7-15,0 0-6 0,0 0-119 0,0 0-281 16,0 0 125-16</inkml:trace>
  <inkml:trace contextRef="#ctx0" brushRef="#br0" timeOffset="-84143.77">20723 10804 55 0,'0'0'125'0,"0"0"-10"0,0 0-1 16,0 0-9-16,0 0 1 0,0 0-3 0,0 0 4 16,0 0-5-16,0 0-2 0,4-5-5 0,-4 5-3 0,0 0 0 15,0 0-3-15,0 0-8 0,0 0-4 0,0 0-5 16,0 0-3-16,0 0-12 0,0 0-1 15,0 0-4-15,0 0-6 0,0 0-2 0,0 0 0 16,0 0-4-16,0 0 0 0,0 0-3 0,0 0 2 16,0 0 0-16,0 0 2 0,0 0-7 0,0 0 1 0,0 0 2 15,0 0-1-15,0 0 3 0,0 0 5 16,0 0-6-16,0 0-3 0,0 0 2 0,0 0-5 16,0 0-1-16,0 0-2 0,0 0-4 0,0 0 0 15,0 0-3-15,0 0-3 0,0 0-1 0,0 0 0 0,0 0-2 16,0 0-2-16,0 0 0 0,0 0-1 0,0 0-1 15,0 0-2-15,0 0 1 0,0 0-4 0,0 0 5 16,0 0-6-16,0 0-1 0,0 0-8 0,0 0-6 16,0 0-15-16,0 0-14 0,0 0-17 0,0 0-33 15,4-5-19-15,-4 5-32 0,4-4-24 0,-4 4-20 16,5-8-168-16,-5 8-378 0,9-7 167 0</inkml:trace>
  <inkml:trace contextRef="#ctx0" brushRef="#br0" timeOffset="-83241.61">24922 8493 19 0,'-2'4'93'0,"2"-4"-6"15,0 0-8-15,0 0 2 0,0 0-9 0,-6 6 3 16,6-6 5-16,0 0 2 0,0 0 2 0,-1 9-6 15,1-9 8-15,0 0-5 0,-3 7-2 0,3-7-3 16,-1 7-3-16,1-7 1 0,-5 6-4 0,5-6-6 16,0 0-7-16,-3 7 4 0,3-7-6 0,0 0 5 15,-4 7-4-15,4-7-1 0,0 0 1 16,0 0 0-16,0 0-5 0,0 0-4 0,0 0-10 0,0 0 1 16,-2 7 1-16,2-7-2 0,0 0-2 0,0 0 0 15,0 0-1-15,0 0-3 0,0 0 2 0,0 0-2 16,0 0-3-16,0 0 3 0,0 0-1 0,0 0-2 15,0 0-1-15,0 0 1 0,0 0-3 0,0 0-7 16,0 0 5-16,0 0-3 0,0 0-2 0,0 0-2 16,0 0 1-16,0 0-1 0,0 0-3 0,0 0-5 15,0 0 6-15,0 0-3 0,0 0-9 0,0 0-12 16,0 0-14-16,0 0-12 0,0 0-27 0,0 0-32 16,0 0-25-16,0 0-25 0,9 7-31 0,-9-7-165 15,0 0-368-15,0 0 163 0</inkml:trace>
  <inkml:trace contextRef="#ctx0" brushRef="#br0" timeOffset="-81554.13">5834 9590 39 0,'0'0'59'0,"-9"-2"0"0,9 2-8 15,-9-2 1-15,9 2 4 0,-13-1-2 16,13 1-14-16,-12 0-3 0,12 0-3 0,-10 0-8 16,10 0 4-16,-11 0-4 0,11 0 3 0,-11 0 3 0,11 0-8 15,0 0-5-15,-11 1-2 0,11-1-6 16,0 0 0-16,-9 0 6 0,9 0 0 0,0 0-8 16,0 0-3-16,0 0 4 0,-9 2-1 0,9-2-4 0,0 0 4 15,0 0-6-15,0 0 1 0,0 0 3 0,0 0-1 16,0 0 9-16,0 0 1 0,0 0 0 0,0 0 4 15,19 8-2-15,-9-7-5 0,2-1 6 0,6 2 6 16,2-2-1-16,10 1-5 0,-1 0 1 0,2-1 1 16,4 2 6-16,5-2-2 0,16 0 1 0,2 0-2 15,2 0-3-15,4-2 3 0,28-2-1 0,-30 4-6 16,36-5 6-16,-6-1-2 0,1 2-5 0,4-3-1 16,5-3 3-16,0-4-1 0,1 0-14 0,-1-1 14 15,-1-4 0-15,-1 1-1 0,1-2 10 0,-4 1 0 16,-4-1-2-16,2 3-1 0,-3-4 7 0,-4 4-1 15,-24 4-4-15,0-2 1 0,2 4 5 0,21-10-8 16,-27 10-1-16,-1 1 0 0,1-2-5 0,-6 5 1 16,-3 0 1-16,-18 3-2 0,-4 0-4 0,1 2-5 15,-11 2 5-15,-1-2 4 0,-5 1-9 0,-2 1 4 16,-3 0-1-16,-8 0 3 0,13-1 13 0,-13 1 1 16,5-1 9-16,-5 1-2 0,0 0 1 0,0 0-5 15,0 0-3-15,0 0-2 0,0 0-3 0,-30-5-1 16,19 5-5-16,-1 0 2 0,0-2-5 0,-1 4-2 15,-3-1 0-15,1-1-11 0,-3 1-25 0,1-1-27 16,0 1-25-16,-1 3-28 0,0-1-40 0,5-1-161 16,-7 0-330-16,2-2 146 0</inkml:trace>
  <inkml:trace contextRef="#ctx0" brushRef="#br0" timeOffset="-81182.42">8232 8690 1310 0,'-7'-17'-103'0,"-4"0"71"0,3 0 45 0,-1 1-14 16,1 1 16-16,3 3-4 0,0 3-2 0,0 3-8 15,1-1 6-15,3 1-15 0,1 6 10 0,-7-8-1 16,7 8 10-16,-4-6-12 0,4 6 2 0,0 0 4 15,0 0 6-15,0 0 4 0,0 0-13 0,0 0 12 16,21 13 4-16,-14-5 0 0,0 3 1 0,2-2-6 16,1 2 9-16,-2-2-2 0,-2 3-3 0,2-4-3 15,1 2 15-15,-3-1 5 0,0-2 4 0,0 1 2 16,-3-3 9-16,1-1 10 0,1-1 12 0,-5-3-1 16,9 0-6-16,-9 0-3 0,13-12-8 0,1-2-6 15,4-4-3-15,0-5-6 0,5-2-2 0,0-1-6 16,3-2-4-16,9-11-5 0,6 4-14 0,1 3-16 0,7 0-15 15,3-2-32-15,27-12-24 0,3 2-27 0,1 3-39 16,-2 0-16-16,2 4-115 0,5-8-298 0,-1 0 132 16</inkml:trace>
  <inkml:trace contextRef="#ctx0" brushRef="#br0" timeOffset="-35136.14">2515 11301 28 0,'0'0'134'0,"0"0"-18"16,0 0 3-16,0 0-12 0,0 0-8 0,0 0 1 15,0 0-7-15,6-4-5 0,-6 4-2 0,0 0-1 0,0 0-6 16,0 0-8-16,0 0-2 0,0 0-7 0,0 0 1 15,0 0 10-15,0 0-26 0,0 0 1 0,0 0-5 16,0 0-4-16,0 0-4 0,0 0-4 16,0 0-6-16,0 0-5 0,0 0-11 0,0 0-13 0,0 0-24 15,0 0-20-15,0 0-26 0,0 0-15 0,0 0-20 16,0 0-20-16,10 6-86 0,-10-6-233 0,0 0 104 16</inkml:trace>
  <inkml:trace contextRef="#ctx0" brushRef="#br0" timeOffset="83967.73">2374 11204 21 0,'-8'3'35'16,"8"-3"-5"-16,-2 6-8 0,2-6-9 0,-5 7-8 15,1-1-26-15,0-2-23 0,0 2 10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6T03:38:35.9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751 10740 144 0,'0'0'164'0,"0"0"-3"0,0 0-8 0,0 0-5 16,0 0-2-16,0 0-11 0,0 0-4 0,0 0-5 15,0 0-4-15,0 0-9 0,0 0-10 0,0 0-11 16,0 0-5-16,0 0-13 0,0 0-6 0,0 0-12 0,0 0-6 16,0 0-4-16,0 0-4 0,0 0-8 15,0 0-3-15,0 0-6 0,0 0 1 0,0 0-6 16,0 0 0-16,0 0-2 0,0 0-2 0,0 0-3 16,0 0-1-16,0 0 2 0,-56 57-3 0,56-57-5 15,-14 43 3-15,14-43-2 0,-7 35-3 0,7-35 1 0,-8 33 0 16,8-33 2-16,-2 31-1 0,2-31-5 15,0 0 1-15,0 42 4 0,0-42-4 0,0 0 0 16,17 30 25-16,-17-30 0 0,14 19-1 0,-14-19-1 16,0 0-6-16,28 23-2 0,-28-23 0 0,21 9 1 15,-9-8-3-15,1-1-2 0,-2 0 2 0,2-1-2 16,-1-3 0-16,2 0-3 0,-2-1 3 0,1-1-2 16,1-4-1-16,-3 3-4 0,-1-1 5 0,-1-2-4 15,0-4 0-15,1 2 0 0,-4-3 1 0,1-1-3 16,-3 1 1-16,0-2-4 0,-2-1 1 0,-2 0 1 15,-4 0-1-15,2-1-2 0,-2 1-1 0,-3 0-1 16,0 4 3-16,2-4 1 0,-3 2 2 0,-2 1-4 16,1 1 3-16,9 14-1 0,0 0-4 0,-31-28 0 15,31 28 1-15,0 0-2 0,-24-15 0 0,24 15-4 16,0 0 1-16,-41 2-2 0,41-2-11 0,0 0-23 16,-49 27-21-16,49-27-20 0,-32 23-27 0,20-9-34 15,12-14-35-15,-21 27-36 0,21-27-114 0,-15 30-356 16,15-30 158-16</inkml:trace>
  <inkml:trace contextRef="#ctx0" brushRef="#br0" timeOffset="761.93">805 10926 109 0,'0'0'99'0,"0"0"-2"0,0 0-5 0,0 0-14 16,20-6 10-16,-20 6-7 0,13-1-5 0,-3-1-2 15,1 2-1-15,0-3-6 0,3 2 0 0,5 0-10 16,1-1 1-16,-1 2-11 0,1 0 0 0,7 0-3 16,-6 0-4-16,7 0-1 0,-1 0-5 0,3 0-5 15,-6 2 1-15,-1-2-2 0,5 1 4 0,-6 0 2 16,7-1-6-16,-2 1-8 0,-1 2 5 0,-5-2-8 15,1 2 1-15,-1-2-2 0,2 0 1 0,-2 1-3 16,10-2-1-16,-2 3 0 0,1 0-3 0,-10-2-1 16,2 2 3-16,7-2-5 0,-2 3 2 0,-5 0 3 15,5-3-4-15,-8 1-5 0,3 0 3 0,-1 1-1 16,1-2 4-16,0 1-4 0,-1 1 3 0,9-3-5 16,-11 1 1-16,3 1 0 0,-1-2-1 0,-1 2 0 15,0-1 7-15,-2-1 0 0,-5 2 0 0,6-4 3 16,-6 4-2-16,-2-2 7 0,-1 0-6 0,2 0-3 15,-4 0-2-15,1 2 0 0,-2-2 2 0,-7 0 4 16,12 2 5-16,-12-2 2 0,0 0-2 0,11 0 0 16,-11 0 5-16,0 0 1 0,8 1 4 0,-8-1-3 15,0 0 2-15,0 0 1 0,0 0-1 0,8 1-3 16,-8-1 0-16,0 0-2 0,0 0-1 0,0 0-7 16,0 0 0-16,0 0-3 0,0 0-8 0,0 0-22 15,0 0-24-15,0 0-21 0,0 0-25 0,0 0-37 16,1 8-44-16,-1-8-135 0,0 0-331 0,-17 13 147 15</inkml:trace>
  <inkml:trace contextRef="#ctx0" brushRef="#br0" timeOffset="3597.97">1949 10996 59 0,'0'0'107'0,"0"0"-1"0,0-9-1 15,0 9-14-15,0 0-7 0,0 0 1 0,1-6 4 16,-1 6-2-16,0 0-5 0,2-9 0 0,-2 9-6 16,3-7-5-16,-3 7-4 0,5-6 0 0,-5 6-3 15,0 0-7-15,2-11 2 0,-2 11-7 0,0-5 3 16,0 5-4-16,0 0 0 0,2-7-13 0,-2 7 7 15,0 0-3-15,0 0-4 0,0 0-6 0,0 0-9 16,0 0-1-16,0 0-5 0,0 0 3 0,0 0-5 16,0 0 0-16,0 0-1 0,0 0-4 0,4 20-3 15,-6-9-2-15,0 0 4 0,4 5-4 0,1 1 1 16,-3 4 4-16,1 5-3 0,0 1 0 0,-1-1-3 16,0 2 0-16,-2-2 3 0,1 3-9 0,-1-4 3 15,0 2-1-15,0 0 4 0,1 1-1 0,-1 1 1 16,-2-3 5-16,1 1-4 0,1 4 0 0,1-2 0 15,-1 1-1-15,-2 0 4 0,2-4-1 0,0 0-3 16,0 0 1-16,1-7 0 0,-1-1-4 0,1 1-2 16,0-2-4-16,-1 1 13 0,1-2-2 0,0 0-1 15,-1-1-3-15,-1-1 5 0,3-2-7 0,0 0 2 16,-1 0 2-16,1-2-6 0,0 2 4 0,-2-2-2 16,2 0 2-16,2 0 2 0,-1-1-3 0,-2 0 3 15,-1 1-2-15,2-3 2 0,0 2-7 0,0-1 1 16,0 1 5-16,0-9 2 0,0 12-2 0,0-5-1 15,0-7 1-15,2 12 2 0,-1-7-7 0,-1-5 2 16,0 10-5-16,0-10 6 0,0 8-3 0,0-8 5 16,0 0 3-16,0 8-9 0,0-8 5 0,0 0 15 15,0 0 10-15,0 0 12 0,0 0 8 16,0 0 5-16,0 0 5 0,0 11 3 0,0-11-1 16,0 0-1-16,0 0-1 0,0 0-6 0,0 0-3 0,0 0-3 15,0 0-7-15,0 0 0 0,0 0-7 0,0 0 2 16,0 0-6-16,0 0-3 0,0 0-5 0,0 0 1 15,0 0-7-15,0 0-1 0,0 0-3 16,11-19 6-16,-11 19-9 0,9-6 0 0,-2 3-1 0,0 1 2 16,0 0-6-16,-7 2 0 0,15-2-4 0,-6 2 2 15,-9 0-1-15,14 1 2 0,-6 2-1 0,3 0 0 16,-4 1-1-16,2 1-1 0,0 1-2 0,-2 1 6 16,2 1-7-16,-2-1 4 0,0 3-2 0,1 1 6 15,-4 0-3-15,1 1 0 0,0 2-1 16,-1 0-1-16,-2 2 2 0,1 0-1 0,-3-3-3 0,0-1 2 15,-2 1 2-15,1 2 1 0,-1 2-1 0,-3-6 0 16,1-1 0-16,-3 5 1 0,1 0 0 0,-3-1 0 16,0 2-2-16,0-1 12 0,-2-4-11 0,2-1 1 15,-3 0 2-15,1-1 1 0,-1-3 1 0,-3 2-1 16,0 0-2-16,2-4 1 0,1 0-1 16,2-2 3-16,-3 0 0 0,3 0 0 0,-1-2 0 15,4 0 2-15,7 0-2 0,-14 0 0 0,14 0 0 0,-9-3-2 16,9 3-3-16,-9-3 0 0,9 3-3 0,-2-7-7 15,2 7 1-15,0 0-4 0,0 0 3 16,14-9 2-16,-5 9-5 0,2-3 5 0,-1 3 0 0,2 3-1 16,-3-1-1-16,4 1 6 0,-3 2-7 15,3 1 4-15,-4 2-2 0,0 0 1 0,1 4 0 16,-4-2 0-16,-1 2 3 0,-1 4 0 0,-2 1-1 0,0 0 1 16,-4 1 1-16,0 2 4 0,0-3-3 0,-4 0 3 15,1 0-3-15,-2 0 27 0,2-6-1 0,-2 4 1 16,1-5-1-16,-1 0-5 0,-1 1-3 15,0-4 7-15,0 1-5 0,-2-2-3 0,4 0 2 16,-2-3 1-16,3 0-1 0,-2 0-1 0,7-3-4 16,-12 3-1-16,12-3 5 0,-11 1-4 0,11-1 0 15,0 0-1-15,-12-4-3 0,12 4 2 0,-8-4-11 0,8 4-6 16,0 0-2-16,-5-6 0 0,5 6-5 16,0 0 4-16,0 0 1 0,0 0-3 0,18-5 2 15,-18 5 1-15,16 1-2 0,-7 3 1 0,3 1 7 16,-2 3-6-16,-1-1 0 0,2 2 0 0,-3 1 7 15,0 0 0-15,1 4-2 0,-4-2-1 0,0 2-1 16,-3-2 3-16,1 4 1 0,-2-1-1 0,-2 2 4 16,0-4-4-16,-2 2 2 0,-3-1 0 0,2-1 2 0,-4 0-1 15,-2 1 1-15,1-6 0 0,-1 3 5 16,2-4 0-16,-6 4-3 0,3-4 3 0,0-1-3 16,1-1 2-16,3-2-1 0,0 1 2 0,-3-1 0 15,5-1 0-15,-2 0 2 0,7-2 0 0,-8 1-2 16,8-1-1-16,0 0-9 0,0 0-8 0,0 0 0 15,0 0 1-15,0 0-2 0,0 0 5 0,0 0-3 16,0 0 2-16,17-10 0 0,-17 10-1 0,0 0 3 16,16 5-4-16,-7-1 2 0,0 1 3 0,-2 0-2 15,-3 0 0-15,6 2 0 0,-3 1 1 0,0 5 3 16,-1 3 1-16,-1 0 1 0,-1-3-1 0,0 3 1 16,-1 3 2-16,0 0-1 0,-3-2-1 0,0-1 1 15,1 1 1-15,-1-5 2 0,-4 4-1 0,1-3 1 16,2-3 0-16,-5 3 1 0,2-2 2 0,-1 0 0 15,1 0-1-15,-1 0 2 0,-1-2-1 0,2-1-1 16,-4-3 3-16,6 1 1 0,-2-1 1 0,4-5 1 16,-7 6-3-16,7-6 3 0,-4 4-2 0,4-4 3 15,0 0-6-15,0 0-15 0,0 0-8 0,0 0 1 16,0 0-4-16,0 0 4 0,0 0-3 0,13-19 8 16,-5 17-4-16,0 0 4 0,-8 2-3 0,16 0 2 15,-5 0-2-15,-1 2 2 0,-1 3 1 0,0 0-1 16,1 2 10-16,-3-1-4 0,2 2-1 0,-1 0 5 15,-2 3 0-15,1 2 1 0,-4-1 1 0,3 4 6 16,-5 2-1-16,0 0 1 0,-1-3 3 0,0 2 0 16,-2-2 1-16,-1 0-2 0,0-2 1 0,0 2 1 15,0-5-2-15,-4 2 2 0,3-3-4 0,-1 2 4 16,2-5-6-16,-2 4 6 0,1-2-2 0,0-2 1 16,-1 0-1-16,1 0 0 0,-1-1 1 0,2 0 0 15,3-5-2-15,-8 6 1 0,3-4 1 0,5-2 1 16,-8 5-5-16,8-5 1 0,-9 1 2 0,9-1 2 15,0 0 0-15,-8 2-2 0,8-2 1 0,0 0 3 16,0 0-4-16,0 0-7 0,0 0 4 0,0 0-6 16,0 0 3-16,0 0 0 0,0 0-2 0,0 0 0 15,0 0-3-15,12 14 4 0,-5-5-3 0,0 0 4 16,1 2 1-16,-3 5-1 0,5 0 4 0,-6 2 3 16,3 1-2-16,-1 10 10 0,0 1-2 0,0 1 4 15,-2-1-6-15,3 0-1 0,-5 1 1 0,-2 2 1 16,4-1 3-16,-3 1 3 0,1 0 2 15,-5 1-2-15,4-1 0 0,-4-3-5 0,1 0 1 16,-3-2-1-16,-1 0 2 0,2-3-5 0,-3-6 1 16,1 4-1-16,2-6 0 0,-4-2-2 0,5-3 2 0,-1-1-2 15,1-1 2-15,-2 0-3 0,3-1-2 0,-2-3 0 16,2 2 2-16,0-3-4 0,-1 2 4 16,3-7 1-16,-5 10 2 0,5-10-2 0,-6 6 5 15,6-6 2-15,0 0 1 0,-4 6 5 0,4-6 0 16,-4 4 2-16,4-4 6 0,0 0-4 0,-7 1-9 15,7-1 4-15,0 0-4 0,0 0 1 0,0 0-1 16,-17-4-4-16,17 4-1 0,-10-3-5 0,10 3 5 16,-12-2-2-16,3 2-4 0,0-1 0 0,-1 0-1 0,-4-1 3 15,1 2 1-15,-6-1-4 0,8 1-4 16,-10 0-2-16,2 0 6 0,0-1-6 0,-3-2 0 16,-5 1-2-16,0-1 3 0,0 3 0 0,-3-3 0 15,2 2 2-15,-3 0 0 0,2-3 0 0,-3 0-4 16,2 2 5-16,0-3-31 0,-2 1 1 0,2-1 3 15,0-1-2-15,-2 2 3 0,-2 1 5 0,1-2 2 16,1 3-2-16,-1-1 5 0,-6-1 2 0,5 1-2 16,-2 1-2-16,2 1 3 0,-3 1 1 0,37 0 2 15,-69 4 0-15,32-5 3 0,3 4 2 0,0 1-1 16,34-4-2-16,-65 10 4 0,36-7-1 0,29-3 0 16,-52 7 7-16,31-2-3 0,21-5 1 0,-40 5-5 15,40-5 2-15,-37 2 2 0,37-2 3 16,0 0 27-16,-45 2-2 0,45-2-2 0,0 0-2 0,-45-2 1 15,45 2 3-15,0 0-3 0,-40-4 1 16,40 4-1-16,0 0 1 0,-44-5 6 0,44 5-8 0,0 0 5 16,-33-4-7-16,33 4 5 0,0 0 2 0,0 0 4 15,0 0-2-15,-34-8 0 0,34 8-1 16,0 0-3-16,0 0-6 0,0 0-3 0,0 0-2 0,0 0-1 16,0 0-3-16,0 0-1 0,0 0 2 0,0 0-5 15,0 0-3-15,0 0 5 0,0 0-3 0,0 0 0 16,0 0-3-16,0 0-2 0,-34-6-1 15,34 6 2-15,0 0-2 0,0 0 3 0,0 0-6 16,0 0 8-16,0 0-4 0,0 0-2 0,0 0 1 16,0 0-7-16,0 0-12 0,0 0-14 0,0 0-27 15,0 0-13-15,0 0-24 0,0 0-16 0,0 0-23 16,0 0-23-16,0 0-24 0,0 0-38 0,0 0-200 16,0 0-455-16,0 0 202 0</inkml:trace>
  <inkml:trace contextRef="#ctx0" brushRef="#br0" timeOffset="4046.2">463 14245 42 0,'0'0'212'0,"0"0"-10"0,0 0-11 16,0 0-6-16,0 0-6 0,0 0-7 0,0 0 2 16,0 0-11-16,0 0-8 0,0 0-9 0,0 0-12 15,0 0-9-15,0 0-12 0,0 0-14 0,0 0-9 16,0 0-14-16,0 0-9 0,0 0-5 0,0 0-6 16,0 0-5-16,0 0-6 0,0 0-5 0,0 0-11 15,0 0 4-15,0 0-2 0,0 0-7 0,0 0 0 16,0 0-2-16,0 0 3 0,0 0-5 0,0 0-1 15,0 0 1-15,0 0 0 0,0 0 5 0,0 0-2 16,0 0 2-16,0 0-3 0,50 37-2 16,-50-37-1-16,0 0 5 0,0 0 1 0,0 0 4 0,0 0-1 15,0 0-6-15,0 0-1 0,0 0 1 0,0 0-3 16,36-25-2-16,-36 25 0 0,0 0-2 0,0 0-2 16,0 0-1-16,0 0-2 0,0 0-1 0,0 0-5 15,0 0-3-15,0 0 2 0,-52-50-4 16,52 50 2-16,0 0-4 0,0 0-11 0,0 0-8 0,0 0-15 15,0 0-22-15,0 0-29 0,0 0-32 16,0 0-59-16,0 0-34 0,0 0-243 0,-65 41-494 16,65-41 218-16</inkml:trace>
  <inkml:trace contextRef="#ctx0" brushRef="#br0" timeOffset="4193.22">727 13991 95 0,'0'0'103'16,"0"0"-31"-16,0 0-41 0,0 0-48 0,0 0-31 15,0 0-51-15,0 0 23 0</inkml:trace>
  <inkml:trace contextRef="#ctx0" brushRef="#br0" timeOffset="5837.27">378 14286 77 0,'0'0'125'0,"0"0"-9"16,0 0-5-16,0 0-21 0,0 0 0 0,0 0-9 16,0 0-5-16,0 0-9 0,0 0-1 0,0 0-1 15,0 0 8-15,0 0 5 0,0 0-6 0,0 0-6 16,0 0-6-16,0 0-4 0,0 0-2 0,0 0-8 15,0 0-1-15,6 84-1 0,-6-84-6 0,0 0-4 16,12 28-4-16,-12-28-1 0,0 0-1 0,13 24-3 16,-13-24 0-16,0 0-8 0,21 18 3 0,-21-18 0 15,0 0-7-15,0 0 6 0,31 10 4 0,-31-10 7 16,0 0 1-16,0 0 0 0,0 0 8 0,54-15-1 16,-54 15 1-16,0 0 5 0,27-26 1 0,-27 26 6 15,13-19 5-15,-13 19 1 0,0 0-2 0,9-31-7 16,-9 31 0-16,0 0-3 0,0 0-4 0,-11-46-6 15,11 46-1-15,0 0-1 0,-23-33-1 0,23 33-4 16,-27-16 23-16,27 16-4 0,0 0-8 0,-33-14-10 16,33 14-2-16,0 0-12 0,-41 0-35 0,41 0-16 15,0 0-36-15,-42 16-46 0,42-16-49 0,0 0-61 16,-43 20-157-16,43-20-416 0,-19 10 185 16</inkml:trace>
  <inkml:trace contextRef="#ctx0" brushRef="#br0" timeOffset="8177.42">172 12171 95 0,'0'0'198'0,"0"0"-9"15,0 0 5-15,0 0-12 0,0 0-6 0,0 0-8 16,0 0-25-16,-21-34-10 0,21 34-15 0,0 0-22 16,0 0-4-16,0 0-18 0,0 0-5 0,0 0-6 15,0 0-4-15,0 0-8 0,0 0-9 0,0 0-2 16,0 0-6-16,0 0-2 0,0 0-3 0,0 0-3 16,50 82-2-16,-50-82-3 0,13 32 0 0,-13-32-6 15,15 31 8-15,-15-31-9 0,16 29-3 16,-16-29 0-16,14 22 1 0,-14-22-2 0,14 20 0 15,-14-20-1-15,0 0-4 0,17 22 3 0,-17-22-2 0,0 0 2 16,0 0-4-16,23 18-2 0,-23-18 9 0,0 0-3 16,0 0 7-16,0 0-4 0,0 0 1 0,0 0-1 15,0 0 0-15,0 0-3 0,0 0 0 0,45-39-2 16,-45 39 0-16,7-35 1 0,-7 35 0 0,8-44 1 16,-3 19-2-16,-5 25-3 0,4-52 2 15,-4 52-6-15,10-45 3 0,-6 25 0 0,-4 20 1 16,6-35 2-16,-6 35-4 0,0 0-5 0,9-30-12 15,-9 30-28-15,0 0-28 0,0 0-17 0,0 0-13 16,0 0-9-16,0 0-28 0,0 0-22 0,0 0-162 0,0 0-349 16,0 0 154-16</inkml:trace>
  <inkml:trace contextRef="#ctx0" brushRef="#br0" timeOffset="8623.29">497 12482 63 0,'0'0'186'0,"0"0"-5"0,0 0 5 0,0 0-3 16,0 0-7-16,0 0 6 0,0 0-7 0,0 0 5 15,0 0-17-15,0 0-7 0,0 0-3 0,0 0-13 16,0 0-12-16,0 0-17 0,0 0-11 0,0 0-2 16,0 0-13-16,0 0-7 0,0 0-7 0,0 0-5 15,-15-82-17-15,15 82 2 0,0 0-16 0,0 0 1 16,13-41-8-16,-13 41-1 0,0 0-8 0,0 0-3 15,18-22-7-15,-18 22 1 0,0 0-3 0,0 0 4 16,0 0-6-16,0 0 3 0,0 0-5 16,0 0-2-16,0 0-4 0,0 0 0 0,63 35-3 0,-63-35 2 15,0 0-4-15,13 26-2 0,-13-26 1 16,0 0-2-16,0 0-4 0,14 24 2 0,-14-24-1 16,0 0 3-16,0 0 5 0,0 0 3 0,0 0 1 15,0 0 2-15,0 0-3 0,0 0 8 0,0 0-8 16,0 0 1-16,0 0-3 0,0 0 3 0,0 0-3 15,0 0 1-15,0 0-3 0,26-56 4 0,-26 56-8 16,16-30 3-16,-16 30 2 0,13-20 0 0,-13 20-2 16,0 0 2-16,25-24-1 0,-25 24-3 0,0 0 0 15,0 0 1-15,27-7 0 0,-27 7 0 0,0 0-4 16,0 0 7-16,0 0-3 0,40 37 7 0,-40-37-6 16,14 35-10-16,-14-35-43 0,9 43-30 0,-9-43-41 15,5 43-37-15,-4-17-25 0,-1-26-178 0,0 46-402 16,0-46 179-16</inkml:trace>
  <inkml:trace contextRef="#ctx0" brushRef="#br0" timeOffset="9048.64">371 12827 183 0,'0'0'188'15,"0"0"-19"-15,0 0-16 0,0 0-16 0,0 0-11 16,0 0-16-16,0 0-11 0,0 0-13 0,-71 26-9 15,71-26-8-15,0 0-5 0,-14 29-12 0,14-29 4 16,0 0-12-16,0 0-5 0,11 44-5 0,-11-44-9 16,0 0 3-16,32 32-2 0,-32-32-5 0,31 21 3 15,-31-21-2-15,27 19-5 0,-27-19 0 0,20 14-5 16,-20-14-1-16,0 0-2 0,23 19 0 0,-23-19 0 16,0 0 0-16,0 0 4 0,11 29 0 0,-11-29 5 15,0 0 0-15,0 0-4 0,-27 45-2 0,27-45-2 16,-32 25-3-16,32-25-1 0,-31 23-1 0,15-14-18 15,16-9-33-15,-29 16-11 0,29-16-22 0,0 0-19 16,-33 13-35-16,33-13-137 0,0 0-291 0,0 0 129 16</inkml:trace>
  <inkml:trace contextRef="#ctx0" brushRef="#br0" timeOffset="9222.15">454 13023 115 0,'0'0'146'0,"0"0"-5"16,0 0-6-16,0 0-9 0,0 0-4 0,0 0-6 16,0 0-17-16,0 0-1 0,30 43-13 0,-30-43-2 15,4 28-11-15,-4-28-4 0,7 31-36 0,-7-31-36 16,4 31-31-16,-4-31-41 0,0 0-30 0,0 36-98 16,0-36-219-16,0 0 98 0</inkml:trace>
  <inkml:trace contextRef="#ctx0" brushRef="#br0" timeOffset="9571.94">641 13111 88 0,'0'0'162'0,"0"0"-7"0,0 0-6 0,0 0-12 15,0 0-10-15,0 0-6 0,0 0-11 0,0 0 1 16,0 0-1-16,0 0-1 0,0 0-10 0,0 0-10 16,0 0 2-16,0 0-7 0,0 0 6 0,22-68-2 15,-22 68-10-15,0 0-7 0,11-25-8 0,-11 25-10 16,0 0-4-16,0 0-7 0,16-20-5 0,-16 20-7 15,0 0-2-15,0 0-4 0,0 0-4 0,0 0 0 16,0 0-12-16,0 0-19 0,52 48-27 0,-52-48-29 16,9 25-30-16,-9-25-31 0,0 0-38 0,7 37-27 15,-7-37-98-15,0 0-314 0,2 29 138 0</inkml:trace>
  <inkml:trace contextRef="#ctx0" brushRef="#br0" timeOffset="9965.84">841 13018 92 0,'-3'-14'184'0,"3"14"-15"15,0 0-6-15,0 0-20 0,0 0-8 0,0 0-14 16,0 0-13-16,0 0-13 0,0 0-5 0,0 0-11 16,5 44-6-16,-5-44-3 0,5 12-9 0,3-4-6 15,-8-8-3-15,9 8-2 0,-9-8-3 0,14 6 4 16,-14-6-8-16,16-1-2 0,-16 1-6 0,0 0-4 15,26-6 3-15,-19 2-6 0,-7 4 0 0,12-8-6 16,-12 8-1-16,9-10-4 0,-9 10 4 0,6-10-1 16,-6 10-9-16,0 0 3 0,9-13-4 0,-9 13 0 15,0 0-5-15,4-12-3 0,-4 12-2 0,0 0 1 16,0 0-3-16,0 0 2 0,12-4-2 0,-12 4 3 16,0 0 0-16,0 0-4 0,0 0 3 0,23 11 0 15,-23-11-4-15,10 5 5 0,-10-5 2 0,0 0-3 16,14 3 8-16,-14-3 1 0,0 0 10 0,18-4 6 15,-18 4 9-15,9-8 4 0,-9 8 11 0,8-14-3 16,-8 14-7-16,4-13-1 0,-4 13 2 0,-1-15-15 16,1 15-11-16,-7-16-25 0,7 16-30 15,-7-17-28-15,7 17-34 0,-10-13-21 0,6 6-11 0,4 7-22 16,-10-12-18-16,10 12-125 0,-5-10-324 0,5 10 144 16</inkml:trace>
  <inkml:trace contextRef="#ctx0" brushRef="#br0" timeOffset="10172.14">1182 12766 93 0,'0'0'194'15,"0"0"-17"-15,0 0-17 0,0 0-13 0,0 0 1 16,0 0 1-16,0 0-4 0,11 20-7 0,-8-8-9 16,-3-12-14-16,4 27-7 0,-4-11-7 0,2 4-4 15,-2-1-13-15,4-1-6 0,-1 7-7 0,-3-8-8 16,2 1-4-16,0-3-5 0,2 2-5 0,-2-6-7 15,-1 1-19-15,-1-12-22 0,3 19-33 0,-1-10-36 16,-2-9-36-16,6 13-56 0,-6-13-184 0,0 0-372 16,0 0 165-16</inkml:trace>
  <inkml:trace contextRef="#ctx0" brushRef="#br0" timeOffset="10336.64">1156 12947 256 0,'0'0'231'16,"0"0"-23"-16,-6-11-22 0,6 11-18 0,0 0-19 16,0 0-16-16,0 0-39 0,0 0-36 0,27-6-47 15,-11-1-67-15,2-2-59 0,-2-2-106 0,3 0-239 16,0 0 106-16</inkml:trace>
  <inkml:trace contextRef="#ctx0" brushRef="#br0" timeOffset="12582.18">3381 10893 30 0,'0'0'113'0,"-3"-14"-16"0,3 14-5 15,0 0-11-15,0 0 1 0,0 0 0 0,-7-8 5 16,7 8-2-16,-5-4-13 0,5 4-4 0,-7-5-3 15,7 5 0-15,-6-5-2 0,6 5-5 0,-7-5 0 16,7 5-10-16,-10-3-1 0,10 3-5 0,-10-3 2 16,10 3-11-16,-10-5-4 0,4 3 6 0,6 2-3 15,-9-3-6-15,1 2 0 0,8 1-6 0,-10-2 3 16,1 1-7-16,9 1 7 0,-12-2-1 0,12 2 3 0,-11-1-15 16,11 1 8-16,-12 0-9 0,12 0 0 15,-7 1-1-15,7-1 2 0,0 0-5 0,0 0 1 16,-9 0-2-16,9 0 3 0,0 0-6 0,0 0-1 15,0 0-2-15,0 0 10 0,0 0-5 0,0 0 0 16,0 0 2-16,0 0 2 0,0 0 0 0,25 11 2 0,-12-9-2 16,4 1-5-16,3 1 4 0,3-3 0 15,8 1 4-15,-1-1-3 0,6 0-2 0,0 1 5 16,-1-4-4-16,0 1 0 0,3 1 3 0,13 1-3 0,-17-1-4 16,3 0 2-16,-1 0 2 0,3 0-4 0,-1-1-1 15,0 1 2-15,-1-1 0 0,-1 0 2 16,-3 0-2-16,3 0 2 0,-3 2-1 0,-1-1-1 15,-1 0 3-15,-1 0 1 0,1 1-9 0,-2-1 5 16,2 1-2-16,-4 3 4 0,2-4-1 0,-1 0-1 0,0-2-2 16,0 2 2-16,1 3 2 0,-1-4-2 0,-1 1-2 15,1 1 3-15,-1 0-3 0,-4 0-1 0,5-2 0 16,1 2 5-16,-1 1-7 0,-1-2 4 0,2 0-3 16,-8 0 2-16,2 0-3 0,-2 3 2 0,8-1 0 15,-9-2 0-15,8 0 0 0,-6 1 1 0,-2-1 0 16,1 0 4-16,-1 1-8 0,3 1 3 0,-3-2 2 15,2 0-1-15,5-2-1 0,1 1-2 16,0 0 3-16,2-1 4 0,-1-1 0 0,-3 1-4 0,2-1 1 16,2 1-1-16,-1 1 3 0,-2 0-3 0,1-1-1 15,-8 1 0-15,-1-2 3 0,1 3-4 0,-5-2-1 16,0 0 2-16,3 2-1 0,-1 0 4 0,2-1-3 16,-6 1 4-16,2-1-3 0,-3 0 9 0,0 0 0 15,1 2 2-15,0-2 0 0,-2-1-2 0,1 1-1 16,-2 0 2-16,-1-1-5 0,-9 2 0 0,13 0 3 15,-5 0-4-15,-8 0-1 0,12 0 2 0,-5 0 0 16,-7 0 1-16,11 0-1 0,-11 0-1 0,9-3-3 16,-9 3-1-16,0 0-10 0,12 2-16 0,-12-2-25 15,0 0-26-15,0 0-35 0,0 0-33 0,0 0-147 16,0 0-313-16,0 0 139 0</inkml:trace>
  <inkml:trace contextRef="#ctx0" brushRef="#br0" timeOffset="15433.98">3159 10979 25 0,'0'0'36'0,"0"0"1"0,0 0-3 0,0 0-5 0,0 0 0 16,0 0-6-16,0 0-6 0,0 0 3 0,2-12-1 15,-2 12-5-15,0 0-3 0,0 0-8 0,8-5 1 16,-8 5-1-16,5-3-2 0,-5 3-3 0,0 0 1 16,5-5 1-16,-5 5 1 0,0 0 2 0,5-5 0 15,-5 5-3-15,5-4-2 0,-5 4 8 0,4-6 0 16,-4 6 12-16,0 0-11 0,4-7 3 0,-4 7 4 15,0 0 0-15,0 0-2 0,0-8 2 0,0 8-1 16,0 0 2-16,1-7 6 0,-1 7-1 0,0 0-7 16,0 0 2-16,0-9 3 0,0 9-1 0,0 0-2 15,0 0 3-15,0 0 3 0,3-8-1 0,-3 8 4 16,0 0 5-16,4-6-6 0,-4 6 3 0,0 0 0 16,0 0-3-16,0 0-1 0,1-8 0 0,-1 8-4 15,0 0-1-15,0 0 1 0,0 0-6 0,0 0 1 16,0 0 4-16,0 0-1 0,0 0 2 0,0 0 4 15,0 0 11-15,0 0-7 0,0 0 5 0,0 0 0 16,0 0 2-16,1-8 10 0,-1 8-1 0,0 0 0 16,0 0 11-16,0 0-4 0,0 0 2 0,0 0-6 15,0 0 14-15,0 0-13 0,0 0-7 0,0 0 1 16,0 0 1-16,0 0-4 0,0 0-3 0,0 0-1 16,0 0-4-16,0 0 1 0,0 0-2 0,0 0-4 15,0 0-3-15,0 0-6 0,0 0-1 0,0 0-3 16,0 0 0-16,0 0-4 0,0 0-1 0,0 0-1 15,0 0-5-15,0 0 2 0,0 0-2 0,0 0 3 16,0 0 2-16,5 21 3 0,-3-15-5 0,-1 1 10 16,0 1-8-16,2 1 3 0,-2 1-2 0,-1-1 1 15,0 2 3-15,4-2-2 0,-2 1 1 0,-2 2-2 16,2-2 2-16,-4 1 15 0,2 1-3 0,0 1 1 16,-2-3-1-16,2 2-2 0,-1-1-2 0,-1 0 5 15,4 0 0-15,-4 1-9 0,2-1-2 0,-1 1 2 16,1-1-5-16,-1 1-1 0,-2 1 2 0,1-3-1 15,2 3 0-15,1-3 3 0,-4 0-3 0,5 0 0 16,-2 1 1-16,1-1 1 0,-2-3-3 0,2 3-1 16,-1-1-1-16,0-2 2 0,-3 3 0 0,2-3-1 15,0 1 3-15,0 1-1 0,1-9-2 0,-3 15 3 16,0-10-2-16,2 2 5 0,1-7-7 0,-4 13-2 16,4-9 4-16,0-4 3 0,-4 12-3 0,3-6 0 15,1-6 0-15,-1 11-1 0,1-11 1 0,-1 9-1 0,1-9-3 16,0 7 0-16,0-7 2 0,0 0 1 15,-4 12-4-15,4-12-2 0,-3 7 1 0,3-7 1 16,-1 8 0-16,1-8 2 0,-1 8-3 0,1-8 0 16,-1 6 0-16,1-6 4 0,0 0-3 0,-2 10-1 15,2-10 2-15,0 0 0 0,0 0-1 0,-1 7 7 0,1-7-6 16,0 0-2-16,0 0 2 0,0 0-2 16,0 0 1-16,3 9 0 0,-3-9-2 0,0 0 1 15,0 0-3-15,0 0 4 0,0 8-3 0,0-8 1 16,0 0-1-16,-3 8 0 0,3-8 2 0,0 0-1 0,0 14 0 15,-1-7 0-15,1-7 2 0,0 17 2 0,1-4-2 16,0-3-2-16,-1 5 0 0,0-1 4 0,2-2-2 16,-1 0 1-16,0 0-1 0,0-2 2 15,1 0-2-15,-1-4 1 0,-1-6-2 0,2 12 1 16,-2-12 0-16,0 7 2 0,0-7 4 0,0 0 7 0,2 10 9 16,-2-10 5-16,0 0 4 0,1 6 10 15,-1-6-1-15,0 0 2 0,0 0-3 0,0 0 2 16,0 0 1-16,0 0-4 0,0 0-3 0,0 0 0 15,1 7-5-15,-1-7-3 0,0 0-5 0,0 0-1 0,0 0-7 16,0 0 2-16,0 0 1 0,0 0-6 0,0 0 3 16,0 0-9-16,0 0 3 0,0 0-1 0,0 0-2 15,0 0 2-15,0 0 0 0,0 0-5 0,0 0 5 16,0 0-1-16,0 0-4 0,0 0 3 0,0 0-1 16,0 0-2-16,0 0 3 0,0 0 0 0,0 0-4 15,0 0 0-15,0 0 0 0,0 0-3 0,0 0 3 16,0 0 1-16,0 0-2 0,0 0-2 15,0 0 1-15,0 0 0 0,0 0-3 0,0 0 3 16,0 0 3-16,0 0-2 0,0 0 0 0,0 0 1 0,0 0-3 16,0 0-2-16,0 0 8 0,0 0-2 0,-11-20 1 15,11 20-3-15,0 0-7 0,-4-9 10 0,4 9-9 16,-1-5 2-16,1 5 1 0,-3-8 1 0,3 8 1 16,-2-8 0-16,2 8-4 0,-4-8 3 0,4 8-3 15,-8-7 0-15,3 4 0 0,5 3 0 0,-6-7-1 16,6 7 2-16,-7-7 0 0,7 7-4 0,-6-5 4 15,1 2-1-15,5 3-2 0,-11-2 3 0,11 2-2 16,-9-2 1-16,9 2-3 0,0 0-2 0,-14 2 4 16,14-2-1-16,-11 5-3 0,6 0 5 15,-2 0-5-15,1 3 2 0,-2-1 0 0,3 3 3 0,0-1-4 16,0 2 3-16,1-1 1 0,0 2-18 0,2 1 1 16,-3-2 1-16,2 1-2 0,2 0 6 0,0 0-2 15,-1-1 6-15,5 2-4 0,-3-2 4 0,4 0 0 16,2 0 1-16,-2 0 0 0,4-1 0 0,-2-2 4 15,3-1 4-15,1 0-1 0,3 0 0 0,0-3 6 16,-3 2-9-16,3-3 3 0,-1-1 1 0,-1 0-4 16,0-4 2-16,1 2 0 0,-5 0 2 0,4-1-2 15,-3 0 2-15,0-2-1 0,0 0 4 0,-3 0 0 16,3-1-2-16,-8 4 0 0,7-7-2 16,-4 3-1-16,-3 4-3 0,2-8-7 0,-2 8-1 0,0 0-2 15,-6-11 3-15,6 11 2 0,-9-5 7 0,0 5-7 16,9 0 0-16,-17 0 2 0,4 3-1 0,0 1-4 15,-4 1 4-15,0 2 0 0,2 1 0 0,0 3 0 16,0 0 3-16,-1 2 1 0,0-1-1 0,1 0 3 16,1 2-1-16,3 2-1 0,1-2 3 0,0 2 0 15,2 0-2-15,3-1-1 0,1-1 1 0,1-2 0 16,2 2 1-16,2-4 1 0,2 0 3 16,-1-1 3-16,3 1 1 0,2 0-6 0,3-2 3 0,0-2-3 15,1 0 3-15,1-1 3 0,-1-1-3 0,0-1 0 16,2-2 5-16,0-2-5 0,-2 1 1 0,2-1 8 15,-4 0-6-15,2-1-1 0,-3-2 3 0,-2 0-3 16,1 2 2-16,-2-2 1 0,2-1-4 0,-1 1-1 16,-6 4 5-16,6-10-2 0,-3 5-2 0,-3 5-4 15,2-11 5-15,-2 11-2 0,0-9 2 0,0 9-2 16,-1-9-1-16,1 9-1 0,0 0 0 0,-4-9-2 16,4 9 1-16,-8-5-4 0,8 5 3 0,-12-1-1 15,12 1 1-15,-18 4-2 0,5 0 0 0,3 2-3 16,-2 3 4-16,-2-2-4 0,3 3 4 0,0 2-4 15,-1 1 8-15,3 0-6 0,2-3 0 0,0 6 2 16,3-5-3-16,1 2 1 0,3-1 9 16,-1-2-7-16,1 2-1 0,3 1 0 0,-1-2 2 0,3 0 2 15,3-3 0-15,-3 2 1 0,3-3-3 0,2 0 1 16,1-2 9-16,-2 1-10 0,2-2 1 0,0-1-3 16,-1 0 3-16,2-2-2 0,-5 0 0 0,1 0 1 15,-8-1 1-15,12-1-3 0,-12 1 4 0,10-1-2 16,-10 1 1-16,9-4 1 0,-9 4 0 0,4-5-1 15,-4 5-5-15,2-8 3 0,-2 8 1 0,-1-11-3 16,1 11 9-16,-5-8-8 0,5 8 0 0,-7-9 1 16,2 7 2-16,5 2-6 0,-10-6 4 0,4 6 1 15,6 0-1-15,-22 0 2 0,12 2-3 0,-2 0-2 16,0 4 1-16,0 0 0 0,-3 3 4 0,1 2-1 16,1 1 0-16,-1 0 4 0,3 2-6 0,0-3 0 15,1 4 4-15,3-3-4 0,1 2 5 0,0-4-5 16,2 3 2-16,0-1-1 0,1-1 0 0,2 1 1 15,2-2 1-15,1 6 1 0,-1-4 4 0,2 1-3 16,-2-3-1-16,4 2 2 0,1-1 0 0,-2-1-3 16,4 1 3-16,-2-3-1 0,3 1 5 0,-1-2-1 15,-1-1 0-15,2 1 0 0,0-4-2 0,-2 2-2 16,-1-3 1-16,1 1 2 0,-1 0 3 0,0-1 0 16,-6-2 2-16,13 1-1 0,-13-1 5 0,14-1 0 15,-14 1 1-15,10-1-2 0,-5-2 1 0,1-1 6 16,-6 4 4-16,10-1 2 0,-10 1 8 0,6-3 2 15,-6 3 4-15,0 0 4 0,7-5 6 0,-7 5-2 16,0 0 4-16,5-2-5 0,-5 2 4 0,0 0-6 16,0 0 0-16,0 0-6 0,0 0 0 0,0 0-8 15,5-5-2-15,-5 5-4 0,0 0 0 0,0 0-8 16,0 0 2-16,0 0-3 0,0 0-2 0,0 0-2 16,0 0-9-16,0 0 6 0,0 0-1 0,0 0 0 15,0 0 1-15,0 0-2 0,0 0-1 0,0 0 2 16,0 0-3-16,0 0 1 0,0 0 2 0,0 0-3 15,0 0 5-15,0 0-4 0,0 0 1 0,0 0-1 16,0 0-1-16,0 0 2 0,0 0 7 0,0 0-12 16,0 0 1-16,0 0-1 0,0 0-1 0,0 0-1 15,0 0 4-15,0 0-2 0,0 0 1 0,0 0 0 16,0 0 2-16,0 0-4 0,0 0 0 0,0 0 2 16,0 0 3-16,0 0-6 0,0 0 0 0,0 0 2 15,0 0 2-15,0 0-5 0,0 0 2 0,0 0-4 16,0 0 3-16,0 0-5 0,0 0-1 0,0 0-10 15,0 0-9-15,0 0-9 0,0 0-14 0,0 0-18 16,0 0-10-16,0 0-20 0,0 0-31 0,0 0-33 16,0 0-49-16,0 0-203 0,0 0-449 0,0 0 198 15</inkml:trace>
  <inkml:trace contextRef="#ctx0" brushRef="#br0" timeOffset="19234.14">3128 12559 23 0,'0'0'34'0,"0"0"4"0,-10 0-7 16,10 0 4-16,0 0-2 0,0 0-6 0,0 0 2 15,0 0-3-15,-9 2 2 0,9-2-8 0,0 0 5 16,0 0-4-16,0 0 20 0,0 0-8 0,0 0-7 16,0 0 8-16,0 0-6 0,-10-2 4 0,10 2 1 15,0 0-5-15,0 0-3 0,0 0 5 0,0 0 16 16,0 0-21-16,0 0 11 0,0 0-10 0,0 0-12 15,0 0-3-15,-7-4 2 0,7 4-3 0,0 0-4 16,0 0-6-16,0 0-9 0,0 0 18 0,0 0-1 16,0 0 1-16,0 0-6 0,0 0 3 0,0 0-7 15,0 0 7-15,0 0-6 0,0 0 6 0,0 0 5 16,26 1-9-16,-26-1-3 0,11 1-3 0,-11-1 9 16,12 1 0-16,-4 0-4 0,-8-1 3 0,13 2-1 15,-2-2 13-15,-1 0-10 0,0-2 3 0,0 4-5 16,1-2-3-16,0 0-1 0,-1 1 7 0,1-2-1 15,1 1-5-15,1 0 3 0,0 1 0 0,-2-1 10 16,2-1-14-16,1 1 11 0,3 1-10 0,-3-1 0 16,4 0-3-16,0-1-1 0,-3 1 2 0,2 0 4 15,1 0 1-15,-4 1-5 0,2 0 7 0,-2 0-3 16,4 1 0-16,-5 0 20 0,7-1-27 0,-2 1 2 16,2-2-5-16,-1 1 0 0,0 0 12 0,4 1-3 15,-3-2 0-15,0 0-4 0,0 0 4 0,0 1 8 16,1-2-14-16,-2 1 21 0,0 1-23 0,3-1 0 15,1 0 4-15,-3 0 5 0,1 0-8 0,-1 0 6 16,1-1 1-16,-1 1-7 0,2 1-6 0,-2 1-7 16,-2-2 10-16,1 0-16 0,-1 1 3 0,3 1 5 15,-7-1-1-15,2 0-6 0,0 1 8 0,-3-1-1 16,1 0 2-16,2 1-4 0,-3-1-6 0,1 1-5 16,-2 0-14-16,-1-1-12 0,-1 1-61 0,-3-1-124 15,-7-1 55-15</inkml:trace>
  <inkml:trace contextRef="#ctx0" brushRef="#br0" timeOffset="21686.53">3074 12575 13 0,'0'0'63'0,"0"0"-14"16,0 0 0-16,4-6 4 0,-4 6-7 0,0 0 9 15,0 0-17-15,0 0 3 0,0 0 2 0,0 0-1 16,0 0 0-16,0 0-8 0,0 0-3 0,0 0-3 15,0 0-11-15,0 0 2 0,0 0 2 0,0 0-7 16,0 0 0-16,0 0-4 0,0 0 3 0,0 0-2 0,0 0 0 16,0 0-3-16,0 0-2 0,0 0 0 15,0 0 0-15,0 0 4 0,0 0-1 0,0 0-11 16,0 0 4-16,0 0 4 0,0 0-2 0,0 0-6 16,0 0 8-16,0 0-7 0,0 0-2 0,0 0 4 15,0 0-1-15,0 0 3 0,0 0-3 0,0 0 4 0,0 0-4 16,0 0 3-16,0 0-2 0,0 0-5 0,0 0-6 15,0 0-1-15,0 0 11 0,0 0-4 16,0 0 7-16,0 0-1 0,0 0-1 0,0 0 1 16,0 0 5-16,0 0 5 0,0 0 2 0,0 0-3 15,0 0 9-15,0 0-5 0,0 0 9 0,0 0-7 16,0 0-1-16,0 0 2 0,0 0 2 0,0 0-6 0,0 0 4 16,0 0-28-16,0 0 2 0,0 0-9 15,0 0 1-15,0 0-2 0,0 0 20 0,11 0-28 16,-11 0-3-16,0 0 3 0,0 0 8 0,0 0-4 15,15 4 3-15,-15-4 2 0,7 2-1 0,-7-2-3 16,8 0-4-16,-8 0 11 0,0 0-2 0,12 3 3 16,-12-3 3-16,6 1 3 0,-6-1-15 0,0 0 12 15,0 0 4-15,8 0-4 0,-8 0 15 0,0 0 11 16,0 0-4-16,0 0 9 0,0 0-6 0,0 0-1 16,0 0 6-16,0 0-4 0,0 0 3 0,0 0 5 15,0 0-1-15,0 0-2 0,0 0-7 0,0 0 4 16,0 0 7-16,0 0-4 0,0 0 9 0,0 0-8 15,0 0 3-15,0 0 0 0,0 0 0 0,0 0-4 16,0 0 3-16,0 0-9 0,0 0-5 0,0 0 11 16,0 0 3-16,0 0 2 0,-28 0 0 0,28 0-10 15,0 0 7-15,0 0-4 0,0 0 4 0,0 0-2 16,-9-3 3-16,9 3-9 0,0 0 4 0,0 0-2 16,-12-1 4-16,12 1-7 0,0 0-1 0,-10 1-1 15,10-1-7-15,-9 2 3 0,9-2 6 0,-9 2-6 16,3 0-2-16,6-2-4 0,-12 4-1 0,8-1 15 15,4-3-9-15,-10 5-2 0,5-2-5 0,5-3-3 16,-12 7 7-16,7-3-5 0,-1-1 2 0,0 2-2 0,-2 1 5 16,1 0-2-16,2-1-3 0,0 1-4 15,-2 2 13-15,2-1-8 0,-1-1 3 0,0 2-6 16,2-3 3-16,-1 4-1 0,-1-1 3 0,1-2-5 16,1 3-5-16,0-2 6 0,-1 2 4 0,1 0-3 15,0 0 0-15,-1 0 8 0,2 2-6 0,0-2 2 0,0 0 1 16,0 1-3-16,1-1-5 0,1 0 3 15,-3 1 6-15,2-2 5 0,1 2-6 0,0 0-3 16,1-2 0-16,-1 3 0 0,2-4 2 0,-1 3-4 16,1-3 7-16,2 1-6 0,-1 1-1 0,2 0-3 15,0 0 9-15,1 0-5 0,0-2 0 0,4 2 11 0,-1-1-6 16,1 0 0-16,-3-1-1 0,4-1-4 0,-1-2 3 16,3 5-3-16,-1-6 3 0,-2 0 0 15,2-1-2-15,0 0 2 0,-1 1-2 0,3-1 5 16,-3 0-3-16,1-3-6 0,-1 2 3 0,-1-2 6 15,-2 0-1-15,-7 1-4 0,16-3 0 0,-10 1 0 16,0 0 2-16,-6 2 6 0,12-5-4 0,-12 5-4 16,9-4 4-16,-4 2-4 0,-5 2 3 0,8-6-3 15,-6 2 2-15,-2 4 4 0,5-6-2 0,-5 6-3 16,0 0 6-16,3-7-6 0,-3 7-2 0,0 0 10 16,0 0 1-16,-6-12-5 0,6 12 2 0,-7-7 2 15,7 7-5-15,-8-4-1 0,2 1-1 0,6 3-2 0,-13-3 4 16,7 1-3-16,6 2 6 0,-15-1-7 15,7 1-9-15,8 0 3 0,-16 1 3 0,4 1-1 16,3 1 4-16,-2 1-4 0,1-1 2 0,0 1 1 16,2 3-6-16,-2-1 11 0,3 0-9 0,-1 0-4 15,0 1 4-15,-1 0 4 0,3 0 5 0,0 3-11 16,-1-2 4-16,1 2-5 0,-1 1 5 0,4 0-1 16,-3-3 2-16,4 3-4 0,-2-1 6 0,3 0-4 15,-1-1-1-15,1 1 1 0,1 0-3 0,1-1 4 16,2-1 1-16,1 3 4 0,0-1 0 0,1-1-3 15,1-1-3-15,3 1 6 0,-1-3 0 0,2 3-2 0,0-4-5 16,2 0 5-16,-1-1 2 0,3 0 1 0,-3-3-1 16,1 1-4-16,1-2 2 0,0-2-1 15,0 1 0-15,-2-2 3 0,-1 2-6 0,1 0 1 16,-2-2 5-16,-3 0 0 0,0 0 3 0,2 1-6 16,-3-1 10-16,-5 3-1 0,5-9-12 0,-5 9 6 15,3-7-3-15,-3 7-1 0,0 0-1 0,-3-11-2 0,3 11 5 16,-6-6-6-16,1 3 1 0,5 3 3 15,-14-4 0-15,6 2 1 0,-2 4-7 0,-2-1 5 16,1 2-15-16,0 0 15 0,-1 2-1 0,0-3-1 16,2 3-1-16,-1 3 5 0,-4 1 0 0,0 1-5 15,2 2 2-15,2 0-6 0,1 0 7 0,1 2 5 0,1 0-9 16,2-4 6-16,1 8 0 0,2-7-5 0,2 3-1 16,-1-3 1-16,4-1 3 0,-1 1 1 15,2 0 1-15,0-1 2 0,1-2 1 0,2 1-2 16,1-1-1-16,1-2-4 0,-2-3 6 0,4 5 1 15,-1-4-3-15,2-1-2 0,-3-2 6 0,3 1-6 16,-4-2 7-16,1 1-7 0,-8-1 4 0,15 0 1 0,-7-1 3 16,-8 1-1-16,13-6 4 0,-10 4-3 15,-3 2 1-15,7-4-5 0,-7 4 0 0,5-4 9 16,-5 4 3-16,0 0-5 0,0 0-3 0,0 0 3 16,0 0 2-16,-9-15-3 0,9 15-2 0,-11-2-3 15,11 2-2-15,-13 1 8 0,2 0-9 0,1 3-2 16,-1 0 2-16,1 1 1 0,-3 1-5 0,0 4 2 15,-3 0-4-15,3 1 5 0,0 0-4 0,1 0-1 16,2 2 1-16,0-1 8 0,4-1-7 0,-1 6 2 16,2-7-4-16,2 2 6 0,1 0-6 0,3 3 9 15,-1-3-5-15,3 1-4 0,-1-3 11 0,3 0-10 0,2-1 10 16,-1 0-1-16,4-1-6 0,-1-2 4 16,2 3 3-16,1-5-5 0,0-1-2 0,2-1 7 15,-1 1-4-15,0-2 2 0,-1 2 1 0,1-3 2 16,-2-3 0-16,-1 3-6 0,-10 0 6 0,12-1-6 15,-12 1 8-15,12-4-9 0,-8 1 4 0,-4 3 0 16,5-4 6-16,-5 4-3 0,4-6 0 0,-4 6 6 0,0 0-5 16,0 0-2-16,0 0 0 0,-8-17-4 15,4 14 7-15,4 3-10 0,-11-6 2 0,4 5-1 16,7 1-4-16,-11-2-3 0,11 2 6 0,-14 0 0 16,3 1-1-16,2 3 3 0,-2-2-4 0,3 3-1 15,-3 0 0-15,1 0-1 0,1 4 2 0,0-2-3 0,2 2 3 16,0 0 0-16,2 2 4 0,-1 1-5 15,3-2-3-15,0 2 6 0,2-3-4 0,1 1 2 16,1 1 4-16,2-1-5 0,0-2-13 0,4 3 17 16,-1-3 0-16,4 1 1 0,2-1 1 0,-1-1-1 15,6-2 2-15,-5 0 1 0,-1-2-1 0,2-2-4 16,-1 2 2-16,-2-2 0 0,0-1-1 0,-3 3 10 16,-7-3-9-16,12 0 6 0,-12 0-1 0,9 2 5 15,-9-2-8-15,0 0 0 0,10-4 14 0,-10 4-6 16,0 0 4-16,0 0-6 0,8 2 6 0,-8-2-4 15,0 0 0-15,0 0 0 0,0 0-1 0,0 0-10 16,0 0-12-16,0 0-7 0,0 0-29 0,0 0-14 0,0 0-34 16,0 0-44-16,0 0-101 0,0 0-260 15,0 0 116-15</inkml:trace>
  <inkml:trace contextRef="#ctx0" brushRef="#br0" timeOffset="23170.4">3067 13843 3 0,'0'0'125'0,"0"0"-12"16,0 0-3-16,0 0-13 0,0 0-2 0,0 0-13 16,0 0-11-16,0 0-3 0,0 0-2 0,0 0 6 15,0 0-20-15,0 0-8 0,0 0 6 0,0 0-5 16,0 0-8-16,0 0-8 0,0 0 8 0,0 0-4 15,0 0-12-15,0 0-6 0,-2 11 6 0,2-11-5 16,0 12-1-16,2-6-3 0,-1 4 13 0,-1 1-15 16,1 0 11-16,-2 4 7 0,1 3-2 0,-1-2-4 15,1 0 6-15,-4 4-2 0,3-1 8 0,-3 6-1 16,1-5 0-16,1 4 0 0,-1-3-12 0,2 2 1 16,-3-4 0-16,1 0-1 0,1-1-1 0,0 1-3 15,1 1 3-15,1-1 1 0,-1-1 4 0,0-1-7 16,-2 2 1-16,3-4-2 0,0 2-3 15,0-1-2-15,0 0 1 0,0-5-5 0,3 1 2 0,-3 1 1 16,0-3 0-16,0 3-7 0,0-4 7 0,-3 2-6 16,3-3 4-16,0 2-2 0,0-1-4 0,0-9 1 15,0 14 2-15,0-8-4 0,0-6 3 0,-1 12-4 16,1-4 0-16,0-8 2 0,-1 13 0 0,1-13-2 16,0 10 0-16,0-10 1 0,1 8 1 15,-1-8 0-15,1 6 3 0,-1-6-1 0,3 7-3 16,-3-7-1-16,0 0 2 0,0 0 5 0,0 0 4 0,-5 7 3 15,5-7 6-15,0 0-5 0,0 0 5 0,0 0-1 16,0 0-1-16,0 0-2 0,0 0-2 0,0 0 1 16,0 0-4-16,0 0 0 0,0 0 0 15,0 0-1-15,0 0-3 0,0 0 1 0,0 0-5 0,1 11 4 16,-1-11-2-16,0 0-2 0,0 0-3 16,0 0 1-16,0 0-1 0,0 0 1 0,0 0 4 0,0 0-4 15,5 5-2-15,-5-5 4 0,0 0-4 0,0 0 3 16,0 0-3-16,5 3 1 0,-5-3 3 0,0 0-3 15,4 6 4-15,-4-6-3 0,5 4-1 0,-5-4 1 16,8 1 2-16,-8-1-1 0,7 2-1 16,-7-2 2-16,8 2-3 0,-8-2-2 0,9 5 2 15,-2-5-1-15,1 1 1 0,-8-1 2 0,14 0-1 0,-3-1-3 16,0 2 0-16,-1-1-2 0,2-1 6 0,3 1-1 16,-2 1 6-16,0-2-10 0,0 2 3 0,4-2 4 15,-4 1-6-15,5 0 0 0,-5 2 0 0,0-2-2 16,1 3 1-16,-4-3 1 0,3 0 4 0,1 1-2 15,-2-1-7-15,-1 1 0 0,-1-1-5 16,3 2-1-16,-2-2 6 0,2 0-1 0,-3 1-2 0,2 2 3 16,1-5-5-16,-3 4-3 0,0-2 5 0,3 2-3 15,-2-1 2-15,3 2-1 0,4-2 4 0,3 2-2 16,5-2 1-16,4 1 3 0,1 0 3 16,0-1-2-16,3-1-1 0,2 3 2 0,2-2 1 15,2 1 0-15,13-1-2 0,3 0 2 0,-2 0 2 16,4 2 0-16,-2 1-4 0,5-5-8 0,2 2-12 0,1-1-19 15,1-1-21-15,26-2-27 0,-26 1-33 0,-3-2-16 16,1 2-17-16,-2-2-102 0,2-1-279 16,0 0 124-16</inkml:trace>
  <inkml:trace contextRef="#ctx0" brushRef="#br0" timeOffset="28818.89">4000 12544 72 0,'0'0'70'0,"0"0"-6"15,0 0-7-15,-13 3-5 0,13-3-4 0,0 0-6 16,0 0 3-16,0 0-11 0,0 0-1 15,0 0 4-15,0 0-7 0,0 0 0 0,0 0 4 0,0 0 10 16,0 0-6-16,19 10 3 0,-14-8-8 0,-5-2 2 16,13 5 2-16,-7-3 2 0,2 1-1 0,0-1 2 15,3 0 5-15,1 0-2 0,2-1-9 0,4 3 4 16,-4-1-3-16,2 1-4 0,2-2-6 16,1 0-4-16,2 1-2 0,-2 0 3 0,2-1 4 0,-2-1-10 15,3 2-3-15,7 1-2 0,-2-2-1 0,2-2 3 16,3 4-4-16,-1-3 1 0,-1-2-3 0,5 1 0 15,-5 0-3-15,2-2 11 0,0 2-7 0,-1-3-1 16,0 2-4-16,-3 1-5 0,1-2 6 0,-7 1 4 16,0-3-5-16,-1 5 2 0,0 1-5 0,-2-2 4 15,-2-2 5-15,-3 2 0 0,2-1-2 0,-3 1 1 16,0 1-1-16,-1-1 0 0,0 0 4 0,-3 2-5 16,2-1-3-16,-2 0 9 0,-2 1-5 15,-7-2-4-15,14 1 4 0,-8-1-1 0,-6 0 1 0,11 0 1 16,-11 0 5-16,10 1 5 0,-10-1 3 0,10 0 3 15,-10 0-1-15,6 2 0 0,-6-2 2 0,0 0-5 16,0 0 1-16,12-2-4 0,-12 2-2 0,0 0 7 16,0 0-11-16,0 0 1 0,9 2-1 0,-9-2 0 15,0 0-5-15,0 0 1 0,0 0 0 0,0 0 0 16,0 0 1-16,0 0-2 0,0 0 3 0,0 0 1 16,0 0 1-16,0 0 0 0,0 0 1 0,0 0 2 15,0 0 0-15,0 0 2 0,0 0 2 0,0 0-1 16,0 0-2-16,0 0 6 0,0 0-7 0,0 0 10 15,0 0-9-15,0 0-2 0,0 0-2 0,0 0-1 16,0 0 1-16,0 0 1 0,0 0-3 0,0 0 3 16,0 0-2-16,0 0-5 0,0 0 1 0,0 0 2 15,0 0-2-15,0 0 0 0,0 0-1 0,0 0 3 16,0 0-1-16,0 0 1 0,0 0-4 0,1-12 4 16,-1 12 0-16,0 0-3 0,0 0 2 0,0-8-2 15,0 8-3-15,0 0 3 0,0 0 2 0,-3-12 2 16,3 12-1-16,3-7-1 0,-3 7 0 0,1-9 4 15,-1 9 3-15,4-6 0 0,-4 6 3 0,0 0 0 16,0 0 0-16,-1-12 5 0,1 12 1 0,0 0-3 16,2-6 2-16,-2 6-7 0,0 0 0 0,0 0 0 15,0 0-2-15,0 0 0 0,2-7-3 0,-2 7-3 16,0 0-2-16,0 0-1 0,0 0 0 0,0 0-2 16,8-2 0-16,-8 2-2 0,10 0-1 0,-10 0 2 15,10 3-4-15,-10-3 1 0,11 4 1 0,-2 0-3 16,-2 2 1-16,3 2 1 0,-2-2 0 0,2 1 0 15,-2 1 3-15,-2-1-4 0,2 1 3 0,-1-4-2 16,1 2 2-16,-2 2 0 0,0-4 1 0,1 1 1 16,-1-1-2-16,-2 2 0 0,1-1 2 0,-5-5 1 15,8 6 0-15,-5-2-1 0,-3-4 4 0,7 4-5 16,-7-4 2-16,5 3 0 0,-5-3 1 0,0 0 1 16,0 0 0-16,8 2-1 0,-8-2 1 0,0 0-2 15,0 0 0-15,9-9 2 0,-5 2-3 0,1 2 3 16,-5 5-2-16,4-10-1 0,-2 3 2 0,1 1-4 15,-2-2 1-15,4 0 1 0,-1-1-1 0,-1 1-2 16,-1 2 5-16,5-2 0 0,-5 3-1 0,2-1-1 16,0 1-4-16,-4 5-2 0,6-8 0 0,-6 8 1 15,9-4-3-15,-9 4-2 0,9-3 4 0,-9 3-1 16,9 0-1-16,-9 0 0 0,12 3 1 0,-5 0 2 16,0 1-1-16,0 1 0 0,0 3-2 0,0-3 5 15,1 3-2-15,0 1 2 0,-2-3 0 0,3 3 2 16,-4-5 1-16,0 2-4 0,3 2 2 0,-3-3 0 15,3-2 0-15,-3 2 1 0,0-2 4 0,0 1-6 16,0-2 5-16,-5-2-2 0,10 1-1 0,-10-1 2 0,11 2-2 16,-11-2 1-16,10-3 2 0,-10 3 0 15,14-3 1-15,-10-1 0 0,1 0 1 0,0-1-1 16,0 2-2-16,3-4-3 0,-5 1 7 0,3 0-6 16,-1-1-3-16,3-2 4 0,-5 4-1 0,2-4 0 15,-1 2 1-15,0-2-2 0,0 4 2 0,2-3-4 0,-2 2-1 16,0 0 0-16,1 3 7 0,-5 3-5 15,6-7-2-15,-2 4-1 0,-4 3-1 0,8-3 1 16,-8 3 3-16,0 0-7 0,13 4 2 0,-13-4 0 16,9 8-1-16,-4-4 2 0,1 5 0 0,-2-2 2 15,0 1-3-15,1 1 2 0,-1 1 3 0,0-2-5 16,-1 1 5-16,-1-1 0 0,2 1-1 0,-3-2 4 16,2-1-2-16,-3-6 0 0,5 10 2 0,-2-7-2 15,-3-3 3-15,3 7 0 0,-3-7 6 0,4 5-2 16,-4-5 1-16,0 0 2 0,0 0-2 0,0 0-2 15,0 0 5-15,0 0-2 0,15-8-5 0,-11 4 2 0,0-2-2 16,-4 6 2-16,9-10 1 0,-4 2-1 16,-1-2 2-16,1 1-4 0,4 3 0 0,-3-3 0 15,-2 4-4-15,1 0 0 0,-1-1 0 0,1 1 3 16,1 1-6-16,-6 4 0 0,7-6 1 0,-7 6-3 16,9-3 2-16,-9 3-1 0,8 0-2 0,-8 0 1 15,11 5 2-15,-7-2 0 0,1 1 1 0,0 2-2 16,-1-1 3-16,1 1-2 0,0-1-1 0,-1 2-1 15,0 0 3-15,-2-1 7 0,2-1-10 0,0-1 4 16,0 1-2-16,-4-5 2 0,9 8 4 0,-4-3 1 0,-5-5 4 16,7 5 3-16,-1-2-2 0,-1-1 2 15,2 1 0-15,-7-3 1 0,13 2-3 0,-1-2-2 0,-1 0 3 16,2 2-3-16,0-4 2 0,1 0-6 16,-1 2 2-16,6-4 0 0,-1 1 2 0,1 2-2 15,3-3-2-15,-2 1 1 0,8 0 0 0,-1-1 0 0,2 0-1 16,2 1-1-16,0 0 1 0,-3 1 0 0,1 1 2 15,1-1-5-15,-2 0 4 0,0 0-1 16,0 2-1-16,-6-2 0 0,7 0-2 0,-3 1 4 16,-5 0-1-16,1 0 0 0,6-2 1 0,-7 1-1 15,0 0 2-15,1 2 2 0,6-3 1 0,-10 0-3 0,1 2 0 16,2-1 3-16,-5 2-1 0,2-1-1 0,-1 1 3 16,-3 0 2-16,-3 0-3 0,3-2-4 0,-2 2 3 15,0-1 0-15,-1 1-1 0,-1 0 1 0,-1 0-2 16,-9 0 1-16,13 1-1 0,-13-1-1 0,8-1 2 15,-8 1-3-15,0 0 1 0,7 1-3 0,-7-1 2 16,0 0-4-16,0 0-13 0,0 0-22 0,0 0-29 16,0 0-40-16,0 0-45 0,0 0-44 0,0 0-221 15,0 0-449-15,-37 6 199 0</inkml:trace>
  <inkml:trace contextRef="#ctx0" brushRef="#br0" timeOffset="29509.88">5241 12928 169 0,'-2'-11'200'0,"2"11"-13"0,0 0-6 0,-2-6-14 16,2 6-15-16,0 0-16 0,0 0-13 0,0 0-17 0,0 0-11 16,0 0-11-16,0 0-9 0,0 0-6 15,0 0-4-15,0 0-8 0,8 25-5 0,-7-14-3 16,1 5-3-16,-2 2 0 0,2-3-4 0,0 3-3 15,-1 0 0-15,1-1-7 0,-2 0-2 0,1-1-5 0,-1-4-2 16,1 1 6-16,-2 0-8 0,1-1-5 0,0 0-3 16,0-2 5-16,0 0-4 0,0-1-4 15,0 0 1-15,0-9-1 0,1 12-2 0,-1-7 1 16,0-5-1-16,0 9 2 0,0-9-13 0,1 6-13 16,-1-6-15-16,0 0-20 0,0 0-14 0,-1 13-17 0,1-13-16 15,0 0-20-15,0 0-6 0,0 0-19 0,0 0-29 16,0 0-89-16,0 0-282 0,0 0 124 15</inkml:trace>
  <inkml:trace contextRef="#ctx0" brushRef="#br0" timeOffset="29878.47">5280 12901 4 0,'12'-3'151'0,"-1"-1"0"0,2 1-16 0,-2 1-10 16,1-1-8-16,1 3-14 0,-4 1-10 0,1 2-8 16,1-1-5-16,-4 1-11 0,-1 0-8 15,-1 0-1-15,2 3 1 0,-5 1 6 0,-2-7-7 16,1 10 1-16,-3-1-6 0,2-9-3 0,-9 12-2 16,3-4-4-16,-1 1-4 0,0-2 1 0,-5 1-1 0,1 2-3 15,2-4-3-15,-3-1-1 0,6 0-3 0,-1-1-2 16,3 0-5-16,-2-1 1 0,6-3-2 0,-6 8-4 15,6-8-3-15,-5 2 0 0,5-2-5 16,0 0-1-16,-7 5-4 0,7-5 3 0,0 0-7 16,0 0 2-16,0 0 4 0,-1 10 0 0,1-10-1 0,0 0-2 15,6 7 3-15,-6-7 2 0,7 7 0 0,-3-3 0 16,2-1-1-16,-1 0-6 0,0 1 4 16,2 0-4-16,-1 0 0 0,5 0-21 0,0-1-33 0,-2 0-36 15,2-1-38-15,1 0-47 0,-2 1-132 16,0 1-329-16,0-2 145 0</inkml:trace>
  <inkml:trace contextRef="#ctx0" brushRef="#br0" timeOffset="30323.25">5632 13046 60 0,'0'0'261'0,"0"0"-7"0,0 0-8 0,0 0-20 15,3-3-16-15,-3 3-23 0,0 0-17 16,0 0-19-16,0 0-9 0,0 0-23 0,0 0-9 16,0 0-16-16,0 0-5 0,0 0-8 0,0 0-5 0,3 16-11 15,-3-16-7-15,0 13 0 0,0-3-4 16,-1-1-2-16,2 1-11 0,-4 0-2 0,3 0-4 16,0 1-4-16,-1-2-4 0,0 3 0 0,1-2 0 15,0 0-6-15,0 0 0 0,0 2 0 0,0-2 1 16,0 1-3-16,-1-1 1 0,1-1-6 0,1 1-3 0,-2-2 0 15,-1-1 1-15,2-7-1 0,-1 13 0 16,1-13-3-16,0 12-2 0,0-12 3 0,-1 10-4 16,1-10 1-16,1 9 1 0,-1-9 0 0,0 8-6 15,0-8 3-15,0 0 0 0,0 10 4 0,0-10 1 16,0 0-4-16,0 0-3 0,3 5-1 0,-3-5 3 0,0 0-2 16,0 0 0-16,2 5 2 0,-2-5 2 0,0 0-4 15,0 0 4-15,0 0-2 0,8 4 2 16,-8-4 6-16,0 0-7 0,0 0 1 0,15-5 0 15,-7 5-5-15,-8 0-2 0,18-5-16 0,-11 3-8 16,4-1-12-16,0 0-8 0,1 0-18 0,1 0-23 0,-1 0-25 16,2 1-31-16,3-2-39 0,-4-1-40 0,-4 2-180 15,3-1-434-15,-1-1 192 0</inkml:trace>
  <inkml:trace contextRef="#ctx0" brushRef="#br0" timeOffset="31575.19">5614 10685 8 0,'-3'-6'100'16,"3"6"5"-16,-2-7-11 0,2 7-6 0,-3-7-10 16,3 7 5-16,-2-7 10 0,2 7-6 0,-3-9-4 15,3 9-13-15,0 0-2 0,-5-8 4 0,5 8-6 16,0 0 9-16,-1-9-2 0,1 9-3 0,0 0 2 16,0 0-16-16,0 0 8 0,0 0-7 0,-2-8-1 15,2 8-6-15,0 0-2 0,0 0-7 0,0 0-9 16,0 0 1-16,0 0-6 0,0 0-4 0,0 0-3 15,0 0 1-15,0 0-9 0,0 0 3 0,0 0-6 0,0 0 4 16,0 0-2-16,0 0 1 0,5 24 1 16,-2-7 5-16,-2 0 6 0,4 9 9 0,-3 2-2 15,-1-1 4-15,-1 6-1 0,0-1 0 0,0 2-2 16,1 0 3-16,-2 1-4 0,0-2 12 0,1-3-3 0,2 1 0 16,-3-2-5-16,2-1-1 0,1-3-3 0,-1-6-2 15,-1 0-1-15,0-2-5 0,2-1-4 0,-2-3 0 16,2 0-4-16,0-2 7 0,1 0-8 0,-1-2 1 15,-1-1-5-15,1-3 3 0,-2-5-2 0,1 11 1 16,-1-11-9-16,0 8-8 0,0-8-10 0,0 0-9 16,-4 8-32-16,4-8-41 0,-9 2-26 0,9-2-29 15,-10-2-34-15,10 2-165 0,-11-6-379 0,7 2 167 16</inkml:trace>
  <inkml:trace contextRef="#ctx0" brushRef="#br0" timeOffset="32087.07">5611 10629 148 0,'0'0'142'0,"0"0"-19"15,0 0-14-15,0 0-7 0,0 0-7 0,0 0-16 16,0 0-4-16,0 0-4 0,0 0-5 0,21 10 6 16,-12-3-3-16,2 0 1 0,4 4 5 0,8 2-6 15,3 0-2-15,-3-2-5 0,4-1-6 0,-2 5-5 16,-4-6-5-16,4 1-1 0,-1 1-6 0,-4-2-5 16,-1 1 1-16,0-3-9 0,0 3 0 0,3-2-2 15,-4-1-1-15,0 2-4 0,-1-3-3 0,-1 0 4 16,0 1-3-16,-3-2-2 0,-1 0-2 0,-2 0 3 15,3-1-1-15,-3 1-7 0,-3-2-2 0,0 0 2 16,0 0 3-16,-2 0-5 0,-5-3 2 0,11 6-5 16,-6-5 3-16,-5-1 0 0,8 5-1 0,-4-2-3 15,-4-3 5-15,4 4-5 0,-4-4 7 0,0 0-1 16,6 3 4-16,-6-3 5 0,0 0 4 0,0 0-1 16,0 0 0-16,0 0 1 0,0 0 2 0,-9 14-2 15,1-11-4-15,-3 4 3 0,-3 0 2 0,-4 4-2 16,0-1-1-16,-7 4-1 0,-1 0-3 0,2 2-2 15,-3-2-3-15,0 1 4 0,0 2-3 0,0-3-4 16,-1 1 1-16,0 1-7 0,1-2-14 0,7-5-7 16,2 2-11-16,-1-3-10 0,3 0-14 0,1 1-25 15,4-5-18-15,2 3-21 0,-3-3-19 0,6 2-29 16,-1-1-119-16,1-2-310 0,0 0 138 0</inkml:trace>
  <inkml:trace contextRef="#ctx0" brushRef="#br0" timeOffset="32502.34">6195 10596 51 0,'0'0'209'0,"0"0"-6"0,-4-6-12 15,4 6-6-15,0 0-23 0,0 0-17 0,0 0-12 16,-2-7-20-16,2 7-14 0,0 0-11 0,0 0-9 15,0 0-9-15,0 0-5 0,-1 24 4 0,-1-8-3 16,2 7-1-16,0 4-3 0,0 3 0 0,0 2-3 0,0-2-5 16,-2 1 6-16,4-1-9 0,-4 2-10 15,2-3-2-15,-3 1-4 0,2-1-4 0,0 0 2 16,-1 0-6-16,-1-1-4 0,1-2-2 0,2-6-7 16,-1-1-30-16,0 6-26 0,-2-7-31 0,1 1-33 0,-1 0-30 15,0 0-33-15,1-2-33 0,-2 0-109 0,-1-5-336 16,-1 0 149-16</inkml:trace>
  <inkml:trace contextRef="#ctx0" brushRef="#br0" timeOffset="33223.68">6240 10897 73 0,'0'0'101'0,"0"0"1"0,0 0-7 0,-6-6 0 16,6 6-10-16,0 0-4 0,0 0-3 0,0 0-9 15,0 0 0-15,0 0-4 0,0 0-7 0,0 0-7 16,0 0-10-16,0 0-1 0,0 0 0 0,0 0-4 16,0 0-6-16,0 0-4 0,0 0 2 0,0 0-2 15,25 4-3-15,-25-4 5 0,19 2-7 0,-6-2 6 16,4 3-10-16,-1-2 3 0,6-1-4 0,6 0-2 16,3 4-2-16,-2-2 7 0,4-1-6 0,3 1-2 15,1-2 4-15,3 0-4 0,11 2-3 0,-11-2 2 16,-1 2-3-16,0-2-1 0,0 0 1 0,-2 1 1 15,0-1 2-15,-3 0-9 0,-1 0 1 0,-1 0 2 16,-2 0 3-16,1-2-1 0,1-1 0 0,0 0-3 16,0 0 6-16,-1 2-6 0,-2-2-5 0,-1 0 3 15,-6 2 2-15,-3 0 3 0,3-1-9 0,-2 0 8 0,-1 2-1 16,2-1-1-16,-3 1 5 0,-7 0 1 0,2-2 2 16,1 2-2-16,-2 0 10 0,0-1-11 15,-3 1 6-15,-9 0 0 0,13 0-1 0,-5 1 5 16,-8-1 1-16,10-1-4 0,-10 1 5 0,0 0 3 0,10-1 0 15,-10 1 3-15,0 0 4 0,0 0 0 0,0 0 0 16,0 0 2-16,10 0-5 0,-10 0-2 16,0 0 0-16,0 0-3 0,0 0-2 0,0 0-4 0,0 0-8 15,0 0-14-15,0 0-15 0,0 0-29 16,0 0-30-16,0 0-24 0,0 0-33 0,0 0-36 0,0 0-93 16,0 0-288-16,-24 11 128 0</inkml:trace>
  <inkml:trace contextRef="#ctx0" brushRef="#br0" timeOffset="35702.01">7310 10871 61 0,'0'0'105'16,"0"0"-10"-16,0 0-10 0,0 0-2 0,0 0-9 16,0 0-6-16,0 0-15 0,21-4 19 0,-8 4-11 15,6 0-13-15,2-3-2 0,-1 4-5 0,10-4 1 16,3 3-6-16,1-2-1 0,0 1-3 0,0 1-2 15,1-1-2-15,-2 2-10 0,-1-2 4 0,-2 1-6 16,0 0 5-16,-2-1-1 0,-6 2-10 0,-2-2-9 16,-1 2 12-16,-2-1-5 0,-3 0 6 0,-1 0-1 0,-2 0 0 15,0 0-3-15,-4 0-6 0,-7 0 6 0,14 1 0 16,-14-1-2-16,10 0-1 0,-10 0 5 16,8 1-4-16,-8-1 2 0,0 0 1 0,9 2-2 15,-9-2 2-15,0 0 5 0,0 0 2 0,8 2-7 0,-8-2 8 16,0 0 0-16,0 0-12 0,0 0 4 0,0 0 3 15,4 4-6-15,-4-4 8 0,0 0 11 0,1 8-5 16,-1-8 0-16,0 0-4 0,1 11 3 0,-1-11 9 16,1 13-3-16,-1-5 5 0,2 3 4 0,-1-1-6 15,-1 2-1-15,1 1 4 0,-1-2-3 0,0 3 3 16,2 3 1-16,-1 0-3 0,-1-1-1 0,1 2 4 16,0 0 1-16,2 0 8 0,-2 2 15 0,-1-1-7 15,4 5-2-15,-4-3-2 0,0-3-3 0,0 1 1 16,2 0-3-16,-2 1-5 0,0-1-1 0,0 1-5 15,-1-1 3-15,2 1-6 0,-1 4 0 0,0 2-5 16,0-7-2-16,0 0 0 0,0 2 1 0,0 3-4 16,2 0 0-16,-4-5-1 0,2 1-3 0,2 4 1 15,-2-5-3-15,0 6-5 0,0-1 3 0,0-6 2 16,0 0-2-16,0 1-2 0,-2-1-1 0,2 1 2 16,2-2-2-16,-2 2-1 0,2 6 0 0,-2-5 1 15,2-4-1-15,-1 3-1 0,0-3-2 0,-2 2 1 16,2 0-2-16,-1-1 0 0,0-2 5 0,0 3-4 15,0-5-3-15,2-1 2 0,-4 2 2 0,2-1-4 16,-1-2 1-16,0 1 0 0,-2-2-1 0,2 0 9 16,-1 0-9-16,2-1 2 0,-1 4 1 0,1-5-3 15,-1 2 3-15,-3-2 0 0,2 2-1 0,2 1-1 16,-3 0 1-16,3-2-2 0,-1 1 4 0,0 2-2 16,-1-4 1-16,2 2-1 0,-2-1 1 0,0-3-2 15,1 1 2-15,1-7-3 0,-1 14 2 0,1-5 0 16,-1 0-1-16,-2 1 2 0,2-5 0 0,1-5-1 15,0 13-1-15,0-13-1 0,-3 10 1 0,2-4 0 16,1-6 0-16,-1 10 1 0,1-10-2 0,-2 10-1 16,2-10 6-16,-2 7-6 0,2-7 6 0,-3 9-6 15,3-9-1-15,-1 8 2 0,1-8 4 0,-1 8-4 16,1-8-1-16,-2 8 2 0,2-8 0 0,-1 11 1 16,0-5-4-16,1-6-2 0,1 12 5 0,-1-5-2 15,0-7 3-15,0 12-1 0,1-6 2 0,-1-6 0 16,-1 14-2-16,1-6-1 0,0-8 4 0,1 13-1 15,-3-6-3-15,2-7-1 0,0 12 2 0,0-12-1 16,-1 11 1-16,-1-6-2 0,2-5 1 0,-1 11 0 16,1-11 0-16,-1 7-1 0,1-7 2 0,-2 9 0 15,2-9-3-15,0 0 2 0,-1 9 1 0,1-9 0 16,0 0 2-16,-4 6-3 0,4-6 0 0,0 0-1 16,0 0 1-16,0 0-1 0,0 9 2 0,0-9-1 15,0 0-1-15,0 0 5 0,-2 6-5 0,2-6-1 0,0 0 4 16,0 0-4-16,0 0 1 0,0 0 1 15,2 9 1-15,-2-9-3 0,0 0 3 0,0 0-1 16,0 0 1-16,0 0-1 0,0 0 2 0,-4 7-4 16,4-7 2-16,0 0-1 0,0 0 3 0,0 0-5 0,-2 6 1 15,2-6 1-15,0 0 3 0,0 0 0 0,0 0-1 16,0 0 0-16,0 0 1 0,0 0 1 0,0 0 2 16,0 0-1-16,-3 8-2 0,3-8 0 15,0 0 1-15,0 0-1 0,0 0 1 0,-6 5-2 16,6-5 4-16,-6 3-7 0,6-3 2 0,0 0 3 0,-11 3-1 15,11-3 4-15,-6 3-1 0,6-3-4 0,-10 1 1 16,10-1 2-16,-9 4 1 0,9-4-2 16,-9 2 2-16,9-2-5 0,-13 1 2 0,5 0-1 0,8-1-1 15,-14 0 1-15,4 1 1 0,0-1 0 16,1 0-2-16,-4 0-2 0,6 0 3 0,-4 1-1 0,0-1 2 16,-1 0-1-16,0 0 0 0,-4-1-1 0,-2 2 0 15,6-2 4-15,-1 1-3 0,-5 0-2 16,-1 1-2-16,5-1 2 0,0 2 2 0,-4-2-1 15,4 0 1-15,-4 1-1 0,5-1 1 0,-1-1-3 0,2 2 1 16,0-1-1-16,0 0 4 0,-1 0-1 0,3 0-3 16,2 0 0-16,-3 1 0 0,-2-2 2 0,3 1-1 15,-3 0-1-15,3 0 3 0,0 0-2 0,1-1 0 16,-1 1 0-16,-1 0 1 0,0 0-4 16,1 0 4-16,10 0-1 0,-17-2 2 0,7 2-3 0,10 0 2 15,-19 0-1-15,10 0-1 0,0 0 0 0,-3 0 4 16,2 0-3-16,0 0-2 0,-2 2-1 0,5-2 3 15,-2 1 0-15,0-1 6 0,9 0-5 0,-18 1-2 16,7 1 2-16,4-2-2 0,-1 1 1 16,8-1 0-16,-15 1-3 0,5-1 1 0,2 1 3 0,8-1-2 15,-12 1 4-15,12-1-2 0,-12 1-1 0,12-1 3 16,-9 3 3-16,9-3-4 0,-9 1-4 0,9-1 3 16,-12 1 0-16,12-1-1 0,-12 1-1 15,5-1 6-15,7 0-6 0,-15 0 6 0,6 0-7 0,-1 1 0 16,-3-1 2-16,3 3 2 0,-3-2 0 0,-1 1-4 15,1-1 2-15,-1 0-1 0,1 1 1 0,-2-1-1 16,5 2 2-16,-2-1 0 0,-2-1 1 0,4 0 0 16,-3-1-1-16,3 2 0 0,-2-1-3 0,0-1 3 15,0 3 0-15,4-1-1 0,-4-1-1 0,5 1 4 16,7-2-2-16,-15 1 4 0,9 1-4 0,6-2 0 16,-11 1-3-16,11-1 3 0,-10 0-1 0,10 0 0 15,-11 1 2-15,11-1 3 0,-8 1-4 0,8-1 3 16,0 0-2-16,-10 3 1 0,10-3-4 0,-9 0 1 15,9 0 1-15,0 0-1 0,0 0 1 0,-11 1-2 16,11-1-10-16,0 0-12 0,0 0-10 0,0 0-14 16,-9 0-17-16,9 0-25 0,0 0-24 0,-8 3-35 15,8-3-24-15,0 0-33 0,0 0-155 0,-11 4-389 16,11-4 173-16</inkml:trace>
  <inkml:trace contextRef="#ctx0" brushRef="#br0" timeOffset="37970.11">5842 14460 42 0,'0'0'110'0,"0"0"-15"0,0 0-2 0,0 0 4 16,0 0-6-16,-1-10 6 0,1 10-6 0,0 0-10 16,0 0-4-16,-1-7-5 0,1 7-5 0,0 0-7 15,0 0-1-15,0-11 5 0,0 11-11 0,0 0 1 16,0 0-3-16,0-11-1 0,0 11-2 0,0 0 5 0,0 0-10 16,0-9 4-16,0 9-6 0,0 0-4 15,0-10-1-15,0 10 3 0,0 0 0 0,0-10 5 16,0 10-17-16,0 0-1 0,-1-8 3 0,1 8 0 15,0 0-6-15,0 0-1 0,-4-8-1 0,4 8-4 16,0 0 1-16,0 0-10 0,0 0 4 0,0 0 0 16,0 0-13-16,0 0-15 0,0 0-11 0,0 0-8 15,0 0-14-15,0 0-18 0,0 0-3 0,0 0-9 16,0 0-24-16,0 0-22 0,0 0-126 0,0 0-271 16,0 0 120-16</inkml:trace>
  <inkml:trace contextRef="#ctx0" brushRef="#br0" timeOffset="43184.44">4618 14558 10 0,'0'0'70'0,"0"0"-1"0,-6-5-8 16,6 5-2-16,0 0-2 0,-7-5 2 0,7 5-6 16,0 0 1-16,0 0-1 0,-7-4 1 0,7 4-3 15,0 0-3-15,0 0-5 0,0 0-5 0,0 0-4 16,-8-1-3-16,8 1 2 0,0 0-6 0,0 0-3 16,0 0-9-16,0 0 3 0,0 0-9 0,0 0 8 15,0 0-10-15,-10 5-19 0,10-5-5 0,-10 8-14 16,6-5-7-16,-1 0-3 0,5-3-1 0,-7 9-5 15,2-7 1-15,5-2 1 0,-5 9 7 0,5-9 2 16,-6 4 8-16,6-4-1 0,-5 5 2 0,5-5 1 16,0 0 2-16,-6 5 5 0,6-5 7 0,0 0-5 15,-5 4 5-15,5-4 4 0,0 0 4 0,0 0-3 16,0 0-2-16,0 0 1 0,-6 2-2 0,6-2 9 16,0 0-6-16,0 0 12 0,0 0 4 0,0 0 6 15,0 0 1-15,0 0-4 0,0 0 9 0,0 0 4 16,0 0-10-16,-14 0 11 0,14 0 1 0,0 0-8 15,0 0 6-15,-12-3-2 0,12 3 1 0,0 0-7 16,-11 1 0-16,11-1 6 0,0 0-19 0,-8 2 9 16,8-2-9-16,0 0 5 0,0 0-5 0,0 0 9 15,-9 0 1-15,9 0 8 0,0 0-2 0,0 0 13 16,0 0-8-16,0 0 13 0,0 0-1 0,0 0-8 16,0 0 5-16,0 0-2 0,0 0-16 0,0 0 6 15,0 0-5-15,0 0 9 0,0 0-3 0,0 0-7 16,0 0 1-16,0 0-7 0,0 0 0 0,0 0 1 15,0 0 0-15,28 2-1 0,-28-2-2 16,12 0 10-16,-12 0-9 0,13 1-2 0,-6-2 0 0,1 1 5 16,-8 0-7-16,17 1 18 0,-8-1-20 0,-2 0 4 15,5 3-5-15,-2-2 5 0,2 1 5 0,1-2 5 16,-1 0-1-16,7 0 0 0,-2-3-12 0,3 2 13 16,1 1-8-16,-3-5 4 0,2 5-7 0,-3-2 5 15,3 1-8-15,-2 0 4 0,-1-2 5 0,-3 4 4 16,-2-1-13-16,3-2 2 0,-1 2-11 0,2-1 14 15,-3-2-5-15,0 3 3 0,1 1-1 16,0-2-1-16,0 2-2 0,-1-1 3 0,2-1 2 0,-3 0-14 16,-1 1 13-16,3-2 0 0,-2 1-6 0,0 1 11 15,1 0-14-15,-1 0 10 0,2 0-3 0,0 0-5 16,0 0 2-16,4 0 0 0,1-1 0 0,-2 0-3 16,0 1 5-16,2-2-6 0,-3 1 7 0,3-1 4 15,-5 0-3-15,4 0 6 0,-1-1-1 0,-1 3 2 16,-3 1 1-16,1-3-5 0,-1 2-1 0,-2-2 4 15,1 2-1-15,-2 0-3 0,2-2 1 0,-5 2-1 16,-7 0 1-16,14 0-1 0,-6-2-1 0,-8 2-4 16,13 1-1-16,-5 0-2 0,-8-1 4 0,12 0 3 15,-12 0-1-15,9-1-4 0,-9 1 3 0,12 0 2 16,-12 0-7-16,10 0 1 0,-10 0 4 0,10 1 1 16,-10-1-6-16,12 2 10 0,-12-2-12 0,10 0 1 15,-10 0-11-15,10 2-1 0,-10-2-11 0,9 1-4 16,-9-1-14-16,9 3 7 0,-9-3-7 0,10 0-1 15,-10 0-6-15,9 0-4 0,-9 0-1 0,10 2-2 16,-3-2 6-16,-7 0-17 0,10 2-5 0,-4-1-5 16,-6-1-10-16,13 2-60 0,-13-2-159 0,9 0 70 15</inkml:trace>
  <inkml:trace contextRef="#ctx0" brushRef="#br0" timeOffset="43670.11">5598 14363 140 0,'0'-9'161'0,"0"9"-8"0,2-10-10 0,-2 10-9 16,0-8-2-16,0 8-3 0,1-10-4 0,-1 10-1 16,0 0-2-16,0-10-7 0,0 10-10 0,0 0-10 0,0 0-9 15,0-8-14-15,0 8-6 0,0 0-10 0,0 0-7 16,0 0-6-16,0 0-5 0,0 0-4 15,0 0-4-15,0 0 0 0,4 32-5 0,-3-18-3 16,-1 5 2-16,1 7-5 0,-2 1 2 0,1 1-6 16,-1-3 3-16,0 5-1 0,-1 0-2 0,0-2 0 15,3-1-6-15,-4 0 2 0,2-1-3 0,2-3 2 0,-1-2-3 16,-1-3 0-16,1-1-2 0,0 0 2 16,-1-1-1-16,0 1-2 0,2-1 2 0,-1-4-1 15,1 1-3-15,-1-1 1 0,0-4 0 0,0 4-4 16,0-2-4-16,0-3-15 0,0-7-20 0,-1 13-10 15,1-13-13-15,-1 9-14 0,1-9-26 0,0 0-17 0,-2 8-18 16,2-8-22-16,0 0-122 0,0 0-305 16,0 0 136-16</inkml:trace>
  <inkml:trace contextRef="#ctx0" brushRef="#br0" timeOffset="44160.23">5492 14284 91 0,'0'0'124'0,"0"0"-12"16,-3-5-6-16,3 5-21 0,0 0-2 0,0 0-12 15,0 0 0-15,0 0 0 0,0 0 7 0,32 11-5 16,-20-6-8-16,5 3 9 0,1 0-13 0,1-1 1 15,-2 0-7-15,3 2-6 0,-3-3-3 0,2 1-8 16,0 2 3-16,1-1 2 0,6 3-6 0,-6-4-4 16,0 3 2-16,5 3-5 0,-6-5 0 0,1-2-4 15,1 1-2-15,0 1 0 0,-3-1-4 0,1 0-5 16,0-1 4-16,0-1-6 0,-1 2 0 0,-5-4-2 16,-2 1 7-16,1 2-7 0,-2-1-5 0,0-3 4 15,-1 1-4-15,-9-3 7 0,12 6-6 0,-12-6 2 16,10 4-4-16,-10-4 4 0,9 3-1 0,-9-3 3 15,0 0 9-15,0 0-1 0,0 0-6 0,0 0-3 16,0 0 4-16,0 0-3 0,-19 15-3 0,7-10 2 16,-3-1-5-16,-1 1 3 0,-3 1-5 0,0 2 6 15,-8 6-3-15,-2 0-7 0,1 2 6 0,-2-1-3 16,0 5 0-16,0 0 1 0,1-1-1 0,0 0 0 16,2 1-1-16,1 1-3 0,-1 0-1 0,3-2-8 15,1 1-5-15,-1-2-11 0,3 1-2 0,5-9-13 16,0 1-5-16,4 1-10 0,-1-1-17 0,0 0-11 15,4-3-3-15,4-1-17 0,-1-1-17 0,1 0-109 16,1-3-251-16,-2 3 111 0</inkml:trace>
  <inkml:trace contextRef="#ctx0" brushRef="#br0" timeOffset="44599.8">6019 14288 152 0,'0'0'161'16,"0"0"-4"-16,0 0-11 0,4-9-8 16,-4 9-9-16,0 0-10 0,0 0-3 0,0 0-8 15,0 0-10-15,0 0-9 0,0 0-7 0,0 0-11 16,0 0-8-16,0 0-5 0,0 0-11 0,0 0-2 16,0 0 0-16,0 0-8 0,0 0 6 0,-10 28-1 0,8-17 1 15,2 8 5-15,-1 0 0 0,-2 0-2 0,0 9-3 16,0-3-7-16,2 1-2 0,-1 1-5 0,2-3 0 15,-1 2-3-15,1 1-1 0,-1-3-5 16,1-4 0-16,0 0-2 0,-1-1-1 0,-1-1-6 16,2 0 3-16,0 1-1 0,0-4-1 0,0 2-3 0,2-5 0 15,-1 2-2-15,0-1-16 0,0-3-21 16,1 3-21-16,-2-4-42 0,1-3-34 0,0 4-32 16,2-1-180-16,-3-2-368 0,0-7 163 0</inkml:trace>
  <inkml:trace contextRef="#ctx0" brushRef="#br0" timeOffset="45319.39">6159 14530 16 0,'-6'-4'69'0,"6"4"-5"0,-14-4-2 0,14 4-2 16,-13-4-8-16,7 1 1 0,6 3-4 0,-14 0-10 15,7-2 3-15,7 2 1 0,-9-4-2 0,9 4 13 16,-11-1-14-16,11 1 5 0,-6-3-2 0,6 3-2 15,-7-3 4-15,7 3-1 0,0 0 7 0,0 0-18 16,0 0 2-16,-8-2-6 0,8 2 6 0,0 0-3 16,0 0 0-16,0 0 0 0,0 0-3 0,0 0-3 15,0 0-6-15,0 0 2 0,0 0-1 0,0 0-6 16,0 0 14-16,0 0-14 0,0 0 0 0,27 2 7 16,-11 0 5-16,3-4-6 0,1 2 3 0,10 0-2 15,0-2-2-15,0 4 5 0,2-2-7 0,-2 0-3 16,2 0 0-16,2-2-1 0,-1 1 0 15,0 1 3-15,3 0-6 0,-2 0 2 0,2 0-2 16,0-1 2-16,2 2-2 0,2-1 2 0,-2 1-4 0,14-1-1 16,-14 0 0-16,1 0-2 0,0 0 4 0,16 0-2 15,-17 0-2-15,16 0-2 0,-16 2 0 0,14-5 1 16,-16 3-1-16,2-1 1 0,-2 0-2 0,0-1 5 16,-3 1 0-16,-2 0-2 0,1-2-2 0,-3 2-4 15,3-2-1-15,-1 1 10 0,-4-3-1 0,-6 3 0 16,-1 0-2-16,1-1 0 0,0 0 2 0,-3-1-5 15,-1-1-2-15,-5 3 4 0,0 0 1 0,-1 0-5 16,-2-2-6-16,-1 4-14 0,-1-2-23 0,-7 2-15 16,12-1-31-16,-12 1-31 0,8-4-28 0,-8 4-85 15,0 0-250-15,0 0 110 0</inkml:trace>
  <inkml:trace contextRef="#ctx0" brushRef="#br0" timeOffset="47234.42">7942 12311 27 0,'0'0'69'16,"0"0"-5"-16,0 0-12 0,0 0 5 0,0 0-8 16,0 0-7-16,3-13-3 0,-3 13 15 0,0 0-9 15,0 0 0-15,0 0 2 0,0 0 2 0,5-8-9 16,-5 8 5-16,0 0-7 0,0 0 2 0,0 0 0 16,0 0-12-16,0 0-1 0,0 0-4 0,0 0-3 15,0 0-2-15,0 0-2 0,0 0-2 0,0 0-9 16,0 0 7-16,0 0 3 0,0 0-8 0,0 0 2 15,0 0-5-15,0 0 0 0,0 0-1 0,0 0 5 16,0 0 1-16,-9 28 3 0,9-28-2 0,0 18 5 16,0-7-1-16,0 0 1 0,0 0 9 0,0 3 0 15,0 1-3-15,1 2 2 0,1 0-2 0,-1 1 3 16,-1 0-2-16,-1-1-2 0,-1 2 3 0,0 7 7 16,0-7-19-16,0 1 11 0,1-2 4 0,-2 3 3 15,-1-2-4-15,2 1 5 0,-1 4-12 0,2-5 2 16,-2 0 5-16,1 1-4 0,-1-1 10 0,2 0-12 15,-3 0 1-15,1 0-2 0,1 1 1 0,-1 5 2 16,0-6-4-16,0 1 2 0,1 5 2 0,-1-6 4 16,-1 5-2-16,3-5 1 0,-2 0-4 0,1 5-3 15,0 1 4-15,0-4 0 0,0-2-6 0,0 5 4 16,1 0-7-16,-3-5-1 0,3 1 7 0,1-1-6 16,2 5-3-16,1 2 2 0,-2-7-3 0,-1 8 4 15,1-4-2-15,3 1-3 0,-3 2 0 0,-1-6-2 16,2-1 0-16,0 1 2 0,-2-4 1 0,0 4 0 15,-1-1 2-15,1 0-5 0,-1 6-4 0,-2-7-3 16,0 1 9-16,1-4-2 0,1 5-3 0,-2-1 9 16,1-1-4-16,0-1 0 0,0 2-1 0,-2-4-2 15,3 0 3-15,-1 1 1 0,0-4-2 0,1 4 1 16,1-5-3-16,-3 0-1 0,3 2 0 0,0-2 0 16,0 5 3-16,-1-3-2 0,-1-1-1 0,4 4 2 15,-2-5-3-15,0 4 1 0,0-3 2 0,1 0-4 16,-1-1 2-16,0 1-2 0,1-2-2 0,-1 0 6 15,0 1 0-15,0 0-2 0,0 1 1 0,-1-1-2 16,1-1 0-16,1 1 4 0,-2 0-2 0,1 0 0 16,0 0-3-16,0 1 2 0,-1 3 0 0,-1-1 0 15,2-4-3-15,-1 2-1 0,2 1 1 0,-1-2 0 16,2 1 3-16,-2 1-1 0,0-3-2 0,0 3-1 16,-2-4 5-16,4 2 1 0,-2-2-4 0,1 0 2 0,-1-1 0 15,0-8 2-15,0 15-2 0,0-8 0 16,1-1-3-16,-1-6 3 0,2 9-1 0,-2-9-6 15,-2 10-1-15,2-10 8 0,2 8-2 0,-2-8 1 16,0 10-2-16,1-5 0 0,-1-5 3 0,0 10 2 16,0-10-1-16,0 11-4 0,1-5 3 0,-1-6-3 15,0 11 4-15,1-5 1 0,-1-6-3 0,2 10-2 16,-2-10-2-16,-2 8 8 0,2-8-5 0,0 0 0 16,0 10 3-16,0-10-3 0,0 0 6 0,-1 9-4 15,1-9 0-15,0 0 4 0,0 0 1 0,0 10 2 16,0-10 3-16,0 0 1 0,0 0-3 0,-1 7 3 15,1-7-7-15,0 0 3 0,0 0 1 0,0 0-2 16,0 0-2-16,-3 8-3 0,3-8 2 0,0 0-2 16,0 0-3-16,0 0 4 0,0 0-2 0,0 0 1 15,0 0-3-15,0 0 6 0,0 0-5 0,0 0 1 16,0 0-2-16,0 0 2 0,0 0 0 0,0 0 1 16,0 0-6-16,0 0 5 0,0 0 0 0,0 0 5 15,0 0-5-15,-2 5-3 0,2-5 2 0,0 0-4 16,0 0 2-16,0 0 3 0,0 0-3 0,0 0-1 15,-3 7 5-15,3-7-7 0,0 0 3 0,0 0 0 16,0 0 0-16,0 0 6 0,0 0-4 0,0 0-2 16,0 0 3-16,-5 5-3 0,5-5 2 0,0 0-1 15,0 0 1-15,-9 3 2 0,9-3-2 0,0 0-2 16,-10 3 3-16,3-2-6 0,7-1 2 0,-12 3 2 16,4-3-1-16,8 0 0 0,-14 2 0 0,4 0 6 15,0 0-9-15,-1 0 4 0,2 1 0 0,-2-2-4 16,-1 2-2-16,0-3 6 0,3 4-4 0,-2-4 4 15,-1 2 1-15,3-3 0 0,9 1 1 0,-18 0-3 16,10 1 0-16,0 0-1 0,8-1 1 0,-15 0 0 16,9 2-2-16,6-2 3 0,-12 0-4 0,3 0 2 15,9 0-1-15,-11 0 2 0,4 1-1 0,7-1 1 16,-16 1 1-16,8 1-5 0,8-2 1 0,-15 1 1 16,3-1 2-16,6 3 1 0,-4-3-2 0,-2 0-1 15,2 3 7-15,0-3-8 0,1 0 6 0,9 0-6 16,-20 2 0-16,13-2 5 0,-2 0-7 0,9 0 4 15,-14-2 3-15,6 2 0 0,-1 0-3 0,9 0 2 16,-15 0-1-16,15 0 1 0,-14-2 4 0,6 1-5 16,8 1-3-16,-11-2 12 0,11 2-11 0,-13 0 3 15,7-2-3-15,6 2-4 0,0 0-9 0,-13 1-12 16,13-1-15-16,0 0-21 0,-10-1-15 0,10 1-32 16,0 0-36-16,0 0-41 0,-9 1-130 0,9-1-344 15,0 0 152-15</inkml:trace>
  <inkml:trace contextRef="#ctx0" brushRef="#br0" timeOffset="49791.73">5934 10136 44 0,'-2'-13'124'0,"-1"7"-10"0,1-2 7 15,-1-1-8-15,1 0 5 0,-2 0 8 0,3-1 3 16,-3 0-7-16,1 1-4 0,-1 1 1 0,2 2 9 16,-1-1-1-16,3 7-6 0,-7-12-3 0,7 6-6 15,0 6-7-15,-4-7-6 0,4 7-13 0,-4-6-9 16,4 6-4-16,0 0-17 0,0 0-7 0,0 0-2 15,0 0-8-15,0 0-7 0,0 0-1 0,0 0 3 16,0 0-12-16,-1 25 0 0,1-14-4 0,2 5 1 16,-2 0-3-16,0 1 2 0,0 0-5 0,0 0 0 15,0 2-2-15,0-2-1 0,0 0 0 0,-1-2 1 16,0 1-3-16,2-4 0 0,-1 0-2 0,0-1-1 16,0 0-2-16,-1-2 3 0,-1 1-3 0,2-2 5 15,0 1-12-15,0-9-17 0,-1 13-19 0,0-7-18 16,1-6-19-16,0 8-10 0,0-8-9 0,-1 7-1 15,1-7-16-15,0 0-12 0,-6 6-13 0,6-6-9 16,0 0-18-16,0 0-109 0,0 0-298 0,-10-19 132 16</inkml:trace>
  <inkml:trace contextRef="#ctx0" brushRef="#br0" timeOffset="50068.06">5816 10033 66 0,'0'0'130'15,"0"0"-12"-15,0 0-12 0,2-13-8 0,-2 13-3 16,11-5-6-16,1 4 2 0,2 1-1 0,0 0-2 16,4 1-11-16,3 3-7 0,0 1 1 0,0 0-5 15,-1 2-4-15,-2 3-11 0,1-1-6 0,-2 1-2 16,-4 4-4-16,-3-2-3 0,0 3-5 0,-2-1-2 16,-3 1 0-16,-1 0-2 0,-4 0-6 0,-1 1 5 15,-3 0-8-15,-1 1 1 0,-2-2-5 0,-3 1 12 0,0-2-10 16,-1-1-2-16,-2 0 1 0,1-2 2 15,-3 0 3-15,2-3-9 0,-4 3 0 0,6-5 0 16,-7 1-5-16,5-1-14 0,0-3-10 0,-1 0-15 16,3 0-17-16,-2-1-22 0,5-2-33 0,8 0-38 0,-16 2-102 15,7-4-263-15,9 2 117 0</inkml:trace>
  <inkml:trace contextRef="#ctx0" brushRef="#br0" timeOffset="50305.97">6157 10168 154 0,'4'-4'238'0,"-4"4"-5"0,6-5-23 16,-6 5-24-16,0 0-19 0,5-4-19 0,-5 4-14 15,0 0-12-15,0 0-12 0,9 10-8 0,-8-4-15 16,1 3 3-16,-1 3-3 0,-1 3-5 0,0 0-9 15,-1 2-8-15,-1 1-26 0,1 0-24 0,1-2-35 16,-1 3-39-16,-2-3-44 0,3 3-36 0,0-4-49 16,-5 0-118-16,5 2-331 0,-1 0 147 0</inkml:trace>
  <inkml:trace contextRef="#ctx0" brushRef="#br0" timeOffset="51275.39">5823 15241 28 0,'0'0'111'0,"-5"-4"2"0,5 4-4 0,0 0 5 16,-4-4-4-16,4 4 0 0,0 0 3 15,-5-6 2-15,5 6-8 0,0 0-1 0,0 0-7 16,0 0-11-16,0 0-10 0,0 0-10 0,-7-5-4 0,7 5-7 15,0 0-10-15,0 0 4 0,0 0-6 0,1 19-4 16,-1-19-5-16,0 18 0 0,0-6-4 0,0 1-4 16,1-1 0-16,-1 4-3 0,0-1 2 15,0 1-3-15,0 0 1 0,0 0 1 0,0 0-8 16,-1-5 5-16,1 5 1 0,-1-5-8 0,-2 1 1 16,2-2 0-16,1-2-3 0,-1 3-3 0,1-1 1 0,0 0-10 15,-3-2-25-15,2-3-15 0,1-5-24 0,-2 13-26 16,0-9-28-16,2-4-11 0,-3 9-13 15,3-9-12-15,-4 7-94 0,4-7-265 0,-6 2 119 16</inkml:trace>
  <inkml:trace contextRef="#ctx0" brushRef="#br0" timeOffset="51573.37">5771 15261 62 0,'14'0'118'0,"-1"1"-3"16,1 0-4-16,4 2-11 0,-2 2-5 15,-4 0 3-15,7 2-14 0,-6 1-1 0,-2 0-10 16,1 2 0-16,-4 1-7 0,3 2-1 0,-5 2-7 16,-1-4 5-16,1 3-5 0,-5 0-5 0,-1-2 9 15,-4 4-5-15,1-3-3 0,-3 2-5 0,-4 0-2 16,4-5 0-16,-3 5-3 0,0-3 1 0,-7 0-6 15,3-1-5-15,1 0 6 0,-2-3-7 0,1-1-3 16,-1 2-5-16,2-3-7 0,0-2-17 0,0-1-24 16,-2 1-17-16,4 1-25 0,-1-3-22 0,3 0-37 15,8-2-41-15,-13 0-85 0,13 0-270 0,-13-3 120 16</inkml:trace>
  <inkml:trace contextRef="#ctx0" brushRef="#br0" timeOffset="52023.99">6060 15455 86 0,'0'0'116'0,"0"0"-9"0,0 0 2 15,11 0-1-15,-11 0 0 0,0 0-9 0,12 2-6 16,-12-2-4-16,7 2-2 0,-3 2-12 0,-4-4-2 15,7 4-2-15,-2-1-5 0,0 2-2 0,0-1-1 16,0 0 1-16,0 1 0 0,0 2-5 0,-1 0-5 16,1 0 22-16,-2 1-3 0,2-1-6 0,-1-1-11 15,-2 4-1-15,1-2 0 0,-2 3-1 0,-2-1 0 16,1 0-3-16,-3-3-6 0,1 3 0 0,0-1-6 16,-5-1-2-16,1 1 0 0,0 0-4 0,0-1-2 15,-2 1-3-15,-1-3-3 0,2 2-1 0,-2 0-3 16,1-5-1-16,-1 3-1 0,1 0-2 0,2-3-2 15,1 1-1-15,5-4 0 0,-10 7-5 0,5-5 2 16,5-2-1-16,-8 4-1 0,8-4 0 0,0 0-7 16,-4 4 0-16,4-4 2 0,0 0-2 15,0 0 2-15,0 0 1 0,0 0-3 0,0 0 3 0,0 0 0 16,18 4 0-16,-18-4 1 0,17-4 3 16,-6 3-1-16,3-1-3 0,3 0 0 0,2 0 0 0,-2 1-1 15,0-2-1-15,3-2 5 0,-4 3-25 0,1-1-27 16,1 1-32-16,-2 0-45 0,1-3-40 0,2-1-53 15,-7 5-147-15,0-3-391 0,1-1 173 16</inkml:trace>
  <inkml:trace contextRef="#ctx0" brushRef="#br0" timeOffset="52186.18">6497 15594 35 0,'6'-1'214'0,"-6"1"-22"0,0 0-21 0,0 0-26 16,0 0-38-16,0 0-36 0,0 0-39 0,0 0-36 16,0 0-39-16,0 0-36 0,0 0-62 0,0 0-151 15,0 0 67-15</inkml:trace>
  <inkml:trace contextRef="#ctx0" brushRef="#br0" timeOffset="54730.23">6184 12858 37 0,'0'0'141'16,"0"0"1"-16,0 0 1 0,-15-2-10 0,15 2 0 15,0 0-4-15,0 0-5 0,0 0-4 0,0 0-10 16,0 0-8-16,0 0-9 0,0 0-11 0,0 0-9 15,0 0-7-15,0 0-10 0,0 0 0 0,0 0-8 16,0 0-1-16,30 1-8 0,-18-2-2 0,-1-1-4 16,-2 1-4-16,2-1 1 0,0 2-5 0,-1-2-4 15,0 2 0-15,-2-2-13 0,1 1-17 0,-9 1-24 16,16-1-21-16,-8 1-35 0,-1-2-20 0,-7 2-22 16,10-2-12-16,-10 2-109 0,0 0-273 0,6-2 121 15</inkml:trace>
  <inkml:trace contextRef="#ctx0" brushRef="#br0" timeOffset="54922.21">6268 12768 152 0,'0'0'172'0,"0"0"-4"16,0 0-11-16,-7-3-11 0,7 3-7 0,0 0-16 16,0 0-15-16,0 0-12 0,0 0-4 0,0 0-10 15,0 0-8-15,0 0-11 0,0 0-4 0,0 19 4 16,0-19-7-16,0 17-10 0,0-7-6 0,0 1-10 15,-2 1-6-15,1 0-49 0,0 1-28 0,-1 1-23 16,0 0-36-16,-3 2-34 0,1-1-101 0,0-3-267 16,1-2 119-16</inkml:trace>
  <inkml:trace contextRef="#ctx0" brushRef="#br0" timeOffset="56148.48">4763 12879 11 0,'0'0'85'0,"0"0"-4"0,0 0-2 0,0 0-1 15,0 0-3-15,0 0 4 0,0 0-4 0,0 0-3 16,0 0 5-16,-31 1-3 0,31-1 0 0,0 0 1 15,-14-1 0-15,14 1-5 0,-9 1 2 0,9-1-3 16,-10 0-6-16,10 0-4 0,-13 1-6 0,13-1 3 16,-9 2-4-16,9-2-4 0,-9 3 2 0,9-3 1 15,-9 1 1-15,9-1-6 0,0 0 4 0,-9 0-1 16,9 0 1-16,0 0-3 0,0 0-6 0,0 0 0 16,0 0-6-16,-8 3-2 0,8-3-5 0,0 0-3 15,0 0-1-15,0 0-2 0,0 0-1 0,0 0-3 16,0 0-1-16,0 0 8 0,26 4-4 0,-20-4-5 15,3 0-3-15,-9 0 1 0,18 0-2 0,-9 0 0 16,2 0-4-16,-3 0 3 0,-8 0 4 0,17-2-5 16,-9 2 2-16,1 0 12 0,-9 0-14 0,11-1 2 15,-11 1 4-15,9 0-2 0,-9 0-2 0,9-1 5 16,-9 1-2-16,0 0 1 0,0 0-1 0,10 1 0 16,-10-1-1-16,0 0 0 0,0 0-4 0,0 0-1 15,0 0-5-15,0 0-7 0,0 0-17 0,0 0-28 16,8 0-32-16,-8 0-30 0,0 0-28 0,0 0-39 15,0 0-167-15,0 0-373 0,0 0 166 0</inkml:trace>
  <inkml:trace contextRef="#ctx0" brushRef="#br0" timeOffset="58663.81">7225 12479 79 0,'0'0'115'0,"0"0"2"0,0 0 2 0,0 0-12 16,0 0 3-16,0 0-6 0,0 0-2 0,0 0-5 16,0 0-2-16,0 0-6 0,0 0-10 0,0 0-7 15,0 0-7-15,0 0-4 0,0 0-12 0,-19-4-2 16,19 4-3-16,-10 7-7 0,1 1 0 0,1 0-1 15,-2-1-5-15,0 2 0 0,-3 2 1 0,0 0 1 16,-1-2-3-16,0 2 4 0,0 1-8 0,-1 0 0 16,0-1-5-16,-1-1 3 0,1 0 3 0,5-2-2 15,-6 3 3-15,5-6-3 0,2 3-1 0,-1-4-2 16,1 1-2-16,0-2-1 0,0 4 1 0,0-3-3 16,2-1-4-16,1 1 6 0,0-1-3 0,6-3-2 15,-12 5 2-15,8-3-1 0,4-2-1 0,-9 2 2 16,9-2-4-16,0 0 2 0,-6 3 0 0,6-3-1 15,0 0-3-15,0 0-2 0,0 0 1 0,-6 3-2 16,6-3-5-16,0 0 2 0,0 0-2 0,0 0-3 16,0 0 1-16,0 0 3 0,0 0 0 0,0 0-1 15,14 13-1-15,-9-10 3 0,2-2 1 0,2 3 0 16,0-1-3-16,2 1 0 0,1 2-3 0,1-2 3 16,-1-1 1-16,4 5-3 0,-3-4 2 0,4 2-1 15,-2 2 0-15,2-1 2 0,2-1 0 0,-3 0-1 16,5 1-1-16,-2 1-2 0,1-2-14 0,1-1-22 15,-3 0-23-15,1 1-26 0,-1-2-34 0,-2-1-33 16,0-1-175-16,-5 2-355 0,1-1 157 0</inkml:trace>
  <inkml:trace contextRef="#ctx0" brushRef="#br0" timeOffset="59373.44">6885 12151 13 0,'0'0'176'0,"0"0"-8"0,4-5-9 16,-4 5-9-16,7-7-9 0,-4 1-5 0,1 2-9 15,0-1-8-15,0 0-2 0,4-2-8 0,-2 0-4 16,0 0-3-16,3-1 7 0,-1-1-8 0,0 0-5 15,-1-1-6-15,1 1-4 0,0-1-9 0,-2 0-7 16,0 1-4-16,0 1-7 0,-1-3-2 0,1 1-3 16,-2 1-9-16,0-1-1 0,0-1-5 0,-3 4-1 15,0 0 1-15,-1 7-4 0,1-12-4 0,1 6-1 16,-2 6 6-16,0-10-8 0,0 10-3 0,0 0 1 16,0-9-7-16,0 9 1 0,0 0-6 0,0 0-6 15,0 0 0-15,0 0-1 0,0 0-3 0,0 0 0 16,0 0 1-16,0 0-3 0,-17 16-1 0,12-7-3 15,2 1 1-15,1-2-1 0,-2 4 2 0,3-3-1 16,-2 4 2-16,2-4-1 0,2 2 3 0,-1-3-3 16,3 1 2-16,-1-1-2 0,2 2 7 0,4-3-4 15,-2-1-1-15,2 3 1 0,-2-4 2 0,6 0 0 16,-2 2 0-16,0-5-5 0,3 1-15 0,-2 0-18 16,2-1-25-16,-1-2-31 0,-2 1-32 0,0-1-34 15,2-1-28-15,-5 0-26 0,-7 1-152 0,12-4-390 16,-6 1 173-16</inkml:trace>
  <inkml:trace contextRef="#ctx0" brushRef="#br0" timeOffset="59569.36">6954 11762 90 0,'0'0'256'0,"-6"-5"-20"15,6 5-24-15,-6-4-18 0,6 4-20 0,0 0-22 16,-8-3-18-16,8 3-20 0,0 0-39 0,0 0-35 16,0 0-47-16,0 0-34 0,0 0-37 0,0 0-41 15,-6 12-120-15,6-12-259 0,0 7 115 0</inkml:trace>
  <inkml:trace contextRef="#ctx0" brushRef="#br0" timeOffset="60472.05">6824 10707 64 0,'0'0'152'0,"0"0"-11"0,-8-3-10 16,8 3-7-16,0 0-10 0,0 0 4 0,0 0-19 0,0 0-9 15,0 0-18-15,0 0-5 0,0 0-1 0,0 0-8 16,0 0-6-16,0 0-7 0,0 0-5 15,0 0 0-15,0 0 4 0,0 0 9 0,0 0-12 16,9 23-2-16,-5-18 2 0,-4-5-5 0,10 10-1 0,-4-3 2 16,2-1-3-16,1 1-2 0,-1-1-4 15,2 1 1-15,0-4 0 0,1 5-7 0,0-2 8 0,1-1-6 16,-1 3-3-16,1-2 6 0,2 2-9 0,-4-1 1 16,3 0-6-16,-2-1 1 0,1 1-1 0,-2-1-3 15,0 1-2-15,-2 1-2 0,1-1 2 0,-3 0-1 16,1-1-2-16,-2 0 4 0,2 1 0 0,-4 0-1 15,1-2 0-15,-3 1-6 0,2 2 6 0,-2 1 2 16,-1 1 3-16,-3 0-3 0,-1 0 3 0,-3 6 14 16,-2-3-3-16,-4 10-4 0,-1-10 1 0,3 3-2 15,-1 0-3-15,-1-1-1 0,0-1-19 0,1 0-26 16,0 0-33-16,2 0-51 0,1-2-47 0,1 3-182 16,2-4-371-16,1-3 163 0</inkml:trace>
  <inkml:trace contextRef="#ctx0" brushRef="#br0" timeOffset="61137.91">7260 10585 70 0,'0'0'189'0,"0"0"-12"15,0 0-10-15,0 0 0 0,0 0-11 0,0 0-4 0,8 2-10 16,-8-2-3-16,0 0-3 0,11-9-10 0,-7 5-7 15,2-1-13-15,3-2-5 0,-2-3-7 0,3 1-4 16,-3 2-6-16,2-3-4 0,-1 0-7 0,1 1-10 16,-4-2-3-16,2 1 2 0,-2-1-8 0,0 1-8 15,-1 0 0-15,2-1-4 0,-2-1-7 0,-2 1-3 16,0 1-1-16,-1 2 2 0,-1 1-2 0,0 7 0 16,1-12-6-16,-1 12 0 0,-1-9-3 0,1 9 1 15,0 0-6-15,0 0-5 0,1-10 2 0,-1 10-4 16,0 0-3-16,0 0-3 0,0 0-1 0,0 0 3 15,0 0-3-15,0 0 0 0,0 0 0 0,-11 24-3 16,7-14-1-16,3-4 1 0,-1 6-2 0,0-3 1 16,1 1 0-16,1-1 0 0,-2 2 0 0,2-2 2 15,2 1 0-15,0-2 2 0,1 1-1 0,0-1 1 16,1-1-3-16,-1 0 3 0,1-2-3 0,1 0 0 16,3 1-2-16,-1-1-13 0,-1-1-23 0,1-1-31 15,1 0-22-15,-1-1-40 0,1 0-33 0,-8-2-25 16,17 1-41-16,-12-2-135 0,-5 1-396 0,11-3 176 15</inkml:trace>
  <inkml:trace contextRef="#ctx0" brushRef="#br0" timeOffset="61317.47">7316 10178 96 0,'0'0'145'0,"0"0"-14"16,0 0-16-16,0 0-29 0,0 0-17 0,0 0-28 16,0 0-25-16,19 12-29 0,-11-6-29 0,-1 2-66 15,0-3-116-15,3 2 52 0</inkml:trace>
  <inkml:trace contextRef="#ctx0" brushRef="#br0" timeOffset="61536.24">7636 10365 177 0,'7'6'180'0,"-4"-2"-1"0,-3-4-1 16,4 8 0-16,-3-2-3 0,0 1-11 0,3 2-4 16,-3 4-14-16,0-3-11 0,1 2-14 0,-1 2-6 0,0 1-10 15,-1 2-11-15,0-2-8 0,0 1-10 0,0-3-7 16,0 3-3-16,-1 0-17 0,-2-1-36 15,3-2-45-15,-1 4-40 0,1-1-48 0,0-3-40 16,1 4-187-16,-2-1-377 0,0 0 167 0</inkml:trace>
  <inkml:trace contextRef="#ctx0" brushRef="#br0" timeOffset="63504.12">6972 14772 137 0,'0'0'133'0,"0"0"-5"0,0 0 0 0,-12 0-4 16,12 0-5-16,0 0-4 0,0 0-11 0,0 0-6 15,0 0-1-15,0 0-8 0,-10 1-13 0,10-1-10 16,0 0-2-16,0 0-8 0,0 0-5 0,0 0-4 15,0 0-3-15,0 0-3 0,0 0-3 0,22 6-2 16,-10-4 0-16,6 0-5 0,0-2-1 0,1 3-4 16,0-3 0-16,3 0-4 0,-2 0-2 15,-1 0-3-15,2 0 0 0,-3 3 1 0,1-6-1 0,-1 6-3 16,-2-3-5-16,-3 0 1 0,-1 1 1 0,-1-1 0 16,2 0-3-16,-5 0-2 0,-8 0 4 0,12 0-1 15,-12 0-8-15,10-1 4 0,-10 1 1 0,0 0 2 16,11 0-7-16,-11 0 3 0,0 0 1 0,0 0 4 15,7-3-5-15,-7 3 4 0,0 0-1 0,0 0 3 16,0 0-1-16,8 5-5 0,-8-5 3 0,0 0-2 16,0 0-1-16,0 0 4 0,0 0 4 0,0 0 1 15,-10 16-2-15,5-8 3 0,-3 1 1 0,2 0-4 16,-6 3 0-16,2 2-3 0,1 0 1 0,-2-1 2 16,-1-1-9-16,2 2-24 0,-2-1-21 0,-1 0-26 15,2 2-42-15,1-5-38 0,-1 2-35 0,1-2-114 16,1-4-321-16,2 0 142 0</inkml:trace>
  <inkml:trace contextRef="#ctx0" brushRef="#br0" timeOffset="63716.95">7257 14770 143 0,'-9'-9'199'0,"4"-2"-1"16,0 5-4-16,-4-3-11 0,0 1-5 0,3 1-4 15,-2 1-10-15,2-3-11 0,-2 3-8 0,4 2-17 16,-2 0-8-16,6 4-13 0,-8-8-12 16,8 8-11-16,-6-6-10 0,6 6-19 0,-4-5-20 0,4 5-37 15,0 0-29-15,0 0-39 0,0 0-36 16,0 0-36-16,0 0-27 0,0 0-150 0,0 0-344 0,0 0 152 16</inkml:trace>
  <inkml:trace contextRef="#ctx0" brushRef="#br0" timeOffset="64190.08">7421 15350 17 0,'0'0'206'0,"0"0"-10"0,0 0-7 16,-7-6-18-16,7 6-10 0,0 0-15 0,6-15-10 16,-1 10-4-16,2-4-13 0,3 1-1 0,0-1-11 15,5-3-14-15,0 2-4 0,-2-1-7 0,4-1-7 16,-2 0-9-16,0-3-2 0,-1 2-7 0,-1 2-2 0,-1-3-5 15,-2 2 6-15,-1 2-1 0,-2 0-1 16,-1-1-6-16,-1 0-3 0,0 0-5 0,-1 3 6 16,-2 1 1-16,1 2-3 0,-3 5-7 0,2-10 7 15,-2 10-14-15,2-7-2 0,-2 7-11 0,0 0 5 16,0 0-5-16,1-7-5 0,-1 7-1 0,0 0 0 16,0 0-2-16,0 0-2 0,-21 18-2 0,15-11-4 15,0 2 3-15,-2 1 3 0,2-1-5 0,1 0 2 16,-1 2 4-16,1 0-5 0,1 1-4 0,3-3 5 15,1 1-1-15,0-2-2 0,1 1 4 0,1 1-6 16,2-4-21-16,-1 0-21 0,3-2-17 0,-6-4-31 16,12 7-43-16,-4-4-34 0,-8-3-40 0,20-2-180 15,-20 2-421-15,17-5 186 0</inkml:trace>
  <inkml:trace contextRef="#ctx0" brushRef="#br0" timeOffset="64346.07">7569 14977 27 0,'0'0'150'0,"-6"-8"-19"0,6 8-35 0,0 0-23 16,0 0-38-16,0 0-49 0,0 0-69 0,0 0-91 16,19 23 41-16</inkml:trace>
  <inkml:trace contextRef="#ctx0" brushRef="#br0" timeOffset="64649.25">7849 15158 105 0,'10'1'233'0,"-3"1"-12"16,1 0-19-16,-1 1-17 0,-1 0-4 0,2-2-7 15,-2 4-3-15,-2 1 0 0,1-2-16 0,-2 2-8 16,-2 2-6-16,-1 2-7 0,-2 2-12 0,-1 0 2 15,-3 2-5-15,-4-2-18 0,-2 4-6 0,2-2-5 16,-4-3-7-16,2 4-12 0,-3-5-3 0,3 2-5 16,2-4-14-16,1 0-1 0,1-3 0 0,3 0-12 15,0 0-3-15,1-1-5 0,4-4 0 16,-6 7-7-16,6-7 0 0,-2 7-3 0,2-7 3 0,0 0-4 16,12 7 2-16,0-5-3 0,9-3 0 0,0 1-4 15,11-3-5-15,1 1-17 0,0-4-24 0,2 2-19 16,-1-5-40-16,-2 6-40 0,-5-3-54 0,4-1-48 15,-12 3-241-15,-1 3-513 0,0-5 227 0</inkml:trace>
  <inkml:trace contextRef="#ctx0" brushRef="#br0" timeOffset="65625.95">4651 14536 73 0,'0'0'116'0,"0"0"-11"15,0 0-12-15,0 0-8 0,0 0-11 0,-5-6-6 16,5 6-7-16,0 0-6 0,0 0-6 0,-5-8 3 16,5 8-13-16,0 0-3 0,-5-7-3 0,5 7-4 15,-5-6-18-15,5 6-8 0,0 0-4 0,0 0-16 16,-2-5-14-16,2 5-1 0,0 0-2 0,0 0-3 16,0 0 3-16,7-10 1 0,-7 10-1 0,0 0 0 15,6-6 4-15,-6 6 9 0,0 0 1 0,0 0 9 16,7-2 3-16,-7 2 8 0,0 0 14 0,0 0 6 15,0 0 4-15,0 0 6 0,0 0 5 0,0 0-9 16,0 0 11-16,0 0 2 0,0 0 5 0,0 0 11 16,0 0 7-16,0 0-4 0,-12-10 5 0,12 10-1 15,0 0-3-15,0 0-2 0,0 0-7 0,-6-5-4 16,6 5-1-16,0 0-7 0,0 0-4 0,0 0-5 16,0 0 1-16,0 0-5 0,0 0 1 0,0 0 11 15,0 0-15-15,15 17 7 0,-10-12-10 16,1-1 9-16,4 1-13 0,-1 1-6 0,1-1 10 0,0 0-6 15,3 0 1-15,-1 2-3 0,3-3 4 0,-4 3-9 16,3-4 5-16,-3 3-3 0,-2 0 2 0,2 0-3 16,-5 0-1-16,1 2-1 0,1-2-6 0,-5 3 8 15,4-2 0-15,-4-1-1 0,0 5-2 0,-4-1 5 16,-1 1 5-16,-1 5-7 0,-4-1-2 0,-2-1-1 16,0 0-16-16,-1 0-14 0,-1-1-23 0,0 0-21 15,-1 1-29-15,0-1-39 0,2 0-124 0,-3 1-282 16,4-5 125-16</inkml:trace>
  <inkml:trace contextRef="#ctx0" brushRef="#br0" timeOffset="66899.78">4556 10717 126 0,'0'0'150'0,"-7"-6"1"16,7 6-9-16,0 0-8 0,0 0-8 0,-5-4-4 15,5 4-12-15,0 0-7 0,0 0-3 0,0 0-1 16,-6-6-10-16,6 6 2 0,0 0-8 0,0 0 3 15,0 0-7-15,0 0-1 0,0 0-3 0,0 0-6 16,0 0-4-16,0 0-10 0,0 0 2 0,-5-4-5 16,5 4-4-16,0 0-9 0,0 0 2 0,0 0-1 15,0 0-9-15,0 0 1 0,0 0 4 0,0 0-9 16,0 0 0-16,0 0 0 0,0 0-7 0,0 0 6 16,0 0-4-16,0 0 0 0,0 0-2 0,0 0 1 15,0 0 0-15,0 0 2 0,0 0-6 0,0 0 2 16,-4-6-6-16,4 6 0 0,0 0-1 0,0 0-1 15,0 0 1-15,0 0-4 0,0 0-1 0,0 0-2 0,0 0-3 16,0 0 2-16,0 0-3 0,0 0 0 0,0 0-5 16,0 0 7-16,0 0-2 0,0 0 0 0,0 0-2 15,0 0-3-15,0 0 4 0,0 0-3 16,20 18 3-16,-11-13 2 0,1 1-1 0,4 0 1 0,-2 1-2 16,1-1 1-16,2 2-1 0,2 1 0 0,-5-4 1 15,0 1 4-15,5 2-5 0,-6-3-3 0,2 1-1 16,-6 2 4-16,4-3-2 0,-1 0 5 0,-2 2-2 15,1-1 0-15,-4-2-7 0,1 1 4 0,3-1 0 16,-5 1 2-16,2 0-4 0,-3 0 7 0,-1 0 0 16,-2-5-6-16,7 8 1 0,-5-4 0 0,-2-4 0 15,1 9 0-15,-1-9-2 0,-1 11 5 0,1-11-2 16,-5 11 6-16,-1-3 11 0,-2 1-1 0,-2 3 0 16,-4 1-4-16,2-2-2 0,-2 3 1 0,3-2-4 15,-2 1-7-15,-2 3-17 0,1-2-29 0,-4 4-27 16,4-4-33-16,-6 6-32 0,6-5-36 0,-5 3-49 15,-1 3-138-15,2-3-392 0,1-5 173 0</inkml:trace>
  <inkml:trace contextRef="#ctx0" brushRef="#br0" timeOffset="67889.67">3598 11067 66 0,'0'0'132'0,"0"0"-1"0,0 0-11 0,0 0-4 15,-6-6-3-15,6 6-6 0,0 0 2 0,0 0-7 16,0 0-4-16,0 0-1 0,0 0-5 0,0 0-4 16,0 0-6-16,0 0 1 0,0 0-7 0,0 0 0 15,0 0 4-15,0 0-7 0,0 0 2 0,0 0-8 16,0 0-1-16,0 0-4 0,0 0-2 0,0 0-1 15,0 0-6-15,0 0-6 0,0 0-5 0,0 0-7 16,0 0-4-16,0 0 0 0,0 0-5 0,15-5-1 16,-8 4 0-16,-7 1-6 0,16-1-4 0,-4-2-1 15,-1 2 0-15,1 1-1 0,-1-1-2 0,2-1-1 16,-3 1 1-16,1 0-3 0,1 1 1 0,-4-1-1 16,1 0-4-16,-9 1-12 0,15-1-8 0,-7 2-19 15,-8-1-23-15,10-1-28 0,-10 1-30 0,10 0-28 16,-10 0-33-16,9 0-27 0,-9 0-103 0,0 0-331 15,0 0 147-15</inkml:trace>
  <inkml:trace contextRef="#ctx0" brushRef="#br0" timeOffset="68237.37">3643 10948 123 0,'0'0'175'0,"-4"-7"0"0,4 7-9 0,0 0 0 16,-2-6-3-16,2 6-7 0,0 0-5 0,0 0-7 16,0 0-10-16,0 0-7 0,-2-9-9 0,2 9-9 15,0 0-7-15,0 0-14 0,0 0-8 0,0 0-6 16,0 0-9-16,0 0-7 0,0 0-8 0,0 0-5 15,0 0-6-15,0 0-5 0,0 0 0 0,0 0-10 16,0 0 1-16,0 0-5 0,0 0 0 0,0 0-1 16,7 28-2-16,-7-22-1 0,1 2 1 0,-1 5-3 15,1 0-2-15,-1 0 2 0,2 3-6 16,-4-3-18-16,1 4-21 0,0 1-22 0,1-1-26 16,-1 2-30-16,1-2-41 0,0 2-26 0,-3 5-30 0,0-5-122 15,2-1-356-15,0-2 158 0</inkml:trace>
  <inkml:trace contextRef="#ctx0" brushRef="#br0" timeOffset="69289.14">3546 12324 112 0,'0'0'114'0,"0"0"0"0,0 0-5 0,0 0-1 15,0 0-9-15,15-13 4 0,-15 13-9 0,0 0-1 0,0 0-5 16,0 0-5-16,0 0-5 0,0 0-1 0,0 0-5 15,0 0-1-15,0 0-1 0,0 0-3 16,0 0-5-16,0 0-1 0,0 0-2 0,0 0-5 16,0 0-1-16,0 0-3 0,0 0-3 0,0 0 3 15,0 0-2-15,0 0-6 0,0 0 0 0,0 0-7 16,0 0-2-16,0 0-3 0,0 0-2 0,0 0 0 0,0 0-1 16,0 0-1-16,0 0 0 0,0 0-4 15,0 0-3-15,0 0 5 0,0 0-11 0,0 0-3 16,0 0 2-16,0 0-2 0,0 0 1 0,0 0-2 15,0 0 0-15,0 0 5 0,0 0-5 0,13 6-1 0,-1-6 0 16,0-1-1-16,0 1-2 0,1 0-3 16,-1-2 4-16,0 2-2 0,2 0-1 0,-1 0 0 15,-1 0-1-15,-1 0-1 0,-2 0 1 0,0 0-1 16,-9 0 5-16,12 0-6 0,-12 0 1 0,8 0 2 0,-8 0-1 16,9 0 5-16,-9 0-1 0,0 0 3 0,9 0 3 15,-9 0-2-15,0 0 3 0,0 0-2 0,0 0 0 16,0 0-1-16,8 2-5 0,-8-2-13 15,0 0-18-15,0 0-32 0,0 0-48 0,0 0-46 16,0 0-48-16,0 0-155 0,0 0-382 0,-18-15 169 0</inkml:trace>
  <inkml:trace contextRef="#ctx0" brushRef="#br0" timeOffset="70020.23">3458 11649 118 0,'-3'-10'189'0,"3"10"-9"16,-1-7-14-16,1 7-5 0,-1-7-4 0,1 7-6 16,0 0-7-16,-2-8-12 0,2 8-11 0,0 0-14 15,0 0-13-15,0 0-6 0,0 0-11 0,-1-9-8 16,1 9-6-16,0 0-9 0,0 0-5 0,0 0-5 15,0 0-5-15,0 0-4 0,0 0 1 0,0 0-7 16,18 12-1-16,-14-7-5 0,1 0-2 0,0 1 8 16,0-2-13-16,0 2 0 0,3 2-2 0,-2 1-1 15,1 0 3-15,-1 0-4 0,3 1-3 0,-3-1 4 16,1 2-4-16,-1-3 2 0,-1 3-5 0,4-2 2 16,-5 1 1-16,3-2-3 0,-4-1 2 0,1 0 0 15,0 0-4-15,0 0 3 0,0-2-3 0,-1 1 1 16,-3-6-5-16,4 11 3 0,-2-7 0 0,-2-4 2 15,5 7 0-15,-5-7 1 0,0 0 0 0,1 8-3 16,-1-8 9-16,0 0-8 0,0 0 3 0,0 0-2 16,4 5 7-16,-4-5 8 0,0 0-13 0,0 0 13 15,0 0 2-15,0 0 0 0,0 0-1 0,0 0-2 16,0 0-4-16,10-13-1 0,-7 6 2 0,0-3-4 16,1 0-3-16,0 0 0 0,3-6 0 0,-1 2 4 15,1-4-5-15,0 4-4 0,1 0 1 0,-2-1-2 16,2 1 2-16,-2 0 1 0,2-1 5 0,-2 1-6 15,-1 3-4-15,2 2 2 0,-1-3-1 16,0 5 0-16,-3 2 0 0,0-2-3 0,3 0-1 0,-2 0 1 16,-4 7-1-16,5-8 2 0,-3 4 0 0,-2 4-4 15,4-8 2-15,-4 8 0 0,0 0-3 0,5-7 0 16,-5 7 3-16,0 0 0 0,6-5 0 0,-6 5 0 16,0 0-4-16,5-5-4 0,-5 5-17 0,0 0-12 15,0 0-20-15,7-4-17 0,-7 4-34 0,0 0-16 16,0 0-29-16,0 0-9 0,12 5-18 0,-12-5-146 15,0 0-356-15,6 11 158 0</inkml:trace>
  <inkml:trace contextRef="#ctx0" brushRef="#br0" timeOffset="70708.45">3855 11843 29 0,'0'0'138'0,"0"0"-1"0,0 0-8 0,0 0 10 0,0 0-6 15,-2 11-9-15,2-11-2 0,0 0-9 0,0 0-12 16,-2 8-2-16,2-8-6 0,0 0-7 0,0 0-1 16,0 0-3-16,0 0-3 0,-2 6 1 0,2-6-2 15,0 0-5-15,0 0-3 0,0 0-2 16,0 0-1-16,0 0 1 0,0 0-9 0,0 0 0 0,0 0-3 15,0 0-2-15,0 0 1 0,0 0-5 0,0 0 5 16,0 0-3-16,0 0 4 0,0 0-4 0,0 0-1 16,0 0-6-16,0 0-5 0,0 0-3 0,0 0-3 15,0 0-6-15,0-27-2 0,0 27-4 0,1-14-2 16,-1 4-4-16,3 0-2 0,-1-2 0 0,0 3-5 16,1 0-1-16,1 0 4 0,-1 3-4 0,-1-2-1 15,2 3-5-15,-4 5 3 0,7-12-3 0,-5 8 2 16,-2 4-5-16,9-5-1 0,-9 5-3 0,9-2 1 15,-9 2 3-15,9 1-3 0,-9-1-2 0,8 3 2 16,-8-3-1-16,7 7 4 0,0-1-3 0,-2-2 1 16,0 2 1-16,1 1-1 0,-2 0 1 0,0-3 1 15,0 2-2-15,-1-1 5 0,-3-5-4 0,3 12 2 16,0-8-2-16,-3-4 4 0,4 9-4 0,-4-9 4 16,1 6-2-16,-1-6 1 0,2 6 1 15,-2-6 10-15,0 0-10 0,3 7 15 0,-3-7-3 0,0 0 16 16,0 0-6-16,0 0 0 0,0 0 1 0,0 0 1 15,0 0-3-15,0 0-3 0,0 0 0 0,0 0 3 16,0 0-3-16,0 0-4 0,-6-22-1 0,6 22-5 16,0-13 2-16,2 4 4 0,-1 3-7 0,2-3-8 15,-2 1 3-15,3 1-2 0,-3 0-1 16,4 1 1-16,-2 0-1 0,1 1-1 0,-4 5-1 0,7-9-1 16,-1 6 5-16,-2 0-6 0,-4 3 0 0,11-4-3 15,-11 4-1-15,11 0 3 0,-11 0 1 0,12 5-1 16,-6-3 1-16,-1 1-1 0,2 1 7 0,-2 1-8 15,-1 0-2-15,0 2 2 0,3 0 1 16,-3 0-2-16,0 3 2 0,0-2-1 0,-2 2 4 0,4-1 1 16,-5 1-3-16,1 0-6 0,0 0-31 0,-2-1-34 15,-2 1-42-15,2-10-50 0,-2 19-68 0,1-9-226 16,-3 0-496-16,-4-2 220 0</inkml:trace>
  <inkml:trace contextRef="#ctx0" brushRef="#br0" timeOffset="73073.42">3508 12822 33 0,'0'0'102'16,"0"0"-2"-16,0 0-7 0,0 0-3 0,0 0-7 15,0 0 9-15,0 0-10 0,0 0 0 0,0 0-6 16,0 0 0-16,0 0 1 0,0 0-3 0,0 0-2 16,0 0-6-16,0 0-9 0,0 0 1 0,0 0-11 15,0 0-4-15,0 0-7 0,0 0 3 0,0 0-3 16,0 0-3-16,0 0-7 0,10 6-2 0,0-4 0 15,0-2-6-15,1 0-2 0,0 2 7 0,1-2-4 16,0 1-2-16,1 0-5 0,0-1-12 0,0 3-23 16,-2-3-35-16,-1 0-13 0,2 2-28 0,-4-1-12 15,-1-1-15-15,-7 0-81 0,12 5-224 0,-12-5 101 16</inkml:trace>
  <inkml:trace contextRef="#ctx0" brushRef="#br0" timeOffset="73307.57">3565 12762 177 0,'0'0'161'0,"-4"-4"-7"0,4 4-16 0,0 0-14 16,0 0-14-16,0 0-14 0,0 0-9 0,0 0-7 15,0 0-11-15,0 0-7 0,-6 18-14 0,6-18-3 16,0 14-2-16,-1-1 0 0,1-3-1 0,0 0-6 15,-2 6 0-15,1 0-5 0,1 0-5 0,-1 2-7 16,0-2-33-16,-2 2-25 0,2 2-33 0,-1 0-14 16,0-1-32-16,-2 11-99 0,-4-6-234 0,2-5 104 15</inkml:trace>
  <inkml:trace contextRef="#ctx0" brushRef="#br0" timeOffset="73896.13">3318 14428 39 0,'0'0'76'0,"0"0"-4"0,0 0 5 0,0 0-20 0,2-9 11 15,-2 9-5-15,0 0-6 0,0 0 12 0,0 0 3 16,1-7 0-16,-1 7-9 0,0 0-2 15,0 0 5-15,0 0 11 0,0 0 0 0,0 0-6 16,-3-10 11-16,3 10-6 0,0 0 1 0,0 0-4 16,0 0 2-16,0 0-6 0,0 0-4 0,0 0 0 0,0 0-7 15,-3-7-3-15,3 7-2 0,0 0-5 0,0 0-8 16,0 0-7-16,0 0-4 0,0 0-3 0,0 0-2 16,0 0-1-16,0 0-3 0,0 0 2 15,19 2-4-15,-8-4-1 0,1 2-1 0,1 0-11 16,4-1-29-16,3 0-31 0,-2 2-40 0,1-4-41 0,-3 1-180 15,-2-1-343-15,-1 1 152 0</inkml:trace>
  <inkml:trace contextRef="#ctx0" brushRef="#br0" timeOffset="74467.33">3279 13518 160 0,'0'0'147'16,"0"0"-11"-16,-3-6-14 0,3 6-14 0,0 0-13 15,0 0-10-15,0 0-8 0,0 0 4 0,0 0 0 0,0 0-2 16,22 18-5-16,-15-8-7 0,-2-1-3 15,3 1-7-15,0 0-5 0,0 4 5 0,-2 1-6 16,2-5-5-16,-2 0-2 0,2 1-8 0,-2-1-4 16,1 0-3-16,-1 0-2 0,-1-1 2 0,0-1-7 15,1-2 3-15,-4 2-2 0,3-3-4 0,-1 1-2 0,1-2 0 16,-1 2 2-16,-4-6 1 0,5 7-2 16,-5-7 1-16,5 3 9 0,-5-3 5 0,0 0 13 15,5 2-2-15,-5-2 0 0,0 0-4 0,0 0-1 16,17-12-2-16,-11 2-3 0,2 0-7 0,3-5 0 15,-3 1-4-15,1-2-1 0,2-1-2 0,-3 0-2 16,1-1 3-16,1 0-6 0,-2 0-1 0,0 1 1 16,-3 2-10-16,4 1 3 0,-4 4-18 0,-1 3-14 15,-3 2-32-15,0-2-32 0,-1 7-45 0,5-8-28 16,-5 8-8-16,0 0-16 0,0 0-111 0,0 0-318 16,-7 22 140-16</inkml:trace>
  <inkml:trace contextRef="#ctx0" brushRef="#br0" timeOffset="75023.37">3626 13779 117 0,'0'7'141'0,"0"-7"-5"0,0 0-1 0,0 0-4 15,2 8-9-15,-2-8-1 0,0 0-2 16,0 0 2-16,0 8-9 0,0-8 2 0,0 0 7 15,0 0-4-15,0 0-2 0,0 0-4 0,0 0 4 16,0 0 5-16,0 0-2 0,0 0-6 0,0 0-6 16,0 0-9-16,0 0-12 0,0 0-5 0,0 0 2 15,0 0-18-15,0 0-8 0,-12-22-5 0,12 22-6 16,-2-11-4-16,2 4 0 0,0 7-8 0,1-19-4 16,2 10-1-16,-1 1-3 0,2-1-8 0,-3 3-1 15,3-1-2-15,-1 1 2 0,2 2-5 0,1-3 0 16,-1 2-6-16,3 2-1 0,-3-1 1 0,-5 4-3 15,12-2-4-15,-6 1 4 0,-6 1-8 0,14 4 7 16,-8-1-2-16,2 3-1 0,0 0-1 0,-2 2 1 16,0 0-1-16,1 0 1 0,-2 3-1 0,0-3 5 15,-1 2-4-15,-2-3 1 0,1-1-1 0,-3-6 4 16,4 12 0-16,-3-8 2 0,-1-4-1 0,3 11 2 16,-3-11 7-16,0 0-9 0,0 8 2 0,0-8-3 15,0 0 2-15,0 0 4 0,0 0-3 0,-8 5 3 16,8-5-4-16,0 0 1 0,0 0 1 0,0 0 1 15,-9-17-4-15,9 17-3 0,-4-12 2 0,4 2 0 16,3-1-2-16,-2 1-4 0,4-1 8 0,-1 2-3 16,0-1-7-16,0 1 3 0,1 1-5 0,1 0 1 15,-1 3 3-15,-1 0-3 0,1 1-6 0,-5 4 2 16,12-5 4-16,-12 5-3 0,12 2-1 0,-12-2 2 16,12 4 3-16,-7 0-1 0,0 2-1 0,3-3 3 15,-4 6-14-15,1-1-12 0,-1 2-28 0,-2 1-26 16,1 0-30-16,-2 1-40 0,2-1-44 0,-2 1-36 15,-2 3-151-15,1-2-417 0,-2-3 185 0</inkml:trace>
  <inkml:trace contextRef="#ctx0" brushRef="#br0" timeOffset="77135.84">4185 12557 20 0,'0'0'72'0,"0"0"-4"0,0 0-3 16,0 0-9-16,0 0-8 0,0 0-5 0,0 0-3 16,0 0-5-16,0 0-9 0,0 0 2 0,0 0-6 15,0 0-3-15,0 0 8 0,0 0-13 0,0 0 2 16,6 24 5-16,-4-14-6 0,-1-1-3 0,2 2 7 16,-2 1 2-16,0 1 1 0,2 1-5 0,-2 2 0 15,1 1-4-15,0-2 1 0,-1 4 3 0,0-4-1 16,2 2-6-16,-5 1 5 0,4-1-3 0,-2 2 0 15,0 5-2-15,0 3-5 0,-2-8 12 0,1 2-11 16,0 3 11-16,-2 4-9 0,3-3-6 0,-2 2 4 16,4 1-3-16,-2 1-1 0,0-2 2 0,-2 0 1 15,1 1-16-15,-1 1-4 0,4 0-1 0,-2 2 0 16,1 1-5-16,-2 0-4 0,1 1-4 0,-3-1 2 16,3-1 4-16,0 1-13 0,-1-3 1 0,0 1-4 15,1-2 3-15,0 0 2 0,-3-2 9 0,3-6-15 16,-4 8 2-16,3-3-41 0,-2 0-85 0,2 0 38 15</inkml:trace>
  <inkml:trace contextRef="#ctx0" brushRef="#br0" timeOffset="77716.34">4182 13708 1 0,'-2'26'58'0,"0"4"-11"0,4-2-1 0,-4 3-4 15,1-1-3-15,1 2-8 0,0-2 1 16,0 2-4-16,1-2-5 0,-1 1-2 0,3 1 6 16,1 0-9-16,0 0-5 0,-3 1 3 0,2 0-2 15,-2-1-1-15,-1 1-7 0,-1-1-25 0,1 0 4 0,-2 3-8 16,2-3-4-16,-2 0-39 0,2 0-70 0,-3 4 31 16</inkml:trace>
  <inkml:trace contextRef="#ctx0" brushRef="#br0" timeOffset="79221.09">4217 14354 1 0,'0'0'91'0,"0"0"-3"0,0 0 5 0,0 0-2 16,0 0-6-16,0 0-1 0,0 0-18 0,0 0 4 16,0 0-4-16,0 0-13 0,0 0 5 0,0 0-11 15,0 0-9-15,0 0 3 0,0 0-5 0,0 0-9 16,0 0-5-16,0 0 5 0,0 0 1 0,0 0-5 16,0 0-4-16,0 0-1 0,0 0-5 0,2 7-1 15,-2-7-2-15,6 3 10 0,-6-3 5 0,6 6-6 16,-1-3-13-16,-5-3 8 0,6 7-2 0,-3-3-3 15,1 1 2-15,-4-5 1 0,5 9 0 0,-5-9 0 16,3 10 4-16,-1-4-1 0,1-1 8 0,-1 3-3 16,1-1-6-16,-2-1 3 0,0 1 0 0,-1-7 0 15,1 16 2-15,-2-8-3 0,1 3-6 0,0-3 1 16,0 0 2-16,0-8-4 0,-2 15 1 0,-1-4-2 16,-1-3 2-16,2 1-4 0,-2 2-7 0,3-3 2 15,-3 1 8-15,-1 3-7 0,1-2 1 0,0 1-11 16,-2-1 17-16,1 0-7 0,1-2 4 0,-3 1-1 15,2 2-2-15,-2-3 0 0,3-3 9 0,-3 4-13 16,2-4-1-16,1 0-4 0,0 3 7 0,2-2-4 16,2-6 2-16,-6 9 4 0,2-3-5 0,0 0 0 15,4-6 1-15,-4 8 6 0,4-8 3 0,-5 5-8 16,5-5 3-16,-4 5 0 0,4-5-2 0,0 0 3 16,-1 8 1-16,1-8-9 0,0 0 3 0,-4 7 3 15,4-7-2-15,0 0-3 0,-4 7 0 0,4-7 5 16,0 0-3-16,-1 7-5 0,1-7 2 0,0 0-5 15,-1 11 6-15,1-11 2 0,-2 10 1 0,2-10 1 16,2 11-1-16,-1-3-6 0,-1-1-2 0,1 2-6 16,-1 0 5-16,0 1 0 0,3 0-7 0,-3 2-2 15,1-3 6-15,0 3-17 0,3 4 19 0,-1-1-8 16,-3-3-5-16,0 0-11 0,1 5 12 0,0-2 2 16,-1-1-10-16,2 2-4 0,-4 0 9 0,2-4-4 15,0 5-6-15,-1-2 5 0,1 1-6 0,1-1 9 16,1 2-2-16,0-2 1 0,-2-3 5 0,1 1-10 15,2-1 4-15,0 0 1 0,-2-1 6 0,1 5-1 16,1-5 7-16,2 2-6 0,-4 2 7 0,0 2-10 16,2-8 3-16,0 4 3 0,-2-2 5 0,2 4-10 15,-3-2 5-15,1 0 0 0,-1-1-6 0,0 0 0 16,0 1-16-16,0-3-7 0,-1 1-1 0,-2-1-43 16,2 3-99-16,-1-4 44 0</inkml:trace>
  <inkml:trace contextRef="#ctx0" brushRef="#br0" timeOffset="79548.88">4161 15299 85 0,'0'0'95'0,"0"0"10"0,0 0-9 0,0 0-7 16,0 0-1-16,9 25-1 0,-7-15-7 0,1 3-9 16,-3 5 3-16,-4 0-11 0,4 1 2 15,0 4-16-15,-3 3 6 0,3-2-11 0,-1-6-5 0,0 1-5 16,0-2 10-16,1 1 22 0,-2-1-38 15,1-1-19-15,1 1-10 0,0-5-24 0,0 1-15 16,0-3-24-16,0-2-27 0,0 3-23 0,-1-5-59 16,1-6-185-16,-2 13 83 0</inkml:trace>
  <inkml:trace contextRef="#ctx0" brushRef="#br0" timeOffset="79764.03">4117 15612 33 0,'13'-4'127'0,"0"1"-16"15,-2 1-11-15,2-2-32 0,0 2-37 0,-3-1-29 16,0 3-38-16,-1-1-37 0,-9 1-79 0,12 1 35 15</inkml:trace>
  <inkml:trace contextRef="#ctx0" brushRef="#br0" timeOffset="79930.03">4159 15704 138 0,'4'9'193'0,"-4"-9"-6"16,0 0-6-16,7 3-16 0,-7-3-15 0,12 1-16 15,-12-1-13-15,15-1-14 0,-4 1-34 0,-3 0-41 16,-8 0-48-16,13 0-59 0,-13 0-53 0,10 0-83 16,-10 0-228-16,7 1 102 0</inkml:trace>
  <inkml:trace contextRef="#ctx0" brushRef="#br0" timeOffset="80075.19">4191 15821 32 0,'0'0'167'0,"17"-5"-19"0,-17 5-15 16,11-5-20-16,-5 3-35 0,-6 2-46 0,14-5-41 15,-8 3-41-15,-1 0-58 0,-5 2-116 0,10-3 52 16</inkml:trace>
  <inkml:trace contextRef="#ctx0" brushRef="#br0" timeOffset="80334.09">4018 15880 36 0,'-7'1'166'0,"7"-1"-15"0,0 0-12 15,0 0-12-15,0 0-3 0,0 0-12 0,23-11-9 16,-2 3-3-16,4-1-7 0,8-3-10 0,3 1-10 16,-1-1-12-16,2-2-25 0,-1 3-22 0,-4 1-34 15,-3 0-29-15,-7 3-33 0,-2 2-27 0,-3 1-84 16,-3 0-210-16,-5 1 93 0</inkml:trace>
  <inkml:trace contextRef="#ctx0" brushRef="#br0" timeOffset="80628.66">3882 15845 68 0,'0'0'151'0,"0"0"-11"0,40-2 0 16,-21-1-12-16,2 1-4 0,11-2-4 0,-3 1-7 16,1-3-11-16,0 2-3 0,-1-1-6 15,-2-3-9-15,1 4-5 0,0 0-8 0,2-1-11 0,-1 2-4 16,0-3-1-16,-1 1-27 0,2 1-13 0,-1-1-26 16,-1 2-18-16,2 0-25 0,-2 1-11 0,-1 1-19 15,-7-1-15-15,8 1-16 0,-6 1-97 0,0 0-229 16,-4 3 102-16</inkml:trace>
  <inkml:trace contextRef="#ctx0" brushRef="#br0" timeOffset="80998.59">4038 16080 8 0,'0'0'170'16,"0"0"-1"-16,0 0-18 0,0 0-10 0,0 0-20 16,0 0-1-16,0 0-8 0,13-17-4 15,-13 17-10-15,16-10-7 0,-4 5-12 0,5 0-4 16,-5 2-9-16,6-2-7 0,3 3-5 0,-2-3-19 0,3-1-21 16,-2 2-27-16,-1 1-22 0,3-1-35 0,-3-2-34 15,-1 4-30-15,-4-1-86 0,-5 1-237 0,0-2 105 16</inkml:trace>
  <inkml:trace contextRef="#ctx0" brushRef="#br0" timeOffset="81185.56">4136 16122 98 0,'0'0'96'0,"0"0"-15"16,18 13-26-16,-18-13-9 0,13-1-15 0,-13 1-30 16,15-1-21-16,-15 1-45 0,12 1-71 0,-12-1 32 15</inkml:trace>
  <inkml:trace contextRef="#ctx0" brushRef="#br0" timeOffset="81329.2">4175 16177 114 0,'0'0'153'0,"0"0"-15"0,0 0-17 16,22-4-8-16,-22 4-23 0,21-10-28 0,-9 4-28 15,6-1-7-15,2-2-50 0,4-2-24 0,1 0-84 0,-6 3-141 16,-3-1 62-16</inkml:trace>
  <inkml:trace contextRef="#ctx0" brushRef="#br0" timeOffset="86493.98">2402 12075 59 0,'0'0'98'0,"-4"-16"2"0,2 7-18 0,-3 0 4 16,0 0-6-16,2 0 17 0,-1 0-16 0,2 0 3 15,2 9 15-15,-6-11-2 0,5 7-2 0,1 4-6 16,-2-8-13-16,2 8-6 0,-3-6-9 0,3 6-5 0,0 0-9 16,0 0-9-16,-4-5-6 0,4 5-2 15,0 0-1-15,0 0-4 0,-1 24-3 0,1-6 1 16,1 8-4-16,-2 0-3 0,1 5 0 0,-1 16-4 0,2 0 2 15,0 4 1-15,-1 6-4 0,-1 2 1 0,-7 21 0 16,3-23-15-16,0 2 0 0,-1 21 0 16,0-26 0-16,0-1 0 0,1-2 1 0,4-2-5 15,-4-3-3-15,2-10-11 0,-2 11-1 0,4-11-3 0,-2-1 4 16,2 0-8-16,1-2-6 0,-3-4-8 0,3 2-17 16,-2-4-8-16,-1 1 1 0,3-2-26 0,-2-3-8 15,2-5-93-15,-3 1-211 0,2-3 94 0</inkml:trace>
  <inkml:trace contextRef="#ctx0" brushRef="#br0" timeOffset="86928.99">2623 11940 60 0,'0'0'69'0,"0"0"-8"0,0 0-4 0,0 0-8 16,0 0 4-16,0 0-1 0,0 0 2 0,2 33-11 15,-1-18 8-15,-2 5 0 0,3 9 4 0,-2 3 9 16,0 3-1-16,0 16-6 0,0 1-7 0,-2 2-1 16,-2 2 1-16,1 27-11 0,1-25-4 0,-2 2-3 15,0 0-4-15,1-2 1 0,-2 0-4 0,3 2 1 16,0-3-6-16,1 26-1 0,0-30-3 0,2 0-2 15,-1 1-2-15,-1 0-23 0,0-4-11 0,2 3-3 16,-1-2-1-16,-3-1-15 0,2-3-27 0,-2-2-18 16,1-9-82-16,-3 11-181 0,0-13 80 0</inkml:trace>
  <inkml:trace contextRef="#ctx0" brushRef="#br0" timeOffset="102299.87">13928 6832 4 0,'0'0'10'0,"0"0"-4"0,0 0 1 15,0 0-6-15,0 0 8 0,0 0-4 16,0 0-2-16,0 0-4 0,0 0-3 0,0 0-3 0,0 0-7 16,0 0 2-16</inkml:trace>
  <inkml:trace contextRef="#ctx0" brushRef="#br0" timeOffset="126492.13">4677 13398 5 0,'0'0'99'0,"0"0"-5"0,0 0-10 0,0 0 0 15,0 0-8-15,0 0-9 0,-10 0 4 0,10 0-4 16,0 0-3-16,0 0-4 0,0 0-12 0,0 0-1 16,0 0-1-16,0 0-12 0,0 0-2 0,0 0-2 15,0 0-2-15,0 0-4 0,0 0 0 0,0 0-8 16,0 0 1-16,0 0 3 0,0 0-4 0,0 0 5 16,23 6 0-16,-18-5 0 0,-5-1 4 0,13 3 5 15,-8-2-2-15,-5-1 2 0,11 2-7 0,-11-2 1 16,13 0-3-16,-8 0 2 0,-5 0 1 0,9 2-7 15,-9-2 5-15,0 0 4 0,12 0-1 0,-12 0 7 16,6 1-4-16,-6-1-3 0,0 0 2 0,0 0-2 16,0 0 1-16,10 0 3 0,-10 0-4 0,0 0 2 15,0 0-5-15,7 1-2 0,-7-1-5 0,0 0 0 16,0 0-4-16,0 0 1 0,0 0-12 0,10-2-18 16,-10 2-21-16,0 0-38 0,0 0-35 0,8-2-34 15,-8 2-102-15,0 0-266 0,0 0 117 0</inkml:trace>
  <inkml:trace contextRef="#ctx0" brushRef="#br0" timeOffset="127105.65">5170 13351 35 0,'-6'-2'144'0,"6"2"-5"0,0 0-15 0,0 0-16 15,0 0-8-15,0 0-18 0,0 0 4 0,0 0 4 16,0 0-2-16,0 0-17 0,-4 16-5 0,4-16 5 15,4 17-6-15,-3-5-6 0,2-1-4 0,-2 2-1 16,2-1-14-16,-1 3 2 0,1-2-1 0,2 2-2 16,-3-5-8-16,1 1 1 0,2 0-5 0,-3-2-3 15,1 0-3-15,1 1 2 0,-1-2-2 0,0 0-2 16,0-4-1-16,0 1-4 0,-3-5-1 0,3 8-4 16,-3-8 6-16,3 5 8 0,-3-5 13 0,0 0 12 15,5 6 0-15,-5-6-5 0,0 0-7 0,0 0 2 16,0 0-10-16,14-15 3 0,-7 6-6 0,-4-1 1 15,5-2-2-15,1-1-4 0,-1-3 3 0,2 1-9 16,-1 0 1-16,0-2-3 0,0-1 2 0,1 3-7 16,-3 0 1-16,1 0 1 0,-1 5-4 0,-1 1-1 15,-4 3-16-15,1 1-28 0,-3 5-25 0,5-5-22 16,-5 5-12-16,0 0-10 0,0 0-17 0,0 0-16 16,0 0-17-16,-8 25-102 0,3-12-283 0,0 0 125 15</inkml:trace>
  <inkml:trace contextRef="#ctx0" brushRef="#br0" timeOffset="127604.69">5404 13659 4 0,'0'0'125'0,"0"0"-9"0,4 7-7 0,-4-7 3 15,0 0 3-15,1 6 3 0,-1-6 6 0,0 0-3 16,0 0-3-16,0 0 2 0,0 0-4 0,0 0-3 15,0 0-1-15,0 0-4 0,0 0-10 0,0 0-4 16,-16-1-8-16,16 1-8 0,0 0-8 0,0 0-6 16,-11-9-3-16,11 9-8 0,-3-8-5 0,3 8-2 15,-3-8-9-15,3 8-3 0,1-14-4 16,2 7-3-16,-2 0-7 0,4-2-3 0,-1 0-3 0,4 3-2 16,1-2-2-16,-2 1-1 0,2 3-2 0,0-2 0 15,0 3-7-15,-2 3 4 0,0-2-2 0,-7 2-2 16,17 2-3-16,-9 0 3 0,-1 1-1 0,1 1 2 15,2 2 0-15,-5-1-3 0,2 0 1 16,-1 2 0-16,0-3-1 0,-2 2 4 0,-1-1-2 0,-3-5 2 16,5 10-4-16,-5-10 0 0,2 4 1 0,-2-4 2 15,3 5 4-15,-3-5 1 0,0 0-1 0,0 0 1 16,0 0 6-16,0 0-7 0,0 0-1 0,0 0-2 16,0 0 2-16,0 0 0 0,0 0-5 0,-4-24 4 15,4 24-4-15,3-13 1 0,-2 6 2 0,3-2-2 16,-1-1 0-16,0 3-3 0,2-2-6 0,-1 3 7 15,3-1-4-15,-4 2 3 0,4 3 4 0,-7 2-3 16,13-3-5-16,-13 3-2 0,11 3 3 0,-11-3 1 16,9 8 1-16,-1 1-4 0,-3-1 6 0,-1 3-4 15,-1-1-1-15,0 2-8 0,0-1-19 16,-1 0-19-16,0 2-20 0,-2-2-29 0,2 1-30 16,-1 1-29-16,-1-2-34 0,0-2-99 0,0-9-319 0,2 16 141 15</inkml:trace>
  <inkml:trace contextRef="#ctx0" brushRef="#br0" timeOffset="128005.16">5846 13589 2 0,'0'0'191'0,"0"0"-13"0,0 0-15 16,0 0-14-16,0 0-5 0,0 0-17 0,0 0-12 16,0 0-18-16,0 0-2 0,0 0-11 0,0 0-5 0,0 0-7 15,0 0-9-15,0 0-2 0,0 0-10 0,0 0 0 16,0 0-3-16,17-7-6 0,-8 6-3 0,0-1-3 16,1 0 0-16,4 0 0 0,-2-1 1 15,2 0 1-15,5 2-2 0,-1-1 1 0,0-1-2 16,2 0 0-16,0 0-4 0,1-1 0 0,1 1-7 0,-1 3-3 15,-1-3-4-15,0 1 0 0,0 1 2 0,-1 0-3 16,1-1-5-16,-7 1 1 0,2 0 0 0,-3-1-2 16,-1 1-1-16,-1-1 1 0,-1 2-2 15,0-1-3-15,-9 1 1 0,12 0-1 0,-12 0 1 16,7-2 2-16,-7 2-1 0,0 0-3 0,0 0-4 16,13 0-7-16,-13 0-20 0,0 0-17 0,0 0-28 0,0 0-23 15,0 0-31-15,0 0-22 0,0 0-23 0,0 0-125 16,-34 3-321-16,23-3 141 0</inkml:trace>
  <inkml:trace contextRef="#ctx0" brushRef="#br0" timeOffset="128255.76">6065 13457 120 0,'0'0'185'0,"0"0"-17"0,0 0-13 16,0 0-5-16,0 0-21 0,-5-4-14 0,5 4-8 16,0 0-20-16,0 0 0 0,0 0-13 0,0 0 1 0,0 0-7 15,0 0-9-15,2 23-1 0,0-13-1 16,-2-1-6-16,0 3-6 0,0-2-4 0,0 1-5 16,-2 0-4-16,2 0-3 0,0 2 6 0,-1-1-16 15,0-1-29-15,-2-1-40 0,1 1-36 0,-2-1-53 16,1-1-145-16,-3 1-305 0,2-2 135 0</inkml:trace>
  <inkml:trace contextRef="#ctx0" brushRef="#br0" timeOffset="128431.42">6039 13658 53 0,'0'0'99'0,"0"0"-26"16,0 0-26-16,0 0-23 0,0 0-20 0,0 0-33 16,0 0-17-16,0 0-48 0,0 0 21 0</inkml:trace>
  <inkml:trace contextRef="#ctx0" brushRef="#br0" timeOffset="134102.97">20677 7647 8 0,'-1'-9'38'0,"1"9"-11"0,0 0-2 0,0 0 3 15,0 0-9-15,0 0 3 0,0 0-1 0,0 0-2 16,0 0-4-16,0 0 0 0,0 0-2 0,0 0-3 16,0 0-4-16,0 0 4 0,0 0-5 15,-9 13 1-15,9-13-3 0,-5 4 5 0,5-4 0 0,-7 5 0 16,7-5-9-16,-7 4 4 0,7-4-2 0,-6 5 0 15,6-5 2-15,-8 5 2 0,3-1-3 0,5-4 0 16,-9 4 1-16,3 0 3 0,6-4-2 0,-12 2-3 16,5 0 1-16,7-2-1 0,-12 5 2 0,7-3-1 15,5-2-13-15,-11 6 10 0,6-6 7 0,5 0 2 16,-10 3-3-16,10-3 0 0,-6 1 5 0,6-1-2 16,0 0 7-16,-7 4 1 0,7-4 1 0,0 0 1 15,0 0-2-15,0 0-2 0,0 0-5 0,0 0 6 16,0 0-1-16,0 0 0 0,0 0-3 0,0 0 11 15,0 0-1-15,0 0 5 0,26 4-8 0,-12-4-2 16,5-2 1-16,3 4 2 0,5-4-4 0,1 2-4 16,1 0 5-16,-1-1 2 0,0 5-2 0,-6-2-5 15,5-2-7-15,-7 1-7 0,1 2-6 0,-1-1-2 16,-2-1-9-16,1-1-7 0,-3 2-10 0,-1 0-11 16,-3-2-7-16,0 3-39 0,-4-2-102 0,1 3 46 15</inkml:trace>
  <inkml:trace contextRef="#ctx0" brushRef="#br0" timeOffset="134375.87">20795 7525 61 0,'0'0'83'0,"0"0"-6"15,0 0-9-15,0 0-8 0,0 0-4 0,0 0-6 0,-9 20-9 16,5-4-17-16,-2 8 11 0,-1 2-5 0,1 1 3 16,2 5-4-16,-2 1-11 0,1-1-6 15,-4 14-30-15,4-11-12 0,-1 10-28 0,1 0-38 16,4-10-103-16,-4 10 47 0</inkml:trace>
  <inkml:trace contextRef="#ctx0" brushRef="#br0" timeOffset="136579.68">20735 8125 14 0,'0'0'21'0,"0"0"-10"0,0 0-19 0,0 0-9 16,0 0 5-16</inkml:trace>
  <inkml:trace contextRef="#ctx0" brushRef="#br0" timeOffset="141505.57">20721 7709 28 0,'0'0'32'0,"0"0"-16"0,0 0-7 15,-4-6-9-15,4 6-6 0,0 0 2 0,0 0-9 16,0 0-14-16,0 0 7 0</inkml:trace>
  <inkml:trace contextRef="#ctx0" brushRef="#br0" timeOffset="142414.16">20585 7715 13 0,'0'0'46'0,"0"0"-4"0,0 0-2 15,0 0 1-15,-3-6-2 0,3 6 5 0,0 0-7 16,0 0 4-16,0 0-7 0,0 0 9 0,0 0-7 16,0 0 2-16,0 0-11 0,0 0 9 0,0 0-13 15,0 0 8-15,0 0-12 0,0 0 1 0,0 0 2 16,0 0-3-16,0 0-11 0,0 0 8 0,0 0-5 16,0 0-5-16,0 0 7 0,0 0-4 0,0 0 5 15,0 0-8-15,0 0 8 0,0 0-11 0,0 0 4 16,0 0 2-16,16-3 1 0,-16 3 3 0,13 1-2 15,-4-2 0-15,1 1-5 0,2-1 3 0,-1-1 2 16,-1 0 2-16,2 2-6 0,-1-1 4 0,1 0 0 16,-2 1 0-16,1-2 2 0,-2 1-2 0,-9 1-4 15,16 0 9-15,-10-1-10 0,-6 1-6 0,12 0 2 16,-12 0-2-16,7 0 5 0,-7 0-5 0,9-2-7 16,-9 2 12-16,0 0-3 0,0 0 2 0,0 0-5 15,0 0 4-15,11 0 2 0,-11 0-3 0,0 0-7 16,0 0-1-16,0 0-5 0,0 0-9 0,0 0-14 15,0 0-7-15,0 0 2 0,0 0-14 0,0 0-15 16,0 0-54-16,0 0-131 0,0 0 59 0</inkml:trace>
  <inkml:trace contextRef="#ctx0" brushRef="#br0" timeOffset="142658.6">20690 7501 3 0,'0'0'80'0,"0"0"-11"0,0 0 1 0,0 0-13 16,0 0-1-16,0 0-5 0,0 0-4 0,0 35-37 15,0-17 5-15,-4 9-16 0,0 1-23 0,-3-1-49 0,-1 6-77 16,2-1 34-16</inkml:trace>
  <inkml:trace contextRef="#ctx0" brushRef="#br0" timeOffset="143120.93">20741 9218 33 0,'0'0'51'0,"0"0"-5"0,0 0-17 0,5-5-10 15,-5 5-23-15,0 0-25 0,0 0-32 0,0 0 14 16</inkml:trace>
  <inkml:trace contextRef="#ctx0" brushRef="#br0" timeOffset="148514.04">5062 13839 28 0,'0'0'76'0,"-8"-3"7"0,8 3-10 0,0 0-10 16,0 0-2-16,0 0-19 0,-4-6-7 0,4 6 8 15,0 0-1-15,0 0 1 0,0 0-5 0,0 0 7 16,0 0 4-16,0 0-14 0,0 0 3 0,-9-3-10 16,9 3-7-16,0 0 2 0,0 0-7 0,0 0 0 15,0 0 5-15,0 0-14 0,-10-2 9 0,10 2-4 16,0 0 1-16,-9-2-1 0,9 2-4 0,0 0-5 15,0 0 12-15,-10-1-15 0,10 1 14 0,0 0-6 16,0 0-8-16,-9-1 5 0,9 1 5 0,0 0-11 16,0 0 1-16,0 0 6 0,0 0 2 0,0 0-17 15,0 0 16-15,0 0-7 0,0 0 0 0,0 0 3 16,0 0 4-16,0 0 1 0,0 0-2 0,0 0-8 16,0 0-1-16,0 0 12 0,0 0-6 0,0 0 1 0,27 4 6 15,-13-6 1-15,0 0-8 0,5 2-3 16,3-2 3-16,-2 2 2 0,8-2-9 0,0-1 4 15,3 2-2-15,-3-1 4 0,2 0 5 0,-1-2-2 16,2 1 0-16,-2 1-4 0,2 0-1 0,-1-1-1 16,4 0-9-16,-5-2 4 0,3 4-12 0,-1-3-2 15,-2 1-1-15,3 0-4 0,-3 0 5 0,-1 2-2 16,-1-2-1-16,-7 5-3 0,1-5 4 0,-2 6-4 16,-1-2 7-16,1 0-6 0,-2 2-5 0,-3-2 0 15,0 2-14-15,0 1 5 0,-1-1 0 0,-3-1-1 16,3 2-9-16,-4 0-6 0,0-2-33 0,2 1-94 0,-5 2 41 15</inkml:trace>
  <inkml:trace contextRef="#ctx0" brushRef="#br0" timeOffset="148807.59">5527 13836 19 0,'0'0'60'0,"0"0"-3"16,0 0-4-16,0 0 0 0,0 0-4 0,0 0-8 15,29-3 0-15,-10 1-3 0,3 1-5 0,-3 1-19 16,4 0-2-16,7-2-6 0,-9 2-20 0,0 2-11 16,1-2-10-16,-1 0-32 0,2 0-74 0,-5 1 33 15</inkml:trace>
  <inkml:trace contextRef="#ctx0" brushRef="#br0" timeOffset="155985.78">3613 14477 24 0,'0'0'25'0,"0"0"0"0,0 0-4 0,0 0-6 15,0 0 0-15,0 0 2 0,0 0 2 0,0 0 0 16,0 0 2-16,0 0-3 0,0 0 0 0,0 0-8 15,0 0 2-15,0 0 6 0,0 0-3 0,0 0-6 16,0 0 1-16,0 0 4 0,0 0-3 16,0 0 6-16,0 0 5 0,0 0-4 0,0 0 0 0,7 11-4 15,-7-11-5-15,0 0 6 0,0 0-2 0,0 0-1 16,0 0-9-16,6 2 4 0,-6-2 1 0,0 0-3 16,15-8-6-16,-4 2-27 0,4-5-50 15,11-4-85-15,-2-5 37 0</inkml:trace>
  <inkml:trace contextRef="#ctx0" brushRef="#br0" timeOffset="176589.12">4313 11627 53 0,'0'0'63'0,"0"0"-4"15,0 0-6-15,0 0-4 0,0 0 0 0,0 0 2 16,0 0-3-16,0 0-6 0,0 0-1 0,0 0 2 15,0 0-3-15,0 0-1 0,0 0-3 0,0 0-1 16,0 0-1-16,0 0 4 0,0 0-12 0,0 0-3 16,0 0 0-16,0 0 0 0,0 0 3 0,0 0-7 15,0 0 4-15,0 0-13 0,0 0 14 0,0 0-8 16,0 0 0-16,0 0 7 0,0 0-3 0,0 0-4 16,0 0-2-16,0 0-3 0,0 0-2 0,0 0-3 15,0 0-1-15,0 0 4 0,0 0 0 0,0 0-7 16,6-6 9-16,-6 6-14 0,14 0 3 0,-6 0 0 15,2 0 3-15,2 1 5 0,0-2 0 0,7 0-4 16,-2 0 8-16,4-3-2 0,-1 0-4 0,2 2 3 16,0 0 2-16,4-1 4 0,-3 0 1 0,4 0-2 15,3-1-5-15,-1 2 7 0,2-3 1 0,-1 0 0 16,4 5 0-16,0-5-9 0,0 0 2 0,0 2-2 16,3 2 7-16,-1 0-8 0,1 1 4 0,0 1-2 15,-2-2 6-15,-1 1-7 0,-1 0-4 0,0 0-3 16,-1 2 7-16,0 1-9 0,0 0 5 0,-1 0-4 15,-1 1 5-15,1-2-2 0,-3 1-2 0,4 0 11 16,-4 3-11-16,2-4-1 0,-2 1 6 0,0 3-10 16,0-2 6-16,-1 4 0 0,1-1 1 0,0-1-4 15,0 2 5-15,2-1-5 0,-4 0 12 0,6 0-10 16,-1 0-1-16,-3 1-2 0,2 1 4 0,-1-2 0 16,0 1-4-16,1 5 3 0,-2-7 4 0,0 5-3 15,-2 0 1-15,0 0-6 0,3-1 5 0,-3 1-2 16,1 1 4-16,-3-1-6 0,2 1 4 0,-3 1 0 15,1-2-1-15,2 3-6 0,-3-2 2 0,2 2-1 16,-5-5 7-16,4 6-6 0,-1-2 3 0,-1 3-2 16,-1-1 7-16,2 1-8 0,-6-4 3 0,5 3 0 15,-1 2-1-15,-5-3 2 0,2-1-2 0,3 5-2 16,-1 1 7-16,0-1-9 0,-2 0 2 0,2 1-2 16,-4-6 8-16,3 9-6 0,-1-1 0 0,-2 2 3 15,2 1 0-15,-4-2-2 0,2-1 3 0,-2 3-3 16,1-2 2-16,-1 2-3 0,1 0 2 0,-3 0 0 15,-1 1 0-15,-2 2-1 0,2-2 4 0,-4-1-2 16,2 3 0-16,-1-2-3 0,-2 0 5 0,-2 0-4 16,0-6 0-16,0 6-2 0,-2-6 10 0,1 0-9 15,-2 6-2-15,-1-7 2 0,-1 1 3 0,0 0-3 16,-2 1 2-16,-2 0 0 0,-4 5-2 0,4 1 0 16,-2-7 2-16,1 0 0 0,-1 0 3 0,-4-2-6 15,1 8 0-15,0-7 5 0,0 0-3 0,0-2-3 16,-1 1 1-16,2 1-4 0,1-1 3 0,-4 0-1 15,1 0 3-15,0 0-7 0,-4 7-3 0,0-3-3 16,-1 3 2-16,-1-1-4 0,-1 3 2 0,-1 1-4 16,-1 0-5-16,-4-2-20 0,-2 2 0 0,2-1-11 15,-3-2-4-15,0-1-6 0,0-1-3 0,0 1-5 16,-3-3-4-16,-1 1-50 0,-1-1-139 0,-1-3 61 16</inkml:trace>
  <inkml:trace contextRef="#ctx0" brushRef="#br0" timeOffset="177235.52">6244 13120 12 0,'0'0'64'0,"0"0"-9"16,0 0 0-16,0 0-8 0,0 0-7 0,7 20-8 15,-5-10 1-15,-1 2 0 0,-1 4 4 0,0 0-1 16,-1 4-4-16,-1 3-7 0,-1 2 3 0,1 0-5 16,-3 0-5-16,4-5 3 0,-2-1 1 0,0 1-5 15,1-1 1-15,0 0-6 0,1-1 0 0,-1 0-1 16,2-2-4-16,0-4 4 0,0 4-6 0,0-6 10 15,2 2-11-15,-1-4 8 0,0 0-5 16,2-2-6-16,2 1 6 0,0 0 4 0,1-1-2 16,2 0 1-16,3 1-4 0,5-2 1 0,0 1 1 0,4 0-11 15,0-3 9-15,7-1-4 0,3-1-12 0,0 1-6 16,-1 0 5-16,1-1-6 0,4-2-10 0,1 1-11 16,-1-2-7-16,1 0-10 0,-1-1-44 0,-2-1-106 15,1 1 48-15</inkml:trace>
  <inkml:trace contextRef="#ctx0" brushRef="#br0" timeOffset="191808.95">5931 16411 8 0,'0'0'90'0,"0"0"-5"0,0 0-9 0,-8-4 2 0,8 4-8 15,0 0-8-15,0 0 4 0,0 0-24 0,-8-2 22 16,8 2-10-16,0 0-1 0,0 0 4 0,0 0-4 16,-5-5 1-16,5 5-6 0,0 0 8 0,0 0-3 15,0 0 2-15,0 0 3 0,0 0-1 0,0 0-1 16,-5-6-1-16,5 6 0 0,0 0 0 0,0 0-9 15,0 0-2-15,3-11-8 0,-3 11-5 16,4-10 1-16,1 6-9 0,4-2 2 0,3 0 0 16,3-4-6-16,1 3 4 0,1 0-12 0,1 2 4 15,-3-1-7-15,-1 4 0 0,-1 0-2 0,1 2 3 16,-3 1-2-16,2 2-2 0,-3 1-5 0,-1 1-1 0,0 4-1 16,0 2 6-16,1 4 2 0,-3 2-5 15,-2 2 4-15,-3 5 1 0,-2-5-4 0,-3 9 2 16,-1-4-1-16,-4 0-3 0,-2 0 1 0,-2-6 2 15,-2 4-4-15,-1-1 2 0,-3-2-9 0,-2-1 3 16,4-5-9-16,0-2 2 0,-1 2 4 0,-2-3 0 16,1 2 2-16,1-3 2 0,0-1-3 0,5-5 1 15,-2 0 2-15,5-1 2 0,-3 1-2 0,1-2 3 16,11-1 0-16,-19 0-1 0,19 0-2 0,-14-1 2 16,14 1 3-16,0 0-2 0,-10-3 2 0,10 3-8 15,0 0 3-15,0 0 0 0,0 0 2 0,0 0-1 16,0 0 3-16,37 0-7 0,-23 2-1 0,4-4-2 15,8 6-17-15,-4-4-5 0,7 4-25 0,1-1-1 16,-1-1-2-16,1-1-10 0,-2 1-18 0,1-1-7 16,-1 0-19-16,1-1-73 0,-1 4-204 0,1-1 91 15</inkml:trace>
  <inkml:trace contextRef="#ctx0" brushRef="#br0" timeOffset="192344.11">6474 16402 71 0,'0'0'113'0,"0"0"0"16,-3-12-15-16,3 12-8 0,0 0-10 0,0 0-9 0,0 0-8 15,0 0-6-15,0 0 0 0,0 0-3 16,0 0-6-16,0 0-1 0,31 29-5 0,-21-15 9 15,0 1-5-15,-1 3-10 0,0 0 0 0,1-1-4 16,-1 1-10-16,-1-2 1 0,1 3 2 0,-5-3-9 16,1 1 5-16,-1-1 2 0,1-6-4 0,-1 4 0 15,-2-6-4-15,2 4-5 0,-1-5-6 0,-3-7 12 16,4 12-11-16,-4-12 5 0,5 11 1 0,-5-11 2 16,2 7 11-16,-2-7 9 0,0 0 18 0,5 6-2 15,-5-6-7-15,0 0-3 0,0 0-3 0,0 0-2 16,0 0-6-16,6-31 1 0,-1 16-3 0,3-3-7 15,0-7 0-15,3-3-4 0,1 0 4 0,2-1-5 16,-1 2-4-16,1 1 0 0,-2 1-5 0,-2 6-10 16,-2 2-8-16,-1 3-8 0,-2 5-7 15,2 0-27-15,-7 9-36 0,6-13-41 0,-2 9 2 0,-4 4 4 16,0 0 0-16,0 0 4 0,0 0-63 0,20 10-201 16,-16-2 88-16</inkml:trace>
  <inkml:trace contextRef="#ctx0" brushRef="#br0" timeOffset="192878.72">6877 16690 39 0,'1'10'87'0,"-1"-10"-5"15,0 0-12-15,1 11 3 0,-1-11 8 0,0 0-1 16,0 0 16-16,0 0-1 0,0 0 9 0,0 0 2 15,0 0 0-15,0 11 4 0,0-11-9 0,0 0-4 16,0 0-13-16,0 0-6 0,0 0-5 0,0 0-6 16,0 0-7-16,-15-24-5 0,15 24-8 0,-4-17-6 15,4 7-6-15,0 10 1 0,-2-22-6 0,2 13-4 16,2-4-4-16,0 2 1 0,2 1-4 0,0-1 1 16,0 2-4-16,0-1-6 0,3 2 0 0,1 2 0 15,0 0-7-15,1 3 7 0,2-1-10 0,-1 3 1 16,2 2 2-16,1 1 1 0,0 1-2 0,0 3-1 15,3 1-1-15,-3 1 4 0,-4 1-4 0,3 1 3 16,-3-1-1-16,2 4 3 0,-5-2-6 0,-1 1 3 16,-1-2-3-16,0-1-1 0,-2 0 7 0,-1-3-3 15,2 1 3-15,-3-7-3 0,0 10 1 16,0-10 1-16,0 0 0 0,-1 12 1 0,1-12-3 0,-3 4-2 16,3-4 2-16,0 0 2 0,0 0 1 0,0 0 1 15,0 0-1-15,-16-13-2 0,14 6-1 0,2 7 6 16,0-17-10-16,3 5-4 0,1-2 7 15,3-4-2-15,2 1-2 0,2 1-5 0,0 0 6 16,1 3 0-16,0 1 1 0,1 0 0 0,-3 5-4 16,1 0 2-16,0 2-1 0,-1 3 1 0,1-1-2 15,-11 3 0-15,21 3 2 0,-9 1-2 0,-2 1-1 16,0 2 3-16,-2 2 1 0,3 4-1 0,-4-2 5 16,-3 1-14-16,1 4-12 0,-3 0-23 0,1 2-22 15,1-2-24-15,-4 0-25 0,-4 0-27 0,4 1-124 16,-3-3-292-16,2-1 129 0</inkml:trace>
  <inkml:trace contextRef="#ctx0" brushRef="#br0" timeOffset="203566.44">7661 16609 24 0,'0'0'53'0,"0"0"5"0,0 0-5 0,0 0-8 16,0 0 1-16,0 0-3 0,0 0-1 0,0 0-1 15,0 0-2-15,0 0-3 0,0 0 2 0,0 0-10 16,0 0 8-16,0 0-10 0,0 0-4 0,0 0 1 15,0 0 6-15,0 0-7 0,0 0-4 0,0 0 1 16,0 0 0-16,0 0-7 0,0 0 9 0,0 0-4 16,0 0-2-16,0 0-7 0,0 0 3 0,0 0 3 15,0 0-5-15,0 0-3 0,0 0 10 0,0 0-12 16,0 0 4-16,0 0-5 0,0 0 17 0,0 0-9 16,0 0-10-16,0 0 13 0,0 0 15 0,13 11 0 15,-2-11 2-15,-11 0 5 0,27 0-11 0,-8-2 0 16,3 0 12-16,7-3 4 0,1 3-7 0,3-1-2 15,-4-2-1-15,1-2-3 0,-1 3 1 0,-8 0-10 16,7-2-4-16,-1 1 14 0,-8 1 1 16,1 3-1-16,-2-3-5 0,-1 1-4 0,-2 0 8 15,-4 1-8-15,0 0 5 0,-11 2-8 0,13-2 11 16,-13 2-2-16,10-1 6 0,-10 1 5 0,0 0 3 16,0 0 6-16,13-2-4 0,-13 2 0 0,0 0-3 0,0 0 1 15,5-2-3-15,-5 2-4 0,0 0-2 0,0 0-8 16,0 0 3-16,0 0-5 0,0 0-4 15,0 0-3-15,0 0 3 0,0 0-5 0,0 0-7 16,0 0-18-16,0 0-16 0,0 0-16 0,0 0-35 16,0 0-18-16,0 0-26 0,0 0-25 0,0 0-132 15,-26 14-304-15,26-14 135 0</inkml:trace>
  <inkml:trace contextRef="#ctx0" brushRef="#br0" timeOffset="206762.79">8385 16256 25 0,'0'0'49'0,"0"0"-2"0,0 0-8 0,0 0-2 16,0 0 0-16,0 0-6 0,0 0 4 0,0 0 4 16,0 0-10-16,0 0 5 0,0 0-4 0,0 0-8 15,0 0 5-15,0 0-2 0,0 0 1 0,0 0-8 16,0 0 1-16,0 0-3 0,0 0-1 0,0 0 5 15,0 0-10-15,0 0 2 0,0 0 9 0,0 0-6 16,0 0-6-16,0 0 2 0,0 0 7 0,0 0-5 16,0 0 6-16,0 0-3 0,0 0 5 0,0 0-4 15,0 0 1-15,0 0 3 0,0 0 5 0,0 0-10 16,0 0 10-16,0 0 0 0,0 0-8 0,0 0 2 16,0 0-3-16,0 0 1 0,0 0 1 0,0 0 4 15,0 0-4-15,0 0-3 0,0 0 2 0,0 0-10 16,0 0 10-16,0 0-3 0,0 0-2 0,0 0-8 15,0 0 4-15,0 0-9 0,0 0 5 0,0 0 0 16,0 0-1-16,0 0-5 0,0 0-3 0,0 0-5 16,0 0-2-16,0 0 1 0,0 0-3 15,0 0 9-15,0 0-11 0,0 0 9 0,0 0-5 0,0 0-4 16,0 0 4-16,0 0-11 0,0 0 7 0,0 0-5 16,0 0 4-16,12 10-15 0,-12-10-11 0,0 0-6 15,5 7 3-15,-5-7-12 0,3 4 0 0,-3-4-6 16,0 0-48-16,8 8-118 0,-8-8 52 15</inkml:trace>
  <inkml:trace contextRef="#ctx0" brushRef="#br0" timeOffset="208299.65">8336 16256 88 0,'0'0'116'0,"0"0"-16"0,0 0-5 0,0 0-17 16,0 0-1-16,0 0-10 0,1-7-10 0,-1 7-1 16,0 0-5-16,10 0-4 0,-10 0-7 0,12 5 0 15,-3-2 1-15,1 2-4 0,0 3-3 0,3-3-3 16,0 4-3-16,2 0-5 0,-1 1 5 0,2 0-1 15,-2 3-6-15,1-1-3 0,0 1 1 16,-1 1-23-16,0 0 4 0,-1 0 4 0,1 0 6 16,-1 0-16-16,1 0 9 0,-4 0-8 0,1-2 2 0,-3-1 1 15,1-2 2-15,-1 3 0 0,-1-6 1 16,0 3-14-16,-3-2 14 0,2-1 1 0,-2-2-2 16,0 0 4-16,-4-4 7 0,4 6 5 0,-4-6 17 15,0 0 14-15,0 0 10 0,7 8-5 0,-7-8-1 16,0 0-10-16,0 0 8 0,0 0-5 0,0 0-1 15,-1-30 1-15,2 18-6 0,1-5-4 0,0-1 5 16,4-7-13-16,-1 6 2 0,1-6-3 0,4-2 0 16,-1-3-11-16,2 1 2 0,1 1-2 0,-2-2 5 15,1 1-8-15,3-2-1 0,-4 4-2 0,-1 2 0 16,1 8-1-16,-1 0 1 0,-1 0-2 0,-1 2 0 16,-3 3 0-16,1 1-1 0,-2 3-5 0,1 2 3 15,-4 6-6-15,0 0 4 0,7-16-8 0,-7 16-1 16,0 0-9-16,9-4-4 0,-9 4-15 0,0 0-5 15,0 0-7-15,0 0-23 0,13 21-19 0,-10-9-23 16,-1 0-11-16,2 6-13 0,-1 6-87 16,-2 1-241-16,-4 0 106 0</inkml:trace>
  <inkml:trace contextRef="#ctx0" brushRef="#br0" timeOffset="208752.96">8859 16455 122 0,'-3'-8'146'0,"3"8"-8"0,-5-9-12 0,5 9-2 16,0 0-16-16,0 0-11 0,-1-11-7 0,1 11-11 15,0 0 3-15,0 0-20 0,0 0-9 0,0 0-2 16,0 0-6-16,0 0-1 0,0 0-3 0,0 0-6 15,0 0-10-15,29 18 4 0,-20-9-6 0,-3-1 0 16,2 2-4-16,-1-1-2 0,-1 3-3 0,0-3 1 16,1 1-3-16,-1-1-5 0,-2 0 4 0,1-1 1 15,0-2 0-15,-5-6-2 0,6 12-5 16,-3-7-1-16,-3-5 1 0,5 9-2 0,-5-9 7 0,4 6-7 16,-4-6 9-16,0 0 0 0,6 8 7 0,-6-8 9 15,2 3 6-15,-2-3 14 0,0 0-6 0,0 0-7 16,0 0 5-16,0 0-11 0,11-17 2 0,-7 7-4 15,0-2-2-15,1 1 3 0,0-5-4 0,3 2 0 16,-2-3-1-16,0-2-1 0,4 1-6 16,-2 0 1-16,1 0-3 0,-1 1-3 0,0 0 1 15,-1 4-3-15,-2 4-1 0,-1 1-6 0,0 2-14 16,-4 6-16-16,0 0-22 0,9-13-23 0,-9 13-26 16,0 0-28-16,0 0 2 0,10-6 0 0,-10 6-3 15,0 0-1-15,0 0-5 0,0 0-77 0,0 0-228 16,-10 33 100-16</inkml:trace>
  <inkml:trace contextRef="#ctx0" brushRef="#br0" timeOffset="208998.57">9007 16477 67 0,'0'0'71'0,"0"0"2"15,0 0-3-15,0 0 0 0,-1 12 1 0,1-12 1 16,0 0-12-16,-7 13-2 0,7-13 11 0,-4 16 7 15,1-8-19-15,0 3 2 0,2 0-4 0,-3-1 2 16,2 2-6-16,0-1-6 0,-3 0-9 0,2 1 4 16,0-1-7-16,0 1-1 0,0-1-9 15,2-1 2-15,0 3-3 0,0-3-2 0,1 2-2 16,0-12-4-16,0 19 4 0,0-10-5 0,1 2-3 16,0-2-7-16,-1-9-17 0,1 18-16 0,1-9-16 15,-2-9-30-15,0 19-26 0,-2-7-85 0,-1-3-202 16,3-9 89-16</inkml:trace>
  <inkml:trace contextRef="#ctx0" brushRef="#br0" timeOffset="210886.94">8025 16108 2 0,'-29'23'27'0,"2"4"-2"15,0-2-1-15,4 0-3 0,-1-1 3 0,3 1-2 16,1 2 1-16,1-2 2 0,2 5-4 0,2-2-6 16,2 0 0-16,2-1 4 0,-1 0-6 15,5 1-8-15,0 0 7 0,1-2-4 0,-1-1 3 16,2 0-5-16,3 0 1 0,0-2 7 0,2 2-4 16,0 2-9-16,0-8 2 0,4 6 1 0,-4 2 0 15,4-3-2-15,0 1 4 0,2-6-3 16,1 4-1-16,2 2 10 0,1-3-10 0,5 1 9 0,-1-1-7 15,4 1 4-15,3-4 8 0,0 1 7 0,5-2-12 16,2 0 39-16,3-2-5 0,2-2-5 0,2 2 3 16,0-2-6-16,3-2-2 0,12-1-3 0,0 0-7 15,1-4 4-15,-1-3-4 0,3-1-2 0,-2-5-11 16,1 0 5-16,4-4-5 0,3-3 5 0,2-4-2 16,-2-2 7-16,4-2-13 0,0 0 4 0,-1-2 2 15,-1-5-7-15,0 1 6 0,-1 0-6 0,-2-3 0 16,0 0 7-16,-6 0-3 0,1 1 1 0,-1-2 1 15,-6 2 6-15,-1 0-1 0,-13 5 8 16,1-2-4-16,5-8 4 0,-11 8-5 0,1-4 5 16,7-8 0-16,-14 6-2 0,1 0 1 0,6-14 2 15,-10 12-9-15,3-12 5 0,-5-1-3 0,-3 9 2 0,-5 0-4 16,-3-1-1-16,0-13-4 0,-5 13-2 0,-3 2 4 16,-4-2-5-16,-5 1 0 0,-1 1 2 0,-4 3 0 15,-1 0-6-15,-12-8-3 0,-3 3 3 0,4 10 1 16,-10-2-3-16,-4 0-5 0,-3 3 4 15,0-2-6-15,-8 6 5 0,4 1-2 0,-7 3 4 16,3 1-3-16,-3 3-3 0,-2 4 4 0,-2 2 1 16,-1 5-1-16,-3 4-4 0,-26 3-2 0,26 1 3 15,-23 9-1-15,24-6-2 0,-23 8-8 0,26-3-4 16,1 2-2-16,-3 1-8 0,5 1 2 0,-2 5-4 16,0-1-6-16,3 2 6 0,3 3-5 0,1 3 0 15,3 4-9-15,0 5 0 0,1 0-17 0,6 2-13 16,1 2-17-16,-15 22-89 0,20-18-191 0,0-3 85 15</inkml:trace>
  <inkml:trace contextRef="#ctx0" brushRef="#br0" timeOffset="211531.98">6370 17156 41 0,'0'0'77'0,"0"0"5"15,-9-2-12-15,9 2-7 0,0 0-7 0,0 0-1 16,0 0-7-16,0 0 14 0,0 0 6 0,0 0 2 16,0 0 3-16,0 0-3 0,0 0 13 0,46 7-14 15,-16-11 5-15,3 1-15 0,4-2-6 0,15-3 2 16,5-1-5-16,3-2 1 0,1 1-5 0,-1-3 3 16,3 1-5-16,-2-1-9 0,-2 3-1 0,-5 2-3 15,-2 2-3-15,-14 2-3 0,-1-2-1 0,-1 6-8 16,-4 0-19-16,-3 2-16 0,-8 0-28 0,1 2-31 15,-2-2-23-15,-3 3-13 0,-5-1-103 0,-1 1-235 16,-11-5 105-16</inkml:trace>
  <inkml:trace contextRef="#ctx0" brushRef="#br0" timeOffset="211798.08">6414 17379 146 0,'0'0'144'16,"28"4"-9"-16,-9 0-9 0,9-4 4 0,8-4-12 16,19 1-2-16,-1-3-4 0,4-2-8 0,6 0-13 15,31-2-4-15,-30 0-8 0,26-4-13 0,-29 6 1 16,4-1-10-16,-3 1-12 0,-3 1-19 0,-1-2-20 15,-1 5-19-15,-6-2-19 0,-13-1-11 0,1 3-29 16,-2-2-25-16,-1 4-23 0,-4-3-93 0,-1 1-231 16,-5 3 102-16</inkml:trace>
  <inkml:trace contextRef="#ctx0" brushRef="#br0" timeOffset="211975.11">7569 17154 1882 0,'0'0'-15'0,"-18"-15"28"0,8 7 14 0,1 1 11 16,1-1-7-16,8 8-8 0,-10-8-10 0,10 8-3 15,0 0-3-15,-10-11-23 0,10 11-30 0,0 0-29 16,0 0-16-16,0 0-22 0,0 0-25 0,0 0-121 16,0 0-280-16,0 0 125 0</inkml:trace>
  <inkml:trace contextRef="#ctx0" brushRef="#br0" timeOffset="-200773.61">7915 15876 1092 0,'-138'-25'-425'0,"4"-24"397"16,13-16-11-16,8-6 0 0,6-6 34 0,2-7 3 15,-1-6-6-15,9 2-12 0,1 2-2 0,0-2 2 16,4-1-10-16,-4 2-3 0,-2 1-6 0,-3 10-25 16,-5 0-69-16,-4 3 31 0</inkml:trace>
  <inkml:trace contextRef="#ctx0" brushRef="#br0" timeOffset="-188728.88">3518 13791 7 0,'0'0'10'0,"0"0"1"15,0 0-2-15,0 0-1 0,0 0-1 0,0 0 0 16,0 0-3-16,0 0-1 0,-1 7 4 0,1-7-4 16,0 0 4-16,0 0-3 0,0 0-1 0,0 0 2 15,0 0 4-15,0 0-3 0,0 0-1 0,0 0 3 16,0 0 8-16,0 0-6 0,0 0-2 0,0 0 6 16,0 0-12-16,0 0 5 0,2 9-2 0,-2-9-2 15,0 0 0-15,0 0 2 0,0 0 2 0,0 0-1 16,0 0 2-16,0 0-3 0,0 0 0 0,0 0-2 15,0 0 3-15,0 0-4 0,0 0 2 0,0 0-2 16,0 0 3-16,0 0 1 0,0 0 1 0,0 0-1 16,0 0-3-16,0 0 4 0,0 0 3 0,0 0-11 15,0 0 3-15,0 0-2 0,0 0 3 0,0 0-4 16,0 0 2-16,0 0 2 0,0 0 2 0,0 0-5 16,0 0-2-16,0 0 5 0,0 0-4 0,0 0 1 15,0 0 4-15,0 0 2 0,0 0-9 0,0 0 1 16,1 7-8-16,-1-7-6 0,0 0-10 0,0 0-17 15,0 0-45-15,-2 9 20 0</inkml:trace>
  <inkml:trace contextRef="#ctx0" brushRef="#br0" timeOffset="-183414.69">3654 13968 16 0,'0'0'30'0,"0"0"-3"0,0 0 1 0,0 0-4 15,0 0 3-15,0 0-5 0,0 0-2 0,0 0-2 16,0 0-1-16,0 0-4 0,-12-3 4 0,12 3-3 16,0 0-6-16,0 0 0 0,0 0 0 0,-7-3 4 15,7 3-7-15,0 0 4 0,0 0 2 16,0 0 1-16,0 0-2 0,0 0 0 0,0 0 1 16,0 0-3-16,0 0 4 0,-7-3 3 0,7 3 3 0,0 0-4 15,0 0 4-15,0 0-6 0,0 0 0 0,0 0 0 16,0 0 4-16,0 0 1 0,0 0-1 15,0 0-6-15,0 0-4 0,0 0 0 0,0 0 2 0,0 0 4 16,0 0-7-16,0 0 0 0,0 0-4 16,0 0 2-16,0 0-4 0,0 0-14 0,0 0-4 0,0 0-3 15,0 0-11-15,0 0-7 0,0 0-40 0,0 0-84 16,0 0 37-16</inkml:trace>
  <inkml:trace contextRef="#ctx0" brushRef="#br0" timeOffset="197197.87">24111 8627 11 0,'0'0'33'0,"-1"-9"-4"16,1 9-8-16,0 0-2 0,0 0-19 0,0 0-20 15,0 0-19-15,0 0 8 0</inkml:trace>
  <inkml:trace contextRef="#ctx0" brushRef="#br0" timeOffset="198214.01">24331 7673 11 0,'0'0'79'0,"0"0"4"0,0 0-18 16,0 0-2-16,0 0-13 0,0 0-3 0,0 0 3 0,0 0-7 16,0 0-9-16,0 0-6 0,0 0-4 0,0 0 3 15,0 0-1-15,0 0-9 0,0 0 3 16,0 0-18-16,0 0 12 0,0 0-5 0,0 0 3 16,0 0 2-16,0 0-4 0,0 0-4 0,0 0 11 0,0 0-7 15,0 0-3-15,0 0-3 0,0 0 3 0,0 0-2 16,0 0-9-16,0 0 12 0,0 0-2 0,0 0-3 15,0 0 2-15,0 0-2 0,0 0 7 16,0 0-6-16,0 0-1 0,0 0-3 0,0 0 6 0,0 0-1 16,0 0 1-16,0 0-12 0,0 0 19 0,0 0-11 15,0 0-8-15,0 0 10 0,0 0 1 0,0 0-3 16,0 0 0-16,0 0-2 0,0 0-3 0,0 0 7 16,0 0 4-16,0 0-11 0,0 0 7 0,0 0-2 15,0 0-5-15,0 0 2 0,0 0 6 0,0 0 2 16,0 0-8-16,0 0 2 0,0 0 0 0,0 0 1 15,0 0 1-15,0 0-10 0,0 0 8 0,0 0 4 16,0 0-7-16,0 0 7 0,0 0 1 0,0 0-12 16,0 0 12-16,0 0-8 0,0 0 7 0,0 0-13 15,0 0 8-15,0 0 0 0,0 0 3 0,0 0-6 16,0 0 0-16,0 0 2 0,0 0 5 0,0 0-4 16,0 0 0-16,0 0-1 0,0 0-4 0,0 0 5 0,0 0-4 15,0 0 7-15,0 0-8 0,0 0 4 16,0 0 7-16,0 0-2 0,0 0-1 0,0 0-1 15,0 0 0-15,0 0-4 0,0 0 7 0,0 0-4 0,0 0-1 16,0 0-3-16,0 0 3 0,0 0 9 0,0 0-16 16,0 0 3-16,0 0 1 0,0 0 3 15,0 0 2-15,0 0-5 0,0 0-1 0,0 0 3 0,0 0 0 16,0 0 1-16,0 0 7 0,0 0-2 0,0 0-8 16,0 0-5-16,0 0 11 0,0 0-6 15,0 0 5-15,0 0-7 0,0 0 8 0,0 0-13 0,0 0 7 16,0 0-1-16,0 0 6 0,0 0 0 0,0 0-1 15,0 0-5-15,0 0-1 0,0 0-7 0,0 0 3 16,0 0-1-16,0 0-4 0,0 0 3 0,0 0-2 16,0 0-1-16,0 0-6 0,0 0-7 0,0 0-7 15,0 0-1-15,0 0-11 0,0 0-3 0,0 0-46 16,0 0-100-16,0 0 44 0</inkml:trace>
  <inkml:trace contextRef="#ctx0" brushRef="#br0" timeOffset="199889.8">23762 9219 43 0,'0'0'37'0,"-5"-6"0"0,5 6-3 0,0 0-2 15,0 0-10-15,0 0-2 0,0 0-3 0,0 0 5 16,0 0-2-16,0 0-12 0,0 0 4 0,0 0-4 16,0 0-2-16,0 0-6 0,0 0 8 0,0 0-6 15,0 0 0-15,0 0-6 0,0 0-4 0,0 0-23 16,0 0-18-16,0 0-51 0,-6-4 23 0</inkml:trace>
  <inkml:trace contextRef="#ctx0" brushRef="#br0" timeOffset="205903.68">24325 8945 5 0,'0'0'14'0,"0"0"-8"0,0 0 7 0,0 0 2 16,0 0 9-16,0 0-7 0,0 0 5 0,0 0-5 15,0 0 10-15,0 0-9 0,0 0 1 0,0 0-5 16,0 0 1-16,0 0-7 0,0 0 2 0,0 0-1 15,0 0 5-15,0 0-9 0,0 0 2 0,0 0 4 16,0 0-4-16,0 0 1 0,0 0-11 0,0 0 10 16,0 0-9-16,0 0 9 0,0 0-3 0,0 0-2 0,0 0 1 15,0 0-4-15,0 0 6 0,0 0-3 16,0 0-3-16,0 0 5 0,0 0-4 0,0 0 2 0,0 0 1 16,0 0 3-16,0 0 5 0,0 0-3 15,0 0 1-15,0 0-3 0,0 0-1 0,0 0-1 0,0 0 4 16,0 0 2-16,0 0-6 0,0 0-2 15,0 0 4-15,0 0-3 0,0 0 2 0,0 0-2 16,0 0-5-16,0 0 4 0,0 0 7 0,0 0-8 16,0 0 2-16,0 0 1 0,0 0-4 0,0 0 7 0,0 0-2 15,0 0 0-15,0 0 0 0,0 0-3 0,0 0-2 16,0 0 4-16,0 0-4 0,0 0 1 0,0 0-1 16,0 0 0-16,0 0 0 0,0 0-2 0,0 0 3 15,0 0-4-15,0 0-2 0,0 0-4 0,0 0-2 16,0 0-13-16,0 0-3 0,0 0-9 0,0 0-24 15,0 0-64-15,0 0 28 0</inkml:trace>
  <inkml:trace contextRef="#ctx0" brushRef="#br0" timeOffset="-21810.84">29209 11707 7 0,'0'0'86'0,"0"0"-9"16,5-7-9-16,-5 7-3 0,0 0-8 0,4-5 3 16,-4 5-17-16,0 0 2 0,0 0-10 0,2-5-1 15,-2 5-1-15,0 0-12 0,0 0-3 0,3-8-7 16,-3 8-4-16,0 0-14 0,0 0-6 0,4-7-9 15,-4 7-7-15,6-7-14 0,-1 3-9 0,0-2-32 16,-5 6-90-16,9-9 39 0</inkml:trace>
  <inkml:trace contextRef="#ctx0" brushRef="#br0" timeOffset="-21485.4">29366 11207 46 0,'-7'1'46'0,"7"-1"-4"0,0 0-8 15,0 0 3-15,0 0-9 0,-7 4 2 0,7-4-3 16,0 0-5-16,0 0 2 0,0 0-10 0,0 0 4 16,5 14-18-16,-5-14-9 0,7 7-18 0,-2-1-29 15,-5-6-59-15,6 7 26 0</inkml:trace>
  <inkml:trace contextRef="#ctx0" brushRef="#br0" timeOffset="-21252.23">29512 11667 2 0,'0'0'34'0,"4"5"-14"0,-4-5-16 0,0 0-14 16,0 0-12-16,0 0 6 0</inkml:trace>
  <inkml:trace contextRef="#ctx0" brushRef="#br0" timeOffset="-20983.97">29609 11237 5 0,'0'0'37'0,"0"0"-9"0,0 0-19 0,0 0-23 15,0 0-14-15,0 0 7 0</inkml:trace>
  <inkml:trace contextRef="#ctx0" brushRef="#br0" timeOffset="-20757.43">29598 11707 5 0,'0'0'51'15,"0"0"-3"-15,0 0-9 0,0 0-2 0,0 0-23 16,0 0-19-16,0 0-27 0,0 0-34 0,0 0 15 16</inkml:trace>
  <inkml:trace contextRef="#ctx0" brushRef="#br0" timeOffset="-20349.97">29615 11685 30 0,'0'0'50'0,"0"0"-7"16,0 0-15-16,0 0-6 0,0 0-10 15,0 0-3-15,0 0-17 0,0 0-23 0,0 0-35 16,0 0 16-16</inkml:trace>
  <inkml:trace contextRef="#ctx0" brushRef="#br0" timeOffset="-19916.79">29610 11692 14 0,'0'0'22'0,"13"-7"-25"16,-13 7-3-16,0 0-6 0,-3-16 3 0</inkml:trace>
  <inkml:trace contextRef="#ctx0" brushRef="#br0" timeOffset="-19701.84">29631 11175 25 0,'0'0'36'0,"0"0"-17"0,-3 26-15 15,3-26-18-15,-2 14-16 0,-1-6 8 0</inkml:trace>
  <inkml:trace contextRef="#ctx0" brushRef="#br0" timeOffset="-19475.11">29627 11656 32 0,'0'0'69'0,"0"0"-5"16,8 7-16-16,-8-7 4 0,0 0-8 16,0 0 2-16,0 0-18 0,0 0-10 0,12-12-8 15,-12 12-11-15,3-8-15 0,-3 8-50 0,1-10-71 0,-2 2 31 16</inkml:trace>
  <inkml:trace contextRef="#ctx0" brushRef="#br0" timeOffset="-19277.39">29627 11182 23 0,'0'0'36'0,"2"15"-14"0,-2-5-13 15,2 1-24-15,-2 2-17 0,-2-1 7 0</inkml:trace>
  <inkml:trace contextRef="#ctx0" brushRef="#br0" timeOffset="-18878.95">29721 11201 11 0,'-1'25'36'16,"0"-15"-16"-16,0 0-7 0,-2 2-27 0,2-2-14 16,-2 3 6-16</inkml:trace>
  <inkml:trace contextRef="#ctx0" brushRef="#br0" timeOffset="-10356.55">28170 7996 37 0,'0'0'72'0,"5"-6"-4"0,-5 6-8 0,4-4-14 15,-4 4 8-15,0 0-15 0,2-8-2 0,-2 8-8 16,0 0-6-16,0 0-21 0,0 0-10 0,0 0-7 0,0 0-13 16,0 0-14-16,0 0-21 0,0 0-68 15,0 0 32-15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1T06:35:25.1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21928 7134 10 0,'0'0'34'0,"0"0"3"15,0 0 0-15,0 0 0 0,0 0-8 0,2-9 0 16,-2 9-6-16,0 0 0 0,0 0-3 0,0 0-4 16,0 0-2-16,0 0 3 0,0 0-6 0,2-7 2 15,-2 7-4-15,0 0 0 0,0 0 2 0,0 0-3 16,0 0 0-16,0 0-3 0,0 0-3 0,0 0-2 15,0 0 1-15,0 0 1 0,0 0-2 0,0 0 2 16,0 0 2-16,0 0-2 0,0 0 2 0,0 0-8 16,0 0 6-16,0 0 3 0,0 0-2 0,0 0-11 15,0 0-9-15,0 0 0 0,0 0-3 0,0 0-5 16,0 0-31-16,0 0-61 0,0 0 26 0</inkml:trace>
  <inkml:trace contextRef="#ctx0" brushRef="#br0" timeOffset="1202.13">21944 11636 25 0,'0'0'29'0,"0"0"1"0,0 0 1 0,0 0-11 0,0 0 4 16,0 0-4-16,0 0-2 0,0 0-3 0,-5-6 4 16,5 6-4-16,0 0-1 0,0 0-7 0,0 0 6 15,0 0-6-15,0 0 1 0,0 0-11 0,0 0-1 16,0 0-3-16,0 0-1 0,0 0-2 0,0 0-3 15,0 0-1-15,0 0-8 0,0 0-14 0,0 0-39 16,0 0 17-16</inkml:trace>
  <inkml:trace contextRef="#ctx0" brushRef="#br0" timeOffset="12356.16">20134 11717 23 0,'0'0'62'0,"0"0"-12"0,0 0-6 15,0 0-7-15,0 0 4 0,0 0 0 0,0 0-6 16,0 0-8-16,0 0-8 0,0 0-2 0,0 0-8 16,0 0-12-16,0 0-16 0,0 0-13 0,0 0-27 15,0 0-63-15,0 0 28 0</inkml:trace>
  <inkml:trace contextRef="#ctx0" brushRef="#br0" timeOffset="62052.69">20925 7615 2 0,'0'0'23'16,"0"0"-12"-16,0 0-4 0,-7 20-15 0,7-20-8 15,-6 18 4-15</inkml:trace>
  <inkml:trace contextRef="#ctx0" brushRef="#br0" timeOffset="62640.86">20829 9388 19 0,'0'0'56'0,"0"0"-10"16,4-5-8-16,-4 5-9 0,0 0-16 0,0 0-22 16,0 0-23-16,0 0-35 0,0 0 15 0</inkml:trace>
  <inkml:trace contextRef="#ctx0" brushRef="#br0" timeOffset="68320.22">20700 9288 25 0,'0'0'22'0,"0"0"-8"15,0 0-11-15,0 0-14 0,3-8-12 16,-3 8 6-16</inkml:trace>
  <inkml:trace contextRef="#ctx0" brushRef="#br0" timeOffset="105951.44">21853 11604 42 0,'0'0'84'15,"0"0"-8"-15,0 0-11 0,0 0-20 0,0 0-13 16,0 0-7-16,0 0-20 0,0 0-11 0,0 0-6 15,0 0-9-15,0 0-4 0,0 0-27 16,0 0-56-16,0 0 25 0</inkml:trace>
  <inkml:trace contextRef="#ctx0" brushRef="#br0" timeOffset="152903.98">21935 11911 36 0,'0'0'35'0,"0"0"-10"0,0 0-13 0,0 0-19 0,0 0-11 15,0 0-18-15,0 0 9 0</inkml:trace>
  <inkml:trace contextRef="#ctx0" brushRef="#br0" timeOffset="169960.38">21351 7190 59 0,'0'0'66'0,"0"0"-3"0,1-7-4 0,-1 7 0 16,0 0-15-16,0 0-4 0,0 0-5 0,0 0-2 16,0 0 4-16,-1-12-14 0,1 12 3 0,0 0 8 0,1-8 3 15,-1 8 3-15,0 0-3 0,0 0-9 16,0 0 3-16,0 0-2 0,0-9-1 0,0 9-6 16,0 0-3-16,0 0-7 0,0 0 3 0,0 0 0 15,0 0 3-15,0 0-4 0,0 0 6 0,0 0-14 16,0 0-5-16,0 0 11 0,0 0-9 0,0 0 2 0,0 0-7 15,0 0-9-15,0 0-18 0,0 0-14 16,0 0-12-16,0 0-2 0,0 0-73 0,0 0-139 16,0 0 62-16</inkml:trace>
  <inkml:trace contextRef="#ctx0" brushRef="#br0" timeOffset="171353.02">21290 11440 45 0,'0'0'53'0,"0"0"-5"16,0 0-9-16,0 0 0 0,-3 7-4 0,3-7-7 15,0 0-10-15,-3 7-3 0,3-7-8 0,0 0 7 16,-2 8-7-16,2-8-1 0,0 0-1 0,0 0-1 15,-3 7 2-15,3-7-1 0,0 0 5 0,0 0-2 16,-4 4-7-16,4-4 4 0,0 0 1 0,0 0-2 16,0 0 3-16,0 0-10 0,0 0 12 0,0 0-4 15,0 0 4-15,0 0 3 0,0 0 2 0,0 0 8 16,0 0-2-16,0 0 2 0,0 0-7 0,0 0 2 16,0 0 0-16,0 0 11 0,0 0-8 0,0 0 5 15,0 0 0-15,0 0 9 0,0 0-3 0,0 0 3 16,0 0 3-16,0 0-1 0,0 0 1 0,0 0 8 0,0 0-19 15,0 0 10-15,0 0 6 0,0 0 3 0,0 0 0 16,0 0-3-16,0 0 2 0,0 0-2 16,0 0 2-16,0 0-1 0,0 0-8 0,0 0 2 15,0 0-6-15,0 0 0 0,0 0 3 0,0 0-2 16,0 0 3-16,0 0-5 0,0 0-4 0,0 0 1 16,0 0-4-16,0 0-1 0,0 0-9 0,0 0 9 15,0 0-7-15,0 0-3 0,0 0-1 0,0 0 4 0,0 0-7 16,0 0 5-16,0 0-9 0,0 0 3 0,0 0-10 15,0 0-9-15,0 0-14 0,0 0-8 0,0 0-20 16,0 0-14-16,0 0-10 0,0 0-17 0,0 0-10 16,0 0-6-16,0 0-11 0,0 0-63 0,0 0-201 15,0 0 88-15</inkml:trace>
  <inkml:trace contextRef="#ctx0" brushRef="#br0" timeOffset="173141.53">22598 11477 17 0,'0'0'73'0,"0"0"3"0,0 0-15 16,0 0-1-16,0 0-12 0,0 0 4 15,0 0-12-15,0 0-1 0,0 0-14 0,0 0-8 16,0 0-5-16,0 0-20 0,0 0-8 0,0 0-19 0,0 0-10 16,0 0-25-16,-18-5-75 0,18 5 34 0</inkml:trace>
  <inkml:trace contextRef="#ctx0" brushRef="#br0" timeOffset="181781.81">20396 9350 30 0,'0'0'17'0,"0"0"-6"0,0 0-13 15,0 0-8-15,0 0-10 0,0 0 5 0</inkml:trace>
  <inkml:trace contextRef="#ctx0" brushRef="#br0" timeOffset="184018.86">20584 9294 64 0,'-2'-7'72'0,"2"7"-4"0,0 0-5 16,0 0-7-16,0 0-5 0,0 0 0 0,0 0-6 15,0 0-13-15,-3-7 3 0,3 7-12 0,0 0-7 0,0 0-10 16,0 0-14-16,0 0-12 0,0 0-16 16,0 0-10-16,0 0-33 0,0 0-85 0,0 0 37 0</inkml:trace>
  <inkml:trace contextRef="#ctx0" brushRef="#br0" timeOffset="-148273.58">26165 11765 21 0,'0'0'48'0,"0"0"-3"0,0 0-9 0,0 0 2 0,0 0-12 15,0 0 2-15,0 0-3 0,0 0-9 0,0 0-12 16,0 0 0-16,0 0-5 0,0 0-10 16,0 0-10-16,0 0-22 0,0 0-48 0,0 0 22 0</inkml:trace>
  <inkml:trace contextRef="#ctx0" brushRef="#br0" timeOffset="-143466.33">30579 11152 27 0,'0'0'79'0,"0"0"-2"16,0 0-6-16,0 0-5 0,0 0-1 0,0 0-1 16,0 0-8-16,0 0-3 0,0 0-6 0,0 0-5 15,0 0 0-15,0 0-5 0,0 0-6 0,0 0-2 0,0 0-2 16,0 0 1-16,0 0-6 0,0 0-13 0,0 0-19 16,0 0-15-16,0 0-11 0,0 0-26 0,0 0-62 15,0 0-133-15,0 0 59 0</inkml:trace>
  <inkml:trace contextRef="#ctx0" brushRef="#br0" timeOffset="-140678.33">28900 11160 11 0,'5'-6'54'0,"-5"6"-4"16,0 0-2-16,0 0-12 0,0 0-6 0,0 0-12 15,0 0-19-15,0 0-11 0,0 0-27 0,0 0-43 16,0 0 19-16</inkml:trace>
  <inkml:trace contextRef="#ctx0" brushRef="#br0" timeOffset="-139978.77">27348 11705 42 0,'0'0'76'0,"0"0"-14"0,0 0-9 16,0-10-3-16,0 10-22 0,0 0-13 0,0 0-19 16,0 0-24-16,0 0-21 0,0 0-54 0,7-13 24 0</inkml:trace>
  <inkml:trace contextRef="#ctx0" brushRef="#br0" timeOffset="-139536.23">27512 11193 56 0,'0'0'62'0,"0"0"2"0,0 0-2 0,0 0-4 16,0 0 0-16,0 0-5 0,0 0-2 0,0 0-6 15,0 0-8-15,0 0 0 0,0 0-4 0,0 0-5 16,0 0-2-16,0 0 0 0,0 0-4 0,0 0-14 15,0 0-13-15,0 0-7 0,0 0-11 0,0 0-14 16,0 0-8-16,0 0-9 0,0 0-38 0,0 0-100 16,0 0 45-16</inkml:trace>
  <inkml:trace contextRef="#ctx0" brushRef="#br0" timeOffset="-130764.58">27057 11258 26 0,'0'0'49'16,"0"0"-13"-16,0 0-16 0,0 0-13 0,0 0-30 15,0 0-26-15,0 0 12 0</inkml:trace>
  <inkml:trace contextRef="#ctx0" brushRef="#br0" timeOffset="-130119.45">28500 11253 16 0,'0'0'25'0,"0"0"-2"16,0 0-2-16,0 0 3 0,0 0 2 0,0 0-14 15,0 0-4-15,0 0-1 0,0 0-9 16,0 0-4-16,5 5-20 0,-5-5-28 0,0 0 12 16</inkml:trace>
  <inkml:trace contextRef="#ctx0" brushRef="#br0" timeOffset="-85135.12">6858 10922 24 0,'0'0'40'0,"0"0"-7"0,0 0-1 0,0 0-5 16,0 0-4-16,0 0-12 0,0 0-7 0,0 0-10 15,0 0-9-15,0 0-15 0,0 0-31 0,0 0 15 16</inkml:trace>
  <inkml:trace contextRef="#ctx0" brushRef="#br0" timeOffset="-55780.61">3624 12462 5 0,'-11'-3'7'0,"5"0"1"0,0 0-3 16,6 3-2-16,-14-4 4 0,8 1-5 0,-2 0 5 15,1 0-2-15,7 3-1 0,-14-5-1 0,7 1 5 16,0 2 4-16,7 2-6 0,-10-5 8 0,4 3-4 15,-1-2-3-15,7 4 0 0,-10-6-2 0,10 6-1 16,-11-5-4-16,6 5 0 0,5 0-2 0,-8-6 6 16,8 6-3-16,-7-3 4 0,2-1-5 0,5 4 3 15,-7-4-4-15,7 4 5 0,-8-4-6 0,8 4 3 16,-10-5 2-16,10 5-3 0,-8-8-1 16,4 4 3-16,4 4 1 0,-7-5-1 0,7 5 1 0,-7-6-5 15,3 2 2-15,4 4 2 0,-6-5 0 0,6 5 3 16,-9-8-6-16,7 4 2 0,2 4-2 0,-7-7 10 15,7 7-3-15,-5-8-2 0,1 2 3 0,0 1-4 16,4 5 3-16,-7-10-4 0,4 4 4 16,3 6-8-16,-5-9 6 0,1 3 0 0,4 6-2 15,-5-8-3-15,2 2 3 0,-1 1 0 0,1-1-3 0,3 6 7 16,-5-11-4-16,2 6-3 0,3 5 1 0,-5-14-4 16,1 8 2-16,2 0-1 0,2 6 4 0,-6-10-2 15,4 5 2-15,2 5 5 0,-6-9-11 0,2 4 8 16,4 5-1-16,-5-11-2 0,2 6 0 0,3 5 4 15,-3-10-4-15,3 10 3 0,-2-10-3 0,2 10-3 16,-4-12 3-16,3 6 3 0,1 6-1 0,-4-12 0 16,3 6-1-16,1 6-2 0,-4-14-2 0,3 9 2 15,1 5 3-15,-2-17 6 0,1 10-4 0,1 7 4 16,1-14-5-16,-1 8-2 0,0 6 7 0,0-16-8 16,2 9 0-16,1-3 5 0,-1 3-1 15,-2 7-6-15,0-14 4 0,0 7-10 0,0 7 12 0,0-12-1 16,0 12 0-16,0-13-8 0,1 7 4 0,0-1 3 15,-1 7-9-15,1-13 9 0,-1 6-1 0,0 7 0 16,2-13-2-16,-2 5 5 0,0 8-4 16,1-12 2-16,0 6-4 0,-1 6 3 0,2-16-1 15,-1 10-2-15,0-1 2 0,2-2-5 0,-3 9 5 0,1-12-4 16,0 4 3-16,2 1 3 0,-2-1-4 0,-1 8 3 16,3-11-1-16,-2 4 0 0,0 0-1 15,-1 7 1-15,2-12-4 0,-2 4 5 0,0 8-2 16,3-13-1-16,-1 6-6 0,-2 7 6 0,0-13 1 15,2 3 5-15,-1 3-5 0,-1 0-5 0,3 0 3 16,-3 7 1-16,0-15-3 0,1 9 2 0,-1 6 3 0,0-10-2 16,2 4-3-16,-2 6 0 0,2-13 3 0,-1 8-6 15,2-4-4-15,-3 9 11 0,3-13-6 0,-1 7 0 16,-1-1 6-16,3-1-1 0,-1 1-1 0,-3 7-1 16,3-13 1-16,-1 7 2 0,-1-1 0 15,2 0-3-15,-3 7 1 0,2-12 11 0,1 6-9 16,-3 6 2-16,2-12-4 0,1 8-2 0,-2-4 5 0,2 2-1 15,-1-3 1-15,1 0 1 0,1 4-4 16,-4 5 1-16,5-13-1 0,-3 7 3 0,0 0 0 16,-2 6 3-16,5-11-9 0,-3 5 1 0,2-1-1 15,-1 1 1-15,-3 6 4 0,6-12-1 0,-3 7-4 16,-1-1 6-16,1 0-3 0,-3 6 8 0,5-11-6 0,-3 6 3 16,1-1-5-16,-3 6 3 0,5-11 5 0,-2 8-5 15,-3 3-9-15,7-8 10 0,-4 3-1 16,-3 5-5-16,5-9 2 0,-5 9 5 0,6-5-4 15,-6 5-4-15,7-8-1 0,-3 3 2 0,-4 5 2 16,8-5 0-16,-8 5-11 0,10-5-14 0,-7 2 6 16</inkml:trace>
  <inkml:trace contextRef="#ctx0" brushRef="#br0" timeOffset="-53884.85">7004 10915 2 0,'0'0'12'0,"0"0"-12"15,0 0-3-15,0 0-3 0,0 0 3 0</inkml:trace>
  <inkml:trace contextRef="#ctx0" brushRef="#br0" timeOffset="-52464.67">4020 12052 26 0,'-2'-9'34'0,"2"9"-10"0,-3-10 1 0,3 10-3 16,-1-10 1-16,1 10-9 0,-1-9-15 0,1 9-3 15,-2-7-24-15,2 7-29 0,-1-9 13 0</inkml:trace>
  <inkml:trace contextRef="#ctx0" brushRef="#br0" timeOffset="-50575.92">6255 12866 13 0,'4'-4'23'0,"-4"4"4"0,0 0-10 0,0 0 1 16,0 0 5-16,0 0-12 0,0 0 6 0,0 0-8 15,0 0 7-15,0 0-5 0,0 0 3 0,0 0 11 16,0 0-13-16,0 0 5 0,0 0 2 0,0 0-8 16,0 0 4-16,0 0 2 0,-11-8-10 0,11 8-1 15,0 0 5-15,0 0-3 0,0 0 0 0,0 0 5 16,0 0-10-16,-9-1-2 0,9 1 3 0,0 0-2 16,0 0 0-16,0 0 0 0,0 0 7 0,0 0-6 15,-8-4 1-15,8 4 3 0,0 0-4 0,0 0-3 16,0 0-1-16,0 0 6 0,0 0-6 0,-9-2 8 15,9 2-6-15,0 0 1 0,0 0 1 0,0 0 3 16,0 0 0-16,0 0 8 0,-9-1-7 0,9 1-1 16,0 0-2-16,0 0 1 0,0 0 2 0,0 0-1 15,0 0 0-15,0 0-2 0,0 0-2 0,0 0 0 16,0 0-9-16,0 0 7 0,0 0-1 0,0 0 5 16,0 0 0-16,0 0-1 0,0 0 1 0,0 0-1 15,0 0 0-15,0 0-3 0,0 0 0 0,0 0 0 16,0 0-3-16,0 0 6 0,0 0-5 0,0 0 2 15,0 0 2-15,0 0-1 0,0 0 1 0,0 0 1 16,0 0-3-16,0 0 0 0,0 0-3 0,-11 0-5 16,11 0 7-16,0 0 3 0,0 0 2 0,0 0-3 15,0 0 1-15,0 0-8 0,0 0 12 0,0 0-9 16,-8 3 4-16,8-3-2 0,0 0-1 0,0 0 4 16,0 0-7-16,0 0 5 0,-9 1 1 0,9-1-1 15,0 0 1-15,0 0-1 0,0 0-2 0,0 0 6 16,0 0-13-16,0 0 12 0,-9 1-5 0,9-1 7 15,0 0 6-15,0 0-12 0,0 0 7 0,0 0-10 16,0 0-1-16,0 0 5 0,0 0-3 0,0 0-4 16,0 0 8-16,0 0 1 0,0 0 2 0,0 0-5 15,0 0 3-15,0 0-3 0,0 0-2 0,0 0 4 16,0 0 4-16,0 0-5 0,0 0-4 0,0 0 3 16,0 0-2-16,0 0 11 0,0 0-1 0,0 0-7 15,0 0-2-15,0 0 5 0,0 0 0 16,0 0-6-16,0 0 6 0,0 0-5 0,0 0 3 0,0 0-9 15,0 0 12-15,0 0-1 0,0 0 1 0,0 0 2 16,0 0-4-16,0 0 4 0,0 0-2 0,0 0 6 16,0 0-2-16,0 0-6 0,0 0 4 0,0 0 4 15,0 0 6-15,0 0-10 0,0 0 2 0,0 0 3 16,0 0-3-16,0 0 0 0,0 0 5 0,0 0 0 16,0 0-8-16,0 0 8 0,0 0-5 0,0 0 4 15,0 0 0-15,26 2-4 0,-26-2 3 0,0 0-7 16,0 0 6-16,12-3-5 0,-12 3-4 0,0 0 13 15,11 0-4-15,-11 0-2 0,0 0-3 0,12-1 6 16,-12 1 8-16,7 1-10 0,-7-1-11 0,0 0 4 16,10 0-2-16,-10 0 8 0,8 0 1 0,-8 0-3 15,0 0-6-15,10 0 1 0,-10 0-2 0,0 0-1 16,0 0 6-16,10-1 2 0,-10 1-2 0,0 0-4 16,0 0 2-16,9 1-5 0,-9-1 3 0,0 0-1 15,0 0 1-15,10 0 2 0,-10 0-4 0,0 0 5 16,8 1-5-16,-8-1 2 0,0 0 3 0,0 0-3 15,10-1 2-15,-10 1-2 0,0 0 1 0,0 0 4 16,0 0 21-16,12-1-29 0,-12 1 4 0,0 0-2 16,0 0-2-16,0 0 3 0,0 0 3 0,0 0 0 15,0 0-8-15,9 0-2 0,-9 0 7 0,0 0 1 16,0 0-2-16,0 0 0 0,0 0 4 0,0 0-4 16,0 0-1-16,0 0-14 0,0 0-2 0,0 0-9 15,0 0-13-15,0 0-10 0,0 0-6 0,0 0-6 16,0 0-42-16,0 0-112 0,0 0 50 0</inkml:trace>
  <inkml:trace contextRef="#ctx0" brushRef="#br0" timeOffset="-50072.78">6216 12782 2 0,'0'0'16'0,"0"0"1"0,0 0 5 0,0 0-2 0,0 0 3 15,0 0-2-15,0 0 2 0,0 0-8 16,0 0-2-16,0 0 3 0,0 0-5 0,0 0-1 16,0 0-3-16,0 0 2 0,0 0-3 0,0 0 0 0,0 0-13 15,0 0-1-15,0 0-3 0,0 0-6 0,0 0 0 16,0 0-13-16,0 0-32 0,0 0 15 0</inkml:trace>
  <inkml:trace contextRef="#ctx0" brushRef="#br0" timeOffset="-49475.67">6240 12779 11 0,'0'0'28'0,"0"0"-1"0,0 0-3 16,0 0 2-16,0 0 1 0,0 0-1 0,0 0 3 15,0 0-6-15,0 0-1 0,0 0-2 16,0 0 2-16,0 0 2 0,0 0-1 0,0 0-4 16,0 0 5-16,0 0-2 0,0 0-6 0,0 0 5 15,0 0-5-15,0 0-1 0,0 0 1 0,0 0 3 16,0 0-4-16,0 0-1 0,0 0-3 0,0 0-5 0,0 0 2 15,0 0 0-15,0 0-2 0,0 0-3 0,0 0-3 16,0 0 6-16,0 0-6 0,0 0 3 16,0 0 8-16,0 0 6 0,0 0-17 0,0 0 1 15,2 10 0-15,-2-10 5 0,0 0-3 0,0 9 0 16,0-9 2-16,0 0-7 0,0 9 8 0,0-9 4 16,0 0-10-16,3 7 3 0,-3-7 3 0,0 0-1 0,0 8-1 15,0-8-5-15,0 0 4 0,0 8-3 16,0-8 8-16,0 0-5 0,1 7-1 0,-1-7 2 15,0 0 0-15,2 8-7 0,-2-8 0 0,0 0 8 16,1 8-3-16,-1-8-2 0,0 0 4 0,2 6-1 16,-2-6-1-16,0 0-5 0,0 0 6 0,0 0-1 15,-1 10-4-15,1-10 11 0,0 0-4 0,0 0-21 16,0 9 24-16,0-9 6 0,0 0-6 0,1 5-3 16,-1-5 3-16,0 0 1 0,0 0-2 0,0 0-2 15,0 0 1-15,0 0 2 0,0 9-4 0,0-9 5 16,0 0-8-16,0 0 1 0,0 0 7 0,0 0-11 0,0 0 12 15,0 0-6-15,0 0 13 0,2 7-15 16,-2-7 2-16,0 0-3 0,0 0 5 0,0 0-8 16,0 0 7-16,0 0-7 0,0 0 5 0,0 0-4 15,0 0 2-15,0 0-1 0,0 0 1 0,0 0-5 16,0 0-8-16,0 0-8 0,0 0-12 0,0 0-12 16,0 0-6-16,0 0-13 0,0 0-40 0,-4 8-111 15,4-8 49-15</inkml:trace>
  <inkml:trace contextRef="#ctx0" brushRef="#br0" timeOffset="-48869.71">6255 12889 5 0,'0'0'11'0,"0"0"5"15,0 0-4-15,0 0-1 0,0 0-5 0,0 0 0 16,0-10 1-16,0 10-1 0,0 0-1 0,0 0-4 16,0 0 1-16,0 0 4 0,0 0-4 15,0 0 3-15,0 0-1 0,0 0-4 0,0 0-8 0,0 0-9 16,0 0-17-16,0 0 8 0</inkml:trace>
  <inkml:trace contextRef="#ctx0" brushRef="#br0" timeOffset="16794.27">3642 12359 2 0,'0'0'7'16,"0"0"-9"-16,0 0-2 0</inkml:trace>
  <inkml:trace contextRef="#ctx0" brushRef="#br0" timeOffset="17553.88">3665 12322 2 0,'0'0'12'0,"0"0"-15"0,0 0-3 0,0 0 3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6T03:45:37.7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11640 7777 19 0,'0'0'103'0,"0"0"-9"15,0 0-1-15,0 0-3 0,-9-12-1 0,9 12-10 16,0 0 2-16,0 0 3 0,-7-5 5 0,7 5-10 15,-3-4 0-15,3 4-14 0,0 0 8 0,-7-5-3 16,7 5-5-16,0 0-5 0,-5-4-1 0,5 4-6 16,0 0 0-16,0 0-4 0,0 0-6 0,0 0-2 15,0 0-4-15,0 0-6 0,0 0 4 0,0 0-6 16,-5-6 0-16,5 6-5 0,0 0-5 0,0 0 0 16,0 0 0-16,0 0-6 0,0 0-3 0,0 0 0 15,0 0-1-15,0 0 4 0,0 0-6 0,24 3 2 16,-14-2-5-16,1-2 5 0,0-1 0 0,0 2-10 15,0 0-1-15,0-1-20 0,-1 1-15 0,2 1-25 16,-2-1-5-16,1-1-35 0,-11 1-16 0,16-1-15 16,-7-1-101-16,-9 2-253 0,9-1 113 0</inkml:trace>
  <inkml:trace contextRef="#ctx0" brushRef="#br0" timeOffset="219.07">11682 7663 131 0,'0'0'153'0,"0"0"-22"0,0 0-5 0,0 0-14 16,-9-4-8-16,9 4-11 0,0 0-11 0,0 0-6 16,-5 10-7-16,5-10-9 0,-4 17-5 0,1-7-7 0,2 1-1 15,-1 6-5-15,-2-1-9 0,1 1-15 0,1 3-22 16,2-4-35-16,0 9-30 0,0 0-23 15,0 1-104-15,-3-2-213 0,-1 4 94 0</inkml:trace>
  <inkml:trace contextRef="#ctx0" brushRef="#br0" timeOffset="1163.42">11687 10494 88 0,'0'0'103'0,"0"0"-10"0,0 0-3 16,-8-2-6-16,8 2-7 0,0 0-4 0,0 0-3 16,0 0 1-16,0 0 0 0,0 0 2 0,0 0 1 15,0 0-6-15,0 0 0 0,0 0-3 0,0 0 0 16,0 0-3-16,0 0-3 0,0 0 0 0,-15 5-4 16,15-5 1-16,0 0-2 0,0 0 1 0,0 0-2 15,0 0-4-15,0 0-1 0,0 0-7 0,0 0 0 16,0 0 3-16,0 0-8 0,0 0-5 0,0 0 2 15,0 0-6-15,0 0 0 0,0 0-7 0,0 0 3 16,0 0-4-16,0 0 0 0,0 0 0 0,0 0-2 0,34 0-5 16,-27 0 2-16,4 0-5 0,3 0-12 0,-1 0-25 15,2 2-24-15,-2-2-30 0,1 0-24 16,-2 0-38-16,-1-2-156 0,1 2-325 0,-6-1 143 16</inkml:trace>
  <inkml:trace contextRef="#ctx0" brushRef="#br0" timeOffset="10140.33">15597 9093 34 0,'0'0'33'0,"0"0"-9"0,0 0 6 0,0 0-5 16,0 0-3-16,0 0 1 0,0 0-3 0,0 0-1 0,0 0-5 15,0 0 2-15,0 0-1 0,0 0-4 16,0 0-2-16,0 0 8 0,0 0-8 0,0 0 6 16,0 0-1-16,0 0-3 0,0 0 4 0,0 0-3 15,0 0-3-15,9 0 6 0,-9 0-11 0,0 0 6 0,0 0-11 16,0 0 6-16,0 0 1 0,0 0-3 0,0 0 4 15,0 0-5-15,0 0 5 0,0 0-1 16,0 0-5-16,0 0 3 0,0 0 0 0,0 0 1 16,0 0-4-16,0 0 1 0,0 0-1 0,0 0-4 0,0 0 7 15,0 0-6-15,0 0 2 0,0 0 3 0,0 0-6 16,0 0 4-16,0 0 0 0,0 0 1 0,0 0 0 16,0 0-2-16,0 0 3 0,0 0 1 15,0 0-1-15,0 0-2 0,0 0-1 0,0 0 3 0,0 0-1 16,0 0-4-16,0 0-3 0,0 0 4 0,0 0 5 15,0 0-2-15,0 0 5 0,0 0-12 0,0 0 4 16,0 0-3-16,0 0 4 0,0 0 1 0,0 0-2 16,0 0 7-16,0 0-6 0,0 0 0 0,0 0-2 15,0 0 6-15,0 0-3 0,0 0 0 0,0 0 1 16,0 0 2-16,0 0-9 0,0 0 5 0,0 0 2 16,0 0 0-16,0 0-5 0,0 0 5 0,0 0 3 15,0 0-2-15,0 0-2 0,0 0 3 0,0 0-3 16,0 0-4-16,0 0 1 0,0 0 0 0,0 0 3 15,0 0-1-15,0 0 2 0,0 0-1 0,0 0 2 16,0 0 0-16,0 0-4 0,0 0 1 0,0 0 1 16,0 0-4-16,0 0 3 0,0 0 0 0,0 0 0 15,0 0-1-15,0 0-4 0,0 0 5 0,0 0 1 16,0 0 3-16,0 0-4 0,0 0 4 0,0 0-4 16,0 0-3-16,0 0 2 0,0 0 1 0,0 0-1 15,0 0 3-15,0 0-2 0,0 0-3 0,0 0 5 16,3 7-1-16,-3-7-4 0,0 0 4 0,0 0-4 15,0 0 0-15,0 0-2 0,0 0-1 0,0 0-6 16,0 0 6-16,0 0-7 0,0 0-4 0,0 0-6 16,0 0 6-16,0 0-9 0,1 9 0 0,-1-9-6 0,0 0-24 15,0 0-59-15,0 0 26 0</inkml:trace>
  <inkml:trace contextRef="#ctx0" brushRef="#br0" timeOffset="12939.55">14153 10404 55 0,'0'0'64'0,"0"0"-6"0,5 6-2 0,-5-6-7 16,4 4-11-16,-4-4-7 0,0 0-23 0,0 9-13 15,0-9-54-15,-8 7-65 0,8-7 29 0</inkml:trace>
  <inkml:trace contextRef="#ctx0" brushRef="#br0" timeOffset="44612.18">3137 7974 13 0,'17'12'-3'0,"-3"2"-2"0,-1 10 2 0</inkml:trace>
  <inkml:trace contextRef="#ctx0" brushRef="#br0" timeOffset="67959.95">14274 7835 4 0,'0'0'12'0,"0"0"3"0,0 0-1 16,0 0-4-16,0 0 2 0,0 0-4 15,0 0 5-15,0 0-6 0,0 0-3 0,0 0 6 16,0 0-3-16,0 0-5 0,0 0 3 0,0 0-5 15,0 0 9-15,0 0-4 0,0 0-2 0,0 0-3 0,0 0-3 16,0 0 6-16,0 0-1 0,0 0-1 16,0 0 5-16,0 0-7 0,0 0 2 0,0 0-4 15,0 0 0-15,20 10 6 0,-20-10-1 0,0 0-1 16,7 5 4-16,-7-5-3 0,2 4 2 0,-2-4-2 0,0 0 1 16,0 0 0-16,5 9 2 0,-5-9-7 15,7 4 1-15,-3 0 1 0,-4-4 0 0,7 8 1 16,-3-3-7-16,4 1-7 0,-4 0-13 0,0 3-27 0,3-1 12 15</inkml:trace>
  <inkml:trace contextRef="#ctx0" brushRef="#br0" timeOffset="70027.57">15616 9069 15 0,'0'0'41'0,"0"0"-5"0,0 0-2 0,0 0-3 16,0 0-2-16,0 0 1 0,0 0-7 0,0 0-1 16,0 0 1-16,-1 15-5 0,1-15-9 15,0 0 10-15,0 0-4 0,0 0-1 0,0 0 1 0,0 0-2 16,0 0-1-16,0 0-3 0,0 0 4 0,0 0-6 15,0 0 7-15,0 0-10 0,0 0 6 0,0 0-1 16,0 0 3-16,0 0-3 0,0 0-1 0,0 0 3 16,0 0-4-16,0 0 8 0,0 0-9 0,0 0 5 15,0 0 2-15,0 0-2 0,0 0-1 0,0 0 2 16,0 0 6-16,0 0-13 0,0 0 6 0,0 0-3 16,0 0 4-16,0 0 0 0,0 0-9 0,0 0 7 15,0 0 5-15,0 0-4 0,0 0-1 0,0 0-1 16,0 0-1-16,0 0 2 0,0 0-7 0,0 0 2 15,0 0 5-15,0 0-6 0,0 0-3 0,0 0 3 16,0 0 2-16,0 0 6 0,0 0-9 0,0 0-10 16,0 0 8-16,0 0 13 0,0 0-6 0,0 0 1 15,0 0-8-15,0 0 6 0,0 0-2 0,0 0 1 0,0 0 7 16,0 0-2-16,0 0-11 0,0 0 13 16,0 0-7-16,0 0 5 0,0 0-1 0,0 0-4 15,0 0-2-15,0 0 1 0,0 0-5 0,0 0 6 16,0 0-5-16,0 0 7 0,0 0-11 0,0 0 6 15,0 0-3-15,0 0 2 0,0 0 1 0,0 0 2 16,0 0 1-16,0 0-10 0,0 0 4 0,0 0-4 16,0 0-2-16,0 0 7 0,0 0 1 0,0 0 1 15,0 0-6-15,0 0 2 0,0 0 3 0,0 0-3 16,0 0 1-16,0 0 6 0,0 0-17 0,0 0 20 16,0 0-2-16,0 0 5 0,0 0-10 0,0 0 6 15,0 0 12-15,0 0-13 0,0 0-2 0,0 0 0 16,0 0 1-16,0 0 3 0,0 0-4 0,0 0 3 15,0 0-5-15,0 0 4 0,0 0-1 0,0 0 0 0,0 0-5 16,0 0-1-16,0 0 9 0,0 0-10 0,0 0-10 16,0 0 11-16,0 0 0 0,0 0 6 0,0 0 2 15,0 0-6-15,0 0 8 0,0 0-12 16,0 0 3-16,0 0 8 0,0 0-6 0,0 0-9 0,0 0 18 16,0 0-11-16,0 0 3 0,0 0 1 0,0 0 9 15,0 0-12-15,0 0 1 0,0 0-5 0,0 0-2 16,0 0 7-16,0 0 6 0,0 0 2 0,0 0-1 15,0 0-4-15,0 0-4 0,0 0-10 16,0 0-15-16,0 0 7 0,0 0-7 0,0 0-3 0,0 0 8 16,0 0-11-16,0 0 1 0,0 0-15 0,0 0-2 15,-8 6-13-15,8-6-13 0,0 0-56 0,0 0-137 16,-10 5 60-16</inkml:trace>
  <inkml:trace contextRef="#ctx0" brushRef="#br0" timeOffset="76168.27">15386 9401 9 0,'0'0'53'0,"0"0"1"0,0 0-5 15,0 0-16-15,0 0 5 0,0 0-7 0,0 0-3 16,0 0-3-16,0 0 2 0,0 0-3 0,0 0-5 16,0 0-1-16,0 0 1 0,0 0-4 0,0 0-3 15,0 0-1-15,-5 25 0 0,5-25 2 0,-5 5-1 16,5-5-1-16,-4 8-6 0,4-8 4 0,-6 7-3 15,3-4 2-15,3-3-3 0,-5 9-1 0,2-4 3 16,3-5 0-16,-7 9-6 0,2-3 3 0,1 0-2 16,2 0 2-16,-2-2-2 0,4-4 8 0,-7 13-8 15,5-9 4-15,2-4 1 0,-8 9-6 0,6-4 5 16,2-5-4-16,-3 7-6 0,3-7 3 0,-4 7 4 16,4-7-3-16,0 0 1 0,-4 6 4 0,4-6-2 15,0 0-3-15,-5 4-1 0,5-4 3 0,0 0-4 16,0 0 4-16,0 0 2 0,0 0 0 0,0 0 0 15,-2 6-4-15,2-6 4 0,0 0-3 0,0 0 4 16,0 0-3-16,0 0 7 0,0 0-4 0,0 0 1 16,0 0 7-16,0 0-11 0,0 0 5 0,0 0-10 15,0 0 12-15,0 0-4 0,0 0-4 0,0 0 6 16,0 0-3-16,0 0 1 0,0 0-5 0,0 0 7 16,0 0-6-16,0 0 1 0,0 0 2 0,0 0-1 15,0 0 0-15,0 0 5 0,0 0-6 0,0 0-1 16,0 0 3-16,0 0-4 0,0 0 3 0,0 0 6 15,0 0-7-15,0 0 1 0,0 0 0 0,0 0 1 16,0 0-6-16,0 0 1 0,12-14-1 0,-12 14 4 16,0 0-1-16,0 0 3 0,0 0-2 0,0 0-3 0,6-4-2 15,-6 4-14-15,0 0 1 0,0 0-10 0,0 0-9 16,0 0-7-16,0 0-9 0,6-4-47 16,-6 4-105-16,0 0 46 0</inkml:trace>
  <inkml:trace contextRef="#ctx0" brushRef="#br0" timeOffset="76715.5">15301 9449 8 0,'0'0'7'0,"0"0"0"0,0 0 0 0,0 0 6 16,0 0-7-16,0 0 4 0,0 0-8 15,0 0 4-15,0 0 0 0,0 0 5 0,0 0-3 0,0 0-2 16,0 0 3-16,2 12-1 0,-2-12-3 0,0 0-5 15,0 0 0-15,0 0 8 0,0 0-10 0,0 0 9 16,0 0-4-16,0 0 1 0,0 0-1 0,0 0 0 16,0 0-5-16,0 0 1 0,0 0 1 15,0 0 2-15,7 7 3 0,-7-7-6 0,0 0 3 0,0 0-1 16,0 0 0-16,0 0-2 0,0 0 0 0,0 0 6 16,0 0-5-16,0 0-1 0,0 0-1 0,-2 10 0 15,2-10 3-15,0 0 0 0,0 0 2 0,0 0-4 16,-3 7-4-16,3-7-3 0,0 0-1 0,-6 7-13 15,6-7-25-15,-3 5 11 0</inkml:trace>
  <inkml:trace contextRef="#ctx0" brushRef="#br0" timeOffset="79405.23">15301 9564 23 0,'4'5'38'16,"-4"-5"-4"-16,0 0-3 0,2 8-5 0,-2-8-9 15,0 0-3-15,0 0-7 0,0 0-16 0,7 1-22 16,-7-1-32-16,0 0 14 0</inkml:trace>
  <inkml:trace contextRef="#ctx0" brushRef="#br0" timeOffset="83760.22">14139 7846 34 0,'0'0'41'0,"0"0"-6"0,0 0 1 0,0 0 6 16,0 0-5-16,0 0-4 0,0 0-3 0,-13 19-2 0,11-13-4 15,2-6 4-15,-9 6-5 0,4-1-4 16,1 0 1-16,0 1 5 0,-3 0-10 0,-1 1 1 16,2 0-3-16,-1-1 3 0,-1 2-4 0,3 1-10 15,-4 0 13-15,0-3-5 0,2 4-3 0,-2-3 6 0,2 2-8 16,0 0 4-16,-1-3-2 0,4-2-4 0,-4 3 3 15,3-1 1-15,-1-1-4 0,2 0 2 16,4-5-1-16,-7 5-3 0,7-5-13 0,-7 7-4 16,7-7-13-16,-4 6-8 0,4-6-15 0,0 0-28 0,-5 5-87 15,5-5 39-15</inkml:trace>
  <inkml:trace contextRef="#ctx0" brushRef="#br0" timeOffset="84092.34">14011 7919 10 0,'-4'6'56'0,"-1"1"-13"0,-2 2-3 0,3-2 2 16,-5 1-3-16,5 1-5 0,0-3 1 0,-1 1-5 15,0 1-4-15,0-3-2 0,1-1-6 0,4-4 0 16,-6 11-7-16,4-8-1 0,2-3 2 0,-3 9-3 16,3-9 9-16,-2 6-2 0,2-6-8 0,0 0 1 15,0 0 0-15,9 11 3 0,-1-8-5 0,2-2-3 16,3 1-26-16,0-1-2 0,6-1-17 0,3 2-35 15,-2-1-82-15,2-2 36 0</inkml:trace>
  <inkml:trace contextRef="#ctx0" brushRef="#br0" timeOffset="115362.79">14359 8082 82 0,'4'-6'89'0,"-4"6"0"0,0 0-8 0,0 0 3 16,0 0-11-16,0 0 0 0,0 0-18 0,0 0-4 15,0 0 4-15,0 0-2 0,0 0-18 0,0 0 2 16,0 0 1-16,0 0-10 0,0 0-3 0,0 0-8 16,0 0 2-16,-11 24 8 0,9-18 1 0,1 2-3 15,-2-3-5-15,3-5 2 0,-4 16-4 0,0-10 1 16,-2 0 6-16,4 1-6 0,-2-2-1 0,-1-1-1 15,1 3-5-15,0-1-2 0,1 0 3 0,3-6-1 16,-7 10 0-16,4-3 7 0,3-7-1 0,-4 8-4 16,2-3-2-16,2-5-11 0,-4 7 5 0,4-7 7 15,-3 6-6-15,3-6 1 0,0 0-2 0,-2 7-1 16,2-7 6-16,0 0-5 0,-4 6-3 0,4-6 9 16,0 0-6-16,0 0-1 0,0 0 9 0,0 0 14 15,0 0 9-15,0 0-4 0,0 0 11 0,0 0 1 0,0 0 1 16,0 0-8-16,0 0-14 0,0 0 11 0,0 0-7 15,0 0-9-15,0 0 6 0,0 0-2 0,0 0-4 16,-2-21-3-16,2 21 2 0,2-11-6 16,-2 11-2-16,2-14-1 0,0 9 2 0,-1-3-4 0,1 2 4 15,0-6-4-15,2 5 0 0,-4 1 1 0,2-3 3 16,1 5-6-16,1-5-1 0,-4 9-2 0,5-12 2 16,-3 5 0-16,1 3 8 0,-1-3-12 15,2 2 0-15,-4 5 4 0,7-10-4 0,-7 10 1 0,4-7 0 16,1 4-3-16,-5 3-2 0,5-6 7 0,-5 6-3 15,9-4-3-15,-9 4 4 0,6-3-3 0,-6 3-3 16,10 2 4-16,-10-2 1 0,9-2-1 0,-9 2-4 16,0 0 4-16,10 2-4 0,-10-2 7 0,7 1-2 15,-7-1-1-15,10 4 0 0,-10-4 1 0,6 5-2 16,-2-1 1-16,-4-4-5 0,7 7 2 0,-5-2-3 16,0-1 1-16,3 1 3 0,-5-5 3 0,3 12 0 15,-1-5 1-15,0-2 1 0,0 2-2 0,0 2-3 16,1-3 2-16,-2 1 6 0,0 0-7 0,-1-7 1 15,2 13-2-15,0-7 2 0,0 1 2 0,3 0 4 16,-5-7 2-16,1 11-2 0,0-7-9 0,-1-4 5 16,0 12 2-16,0-12-3 0,0 9 0 0,0-9 5 15,5 9-4-15,-5-9-2 0,0 8-3 0,0-8 8 16,2 8-4-16,-2-8 3 0,2 7 0 0,-2-7 1 16,1 7 3-16,-1-7-5 0,0 0 2 0,0 0-2 15,0 9 1-15,0-9 2 0,3 6-3 0,-3-6-5 16,0 0-14-16,0 0-17 0,0 0-11 0,-3 10-15 15,3-10-4-15,0 0-32 0,-8 5-6 0,8-5-20 16,-9 2-18-16,9-2-90 0,-8 0-247 0,8 0 110 0</inkml:trace>
  <inkml:trace contextRef="#ctx0" brushRef="#br0" timeOffset="115660.03">14277 8191 5 0,'0'0'115'0,"0"0"-9"0,0 0-1 16,0 0-8-16,0 0 9 0,0 0-8 16,31-3-4-16,-20 3-5 0,0-1-10 0,1 1 2 0,-4 0-3 15,1-4-4-15,1 4-13 0,-10 0-1 0,13 0 1 16,-7 0-5-16,-6 0-2 0,13 0-6 0,-13 0-1 15,8 0-4-15,-8 0-1 0,0 0-5 0,11-1-6 16,-11 1-3-16,0 0 0 0,8-1-2 0,-8 1-4 16,0 0-3-16,0 0-10 0,0 0-21 0,0 0-17 15,0 0-28-15,0 0-22 0,0 0-25 0,0 0-37 16,0 0-89-16,0 0-249 0,0 0 111 0</inkml:trace>
  <inkml:trace contextRef="#ctx0" brushRef="#br0" timeOffset="116768.17">15248 8960 38 0,'0'0'132'0,"0"0"-1"0,0 0-15 0,0 0-9 16,0 0 2-16,0 0-10 0,0 0-9 0,0 0-1 15,0 0-12-15,0 0-7 0,0 0-13 0,0 0 0 16,0 0-5-16,0 0-6 0,0 0-6 0,0 0-6 15,0 0-2-15,0 0-3 0,0 0-7 0,0 0-2 16,0 0 6-16,0 0-10 0,-5 26 7 0,5-19 1 16,-1 3-3-16,0 0 7 0,-2-2-4 0,0 0-6 0,2 2 3 15,1-2-3-15,-1 2 5 0,1-2-11 16,-1 1 5-16,-1-2-5 0,2 2 0 0,0-9-4 16,-2 13 4-16,1-7-1 0,1-6 2 0,-3 10 2 15,3-10-5-15,0 9 0 0,0-9-4 0,0 8 8 0,0-8-5 16,0 9-4-16,0-9 2 0,0 6 1 15,0-6 1-15,0 0-2 0,-1 9-4 0,1-9 2 16,0 0 4-16,0 0-8 0,0 0-16 0,-1 9-11 16,1-9-24-16,0 0-12 0,0 0-22 0,0 0-22 0,0 0-36 15,0 0-95-15,0 0-256 0,0 0 113 0</inkml:trace>
  <inkml:trace contextRef="#ctx0" brushRef="#br0" timeOffset="117402.31">15219 8978 59 0,'0'0'127'0,"0"0"-9"16,0 0-9-16,0 0-7 0,0 0-5 0,0 0-4 15,0 0-6-15,0 0-7 0,4-5-6 0,-4 5-5 16,0 0-6-16,0 0-8 0,0 0 1 0,11-2-4 16,-11 2-4-16,9 0-5 0,-9 0 0 0,12-2-8 15,-4 1 5-15,-8 1-1 0,12 1-5 0,-12-1 0 16,12 2-3-16,-3-2-3 0,-4 2 0 0,-5-2 1 16,13 2-5-16,-7 0-2 0,-6-2-4 0,10 1-2 15,-6 3 2-15,-4-4 0 0,7 5-1 0,-4-2-3 16,-3-3 2-16,4 9 0 0,-1-5-3 0,-3-4 0 15,2 11-2-15,-2-11 3 0,0 10-2 0,0-10-3 16,-4 14 7-16,3-9-5 0,-1 2 0 0,-3 0-2 0,3-3 1 16,-3 2-4-16,1-1 4 0,-1-1-2 15,-4 2-2-15,5-2 0 0,-2 0 6 0,1-1-3 16,-3 4-6-16,2-4 3 0,6-3-2 0,-9 6 1 16,5-5-1-16,4-1 2 0,-7 4 2 0,7-4 1 0,0 0 3 15,-10 3 3-15,10-3 3 0,0 0-2 0,0 0 2 16,0 0-4-16,0 0-5 0,0 0 4 15,0 0-4-15,0 0-1 0,0 0-3 0,0 0 0 16,0 0-1-16,0 0-1 0,0 0-1 0,0 0 0 0,26 0 0 16,-26 0 0-16,14 1 3 0,-10 0-6 0,3 2-2 15,-1-1 4-15,1 2-4 0,0-1 0 0,-4 2 4 16,3 0-6-16,-6-5 5 0,6 8-2 0,-5-2-3 16,3 0 7-16,-4-6-3 0,1 11 5 0,-1-4-7 15,0-7 0-15,0 0 2 0,-3 14 2 0,1-8-4 16,2-6 3-16,-6 9-3 0,2-6 6 0,-2 3-1 15,-1-3-1-15,7-3-1 0,-9 6 3 0,4-3 5 16,5-3-7-16,-9 3-1 0,9-3 3 0,-12 3-2 16,5-3 0-16,7 0-7 0,-10 1-13 0,10-1-24 15,-12-1-35-15,12 1-32 0,-10-2-48 0,10 2-147 16,-14-1-330-16,5-3 146 0</inkml:trace>
  <inkml:trace contextRef="#ctx0" brushRef="#br0" timeOffset="122500.29">14359 9965 9 0,'0'0'140'16,"0"0"-4"-16,3-8-5 0,-3 8-1 0,0 0-8 16,0 0-2-16,1-7-6 0,-1 7-3 0,0 0-6 15,0 0 2-15,2-8-4 0,-2 8 2 0,0 0-4 16,0 0-4-16,4-6 0 0,-4 6-7 0,0 0-5 15,0 0-13-15,0 0 0 0,0 0-6 0,0 0-5 16,0 0-4-16,0 0-7 0,0 0-2 0,0-8-7 16,0 8-4-16,0 0-3 0,0 0-3 0,0 0-3 15,0 0-6-15,0 0-4 0,0 0 0 0,-20 5 0 16,20-5-5-16,-11 2-1 0,11-2-2 0,-14 4-1 16,9 0-4-16,-1 0 2 0,-1 1 2 0,1 0-4 15,-2 2 1-15,2 0-4 0,-3-1 1 0,3 3-1 16,-2-2 0-16,3 3-1 0,-1-3 1 0,2 3 0 0,-4-1 1 15,4-2-3-15,2 3 0 0,-3-2 1 0,3-1 2 16,0 0-8-16,0-1 0 0,2-6 0 16,-2 12 3-16,2-4-1 0,0-8 1 0,-2 13 0 0,4-7-1 15,-2-6 0-15,6 9 1 0,-6-9 5 0,7 4 0 16,-3-2-1-16,4 1 2 0,-8-3-2 0,17 2 3 16,-7 0 1-16,-2-2-5 0,1-2 6 0,4 1-7 15,-5 0 5-15,2-2-3 0,-1 0 0 0,1 1 2 16,-1 1-1-16,-1-1-1 0,0 0-1 0,2-2-7 15,-3 1-11-15,-1 1-20 0,6-1-17 0,-7 0-14 16,-5 3-25-16,11-6-21 0,-5 3-25 0,-3-4-33 16,4 4-161-16,-7 3-359 0,6-9 159 0</inkml:trace>
  <inkml:trace contextRef="#ctx0" brushRef="#br0" timeOffset="123672.26">13333 9059 10 0,'0'0'116'16,"-21"-7"0"-16,21 7-12 0,0 0-5 0,0 0 3 15,-4-6-9-15,4 6-3 0,0 0-3 0,0 0 2 16,0 0-4-16,-4-7 1 0,4 7-1 0,0 0-3 16,0 0-1-16,-4-6-8 0,4 6-2 0,0 0-3 0,0 0-6 15,-3-7-6-15,3 7 0 0,0 0-3 16,0 0-1-16,-4-4-7 0,4 4-1 0,0 0 0 15,0 0 0-15,0 0 0 0,0 0-5 0,0 0-4 16,0 0 4-16,0 0-7 0,0 0-6 0,0 0 3 16,-5-6-2-16,5 6 0 0,0 0-4 0,0 0 1 0,0 0-2 15,0 0 6-15,0 0-9 0,0 0 6 16,0 0 1-16,0 0-3 0,0 0 0 0,0 0 4 0,0 0-1 16,0 0-1-16,0 0-4 0,0 0 0 0,0 0-6 15,0 0 4-15,0 0-5 0,0 0 1 0,0 0-5 16,0 0-3-16,0 0-2 0,0 0 4 0,0 0-5 15,0 0-1-15,0 0-1 0,0 0 3 0,0 0-3 16,0 0 3-16,0 0-8 0,0 0 6 0,0 0-3 16,5 23 3-16,-5-23-5 0,0 11 4 0,0-6-2 15,2 3-1-15,-2-8-3 0,0 11 6 16,-2-3-4-16,2-8 7 0,0 11-3 0,0-11-5 0,0 14 2 16,0-9 2-16,0-5-2 0,0 12 5 0,0-12-6 15,0 12 2-15,0-5 0 0,0 0-3 0,0-7 3 16,0 8 2-16,0-8-1 0,0 10 7 0,0-10-9 15,2 9 2-15,-2-9-1 0,0 8 1 0,0-8 1 16,0 0-2-16,0 9-2 0,0-9 4 0,0 0-1 16,0 0 0-16,0 9-14 0,0-9-11 0,0 0-16 15,0 7-15-15,0-7-21 0,0 0-15 0,0 0-16 0,0 0-15 16,0 0-13-16,0 0-23 0,0 0-27 16,0 0-107-16,0 0-316 0,0 0 140 0</inkml:trace>
  <inkml:trace contextRef="#ctx0" brushRef="#br0" timeOffset="124188.35">13250 9021 100 0,'0'0'108'15,"0"0"-6"-15,0 0 10 0,-9-3-6 0,9 3 4 16,0 0-9-16,0 0-1 0,0 0 1 0,0 0-5 0,0 0-3 16,0 0-8-16,0 0 2 0,0 0-5 0,0 0-2 15,0 0-7-15,0 0-3 0,0 0 2 0,0 0-10 16,0 0 0-16,0 0-2 0,0 0-3 0,0 0-8 15,0 0-5-15,0 0-3 0,0 0-6 0,13-8-6 16,-13 8-2-16,12-1 0 0,-12 1 0 0,9-3-7 16,-1 3-1-16,-8 0-4 0,14 0 2 0,-14 0-1 15,13 0-7-15,-8 1-1 0,-5-1 1 0,14 2 0 16,-10 2-4-16,-4-4 5 0,11 4-3 0,-7 0-3 16,2-1 0-16,-2 2-2 0,0 1 4 0,1 0 0 15,-3-1 1-15,2 3-2 0,-2-1-1 0,1 3 0 16,-1-3-3-16,-2 3 2 0,3-5 1 0,-1 3 3 15,-2 0-4-15,0-8 2 0,0 17-1 0,0-8-2 16,0 2 0-16,2-2 1 0,-2-1 3 0,-2 0-2 16,2-1-2-16,-5 0 3 0,0 1-1 0,1-1-5 15,0 2 1-15,-3-3-4 0,-1 1-8 0,-6-3-4 16,5 2-8-16,-5-1-15 0,3 0-8 0,0-1-25 16,-5 0-6-16,5-2-29 0,-5-2-23 0,3 2-34 15,-6 0-128-15,4-2-314 0,-1 0 139 0</inkml:trace>
  <inkml:trace contextRef="#ctx0" brushRef="#br0" timeOffset="142084.17">16482 11565 22 0,'0'0'48'0,"0"0"-20"0,0 0 10 16,0 0 0-16,0 0-2 0,0 0 1 0,0 0-7 0,0 0 8 16,0 0-8-16,-2-7-1 0,2 7 8 15,0 0-12-15,0 0 4 0,0 0-3 0,0 0-2 0,0 0 1 16,0 0 2-16,0 0-1 0,0 0-8 0,0 0-12 15,0 0 7-15,0 0 4 0,0 0-3 16,0 0-3-16,0 0-1 0,0 0 0 0,0 0 1 16,0 0 2-16,0 0-6 0,0 0-2 0,0 0 4 15,0 0-6-15,0 0 3 0,0 0 3 0,0 0 4 0,0 0-3 16,0 0-4-16,0 0 5 0,0 0-1 0,0 0-3 16,0 0-5-16,0 0 2 0,0 0-11 0,0 0 12 15,0 0 4-15,0 0-7 0,0 0 0 16,0 0-4-16,0 0 4 0,0 0 2 0,0 0 4 0,0 0-6 15,0 0 4-15,0 0-5 0,0 0-1 16,0 0-2-16,0 0 4 0,0 0 3 0,0 0-13 16,0 0 5-16,0 0 8 0,0 0-4 0,0 0-9 15,0 0 5-15,0 0 5 0,0 0 1 0,0 0-6 0,0 0 2 16,0 0-5-16,0 0 1 0,0 0-8 0,0 0 16 16,0 0 0-16,0 0-6 0,0 0 5 0,0 0-7 15,0 0 3-15,0 0 3 0,0 0 6 0,0 0-9 16,0 0 2-16,0 0-4 0,0 0 6 0,0 0-3 15,-7 14 0-15,7-14-4 0,0 0 1 0,0 0 4 16,0 0-2-16,0 0 6 0,0 0-4 0,0 0-2 16,0 0 2-16,0 0 3 0,0 0 0 0,0 0-2 15,0 0-4-15,0 0 0 0,0 0 3 0,0 0-4 16,0 0 8-16,0 0-3 0,0 0 0 0,-3 6-6 16,3-6 8-16,0 0-8 0,0 0 2 0,0 0-1 15,0 0 8-15,0 0-5 0,0 0-1 0,0 0-2 16,0 0 3-16,0 0-8 0,0 0 1 0,0 0-1 15,0 0 8-15,0 0 4 0,0 0-20 0,0 0 6 16,0 0-1-16,0 0 5 0,0 0 8 0,0 0-4 16,0 0-6-16,0 0 6 0,0 0 8 0,0 0-6 15,0 0 1-15,0 0 1 0,0 0-1 0,0 0-3 16,0 0 4-16,0 0-2 0,0 0 4 0,0 0-7 16,0 0 0-16,0 0 2 0,0 0 6 0,0 0-1 15,0 0-5-15,0 0 8 0,-11-1-9 0,11 1 6 16,0 0-10-16,0 0 7 0,0 0-3 0,0 0 0 15,0 0 1-15,0 0 5 0,0 0-1 0,0 0-11 16,0 0 13-16,0 0-7 0,0 0 0 0,0 0 3 16,0 0-5-16,0 0 4 0,0 0 3 0,0 0-2 15,0 0-13-15,0 0 10 0,0 0 7 0,0 0-5 16,0 0 4-16,0 0 0 0,0 0-3 0,0 0 0 16,0 0-5-16,0 0-2 0,0 0 4 0,0 0-1 15,0 0-1-15,0 0-5 0,0 0 8 0,0 0-2 16,0 0 4-16,0 0-5 0,0 0 1 0,0 0-2 0,0 0-4 15,0 0 3-15,0 0-1 0,0 0 3 0,0 0-4 16,0 0 3-16,0 0-4 0,0 0 3 0,0 0-4 16,0 0 1-16,0 0 0 0,0 0 3 0,0 0-5 15,-3-12-1-15,3 12-5 0,0 0 6 16,0 0 2-16,0 0 2 0,0 0 0 0,0 0 4 0,0 0-4 16,0 0 2-16,0 0 3 0,0 0 1 0,0 0-4 15,0 0 1-15,0 0 2 0,1-11 0 0,-1 11-11 16,0 0 13-16,0 0-3 0,0 0 1 0,0 0 1 15,0 0 5-15,0 0-2 0,0 0 1 0,0 0-8 16,0 0 2-16,0 0 7 0,0 0-10 0,0 0 1 16,0 0-2-16,0 0 1 0,0 0 1 0,0 0 0 15,0 0-5-15,0 0-4 0,0 0 7 0,0 0 0 16,0 0-1-16,0 0-2 0,0 0 3 0,0 0-2 16,0 0 0-16,0 0-1 0,0 0 4 0,0 0-5 15,0 0-3-15,0 0 1 0,0 0 3 0,0 0-4 16,0 0-1-16,0 0-10 0,0 0-26 15,0 0 12-15</inkml:trace>
  <inkml:trace contextRef="#ctx0" brushRef="#br0" timeOffset="145343.7">14027 11047 16 0,'0'0'18'0,"-9"0"-12"0,9 0-10 15,-13 3-2-15,6-2-7 0,-2 2 3 0</inkml:trace>
  <inkml:trace contextRef="#ctx0" brushRef="#br0" timeOffset="148134.22">14382 10390 3 0,'0'0'16'0,"0"0"-2"16,0 0-3-16,0 0 1 0,0 0 0 0,0 0 1 15,0 0-6-15,0 0 3 0,0 0 0 0,0 0-2 16,0 0-2-16,0 0 5 0,0 0 2 0,0 0-7 16,0 0 2-16,0 0 1 0,0 0-2 0,0 0 2 15,0 0-1-15,0 0-2 0,0 0 2 0,0 0-4 0,0 0 0 16,0 0 0-16,0 0 3 0,0 0-4 16,0 0 2-16,0 0-2 0,0 0 2 0,0 0-8 15,-8-3 4-15,8 3 2 0,0 0 2 0,0 0-6 16,0 0 7-16,0 0-2 0,0 0-5 0,0 0 5 15,0 0 3-15,0 0-2 0,0 0-4 0,0 0 1 16,0 0-2-16,0 0 2 0,0 0 2 0,0 0-3 16,0 0 3-16,0 0 0 0,0 0 1 0,0 0 1 15,0 0 4-15,0 0-3 0,0 0 1 0,0 0-7 16,0 0 12-16,0 0-2 0,0 0-3 0,0 0-1 0,0 0 1 16,0 0 1-16,0 0-1 0,0 0 2 0,0 0-4 15,0 0 1-15,0 0 6 0,0 0-8 16,0 0 5-16,-15 5 4 0,15-5-6 0,0 0 1 15,0 0 2-15,0 0-2 0,0 0 7 0,0 0-5 16,-7 2-2-16,7-2 0 0,0 0 0 0,0 0 0 0,0 0-3 16,0 0-5-16,0 0-7 0,0 0 10 0,0 0-2 15,0 0 0-15,0 0 0 0,0 0 2 16,0 0 4-16,0 0 1 0,-8 3 2 0,8-3 4 16,0 0-3-16,0 0 6 0,0 0-4 0,0 0-2 0,0 0 5 15,0 0-4-15,0 0-3 0,0 0 0 0,0 0 1 16,-12-1-5-16,12 1 0 0,0 0 8 0,0 0-8 15,0 0 4-15,-8 0-4 0,8 0 1 0,0 0 1 16,0 0-3-16,0 0-5 0,0 0 7 16,0 0-3-16,0 0-1 0,-9-2-5 0,9 2 4 0,0 0-7 15,0 0 9-15,0 0-6 0,0 0 5 0,0 0-1 16,0 0 0-16,0 0-3 0,0 0 6 0,0 0-8 16,0 0 1-16,0 0 2 0,0 0 0 15,0 0 6-15,0 0-4 0,0 0 9 0,0 0-11 0,0 0 0 16,0 0 4-16,0 0-8 0,0 0-2 0,0 0-12 15,0 0 2-15,0 0-4 0,0 0-2 0,0 0-11 16,0 0 2-16,0 0-9 0,0 0-5 0,0 0 4 16,0 0-4-16,0 0-2 0,0 0-32 0,-7-4-85 15,7 4 38-15</inkml:trace>
  <inkml:trace contextRef="#ctx0" brushRef="#br0" timeOffset="174933.64">15577 9161 33 0,'0'0'56'0,"0"0"-7"16,0 0-2-16,0 0-4 0,0 0-5 0,0 0-7 16,0 0 4-16,0 0-8 0,0 0-3 0,0 0 0 15,0 0-8-15,0 0 5 0,0 0-3 0,0 0-7 16,0 0-4-16,0 0-3 0,0 0-11 0,0 0-5 16,0 0-10-16,0 0-15 0,0 0-31 0,0 0-74 15,0 0 34-15</inkml:trace>
  <inkml:trace contextRef="#ctx0" brushRef="#br0" timeOffset="-208322.9">11495 7737 36 0,'5'-6'28'15,"-5"6"-6"-15,0 0-10 0,0 0-4 16,0 0-1-16,0 0-4 0,0 0-7 0,0 0-7 16,0 0-7-16,0 0-18 0,10 10 9 0</inkml:trace>
  <inkml:trace contextRef="#ctx0" brushRef="#br0" timeOffset="-207428.91">11592 7818 15 0,'0'0'36'0,"0"0"0"0,0 0-3 0,0 0-3 15,0 0-1-15,0 0 1 0,0 0-1 0,0 0-3 16,0 0 0-16,0 0-4 0,0 0-2 0,0 0-1 16,0 0-5-16,0 0-2 0,0 0 1 0,-13-18-8 15,13 18 13-15,0 0-4 0,-3-4-5 0,3 4 2 16,0 0-4-16,-6-6 5 0,6 6-4 0,0 0-4 16,-2-7 9-16,2 7 4 0,0 0-3 0,0 0-2 15,0 0 1-15,-6-6-1 0,6 6 3 0,0 0-7 16,0 0 9-16,0 0-16 0,-6-6 6 0,6 6-1 15,0 0 2-15,-7-2 0 0,7 2 3 0,0 0-4 16,0 0-3-16,-12-2-2 0,12 2-1 0,0 0 3 16,0 0 2-16,-10 0-5 0,10 0 1 0,0 0 0 15,0 0-4-15,0 0 4 0,0 0-6 0,-9-3 1 0,9 3 8 16,0 0-3-16,0 0-10 0,0 0 11 16,0 0-8-16,0 0 9 0,0 0 0 0,0 0 1 15,0 0-3-15,0 0 5 0,0 0-1 0,-9-3-3 16,9 3-1-16,0 0 0 0,0 0 2 0,0 0 0 0,0 0-6 15,0 0 2-15,0 0 6 0,0 0-6 16,0 0-15-16,0 0 22 0,0 0-1 0,0 0 6 0,0 0-4 16,0 0 4-16,0 0-6 0,0 0 14 15,0 0-2-15,0 0 1 0,0 0 0 0,0 0-1 0,0 0-4 16,0 0-1-16,0 0-4 0,0 0 3 0,0 0-3 16,0 0-4-16,0 0 0 0,0 0 0 15,0 0 3-15,0 0-1 0,0 0-3 0,0 0 0 16,0 0 5-16,0 0-13 0,0 0 10 0,0 0-4 0,0 0 3 15,0 0-3-15,0 0 0 0,0 0 3 0,0 0-3 16,0 0-6-16,0 0 2 0,0 0 5 0,0 0-3 16,0 0 3-16,0 0-2 0,28 0 1 0,-28 0 0 15,17 0 3-15,-8 0-2 0,1 0-6 16,3-2 1-16,1 1 11 0,-3 0-4 0,1-2 12 0,7 2-8 16,-3-1-3-16,1 0-3 0,0-1 7 0,0 2-1 15,0-2-2-15,0-1-5 0,-2 3-8 0,-2-3 12 16,-1 2-1-16,-1 0-7 0,0 2 10 0,-3 0-1 15,-8 0-2-15,11-4-4 0,-11 4 0 0,9 0 2 16,-9 0-6-16,0 0 9 0,8 0-1 0,-8 0 1 16,0 0-4-16,0 0-5 0,0 0 5 0,0 0-16 15,0 0 15-15,0 0 3 0,0 0 0 0,0 0 2 16,0 0 0-16,0 0-7 0,0 0-9 0,0 0-10 16,0 0-12-16,0 0-14 0,0 0-8 0,-15 12-4 15,15-12-17-15,-8 5-59 0,8-5-144 0,-8 5 64 16</inkml:trace>
  <inkml:trace contextRef="#ctx0" brushRef="#br0" timeOffset="-206870.62">11633 7687 34 0,'0'0'68'0,"2"-5"-1"0,-2 5-2 0,0 0 2 0,1-8-2 15,-1 8-8-15,0 0-10 0,0 0 15 0,0 0-9 16,0 0 6-16,0 0-10 0,0 0-2 15,-3-10-10-15,3 10-1 0,0 0-2 0,0 0-4 0,0 0-4 16,0 0-4-16,0 0-4 0,0 0-4 0,0 0 6 16,0 0-11-16,0 0 3 0,0 0-2 0,0 0-3 15,0 0 2-15,0 0 6 0,3 26-5 16,-4-19-1-16,1 2 0 0,0 1-4 0,0 2 12 0,-2 0-6 16,2 1 9-16,-5 3 1 0,4-2-8 0,-2 0 2 15,1-3-2-15,1 2 1 0,-1-1-5 0,2 0-4 16,-2-1 9-16,2 0-2 0,0 0-3 0,0 1-1 15,0-3-2-15,2 0 10 0,-4 2-2 0,4-3-6 16,-4 2 12-16,4-1-5 0,-2-3-4 0,0-6 3 16,0 13-8-16,0-13 4 0,-2 9-8 0,2-9 7 15,-2 8 8-15,2-8-2 0,0 0-8 0,0 10 9 16,0-10 4-16,0 0 5 0,0 0-3 0,0 0 11 16,0 0-12-16,0 8 2 0,0-8-3 0,0 0-3 15,0 0-2-15,0 0 0 0,0 0-2 0,0 0 4 16,0 0-8-16,0 0 3 0,0 0-7 0,0 0 6 15,0 0-11-15,0 0-15 0,0 0-19 0,0 0-13 16,0 0-17-16,0 0-25 0,2 8-18 0,-2-8-19 16,0 0-81-16,0 0-222 0,0 0 98 0</inkml:trace>
  <inkml:trace contextRef="#ctx0" brushRef="#br0" timeOffset="-203595.32">15581 9061 10 0,'0'0'34'0,"0"0"-2"0,0 0-7 16,0 0-1-16,0 0-5 0,0 0 2 0,0 0 0 15,0 0-3-15,0 0-10 0,0 0 10 0,0 0-9 16,0 0 0-16,0 0-3 0,0 0 4 0,0 0-4 16,0 0 2-16,0 0-3 0,0 0-1 0,0 0-1 15,0 0 5-15,0 0 2 0,0 0-3 0,0 0 4 16,0 0 0-16,0 0-2 0,0 0 2 0,0 0 0 15,0 0-2-15,0 0-3 0,0 0 0 0,0 0 3 16,0 0-5-16,0 0 3 0,0 0-1 0,0 0-3 16,0 0 1-16,0 0-3 0,0 0 6 0,0 0-2 15,0 0-1-15,0 0-1 0,0 0-7 0,0 0 7 16,0 0-1-16,0 0 3 0,0 0-2 0,0 0 1 0,0 0 0 16,0 0 2-16,0 0 4 0,0 0-7 0,0 0-6 15,0 0 6-15,0 0 2 0,0 0-1 16,0 0 1-16,0 0-4 0,0 0 4 0,0 0 2 15,0 0-7-15,0 0 1 0,0 0-3 0,0 0-7 0,0 0 8 16,0 0 3-16,0 0 3 0,0 0-6 0,0 0 6 16,0 0-4-16,0 0-6 0,0 0-12 0,0 0-3 15,0 0 0-15,0 0-16 0,0 0-32 16,0 0-74-16,-2 26 32 0</inkml:trace>
  <inkml:trace contextRef="#ctx0" brushRef="#br0" timeOffset="-197283.76">13088 9009 2 0,'0'0'51'0,"-6"4"-3"0,6-4-5 15,0 0-2-15,0 0-11 0,0 0-1 0,0 0-1 16,0 0-4-16,-5 5 3 0,5-5-11 0,0 0-6 15,0 0-2-15,0 0-5 0,0 0 5 16,0 0-4-16,1 10 2 0,-1-10 1 0,0 0 2 0,0 0 1 16,0 0-4-16,0 0 0 0,0 0 3 0,0 0-2 15,0 0 1-15,0 0-1 0,0 0 4 0,0 0 0 16,0 0-6-16,0 0 2 0,0 0 1 0,0 0-2 16,0 0 0-16,8-21-5 0,-8 21 3 0,4-4-2 15,-4 4 8-15,9-9-10 0,-5 5 1 0,0 0 0 16,2-2 0-16,-6 6 0 0,9-9 1 0,-1 1-3 15,-2 1 1-15,-2 1-3 0,5-2-4 0,-3 2 5 16,-1-2 4-16,4 0-9 0,-4 1 8 0,3 0-8 16,1-2-2-16,-1 2 6 0,-2 0-8 0,3-2 3 15,-5 2 0-15,3-2-3 0,0 2 7 0,-2-1-1 16,1 0-16-16,1-1 16 0,2 1-2 0,-2 0-2 16,-1-2 4-16,1 0-2 0,2 1 0 0,-2-1 0 15,4-3 1-15,-2 4-9 0,0-1-2 0,2-4-4 16,-2 5-6-16,3-4 1 0,-6 3-18 0,3 0-47 15,0 1 21-15</inkml:trace>
  <inkml:trace contextRef="#ctx0" brushRef="#br0" timeOffset="-197226.14">13463 8586 2 0,'4'-5'2'15,"-1"-1"-3"-15,2 2 3 0,-1 0-4 0,-4 4 0 16</inkml:trace>
  <inkml:trace contextRef="#ctx0" brushRef="#br0" timeOffset="-196564.56">13273 8810 31 0,'0'0'41'0,"0"0"-5"16,0 0-1-16,0 0-5 0,0 0-3 0,0 0-3 0,0 0 3 15,20-13-3-15,-14 9 3 0,1-1-1 0,-3-1-4 16,5 1-2-16,-1-1-2 0,0-1-2 0,5-3 5 15,-3 3-4-15,3-5-2 0,1 1 10 16,1 1-1-16,-1-3-8 0,2 2 0 0,-2 0 6 16,-1 0-3-16,2-1-2 0,-1 1 3 0,-1-1-2 0,1 2-1 15,-3 1-2-15,-2 3 0 0,2-2-3 0,-2 1 1 16,2 0-3-16,-1 2-2 0,-2-2 10 0,1 1-6 16,-1 1-9-16,-2 0 5 0,-2-2-5 15,1 4 7-15,1 0-4 0,-6 3 9 0,7-8-3 0,-2 4-7 16,-5 4 10-16,5-5 1 0,-5 5-5 0,4-4 10 15,-4 4-8-15,0 0 7 0,4-6-9 0,-4 6 0 16,0 0-9-16,0 0 10 0,5-5 5 0,-5 5-6 16,0 0-3-16,0 0-7 0,0 0 4 0,0 0 1 15,0 0-6-15,0 0-3 0,0 0-5 0,0 0-8 16,0 0-2-16,0 0-4 0,0 0-9 0,0 0-3 16,0 0-5-16,0 0-22 0,0 0-67 0,0 0-137 15,-9 20 60-15</inkml:trace>
  <inkml:trace contextRef="#ctx0" brushRef="#br0" timeOffset="-196357.52">13495 8658 44 0,'6'-6'77'0,"2"1"-5"15,0 0-12-15,-3-2-5 0,3 1 2 0,2 0-9 16,-3-2-7-16,1 4-21 0,1-1-3 0,-1-1-8 16,-2 3-12-16,0-2-13 0,1-1-15 0,0 3-44 15,0-1-82-15,-3-1 36 0</inkml:trace>
  <inkml:trace contextRef="#ctx0" brushRef="#br0" timeOffset="-195084.73">13099 9045 43 0,'0'0'43'0,"0"0"-14"0,0 0 2 15,0 0-11-15,0 0-13 0,0 0-10 0,0 0-8 0,0 0-5 16,0 0-9-16,0 0-25 0,0 0 12 16</inkml:trace>
  <inkml:trace contextRef="#ctx0" brushRef="#br0" timeOffset="-194706.46">13082 9067 36 0,'0'0'48'0,"0"0"-11"0,0 0-3 16,0 0-6-16,0 0-7 0,0 0-3 15,0 0-7-15,0 0 2 0,0 0-3 0,0 0 4 16,0 0-2-16,0 0-5 0,0 0-1 0,0 0 4 0,0 0 0 16,0 0-2-16,0 0 1 0,0 0-4 0,0 0 4 15,0 0-7-15,0 0 3 0,0 0-2 0,0 0 5 16,0 0-1-16,0 0-1 0,0 0-1 15,0 0 0-15,0 0-4 0,0 0 7 0,0 0-7 16,0 0 6-16,0 0-7 0,0 0 0 0,0 0 4 0,0 0-7 16,0 0 1-16,0 0-3 0,0 0-5 0,0 0-4 15,0 0 0-15,0 0-3 0,21-12 0 0,-21 12 0 16,6-5-5-16,-2 0-6 0,-4 5-16 0,7-7-47 16,-3 2 22-16</inkml:trace>
  <inkml:trace contextRef="#ctx0" brushRef="#br0" timeOffset="-180368.47">13335 8793 11 0,'0'0'5'0,"0"0"-8"0,7-3-3 0,-7 3 1 0</inkml:trace>
  <inkml:trace contextRef="#ctx0" brushRef="#br0" timeOffset="-180093.82">13814 8225 53 0,'0'0'79'0,"0"0"-10"0,0 0-3 15,0 0-12-15,-7-3-7 0,7 3-3 0,0 0-3 16,0 0-5-16,0 0 3 0,0 0-20 0,0 0 14 16,0 0-17-16,0 0-10 0,0 0-11 0,0 0-10 15,0 0-13-15,0 0-9 0,0 0-7 0,-3 13-36 16,3-13-84-16,-2 7 37 0</inkml:trace>
  <inkml:trace contextRef="#ctx0" brushRef="#br0" timeOffset="-179206.5">13714 8567 7 0,'0'0'83'16,"0"0"-4"-16,0 0-12 0,0 0-5 0,0 0 1 15,0 0-9-15,0 0 0 0,0 0-8 0,0 0-10 16,0 0-2-16,0 0-1 0,0 0 0 0,0 0-8 15,0 0-3-15,0 0-2 0,0 0-5 0,0 0-2 16,0 0 1-16,0 0 0 0,0 0-3 0,0 0 2 16,0 0 2-16,0 0-2 0,5-6-8 0,-5 6 2 15,0 0-20-15,0 0 14 0,0 0-12 0,0 0-10 16,0 0-20-16,0 0-24 0,-4 20-50 0,4-20-124 16,-5 10 54-16</inkml:trace>
  <inkml:trace contextRef="#ctx0" brushRef="#br0" timeOffset="-177372.47">13041 9076 23 0,'0'0'42'0,"0"0"-3"15,20-7-3-15,-20 7-10 0,0 0-1 0,11 3-3 0,-11-3-6 16,14 4-12-16,-9-2-9 0,5 2-12 0,2 2-19 16,-3-1-38-16,0 1 18 0</inkml:trace>
  <inkml:trace contextRef="#ctx0" brushRef="#br0" timeOffset="-176650.4">13385 9429 2 0,'26'24'18'0,"3"1"-14"15,-2 1-8-15,3 9-5 0,-5-6 2 0</inkml:trace>
  <inkml:trace contextRef="#ctx0" brushRef="#br0" timeOffset="-176190.86">14219 10362 1 0,'0'0'40'0,"0"0"-2"15,0 0 1-15,0 0-11 0,0 0 0 0,0 0 2 16,0 0-7-16,0 0 1 0,0 0-1 0,0 0-5 16,0 0 0-16,0 0 1 0,6 3-5 0,-6-3-3 0,0 0-1 15,0 0 2-15,0 0-4 0,0 0-5 16,0 0 7-16,0 0-5 0,0 0 2 0,0 0-3 16,0 0 4-16,0 0-4 0,0 0 4 0,0 0 0 15,0 0-1-15,0 0 1 0,0 0 1 0,0 0 1 0,0 0-7 16,0 0 3-16,0 0 5 0,0 0-12 0,0 0 2 15,0 0 6-15,0 0-4 0,0 0 6 0,0 0-8 16,0 0 2-16,0 0-3 0,0 0 3 16,0 0-1-16,0 0-2 0,0 0-6 0,0 0 7 0,0 0-1 15,0 0-1-15,0 0-8 0,0 0 6 0,0 0-6 16,0 0-2-16,0 0-5 0,0 0-3 0,0 0-10 16,0 0-7-16,0 0-29 0,0 0-69 15,0 0 31-15</inkml:trace>
  <inkml:trace contextRef="#ctx0" brushRef="#br0" timeOffset="-173964.67">14317 10425 6 0,'0'0'72'16,"0"0"-7"-16,0 0-3 0,0 0-8 0,0 0-10 15,0 0-8-15,0 0 2 0,0 0-4 0,0 0-7 16,0 0-6-16,0 0-2 0,0 0-3 0,0 0-4 16,0 0-9-16,0 0-8 0,0 0-10 0,0 0-9 15,0 0-2-15,-4-15-2 0,4 15-12 0,0 0-23 16,9-9-66-16,-9 9 29 0</inkml:trace>
  <inkml:trace contextRef="#ctx0" brushRef="#br0" timeOffset="-173669.59">15086 9424 1 0,'1'-11'100'0,"-1"11"-11"0,0 0-5 16,0 0-12-16,0 0-7 0,0 0-9 0,-4-6-2 16,4 6-11-16,0 0-13 0,0 0-10 0,0 0-9 15,0 0-14-15,0 0-25 0,-7 16-27 0,7-16-36 16,-5 9-96-16,1-4 43 0</inkml:trace>
  <inkml:trace contextRef="#ctx0" brushRef="#br0" timeOffset="-173391.32">14503 10217 45 0,'7'-7'47'0,"5"-2"-3"0,1-2-9 15,0-1-14-15,1-3-11 0,1 2-25 0,6-8-17 16,-1 2-34-16,0-2 16 0</inkml:trace>
  <inkml:trace contextRef="#ctx0" brushRef="#br0" timeOffset="-173195.64">15238 9456 34 0,'0'0'44'0,"0"0"-14"0,0 0-22 16,0 0-28-16,0 0-20 0,-18 17 9 0</inkml:trace>
  <inkml:trace contextRef="#ctx0" brushRef="#br0" timeOffset="-172952.62">14579 10119 11 0,'23'-16'51'0,"-2"-2"-14"0,4 0-18 16,0-3-9-16,2 1-8 0,0-5-11 0,0 1-12 16,1 0-21-16,6-12 9 0</inkml:trace>
  <inkml:trace contextRef="#ctx0" brushRef="#br0" timeOffset="-172769.36">15344 9390 13 0,'0'0'102'0,"0"-9"-14"0,0 9-7 16,0 0-19-16,0 0-6 0,0 0-14 0,0 0-22 15,0 0-20-15,0 0-28 0,0 0-45 0,-20 15-79 16,12-10 35-16</inkml:trace>
  <inkml:trace contextRef="#ctx0" brushRef="#br0" timeOffset="-172181.86">13407 8793 32 0,'0'0'55'0,"0"-7"-8"0,0 7-11 16,4-7-12-16,-4 7-9 0,8-6-9 0,-2 1-19 15,3-3-21-15,1 2-36 0,3-7 15 0</inkml:trace>
  <inkml:trace contextRef="#ctx0" brushRef="#br0" timeOffset="-171953.5">14294 8054 4 0,'0'0'77'0,"0"0"5"0,0 0-17 0,0 0-9 15,0 0-6-15,0 0-16 0,0 0-8 0,0 0-10 16,0 0-10-16,0 0-25 0,0 0-18 0,0 0-23 16,0 0-65-16,-4 23 28 0</inkml:trace>
  <inkml:trace contextRef="#ctx0" brushRef="#br0" timeOffset="-170999.41">15358 9206 68 0,'0'0'81'0,"4"-5"-9"0,-4 5-7 0,0 0-2 15,0 0-11-15,0 0-14 0,0 0-2 0,0 0-14 16,0 0-17-16,0 0-18 0,0 0-23 0,0 0-40 16,0 0-82-16,-11 24 36 0</inkml:trace>
  <inkml:trace contextRef="#ctx0" brushRef="#br0" timeOffset="-170715.36">14359 10301 25 0,'7'-6'56'15,"2"-1"-11"-15,0 0-23 0,2 0-24 0,-2 1-23 16,0-2-26-16,0 1 12 0</inkml:trace>
  <inkml:trace contextRef="#ctx0" brushRef="#br0" timeOffset="-169009.84">14985 8397 8 0,'0'0'87'0,"0"0"-17"15,0 0 17-15,0 0-25 0,0 0-8 0,0 0-5 16,0 0-3-16,0 0-8 0,0 0-8 0,0 0-15 15,-8 4-6-15,8-4-15 0,0 0-11 0,-2 9-17 16,2-9-49-16,-5 11-91 0,1-8 41 0</inkml:trace>
  <inkml:trace contextRef="#ctx0" brushRef="#br0" timeOffset="-168018.52">13517 10019 50 0,'0'0'48'0,"0"0"-3"16,0 0-1-16,0 0 0 0,0 0-4 0,0 0-2 0,0 0 2 16,0 0-2-16,0 0-10 0,5 4 6 15,-5-4-2-15,0 0 3 0,0 0-5 0,0 0 5 0,0 0-2 16,0 0-2-16,0 0 1 0,0 0-5 0,0 0-4 16,0 0 2-16,0 0 2 0,0 0-5 0,0 0-13 15,0 0 11-15,0 0-11 0,0 0 3 0,0 0-3 16,0 0 4-16,0 0-4 0,0 0-2 0,0 0 2 15,0 0-1-15,0 0-4 0,0 0 3 0,0 0-4 16,0 0 3-16,6 3-3 0,-6-3 7 0,0 0-8 16,0 0-2-16,0 0-1 0,0 0-2 0,0 0 10 15,0 0-4-15,0 0-5 0,0 0 7 0,0 0-9 16,0 0 12-16,0 0-5 0,0 0-1 0,0 0-4 16,0 0 0-16,0 0 1 0,0 0 7 0,0 0-1 15,0 0-2-15,0 0-4 0,8 2 1 0,-8-2-2 16,0 0 2-16,0 0-5 0,0 0 6 0,0 0 0 15,0 0-4-15,0 0 1 0,0 0-1 0,0 0 2 16,0 0-1-16,0 0 0 0,0 0 2 0,0 0 7 16,0 0-7-16,0 0-5 0,0 0 4 0,0 0 2 15,0 0-2-15,0 0 3 0,0 0-4 0,0 0 5 16,0 0-6-16,0 0-1 0,0 0 1 0,0 0 3 16,0 0 2-16,0 0 7 0,0 0-11 0,0 0-3 15,0 0 8-15,0 0-5 0,0 0 3 0,0 0-2 16,0 0 9-16,0 0-12 0,0 0 5 0,0 0-2 15,8-8 3-15,-8 8-6 0,0 0 3 0,0 0 3 0,0 0 0 16,0 0-4-16,0 0 5 0,0 0 0 0,0 0-6 16,0 0 4-16,0 0-7 0,0 0 3 0,0 0 5 15,0 0-4-15,0 0 4 0,0 0-3 0,0 0 4 16,0 0-5-16,0 0 3 0,0 0-10 0,0 0 3 16,0 0 4-16,0 0 0 0,0 0-8 0,0 0 0 15,7-3-3-15,-7 3 2 0,0 0-3 0,0 0-3 16,0 0-8-16,0 0-1 0,0 0-5 0,0 0-7 15,0 0-5-15,0 0-12 0,0 0-52 0,0 0-115 16,0 0 52-16</inkml:trace>
  <inkml:trace contextRef="#ctx0" brushRef="#br0" timeOffset="-167553.93">15083 8431 59 0,'0'0'78'0,"0"0"-8"16,0 0-13-16,-6-6-3 0,6 6-1 0,0 0-19 16,0 0-14-16,0 0-20 0,0 0-10 0,0 0-16 15,0 0-40-15,0 0-70 0,0 0 32 0</inkml:trace>
  <inkml:trace contextRef="#ctx0" brushRef="#br0" timeOffset="-166440.58">13688 9897 5 0,'0'0'56'0,"0"0"-1"0,0 0-4 0,0 0 11 0,0 0-16 15,0 0 8-15,0 0-9 0,0 0 7 0,0 0-8 16,0 0 4-16,0 0-8 0,0 0-2 0,0 0 1 16,0 0-7-16,0 0-3 0,0 0-2 0,0 0-5 15,0 0 1-15,0 0-6 0,0 0 3 0,0 0-11 16,0 0 6-16,0 0-4 0,0 0 2 0,0 0-2 15,0 0-4-15,0 0 0 0,0 0 1 0,0 0 1 0,0 0-6 16,0 0 3-16,0 0-1 0,0 0-5 0,0 0 3 16,0 0-1-16,0 0-3 0,0 0 3 0,0 0 4 15,0 0-4-15,0 0 4 0,0 0-6 16,0 0 3-16,-3 10-1 0,3-10 1 0,0 0-6 0,0 0 7 16,0 0-3-16,0 0 5 0,0 0-10 0,0 0 3 15,0 0 4-15,0 0 0 0,0 0-6 0,0 0 3 16,6 4-3-16,-6-4 0 0,0 0-2 0,0 0 10 15,0 0-8-15,0 0 8 0,0 0-3 0,0 0-2 16,0 0 0-16,0 0-1 0,0 0 3 0,0 0-2 16,0 0 4-16,0 0 1 0,0 0-7 0,0 0 0 15,0 0 6-15,0 0-4 0,0 0 6 0,0 0-3 16,0 0-10-16,0 0 2 0,0 0 2 0,0 0 6 16,8 2-8-16,-8-2 5 0,0 0-3 0,0 0 7 15,0 0-5-15,0 0 2 0,0 0-2 0,0 0-2 16,0 0 5-16,0 0 1 0,0 0-6 0,0 0-2 15,5 3 4-15,-5-3-1 0,0 0 5 0,0 0 6 16,0 0-4-16,0 0-9 0,0 0 2 0,0 0 0 16,0 0 2-16,0 0-1 0,6 2 4 0,-6-2-2 15,0 0 6-15,0 0-11 0,0 0 0 0,0 0 10 0,0 0-9 16,0 0 9-16,0 0-10 0,0 0 7 16,0 0-9-16,0 0 1 0,0 0 3 0,0 0-4 0,0 0 1 15,0 0 2-15,0 0-3 0,0 0-4 0,0 0 2 16,0 0 0-16,0 0-5 0,0 0 4 15,0 0 4-15,0 0-1 0,0 0-7 0,0 0 2 0,0 0-3 16,0 0 2-16,0 0-3 0,0 0 1 0,5 5-3 16,-5-5-2-16,0 0-4 0,0 0 3 0,0 0-2 15,0 0 4-15,0 0-6 0,0 0 1 0,0 0-3 16,0 0-4-16,0 0 7 0,0 0-7 0,0 0-2 16,0 0-4-16,0 0-4 0,0 0-27 0,0 0-72 15,0 0 32-15</inkml:trace>
  <inkml:trace contextRef="#ctx0" brushRef="#br0" timeOffset="-165175.62">13702 9945 19 0,'0'0'31'15,"0"0"-1"-15,0 0-2 0,0 0-7 0,0 0 2 16,0 0-7-16,0 0 4 0,0 0-6 0,0 0-1 16,0 0-3-16,0 0-2 0,0 0 2 0,0 0-1 15,0 0-4-15,0 0 3 0,0 0-3 0,0 0 3 16,0 0-8-16,0 0 1 0,0 0 4 0,0 0-5 16,0 0 2-16,0 0-2 0,0 0-5 0,0 0-3 15,0 0-6-15,0 0-3 0,0 0-24 0,0 0-43 0,0 0 19 16</inkml:trace>
  <inkml:trace contextRef="#ctx0" brushRef="#br0" timeOffset="-147687.52">15561 9161 5 0,'0'0'14'0,"0"0"-3"0,0 0-1 15,0 0 0-15,0 0-1 0,0 0 1 0,0 0-3 16,0 0 0-16,0 0-3 0,0 0-1 0,0 0-4 0,0 0-2 16,0 0 0-16,0 0-4 0,0 0-6 15,0 0-14-15,0 0 7 0</inkml:trace>
  <inkml:trace contextRef="#ctx0" brushRef="#br0" timeOffset="-140744.84">16557 11619 24 0,'0'0'21'0,"0"0"-5"0,0 0 1 0,0 0-5 16,-5 4 2-16,5-4-3 0,0 0 3 0,0 0-3 16,0 0-6-16,0 0-2 0,0 0-2 0,0 0 3 15,-5 5 0-15,5-5 2 0,0 0-2 0,0 0-2 16,0 0 0-16,0 0 0 0,-10 2 3 0,10-2-6 15,-8 0 1-15,8 0 3 0,0 0-3 0,-15 0-3 16,8 2 2-16,7-2-1 0,-11 1 1 0,2 1-6 16,9-2-21-16,-18 0-30 0,6 1 14 0</inkml:trace>
  <inkml:trace contextRef="#ctx0" brushRef="#br0" timeOffset="-140000.41">12952 11642 8 0,'-8'-3'18'0,"8"3"-10"0,-11-6 3 15,3 3 0-15,3 1-11 0,-5-1-3 0,10 3 9 16,-12-4-11-16,5 2 3 0,-1 1-7 16,8 1-10-16,-15-4 5 0</inkml:trace>
  <inkml:trace contextRef="#ctx0" brushRef="#br0" timeOffset="-136022.92">14420 10324 3 0,'0'0'12'0,"0"0"1"0,0 0-1 16,0 0 2-16,0 0-4 0,0 0 2 0,4 5-6 15,-4-5 3-15,0 0-4 0,0 0 3 0,0 0-4 16,4 4-4-16,-4-4 7 0,0 0-4 0,0 0 4 16,0 0 0-16,0 0-2 0,0 0-2 0,0 0 3 0,0 0-3 15,0 0 1-15,0 0 0 0,-1 10 2 16,1-10 2-16,0 0 1 0,0 0 5 0,0 0 3 16,0 0 1-16,0 0 9 0,0 0-3 0,0 0 3 15,0 0-2-15,0 0 7 0,0 0-4 0,0 0 1 0,0 0-4 16,0 0 3-16,0 0 2 0,0 0-2 0,0 0-1 15,0 0 2-15,0 0-4 0,0 0 4 0,0 0-1 16,0 0 1-16,0 0-4 0,0 0-3 16,0 0-4-16,0 0 0 0,0 0-4 0,0 0 9 0,0 0-3 15,0 0-3-15,0 0-3 0,0 0 0 0,0 0-2 16,0 0 3-16,0 0-2 0,0 0 9 0,0 0-13 16,0 0 1-16,0 0 7 0,0 0 0 15,0 0-2-15,0 0-4 0,0 0-6 0,0 0 15 0,0 0-9 16,0 0 3-16,0 0-5 0,0 0-3 0,0 0 9 15,0 0-13-15,0 0 11 0,0 0-4 16,0 0-4-16,0 0-4 0,0 0-1 0,0 0 5 16,0 0-2-16,0 0-8 0,0 0 5 0,0 0 7 0,0 0-8 15,0 0 3-15,0 0 8 0,0 0-9 0,0 0-1 16,0 0-6-16,0 0 1 0,0 0 0 0,0 0 3 16,0 0-11-16,0 0-1 0,0 0-12 0,0 0 11 15,0 0-5-15,0 0-4 0,0 0-3 0,-9 6 1 16,9-6-5-16,0 0-3 0,-9 2 3 15,9-2-3-15,0 0 0 0,-7 2 4 0,7-2 3 0,0 0 5 16,-9 1 7-16,9-1 3 0,0 0-6 0,0 0 0 16,-9 2 3-16,9-2 10 0,0 0-5 0,0 0-2 15,0 0-3-15,0 0 12 0,-11-2-3 0,11 2 2 16,0 0-6-16,0 0 10 0,0 0 2 0,0 0-4 16,0 0 0-16,-9-3 6 0,9 3 0 0,0 0-1 15,0 0-1-15,-5-5 4 0,5 5 5 0,0 0-2 16,0 0 5-16,-4-7-1 0,4 7 4 0,0 0 1 15,0 0 0-15,0 0-4 0,-3-8 6 0,3 8-5 16,0 0-3-16,0 0 3 0,0 0 1 0,0 0-5 16,-2-5-4-16,2 5 7 0,0 0-6 0,0 0 5 15,0 0-7-15,0 0-1 0,0 0 2 0,-6-7-7 16,6 7 7-16,0 0-1 0,0 0-4 0,0 0 1 16,0 0 3-16,0 0 1 0,0 0-8 0,0 0 1 15,0 0 2-15,0 0-2 0,0 0 7 0,0 0-6 16,0 0-3-16,0 0-1 0,0 0 5 0,0 0-4 0,0 0 4 15,0 0-2-15,0 0 5 0,0 0-9 16,0 0 6-16,0 0-4 0,0 0 7 0,0 0-7 16,0 0-2-16,0 0 8 0,0 0-1 0,0 0 5 15,0 0-5-15,0 0 0 0,0 0-4 0,0 0 10 0,0 0 0 16,0 0 4-16,0 0 4 0,0 0-10 0,0 0 6 16,0 0 8-16,0 0-6 0,0 0 1 0,0 0 5 15,0 0-9-15,0 0 5 0,0 0-1 16,0 0-7-16,0 0-2 0,0 0 4 0,0 0-9 0,0 0 6 15,0 0 0-15,0 0-10 0,0 0 14 0,0 0-11 16,0 0-3-16,0 0 9 0,0 0-7 0,0 0-1 16,0 0 12-16,0 0-13 0,0 0 1 0,0 0 6 15,0 0-4-15,0 0-4 0,0 0 6 0,0 0 0 16,0 0-3-16,0 0-4 0,0 0 5 0,0 0 7 16,0 0-8-16,0 0 0 0,0 0 0 0,0 0 4 15,0 0-6-15,0 0 1 0,0 0 5 0,0 0 2 16,0 0-5-16,0 0 6 0,0 0 2 0,0 0 9 15,0 0-6-15,0 0 4 0,0 0-5 0,-12 1 0 16,12-1 1-16,0 0-4 0,-2-8 13 0,2 8-7 16,0 0-3-16,-6-5-1 0,6 5-6 0,0 0 7 15,-7-6-8-15,7 6 11 0,0 0-8 0,-6-4-1 16,6 4-7-16,0 0 8 0,-10-1-7 0,10 1 0 16,0 0 1-16,0 0-1 0,-11 1 3 0,11-1-3 15,0 0-2-15,0 0 6 0,0 0 1 0,-5 7-3 16,5-7 3-16,0 0-9 0,0 0 8 0,-4 6-1 15,4-6-6-15,0 0 1 0,0 0 0 0,0 0 4 16,0 0-4-16,0 0 3 0,7 10 4 0,-7-10-13 16,0 0 14-16,8 3 7 0,-8-3-15 0,7 0 7 15,-7 0 0-15,0 0-7 0,16-1 6 0,-16 1-5 16,0 0-5-16,11-2 11 0,-11 2 0 0,8-1 4 16,-8 1-8-16,0 0-1 0,6-4 4 0,-6 4 5 15,0 0-5-15,0 0 3 0,0 0 0 0,7-5-10 16,-7 5 8-16,0 0-5 0,0 0 7 0,0 0-4 0,0 0-7 15,0 0 1-15,0 0 7 0,0 0-3 16,0 0-5-16,0 0 4 0,0 0 1 0,0 0-3 16,0 0-1-16,0 0 4 0,0 0-7 0,0 0 3 15,0 0 7-15,0 0 0 0,0 0 2 0,-19 16-17 0,19-16 14 16,0 0 2-16,-4 3-5 0,4-3-1 0,0 0-2 16,0 0 7-16,0 0-5 0,0 0 2 15,0 0 0-15,0 0-4 0,0 0 4 0,0 0 1 16,0 0 1-16,0 0-1 0,0 0 3 0,0 0-4 0,0 0 1 15,18 0-2-15,-18 0 0 0,0 0 2 0,0 0 4 16,0 0-8-16,7-7 9 0,-7 7-9 0,0 0 0 16,0 0-4-16,0 0 3 0,0 0 0 0,-3-12 8 15,3 12-7-15,0 0-2 0,0 0 7 0,0 0 6 16,-10-5-13-16,10 5-2 0,0 0 3 0,0 0-14 16,0 0 19-16,0 0-4 0,0 0 1 0,0 0-2 15,0 0 2-15,-16 8 0 0,16-8 1 0,0 0-3 16,-2 6 9-16,2-6-7 0,0 0 9 0,0 0-6 15,0 0 0-15,0 0 0 0,0 0 2 0,8 12-2 16,-8-12 3-16,10 1-7 0,-10-1 4 0,0 0-1 16,11 0 3-16,-11 0-1 0,0 0-6 0,11-1 6 15,-11 1 5-15,0 0 3 0,7-4-14 0,-7 4 3 16,0 0 10-16,0 0-11 0,0 0 4 0,2-5-5 16,-2 5-5-16,0 0 8 0,0 0 1 0,0 0-5 15,-12-13 5-15,12 13-4 0,-8-4-4 0,3 2 5 16,5 2-4-16,-11-2 9 0,11 2 1 0,-9 0-4 15,9 0-3-15,-13 0-5 0,13 0 8 0,-10 4-6 16,10-4 6-16,-9 2-2 0,9-2 1 0,0 0-4 16,-6 3 1-16,6-3 5 0,0 0-2 0,-3 5-2 0,3-5 9 15,0 0-2-15,0 0-5 0,0 0-2 16,0 0 3-16,0 0 1 0,14 5-1 0,-14-5 5 16,0 0 3-16,14-1-8 0,-14 1 9 0,0 0-11 15,13-4 6-15,-13 4-3 0,6-1-2 0,-6 1 3 0,0 0 7 16,0 0-8-16,0 0 1 0,10-4 6 0,-10 4-13 15,0 0 1-15,0 0 3 0,0 0 0 0,0 0 4 16,0 0 1-16,0 0-5 0,0 0-2 16,0 0-12-16,-19-11 10 0,19 11 3 0,0 0-4 0,-13 1 13 15,13-1-12-15,0 0 6 0,-16 7 0 0,14-4-3 16,2-3 1-16,-7 4 2 0,7-4-4 0,-6 4 3 16,6-4 2-16,-5 5-3 0,5-5 2 15,0 0 0-15,0 0-3 0,0 0 2 0,7 10-3 0,-7-10 6 16,9 3-4-16,-9-3 2 0,13-1 2 0,-13 1-2 15,14-3-7-15,-5 2 7 0,0-1-4 0,-2 0 4 16,0 1-4-16,-1-3-2 0,-6 4 6 0,14-4-1 16,-9 3 2-16,-5 1 3 0,6-4-4 0,-6 4 1 15,0 0-11-15,7-6 3 0,-7 6 0 0,0 0-3 16,0 0-4-16,-1-8 4 0,1 8-3 0,0 0 4 16,0 0-4-16,0 0 6 0,0 0-3 0,-11-8 4 15,11 8 1-15,0 0-2 0,0 0 7 0,0 0-2 16,-13 3-17-16,13-3-13 0,0 0-16 0,0 0-15 15,-11 6-24-15,11-6-85 0,-1 7-185 0,1-7 82 16</inkml:trace>
  <inkml:trace contextRef="#ctx0" brushRef="#br0" timeOffset="-33031.5">8543 12875 144 0,'0'0'157'0,"0"0"-2"0,0 0-4 0,1-9-5 15,-1 9-1-15,0 0-7 0,0 0-6 0,3-8-9 16,-3 8-11-16,0 0-10 0,0 0-11 0,0 0-9 16,0 0-9-16,0 0-3 0,0 0-13 0,0 0-8 15,0 0-2-15,0 0 1 0,0 0 1 0,-4 29 1 16,3-12-3-16,-3 1-7 0,1 6 0 0,-2 2 1 15,4 3 1-15,-2 3-5 0,1-2-7 0,-1 2 3 16,2-1-6-16,-2 0 14 0,3 2 2 0,-1-1-9 16,-4 0-3-16,3 1-3 0,-2-3-2 0,2 0 1 15,4-1-4-15,-4-2-3 0,2 0-3 0,0-2-1 16,0-7-3-16,0 1 2 0,-1-2-14 0,2-2-14 16,1 2-9-16,-1-6-13 0,-1 0-25 0,1-2-19 15,1 0-23-15,-2-2-24 0,0-7-15 0,1 10-7 16,-1-10 4-16,0 0-20 0,0 0-130 0,0 0-317 15,0 0 140-15</inkml:trace>
  <inkml:trace contextRef="#ctx0" brushRef="#br0" timeOffset="-32768.66">8479 12828 2 0,'15'-13'136'0,"1"1"-11"15,3 3 3-15,-1-1-4 0,0 5-11 0,3-2-9 16,0 4 8-16,-1 3-10 0,-2 3-7 0,0 4-8 16,-1-1-10-16,-2 4-1 0,-1 3-2 0,-5 4-8 15,-2-1-5-15,-5 5 2 0,-2 6-4 0,-4-2 0 16,-2 4-2-16,-5-1-6 0,-2-1 0 0,0 0-4 16,-5-2-6-16,2 0 0 0,-3-5-6 0,3-2-5 15,-3 2-1-15,-1-3-2 0,6-4 0 0,-1-1-6 16,1-2-18-16,-3 0-24 0,7-1-26 0,-2-2-35 15,1-4-36-15,1 2-33 0,1-1-133 0,-3-1-308 16,12-3 136-16</inkml:trace>
  <inkml:trace contextRef="#ctx0" brushRef="#br0" timeOffset="-32541.8">9052 12912 143 0,'11'-3'145'0,"10"-1"-17"0,5 0-4 16,5 0-12-16,0-1-7 0,3-1-10 16,2 1-13-16,-1 0-2 0,0 2-13 0,-3 2-13 15,-1 0-32-15,-3 1-39 0,-8 1-25 0,-2 0-29 16,-6 1-28-16,-2 1-56 0,-2-1-168 0,-8-2 75 0</inkml:trace>
  <inkml:trace contextRef="#ctx0" brushRef="#br0" timeOffset="-32163.79">9369 12887 78 0,'0'0'117'0,"-8"0"-14"15,8 0 1-15,0 0 7 0,-8 8 14 16,6 0 15-16,-5 3-20 0,4 3-8 0,0 4-3 15,-1 8 4-15,0 3-4 0,3-1-8 0,-2 0-11 16,2 2-6-16,0 1-5 0,-1 0-9 0,4 0-2 0,-2-3-11 16,-2 1-5-16,0-2-4 0,4 0-5 15,0 0-4-15,-1-2-4 0,0-6-1 0,-1 1-6 16,2-3 2-16,0-1-5 0,-2-3-3 0,1-2-2 16,-1 0-2-16,0-2-2 0,-1-2 1 0,0 2-4 15,1-9 2-15,-5 11-1 0,0-7-4 0,-3-1-3 0,-2 1-3 16,-1-2-5-16,-1-1-2 0,-1-1 0 0,-5-1 6 15,1 1-1-15,0-1-7 0,2 0 6 16,4-1-2-16,1 0 3 0,2 1 11 0,8 1-8 16,-15-1-1-16,10 0 3 0,5 1-2 0,-11-1-1 0,11 1-2 15,0 0 0-15,0 0-1 0,0 0 2 0,0 0-1 16,0 0 1-16,0 0-3 0,0 0 2 0,0 0-1 16,44 2 4-16,-25-2-6 0,2-2-17 15,9 0-5-15,5-3-38 0,-1 0-23 0,1 0-32 0,-1-1-27 16,1-2-35-16,-2-1-124 0,-1-3-327 0,0 2 144 15</inkml:trace>
  <inkml:trace contextRef="#ctx0" brushRef="#br0" timeOffset="-31784.74">9833 13092 115 0,'-2'-10'199'0,"2"10"-12"16,0 0-17-16,0 0-15 0,0-9-20 0,0 9-13 15,0 0-10-15,0 0 3 0,0 0-1 0,7 30-1 16,-1-15-6-16,-4 4-9 0,1 0-7 0,3 7-5 16,-2 0-4-16,0-1-9 0,0 1-2 0,1 0-6 15,-1-7-6-15,-2 0-1 0,5 1-2 0,-3-1-7 16,0 0 4-16,-1-2-10 0,4 0-3 0,-4-2-5 16,1-1-3-16,-1-2-2 0,1 0-4 15,0-3-3-15,-3 1 3 0,0-2-7 0,2-2-2 0,-1 1 4 16,-2-7 8-16,5 8 8 0,-5-8 14 0,4 5-3 15,-4-5 6-15,0 0-4 0,0 0 0 16,18-17-5-16,-9 6-5 0,3-3-3 0,0-9-6 0,4-1 0 16,-6-4-3-16,6 0-3 0,-1-4-5 15,0 1 1-15,0-3-6 0,-2 4 2 0,2-3-3 0,-2-1-2 16,1 5-1-16,-1-3-3 0,0 5 0 0,-4 1-2 16,-1 4-8-16,-3 6-13 0,0 5-15 0,0 1-17 15,-3 4-40-15,1 1-41 0,-3 5-30 16,0 0-19-16,8-5-26 0,-8 5-23 0,10 12-176 0,-10-12-436 15,9 16 193-15</inkml:trace>
  <inkml:trace contextRef="#ctx0" brushRef="#br0" timeOffset="-31594.72">10686 13303 186 0,'0'0'216'15,"0"0"-13"-15,7 2-17 0,-7-2-13 0,0 0-13 16,12-1-18-16,-12 1-14 0,18-1-10 0,-5 1-13 16,-1 0-13-16,-1 0-33 0,0 1-43 0,0-1-50 15,-1 0-49-15,-1 0-55 0,-9 0-118 0,8 0-275 16,-8 0 122-16</inkml:trace>
  <inkml:trace contextRef="#ctx0" brushRef="#br0" timeOffset="-31440.44">10631 13481 30 0,'-4'6'161'16,"1"0"-11"-16,3-6-4 0,-6 7-6 0,6-7-6 15,-1 8-3-15,1-8-13 0,0 0-8 0,9 6-11 16,-1-6-9-16,4 0-14 0,5-3-38 0,10-1-44 16,6-2-46-16,1 0-55 0,5 0-103 0,12-7-227 15,3 0 100-15</inkml:trace>
  <inkml:trace contextRef="#ctx0" brushRef="#br0" timeOffset="-30976.79">11747 12962 149 0,'-4'-16'248'0,"0"3"-12"0,3 2-6 0,1 0-13 15,-4 1-16-15,3 3-18 0,1 7-20 0,-3-9-16 16,3 9-18-16,0 0-14 0,0 0-10 0,0 0-15 16,0 0-10-16,0 0-7 0,17 31-5 0,-3-6-8 15,-5 3-4-15,2 1-3 0,-2 4-4 0,2 1-5 16,-2 1-6-16,2-5-2 0,-2 3 2 0,2-2-7 15,-3-2-4-15,-1-2-5 0,3-1 1 0,-6-7-2 16,2 0-1-16,0-2-2 0,-3-1 1 0,3-5-3 16,-4-1-1-16,2-1-3 0,-2-2 4 0,1-1 4 0,0 0 12 15,0-1 13-15,-3-5 8 0,8 3 5 16,-8-3-5-16,11-3-5 0,-1-4 7 0,-2-2-10 16,5-3 0-16,-1-2-2 0,3-8-7 0,1-2-2 15,2-1-3-15,1-3-6 0,-2-1-2 0,3-2 1 16,1 0-9-16,3-10-1 0,-1-1 4 0,-5 13-5 0,-1-3 2 15,-1 3-5-15,-2 2-1 0,2 4-13 16,-7 7-17-16,2-2-6 0,-5 7-11 0,1 2-32 16,-5 3-42-16,1 0-54 0,1 1-47 0,-4 5-29 15,0 0-22-15,0 0-179 0,0 0-479 0,-7 23 212 0</inkml:trace>
  <inkml:trace contextRef="#ctx0" brushRef="#br0" timeOffset="-30433.49">12239 13511 186 0,'0'10'174'0,"0"-1"0"16,0-2-8-16,0 1-3 0,0-8-2 0,0 13-1 16,0-13-6-16,0 11-6 0,0-11-9 0,-3 8-5 15,3-8 3-15,0 0 1 0,-1 9 5 0,1-9 12 0,0 0 7 16,1 7-4-16,-1-7-12 0,0 0-17 0,0 0-8 15,0 0-3-15,0 0-5 0,-10-20-9 16,10 20-13-16,-1-16-8 0,0 6-11 0,1-4-3 16,1-3-15-16,2-1 3 0,1 0-8 0,3-8-4 0,4 0-1 15,1 2-10-15,3 2-5 0,-3 6 3 0,-1 1-8 16,3 3-8-16,3-3-2 0,-1 3 6 0,7-2-6 16,-6 6-5-16,0 4 4 0,0-3-2 0,3 4-8 15,-5 3 6-15,4 1-12 0,-1 4 2 16,-5 0 2-16,2 4 1 0,-2 0-6 0,0 4 3 0,0-1-3 15,-4-1 3-15,-2-2-1 0,2 3-1 0,-2-2 2 16,-1 0 2-16,-3 2 3 0,1-2-3 0,-2 0 0 16,1-3-2-16,-1-1 1 0,-1 1 2 15,3-2 1-15,-4-5-1 0,0 8 5 0,0-8-1 16,0 0 3-16,4 6 21 0,-4-6-21 0,0 0 10 0,0 0-13 16,0 0-2-16,0 0 3 0,2-21-11 0,1 12 11 15,1-3-4-15,4-3 0 0,-2-2 2 0,2 1-4 16,2 1 1-16,0-1 1 0,2 1-6 15,1-1 9-15,1 3-11 0,1 1 3 0,-1 2 0 0,-3 3-6 16,-2 2 1-16,3 3 1 0,-3 0 2 0,1 5 6 16,0 2-8-16,1 3 10 0,-2-1-3 15,1 8-4-15,-4 0-6 0,0 3 0 0,-1 1 10 0,-3 0-1 16,-2 1-4-16,0-1-23 0,-4 0-24 16,3 0-35-16,-3-1-42 0,-2 0-41 0,-1 0-57 0,4-3-62 15,-1-3-256-15,1-1-588 0,-3-2 260 0</inkml:trace>
  <inkml:trace contextRef="#ctx0" brushRef="#br0" timeOffset="-30284.49">13046 13493 224 0,'4'-3'257'0,"1"-1"-14"16,-5 4-16-16,6-4-17 0,-6 4-22 0,0 0-20 16,0 0-17-16,0 0-15 0,0 0-24 0,0 0-46 15,0 0-63-15,0 0-80 0,0 0-94 0,-27 5-119 16,16-2-314-16,-1-2 139 0</inkml:trace>
  <inkml:trace contextRef="#ctx0" brushRef="#br0" timeOffset="6673.33">16663 13423 98 0,'0'0'155'0,"0"0"2"15,-10-1-4-15,10 1-8 0,0 0-3 16,0 0-18-16,0 0-5 0,0 0-10 0,0 0-7 0,0 0-18 15,0 0-2-15,20-11-10 0,-8 9-3 0,3-3-8 16,0 2-2-16,2 0-7 0,4 0-5 0,-1-2-8 16,2 1 1-16,5 0-7 0,1-1 1 0,-7 1-17 15,7 0-13-15,-9 1-25 0,2 2-24 0,0-2-22 16,-3 1-26-16,-1 1-33 0,-4-1-26 0,-1-1-98 16,-2 0-269-16,-1 0 120 0</inkml:trace>
  <inkml:trace contextRef="#ctx0" brushRef="#br0" timeOffset="6918.46">16934 13214 31 0,'0'0'198'16,"-6"-5"-9"-16,6 5-5 0,-7-6-12 0,7 6-12 16,0 0-8-16,-6-4-14 0,6 4-8 0,0 0-16 15,0 0-12-15,0 0-8 0,0 0-5 0,0 0 2 16,0 0 4-16,-8 19-4 0,8-7-8 0,0 5-8 15,1-1-8-15,-1 2-6 0,0-1-6 0,-1 3-5 16,1-1-3-16,1-1-4 0,-2 2-6 0,1-3-1 16,-1 2-7-16,2 0-13 0,-2 0-20 0,0-2-25 15,1-1-31-15,0 0-30 0,-2 0-14 0,2-3-31 16,0-1-25-16,2-1-15 0,-1-1-137 0,0 1-338 16,2-3 149-16</inkml:trace>
  <inkml:trace contextRef="#ctx0" brushRef="#br0" timeOffset="7243.14">17186 13287 5 0,'2'-5'184'0,"-2"5"-11"0,4-10-26 0,-4 10-9 16,3-4-18-16,-3 4-3 0,0 0-1 0,0 0 6 15,0 0-3-15,12 20 4 0,-8-4 6 0,0-1-12 16,0 2-11-16,0 0-12 0,0 1-7 0,1 0-11 15,0 0-5-15,0-2-5 0,1 0-8 0,-2 0-8 16,1-5-1-16,-1-1 0 0,3 0-9 0,-2-1-3 16,1-3-1-16,-2 0 11 0,1-2 13 0,4-3 8 15,-9-1 2-15,14-1-4 0,-4-1 1 0,0-5 0 16,2 2-3-16,1-2-11 0,-2-4-4 0,3 0-3 16,-1-2-4-16,0-2-6 0,0 0-1 0,-1-2-5 15,4-7-1-15,-1 2-4 0,3-1-1 0,-4-1-4 16,-4 9-6-16,3 0-22 0,-4-1-17 0,-2 5-23 15,0 3-22-15,-2-1-35 0,-2 3-43 0,1 1-41 16,-4 5-46-16,3-7-185 0,-3 7-453 0,0 0 202 16</inkml:trace>
  <inkml:trace contextRef="#ctx0" brushRef="#br0" timeOffset="7553.16">17650 13440 5 0,'10'-3'196'0,"0"-2"-5"16,3 0-3-16,3-2-4 0,1-2-9 0,1 2-7 16,-8 1-9-16,7-3-8 0,-2 1-9 0,0-1-12 15,-2-1-9-15,3 2-12 0,-6 1-8 0,-1 0-7 0,1-1-7 16,-4 2 3-16,1 2-8 0,-5-3-6 0,0 0-11 16,-2 7-6-16,0-10-8 0,0 10-1 15,-8-8-7-15,0 5-3 0,8 3-7 0,-20-1-2 16,7 3 0-16,-5 3 0 0,-1 5 0 0,-3 2-3 0,1 5 0 15,5-3 6-15,2 2-6 0,1-2 1 16,3 1-4-16,3-1-3 0,1-1-1 0,3 2 0 16,3-3-2-16,2 1 0 0,3-3-3 0,4 4 1 15,4-2-2-15,2-2-2 0,6 0-17 0,11-3-22 16,0-2-32-16,5-1-30 0,0-1-40 0,2-2-56 16,0 1-34-16,-3-1-207 0,-4 2-458 0,-1 0 203 0</inkml:trace>
  <inkml:trace contextRef="#ctx0" brushRef="#br0" timeOffset="8086.4">18362 13054 46 0,'1'-8'193'0,"0"3"-16"15,-1 5-13-15,0 0-17 0,3-9-7 16,-3 9-9-16,0 0 1 0,0 0-4 0,10 31 5 15,-8-12-1-15,1 7-18 0,-2 3-14 0,-1 3-2 16,-1-2-8-16,0 2-8 0,1 0-9 0,-3-4-4 0,4-1-10 16,-1-2-1-16,0-6-7 0,0-2 4 0,2-1-2 15,-2-3-3-15,0-3-6 0,-2 0-7 0,1-2 1 16,1-8 0-16,1 11 2 0,-1-11 5 16,0 9 7-16,0-9 4 0,0 0 2 0,0 8 4 15,0-8 0-15,0 0 0 0,0 0-5 0,0 0-8 0,0 0-7 16,0 0-6-16,12-19-6 0,-6 8 1 0,3 0-8 15,2-3 1-15,1-1-2 0,10-3-1 0,-2 0 0 16,2 3-6-16,-5 3-4 0,1 4-1 16,-3 0-3-16,-2 4-2 0,-2 1 0 0,1 3-4 0,-1 0 2 15,0 1-2-15,-2 4-3 0,2 2 1 16,-2 1-1-16,-3-1-19 0,2 3-21 0,-2-1-14 0,1 2-23 16,-2-1-17-16,0 1-20 0,0 0-25 0,-2-1-16 15,4 0-25-15,-2-2-16 0,1 0-5 0,1-2 1 16,1-1 5-16,3 0-101 0,0-2-324 0,3-2 144 15</inkml:trace>
  <inkml:trace contextRef="#ctx0" brushRef="#br0" timeOffset="8436.93">18799 13444 926 0,'19'-7'-76'16,"-1"0"17"-16,-2-2 18 0,-2-1 13 0,-1 0 18 16,-3 3 13-16,1-6 9 0,-5 3 20 0,-2-1 0 15,0-2 24-15,-4 2-7 0,-2-1 15 16,1 1 4-16,-4 2 0 0,0-1 11 0,-4 3 4 0,-1 1 9 16,-1 2 4-16,0 0 6 0,-1 3-3 0,0 1 4 15,-6 4 0-15,8 1-7 0,-8 4-7 0,4 5-6 16,1 0-7-16,4 0-6 0,1 2-8 0,-1 1-6 15,4 0-6-15,4-1-2 0,1-1-2 0,1-2-7 16,2-2-5-16,3 1 1 0,0-3-6 0,2-1 2 16,-1 1-6-16,4-5-1 0,2 0-1 0,-2-2 3 15,7-2-6-15,-4-3-6 0,4-2 3 0,-1 1-3 16,-2-3 1-16,-1-3-2 0,-4 1 0 16,1-2-2-16,-2-3 0 0,1 0-3 0,-6 4 6 0,-2-7-3 15,1 1-1-15,-1 4 1 0,2 2-4 0,-4-2 4 16,2 5 7-16,-1 1 0 0,-1 6-5 0,2-10-2 15,-2 10-2-15,0 0 4 0,0 0-8 0,0 0 1 16,0 0 1-16,0 0 0 0,0 0-2 0,-2 36 0 16,3-22 4-16,0 1-5 0,1-1-1 0,3 2-3 15,-3-4-6-15,1 0-11 0,-1 0-14 0,2-1-15 16,0-2-24-16,1 3-26 0,0-4-30 0,2-1-23 16,-2-2-15-16,1-2-26 0,-1 1-16 0,3-3-133 15,-8-1-365-15,11-2 162 0</inkml:trace>
  <inkml:trace contextRef="#ctx0" brushRef="#br0" timeOffset="8640.82">19194 13211 132 0,'1'-21'160'15,"-1"4"5"-15,1 5 1 0,0 1 10 0,-1 4-4 16,0 7-11-16,0-13-15 0,0 13-14 0,0-7-11 16,0 7 4-16,0 0 4 0,0 0-5 0,-3 24-8 15,1-7 2-15,-2 8-6 0,3 0-14 0,-3 0-5 16,2 2-8-16,2 0-9 0,0-2-4 0,1 0-10 15,-1-1-6-15,1-5-4 0,2 0-7 0,-1 1-20 16,0-2-21-16,-1-3-37 0,2-2-36 0,-3-2-41 16,1 0-42-16,1-3-37 0,2 2-33 0,0-5-136 15,-1-2-389-15,-3-3 172 0</inkml:trace>
  <inkml:trace contextRef="#ctx0" brushRef="#br0" timeOffset="8867.34">19547 13104 47 0,'2'-6'238'0,"-1"-1"-22"0,-1 7-23 16,0-9-19-16,0 9-12 0,0 0 14 0,0 0 8 15,-3 29-8-15,1-10-14 0,-4 8-13 0,3 2-12 16,-2 1-9-16,2 1-11 0,2 1-11 0,1-4-12 16,-2 1-10-16,0 0-10 0,2-2-4 0,2-1-8 15,-1-7-7-15,-2 0-4 0,2 0-6 0,-1-2-14 16,1-1-15-16,0-5-25 0,1 0-21 0,-2-1-30 15,1 0-35-15,-1-3-31 0,0-7-24 0,0 9-21 16,0-9-26-16,0 0-155 0,0 0-381 0,0 0 169 16</inkml:trace>
  <inkml:trace contextRef="#ctx0" brushRef="#br0" timeOffset="9006.56">19618 13113 87 0,'6'-31'112'0,"2"8"-7"0,-2 7 7 16,-3 2-4-16,2 3-7 0,-1 1-3 0,1 2-10 15,0 2-16-15,3 2-8 0,-1 2 0 0,1 1-9 16,1 1-2-16,2 3-18 0,0 5-25 0,-1-1-38 16,1 1-34-16,0 6-117 0,-5 2-195 0,3-1 87 15</inkml:trace>
  <inkml:trace contextRef="#ctx0" brushRef="#br0" timeOffset="9688.17">19610 13325 41 0,'0'0'185'0,"0"0"-10"0,0 0-13 0,0 0-15 16,0 0-12-16,0 0-10 0,27 6-19 0,-13-5-6 15,5-2-37-15,3 1-19 0,6-1-31 0,3-2-26 16,2 2-23-16,3 1-12 0,1-3-14 0,0-1-3 16,14 2-8-16,-14-3 3 0,0 0-2 0,0 1 8 15,3-3 3-15,-4 0 10 0,-1 0 14 0,-3-2 17 16,-5 2 16-16,-1-1 20 0,-8 0 5 0,-3 1 22 15,-5-3 5-15,1 5 3 0,-4-4 17 0,-2 2 20 0,0 3-4 16,-1-3-1-16,-4 7 0 0,1-9 8 16,-1 9 7-16,0-9-3 0,0 9-5 0,0 0-5 15,-5-8-11-15,5 8-2 0,0 0 4 0,0 0-3 16,-23 17 0-16,16-8-2 0,-2 8-4 0,-3-2-5 0,2 10-6 16,2-7-3-16,2-1-4 0,2 3-7 0,4-2 0 15,-2-1-6-15,2 0-4 0,2-3-1 16,4-1-3-16,3 2-4 0,0-5 2 0,2-2-4 15,4-1 1-15,-3-2-6 0,5-2 3 0,0-3-4 16,2-1 0-16,0-1 0 0,1-5-4 0,-1 2-3 0,0-3 4 16,-3-2-3-16,0-2 1 0,-2-1-3 15,-1 0 2-15,2-2-4 0,-4 1 1 0,2-2 0 0,-5 0 2 16,0 1 3-16,0 1-8 0,-3 3 0 16,-1 1 2-16,0 1 2 0,-1 3 0 0,-3 6-2 0,1-10 0 15,-1 10-7-15,0 0 3 0,0 0 8 0,0 0 0 16,0 0 1-16,-4 33-1 0,0-23 1 15,2 2 0-15,0 1-3 0,2-1 1 0,0 1 2 16,4-3 0-16,0 1 0 0,1-3 4 0,2-1 8 16,0-3-4-16,4 1-1 0,0-4 5 0,4 0 0 0,2-2-1 15,2-3 2-15,0-1-7 0,-1 1-1 0,-1-4 1 16,-2 1 2-16,1 0 2 0,-2-3-7 0,-4 4 5 16,4-4-5-16,-4 3-2 0,0-3 2 0,1 4-5 15,-2-1-1-15,-3 1 0 0,0 2-2 16,-6 4-1-16,7-5-4 0,-1 5-4 0,-6 0 2 0,9 7-4 15,-5 2 5-15,0 2 4 0,-1 4-5 0,-3 2 3 16,-2 4-2-16,-1 4 3 0,-2 0 1 0,2 0-2 16,0-1-3-16,-2-6 2 0,1 0-1 0,0-1 3 15,3-1-3-15,-3 0-4 0,3-6-18 0,-3 2-27 16,3-2-25-16,-1-1-27 0,1-1-18 0,-1-2-31 16,2-6-23-16,-2 10-28 0,2-10-19 0,-1 6-166 15,1-6-418-15,0 0 185 0</inkml:trace>
  <inkml:trace contextRef="#ctx0" brushRef="#br0" timeOffset="9902.04">21087 13207 51 0,'-1'-7'244'0,"1"7"-19"0,-2-9-14 0,2 9-14 0,-12-1-5 15,12 1-17-15,-16 8-6 0,5 2 5 0,1 4-18 16,-5 7-13-16,-2 2-13 0,7 0-12 0,-4 1-12 15,8-4-10-15,2-2-7 0,2 0-12 0,2-2-5 16,2 0-7-16,0-3-13 0,3-1-27 0,2-4-24 16,2 2-40-16,-2-4-32 0,4-1-38 0,1-1-34 15,1-2-27-15,5-4-31 0,-5 1-139 0,6-4-367 16,5-5 163-16</inkml:trace>
  <inkml:trace contextRef="#ctx0" brushRef="#br0" timeOffset="10281.26">21342 13068 109 0,'1'-9'228'0,"-1"-1"3"16,0 4-13-16,0 6-20 0,1-9-23 0,-1 9-15 15,0 0-1-15,0 0 4 0,0 0-2 0,-5 38-5 16,1-12-9-16,1 2-17 0,-5 1-8 0,4 1-15 16,-1-3-7-16,0 4-6 0,5-3-9 0,-3-3-4 15,5 1-12-15,-1-8-6 0,3 0-4 0,0-3-5 16,2 1-4-16,5-4-4 0,0-2-3 0,-1-3-4 15,0 0-3-15,3-2-5 0,1-1 3 0,3-2-7 16,-3-1-1-16,-2-2-3 0,6-2-1 0,-1-3-4 16,-1-1 1-16,-1-4-5 0,-1 1-3 0,-2-3-1 15,-1-1-5-15,0 0 0 0,-3-1-5 0,0-3-3 16,-3 0 0-16,0 0-3 0,-3 2 1 0,-1 1 2 16,-3 4-1-16,1-1 2 0,-3 3-5 0,1 2 0 15,3 7-4-15,-7-7 5 0,7 7-5 0,-12 2 9 16,12-2 3-16,-20 12 7 0,8-2-2 0,1 4 1 15,2-1-2-15,-2 3 1 0,1-1 1 0,4-1-2 16,1 2 2-16,0-1-3 0,1-4 0 16,3 1-10-16,2-1-36 0,3 0-24 0,2-1-23 0,11 1-35 15,1-2-39-15,14 0-39 0,2 0-40 0,4-2-189 16,-1-2-467-16,18-2 207 0</inkml:trace>
  <inkml:trace contextRef="#ctx0" brushRef="#br0" timeOffset="10588.52">23005 13013 225 0,'1'-13'256'0,"1"1"-5"16,1 1-6-16,0 2-10 0,-1 0-5 0,1 2-1 15,-3 7-22-15,3-11-15 0,-3 11-22 0,3-8-18 0,-3 8-19 16,0 0-14-16,0 0-12 0,0 0-8 16,2 27-13-16,-3-2-3 0,-1 2-2 0,-3 0-11 15,2 2-6-15,-1 1-5 0,0 0-7 0,-1-2-4 16,0-2-4-16,-1 3-8 0,1-5-4 0,3-6-17 16,0 1-23-16,-1-2-24 0,-1-1-26 0,3 1-25 0,-1-8-26 15,-1 3-44-15,0-7-15 0,1 1-19 16,2-6-21-16,-4 5-20 0,4-5-153 0,0 0-413 15,0 0 182-15</inkml:trace>
  <inkml:trace contextRef="#ctx0" brushRef="#br0" timeOffset="10841.25">22911 12969 181 0,'5'-9'168'0,"2"2"3"0,2-1-9 15,0 3-3-15,2 2-9 0,2 2-5 0,4 4 3 0,0 1-2 16,0 3-12-16,0 3-12 0,6 5-6 0,-3 3-4 15,1 3 0-15,-4 2-9 0,0-1-12 0,-3 0-9 16,-2 0-5-16,-6 3-10 0,-1 0-3 16,-3-6-7-16,-4 6-6 0,-2-6-3 0,-3-2 0 15,-2 0-9-15,-5 5-2 0,-3-3-3 0,0-5 0 0,-8 3 0 16,3-3-1-16,3-3-5 0,-7 0 1 0,6-3-4 16,2-2-5-16,-1 3-1 0,1-5-23 15,-1 2-23-15,6-1-24 0,0-2-29 0,6-1-25 16,0 1-39-16,2 0-44 0,5-3-39 0,0 0-143 0,0 0-402 15,0 0 178-15</inkml:trace>
  <inkml:trace contextRef="#ctx0" brushRef="#br0" timeOffset="11051.65">23366 13214 19 0,'4'-3'239'0,"1"0"-10"15,-5 3-13-15,7-4-13 0,-7 4-20 0,6-3-18 16,-6 3-1-16,0 0-2 0,8 10 5 0,-7-3-2 15,1 3-8-15,1 1-2 0,0 0-9 16,-2 7-14-16,-1-1-13 0,0-2-11 0,1 3-8 0,-2-3-12 16,2 1-8-16,-2 0-6 0,2-2-12 0,-2-3-29 15,0 0-35-15,-1-1-34 0,0 1-38 0,-2 0-42 16,1 0-48-16,1-1-37 0,-2-2-46 16,2-2-141-16,-2-1-420 0,4-5 186 0</inkml:trace>
  <inkml:trace contextRef="#ctx0" brushRef="#br0" timeOffset="11333.33">23839 13076 1846 0,'4'-13'12'0,"0"1"124"15,0 2-23-15,1-1-10 0,-3 2-16 0,1 2-1 16,-2 0-4-16,-1 7 1 0,3-9-7 0,-3 9 2 15,0-8-9-15,0 8-7 0,0 0-9 16,0 0-3-16,3-5-8 0,-3 5 0 0,0 0 11 0,3 27 4 16,-4-9-11-16,-3 7-2 0,3 1-8 0,-3 0 2 15,0-1-5-15,0 0-4 0,0 0-1 0,-1 0-1 16,1-8-5-16,1 2-2 0,0 0-5 0,0-2-20 16,2 0-20-16,-1-1-20 0,0-3-29 0,1-2-47 15,0-1-37-15,-2 1-23 0,3-3-36 0,-2-2-26 16,2-6-158-16,-3 10-432 0,3-10 192 0</inkml:trace>
  <inkml:trace contextRef="#ctx0" brushRef="#br0" timeOffset="11574.6">23870 13048 112 0,'9'-5'194'0,"1"-2"-11"0,1 3-5 0,1 3 1 16,1 2-8-16,0 0-14 0,2 3-11 0,0 2-14 15,-3 1-9-15,2 3-8 0,-3 3-9 0,1 0-5 16,-3 1-12-16,0 1-7 0,-1 0-6 0,-4 2-7 16,0 2-6-16,-2-4-6 0,-2 1-4 0,-2 1-8 15,0-1-1-15,-2-1-5 0,-1-1-5 0,-3 2-2 16,2-5-4-16,-1-1-1 0,0 1-4 0,-2-1-15 16,1-1-19-16,-1-1-34 0,0 1-34 0,0-3-40 15,2 0-41-15,-1-1-43 0,-1 0-139 0,1-4-370 16,1 0 164-16</inkml:trace>
  <inkml:trace contextRef="#ctx0" brushRef="#br0" timeOffset="11932.99">24151 13247 152 0,'11'2'202'15,"-3"-1"-12"-15,3 1-5 0,-3 1-8 0,1 4-14 16,0-1-6-16,-1 1-15 0,-2-1-8 0,3 2-12 15,-4 1-12-15,0 1-10 0,1 0-10 0,-1-2-5 16,-2 2-7-16,-1-2-9 0,-2 1-6 16,-2-2-7-16,2-7-3 0,-3 13-7 0,-1-7-2 0,-3 1-4 15,2-2-6-15,-1 0-3 0,1-2 2 0,-2 1-5 16,7-4-6-16,-7 6-4 0,4-2-4 0,3-4-4 16,0 0-6-16,-5 8 2 0,5-8-3 0,0 0 5 15,1 9-5-15,-1-9 2 0,5 7-3 0,1-3 2 16,-1 2-3-16,1-2 2 0,-1 1-2 0,0 0 1 15,0 0 0-15,-5-5-1 0,6 9 0 0,-4-5 1 16,-2-4-1-16,4 8 2 0,-4-8 8 0,-1 8 3 16,1-8 4-16,-5 9-6 0,-2-5-3 0,1-1 3 15,-3 0 0-15,-4 0-4 0,1 1-15 0,-1-2-23 16,-3 1-24-16,-2-2-32 0,5 0-33 0,-2-2-37 16,2 1-38-16,-1-1-165 0,-4-2-388 0,4 1 172 15</inkml:trace>
  <inkml:trace contextRef="#ctx0" brushRef="#br0" timeOffset="12856.52">16994 14407 160 0,'-10'0'186'16,"10"0"-23"-16,-13 0-14 0,13 0-4 0,-6-2-6 16,6 2 4-16,0 0-11 0,0 0-12 15,24-5-11-15,-10 2-12 0,6 3-10 0,10-4-7 16,-2 3-14-16,0 1-32 0,-1 0-36 0,0 1-38 0,2-1-39 15,-1 1-31-15,-6 0-36 0,-4 2-94 0,0-2-258 16,-4-1 115-16</inkml:trace>
  <inkml:trace contextRef="#ctx0" brushRef="#br0" timeOffset="13185.16">17524 14241 183 0,'0'-12'223'0,"0"12"-7"0,-1-8-20 16,1 8-17-16,0 0-16 0,1-7-24 0,-1 7-12 16,0 0 5-16,0 0-5 0,0 0 0 0,16 22-7 15,-10-11-5-15,-2 6-11 0,2 1-12 0,2-1-5 16,1 2-7-16,0 0-10 0,0-2 1 0,0-1-10 16,0 0-4-16,1-2-6 0,-3-2-1 0,5 1 2 15,-3-6 4-15,-1 0 2 0,2 1 6 0,-2-5 9 16,2-1 2-16,-2 0 1 0,3-6 5 0,-1 1-10 15,3-4-8-15,1-1-6 0,-2-3-2 0,3-2-8 16,-5 2-2-16,4-4-3 0,-3-1-5 0,-2 0-5 16,-1 0-5-16,0-3-1 0,4-5-3 0,-5 6-12 15,6-5-17-15,-4 7-22 0,0-1-20 0,-3 2-20 16,-1 5-28-16,-2 3-45 0,1-1-56 0,-2 3-32 16,-2 5-6-16,0 0-9 0,0 0-182 0,0 0-460 15,11 18 205-15</inkml:trace>
  <inkml:trace contextRef="#ctx0" brushRef="#br0" timeOffset="13468.2">18009 14422 106 0,'0'0'188'0,"11"-4"-4"0,-4 0-6 0,4 1-9 16,1-3-9-16,-2 1-8 0,4-1-9 0,-2 2-11 15,-2-2-13-15,0-1-8 0,-1 2-26 0,-4-1-8 16,4 2-2-16,-4-2-9 0,-2 1-10 0,0-1 1 15,-3 6-5-15,4-11-8 0,-4 11 2 0,-1-8-5 16,1 8-7-16,0 0-1 0,-9-8-4 0,1 7-1 16,8 1-2-16,-19 1-4 0,9 2 2 0,-4 3-4 15,1 3 4-15,2-1-4 0,-3 2 1 0,7 2-5 16,-2 2 0-16,3 1-1 0,3-2-1 0,3 4-1 16,3-2 1-16,1 3-3 0,5-3 0 0,0 2 2 15,2-2-20-15,8 4-23 0,4-3-36 0,-1-2-32 16,5-3-36-16,-2-3-28 0,1 1-26 0,-4-5-139 15,-2-3-354-15,8-1 157 0</inkml:trace>
  <inkml:trace contextRef="#ctx0" brushRef="#br0" timeOffset="13723.21">18860 14272 121 0,'0'-6'230'0,"0"6"-13"0,0 0-20 15,0 0-17-15,1-9-21 0,-1 9-12 0,0 0-17 16,0 0-3-16,0 0-7 0,0 0-5 0,0 0-11 16,0 0-11-16,-2 34-9 0,-1-21-3 0,1 1-14 15,-1 0-21-15,2-3-28 0,-2 0-33 0,1 4-33 16,-1-2-25-16,2-3-38 0,1 1-37 0,-2 0-26 15,2-2-105-15,-1-2-300 0,4-1 133 0</inkml:trace>
  <inkml:trace contextRef="#ctx0" brushRef="#br0" timeOffset="13882.99">19084 14303 133 0,'3'-5'188'15,"0"1"3"-15,-3 4-13 0,5-10-5 0,-5 10-14 0,3-5-16 16,-3 5-12-16,0 0-17 0,0 0-7 0,0 0-13 15,0 0-10-15,0 0-9 0,0 0-22 0,-5 23-41 16,1-13-50-16,1 0-45 0,2 2-38 0,0-1-145 16,-2 0-288-16,4-1 128 0</inkml:trace>
  <inkml:trace contextRef="#ctx0" brushRef="#br0" timeOffset="14097.18">20298 14201 13 0,'6'-5'292'0,"-2"2"-30"0,2-1-30 16,-6 4-22-16,9-1-18 0,-9 1-22 0,9 8-17 16,-6-2-13-16,-1 6-17 0,0-1-11 0,-2 0-9 15,-2 4-13-15,0-2-31 0,2 0-40 0,-1 2-42 16,-3 2-52-16,1-4-49 0,1-1-51 0,-5 3-121 15,3-7-320-15,-1 1 142 0</inkml:trace>
  <inkml:trace contextRef="#ctx0" brushRef="#br0" timeOffset="14277">20630 14212 80 0,'4'-5'242'16,"-4"5"-15"-16,4-6-17 0,-4 6-20 0,0 0-20 15,5-5-16-15,-5 5-14 0,0 0-6 0,0 0-13 16,0 0-4-16,0 0-15 0,-5 28-11 0,2-18-8 16,3 1-20-16,-1-1-41 0,1 2-47 0,0 0-37 15,2-1-57-15,2 0-45 0,0 1-132 0,5-3-321 16,5 1 141-16</inkml:trace>
  <inkml:trace contextRef="#ctx0" brushRef="#br0" timeOffset="14574.57">22482 14108 194 0,'-1'-8'252'0,"-2"1"-8"0,3 7 0 0,-3-12-10 15,1 7-20-15,2 5-16 0,0 0-23 0,-3-12-21 16,3 12-16-16,0 0-13 0,0 0-10 0,0 0-10 16,0 0-11-16,5 28-10 0,-3-12-7 0,2 1-4 15,-1-2-8-15,1 2-9 0,1 1-6 0,3 1 1 16,-4-2-13-16,0-1-18 0,0 2-20 0,-2-3-22 16,1-2-32-16,-2-2-38 0,0 0-39 0,-1-1-36 15,2 1-31-15,-5-2-32 0,-1-3-121 0,0-1-381 16,4-5 168-16</inkml:trace>
  <inkml:trace contextRef="#ctx0" brushRef="#br0" timeOffset="14818.64">22552 14090 20 0,'4'-10'177'0,"4"1"-10"0,-3 1-5 0,2 1-6 15,1 2 6-15,5 2-11 0,-2 1-3 0,5 3-4 16,0 2-7-16,2 3-10 0,-1 1-8 0,-1 5-8 15,0-1-10-15,0 3-9 0,-3 2-1 0,1 4-14 16,-5-3-9-16,-2 2-1 0,-3-1-6 0,-4 1-5 16,-2 1-9-16,-2-2-2 0,-3 1 1 0,-4-3-7 15,-1 0-2-15,-1-2-7 0,-2-1 0 0,-1 1-8 16,0-3-2-16,-1 0-16 0,0-3-27 0,-1 0-32 16,3-1-33-16,0-1-43 0,2-3-41 0,1-1-46 15,-3 1-121-15,5-3-365 0,2 0 162 0</inkml:trace>
  <inkml:trace contextRef="#ctx0" brushRef="#br0" timeOffset="15055.8">22852 14311 103 0,'7'5'177'0,"-2"-1"0"0,1 1-12 0,-1 1-2 15,-1 3-14-15,-1-2-2 0,-3 2-11 0,0 1 2 16,-1-1-14-16,-2 0-11 0,-2 0-5 0,0 1-8 15,-1-1-8-15,2 0-6 0,-2 0-10 0,3-4-7 0,-1 3-4 16,0-4-9-16,1 1-6 0,3-5-2 16,-3 10-3-16,3-10-5 0,6 7-5 0,-6-7-3 15,13 6-9-15,-2-6-22 0,3 0-22 0,7 0-23 16,6-3-26-16,1 2-41 0,5-3-31 0,3 3-38 0,-2-6-145 16,-2 0-353-16,7-2 156 0</inkml:trace>
  <inkml:trace contextRef="#ctx0" brushRef="#br0" timeOffset="15297.58">23817 14099 123 0,'0'0'259'0,"8"-4"-16"15,-8 4-19-15,0 0-22 0,4-4-20 0,-4 4-17 16,0 0-4-16,0 0-6 0,0 0-3 0,2 23-3 0,-3-11-12 15,-1-1-7-15,-1 6-13 0,-2-1-13 16,4 2-7-16,-2-2-11 0,-1-1-11 0,2 1-3 16,0-1-7-16,0 2-7 0,2-5-13 0,0 0-22 15,0-1-16-15,0 2-41 0,1-5-36 0,-1 3-39 0,-1-5-37 16,2 1-34-16,-1-7-29 0,1 12-172 0,-1-12-412 16,-3 5 182-16</inkml:trace>
  <inkml:trace contextRef="#ctx0" brushRef="#br0" timeOffset="15549.71">23757 14133 39 0,'13'-3'189'0,"0"3"-3"0,7 0-4 0,1 4-10 16,-2-2-6-16,1 5-14 0,7 0-9 0,-10 3-15 0,-1 0-3 15,1 1-8-15,-2 0-10 0,-2 1-11 0,-4-1-7 16,-3 3-10-16,-2 1 3 0,-2-5-14 15,-1 2-6-15,-1 1-2 0,-5-3-3 0,-2-1-4 0,-1 2-6 16,-5 0 0-16,-4 0-4 0,0-2-3 16,-2 0-3-16,0-1-2 0,0-1-1 0,-3-1-8 0,4 0 2 15,0 0-12-15,-1-3-29 0,8 0-23 0,0 0-38 16,0-1-41-16,3-1-43 0,8-1-40 0,-9 3-155 16,9-3-380-16,0 0 169 0</inkml:trace>
  <inkml:trace contextRef="#ctx0" brushRef="#br0" timeOffset="15864.27">24133 14259 5 0,'8'5'189'0,"-4"-2"-8"0,-4-3 3 16,3 12 0-16,-1-7-13 0,0 3-8 0,1 3-7 16,-1-1-10-16,2-1-4 0,-1 1-11 0,1 1-2 15,2 0-2-15,1-2-8 0,0-2-11 0,4 2-6 16,4 0-9-16,1-3-3 0,1-2-7 0,1 0 2 15,-2-2-6-15,3 1 4 0,1-5-7 0,-4 2-7 16,2-2 3-16,-5-1 4 0,0 1 9 0,-2-2-5 16,1 1 6-16,-2 0-7 0,-1 0 2 0,-3 0 3 15,-6 3-10-15,9-2-7 0,-9 2-10 0,8-1-8 16,-8 1-8-16,0 0 4 0,0 0 9 0,8 12 1 16,-10-5-5-16,0 4-8 0,-1-1 0 0,1 3-3 15,-5 2-4-15,5 3-9 0,-3 1-9 0,1 5 13 16,1-4-10-16,2-1-47 0,-2-1-34 0,1-1-39 15,0 0-50-15,0-1-49 0,-1 0-60 16,2-4-50-16,-6 2-221 0,3-3-573 0,-2-2 253 0</inkml:trace>
  <inkml:trace contextRef="#ctx0" brushRef="#br0" timeOffset="48802.21">15696 15233 76 0,'0'0'131'0,"0"0"-15"0,0 0-5 15,0 0-6-15,0 0-5 0,0 0-3 16,0 0-4-16,0 0 4 0,29-7-12 0,-11 5-8 16,2-3-10-16,7-1 0 0,1 0-11 0,2 2 0 15,-3 1-8-15,-6-2-5 0,6 1-6 0,-5 2-6 0,-4-2-12 16,0 1-38-16,-5 2-30 0,-1 1-24 0,0 0-29 16,-5 0-110-16,-7 0-229 0,0 0 102 0</inkml:trace>
  <inkml:trace contextRef="#ctx0" brushRef="#br0" timeOffset="49050.86">15678 15202 24 0,'0'0'147'0,"-2"9"12"0,2 1-11 0,-1 2 4 16,0 5-2-16,0 6-11 0,-2-2-10 0,3 9-1 15,-5-4-10-15,1 4-10 0,-1-1-5 0,4-1-9 0,-2 1-10 16,-2-1-7-16,1-2-4 0,0 2-11 0,2 0-3 16,-3-3 15-16,-2 0-4 0,2 0-6 15,-2-1-20-15,4-5-28 0,-2-1-21 0,0-1-27 16,0 1-30-16,0-4-36 0,2-2-34 0,-1-1-40 16,2-2-116-16,-2-2-310 0,2-2 138 0</inkml:trace>
  <inkml:trace contextRef="#ctx0" brushRef="#br0" timeOffset="49482.28">15699 15588 60 0,'15'-2'176'0,"-3"1"-20"0,1 1-8 15,10-2-10-15,4 1-18 0,2 1-11 0,3-3-9 16,0 1-9-16,4 1-6 0,-3 2-7 0,-2-2-13 15,1 0-6-15,-5-1-4 0,-6 2-6 0,-3 0-6 16,-4-1-3-16,-2-1-6 0,-3 2-7 0,-3 0 7 16,-6 0-4-16,13 0 7 0,-13 0-3 0,0 0 0 15,8 2-2-15,-8-2-2 0,0 0 0 0,0 0-1 16,-21 11-2-16,11-4 2 0,0 0 2 0,-4 4-1 16,1-1 2-16,1 1-4 0,0 0-2 0,-1 2 0 15,3 0-1-15,3-2 0 0,2 1-3 0,0 0-2 16,4-2-2-16,1 1-3 0,2-2 6 0,3 0-1 15,2-2 1-15,2-1 0 0,1-1 3 0,0 0-4 16,4-2 1-16,3-2 3 0,3-1-1 0,1-1 3 16,-2-2-2-16,3-2 0 0,-2-2 3 15,-2 0-1-15,2-2-1 0,-3-1-3 0,0 0 1 0,-6 1 0 16,-2 0-1-16,-1-2-2 0,-4 1-1 0,-2 0-4 16,-3-3-2-16,-2 1-3 0,-4 2-4 0,-1 0-14 15,-1 1-16-15,-1 2-6 0,-7 0-20 0,1 1-15 16,3 4-27-16,0 2-22 0,0 1-17 15,3 2-21-15,0 4-23 0,-2 0-19 0,3 3-100 16,-1 2-318-16,4-2 141 0</inkml:trace>
  <inkml:trace contextRef="#ctx0" brushRef="#br0" timeOffset="49802.98">16407 15802 179 0,'6'-5'189'0,"-1"1"-6"15,0-1 0-15,-1-2-16 0,2 2-13 0,-3-4-17 16,-1 0-12-16,1 1-11 0,-1-5-5 0,1 2-5 0,-2-6-7 16,-1 2-3-16,0-4-15 0,1 1-7 0,-1 1-3 15,0 0-1-15,-1 1-3 0,-1 0-5 16,0-2-5-16,1 6-5 0,1 2-2 0,0-1-5 16,0 11-4-16,0-13-5 0,3 7-5 0,2 2-2 15,1-1-4-15,4 1-1 0,2 1-6 0,4 0 1 16,2 4 0-16,1-1-5 0,-2 4 1 0,4 0-5 0,-10 1 2 15,3-3-5-15,-1 9 2 0,-2-3-3 16,-2 0 0-16,-1 2 2 0,0-1-1 0,1 2-2 16,0 3 0-16,-6-4-2 0,0 6 5 0,-2-4-5 0,2 0 1 15,-1 5 1-15,0 0-13 0,-1-5-17 16,-2 0-22-16,-1-1-39 0,1 1-39 0,1-2-32 16,0-2-31-16,-1 4-163 0,1-5-380 0,0-7 169 0</inkml:trace>
  <inkml:trace contextRef="#ctx0" brushRef="#br0" timeOffset="50245.67">16862 15601 80 0,'0'0'146'0,"4"-3"-3"16,-4 3 12-16,0 0 0 0,0 0-3 0,0 0-12 15,-9 33-11-15,11-23-7 0,-4 3-5 0,2-1-6 16,0 1-8-16,2-1-9 0,1 0-10 0,1 2-2 15,0-4-4-15,3-2-6 0,0 1-3 0,5-2-5 16,-2-2-4-16,2-1-3 0,0-1-6 0,1-2-4 16,1 1-2-16,-1-4-3 0,0-1-2 0,5-1-2 15,-6 1-5-15,0-4-3 0,-1 1-1 0,2 0-1 16,-3-1-4-16,-1 0-1 0,-1-3-7 0,-1 2 2 16,1-3-1-16,-1 4-4 0,-3-2-2 0,1 1 8 15,0 2-11-15,-5 6-3 0,5-8-2 0,-5 8-1 16,4-5-9-16,-4 5 4 0,0 0-4 0,0 0 0 15,0 0 2-15,0 0 2 0,9 17 0 0,-9-11 0 16,2 2 1-16,2 1-2 0,1 1 1 16,0-1-1-16,3-2 2 0,0-1 3 0,2 1 0 0,3-4 2 15,-1 1 1-15,6-2 2 0,0-2 2 0,0-2 3 16,0-2 4-16,-1-1 4 0,2-1 4 0,-4-3-1 16,-1 1 5-16,-1-4-3 0,-4 4 1 0,1-5-4 15,-2-3 0-15,-4 7-4 0,-1-2 4 0,2-3-12 16,-5 2-18-16,0 2-20 0,-2 0-22 0,1 1-25 15,-3 3-31-15,4 6-44 0,-5-10-16 0,1 7-30 16,4 3-17-16,0 0-117 0,-12 1-356 0,12-1 158 16</inkml:trace>
  <inkml:trace contextRef="#ctx0" brushRef="#br0" timeOffset="50834.48">17528 15608 133 0,'0'0'173'0,"0"0"-15"0,0 0-11 0,-6-11-19 16,6 11-6-16,0 0-12 0,-12 1-9 0,12-1-5 16,-15 10 0-16,9-3-12 0,-2 4-6 0,-2 2 0 15,1 2-2-15,1 1-3 0,3 0-5 0,0-4-7 16,3 3-4-16,0-2-1 0,5-2-2 16,-1-1-7-16,3 1-3 0,-2-3-2 0,2 1-4 15,3-3-2-15,1-1 0 0,-2-2-3 0,5-2-2 0,1-1-2 16,4-4-2-16,3-1-1 0,-5 0 1 15,3-4 3-15,-4 0 1 0,0-2-2 0,-1-1 9 0,-4-1 1 16,5-1-3-16,-7 1-4 0,2-1-4 0,0 1 2 16,-2 1-6-16,-2 1-1 0,4-2-4 15,-5 2-1-15,-3 3-2 0,4 2-5 0,-3 1 1 16,-2 5-4-16,3-10-4 0,-3 10 1 0,0 0-3 0,0 0-1 16,0 0 0-16,0 0 4 0,12 17-3 15,-7-8 1-15,-5 3-1 0,4-1 2 0,-2 2-3 0,2-3 4 16,-2 2-6-16,1-2 1 0,2 2 0 15,2-4 2-15,0 1 1 0,3-3 4 0,-1-1 2 16,3-2-1-16,2 0 0 0,-4 0 4 0,3-3-4 16,1-1 0-16,4-4 1 0,-5 3-3 0,5-4 5 0,-2 0-6 15,1-3 1-15,-2 2 1 0,-1-3-1 16,-1 0-1-16,-4 1 1 0,0-2 1 0,-3 1 1 16,2-4-2-16,-2 2-2 0,1 1-1 0,-4-2 1 15,3-3 2-15,-1 3-5 0,-1 2 0 0,-2-1-3 16,3 3-1-16,0 1 1 0,-3 2-2 0,0 0-2 15,-2 6-10-15,4-7-5 0,0 3 4 0,-4 4 2 16,12 0-2-16,-12 0 3 0,13 6 0 0,-5-3 2 16,1 1-1-16,0 2 3 0,0 2 1 0,-3-2 2 15,1 2 4-15,-1 2 1 0,-1-1-1 0,2 1 3 16,-4 2 7-16,3-2 2 0,-5 4 0 0,2-7-2 16,-2 4 0-16,0-1 1 0,3 2-1 0,-4-1-18 15,0-2-36-15,1 4-35 0,0-5-54 0,2 0-45 16,-2-2-54-16,0 3-126 0,3-3-389 0,4-1 172 15</inkml:trace>
  <inkml:trace contextRef="#ctx0" brushRef="#br0" timeOffset="51262.09">18639 15559 162 0,'0'0'210'0,"-13"-1"-5"0,13 1-16 15,-15 4-12-15,7 0 0 0,-1 5-10 0,-1-1-18 16,-2 5-8-16,2 2-17 0,-1 0-6 0,4 2-14 16,1-2-9-16,2 0-12 0,1 3-7 0,1-5-9 15,-1-1-5-15,3 1-6 0,2-4-5 16,0 3-4-16,1-4-4 0,1 0-4 0,-1-2-4 16,1-2-2-16,2 0 0 0,2-3-7 0,-8-1 3 0,12-1-4 15,-2-2-3-15,-1-2-3 0,-1-1 1 0,-1-3-6 16,1-1 2-16,1-6-2 0,-3 2 0 0,2-2-1 15,-1-1-2-15,0-8 3 0,-2 6-5 0,-1 0 0 16,1-6-1-16,-2-2 0 0,1 1 0 0,-4-2 0 16,0 2 1-16,1-1-3 0,-1 0-4 0,0 7 4 15,0 3 1-15,0 0 9 0,-1 2 10 0,-1 2 10 16,2 13 14-16,-2-14-3 0,2 14-4 16,-2-12-4-16,2 12-9 0,0 0-3 0,0 0-2 0,0 0 4 15,0 0 0-15,-7 23-7 0,0-3 0 0,1 5-2 16,2 1-10-16,-1 2 8 0,-1-1-4 0,6-1 0 15,-3-1-3-15,6 2 2 0,-2-6-1 16,-4 2-12-16,1 2-34 0,3-7-34 0,0 7-60 0,3-7-73 16,0-3-73-16,-6 1-194 0,4-3-507 15,-1-1 224-15</inkml:trace>
  <inkml:trace contextRef="#ctx0" brushRef="#br0" timeOffset="52499.74">19188 15822 124 0,'6'-10'211'16,"-1"1"-12"-16,4-1-14 0,0-4-14 0,0-1-5 16,3 1-10-16,-1-1-11 0,-1 0-4 0,0 0-12 15,-2-1 0-15,-1 2-7 0,0-2-10 0,0 0-8 16,-2 0-6-16,-1 2-12 0,-1 2 1 0,-2 0 1 16,-1-1-8-16,-1 1-17 0,-3 0-4 0,1 0-7 15,-2 1-3-15,-2 0-10 0,-1 4-2 0,0-1-4 16,1 3-3-16,-3 0-3 0,2 3-2 0,1 0-7 15,7 2 1-15,-16 0-10 0,7 2 8 0,1 1-8 16,2 1 2-16,-1 0-3 0,7-4 2 0,-3 10-2 16,3-10 1-16,2 12-1 0,6-6 5 15,2 1-8-15,3-3-1 0,6 2-5 0,1-2 0 0,11-1-2 16,-2 0-1-16,0-1 4 0,-1-1-2 0,-9 1-2 16,-1-1 2-16,-9 0-3 0,4 4 1 0,-3-4 1 15,-4 5-2-15,2 1 0 0,0 0 2 0,-1 2 2 16,-3 0 0-16,0 1-7 0,-3 2 6 0,0-2 1 15,-2 3-2-15,0-3 1 0,3 2 3 0,-3-1-3 16,5 2-1-16,-2-1 2 0,2-1-1 0,1-2 3 16,2 1-1-16,-2-3 34 0,3 1-3 0,1-4-5 15,2 2-2-15,-1-5-3 0,4 1-1 0,3-2 3 16,1-3-5-16,-2 1-1 0,2-3 0 0,0-1-3 16,-3 0-1-16,0-4 0 0,-4 2 2 15,-2-1-5-15,0 0-1 0,0-4-2 0,-3 1 2 16,-1-2-12-16,-1-2 9 0,-2 4 1 0,-2-1-3 0,0 2-1 15,-2-1-3-15,1 1 3 0,-2 3-2 0,1 1-2 16,-2-2-1-16,-2 6 1 0,6 3-2 0,-8-7-1 16,8 7-3-16,-12 3 7 0,12-3-4 0,-16 13 2 15,7-4 1-15,1 1-3 0,-1 5 3 16,2-2-3-16,2-2 5 0,1 3-6 0,2-4 5 16,1 5-1-16,5-5 0 0,2 1 2 0,0-3-2 0,5-1 5 15,-1-2 3-15,3 0-4 0,6-4-1 0,3 2-1 16,-2-3 2-16,10-6 2 0,-3-2-2 15,1 1-1-15,1-1-1 0,-5-3 1 0,-7 0 0 0,0 4 1 16,-3-3-1-16,1 0 0 0,-3-2-1 16,-5 2-1-16,2-4 0 0,-4 1 2 0,0 3-1 15,-1-6 2-15,-1 5-2 0,-1 1-4 0,1 3 2 0,-1 0 0 16,-2 7-2-16,2-9 0 0,-2 9-6 0,0 0 1 16,0 0 0-16,0 0 3 0,0 0 2 0,2 29 3 15,-4-12 5-15,-2 6 1 0,-2 4-2 16,4-1-3-16,1-7 1 0,0 5 1 0,-1-6-3 15,2 0 4-15,-1-1 0 0,0-7-3 0,1 3 4 16,-2-3 0-16,5-2 1 0,-2-1-8 0,2 0 11 0,-3-7 2 16,3 9 9-16,-3-9 4 0,7 4 4 0,-2-3-7 15,-5-1 2-15,14-5-1 0,-2-1 1 0,-3 1-1 16,1-2 3-16,4-3-7 0,-4 2-3 16,7-4-3-16,-6-1 6 0,2 0-20 0,0-2 21 15,6-3-8-15,-1-2-3 0,-6 6 3 0,1-2-7 16,-2 3 3-16,0 2-4 0,-2 1 9 0,-1 2-6 0,-4 1-4 15,0 4-1-15,-4 3 10 0,6-8-17 16,-1 5 4-16,-5 3-4 0,0 0-3 0,0 0 5 16,0 0 1-16,9 12-2 0,-9-12 4 0,1 15 0 15,1-10-5-15,-1 6 3 0,-1-5 1 0,0-6 3 16,2 14-2-16,0-10 0 0,2 1 4 0,-2 0 0 16,4-1 0-16,-6-4 0 0,12 3 5 0,-2-5-10 0,3 2 5 15,0-3 6-15,1-1-6 0,2-3 0 16,0 1-3-16,0-2 2 0,1 0-3 0,-7 2 3 15,4-4-4-15,-4 1 2 0,1 0 3 0,-1-4-1 16,-3 2-1-16,-1 1 4 0,-1-2-13 0,-3 0 14 16,0 1-4-16,-1 1-1 0,0 1 0 0,-1 2 0 15,0 7-1-15,2-10-1 0,-2 10-5 0,1-9 2 16,-1 9-3-16,0 0 2 0,0 0-3 0,0 0 0 0,0 0-4 16,-10 33 12-16,6-17-5 0,-2 3 2 15,4-1 0-15,-3 0-5 0,2 2 6 0,2-1 1 16,0 0-2-16,0 0 5 0,-1-3 2 0,1 3-16 15,1-1-24-15,0-3-23 0,-4 3-26 0,3-7-40 16,1 3-48-16,-1-5-54 0,-1 3-54 0,-3-1-170 16,1-2-486-16,-2-1 215 0</inkml:trace>
  <inkml:trace contextRef="#ctx0" brushRef="#br0" timeOffset="52657.82">20107 15428 1615 0,'-2'-7'9'0,"2"7"-18"0,-5-13-52 0,5 13-8 15,0 0-18-15,0 0-23 0,0 0-11 0,0 0-74 16,0 0-210-16,32 17 92 0</inkml:trace>
  <inkml:trace contextRef="#ctx0" brushRef="#br0" timeOffset="52951.17">20787 15381 193 0,'-6'-9'234'0,"1"0"7"16,0 3-8-16,1-1-11 0,0 2-18 0,0 0-22 15,4 5-19-15,-5-5-20 0,5 5-16 0,0 0-10 0,0 0-11 16,-3 22 2-16,3 4-3 0,-1 0-3 0,-1 5-9 16,-2 2-7-16,-3 1-3 0,0 0-8 15,0 0-15-15,1 0-1 0,-3-2-5 0,5-1-4 16,3-1-6-16,-2-2-3 0,1 0-7 0,-1-5 0 16,2-2-23-16,0-2-31 0,-2-4-34 0,4-1-47 15,-1-3-40-15,2 0-56 0,-1-3-38 0,-1 0-175 0,0-8-443 16,-3 9 196-16</inkml:trace>
  <inkml:trace contextRef="#ctx0" brushRef="#br0" timeOffset="53378.89">20607 15611 75 0,'0'0'149'0,"17"-4"-5"0,-5 4-13 16,6 0-15-16,3 0-8 0,-1-2-9 0,2 2-17 15,0 0-16-15,-2 0 8 0,2 0-7 0,-3 0-8 16,-1 0 0-16,-7 0 1 0,5 0 0 0,-5 0-2 16,1 0 4-16,-5 0 3 0,-7 0 13 0,13 0-7 15,-13 0-1-15,10 0-3 0,-10 0-4 0,0 0-8 16,7 2 1-16,-7-2 0 0,0 0 2 0,-12 16 6 16,2-4-3-16,0 1-2 0,-4 1 0 0,4 1-11 15,-2 0-6-15,1-1 2 0,2 1-8 0,3-1-1 16,-2 1-4-16,5-6-3 0,-1 2-3 0,3-1-2 15,0-1-1-15,3-1-1 0,-2-2-4 0,0-6 1 16,3 13-1-16,-1-11-2 0,-2-2 1 0,10 4-3 16,-10-4-1-16,12 0-2 0,-12 0 1 0,18-7-2 15,-10 3 2-15,1-3-3 0,1 1 6 0,-4-2-3 16,2-1 0-16,-3-1-2 0,0-1 1 0,1 1 0 16,-3-2-2-16,2 2-2 0,-2 3 0 0,-1-2 2 15,1 3-3-15,-1 1-4 0,-2 5-1 0,3-8-3 16,-3 8 2-16,0 0-4 0,0 0 2 0,0 0 5 15,14 15-1-15,-13-6 2 0,2 2-3 16,-1 1-14-16,2 5-34 0,0-5-42 0,0 3-58 0,0 1-49 16,-3-4-214-16,1 0-443 0,2-2 196 0</inkml:trace>
  <inkml:trace contextRef="#ctx0" brushRef="#br0" timeOffset="53578.16">21090 15751 33 0,'7'-14'178'0,"-1"-1"2"16,0 4-1-16,2 2-3 0,2-4-5 0,-3 5-5 16,-2 0-8-16,0 5-7 0,0-1-17 0,1 1-10 15,-6 3-6-15,14-1-8 0,-14 1-7 16,14 6-15-16,-5-1-4 0,-2 1-8 0,0 1-8 16,-2 2-13-16,1 1-25 0,-3-2-25 0,1 2-40 15,-1-1-26-15,1 0-41 0,1 1-39 0,-4-1-48 0,0-3-122 16,-1-6-334-16,4 10 147 0</inkml:trace>
  <inkml:trace contextRef="#ctx0" brushRef="#br0" timeOffset="53940.78">21439 15560 92 0,'0'0'217'0,"-4"-5"-21"0,4 5-10 0,0 0-6 0,-11 11-8 15,2 0-12-15,1 4-13 0,0 2-9 0,1 6-7 16,-1-4-8-16,0 5-9 0,5-6-12 0,1 1-6 16,4 0-4-16,0-2-6 0,3 1-10 15,5-3-2-15,1-1-8 0,-5-5-1 0,12 0-7 16,-1 0 1-16,4-5-6 0,6 1 6 0,1-2-8 16,0-5-7-16,0 0 0 0,1-6-4 0,-1 3-5 0,-3-5-2 15,1 0-3-15,-1-1-1 0,-3-4-6 16,-8 5 1-16,-2-3-2 0,-2 0 5 0,-4-1-9 15,1-2 4-15,-5 0-3 0,1 0-1 0,-4 5 0 16,-1 0-5-16,0 1 1 0,-3 3-3 0,-1 0-3 16,-4 2 1-16,1 4-4 0,-2 2 0 0,-6 4-1 15,2 2 2-15,-2 3-2 0,2 2-1 0,2 2-2 0,2 2 2 16,3 0 0-16,3-1-20 0,1 3-30 16,3-2-38-16,2 0-45 0,5-4-73 0,5 3-64 15,0-2-164-15,12 2-464 0,5-1 205 0</inkml:trace>
  <inkml:trace contextRef="#ctx0" brushRef="#br0" timeOffset="54558.7">22367 15683 162 0,'0'0'249'0,"2"-7"-23"16,-2 7-19-16,0 0-26 0,0 0-12 0,0 0-6 15,0 0-8-15,0 0-9 0,-3 25-11 16,0-14-12-16,-2 6-12 0,4-1-6 0,2 0-17 0,1 3-7 16,0-2-9-16,3-3-4 0,1 1-2 0,3 0-9 15,3-4-3-15,-3-2-9 0,1-1 0 16,0-1-3-16,2-4-5 0,0 1-1 0,1-4-2 16,1-2 0-16,3-3-8 0,-3 2-4 0,4-7-4 15,-4 1 1-15,0-2 0 0,0 2 0 0,-3-3-5 16,-3 2 1-16,-3 0 0 0,4-6-6 0,-4 5 0 0,3-5-2 15,-5 5 3-15,2 0-3 0,-2 1 1 0,1 3-3 16,-3-1 2-16,-1 8-5 0,4-9-2 0,-4 9-3 16,3-8 1-16,-3 8-5 0,0 0 5 15,0 0-1-15,0 0 3 0,13 13-5 0,-8-5 3 0,-1-1 1 16,2 0 1-16,0 1-1 0,3 1 3 16,3-3-2-16,-2 1 3 0,3-1 0 0,7-1-1 15,-1-1 5-15,0-3-1 0,1-2 3 0,-1-2 4 0,-7 1 5 16,7-4 4-16,-7 1 9 0,-1-2-2 0,1-5 2 15,-3 3-10-15,0-1 14 0,-1-6-2 16,-4 0 2-16,-2 0-6 0,-3 0-4 0,-4 0 5 16,-4 2-5-16,1-1-7 0,-2 0 0 0,-5 3-8 15,3 2-2-15,-4-1-6 0,0 5-20 0,0 1-20 16,3 3-24-16,-5 2-28 0,5 2-39 0,-1 2-41 0,3 1-42 16,0 0-44-16,3 4-175 0,1-3-468 0,2 0 208 15</inkml:trace>
  <inkml:trace contextRef="#ctx0" brushRef="#br0" timeOffset="54757.17">23027 15563 212 0,'7'-8'221'0,"-1"0"-5"0,0 1-8 0,-3 3-1 16,2-3-7-16,-5 7-5 0,7-9-15 0,-6 6-12 16,-1 3-21-16,0 0-15 0,6-5-11 15,-6 5-12-15,0 0-10 0,0 0 11 0,7 22-14 16,-7-12-7-16,0 6-4 0,0 3-10 0,0-4-8 15,0 4-6-15,1 2-11 0,-2-2-38 0,1 1-28 16,1-4-29-16,-1 1-24 0,2 2-34 0,-2-4-56 16,0-2-45-16,1-2-207 0,-1-2-445 0,0-1 197 15</inkml:trace>
  <inkml:trace contextRef="#ctx0" brushRef="#br0" timeOffset="54912.28">22872 15365 34 0,'0'0'106'0,"0"0"-48"0,0 0-48 16,0 0-45-16,0 0-38 0,23 24 18 0</inkml:trace>
  <inkml:trace contextRef="#ctx0" brushRef="#br0" timeOffset="55119.25">23233 15361 137 0,'7'-11'189'16,"-1"4"-11"-16,-3 1 0 0,-3 6-3 0,6-9-6 15,-6 9-11-15,5-7-16 0,-5 7-18 0,0 0-11 16,0 0-5-16,0 0 9 0,0 0-1 0,10 20 0 16,-8-3-7-16,0 8-3 0,-1 1-14 0,-1-1-9 15,-1 3-12-15,1-2-1 0,1 1-6 16,-3-2-7-16,4 2-4 0,0-1-16 0,0-7-32 0,0 1-25 15,0-1-30-15,-1-2-34 0,1-1-42 0,0-3-41 16,0-4-41-16,-2 2-144 0,-2-5-382 0,2-6 169 16</inkml:trace>
  <inkml:trace contextRef="#ctx0" brushRef="#br0" timeOffset="55311.04">23459 15380 111 0,'0'0'229'0,"2"-13"-18"0,-2 13-24 16,1-9-15-16,-1 9-13 0,0 0 1 0,0 0-1 0,0 0-9 16,-1 36-9-16,-2-10-13 0,-1 2-12 15,-2 3-12-15,4-1-7 0,-2 4-11 0,0-1-7 16,1-2-22-16,-1-2-32 0,2 1-36 0,0-2-35 16,2-2-36-16,2-6-41 0,0-2-44 0,0-1-157 0,-2-6-351 15,5 0 155-15</inkml:trace>
  <inkml:trace contextRef="#ctx0" brushRef="#br0" timeOffset="55951.17">23980 15307 255 0,'5'-9'257'0,"-3"2"-27"0,0 2-25 15,-2 5-24-15,0 0-13 0,0 0 0 16,0 0-2-16,-4 32-6 0,-1-6-6 0,-4 3-12 15,1 3-4-15,2 0-14 0,-1-3-9 0,1 3-12 16,3-1-9-16,1-2-4 0,-2 1-10 0,3-5-2 16,1-1-10-16,1-7-7 0,-1-5-1 0,0-1-9 15,1 0-3-15,-1-4-2 0,2 0-5 0,-2-7-4 16,1 10 1-16,-1-10-1 0,0 8 1 0,0-8 5 16,0 0-7-16,0 0 1 0,0 0-7 0,0 0-2 15,0 0-6-15,0 0-2 0,0 0 0 0,5-31-2 16,-1 21-8-16,1-3-15 0,3-2 3 15,1 1-3-15,3 2 0 0,0 0-1 0,2 2 0 16,-1 3 2-16,-3 2-3 0,4 3 2 0,-3 1-1 0,2 2 0 16,0 2-2-16,-3 3-9 0,2 1 11 0,-3 0 3 15,-2 2-2-15,-2 2-1 0,-2 1 3 0,1-2 1 16,-7 2-2-16,1-2 5 0,-2 0-4 0,-3-1 2 16,0 0-11-16,-2-1-5 0,-1 1-3 0,-1-3 4 15,1-1-3-15,0 0 3 0,4-4 0 0,0 2 5 16,-3-1-2-16,9-2-4 0,0 0 9 0,-14-5-3 15,14 5 2-15,0 0-4 0,-1-8 6 0,1 8-2 16,0 0 4-16,12-12-1 0,-4 7 1 0,3 0-3 16,0 0 7-16,7-3-7 0,1 2 3 0,1 1-1 15,8-3 4-15,-8 2-1 0,-1 0 0 0,0 0 0 16,2 1 2-16,-4-3-1 0,0 2 2 0,0-1 0 16,-3-3 0-16,-4 4-2 0,2-2-1 15,-2-2 4-15,-4 1 2 0,3-4 1 0,0-2-6 0,-6 3 1 16,-1-2 6-16,-2 0-3 0,0-2 5 0,-2 1-1 15,-1 5-1-15,1-3 9 0,-5 5 0 0,2 1 3 16,-1-1-4-16,-1 5 0 0,-3 2 3 0,10 1 0 16,-19 3 2-16,10 2 8 0,-7 4-4 0,6 0 1 15,-2 4-4-15,2-2-5 0,2 4 2 0,0-2-3 16,4 5 0-16,2-3 3 0,2-3-2 16,2 4-30-16,5-1-36 0,2 0-37 0,1-2-43 0,5 1-50 15,2-3-52-15,7 0-42 0,3 1-166 0,2-3-480 16,6-3 213-16</inkml:trace>
  <inkml:trace contextRef="#ctx0" brushRef="#br0" timeOffset="56553.13">25125 15326 52 0,'0'0'217'0,"0"0"-16"0,6-13-14 0,1 9-7 15,0 2-6-15,7-1-10 0,0 1-8 16,5-1-10-16,-1 4-7 0,-1 1-13 0,2 1-5 0,-2 4-15 15,-2 3-4-15,-3 3-8 0,0 2-6 0,-1-2-7 16,-4 3-2-16,-5 1-24 0,0 2 0 0,-6 0-1 16,-1-1-3-16,-3-2-2 0,-4 2-4 0,-6 3-4 15,3-8 0-15,-7 7-4 0,1-5-1 16,2-1-3-16,1-4 0 0,-1-1 5 0,-1-1-4 16,4-2-7-16,0 1 5 0,5-3 5 0,5-1 2 0,-1-1 3 15,0 1-3-15,7-3-6 0,-9 2 3 0,9-2 0 16,0 0 2-16,-6 2-5 0,6-2-2 0,0 0-1 15,0 0-9-15,0 0-4 0,26-3-4 16,-11 3 3-16,-1 1-1 0,6 1-5 0,-1-1 0 16,3 2 2-16,0-2-4 0,-3 1 0 0,3 0-7 15,7 1-19-15,-11 1-24 0,5-1-41 0,-1 1-37 0,-2-1-42 16,1-1-41-16,1-2-30 0,-5 0-35 0,2 0-144 16,-2 0-446-16,-3-2 198 0</inkml:trace>
  <inkml:trace contextRef="#ctx0" brushRef="#br0" timeOffset="56795.14">25651 15316 14 0,'-3'-16'217'0,"1"1"-3"0,0 0-3 0,-5 4 2 16,6 5-1-16,1-2-14 0,0 8-19 16,-4-11-20-16,4 11-15 0,0-6-14 0,0 6 0 15,0 0 2-15,0 0-2 0,-4 33 2 0,4-15-2 16,2 1-14-16,0 5-7 0,-2 3-7 0,2-3-1 0,0 4-10 15,-2-9 2-15,4 6-15 0,-3 0-8 16,0-6-8-16,3 0-6 0,-2 2-5 0,0-3-3 16,-1-1-7-16,2 2-3 0,0-3-2 0,1 0-12 15,-4-2-31-15,2-4-29 0,-1 4-35 0,-1-4-37 16,0 0-47-16,0 0-52 0,0-5-41 0,0-5-224 0,-1 11-511 16,1-11 226-16</inkml:trace>
  <inkml:trace contextRef="#ctx0" brushRef="#br0" timeOffset="57125.2">25722 15191 5 0,'16'-7'208'0,"1"3"-14"16,2 0-9-16,-6 3-9 0,-1 2-18 15,1 3-3-15,-4 0-9 0,2 5-8 0,-4 0-1 16,1 6-17-16,-3-4-11 0,-5 8-8 0,0 0-10 15,-6 1-10-15,-3 3-2 0,-4-2-9 16,-5 3-2-16,-1-2-12 0,-3-4-5 0,-2-1-5 0,-1-3-4 16,8-2-6-16,0-5-4 0,0 2-2 0,6-4-2 15,3 0-2-15,-2-2 4 0,6-2-5 0,4-1-5 16,-11 3 0-16,11-3-4 0,-8 5 2 0,8-5-2 16,-6 2 2-16,6-2-4 0,0 0-3 0,0 0 0 15,0 0 1-15,0 0 2 0,21 9 2 0,-7-4 3 16,-1-1-4-16,5-1-3 0,-1 2-3 0,4 0-2 15,-4 0 1-15,2 2-25 0,2-1-43 0,-2-2-45 16,-5 2-41-16,4-1-43 0,-2-1-41 0,-4 2-126 16,-1-3-384-16,1 1 170 0</inkml:trace>
  <inkml:trace contextRef="#ctx0" brushRef="#br0" timeOffset="57818.2">26019 15518 205 0,'-4'-5'242'0,"4"5"-9"15,0 0-16-15,0 0-14 0,0 0-17 0,-3-6-8 16,3 6-22-16,0 0-14 0,0 0-9 0,11-5-1 16,-2 1-5-16,-1 4-8 0,4-4-5 0,-1 1-7 15,7 0-5-15,-4 1-8 0,-2-1-6 0,0 1-7 16,-1 0-6-16,1 0-3 0,-5 1-8 0,-7 1-6 15,11-3-2-15,-4 2-2 0,-7 1-6 0,0 0-1 16,11-2-4-16,-11 2-5 0,0 0-7 16,0 0-1-16,4-3-8 0,-4 3-2 0,0 0 0 15,0 0-2-15,0 0-3 0,0 0-1 0,0 0-6 0,0 0 1 16,0 0 2-16,0 0-1 0,0 0-2 0,0 0 2 16,0 0-6-16,-27 1 1 0,27-1 3 0,0 0 2 15,-11 2-6-15,11-2-1 0,0 0 3 0,-14-2-6 16,14 2 7-16,-8-1-4 0,8 1-2 0,-9-1 5 15,9 1-5-15,0 0 4 0,-11 0 0 16,11 0 1-16,0 0-1 0,0 0-2 0,-10-2 4 0,10 2-8 16,0 0 6-16,0 0 1 0,0 0-7 0,-13 2 3 15,13-2-3-15,-8 1 5 0,0 0 3 0,8-1-2 16,-11 2-4-16,5 0 1 0,6-2-6 16,-14 5 6-16,9-1-3 0,-3-2 8 0,3 1-10 0,5-3 3 15,-14 7 0-15,8-4 0 0,-3 3-6 16,3-3 0-16,-2 0 6 0,4 1 1 0,-1 2-5 0,-1-2 2 15,-1 5 3-15,-2 0 6 0,2-1-4 0,1-1-1 16,1 2 2-16,-4 2-2 0,4-3 5 0,1 3 3 16,-1 0-4-16,3 2 3 0,0 0-1 0,0 3 46 15,0-5-5-15,2 4-6 0,-2 3 1 16,2-1 2-16,0-2-19 0,0 3 26 0,0-2-14 16,2-1-3-16,-2 1-5 0,0-2-5 0,0-3-17 0,0 1 22 15,2 1-7-15,-2-3-1 0,2 1 6 0,-2-1-2 16,0-2-2-16,0 4-9 0,2-5-8 15,-2 2 8-15,1-3 8 0,-1-6-12 0,0 13 1 16,0-13-1-16,-1 11-3 0,1-11 5 0,-2 12 0 16,2-8-19-16,0-4 10 0,-4 12 6 0,2-7 4 15,-3-1-7-15,2 1-13 0,-6-1-32 0,9-4-35 0,-10 6-14 16,5-3-28-16,-2-1-22 0,7-2-27 0,-11 3-21 16,11-3-36-16,-11 0-38 0,11 0-30 0,-10-3-13 15,10 3-154-15,-8-6-492 0,8 6 218 16</inkml:trace>
  <inkml:trace contextRef="#ctx0" brushRef="#br0" timeOffset="57965.45">25875 15843 14 0,'6'-5'174'0,"-6"5"-5"0,5-7-6 0,0 3 3 0,-5 4 0 16,8-2-2-16,-8 2-7 0,11-3-5 16,-3 2-10-16,-8 1-7 0,17 0-12 0,-3 0-10 15,4 0-14-15,-4 1-9 0,1-2-24 0,6-1-51 16,0 2-82-16,6-3-90 0,-8-1-157 0,2 0-341 15,7-1 151-15</inkml:trace>
  <inkml:trace contextRef="#ctx0" brushRef="#br0" timeOffset="58135.25">26414 15781 166 0,'0'0'295'16,"5"2"-20"-16,-5-2-14 0,4 3 4 0,-4-3-3 15,0 0-8-15,0 0-14 0,0 0-14 0,4 6-16 16,-4-6-23-16,0 0-20 0,0 0-13 0,3 6-14 15,-3-6-15-15,0 0-21 0,0 0-62 0,0 0-48 16,4 5-54-16,-4-5-64 0,0 0-75 0,0 0-68 16,0 0-187-16,0 0-490 0,0 0 217 0</inkml:trace>
  <inkml:trace contextRef="#ctx0" brushRef="#br0" timeOffset="65535.86">13614 13260 4 0,'0'0'148'0,"0"0"-8"16,-9 2 0-16,9-2-9 0,0 0 0 0,-10 1 0 15,10-1-4-15,0 0-3 0,0 0 0 0,0 0 2 16,0 0-11-16,0 0 3 0,-8 1-8 0,8-1-5 16,0 0-4-16,0 0-3 0,0 0-12 0,0 0-1 15,0 0-9-15,0 0-8 0,0 0-5 0,0 0-6 16,0 0-3-16,0 0-8 0,0 0-3 0,0 0 1 15,22-9-7-15,-13 7-3 0,5-1-1 0,4 0-3 16,2 1-3-16,0 0 1 0,2-1-7 0,-1 2 0 16,-4-2-1-16,4 0 0 0,-3 3-1 0,0-3-4 0,-4 3 2 15,-1 0-6-15,1-2 5 0,-1 1 23 16,-2 0-8-16,-4 2 1 0,-7-1-2 0,11-1 0 16,-11 1-2-16,9 1-3 0,-9-1 2 0,0 0 0 15,10 1 0-15,-10-1 1 0,0 0-4 0,0 0-1 16,8 2 0-16,-8-2-4 0,0 0 2 0,0 0 2 15,0 0-3-15,0 0-6 0,0 0 0 0,0 0-3 16,0 0 0-16,7 0 0 0,-7 0-2 0,0 0-6 16,0 0-24-16,0 0-24 0,0 0-30 0,0 0-42 15,0 0-50-15,0 0-52 0,0 0-40 0,0 0-174 16,0 0-467-16,-27 1 207 0</inkml:trace>
  <inkml:trace contextRef="#ctx0" brushRef="#br0" timeOffset="66875.27">2504 12866 213 0,'-2'-7'222'0,"-2"1"-6"0,4 6-17 0,-4-9-27 16,4 9-13-16,-4-8-16 0,4 8-17 0,-4-8-11 0,4 8-14 16,0 0-11-16,0 0-11 0,0 0-3 15,0 0-5-15,-3 21-6 0,3-9-6 0,-2 3 1 16,1 3-10-16,1 2-3 0,-2 7-4 0,4 0-3 16,-4-2-4-16,2 1-3 0,-2-6-4 0,7-1-4 15,-5 0 1-15,0-1-5 0,2 1-1 0,1 0-1 16,0-2-4-16,0 1 0 0,-2-3-8 0,-1 1-15 15,2-1-22-15,0-3-27 0,-1-2-29 0,0 1-38 16,1-1-24-16,-2-4-18 0,1 0-20 0,-1-6-113 16,0 12-321-16,0-12 142 0</inkml:trace>
  <inkml:trace contextRef="#ctx0" brushRef="#br0" timeOffset="67334.28">2417 12885 99 0,'11'-14'170'0,"0"0"-10"0,7 3-6 0,8-3-8 16,-1 0-11-16,5 5-9 0,0 1-7 0,1 2-13 15,-2 2-4-15,0 4-6 0,-1 0-9 0,-7 3-8 16,0 3-6-16,-3 1-13 0,-1 1-1 0,-2 3-3 15,-1 0-2-15,-4 2-7 0,-2 3-1 0,-3 0-6 16,-3-3-2-16,1 4-3 0,-7 1-1 0,0-1-2 16,-4 2-6-16,1-4 1 0,-3 0-2 0,1 0-3 15,-2-3-3-15,0-1 2 0,2-1-1 0,4-5 0 16,-2 0-2-16,1 0-1 0,1-2-1 0,0 2 4 16,5-5-9-16,-7 6 4 0,7-6-6 0,-2 6-5 15,2-6 3-15,0 0 1 0,0 0-6 0,0 0 0 16,0 0 0-16,29-8 2 0,-16 5-6 0,5 0 5 15,1 1-5-15,-1 4 1 0,2 0-2 0,-2-2 3 16,2 6 0-16,-1 2-3 0,-4 1 2 0,-1 1 1 16,-5-3-1-16,4 4-2 0,-4-1 3 0,-2 3-2 15,-1 0 1-15,-3-1-1 0,-1 1 8 0,-2-1-4 16,-3 0 0-16,-3 3 3 0,-6 0-4 0,1 1 2 16,-3-3-1-16,-2 1-3 0,0-1-17 0,-1-2-10 15,-1-2-20-15,2-1-28 0,-1-1-32 0,3-2-34 16,2-3-32-16,-2 1-139 0,3 0-339 0,-2-4 150 15</inkml:trace>
  <inkml:trace contextRef="#ctx0" brushRef="#br0" timeOffset="67737.57">2954 13082 140 0,'8'0'164'0,"1"4"-12"0,4 2-19 15,-4 0 1-15,3 0 10 0,0 5-6 0,-3-1-12 16,2 2-7-16,-4 0-12 0,0-2-12 0,2 4-5 16,-2-4-4-16,-2 1-4 0,-1-2-7 15,-2-1-8-15,1 2 0 0,-2-4-3 0,-1-6 7 0,-1 10 4 16,1-10 0-16,-4 10 0 0,4-10-6 0,-9 5 0 16,4-4 3-16,5-1-1 0,0 0-2 0,-13-1-4 15,13 1-9-15,0 0-5 0,-12-9-6 0,10 5-3 16,2 4-6-16,-4-12-1 0,7 1-11 0,0-1 9 15,3 0-8-15,-2-1-5 0,1 2-2 0,2 1-5 16,0-1 0-16,3-2 1 0,0 1-4 0,4 1 0 16,-2 1-3-16,-2 3 0 0,7 0-2 0,-6 4-1 15,3 1-4-15,-2 1-2 0,-2 1 1 0,3 1 1 16,-3 2 0-16,1 1-2 0,-2 1 2 0,-1 1 2 16,-2 2-5-16,2-1 3 0,-4 3 0 0,1 1 1 15,0 0-2-15,-4 0 4 0,2 2-13 0,-3-3-24 16,0 3-24-16,0 0-23 0,0-2-29 0,-1 2-40 15,-2-1-44-15,1-2-37 0,-4 3-152 0,1-7-412 16,-1 3 182-16</inkml:trace>
  <inkml:trace contextRef="#ctx0" brushRef="#br0" timeOffset="68315.66">3462 13109 96 0,'0'0'193'0,"-7"-11"-11"0,7 11-6 0,-9-7 2 16,4 2 0-16,0 1-17 0,-1 1 1 0,6 3-13 15,-11-7-8-15,8 3-17 0,3 4-9 0,-8-3-20 0,8 3-7 16,0 0-9-16,-11 6-9 0,11-6-5 0,-4 16-6 16,2-5-8-16,1 2-6 0,0 3 4 0,1 0-10 15,-2-1-11-15,4 2 0 0,0-3-1 16,1-2-1-16,0-1-9 0,0 0 5 0,4-1-2 15,-2 0-1-15,-1-4-3 0,1-2 3 0,-1 0-3 16,2-2 1-16,-6-2-3 0,14 0-3 0,-14 0 4 0,15-7-1 16,-5-2-2-16,0-1-1 0,-1-1 0 0,-1-4-3 15,0-1 1-15,-3 0-3 0,0-3 0 16,-2 0 4-16,1 0-7 0,-3-7 6 0,-1 7 0 16,1 0 0-16,-2-6-2 0,-2 0 1 0,2 6-5 15,0-7 0-15,0 7 0 0,-2 1-2 0,2 1 5 0,-1 6-5 16,1-1 6-16,0 1 1 0,0 3 4 15,-1 2 0-15,2 6-5 0,-1-11-5 0,1 11 1 16,0 0-3-16,0 0 9 0,0 0-10 0,0 0-2 16,12 29 3-16,-9-10-5 0,4 9 4 0,-5 0 2 15,1 3 2-15,-1 1-4 0,0-1-21 0,0 1-15 16,1-4-32-16,-2-2-25 0,2 1-17 0,-1-6-19 16,2-2-29-16,0-4-7 0,3 1-11 0,1-3-9 0,0-4-122 15,1-1-331-15,4-2 146 0</inkml:trace>
  <inkml:trace contextRef="#ctx0" brushRef="#br0" timeOffset="68933.27">3922 13101 36 0,'4'-10'134'0,"-4"3"7"0,2-4-1 0,-2 11 0 0,-9-13-2 16,4 7 3-16,5 6-1 0,-13-8-10 16,4 6 2-16,-1 2-11 0,1 4-9 0,-2 2-8 15,-1 0-13-15,2 2-4 0,-4 3-5 0,2 0-10 16,3-1-6-16,-1 3-9 0,5-3-1 0,0 1-10 15,2-1-7-15,1 0-2 0,2-3-4 0,0-7-3 16,2 15-1-16,1-10-4 0,1-1 1 0,0 0-4 0,2-2-1 16,-6-2-2-16,15 0 0 0,-15 0-3 15,14-4-1-15,-5 0 0 0,-2 1-1 0,0-2-4 16,0-4 7-16,2 4 9 0,-6-1 1 0,3-2 3 16,-2 2-6-16,-2 1-1 0,2-1-1 0,-4 6-2 0,5-10-1 15,-5 10-2-15,4-3-5 0,-4 3-8 16,0 0 3-16,0 0-5 0,0 0 8 0,11 11-8 15,-8 1 4-15,-1 6-2 0,1 9-2 0,1 5 1 16,-3 3 8-16,2 13 1 0,1-1 6 0,2 0 0 16,-1-2 3-16,1 1-7 0,-2-10 7 0,-1 12-6 15,-1-12 0-15,1-1-4 0,-3 12 1 0,0-13 0 16,-3 0 3-16,0-4-5 0,-3-2 3 0,0-5-1 16,0-7-3-16,-3-2 2 0,1-4 0 0,0-3-1 15,-1-1-3-15,-1 0 0 0,1-6 0 0,9 0 3 16,-18-6-6-16,9-2 2 0,2-2-1 0,-1-7 0 15,2-1 3-15,2-2-4 0,5-6 2 0,2-2 2 16,3 0-2-16,4 1-3 0,3-1 2 0,1-3-7 16,2 1 2-16,1-2 3 0,11-5-1 0,-8 7 1 15,3 1 0-15,7-8 1 0,-7 7-2 0,2 5-2 16,-5-1-1-16,3 0 5 0,-1 3-2 0,-3-2 3 16,-2 0-3-16,-3 4 5 0,-3-1-5 0,-4 4 1 15,-1 0-3-15,-1 3 4 0,-4-2-4 0,1 0 1 16,-2 5 8-16,0-1 2 0,-3 1 2 0,1 2 4 15,-2 2-1-15,4 8-1 0,-9-11-3 0,9 11-4 16,-13-3 5-16,13 3-12 0,-15 8 1 0,2 3 0 16,-6 7 3-16,3 2-2 0,2 2-2 0,3 3-1 15,1-1-3-15,4 0 0 0,6 1-9 0,4-1-25 16,0-5-19-16,4-1-39 0,2 7-46 0,0-9-40 16,9 4-18-16,-5-6-45 0,9 1-152 0,6-2-429 15,4-4 189-15</inkml:trace>
  <inkml:trace contextRef="#ctx0" brushRef="#br0" timeOffset="69563.28">4884 13518 39 0,'-5'-4'250'0,"1"-2"-19"15,-1-4-13-15,1 2-19 0,0-3-13 0,3 0-17 16,1-1-13-16,-3-7-16 0,2 4-1 0,1-3-11 16,0 3-9-16,-1-3-7 0,2-2-9 0,-2 2-5 15,1-1-8-15,0-7-9 0,0 7-6 0,-3-7-7 16,3 2-9-16,-3 5-2 0,0-6-2 0,-2 5-9 16,0 2-2-16,0 4-1 0,-2 4-1 0,3 0-5 15,-2 1 5-15,0 1-8 0,6 8-8 0,-12-11-2 16,3 7-3-16,3 5-4 0,6-1-3 0,-19 7 0 15,6-4-8-15,4 4 2 0,0 2-3 0,-1-2 3 16,5 5-3-16,2-3-4 0,2 2 1 0,3-1 2 16,4 0 6-16,2 1 1 0,4 0-8 0,3-1-4 15,3-1 1-15,1 0 3 0,2-5-4 0,4 3-3 16,3-2 2-16,-10 0-3 0,2-2 1 0,-1 1-3 16,-1 2 3-16,-4-2-3 0,0 1 3 0,-3 3-1 15,-1 0-2-15,-2 1 1 0,1 1 1 0,-3 0-2 16,3 6 5-16,-2-2-2 0,-3-2 3 0,-1 5-1 15,1-2-1-15,1 0 0 0,-1-1 1 0,0-4 1 16,1 0 2-16,0-1-4 0,3 0 3 0,-2-2 2 16,1-1 2-16,-1-2 1 0,3-1-3 0,1-1 3 15,2-2 0-15,2-2-3 0,-1 0-1 0,1-2 1 16,0-2 3-16,2-1-2 0,-2-4-2 0,0 2 0 16,-1-4-2-16,-1 0 6 0,-1 1-2 0,-3-2 1 15,-2 3 0-15,-1 0-3 0,-1-6 1 0,-1 4 0 16,-2-2-4-16,-2-1-3 0,-2 2 2 0,-1 3 0 15,2 1-4-15,-1-2 4 0,-1 7-1 0,1-1 2 16,-1 0-4-16,4 6-1 0,-7-6 2 0,7 6-5 16,0 0 4-16,-15 7-2 0,10 2-1 15,0 0 1-15,-4 6 2 0,5 1 1 0,0-1-1 0,0 3-1 16,3-1-3-16,2-1-21 0,1 1-26 0,0-1-28 16,3-1-40-16,0-2-45 0,-1-3-46 0,3 3-186 15,-1-5-434-15,2-1 193 0</inkml:trace>
  <inkml:trace contextRef="#ctx0" brushRef="#br0" timeOffset="69790.56">5518 13204 5 0,'-8'1'214'15,"-2"1"-5"-15,-3 5-10 0,-2 2-7 0,-2 1-14 16,1 4-7-16,0-1-10 0,3 2-12 0,0 0-15 15,2 2-15-15,2-3-12 0,3 1-7 0,3 0-8 16,2-1-11-16,2-2-2 0,3-2-15 0,4 1-29 16,0-1-32-16,2 0-26 0,2-6-29 0,5 4-24 15,2-6-29-15,3-1-14 0,-1 0-9 0,5-5-17 16,-4 1-2-16,1-2-103 0,-4 0-271 0,2-3 121 16</inkml:trace>
  <inkml:trace contextRef="#ctx0" brushRef="#br0" timeOffset="70005.06">5718 13066 119 0,'-3'-16'148'0,"-1"-2"14"16,0 3 14-16,0 3 9 0,2 1 6 0,-2 2 2 15,4 9-11-15,-4-12-18 0,4 12-17 0,-6-5-19 16,6 5-12-16,0 0-7 0,0 0-1 0,0 0-3 16,-2 37 8-16,1-8 7 0,2 2-12 0,2 0-6 15,-1 1-11-15,0 1-3 0,-1-2-4 16,2 3-13-16,-1-3-7 0,1-1-5 0,2 2-8 0,-3-4-9 15,1 0-19-15,-2-9-30 0,3-2-36 16,-2 2-41-16,-2-4-41 0,2-3-43 0,-1-3-40 0,-1-9-33 16,-1 17-155-16,1-17-428 0,0 0 189 0</inkml:trace>
  <inkml:trace contextRef="#ctx0" brushRef="#br0" timeOffset="70255.12">5531 13245 132 0,'10'-8'160'0,"-10"8"-8"16,15-4-8-16,-2 4-9 0,0-2 12 0,1 1-9 15,4-1-8-15,-4 0-9 0,4 2-7 16,1-2-4-16,0 2-11 0,-6 2-8 0,6-2-11 16,-7 2-6-16,0 1 1 0,0 1-4 0,-2 1 4 15,0 4 4-15,0-1 2 0,-2 1 1 0,-1 2-7 0,-2 1-3 16,1 0-9-16,-1 4 5 0,0-2-17 0,-2 3-4 15,-2-3-7-15,3 3-21 0,-4-2-31 0,0 0-37 16,3-2-45-16,-3-1-58 0,2-1-65 0,-1 1-151 16,2-3-396-16,-3-9 175 0</inkml:trace>
  <inkml:trace contextRef="#ctx0" brushRef="#br0" timeOffset="70417.03">5735 13104 1802 0,'-7'-15'38'16,"-1"1"13"-16,3 6-17 0,0 0-33 0,5 8-46 0,0 0-9 15,-8-9 5-15,8 9-14 0,0 0-33 0,0 0-28 16,0 0-126-16,0 0-269 0,0 0 119 16</inkml:trace>
  <inkml:trace contextRef="#ctx0" brushRef="#br0" timeOffset="70691.23">5963 13005 172 0,'0'-15'198'0,"0"15"-8"16,0-11-3-16,0 11-2 0,0 0-8 0,0-13-8 16,0 13-13-16,0 0-19 0,0 0-13 0,1-11-12 15,-1 11-9-15,0 0 1 0,0 0 0 0,-4 33 1 16,2-8-4-16,-1 5-7 0,3 0-1 0,0 5-2 15,-2 11-1-15,-1-11-13 0,4-1-1 0,-1 2-5 16,3-1-3-16,-2-4-9 0,0 1-6 0,1-2-3 16,1 1-6-16,-1-2-2 0,-1-4-5 0,0 1-5 15,0-7 2-15,-1-1-4 0,2-1-17 0,-2-5-21 16,0 0-17-16,0-2-23 0,-2-1-23 0,2-9-32 16,-2 16-29-16,2-16-40 0,-6 8-32 0,6-8-32 15,0 0-161-15,-15 0-430 0,15 0 191 0</inkml:trace>
  <inkml:trace contextRef="#ctx0" brushRef="#br0" timeOffset="70937.28">5855 13308 137 0,'0'0'141'0,"0"0"-9"0,4-17-13 0,1 13-1 16,-5 4-13-16,14-8-2 0,-5 4-2 0,4-2-7 15,0 1-6-15,5-1-1 0,0 0-3 0,-2-1-3 16,0 1-1-16,-2 0-5 0,2 3-9 0,-2-4-5 15,-2 5 1-15,-1-3-7 0,-2 5 0 0,-2-4-9 16,-7 4-5-16,11-1-10 0,-3 1-2 0,-8 0 2 16,10 1 1-16,-6 3 2 0,0 1 1 0,1 4 9 15,0-2-10-15,0 5-3 0,-1-2-5 0,0 2-6 16,-2 4 5-16,0-5-26 0,-1 5-26 0,0 0-35 16,0-3-39-16,-1-1-26 0,3-1-25 0,-3 2-154 15,1-3-331-15,-1-10 147 0</inkml:trace>
  <inkml:trace contextRef="#ctx0" brushRef="#br0" timeOffset="71534.25">6030 13104 43 0,'0'0'37'0,"0"0"-11"0,28 24-5 0,-13-8-15 15,4 3-5-15,-1 3-3 0,1-2-3 0,1-1 1 16,0 0 1-16,-4-7 9 0,1-1 8 0,-1 0 20 16,1-2 7-16,2-4 17 0,-5-1 14 0,3-1 19 15,-3-1 13-15,-3-2-5 0,2 0 11 0,0-4 2 16,-2 3 1-16,-3-4-3 0,2 3-10 0,-1-3-11 16,-2 1-3-16,0-3-9 0,2 1-2 0,-1-2-7 15,-2 0 0-15,-2-3-6 0,1 0-3 16,0-1-8-16,-2-3-2 0,-3 0 5 0,0 4-3 15,-2-3 2-15,0 2-7 0,1-7 9 0,-3 7 2 0,1 2 9 16,1 0 2-16,-2-1-4 0,4 11 4 0,-6-11-11 16,0 6-6-16,6 5-11 0,0 0 0 15,-14-3-7-15,14 3-4 0,-15 17-1 0,5-2-2 16,-2 6-4-16,3 2-2 0,-1 4 0 0,4-4-4 16,1 1 1-16,3-5-3 0,0 2-3 0,3-3 1 15,3-1-3-15,1 1-1 0,0 1 1 0,4-3 1 0,0 0 2 16,3-3-4-16,-1-6 0 0,2 2-2 0,0-2 5 15,-2-4 1-15,2-3-4 0,1 2-1 0,0-4 0 16,0 0-1-16,4-1 3 0,-1-4 1 0,-2 0 1 16,0-2 0-16,-2-1 7 0,1-2-7 15,-2 1 3-15,-3-3-3 0,5 1 1 0,-4-2-4 0,1 2 6 16,-2-3-2-16,-2 2-4 0,-1 4 6 0,2-2-6 16,-2 2 0-16,1 1 4 0,-4 4-6 0,-3 5-3 15,7-10 1-15,-7 10-3 0,9-7-3 16,-9 7 3-16,0 0 3 0,0 0 2 0,15 9 4 0,-10 1 4 15,-1 0 4-15,0-1-6 0,0 4 1 16,-1 2 1-16,0 0 0 0,0 2-2 0,-1-3-4 0,-1 1-9 16,1 2-31-16,-1-5-39 0,0 3-42 0,1-2-44 15,-1-3-43-15,1 2-49 0,-2-3-171 16,0-9-453-16,4 14 202 0</inkml:trace>
  <inkml:trace contextRef="#ctx0" brushRef="#br0" timeOffset="71840.72">7273 13243 45 0,'4'-6'275'0,"-4"6"-2"16,0 0-12-16,0 0-29 0,3-7-20 0,-3 7-18 0,0 0-21 15,0 0-17-15,0 0-18 0,9-2-11 0,-9 2-10 16,13-1-6-16,0 0-9 0,0-1-2 0,6 1-3 15,0 0-9-15,4 0-1 0,4-3-3 0,1 1-6 16,-8 0-5-16,7 3-11 0,-8-2 1 16,2 1-6-16,-5 0-5 0,2-1 2 0,-6 2-5 0,-1 0 0 15,-11 0-4-15,16 2-2 0,-16-2-10 0,11 0-2 16,-11 0-1-16,0 0 5 0,0 0 2 16,14-2-20-16,-14 2-3 0,0 0 0 0,0 0-4 15,0 0-15-15,0 0-23 0,8 2-34 0,-8-2-38 16,0 0-59-16,0 0-72 0,0 0-64 0,0 0-178 0,0 0-513 15,0 20 226-15</inkml:trace>
  <inkml:trace contextRef="#ctx0" brushRef="#br0" timeOffset="73788.56">2844 14541 19 0,'0'0'161'0,"-3"-7"-12"0,3 7-6 0,-4-8-1 15,0 4 0-15,4 4-6 0,-8-7-9 0,4 1-9 16,4 6-9-16,-11-5-8 0,6 1-15 0,5 4-7 15,-14-2 2-15,14 2-6 0,-20 1-1 0,10 2-12 16,-2 0 0-16,3 1-5 0,-7 6-2 0,2 1-9 16,0 3-8-16,-4 5 0 0,3 4-4 0,1 3 8 15,0-1-9-15,4 1-7 0,-1 0-3 0,2 0-1 16,4 0-5-16,1 0 3 0,6 0 22 0,-1-8-3 16,4 2-5-16,1 4-2 0,5-7-3 0,6 4-1 15,-1-2-5-15,-1-8-2 0,2 2 1 0,3-4-5 16,-2 0 2-16,4-3-3 0,5-2 1 0,0 1 0 15,-1-5-2-15,-5-3-3 0,1 0 0 0,4-3 3 16,0-3-3-16,-8 1 2 0,0-1-4 0,1-4 1 16,-4 0-2-16,1 1 0 0,-5-5 1 0,1 3-1 15,0-4 0-15,-3 3-1 0,2-2-3 0,-5-1 5 16,-1 3 2-16,-2-2 2 0,-3-1 0 0,0 5 0 16,-2 2 3-16,-2-1 5 0,1 2-5 0,-2-1 3 15,1 3-1-15,1 4-2 0,3 4-2 0,-5-12-2 16,5 12-5-16,-6-5-2 0,6 5-2 0,0 0-2 15,-14 8 1-15,7 2 1 0,-2 4-2 0,3 0-1 16,-2 5-2-16,2 5 1 0,3-5 3 0,1-2-5 16,2 2-1-16,1 0-12 0,2-1-20 0,2 0-35 15,1-3-33-15,0 1-42 0,3-3-31 0,-1-2-32 16,1-1-21-16,-3-1-119 0,1 0-376 0,1-2 167 16</inkml:trace>
  <inkml:trace contextRef="#ctx0" brushRef="#br0" timeOffset="74089.39">3260 14905 112 0,'0'0'141'0,"7"-2"8"0,-7 2-4 15,0 0 4-15,0 0 5 0,0 0 4 0,7-2 0 16,-7 2 1-16,0 0-3 0,0 0 2 0,0 0 1 16,0 0-12-16,0 0-6 0,0 0 0 0,0 0-3 15,0 0-14-15,-13-13 11 0,13 13-14 0,-1-9-14 16,1 9-9-16,0-13-8 0,4 1-8 0,-1 1-11 15,5-5-2-15,5 1-12 0,-2-2-18 16,3 3 5-16,3-4-1 0,-3 5-8 0,0 3-2 0,1 0-4 16,-3 5-5-16,0 0 1 0,0 3-10 15,-2 2-2-15,1-1-2 0,0 4-4 0,1 2 3 0,-5 1-3 16,5 3-4-16,-2 3 1 0,-1 3-5 0,0 1 6 16,-1 2-10-16,-2-1-15 0,0 0-23 15,-2 3-23-15,0-3-25 0,-3 0-29 0,1-1-30 16,0 0-47-16,-2-3-42 0,1-2-217 0,-1-1-494 15,-1-2 219-15</inkml:trace>
  <inkml:trace contextRef="#ctx0" brushRef="#br0" timeOffset="74318.65">3699 14508 191 0,'-2'-6'248'0,"2"6"-23"0,-5-9-25 0,5 9-25 0,-3-5-16 16,3 5-14-16,0 0-6 0,0 0 5 16,-3 20-1-16,6-2-10 0,-2 6-11 0,-1 2-12 15,3 0-10-15,-3-1-9 0,2 2-9 0,0 2-9 16,-1 0-6-16,2 0-4 0,-3-1-7 0,1-2-25 16,2 1-37-16,-3-2-32 0,0-6-56 0,0 0-54 15,1-2-58-15,-4-1-162 0,2-3-398 0,-3-1 176 16</inkml:trace>
  <inkml:trace contextRef="#ctx0" brushRef="#br0" timeOffset="74917.16">3827 14849 12 0,'5'-8'185'0,"-1"-2"-16"0,-1 1-1 16,-2-2-2-16,-1-1-8 0,2 3-14 0,-2-5-12 15,0 6-7-15,-1-2 3 0,1 10 0 0,0-14-4 16,1 7-8-16,-1 7-11 0,0-9-11 0,0 9-13 16,2-8-9-16,-2 8-7 0,5-5-6 0,-5 5-8 15,11-1-8-15,-11 1-7 0,17 6-2 16,-9-4-5-16,1 4-2 0,2 1-7 0,1 6 3 16,-5-3-2-16,3 4-3 0,-2 0-1 0,0 1-3 15,3 0-1-15,-6-1 0 0,1 1-5 0,-4-2 1 0,2-3 2 16,-1 1-4-16,-1-4 3 0,1 3-5 0,-2-3 1 15,3-2 1-15,-4-5-2 0,3 9 3 16,1-6 2-16,-4-3 2 0,8 6 8 0,-8-6 1 16,12 0 6-16,-12 0 3 0,14-6-1 0,-5 1-3 15,1-5 1-15,-3 3-4 0,2-5 2 0,3 1-5 16,1-3 0-16,-3-2 0 0,-2 0-3 0,2 2 0 16,-3-6-7-16,1 4 4 0,0-1-2 0,-7-1-2 0,2 2 1 15,-2 5-3-15,-2-6 1 0,1 7 4 16,0-3-1-16,0 13 7 0,-4-11 0 0,4 11-1 15,-5-10-5-15,5 10 0 0,0 0-4 0,0 0-1 16,0 0 1-16,-25 13 0 0,15 1-7 0,-1 2-1 16,-1 0 5-16,6 0-3 0,1 3-7 0,2 0-13 0,-2 1-24 15,4-4-32-15,-1 4-29 0,6-2-48 0,1-7-49 16,6 2-46-16,0 0-157 0,2-2-434 16,6-4 192-16</inkml:trace>
  <inkml:trace contextRef="#ctx0" brushRef="#br0" timeOffset="75204.65">4750 14548 148 0,'-4'-8'291'0,"-1"-1"-17"0,1 5-23 0,4 4-24 15,-5-8-24-15,5 8-20 0,-1-8-24 0,1 8-20 16,0 0-15-16,0 0-13 0,0 0-8 0,0 0-5 16,-2 32-10-16,4-8-8 0,-4 2-9 0,4 4-1 15,-1-1-8-15,-2-2-5 0,-1 2-9 0,1 0 0 16,-1 0-9-16,0-1 2 0,0-1-2 0,2-1-7 16,1-6-25-16,-2 4-31 0,0-8-34 0,-1 0-25 15,1-4-40-15,1 0-57 0,0-2-37 0,0-3-168 16,-1-1-417-16,1-6 185 0</inkml:trace>
  <inkml:trace contextRef="#ctx0" brushRef="#br0" timeOffset="75891.28">4614 14691 115 0,'0'0'162'0,"11"-10"-17"0,-11 10-14 15,19-1-12-15,-8 0-16 0,3-1-6 0,4 0-14 0,-4 3-2 16,3-5-14-16,-3 1-2 0,0 2-9 0,0 1-8 16,-2 1-2-16,-1-1 2 0,-11 0-9 15,17-1-14-15,-17 1 2 0,13 1 1 0,-13-1-2 0,8 3 3 16,-8-3 7-16,0 0 1 0,8 7 7 0,-8-7 3 16,0 10 17-16,-3-1-2 0,0 0 1 15,-2 2-9-15,-2 1 2 0,1 5-5 0,-1-2-5 0,5 0-2 16,-2 1-3-16,0-1-7 0,4-2-1 0,3 0-2 15,-1-2-7-15,3-1 2 0,1 1-4 0,1-2 0 16,0-2-2-16,3-1-1 0,0-3 0 0,2 0-2 16,5-2-1-16,-4-2-1 0,1-2-1 15,7-2-2-15,-9 1 6 0,3-3-2 0,0-2 7 16,-5 0 3-16,0 0 4 0,1 1-3 0,-4-2 1 0,0 0-2 16,0-3 4-16,-4 1-4 0,2 2 2 15,-1-2 0-15,-4 3-6 0,2-3 4 0,-2 12-3 16,0-15 5-16,0 15-4 0,0 0-2 0,-2-15-1 15,2 15-7-15,0 0 0 0,-5-8-6 0,5 8-4 16,0 0 1-16,0 0 0 0,0 0-1 0,0 0 3 16,0 0-1-16,5 35-3 0,-1-27 0 0,0 2 0 15,3-2 2-15,-2 0-1 0,2 1 2 0,-1-2-2 0,3-1 2 16,2 0 1-16,0 0-2 0,0-2-2 16,2-2 2-16,5-2 3 0,0-1 0 0,1-3-1 15,-2-2 1-15,2-1-1 0,-3-2-1 0,2-1 2 16,-4-1 0-16,0-2 3 0,-2 1 12 0,-2-4 5 15,-4 0-1-15,0-2-1 0,-3 0 3 0,0 2-4 16,-2-3 2-16,2 0 0 0,-3-5-3 0,0 2-1 16,-1 5-3-16,-1-4-1 0,0 7 7 0,0 1 2 0,1 3 3 15,1 1 2-15,-1-3-5 0,1 12-2 16,-1-11-3-16,1 11-8 0,0 0-5 0,-2-6-2 16,2 6-2-16,0 0-2 0,0 0 4 0,5 42-3 15,-5-14 3-15,-1 0-13 0,0 5 16 0,-2 1-1 16,2 0-11-16,-2 0 9 0,2-2-1 0,0 0-1 15,1 1-2-15,0-3 1 0,0-1-12 0,1-2-14 16,0-1-27-16,-1-8-28 0,0 0-33 0,2-2-32 16,-4 3-45-16,4-8-51 0,-2-3-41 0,-2 2-168 15,2-10-482-15,0 0 213 0</inkml:trace>
  <inkml:trace contextRef="#ctx0" brushRef="#br0" timeOffset="76087.35">5391 14639 109 0,'0'0'192'0,"12"-2"-8"0,-12 2-3 15,14 4-4-15,-6 5-5 0,-2-3-7 0,2 4-8 16,-3 1-14-16,-3 1-11 0,-2 4-13 0,0 2-10 16,-2 0-8-16,-1-1-11 0,-3-2-22 0,1 2-28 15,-2-2-30-15,2 1-37 0,-3-2-50 0,2-4-37 16,4-4-48-16,-3 1-134 0,5-7-318 0,-8 8 140 15</inkml:trace>
  <inkml:trace contextRef="#ctx0" brushRef="#br0" timeOffset="76307.25">5610 14452 43 0,'0'0'243'0,"4"-11"-25"16,-4 11-21-16,0 0-17 0,0 0-4 0,0 0 5 15,0 0-5-15,0 34 7 0,-3-7-4 0,1 1-8 16,-1 3-10-16,2 2-6 0,-2-3-11 16,2 0-16-16,0 2-11 0,-1 0-12 0,1-1-8 15,2-3-10-15,2 0-8 0,0 1-7 0,-2-9-31 0,-1-1-43 16,1-1-34-16,0-1-38 0,1-2-53 0,-2-3-52 16,2-2-58-16,0 0-176 0,-2-10-448 15,-3 11 198-15</inkml:trace>
  <inkml:trace contextRef="#ctx0" brushRef="#br0" timeOffset="76721.2">5711 14694 64 0,'0'0'183'16,"11"-3"-4"-16,-11 3-9 0,0 0-14 0,0 0-5 15,0 0-10-15,15 9-11 0,-15-9-15 0,-2 12-8 16,2-12-9-16,-13 18-10 0,7-8-8 0,-7 2-11 15,3-3-16-15,2-2-14 0,-1 1-6 0,2-3-6 16,7-5-6-16,-11 9-8 0,9-5-2 0,2-4-5 16,0 0-3-16,-4 10 0 0,4-10 7 0,0 0-1 15,0 0 0-15,19 4 12 0,-19-4 3 0,25-1 1 16,-9-2 1-16,5 1 2 0,-2-1-1 0,1-2-2 16,1 2 2-16,-1-3 2 0,1 0-3 0,-1-1-1 15,2 2 8-15,-4-4 0 0,0 1 1 0,-1-1 2 16,-3-1 10-16,-3 4 14 0,-1-2-1 0,-2 0 5 15,-2-1 0-15,0 1 4 0,-2-1-2 0,-1-1 1 16,-3 10-9-16,0-16-3 0,0 16 1 0,-7-16 2 16,5 9-4-16,2 7-5 0,-9-9-3 0,9 9-4 15,-12-7-5-15,12 7 0 0,-15 3-12 0,15-3-3 16,-19 10 0-16,10-2-2 0,1 3-5 0,1 4-4 16,-2-1 2-16,4-3-5 0,2 1-9 0,2 4-13 15,-2-4-25-15,6 5-9 0,-1-6-29 0,2 0-19 16,1-1-31-16,3 1-51 0,2-3-54 0,-1-1-218 15,2 2-487-15,1-6 216 0</inkml:trace>
  <inkml:trace contextRef="#ctx0" brushRef="#br0" timeOffset="77110.31">6222 14707 199 0,'-13'-8'236'16,"3"7"-6"-16,0-3-2 0,0 2-21 0,0 1-7 15,-2 2-10-15,2 2-14 0,-3 0-18 0,1 1-17 16,0 3-12-16,1 1-10 0,2-2-15 16,2 4-7-16,-2-2-11 0,4 4-7 0,-2-2-11 15,5-1-3-15,-1 5-10 0,2-7-1 0,0 2-8 16,2 0-3-16,0-3-3 0,2 0-6 0,2 0-4 0,0-2-1 16,1-1-1-16,-6-3-6 0,17 0 3 0,-8-2-4 15,0-3-3-15,4-1-5 0,-4-1 4 0,0-4 0 16,1-1-4-16,0 0-1 0,-2-3-1 15,1-1 6-15,-3 0-6 0,0 0-1 0,0-3 2 0,-3-1-3 16,1 2 2-16,-4-6-1 0,4 5-2 0,-4 0 3 16,0 0-4-16,1 0 1 0,1 2 6 0,-2 5 7 15,0 1 21-15,0 11 9 0,-2-14-1 0,2 14-3 16,2-13-13-16,-2 13-6 0,0 0-1 0,0 0 1 16,0 0-5-16,0 0 4 0,0 0-3 0,6 34-2 15,-5-15-3-15,-1 6-14 0,0 1 13 16,2-1-2-16,-4 2 0 0,2-9-10 0,4 8-33 15,-6-8-47-15,3 0-53 0,4 0-53 0,-2-3-83 0,-2 1-271 16,1-5-578-16,0 0 256 0</inkml:trace>
  <inkml:trace contextRef="#ctx0" brushRef="#br0" timeOffset="77283.23">6807 14707 111 0,'8'-5'252'0,"-8"5"-21"0,0 0-20 0,0 0-19 0,13-2-23 16,-13 2-17-16,8-2-35 0,-8 2-35 15,0 0-50-15,17-4-58 0,-6 1-67 0,-11 3-146 16,16-5-258-16,-4 0 114 0</inkml:trace>
  <inkml:trace contextRef="#ctx0" brushRef="#br0" timeOffset="77809.42">8445 14454 22 0,'-2'-11'250'0,"0"2"-5"0,-2-2-13 15,1 2-4-15,1 3-7 0,2 6-15 0,-2-11-23 16,2 11-22-16,-2-6-20 0,2 6-10 0,0 0-8 15,0 0 5-15,-6 32 2 0,2-8-12 0,-1 8-10 16,1 1-10-16,-1 2-4 0,2 0-10 0,0 11-10 16,1-12 0-16,1-1-9 0,1-2-8 0,3-2-6 15,0-1-17-15,0-3-23 0,-3-6-32 0,2 1-43 16,-1-4-30-16,-1 0-32 0,2-6-27 0,-1-1-29 16,0-2-28-16,1 0-4 0,-2-7-154 0,0 0-398 15,-3 8 176-15</inkml:trace>
  <inkml:trace contextRef="#ctx0" brushRef="#br0" timeOffset="78028.15">8595 14419 42 0,'12'-1'141'0,"2"1"0"0,-2 3-7 15,-1 2-3-15,0-1 8 0,-2 3-4 0,0 3-2 16,-1 0-4-16,-4 2 1 0,0 5-6 0,-6-1-10 15,1 3-3-15,-3-3-13 0,-4 3-4 16,-3 2-8-16,0-5-8 0,-1-1-4 0,-1 0-10 0,0-1-10 16,-2-1-23-16,1-4-34 0,0 2-35 0,4-4-57 15,0-2-30-15,1 0-54 0,-2-2-112 0,5-1-314 16,6-2 138-16</inkml:trace>
  <inkml:trace contextRef="#ctx0" brushRef="#br0" timeOffset="78443.5">8926 14486 93 0,'15'-2'152'0,"2"0"-9"0,0 2-16 16,0 0-14-16,0-3-6 0,-4 3-13 0,-2 0-10 16,0 0 0-16,-3 2-15 0,-1-2-5 0,-7 0-9 15,13 0-9-15,-13 0 9 0,0 0 5 0,10-2 13 16,-10 2 2-16,0 0 4 0,0 0-7 0,8 2-4 15,-8-2-4-15,0 0-9 0,0 0-8 0,0 0-1 16,1 9-3-16,-1-9 0 0,-2 18 9 0,-1-7-4 16,-1 6 0-16,2 1-1 0,-3 1-3 15,-3 7 2-15,4-1-8 0,2 1 4 0,-2-1-5 0,0-6-1 16,3-2-3-16,-1 2 4 0,1 1-12 0,-3-1 2 16,2-3-5-16,-1 1 0 0,3-2 0 0,-4-5-3 15,3 0-3-15,-1 1 1 0,0-2-3 0,-2-2 2 16,-1-1-1-16,3 0-2 0,-4-3-1 0,1 1-1 15,-3-1 0-15,8-3 0 0,-13 2 4 0,6-2-2 16,7 0-7-16,-12-2 1 0,12 2-5 0,-9-3 4 16,9 3-5-16,-6-4 3 0,6 4-2 0,0 0 0 15,-3-7 2-15,3 7-3 0,0 0-3 0,0 0 1 16,12-11-7-16,-1 5-10 0,1 5-22 0,0-3-27 16,6 1-37-16,0 0-28 0,2-2-26 0,1 1-39 15,0-1-158-15,0-1-384 0,4-1 169 0</inkml:trace>
  <inkml:trace contextRef="#ctx0" brushRef="#br0" timeOffset="78748.14">9338 14557 147 0,'0'0'165'0,"0"0"-16"15,0 0-6-15,0 0 2 0,10 2 6 0,-10-2 10 16,4 18-1-16,0-2 5 0,1 0-12 0,-1 3-15 0,0 0-9 15,3 6-5-15,0-7-8 0,-2 0-5 0,0-3-7 16,1 2-6-16,-1-2-7 0,3 2 1 0,-3-6-6 16,0-2-11-16,0 0-5 0,1-3-5 0,-1 3 2 15,1-5 0-15,-2 0-4 0,0-1-2 0,2 0 2 16,-6-3-1-16,13-3-11 0,-6-2-2 0,2-1 2 16,0-3-9-16,5-2-3 0,-2-2-3 0,2-1-4 15,1-6 2-15,2-2-11 0,-3-1 3 0,1 2-7 16,-2-3 2-16,0 1-10 0,1-1-5 15,0 1-21-15,0 0-21 0,-4 7-28 0,-3 5-41 16,2 2-43-16,-3-2-33 0,-1 3-81 0,-5 8-213 16,5-7-516-16,-5 7 229 0</inkml:trace>
  <inkml:trace contextRef="#ctx0" brushRef="#br0" timeOffset="78914.57">10170 14690 34 0,'19'-3'219'0,"4"2"-15"0,-2 0-27 0,8-1-17 0,-9 1-43 15,1 1-61-15,-3 0-60 0,-4 1-44 16,-3 2-44-16,-2-2-46 0,-4 2-148 0,-5-3 65 16</inkml:trace>
  <inkml:trace contextRef="#ctx0" brushRef="#br0" timeOffset="79047.18">10248 14802 57 0,'-4'3'163'0,"4"-3"-3"0,-8 7-13 0,8-7-3 16,-3 8-7-16,3-8-11 0,-3 5-5 15,3-5-18-15,0 0-6 0,8 9-18 0,-8-9-34 0,11 0-27 16,-1-1-61-16,3-5-63 0,-1 2-102 0,7-2-226 16,8-3 100-16</inkml:trace>
  <inkml:trace contextRef="#ctx0" brushRef="#br0" timeOffset="79393.28">11169 14471 257 0,'17'-4'275'15,"3"2"-16"-15,-2 2-17 0,3 1-21 0,-1 2-20 0,-1 3-18 16,0 3-14-16,-1-2-17 0,-3 2-19 0,0 2-8 15,-5 1-11-15,-1 4-8 0,-4-1-11 16,-2 3-6-16,-5 0-8 0,0-1-5 0,-6 1-4 16,-2 0-11-16,-3-3-4 0,-1 0-1 0,-6 2-11 15,-1-2-3-15,4-3-4 0,-3-3-3 0,2 0-6 0,-2-1-3 16,3-1 2-16,3-4-2 0,2 2-7 0,0-2 3 16,5-1-3-16,1 1-2 0,6-3-4 0,-9 2-2 15,9-2 2-15,-9 4-3 0,9-4 3 16,0 0-6-16,0 0-3 0,0 0 2 0,0 0 1 15,24 0 0-15,-6 1-21 0,0-1-1 0,3 2 4 0,7-1-3 16,0-1-15-16,2-3-23 0,0 3-28 0,-1-1-38 16,-3-1-41-16,3 0-46 0,-2 0-41 15,-5 0-174-15,-3-1-455 0,-2-4 201 0</inkml:trace>
  <inkml:trace contextRef="#ctx0" brushRef="#br0" timeOffset="79728.61">11652 14499 264 0,'0'0'267'0,"2"-10"-19"0,-2 10-16 0,0-8-28 15,0 8-21-15,0 0-13 0,0 0-1 0,0 0-8 0,7 21-7 16,-2-5 0-16,-2 3-14 0,1 5-5 0,1 1-9 16,-2 2-9-16,-2-3 8 0,3 2-10 0,1-7-12 15,-2 1-8-15,3-1-2 0,-1-1-14 16,1-2 3-16,2-1 0 0,-2-2-9 0,-2-4-7 15,5 0-9-15,-4 1-1 0,2-5-4 0,-3 0 6 0,5-2 14 16,-5-2-11-16,5 0-2 0,-9-1-6 16,16-4-8-16,-7-3 7 0,0-3 6 0,5 0 3 0,-3-4-10 15,0-3-10-15,4-3-6 0,-1-6-1 16,2 3-12-16,-2-6 1 0,1 0-3 0,2-3 1 0,6-11-5 16,-7 15 3-16,0 2-6 0,0-1-8 0,-3 4-30 15,-1 8-18-15,-4-1-25 0,-1 6-31 0,-3 1-35 16,0 3-54-16,0 1-56 0,-4 5-35 15,5-3-10-15,-5 3-10 0,0 0-194 0,0 23-532 16,-3-6 235-16</inkml:trace>
  <inkml:trace contextRef="#ctx0" brushRef="#br0" timeOffset="80184.75">12089 14854 191 0,'-3'8'222'16,"1"-1"-2"-16,0 1-7 0,2-8-1 0,-4 12 3 15,1-5 1-15,1-1-4 0,2-6 0 0,-2 11-6 0,2-11-4 16,-5 7 2-16,5-7 12 0,0 0 5 16,-1 6-2-16,1-6-3 0,0 0-21 0,0 0-17 0,0 0-13 15,0 0-5-15,-9-19-14 0,9 8-14 16,4 1-5-16,-2-1-18 0,1-2-10 0,3-4-5 16,1 3-11-16,-1-1-8 0,3 1-7 0,0 2-11 0,-2 1-4 15,2 4-5-15,0-2-6 0,0 0-11 0,-1 5 2 16,2-1-7-16,-1 1 3 0,-2 4-7 15,4 3-5-15,2 0-3 0,-4 2 0 0,3 2-6 0,-3 1 3 16,-1 2-7-16,-1-1 1 0,2 1 7 0,0-1-7 16,-3 3-2-16,-1-2 2 0,-1 0 1 0,1 0 0 15,0-2-1-15,-2 0-3 0,0-3 0 0,0 0 0 16,-3-5 5-16,4 7 1 0,-4-7-3 0,0 0 5 16,2 8 2-16,-2-8 2 0,0 0-8 0,0 0 5 15,0 0-4-15,0 0-2 0,0 0 0 0,10-21 1 16,-5 15 0-16,1-5-2 0,1 4 4 0,1-5-11 15,8-2 0-15,-5 2 5 0,3 1-6 0,-1 2 0 16,-1 1-1-16,-1 1 2 0,0 5-5 0,-1-2-1 16,-2 4 1-16,-8 0-2 0,15 6 3 15,-5 1 2-15,-4 2 6 0,1 1-4 0,-1 5 2 0,0-1 2 16,-4 5 2-16,0-1-28 0,-2-1-58 0,0-1-76 16,0 1-100-16,-2-2-113 0,-5-1-402 0,6-1-838 15,-3-3 371-15</inkml:trace>
  <inkml:trace contextRef="#ctx0" brushRef="#br0" timeOffset="156203.15">20429 11390 14 0,'-5'-10'25'16,"5"10"-5"-16,-4-9-6 0,2 2-14 0,2 7-4 15,-5-9-1-15,3 3 0 0,2 6-6 0,-3-12-9 16,1 5 4-16</inkml:trace>
  <inkml:trace contextRef="#ctx0" brushRef="#br0" timeOffset="-87433.7">18868 11335 28 0,'7'-2'25'0,"-7"2"-18"0,0 0-17 0,14 4-12 15,-14-4 6-15</inkml:trace>
  <inkml:trace contextRef="#ctx0" brushRef="#br0" timeOffset="-86771.32">21703 11268 4 0,'0'0'17'15,"0"0"2"-15,-10 5 0 0,10-5-10 0,0 0-2 0,-5 4-1 16,5-4 1-16,0 0-5 0,-4 7-7 0,4-7-10 15,-3 5-15-15,3-5 8 0</inkml:trace>
  <inkml:trace contextRef="#ctx0" brushRef="#br0" timeOffset="-86535.82">21664 11359 26 0,'0'0'52'0,"0"0"-9"15,0 0-13-15,0 0-9 0,0 0-13 0,0 0-8 16,0 0-30-16,0 0-33 0,0 0 14 0</inkml:trace>
  <inkml:trace contextRef="#ctx0" brushRef="#br0" timeOffset="-83319.92">21747 11205 57 0,'0'0'69'0,"0"0"-13"0,0 0 3 0,0 0-10 16,0 0-19-16,0 0-17 0,0 0-23 0,0 0-45 16,0 0-57-16,0 0 26 0</inkml:trace>
  <inkml:trace contextRef="#ctx0" brushRef="#br0" timeOffset="-77673.75">19540 10992 25 0,'0'0'79'16,"0"0"-17"-16,0 0-20 0,0 0-16 0,0 0-14 0,0 0-26 15,0 0-25-15,0 0-42 0,0 0 19 0</inkml:trace>
  <inkml:trace contextRef="#ctx0" brushRef="#br0" timeOffset="-129014.18">19395 10389 3 0,'0'0'13'0,"0"0"-5"16,0 0 1-16,7-4-3 0,-7 4 2 15,0 0-5-15,0 0 0 0,8-4 0 0,-8 4 5 16,0 0-5-16,6-3-2 0,-6 3 4 0,8-3-1 0,-8 3-3 15,5-3-1-15,-5 3 3 0,0 0-3 0,9-3 2 16,-9 3 0-16,6-4 1 0,-6 4 1 0,9-1-1 16,-9 1-2-16,9-2 4 0,-9 2 0 0,0 0 0 15,9-1 1-15,-9 1 0 0,0 0-3 0,9-1 5 16,-9 1 0-16,0 0 1 0,0 0-3 0,11-2-1 16,-11 2 5-16,0 0-5 0,11 0 3 0,-11 0-3 15,6-2 4-15,-6 2-3 0,0 0-3 0,11-1 0 16,-11 1 0-16,8 0 3 0,-8 0 0 0,0 0-3 15,12-1-1-15,-12 1 2 0,0 0 0 0,14-1-5 16,-14 1 2-16,9 1 4 0,-9-1-5 0,0 0 1 16,12-1 1-16,-12 1 1 0,8-2-1 0,-8 2-7 15,0 0 7-15,12-1 1 0,-12 1-2 0,10 1 2 16,-10-1-5-16,7 0-1 0,-7 0 8 0,9 0-5 16,-9 0-2-16,0 0 0 0,14-2 4 0,-14 2 0 15,9 0 3-15,-9 0-7 0,9-1-1 0,-9 1 8 16,7-2 1-16,-7 2-3 0,0 0 0 0,0 0-3 15,10 0 1-15,-10 0-2 0,0 0 3 0,0 0-3 16,0 0 0-16,0 0 2 0,0 0 1 0,10 0-3 16,-10 0 6-16,0 0-6 0,0 0 4 0,0 0-2 15,7 3-3-15,-7-3 0 0,0 0 4 0,0 0 0 16,6 1-1-16,-6-1 2 0,0 0-6 0,0 0 5 16,0 0-3-16,0 0-4 0,5 5 0 0,-5-5-4 15,0 0 1-15,0 0-2 0,0 0 2 0,5 5-6 16,-5-5 0-16,0 0-4 0,0 0 1 0,3 5-13 15,-3-5-32-15,0 0 15 0</inkml:trace>
  <inkml:trace contextRef="#ctx0" brushRef="#br0" timeOffset="-127787.79">19891 10373 7 0,'0'0'9'16,"11"0"-4"-16,-5-1 2 0,-6 1-5 0,14 0 1 16,-8-1 2-16,-6 1-4 0,19-2-2 0,-9 1 6 15,-3 1-1-15,5-1 1 0,-3 1 2 0,1-2-7 16,1 2 0-16,0 0-2 0,-1 0 3 0,0 0 2 0,-1-1-6 16,0 1 3-16,4-2-2 0,-2 2 3 15,1-1-2-15,0 0 3 0,-1-1-4 0,3 2 5 16,-3 0-2-16,3-3 1 0,4 2 2 0,1-2 3 15,1 1-3-15,1-1-1 0,0 3 1 0,-1 0-5 16,1-1 7-16,-1 1-8 0,-1-2 0 0,3 2 2 0,-3 0-4 16,-1 0 2-16,1 0 2 0,-1-1 2 0,3 1-2 15,-2-1-1-15,-1 1 1 0,1 0 2 16,0-2 0-16,-1 5-5 0,2-3 1 0,-2 0 3 16,1 1-8-16,3-1 7 0,-1 2-6 0,0-2-6 0,-2 1 10 15,-1-1-8-15,0 2-9 0,0-2 5 0</inkml:trace>
  <inkml:trace contextRef="#ctx0" brushRef="#br0" timeOffset="-127043.07">21121 10304 20 0,'20'3'18'0,"2"-3"-2"16,-2 3 0-16,2-1-2 0,-3 1 0 0,0 1 3 15,-1-1-3-15,2-1-4 0,-3 1-1 0,-1 1-5 16,-1-2 5-16,-2 1-4 0,2 0 2 0,3 0 2 16,-6 0-3-16,2-2 0 0,-3 1-1 0,2 0 1 15,-3 1 2-15,0 0-6 0,3-1 4 0,-3 1 6 16,1 1-6-16,-1-2-3 0,0 2 4 0,2 0 1 15,0-2-4-15,1 3 2 0,1-2 0 0,2 1 2 16,-3-1-4-16,6 2-1 0,-4 1 7 0,-2-1-7 16,6-2 6-16,-4 4-7 0,-1-3 2 0,2 2-2 15,-4-1 0-15,5 1-15 0,1-1 13 0,-3 0 7 16,-2 0-2-16,4-1-2 0,-4 1 0 0,-1-3-1 16,3 4-1-16,2-2 1 0,-3-1-4 0,3 1 0 15,-3-1-3-15,2 0 6 0,-3 1 0 0,4 0 1 16,-2-3 0-16,-3 2-3 0,-1 0 4 0,2 1-3 15,-3-2 2-15,2 0 1 0,-4 1-1 0,-1-1 1 16,-1 0-7-16,0 1 1 0,-6-3 0 0,11 3-7 16,-11-3-5-16,8 4 9 0,-5 0 3 0,-3-4 3 15,9 3-6-15,-9-3-6 0,8 5 4 0,-4-3-3 16,-4-2-3-16,6 4 4 0,-6-4 1 0,9 4-4 16,-9-4-7-16,8 2-12 0,-8-2 27 0,7 2-22 15,-7-2-27-15,6 4 12 0</inkml:trace>
  <inkml:trace contextRef="#ctx0" brushRef="#br0" timeOffset="-126880.66">22122 10565 6 0,'0'0'8'0,"0"0"-1"0,0 0-1 15,0 0 7-15,0 0 4 0,0 0-1 0,0 0-5 0,0 0 6 16,13-5-1-16,-13 5-4 0,0 0-1 0,7-2 2 16,-7 2 0-16,0 0-5 0,0 0-1 15,0 0-3-15,8-1-4 0,-8 1-8 0,0 0 3 16,0 0-4-16,0 0 0 0,0 0-17 0,0 0-28 0,0 0 90 15,0 0-55-15,0 0-20 0,0 0 10 0</inkml:trace>
  <inkml:trace contextRef="#ctx0" brushRef="#br0" timeOffset="-125590.13">19707 10422 19 0,'0'0'22'0,"0"0"-1"0,0 0-1 0,5-3-4 15,-5 3-2-15,0 0 6 0,0 0-6 0,0 0-1 16,0 0 2-16,8-5 0 0,-8 5-1 0,8-3-4 16,-8 3 1-16,7-2 4 0,-7 2-1 0,9-4-5 15,-9 4 4-15,13-2 2 0,-8 2-10 0,-5 0 4 16,13-3 3-16,-6 2-4 0,-7 1 8 0,15-3-5 15,-9 1 9-15,2 2-7 0,-8 0-1 0,19 0 1 16,-9-2-5-16,3 1 3 0,-3 1 3 0,2 0-9 16,2 0 4-16,-1 0-4 0,3 1 4 0,-2 1-6 15,-1-2 2-15,0 0-2 0,0 0 6 0,4 2-1 16,3-1-2-16,-5 1-2 0,4-2 2 0,-2 2 0 16,2-2 1-16,-1 2 0 0,0-1-6 0,1 0 1 15,0-1 5-15,4 2 2 0,-3-2-2 0,2 1-4 16,6 1 1-16,-1-1-4 0,-6 1 4 0,-1 0-1 15,-2 2-6-15,2-2 1 0,-2 2 4 0,0-2 0 16,0 0-5-16,-4-1 1 0,-1 4 5 0,5-1 2 16,0-1-4-16,-3 0 2 0,3 1 1 0,-1-2-5 15,-1 2 0-15,2-1-1 0,1-2 4 0,0 2-1 16,-1-1 0-16,3 1-3 0,-2-2 2 0,3 2 1 16,-3-2-2-16,0 0 4 0,3 1-3 0,-4-2-8 15,1 3-1-15,-5-3 1 0,0 2-2 0,0-1 2 16,0-1-6-16,-4 1 1 0,2-1 0 0,-2 1 0 15,-2 2-2-15,-8-3-1 0,12 1-4 0,-6 0 1 16,-6-1-4-16,0 0-1 0,10 2 0 0,-10-2 1 16,0 0-1-16,9 1-5 0,-9-1-17 0,0 0-49 0,5 3 22 15</inkml:trace>
  <inkml:trace contextRef="#ctx0" brushRef="#br0" timeOffset="-124415.01">21318 10401 1 0,'6'-2'40'0,"4"-1"-1"0,2 1-1 0,-1 0-1 15,8 0-10-15,0-1-4 0,1 2 0 0,1-2 1 16,1 2-3-16,0 1-13 0,5-3-5 0,-4 3-6 0,-2-1-5 16,2 1-3-16,-2 0-9 0,7-3-3 15,-8 3-14-15,1 0-40 0,1 0 19 0</inkml:trace>
  <inkml:trace contextRef="#ctx0" brushRef="#br0" timeOffset="-87661.76">18869 10796 39 0,'-5'-4'60'0,"5"4"-2"0,0 0-5 0,0 0-10 16,0 0-1-16,0 0-2 0,-6-5-9 0,6 5 1 15,0 0-6-15,0 0-3 0,0 0-2 0,0 0-4 16,0 0 1-16,0 0 0 0,0 0-7 0,0 0 3 16,0 0-5-16,15-7 1 0,-15 7 2 0,10-2-1 15,-10 2-3-15,14 0 1 0,-8-1-3 0,-6 1-1 16,16 1-1-16,-7-1-6 0,-9 0 8 0,16-3-8 15,-5 5 3-15,-1-4-2 0,0 4 4 0,0-1-6 16,2-1-3-16,-2 0 8 0,3 0-4 0,-3 0 3 16,0 0-6-16,0 3 6 0,2-2-3 0,-3-1 2 15,1 3-8-15,0-3 11 0,-1 0-9 0,3 0-1 16,-2 1-4-16,3 0 6 0,-1 0-14 0,0-1-2 16,2 2-10-16,-1-1 8 0,0 2-10 0,5-3-2 15,-4 0-4-15,4 0-24 0,1 2-68 0,0-1 30 0</inkml:trace>
  <inkml:trace contextRef="#ctx0" brushRef="#br0" timeOffset="-87340.38">20011 10794 16 0,'17'0'30'0,"-2"-2"0"0,2 1-10 0,2 2 2 15,0-1-3-15,1-1-7 0,-1 0-6 0,0-1-6 16,3 1 4-16,6 1-4 0,4-1 1 0,-2-2-9 16,1 0 1-16,-2 0-6 0,0-1 0 0,0 2-8 15,-7 0-21-15,3 0 11 0</inkml:trace>
  <inkml:trace contextRef="#ctx0" brushRef="#br0" timeOffset="-86791.51">22178 10850 14 0,'23'0'33'0,"3"0"-9"0,3 0-9 16,1 0-12-16,0 0-8 0,0 1-1 0,1-1-7 15,0 0-15-15,-1-1 7 0</inkml:trace>
  <inkml:trace contextRef="#ctx0" brushRef="#br0" timeOffset="-86270.11">24803 10849 7 0,'0'0'4'16,"0"0"-7"-16,0 0-1 0,0 0 1 0</inkml:trace>
  <inkml:trace contextRef="#ctx0" brushRef="#br0" timeOffset="-83611.47">19425 10432 25 0,'0'0'36'0,"0"0"-6"0,0 0-9 16,0 0 7-16,5-5-5 0,-5 5 5 0,0 0-7 16,0 0-3-16,0 0 3 0,0 0-3 15,0 0-6-15,0-9 4 0,0 9 5 0,0 0-2 0,0 0-1 16,0 0 2-16,0 0-4 0,0 0-4 0,0 0 3 16,-3-11 0-16,3 11-4 0,0 0-2 0,0 0-1 15,0 0 4-15,0 0-4 0,3-7 0 0,-3 7 4 16,0 0-7-16,0 0 9 0,0 0 2 0,0 0-2 15,0 0-9-15,-6-6 6 0,6 6 2 0,0 0-4 16,0 0 2-16,0 0 1 0,0 0-3 0,0 0-4 16,0 0-13-16,0 0 17 0,0 0-3 0,0 0-5 15,0 0-6-15,0 0-1 0,0 0 5 0,0 0-7 16,0 0 8-16,0 0 0 0,0 0-8 0,0 0 6 16,0 0-2-16,0 0 5 0,0 0 1 0,0 0 0 15,0 0-10-15,0 0 8 0,0 0-1 0,0 0-3 16,0 0 4-16,0 0 1 0,0 0-2 0,0 0 2 15,0 0-4-15,0 0 0 0,0 0 3 0,0 0-4 16,0 0 7-16,0 0-3 0,0 0 0 0,19 9-3 16,-19-9 2-16,0 0 2 0,0 0 3 0,0 0 8 0,0 0 0 15,0 0-1-15,0 0-9 0,0 0 9 0,0 0 0 16,0 0 5-16,0 0-2 0,0 0 0 16,0 0-2-16,0 0 13 0,0 0-11 0,0 0 8 15,0 0-3-15,0 0 6 0,0 0-7 0,9 0 7 0,-9 0 4 16,0 0-12-16,0 0 8 0,0 0 1 0,0 0-13 15,0 0 12-15,0 0-8 0,0 0 7 16,0 0-10-16,0 0-1 0,0 0-6 0,0 0 3 0,5-6 0 16,-5 6-11-16,0 0 17 0,7-3-9 15,-7 3-5-15,0 0 0 0,7-4-6 0,-7 4 7 16,6-3 5-16,-6 3-12 0,8-2 20 0,-8 2-15 16,9 0 12-16,-9 0-5 0,8-1-2 0,-8 1 4 0,0 0-11 15,7-2 8-15,-7 2-4 0,0 0-2 0,14 1 0 16,-14-1-6-16,9-1 8 0,-9 1 3 0,8-1-3 15,-8 1 2-15,11-2 0 0,-11 2 2 0,9 0-6 16,-9 0 0-16,11-1-13 0,-11 1 23 0,10-1-8 16,-10 1 6-16,0 0-10 0,10-2-13 0,-10 2 10 15,6-2 12-15,-6 2-5 0,0 0-5 0,14 2 4 16,-14-2 1-16,11 0-2 0,-11 0 6 0,7 0-10 16,-7 0 6-16,8 2 3 0,-8-2-6 0,0 0 4 15,9 1-3-15,-9-1 2 0,0 0-6 0,0 0 3 16,0 0 2-16,9 0 11 0,-9 0-13 0,0 0 0 0,0 0 5 15,0 0-6-15,0 0 5 0,0 0-10 0,0 0 17 16,11 1 12-16,-11-1 1 0,0 0-9 16,11-2-2-16,-11 2 3 0,0 0 1 0,11-2-7 15,-11 2 4-15,9 0-5 0,-9 0 4 0,12 2-3 0,-5-2-3 16,-7 0-3-16,17 0 3 0,-8 0-5 0,1 0 0 16,0-2 8-16,0 4-7 0,0-1 3 15,1 0 3-15,0 1-7 0,0-1 5 0,0-1-18 16,-2 1 18-16,1-1-4 0,-1 1 3 0,0 1-4 0,3 1-16 15,-1-2-20-15,1 3-4 0,-1-4-14 0,2 3-25 16,-3 1-21-16,3-2-98 0,-4 0-210 0,-1 0 93 16</inkml:trace>
  <inkml:trace contextRef="#ctx0" brushRef="#br0" timeOffset="-82963.66">19595 10369 36 0,'0'0'60'0,"0"0"-2"15,0 0-8-15,0 0-7 0,0 0-5 0,0 0 3 16,0 0-4-16,0 0-5 0,0 0-12 0,0 0 7 16,0 0-2-16,28-1 4 0,-20 1-13 0,-8 0 6 15,18 1 6-15,-8 1-11 0,1-1 3 0,-3-1 4 16,2 1-7-16,2-1 7 0,-1 2-4 0,2-2 3 15,1 0-7-15,0 3 6 0,4 0 0 0,0-2-8 0,0 1-1 16,0-1 2-16,-2 1 3 0,3-2-11 0,-2 3 5 16,1-2-3-16,0 2 3 0,-2-3 1 0,3 2-7 15,0-1 6-15,-2 1-3 0,4-1-1 16,-3 2 0-16,2-2 8 0,-1 3-7 0,2-3 0 0,-2 1 7 16,0 1-13-16,3 0 3 0,-2-1-5 0,1-1 4 15,-2 1 0-15,3 1 10 0,-2 0-11 0,8 1-2 16,-7-1 6-16,-2-1-14 0,0 1 16 0,3 1-12 15,-1-1 8-15,-3 0-6 0,1-1-8 0,-1 2 2 16,2-2 0-16,-1 2-14 0,-6-2-13 0,1 1-6 16,0-1-7-16,-2 2-11 0,2-2-12 0,-2 1-56 15,-1-3-134-15,-3 2 59 0</inkml:trace>
  <inkml:trace contextRef="#ctx0" brushRef="#br0" timeOffset="-82653.23">20469 10475 23 0,'10'2'53'0,"3"-1"-3"16,1 1-4-16,-1-1-1 0,1 3-11 0,-1-2-7 0,4-1 1 16,-4 2-9-16,6 0-7 0,-2 0-12 0,1 0-11 15,-5 0-6-15,-1-1-11 0,1 0-20 0,-2 0-50 16,0 0 23-16</inkml:trace>
  <inkml:trace contextRef="#ctx0" brushRef="#br0" timeOffset="-81451.79">19751 10413 19 0,'0'0'22'0,"0"0"-6"0,-9-2 4 0,9 2-1 16,0 0 0-16,-9-1 1 0,9 1-2 0,0 0 1 16,-10-3 3-16,10 3-1 0,0 0-3 0,-9-3 10 15,9 3 3-15,0 0-2 0,-7-1 2 0,7 1-4 16,0 0-2-16,0 0-1 0,-7-3-1 0,7 3 0 15,0 0 1-15,0 0-10 0,0 0 1 0,0 0-9 16,-9-3 2-16,9 3 8 0,0 0-6 0,0 0-4 16,0 0 3-16,0 0-14 0,0 0-15 0,0 0-3 15,0 0-8-15,0 0-8 0,0 0-39 0,0 0-84 16,0 0 38-16</inkml:trace>
  <inkml:trace contextRef="#ctx0" brushRef="#br0" timeOffset="-80169.19">28080 4906 64 0,'1'-21'158'0,"1"4"5"0,-2 0-9 0,2 0-11 16,0 2-9-16,-2 4 26 0,1 2 1 0,0-1-7 16,-1 10-10-16,2-11-15 0,-2 11-16 0,1-8-14 15,-1 8-14-15,0 0-14 0,0 0-5 0,0 0-8 16,0 0-24-16,0 0-3 0,0 0 0 0,1 32 0 16,-2-4-9-16,-3-1 0 0,1 5-2 0,-1 2-2 15,2 12-5-15,-3-11 4 0</inkml:trace>
  <inkml:trace contextRef="#ctx0" brushRef="#br0">28033 5925 1808 0,'5'30'90'0,"4"16"-219"0,-2 8 437 0,-1 4-334 0,3 22 59 0,-1-23-16 16,-2 3-31-16,-4 0 10 0,5 24-241 0,-7-26 245 16,1-1 33-16,0-1-57 0,-1 2 75 0,-2 23-71 15,1-26 33-15,-3 0-24 0,-2 3 38 0,3 0-41 16,-6-2 44-16,-2 26-34 0,-2-24-27 0,-1-3-42 15,-9 1 41-15,3-3-19 0,0 0-61 0,-3-2-7 16,4-2-63-16,2-2 72 0,0-4-98 0,5-8 22 16,4-6-84-16,-1 4 97 0,5-1-83 0</inkml:trace>
  <inkml:trace contextRef="#ctx0" brushRef="#br0" timeOffset="-79049.05">28055 5306 64 0,'0'-10'74'0,"0"10"2"0,0-17-12 15,-1 8-1-15,1 9-5 0,-3-13 2 0,2 7-4 16,-2-4-8-16,1 1 11 0,-3 0-6 0,3 2 2 15,0 0 0-15,-3-1 4 0,2 2-4 0,3 6 6 16,-4-13-9-16,2 8 0 0,-2-2-6 0,0 1-2 16,-2 1-6-16,6 5-6 0,-7-12 5 0,3 8 2 15,4 4-13-15,-6-6 12 0,6 6 8 0,-4-8-2 16,4 8-1-16,-5-4 1 0,5 4-5 0,0 0-3 16,-2-7 4-16,2 7-11 0,0 0-2 0,-3-9-5 15,3 9 6-15,0 0-3 0,0 0 1 0,0 0-6 16,-2-6-1-16,2 6-2 0,0 0-2 0,0 0-6 15,0 0-2-15,0 0 1 0,0 0-2 0,0 0-2 16,0 0-2-16,0 0 2 0,0 0-4 0,0 0 3 16,0 0 3-16,5 28-11 0,-3-17 4 0,-2 0 1 0,3 8 1 15,-3 0 2-15,1 8-2 0,-5-2 0 16,2 6 6-16,-1-1-4 0,1 2-2 0,-2 2 1 16,1 13 0-16,-1-14 3 0,4 2-3 0,-2 12 1 15,-5-1 3-15,5-10 1 0,2 11-2 0,-5-10 1 0,3 9-3 16,1 2 2-16,-5-2 2 0,2-1-3 0,1 1 2 15,-1 1-3-15,2 2-2 0,-3-4 9 0,0 3-4 16,3 1-2-16,-1-1 5 0,1 2 0 16,-2 3-8-16,2-3 4 0,2 1-5 0,0-1 5 15,0-4-4-15,0 6 2 0,0-5 0 0,4 2 2 0,-4-1-4 16,-2 5 3-16,0-2 2 0,-2 1-1 0,4-1-3 16,0 1 2-16,0-1-1 0,-5-1 2 0,1 0-8 15,-1 0-2-15,4-2 0 0,1 0 4 16,-6-2-4-16,4-11 1 0,-1 0 0 0,4 11 1 0,-1-11-3 15,2 11 2-15,0-12 5 0,0 0-3 0,1 12 0 16,-2-13-5-16,0 3-10 0,-1-1 3 0,-1 0-1 16,2-1 3-16,-2 1-2 0,0 0 1 0,-6-3-6 15,4 1-1-15,0-1-7 0,-2-4-6 0,5 2-15 16,-4-5-12-16,2-1-20 0,1-5-15 0,0 1-18 16,-2 1-14-16,6-4-98 0,-3-1-242 0,1-3 107 15</inkml:trace>
  <inkml:trace contextRef="#ctx0" brushRef="#br0" timeOffset="-78569.34">27371 7535 26 0,'-10'-2'80'0,"4"0"-9"0,6 2-4 0,-9-4-2 0,9 4-9 16,-8-3-4-16,8 3-4 0,0 0-5 0,-10-2-10 15,10 2 0-15,0 0-4 0,0 0 1 0,0 0-6 16,0 0 2-16,0 0 0 0,0 0-11 0,0 0 17 15,0 0-3-15,27 16 13 0,2-13 0 0,4 1-2 16,7-1 2-16,19-2 5 0,5-2-2 0,35 2 3 0,-3-6-7 16,7 2-9-16,10-3 4 0,2-5-6 15,10 5 2-15,1-2-3 0,9-1 5 0,-3 1-7 16,14 2 2-16,7-2 0 0,9 5-5 0,2-3 3 16,0 6-5-16,5-3 10 0,0 0-7 0,1 0-3 0,-4 3-2 15,-4 3 0-15,-3-2-3 0,-2 2 0 16,0-1 0-16,-1 4-1 0,-10-3-2 0,3 0 1 15,-4 2 2-15,-6-2 13 0,-2 2-9 0,-7-3-2 0,-5 5-1 16,-6-5-3-16,-13 6-3 0,-7-7 2 0,-9 4-6 16,-33-1-13-16,0-3-9 0,-1 1-16 15,-17 2-10-15,-1-4-24 0,-4 4-19 0,-4-4-34 16,-9 1-19-16,-6-2-92 0,-6 1-246 0,-3-4 110 16</inkml:trace>
  <inkml:trace contextRef="#ctx0" brushRef="#br0" timeOffset="-77297.3">27921 6231 81 0,'0'0'79'16,"0"0"-2"-16,0 0-13 0,0 0 1 0,0 0-6 16,0 0-14-16,0 0 3 0,0 0-17 0,0 0 4 0,0 0 2 15,-10 0-7-15,10 0-2 0,0 0-9 0,0 0 1 16,0 0-3-16,0 0 0 0,0 0 2 15,-6 3-3-15,6-3 5 0,0 0 0 0,0 0 5 16,0 0-11-16,0 0 9 0,0 0 9 0,0 0-9 0,-7 4 11 16,7-4 6-16,0 0 6 0,0 0-1 0,0 0 3 15,0 0 5-15,0 0 3 0,0 0-2 0,0 0-6 16,0 0-9-16,0 0 5 0,0 0 5 0,0 0-1 16,0 0-2-16,-4-11 1 0,4 11-2 0,0 0-7 15,0 0-2-15,0 0-4 0,0 0-5 0,5-16-5 16,-5 16 2-16,4-9-2 0,1 3-1 0,-1 2-5 15,3-1 2-15,0-1-3 0,4-2-4 0,5-1 2 16,2-1-4-16,-1 3 1 0,-1-2 2 0,3 3-7 16,0-2 2-16,-1 0-3 0,3 0 0 0,-2 2 1 15,2 3-1-15,0-4 1 0,0 2 2 0,7 1-2 16,-2 3-3-16,5-2 0 0,-1-2 2 0,3 4 1 16,1-2 3-16,-1 1-7 0,3 1 7 0,-3 1 2 15,3-3-5-15,-5 2 4 0,1 4-3 0,-3-2-4 16,-2 0 4-16,-7 1-1 0,0 0-4 0,-6 0 0 15,1-1 4-15,-2 1-5 0,-1 0 2 0,0 1-3 16,-1 0 2-16,0 1 0 0,-5-1-5 0,3 4-2 16,2-4-10-16,-5 0-5 0,-2 3-11 0,-1-1 2 15,0 0-3-15,-3-5-15 0,6 17-19 0,-3-13 1 16,-2 1-8-16,-1-5-7 0,1 9-6 0,-1-9-15 16,3 7-8-16,-3-7-11 0,5 5-102 0,-1-1-240 15,-4-4 107-15</inkml:trace>
  <inkml:trace contextRef="#ctx0" brushRef="#br0" timeOffset="-76773.74">28731 6196 47 0,'0'0'126'0,"4"-13"-7"0,-4 13-16 16,5-7 2-16,-4 1-9 0,-1 6-9 16,9-7-5-16,-5 1-14 0,4 1-3 0,0-2-6 0,5 0-10 15,-1 4 5-15,6-4 7 0,2 0-12 0,1 2-4 16,11-1 5-16,-2-2-9 0,5 2-9 0,-1 1 4 16,17-1-5-16,-12 3 0 0,14 0-2 15,1 1-2-15,-16 0 4 0,14 0-3 0,-14 2-3 0,0-1 6 16,-1-1 3-16,-2 0-9 0,-2 4 4 0,-1-2 0 15,-4 2-3-15,-6-1-2 0,-3 0-3 0,-5 0-3 16,-2 1-1-16,-2-2 2 0,-2 0-8 0,-2 1 0 16,-6-1-3-16,11 2 2 0,-11-2-1 0,11 0 5 15,-11 0-9-15,0 0 0 0,0 0 0 0,10 0-2 16,-10 0-2-16,0 0 0 0,0 0 3 0,9 2-8 16,-9-2-3-16,0 0-12 0,5 5-6 0,-5-5-18 15,1 6-29-15,-1-6-8 0,0 0-8 0,-4 13-37 16,4-13-121-16,-10 13-266 0,4-7 118 0</inkml:trace>
  <inkml:trace contextRef="#ctx0" brushRef="#br0" timeOffset="-76183.19">29650 6219 41 0,'0'0'108'0,"0"0"-16"0,-5-5 0 15,5 5-6-15,-5-4-5 0,5 4-4 16,0 0 7-16,-7-5-13 0,7 5-6 0,-4-4-1 0,4 4-7 16,0 0-1-16,-6-8 4 0,6 8-2 15,-5-5-3-15,5 5-3 0,-8-7-4 0,6 1 2 0,2 6 3 16,-7-7-9-16,4 3 3 0,3 4 1 0,-4-8-9 16,4 8 13-16,-4-9 1 0,1 4-8 15,3 5 3-15,-4-9-5 0,4 9 1 0,-3-9-11 0,3 9 4 16,3-10-3-16,-3 10-9 0,9-8-2 0,-2 4 1 15,4 1-6-15,7-1-3 0,0-2 1 0,1 0-2 16,3 1-2-16,0 1 1 0,7 3-3 0,2-2 0 16,3 3-4-16,2 0-2 0,4-2 0 0,15 2 3 15,-1 4-1-15,3-1 4 0,-2 4 4 0,0-4-1 16,-3 1 2-16,-2 2-2 0,-13-1-3 0,-3 1-2 16,0 3 1-16,-1-3-4 0,-6-2 2 0,-7 0-1 15,-1-1-5-15,1 2 5 0,-9-4 1 0,1 1-6 16,-4 0 2-16,-1-2-3 0,-1 3 3 0,-6-3 1 15,9 1 2-15,-9-1-6 0,9 1-2 0,-9-1 0 16,0 0 2-16,8 2 0 0,-8-2 3 0,0 0 2 16,0 0-5-16,5 2 2 0,-5-2-7 0,0 0-12 15,0 0-11-15,0 0-18 0,0 0-26 0,0 0-15 16,3 6-12-16,-3-6-28 0,0 0-22 0,0 0-125 16,-9 11-297-16,9-11 133 0</inkml:trace>
  <inkml:trace contextRef="#ctx0" brushRef="#br0" timeOffset="-75614.11">30507 6213 39 0,'0'0'110'0,"-3"-7"-6"0,3 7-3 0,-5-9-5 0,5 9 1 15,-6-10-4-15,1 2 1 0,3 3-4 16,2 5-11-16,-7-15 1 0,1 7-3 0,3-3-3 0,0 2-2 16,0-1 0-16,0-2 1 0,3-1-9 0,3-3-1 15,1 0-7-15,5-2-7 0,2 3-5 16,12-6-4-16,-5 2 0 0,8 1 12 0,1 2-7 16,1-3-7-16,1 4 0 0,3-1-4 0,3 4-23 15,0 0 8-15,15-1-2 0,-14 4-1 0,2 4-2 16,12-5 0-16,-14 4-6 0,1 4 2 0,-2 1 1 0,0 1-3 15,-2 1 0-15,-2-1-2 0,-3 3-4 16,-9 1-2-16,1 0 7 0,-4 0-7 0,-3 0 3 16,2 2 5-16,-6-2-6 0,-1-1-1 0,-2 0 3 0,-1 0-4 15,1 0 0-15,-6-3 5 0,10 7-6 16,-6-5 4-16,-4-2-3 0,7 5 5 0,-3-3-5 16,-4-2-1-16,5 5 2 0,-5-5-2 0,4 5 4 0,-4-5-2 15,5 5-1-15,-5-5 0 0,4 4-7 16,-4-4-7-16,0 0-8 0,4 7-12 0,-4-7-19 0,0 0-18 15,0 0-2-15,-5 13-16 0,5-13-13 0,-7 8-20 16,2-4-131-16,0 1-272 0,-3-1 121 0</inkml:trace>
  <inkml:trace contextRef="#ctx0" brushRef="#br0" timeOffset="-75069.41">31194 6019 72 0,'0'0'113'0,"0"-8"-1"15,0 8-4-15,2-6-8 0,-2 6-14 16,4-9-14-16,0 2 0 0,-4 7-5 0,5-5-7 16,1 2 4-16,1-1-23 0,3-1 5 0,3 2-10 15,5-1-7-15,10 2 7 0,4-1-4 0,1 0-3 0,4 1 3 16,3 4-3-16,10-2-10 0,1 6 9 0,-14-5-6 15,2-1 1-15,1 3 6 0,-2 0-1 16,2 3 5-16,-4-1 1 0,-3 0-5 0,4 1 5 16,-6-1-8-16,-1 3 5 0,0 0-1 0,0 0-4 0,-3 5 1 15,-1-6-1-15,-8-3-2 0,-3 2-3 0,-1-1 4 16,-1 0-3-16,-2 0 0 0,-2-1 8 0,-2 0-8 16,-2 0 6-16,4-2 0 0,-3 0 0 15,-1 1 1-15,2-1-3 0,-7-2-4 0,11 6 0 0,-11-6 2 16,6 3 0-16,0 0-2 0,-6-3-5 0,0 0 1 15,7 3-2-15,-7-3-2 0,0 0-1 0,0 0-3 16,7 0 3-16,-7 0-1 0,0 0-15 0,0 0-8 16,0 0-19-16,0 0-16 0,5 6-27 15,-5-6-22-15,0 0-12 0,0 0-15 0,0 0 2 0,0 0-22 16,0 0-102-16,-4 10-265 0,4-10 117 0</inkml:trace>
  <inkml:trace contextRef="#ctx0" brushRef="#br0" timeOffset="-74575.69">31982 6207 109 0,'0'0'141'0,"0"-10"-6"0,0 10 2 0,3-11-12 16,-1 4-4-16,2 1-19 0,0 0-1 0,1-4-15 16,3 3-7-16,5 1-8 0,3-3-6 0,5 2-3 15,8-3-6-15,6 3-7 0,4 0-4 0,14 2-1 16,0 2-7-16,-2-1-4 0,2 3-1 0,-1 1-5 15,-12 2-1-15,-1 0 1 0,13 2-1 0,-17-1-5 16,1-1 4-16,2 5-3 0,-4-5 1 0,-34-2-1 16,58 5-2-16,-32-2 0 0,-26-3-5 0,40 11 6 15,-40-11-1-15,30 6-3 0,-30-6-2 0,0 0 2 16,31 6-3-16,-31-6-1 0,0 0-3 0,0 0 2 16,0 0-3-16,32 8 0 0,-32-8 4 0,0 0-7 15,0 0 3-15,0 0-3 0,0 0-1 0,0 0-2 16,0 0 0-16,0 0 1 0,0 0-2 0,0 0 3 15,27 12-4-15,-27-12 5 0,0 0-5 0,0 0-3 16,0 0-1-16,0 0-17 0,0 0-5 0,0 0-20 16,0 0-14-16,0 0-10 0,0 0-15 0,0 0-6 15,13 22-17-15,-13-22-3 0,0 0-22 0,0 0-99 16,0 0-248-16,0 0 110 0</inkml:trace>
  <inkml:trace contextRef="#ctx0" brushRef="#br0" timeOffset="-73819.73">32823 6236 43 0,'0'0'138'0,"0"0"-5"0,0 0-5 0,0 0-11 16,0 0-18-16,0 0-3 0,0 0-4 0,0 0-17 15,0 0-3-15,0 0-13 0,17-63-2 0,-17 63-10 16,0 0-2-16,39-10-5 0,-39 10-3 0,41-4-3 16,-41 4-9-16,56 5 2 0,-56-5 2 0,67 8 2 15,-35-2 4-15,1 2-12 0,-1-1 6 0,1 4-12 16,-3-1 32-16,-5 1-4 0,-25-11-6 0,40 16-5 15,-40-16-1-15,35 20-3 0,-19-9-3 0,-16-11 0 16,26 19-6-16,-26-19-3 0,16 19-2 0,-16-19-1 16,0 0-17-16,17 22-12 0,-17-22-2 0,0 0-21 15,0 0-13-15,0 0-23 0,6 31-29 0,-6-31-36 16,0 0-104-16,0 0-262 0,0 0 116 0</inkml:trace>
  <inkml:trace contextRef="#ctx0" brushRef="#br0" timeOffset="-70342.05">27959 6286 13 0,'0'0'12'0,"0"0"3"0,-11 2-6 0,11-2 3 16,0 0 2-16,-13 0 5 0,13 0 2 16,0 0 2-16,0 0 4 0,0 0-2 0,-10-4 7 15,10 4-8-15,0 0 0 0,0 0 1 0,0 0-4 16,-9 0 6-16,9 0-7 0,0 0 1 0,0 0-9 0,0 0 1 16,0 0 0-16,0 0 4 0,-8-2-17 0,8 2 14 15,0 0-9-15,0 0 4 0,0 0-14 16,0 0 16-16,0 0-3 0,0 0-1 0,0 0-2 15,0 0-3-15,-12 1-1 0,12-1 0 0,0 0 3 16,0 0 4-16,0 0 1 0,0 0-1 0,0 0 0 16,-11-1 10-16,11 1-10 0,0 0-3 0,0 0-2 0,-9 1 3 15,9-1 7-15,0 0 8 0,0 0-4 0,0 0-10 16,0 0-8-16,0 0 11 0,-6 1-6 16,6-1-2-16,0 0 2 0,0 0 1 0,0 0-3 15,0 0-2-15,0 0 0 0,0 0 4 0,0 0 2 0,0 0-1 16,0 0 5-16,0 0-1 0,0 0-17 0,-9 2 15 15,9-2 3-15,0 0 6 0,0 0-7 16,0 0-1-16,0 0 1 0,0 0 5 0,0 0 1 16,0 0-2-16,0 0-4 0,0 0-1 0,0 0-2 15,0 0-3-15,35-3 5 0,-22 2-1 0,6-2 8 0,3 1 2 16,5-1-2-16,4 1 8 0,3 0-7 0,3 1 5 16,3-1 2-16,13-1 12 0,2 2-16 15,-1-1-7-15,1 0-4 0,-1 2 3 0,-1-4-1 16,-1 6 1-16,-1-4-6 0,-12 4-3 0,16-2 13 15,-5 2-23-15,-10 0-8 0,13-2-3 0,-3 0-2 0,1-1-21 16,-11 1-8-16,-2-1 5 0,13 1-10 0,-12-2 7 16,-1 2-13-16,-1-2-10 0,-1 4-37 0,-4-2-117 15,-4-2 51-15</inkml:trace>
  <inkml:trace contextRef="#ctx0" brushRef="#br0" timeOffset="-69971.05">29293 6232 40 0,'31'-1'84'0,"2"1"-22"16,-1 0-4-16,0 0-12 0,-2-3 3 0,-1 3-9 16,3 0-3-16,-1-1 5 0,-1 2-11 0,0 0 0 15,3 1 0-15,0-2-1 0,-1 0-3 0,4 1-9 0,-4 1 6 16,2-2-7-16,-1 4-1 0,-1-4-6 15,3 4 3-15,-1-3 4 0,0 2-29 0,0-1-4 16,-2 1-3-16,0-3-1 0,-1 6-11 0,-3-3-11 0,-8 0-4 16,1-2 1-16,-5 2-37 0,2-1-90 15,-6-1 40-15</inkml:trace>
  <inkml:trace contextRef="#ctx0" brushRef="#br0" timeOffset="-69504.78">30211 6274 27 0,'0'0'37'16,"0"0"-3"-16,0 0-4 0,0 0-1 0,-9 0-3 16,9 0 4-16,0 0-10 0,0 0 2 0,0 0-2 15,0 0 2-15,0 0 5 0,0 0-4 0,29 2-4 16,-18-4 6-16,1 4-3 0,1-4 13 16,5 4-4-16,0-2-4 0,2 0-9 0,-2 0-1 0,4-2 2 15,7 2 5-15,-1 2-10 0,2-1-4 0,3 0-2 16,3 0-2-16,-3 1 5 0,2 1 12 0,-2-1-11 15,2-2-10-15,-2 3 0 0,2-3-4 16,-3 3-4-16,-2-2-5 0,-1 2-5 0,-1 0 1 16,2-1-7-16,-10-2-3 0,0 0 1 0,-1 1-1 0,-6-2-6 15,2 2 0-15,-4 0 3 0,-3 1-6 0,-8-2 3 16,14 0 2-16,-10 1 1 0,-4-1 4 0,10 0 1 16,-10 0 1-16,0 0 2 0,0 0 0 0,10 0 6 15,-10 0 1-15,0 0 4 0,0 0 6 16,0 0 3-16,0 0 14 0,0 0-11 0,0 0 6 0,8-1 2 15,-8 1-6-15,0 0 8 0,0 0-2 0,12 1 4 16,-12-1 4-16,11 0-2 0,-11 0-7 0,19-1 12 16,-8 1 1-16,0-2-1 0,1 4-4 0,1-4 3 15,2 2 0-15,2 0-2 0,2 0-3 16,8 0-5-16,-4 0 3 0,5 0-2 0,3 0 0 0,0 0 1 16,-1 2-3-16,0-2-3 0,0 0 5 0,-1 1-2 15,-1 1-7-15,-5 0-4 0,-3-2-6 0,1 1-4 16,-1-1-6-16,-1 3-17 0,2 1-5 0,-4-4-6 15,-4 0-23-15,1 1-73 0,-2 0 33 16</inkml:trace>
  <inkml:trace contextRef="#ctx0" brushRef="#br0" timeOffset="-69207.36">31753 6314 33 0,'0'0'42'16,"13"-1"-8"-16,-13 1 3 0,18-2 4 0,-8 2-1 15,2 2-8-15,-3-4-4 0,4 2-2 0,-1 0 2 16,0 0 0-16,3 0 0 0,2 0-3 0,3-1 3 16,2-1-3-16,9 2-5 0,-11 0 11 0,11-2-6 15,1 2 1-15,-3 2-3 0,1 0-5 0,-2-1-5 16,2 1 15-16,-3-1-20 0,3 3 17 0,-2-4-15 16,-8 2-6-16,1-1-1 0,-1 0 6 0,-2-1-7 15,1 2-5-15,-1-2-1 0,-1 0 0 0,-2-2-7 16,-4 4-6-16,3-4 3 0,-3 2-1 0,-1 0-11 15,-2 0-2-15,-8 0-5 0,12-1 0 0,-5 0-1 16,-7 1 0-16,9-1 0 0,-9 1 1 0,9-1-2 16,-9 1 4-16,0 0-25 0,7-3-60 0,-7 3 198 15,0 0-103-15,0 0-16 0,8-1-40 0,-8 1 18 16</inkml:trace>
  <inkml:trace contextRef="#ctx0" brushRef="#br0" timeOffset="-69034.58">32504 6313 55 0,'0'0'1'15,"11"1"8"-15,-11-1 2 0,12 1 8 0,-12-1-8 16,15 0 1-16,-5 3-1 0,2-3 7 0,2 1-1 15,-1-1-3-15,4 1 4 0,-17-1-8 0,0 0-1 16,0 0 17-16,76 1 0 0,-76-1-4 0,42 1-2 16,-42-1-5-16,40 0 9 0,-40 0-8 0,41 2 0 15,-41-2-2-15,51 1 0 0,-22 1 3 0,-29-2-5 16,58 5-2-16,-27-1-6 0,-31-4 0 0,50 1-6 16,-20 4-11-16,-30-5 3 0,42 2-11 0,-42-2 0 15,37 2-8-15,-37-2-32 0,0 0-64 0,42 4 29 16</inkml:trace>
  <inkml:trace contextRef="#ctx0" brushRef="#br0" timeOffset="-68908.16">33281 6356 12 0,'0'0'19'0,"0"0"3"16,0 0-5-16,0 0-6 0,0 0 9 0,0 0-3 16,61 3-4-16,-61-3-2 0,0 0 0 0,0 0-11 15,0 0-7-15,33 4-18 0,-33-4-26 0,0 0 12 16</inkml:trace>
  <inkml:trace contextRef="#ctx0" brushRef="#br0" timeOffset="-67289.26">28253 6151 47 0,'0'0'47'0,"4"-7"-9"16,-4 7 1-16,0 0-5 0,0 0-5 0,0 0-4 16,1-9-1-16,-1 9 2 0,0 0-9 0,0 0-6 15,0 0 1-15,0 0 5 0,1-7-6 0,-1 7 0 16,0 0-8-16,0 0 1 0,0 0-2 0,0 0-2 16,0 0 2-16,0 0 1 0,2-7 2 0,-2 7 1 15,0 0-6-15,0 0 3 0,0 0-2 0,0 0 1 16,0 0-3-16,1-10 3 0,-1 10 3 0,0 0 0 15,1-6 2-15,-1 6-3 0,0 0 13 0,0-8-10 16,0 8-6-16,0 0 5 0,4-10-5 0,-4 10 2 16,6-8 2-16,1 3-1 0,2-1-2 0,2-1-2 15,5 0 2-15,4-2 1 0,6 0-3 0,4-2 6 0,4 4-6 16,-2-5 0-16,6 3-3 0,12-2-1 16,-12 2-3-16,16 1-4 0,-1-1-8 0,1 2-16 15,1 1-36-15,-15 2-74 0,11 2 32 0</inkml:trace>
  <inkml:trace contextRef="#ctx0" brushRef="#br0" timeOffset="-66658.27">30099 5921 11 0,'39'-2'22'15,"11"-2"-3"-15,2 6-13 0,-15-5-16 0,1 6-10 16,-3-2 4-16</inkml:trace>
  <inkml:trace contextRef="#ctx0" brushRef="#br0" timeOffset="-66440.16">31033 5883 25 0,'14'-2'74'15,"4"-3"-13"-15,-2 2-16 0,3 0-20 0,-1 3-19 16,1-1-18-16,1 2-26 0,-1 0-40 0,-3 1 18 16</inkml:trace>
  <inkml:trace contextRef="#ctx0" brushRef="#br0" timeOffset="-66237.86">31785 5893 81 0,'20'-1'77'0,"-4"1"0"0,5 0-14 15,-2 1-4-15,3 1-25 0,-2-1-14 0,7 5-26 16,0-2-24-16,-9 0-33 0,-1 0-67 0,-1 1 29 16</inkml:trace>
  <inkml:trace contextRef="#ctx0" brushRef="#br0" timeOffset="-66039.69">32366 6038 17 0,'7'3'18'0,"1"-1"-17"0,0-1-7 15,-8-1-7-15,11 3 3 0</inkml:trace>
  <inkml:trace contextRef="#ctx0" brushRef="#br0" timeOffset="-65856.64">32886 6132 20 0,'0'0'67'0,"68"10"-21"16,-68-10-19-16,38 9-28 0,-38-9-26 0,36 8-28 16,-36-8 12-16</inkml:trace>
  <inkml:trace contextRef="#ctx0" brushRef="#br0" timeOffset="-65695.61">33388 6257 127 0,'0'0'151'0,"0"0"-16"0,0 0-10 0,59-2-34 15,-59 2-25-15,0 0-51 0,38 2-41 0,-38-2-88 16,0 0-124-16,37 4 55 0</inkml:trace>
  <inkml:trace contextRef="#ctx0" brushRef="#br0" timeOffset="-53865.33">28094 6138 15 0,'0'0'29'0,"0"0"-1"0,0 0 0 0,0 0-5 16,-3-5 6-16,3 5-11 0,0 0 6 16,0 0-5-16,0 0 2 0,0 0 4 0,0 0-6 15,0 0-2-15,7-14-4 0,-7 14-3 0,8-4 4 0,-8 4-4 16,8-5-1-16,-3 3 0 0,1-1-2 0,1 0-2 15,5 0 0-15,0 1 0 0,2-2-2 16,1 2-1-16,6 0 6 0,-3-1-3 0,11-1-4 16,-1 0 0-16,3 0-6 0,0 2 3 0,1 0-4 0,-1 0-1 15,0 0 2-15,-1-1-6 0,-2 0 2 0,0 3 1 16,-7 0 2-16,1-1 0 0,-3-1-4 0,0 4 3 16,-6-1 6-16,1 0-9 0,-3 1 7 15,3-1-7-15,-3 2 7 0,-2 2 2 0,-1-2-4 16,0 2 4-16,-1 0-8 0,1-1-1 0,-1 3-3 0,-2-3 3 15,-1 1-4-15,-1 1 0 0,1-1 2 0,-2 0-6 16,-2-5-13-16,5 11-35 0,-2-6 16 0</inkml:trace>
  <inkml:trace contextRef="#ctx0" brushRef="#br0" timeOffset="-53454.26">28783 6169 11 0,'0'0'45'0,"0"-9"-6"0,0 9-5 16,0 0-5-16,1-8-6 0,-1 8 0 0,4-6-2 15,-4 6-4-15,6-5-6 0,-6 5-8 0,10-6 5 16,-4 2-8-16,4-3 3 0,-1 4-11 0,2-2-5 16,1 0 0-16,1 0-27 0,1 1 36 0,2-3-14 15,3 1-11-15,-3 0 25 0,4 0-5 0,0-1 1 16,1 3 6-16,5-3-3 0,2 2-2 0,-1 0 7 16,0-1 3-16,0 1 1 0,-7 3-7 0,3-2 3 15,4 1 4-15,1-1 1 0,-1 3-1 0,-8-1-2 16,3 0 2-16,-2 2 2 0,0-2 2 0,0 2-3 15,-1 0 9-15,-1 0-12 0,0 0 4 0,0 1 0 16,-3 0-2-16,-3-1-2 0,0 1-2 0,1 3 2 16,-1-4 4-16,-3 3-2 0,1 3 1 0,-2-4-13 15,-1 1-3-15,0 1-4 0,2-1-13 0,-3 1-30 16,2 0 14-16</inkml:trace>
  <inkml:trace contextRef="#ctx0" brushRef="#br0" timeOffset="-53132.25">29682 6164 11 0,'6'-7'63'15,"-2"4"-5"-15,1-2-11 0,-5 5-7 0,13-8 1 16,-3 4-6-16,1-1 3 0,0-2-11 0,0 3-7 16,6-2-2-16,0 2-14 0,2-2 1 0,1 1-13 0,2 1 11 15,0-1-6-15,-1 0-13 0,5 1-3 16,-4 2 2-16,1-1-6 0,3-1-2 0,-6 1-4 15,0 3-16-15,-2-4-49 0,1 4 21 0</inkml:trace>
  <inkml:trace contextRef="#ctx0" brushRef="#br0" timeOffset="-52857.53">30233 6156 16 0,'0'0'80'0,"3"-24"-14"0,1 21 8 0,-4 3-15 0,8-6-9 16,-3 1 2-16,7 1-10 0,-3-2-4 0,1 2 1 15,4-1-15-15,-1 1-5 0,1-2 4 0,2 4-14 16,-3 0 2-16,0-1-6 0,6-2-2 15,-4 2-9-15,-1 3 0 0,-3 0-12 0,0 0 1 0,1 1-9 16,-2 2-12-16,0 1-5 0,-1-4-33 0,0 4-83 16,-3-1 37-16</inkml:trace>
  <inkml:trace contextRef="#ctx0" brushRef="#br0" timeOffset="-52633.07">30649 6045 49 0,'4'-8'67'0,"4"-1"0"0,-2 1-11 0,2 2-5 16,2-2-12-16,7 1 2 0,-2-1-8 0,3 3-10 16,0-3-1-16,0 3-1 0,3 2-14 0,1 2-4 15,0 2-4-15,0-1-3 0,7 2-9 0,-7-1-8 16,-2 0-3-16,3 3-6 0,4 1-2 0,-4-4-27 15,-2 3-65-15,0 0 29 0</inkml:trace>
  <inkml:trace contextRef="#ctx0" brushRef="#br0" timeOffset="-52451.82">31299 5959 47 0,'19'-5'48'0,"-3"1"-15"0,3 0 1 0,-1 3-8 16,2-2 2-16,-1 1-12 0,1 0-22 0,-1 4 10 15,3-1-4-15,5 1-8 0,-7 1-29 0,9 2-41 16,0-1 18-16</inkml:trace>
  <inkml:trace contextRef="#ctx0" brushRef="#br0" timeOffset="-52276.22">32081 6046 63 0,'10'0'52'0,"0"3"-22"0,3-3-8 0,-2 2-25 0,3 1-25 16,-2-2-29-16,-6 1 12 0</inkml:trace>
  <inkml:trace contextRef="#ctx0" brushRef="#br0" timeOffset="-45455.67">27966 7646 9 0,'-7'1'41'0,"7"-1"1"0,0 0-4 0,0 0 3 16,0 0-1-16,0 0-3 0,0 0 10 0,0 0-4 16,0 0-7-16,0 0 1 0,0 0-6 0,0 0-6 15,0 0-5-15,0 0 6 0,0 0-2 0,0 0-6 16,0 0 1-16,-11 0-5 0,11 0-6 0,0 0 10 15,0 0-8-15,0 0-7 0,0 0 2 0,-13-1 5 16,13 1-2-16,0 0 0 0,-7 1-5 0,7-1 6 16,0 0-4-16,0 0-3 0,-12 0 9 0,12 0-4 15,0 0 1-15,0 0 3 0,0 0 7 0,-8-2-1 16,8 2-1-16,0 0-14 0,0 0 3 0,-9-3 5 16,9 3-1-16,0 0 0 0,0 0-4 0,-5-4 2 15,5 4-5-15,0 0 6 0,0 0-3 0,-9-2-4 16,9 2 4-16,0 0 3 0,0 0 4 0,0 0 8 15,0 0 5-15,-9-3 3 0,9 3-7 0,0 0 8 16,0 0-7-16,0 0-2 0,0 0 6 0,-3-8-1 0,3 8-9 16,-3-5 3-16,3 5 0 0,0 0-4 0,-2-8 10 15,2 8 6-15,0 0 1 0,0 0-8 0,-1-11 16 16,1 11-13-16,0 0 3 0,-2-8 2 16,2 8-3-16,0 0-4 0,0-10 3 0,0 10 4 0,3-9-7 15,-3 9-10-15,2-10 3 0,-2 10 5 0,1-9 2 16,-1 9-6-16,2-13-2 0,-1 9 6 0,1-3-11 15,0-2 3-15,3 1-8 0,-3-1 4 16,5 0-5-16,0 1 4 0,-3-2-1 0,2 2 1 0,-1-1 4 16,-3 0-4-16,4-1-1 0,-2 3 4 0,0-1-1 15,1 0 0-15,1-1-3 0,-1 1 6 0,0-1-4 16,2 1-4-16,-1 0 4 0,1-1-1 0,-1 1-6 16,2 0-1-16,-2 1 10 0,0-2-3 0,1 1-5 15,-3-1-4-15,3-1 5 0,0 0-2 0,0 0-4 16,0 0 9-16,0 1-6 0,0-3 5 0,-1 1 4 15,2 1-12-15,-1-3 0 0,2 2 3 0,-1 1-1 16,0 0 2-16,1-1 6 0,2-2-6 0,1 1-3 16,-5 2 3-16,2-1 2 0,-3 2-2 0,3 0-4 15,1 2 5-15,-4-1-3 0,2-2 3 0,-3 4-3 16,4-2 2-16,-4 2-2 0,0 1-3 0,3-3 0 0,-2 2 4 16,3 1 8-16,-1 0-17 0,1-1 8 15,-5 2-5-15,7-2-2 0,-2 3 4 0,1-4 0 16,3 3 0-16,-2 1-7 0,3-2 8 0,-1 1-2 15,0-1-2-15,-1 1 1 0,3 1 3 0,-3 1 0 0,1-3 1 16,1 5 0-16,-1-2-2 0,-2 0-2 0,4 0-1 16,-5 0 8-16,4 0-8 0,-1 2-1 15,-2-3 10-15,1 2 0 0,1-1-4 0,1 0-1 16,-3 1 1-16,2 0-5 0,0-1 4 0,-2 2 6 0,2 0-6 16,0-1-3-16,0 0 1 0,1 1 2 15,-3 0-1-15,3 1 0 0,-3 2 0 0,0-1 1 16,0 2-2-16,-2-1 1 0,2 0-5 0,0 1 3 15,-4-1-5-15,0 3 11 0,0-3-7 0,0 2 3 0,-3 0-4 16,4 3 2-16,-2-2 0 0,-1 0-1 0,1 4 1 16,1-3 3-16,-2 0 0 0,3 3-3 0,-4-1-1 15,5-2 3-15,-4 4-1 0,2-4 1 16,-1 3 6-16,-1-1-3 0,2-2 2 0,-2 3 2 0,2-1-3 16,-4 0-1-16,3-1-1 0,0 2 0 0,0 0 1 15,-2-1-3-15,-1 0 1 0,2 1-2 0,0-3 4 16,0 1-2-16,0 2 0 0,0 0 9 15,-1-2-9-15,1 4 3 0,1-5-2 0,-1 3-1 0,2-1 3 16,-3 0 2-16,1 1-3 0,2 1 0 0,-2-2 0 16,1-1 1-16,-1 1-6 0,2 0 7 0,-3-4 1 15,2 3-3-15,-2 1 0 0,-2-3 4 16,3-1-1-16,-1 2-2 0,0-2-3 0,-1 0 6 0,-3-5-4 16,5 11 4-16,-4-6-3 0,2 1 3 0,-3-6-4 15,2 8 0-15,-1-2 5 0,-1-6-2 0,5 10-4 16,-5-10 6-16,3 6-4 0,-2-1-5 0,-1-5 2 15,2 8 5-15,-2-8 0 0,0 0-4 0,0 7 1 16,0-7 7-16,0 0-2 0,1 7-8 0,-1-7 5 16,0 0-5-16,0 0 6 0,0 0-6 0,2 7 1 15,-2-7-1-15,0 0 1 0,0 0 2 0,0 0-3 16,0 0 4-16,0 0 3 0,0 0-5 0,0 0 0 16,0 8 4-16,0-8-3 0,0 0-3 0,0 0 2 15,0 0 2-15,0 0 0 0,0 0-4 0,0 0 3 16,0 0-1-16,0 0 2 0,0 0-3 0,0 0 1 15,0 0 0-15,3 6 1 0,-3-6-3 0,0 0 1 0,0 0-3 16,0 0-8-16,3 8-7 0,-3-8-20 16,0 0-15-16,0 0-19 0,1 11-11 0,-1-11-16 15,1 6-11-15,-1-6-25 0,0 11-116 0,0-11-271 16,-2 7 120-16</inkml:trace>
  <inkml:trace contextRef="#ctx0" brushRef="#br0" timeOffset="-44943.68">29306 7535 22 0,'0'0'36'0,"0"0"-15"0,0 0-16 16,0 0-19-16,0 0-16 0,0 0 8 0</inkml:trace>
  <inkml:trace contextRef="#ctx0" brushRef="#br0" timeOffset="-44335.29">29916 7515 7 0,'0'0'35'0,"0"0"-10"0,0 0 3 16,0 0-3-16,-3-11 1 0,3 11 2 0,0 0-5 16,0 0 4-16,0 0 1 0,0 0 6 0,0 0-11 15,0 0 0-15,0 0-1 0,0 0 4 0,0 0-4 16,0 0-5-16,0 0-3 0,0 0 4 0,0 0-3 15,0 0-9-15,0 0-3 0,-1-9 3 0,1 9-9 16,0 0-5-16,0 0 8 0,0 0-4 0,-9-4 5 16,9 4-10-16,0 0 4 0,0 0-15 0,-13 0-10 15,13 0-38-15,-15 0-73 0,5 0 33 0</inkml:trace>
  <inkml:trace contextRef="#ctx0" brushRef="#br0" timeOffset="-43534.84">29159 7500 14 0,'-13'3'16'0,"8"-2"-4"15,5-1 3-15,-10 1-5 0,4 0 3 16,6-1-5-16,-14 3 6 0,7-3-1 0,7 0 7 16,-13 1-3-16,13-1 1 0,-11-1 5 0,11 1 1 15,-9 0 1-15,9 0-5 0,0 0 1 0,-13 0 4 16,13 0-7-16,0 0 0 0,-11-3 4 0,11 3-4 15,-7-1 0-15,7 1 2 0,0 0-3 0,0 0-1 16,-13-1 5-16,13 1-3 0,0 0-3 0,-7-1 3 16,7 1 4-16,0 0 1 0,0 0-1 0,0 0 3 0,0 0-1 15,0 0-2-15,0 0-4 0,-8-3-5 0,8 3 3 16,0 0 0-16,0 0 1 0,0 0-4 16,0 0-6-16,0 0 7 0,0 0-8 0,30-4 6 15,-17 3 1-15,7 1-2 0,-1-4-6 0,2 3 0 0,5 1 7 16,-4 0-4-16,6 0-6 0,0 0 2 0,0 1 4 15,0-1-3-15,-1-1 0 0,3 2-2 16,-1-1-8-16,-1 0 12 0,2 0 0 0,-2 0-2 0,-5 0 3 16,6 0-6-16,-2 0-1 0,-5 2 8 0,-2 0-4 15,8-2-1-15,0 1-1 0,-9 0 1 0,-1-1-2 16,1 2-1-16,-2-1-1 0,1-1 12 0,-5 0-9 16,0 1 2-16,-1 2 2 0,2-3-8 15,-2 2 9-15,1-2-1 0,-2 0-4 0,2 0 7 0,-3-1 0 16,3 1 5-16,-1 0 1 0,-4-1 6 0,-8 1-3 15,16 0-10-15,-10-1-5 0,-6 1 4 0,12 0 11 16,-12 0 3-16,11 0 3 0,-11 0-8 0,8 0-6 16,-8 0-1-16,0 0 0 0,10 1 2 0,-10-1-2 15,0 0-5-15,0 0 5 0,0 0-17 0,0 0 14 16,9-1-4-16,-9 1-7 0,0 0-12 0,0 0-13 16,0 0-7-16,0 0-10 0,0 0-7 15,0 0-12-15,0 0-11 0,5 3-78 0,-5-3-165 0,0 0 74 16</inkml:trace>
  <inkml:trace contextRef="#ctx0" brushRef="#br0" timeOffset="-42459.26">29885 7503 5 0,'0'0'82'0,"0"0"-3"0,0 0-2 15,0 0-6-15,0 0 3 0,-5-7-11 0,5 7 0 16,0 0-6-16,0 0-7 0,0 0 1 0,-5-3 3 0,5 3-10 16,0 0 11-16,0 0 5 0,-4-6-7 0,4 6-6 15,0 0 0-15,-5-5-4 0,5 5-3 0,0 0-4 16,0 0-2-16,-3-9-6 0,3 9 0 15,0 0 0-15,0 0 1 0,-4-6 0 0,4 6-5 0,0 0-4 16,-2-10-3-16,2 10 2 0,-3-8 5 0,3 8 6 16,0-8-3-16,0 8-3 0,0 0-2 0,0-14 0 15,0 14 1-15,2-10-8 0,-1 4 3 0,-1 6-4 16,2-14-12-16,0 9 18 0,-2 5-4 0,4-11-2 16,-3 4-3-16,1 1-3 0,4-1-1 0,-4 0-1 15,2 0 1-15,0 1 0 0,0-4-1 0,3 2-8 16,-2 3 9-16,1-3-8 0,0 0 2 0,-1 1 7 15,4-2-1-15,-3 3-10 0,-1-1 7 0,2 1 0 16,0-3 0-16,-3 5-8 0,0-3 7 0,4 2-3 16,0-2 1-16,-1-1-1 0,2 2 3 0,-1-2-6 15,-2 1 3-15,2 3 0 0,-1-2-8 0,1 3 7 16,1-4 5-16,-1 2 2 0,1 2-4 0,0-2-2 16,0-1-1-16,1 2-2 0,-1 0 1 0,-1-1 8 15,3 2-3-15,-2 1-9 0,-1 0 2 0,3-3-4 16,-1 3 12-16,1 0-2 0,0 0 2 0,-3 0-7 15,-8 2-2-15,15-2 6 0,-6 1-7 0,-1 1 4 16,-1-2 2-16,5 2-4 0,-2 0-3 0,-10 0 7 16,20 0-3-16,-8 2 6 0,0-2-6 0,1 1 6 15,4 1 2-15,-4-1-1 0,4 0-12 0,-3 1 3 16,-2 0 7-16,2 1 7 0,-1 0-7 0,0-2-8 16,5 2 6-16,-5-2 0 0,5 1-6 0,-1-1 4 15,1 4 2-15,0-4 1 0,-5 3 5 0,2-1-6 16,-3-3-8-16,1 3 3 0,-1 0 5 0,0-2-11 15,-2 3 13-15,-1-2-2 0,1 0 3 0,-1 0-5 16,1 1-6-16,-3 2 8 0,-1-4-5 0,2 5 1 16,0-5 7-16,-2 2-3 0,2 2 6 0,1 0 2 15,-2 0 3-15,2 1-2 0,-1-1-1 0,-2 1-3 16,2 1 11-16,-2-2-9 0,1 0-4 0,-2 0-1 0,-1-1-1 16,2 3 3-16,-1-1-6 0,-1-3 2 15,0 1 4-15,1 1 1 0,-5-5-5 0,6 9 2 0,-1-5 1 16,-1-1-3-16,-4-3 2 0,5 7-2 15,-5-7 3-15,6 6-8 0,-6-6 5 0,5 5 2 16,-5-5 4-16,4 5-6 0,-4-5 0 0,5 3 5 0,-5-3-6 16,0 0 1-16,0 0 2 0,5 7-1 0,-5-7 4 15,0 0-7-15,0 0 7 0,3 4-6 0,-3-4 0 16,0 0-1-16,0 0 6 0,0 0-4 0,0 0 5 16,0 0-3-16,0 0-1 0,0 0-1 0,0 0 3 15,2 7-3-15,-2-7 3 0,0 0-1 0,0 0 3 16,0 0-5-16,0 0 2 0,0 0-5 0,0 0 4 15,0 0-2-15,0 0-11 0,0 0-19 16,0 0-14-16,0 0-8 0,0 0-9 0,0 0-15 0,0 0-11 16,0 0-11-16,0 0-7 0,0 0-4 0,-10 8 5 15,10-8-70-15,-12 4-188 0,6-1 83 0</inkml:trace>
  <inkml:trace contextRef="#ctx0" brushRef="#br0" timeOffset="-41445.5">29959 7402 90 0,'0'0'124'0,"0"0"-9"0,0 0 2 0,0 0-12 0,0 0-11 15,0 0-10-15,0 0 2 0,0 0-5 0,0 0-11 16,0 0 18-16,0 0-30 0,0 0-8 0,7-22 1 16,-7 22-14-16,3-9-1 0,-3 9 0 0,4-10-6 15,-1 6-5-15,1-2 0 0,1 1-7 0,0 0 3 16,1-5-4-16,-1 6 0 0,2-5-3 0,0 0 2 15,0 2-4-15,-1-2-3 0,2 2 0 0,1-2 0 16,-2 0-5-16,0 1 5 0,-1 0-7 0,1 1 3 16,1-1-1-16,0 0 4 0,0 3-4 0,2-1-2 15,-1 0 0-15,0 0 2 0,1 0 1 0,0-1-2 16,-1 3 1-16,0-1-3 0,0 1 2 0,-1 1-2 16,1-3 1-16,1 2 2 0,2 2-6 0,-3-3 0 15,5 1 2-15,-2-1-2 0,0 3 10 0,2-1-3 16,-4 0-7-16,3 0 4 0,-1 1 0 0,-1 0-2 15,3 0 5-15,3-1-1 0,1 1-4 0,-4 0 7 16,0 3 0-16,2-4-3 0,-2 3 1 0,-1 0 3 16,5 0 1-16,-4 0-5 0,5 0 2 0,0 2 1 15,-1 0 1-15,-5-2-1 0,5 2 3 0,-4 1-4 16,3-2-3-16,-3 2 3 0,4-1-5 0,-6 0 7 16,4 3-5-16,-1-1 2 0,-3-1 0 0,-1 2-2 15,2-3 3-15,-3 4-4 0,0-2-2 0,0-1 2 16,1 4 2-16,-2-1-2 0,1 0 2 0,-1 3 2 15,0-5 1-15,2 2-1 0,-2 1 5 0,0 1-1 16,1 0 0-16,1-2-1 0,-1 0-1 0,1 1-2 16,0-1-1-16,-2 1 1 0,-3 0-3 0,4-1-2 15,-5 0 3-15,4 1 1 0,0-3-5 0,-4 1 1 16,0 2 3-16,1-2-2 0,-3 1 0 0,1-1 1 16,0 1-5-16,1 0 1 0,-1-1 6 0,-2 1-6 15,1 0 7-15,1 0-4 0,0 1 1 0,-4-7 1 16,6 9-3-16,-3-4-1 0,-1 0 5 0,2 1-1 15,-4-6-5-15,3 8 3 0,0-4-6 0,-3-4 10 16,4 7-2-16,-1-3-1 0,-3-4-2 0,2 8 1 16,-2-8 0-16,4 6-1 0,-1 0-19 0,-3-6-19 15,2 7-31-15,-2-7-22 0,4 8-29 0,-4-8-28 16,-2 11-94-16,2-11-261 0,-7 6 117 0</inkml:trace>
  <inkml:trace contextRef="#ctx0" brushRef="#br0" timeOffset="-39740.13">27880 7385 8 0,'-7'2'12'0,"7"-2"-3"0,0 0-2 16,0 0 1-16,0 0-2 0,0 0 0 0,0 0-1 16,0 0 2-16,0 0 1 0,0 0 5 0,0 0-2 15,0 0 6-15,0 0 3 0,0 0-3 0,23 5 0 16,-5-5 6-16,3-1-4 0,7 1 3 0,0 0 0 16,5-1-4-16,1 1 3 0,1-1-5 0,4-2 3 15,1 2-8-15,12-2 1 0,4 2 2 0,0 0-5 16,-1-1 2-16,1 0 2 0,-1 0-5 0,0 2-3 15,-1-1-2-15,-2-2-12 0,1 3-5 0,-1-2-10 16,0 2-10-16,-14-1-22 0,0 1-61 0,-4-2 26 0</inkml:trace>
  <inkml:trace contextRef="#ctx0" brushRef="#br0" timeOffset="-39152.29">29457 7351 13 0,'22'-1'44'0,"10"2"1"0,1-1-3 0,3 0-5 0,16-3 1 16,-15 3-4-16,15 0-4 0,-13 1-1 0,12-2 7 15,-13 0-14-15,13 1-4 0,2 0 0 0,-16 0-2 16,2 0 1-16,12 1-6 0,-13-2 3 15,14 1-8-15,-16-1 2 0,-2 0-3 0,2 1-2 0,-4 0-8 16,3-2-2-16,-6 2-4 0,2 0 4 0,-5 0-6 16,3 0-2-16,-1-1 3 0,-10 0-2 0,0 1 5 15,1 0 0-15,-7-2 2 0,0 2-3 0,1 0 2 16,-3 0 6-16,1 0-6 0,-3 0 2 16,2 2 0-16,-10-2 4 0,16 0-4 0,-9-2 3 0,2 4 6 15,0-4 2-15,1 2 1 0,1-1 0 0,-11 1 4 16,14 1 0-16,-7-1 0 0,1 0-6 15,-8 0 4-15,19-2-2 0,-9 2 8 0,1-1-6 0,3 1-2 16,-1-1-1-16,2-1-2 0,-2 2 4 0,4-1-8 16,-4 1 7-16,1-1-4 0,3-1 1 0,1 1 9 15,0 0-11-15,1 1 0 0,1 0-9 0,0-2 6 16,0 2 3-16,2 0-6 0,3 0 5 0,-3 0-2 16,5 0-2-16,-5-2-1 0,-2 4-7 15,0-2 0-15,1 0-6 0,-2-2-5 0,-1 1-10 0,1 1-24 16,-2-1-61-16,2 0 27 0</inkml:trace>
  <inkml:trace contextRef="#ctx0" brushRef="#br0" timeOffset="-38920.78">32079 7281 8 0,'18'0'48'16,"3"0"-14"-16,-5 0-7 0,5 2-9 16,-3-2-17-16,-4 0-6 0,-3 3-18 0,1-2-22 0,-2-1 9 15</inkml:trace>
  <inkml:trace contextRef="#ctx0" brushRef="#br0" timeOffset="-35807.99">28056 7367 8 0,'0'0'68'16,"-4"-7"-9"-16,4 7-2 0,0 0-13 0,0 0-1 15,0 0-3-15,2-11-7 0,-2 11 1 0,0 0-3 16,0-8-1-16,0 8-7 0,0 0-6 0,1-12 2 16,-1 12-6-16,-1-9 3 0,1 9-2 0,2-9-6 15,-2 9 6-15,2-9-5 0,-2 9-7 0,0-9 0 16,0 9-2-16,6-12-4 0,-3 8-1 0,-3-2-8 16,2-1 3-16,4 0-10 0,-2 1-1 0,0 0-2 15,1-3 9-15,1 1-1 0,0-1-2 0,2-1 2 16,-1 3-1-16,-1-2 5 0,0 2 2 0,-1 1 6 15,0 0 7-15,0 1 1 0,1 0-5 0,-1 0 3 16,1 0-1-16,1 2 1 0,-1-1 0 0,1 0 0 16,2-1-3-16,3 2 2 0,-1-1-3 0,2 1-3 15,-1 0-5-15,1 0-2 0,1-1 3 0,-1 1-1 16,1 0 0-16,-1 1-3 0,-2 1 5 0,3-3 1 16,-1 1 2-16,0 0-5 0,-1 0 2 0,-1 0 7 15,3 0-8-15,-2 2 4 0,-1-1 1 0,2 1-3 16,-2-1 2-16,2 1 2 0,-4-3-3 0,5 3 9 15,-3 1-9-15,2 0 7 0,-1-1-7 0,-2 1 0 16,0-3 0-16,3 2 7 0,-1 1-5 0,-1-2 8 16,-2 1-5-16,3 0 1 0,-2 0-3 0,0 0 2 0,0-1 0 15,2 1-2-15,-2 1 1 0,2 0-2 16,-2-1 0-16,0-2 5 0,2 3-4 0,1 0 1 16,-1-1 0-16,1 1-1 0,-4 1-3 0,1 2 3 15,-2-2 7-15,0-1-1 0,-8 0-10 0,13 3 6 0,-6-2 1 16,0 1-2-16,-7-2 1 0,12 5-1 0,-7-2-2 15,3-2 3-15,-1 4 1 0,2-2-3 0,0 0-3 16,3 3 1-16,-6-3 5 0,3 1-3 16,-1 1 0-16,-2-2 0 0,0 1 0 0,0 0 5 15,-3 2-9-15,1-2 10 0,2-1-7 0,-3 3 0 0,2-1 0 16,-1 1 8-16,-1-1-8 0,1 1 7 16,-3 1-2-16,3 0-1 0,-3 0-2 0,2-1 2 15,-2 2-5-15,-1-8 3 0,1 14 1 0,-1-6 4 0,1-1-4 16,-1-7-3-16,-1 15 4 0,2-8-5 0,-1 1 4 15,0-8-5-15,3 13 4 0,-1-6-1 0,0-1 8 16,-1 1-6-16,-1 1-2 0,1-1 1 0,1 0 2 16,-2-7 1-16,1 13 0 0,0-7 0 0,2 1-3 15,-1-1-4-15,-2-6-2 0,4 9 1 0,-4-5 1 16,0-4-8-16,7 9-5 0,-5-5 3 0,-2-4-12 16,5 6-30-16,-5-6 13 0</inkml:trace>
  <inkml:trace contextRef="#ctx0" brushRef="#br0" timeOffset="-35108.6">28951 7361 27 0,'0'0'55'15,"0"0"0"-15,0 0-12 0,0-7-1 0,0 7-3 16,0 0-7-16,0 0-2 0,0 0-5 0,0 0-6 16,0 0 2-16,0 0-11 0,0 0 0 15,0 0 1-15,0 0-5 0,0 0 2 0,0 0-3 0,0 0-2 16,0 0-1-16,0 0-4 0,9-6-7 0,-9 6 2 15,0 0-5-15,0 0 4 0,0 0-9 0,0 0 0 16,0 0-8-16,0 0-6 0,14 3-22 0,-14-3-57 16,0 0 26-16</inkml:trace>
  <inkml:trace contextRef="#ctx0" brushRef="#br0" timeOffset="-34400.75">28999 7360 14 0,'0'0'33'0,"0"0"-7"0,0 0 0 16,0 0 4-16,-5-18-5 0,5 18-3 0,0 0 4 15,0 0-1-15,0 0-3 0,0 0-1 16,0-9-6-16,0 9-7 0,0 0-7 0,0 0 3 15,0 0-1-15,7-8 3 0,-7 8-7 0,0 0 7 0,5-5-3 16,-5 5-2-16,4-5-5 0,-4 5 5 0,0 0-3 16,6-7-1-16,-6 7 5 0,5-4-1 15,-5 4-3-15,6-5 3 0,-6 5 2 0,7-6-1 0,-7 6 1 16,5-7-1-16,-5 7-4 0,5-7 3 16,-2 4-2-16,-3 3 5 0,5-6 5 0,-5 6 1 0,6-5-5 15,-6 5 2-15,5-7-2 0,-5 7-7 16,5-6 3-16,-5 6-2 0,7-7 2 0,-3 1 1 15,0 2 2-15,2-3-5 0,-1 3 4 0,1-3-1 0,-2 0-6 16,3 0 7-16,-1 0-3 0,2 1 2 0,1 0 1 16,-2-1-3-16,5 0 6 0,2-2-6 0,1 4 0 15,2-4-7-15,2 3 8 0,1 0-4 0,9-1-1 16,0 1 2-16,3 1 1 0,0 1 1 0,2 1-3 16,5-1 1-16,0 3 0 0,14-1-8 0,-15 2 3 15,16-1-4-15,-16 1-11 0,2 1 3 0,-1-1-29 16,2 2-51-16,-5-2 22 0</inkml:trace>
  <inkml:trace contextRef="#ctx0" brushRef="#br0" timeOffset="-33511.92">29652 7134 11 0,'8'-5'65'0,"-3"3"-15"15,-5 2-5-15,17-6 1 0,-9 4-10 0,1 0-7 16,3-2-4-16,1 2-4 0,1 0 6 0,1-2-5 16,4 1-1-16,2 0-3 0,1-3 0 0,-1 3-3 15,6-1 5-15,3-3-14 0,-1 3 10 0,0 0-6 16,2-2-2-16,-3 4-2 0,4-5 5 0,-2 2-4 16,-1-1 3-16,1-1-11 0,-2 3-4 0,-2-5 6 15,3 3-5-15,-9 0-5 0,0 2-9 0,1-6-6 16,-1 3-5-16,0 0-4 0,0 0-7 0,-1 2-24 15,-1-3-69-15,-2 2 31 0</inkml:trace>
  <inkml:trace contextRef="#ctx0" brushRef="#br0" timeOffset="-31519.52">28918 7391 39 0,'0'0'39'0,"0"0"3"0,-7-5-7 15,7 5 2-15,0 0-12 0,-5-5 10 0,5 5-5 16,0 0-6-16,0 0 4 0,0 0-6 0,0 0-7 16,0 0-2-16,0 0-2 0,0 0-1 0,0 0 1 15,0 0 0-15,0 0 0 0,0 0-12 0,19-7 11 0,-11 7-7 16,-8 0 1-16,17 0 4 0,-7 0-8 16,1 0 5-16,2 2 3 0,1-1-5 0,0 0 5 15,4 1-5-15,0-1 0 0,1 0-5 0,-1-1 0 16,2 3 1-16,3-1 1 0,-2-2 2 0,2 3 1 0,-3-1-2 15,2-1-3-15,-1 1 3 0,-1 0 1 16,0 1-16-16,-2-3 11 0,3 2 7 0,-5 0-1 0,5 0-3 16,-2-2 5-16,-2 3-2 0,-2-3 0 15,2 1-3-15,-1-1 1 0,-3 1-2 0,1-1 1 0,-1 0-6 16,-2 2 1-16,1-2 4 0,-3 1-1 0,2-1-6 16,-2 0 2-16,-2 1-5 0,-7-1 6 0,12-1-4 15,-12 1 0-15,12 1 0 0,-12-1 2 16,10 0-4-16,-10 0 2 0,10 2-3 0,-10-2-5 0,10 0 7 15,-10 0 1-15,8 2 0 0,-8-2 1 0,0 0-1 16,0 0 1-16,8 1 0 0,-8-1 2 0,0 0-3 16,0 0 1-16,0 0 1 0,9 2 2 15,-9-2-3-15,0 0 7 0,0 0 0 0,0 0 3 16,0 0-7-16,0 0 4 0,0 0 1 0,0 0 1 0,0 0-1 16,0 0-3-16,0 0-2 0,0 0-3 0,0 0-8 15,0 0 2-15,0 0-3 0,0 0 1 0,0 0-1 16,0 0 1-16,9-5-9 0,-9 5-27 0,0 0 13 15</inkml:trace>
  <inkml:trace contextRef="#ctx0" brushRef="#br0" timeOffset="-30189.55">29699 7361 14 0,'11'-3'25'0,"-5"2"-3"0,-6 1-3 15,9-3-1-15,-9 3-1 0,9 0-5 0,-9 0 4 16,12-2 0-16,-12 2-9 0,6-1 9 0,-6 1-4 16,0 0-3-16,9-1-1 0,-9 1-4 0,0 0 3 15,0 0 4-15,10-1-8 0,-10 1 6 0,0 0-5 16,0 0 1-16,8-2-3 0,-8 2 0 0,0 0-1 16,0 0 5-16,0 0 1 0,10 0-6 0,-10 0 2 0,0 0 0 15,0 0-1-15,9-1-2 0,-9 1 3 0,0 0 4 16,0 0-6-16,0 0 0 0,12-3 0 15,-12 3 0-15,0 0 1 0,7 0-4 0,-7 0-1 16,0 0 4-16,0 0-2 0,0 0-1 0,12-1 4 0,-12 1-13 16,6-3 11-16,-6 3-4 0,0 0 7 0,8-3 1 15,-8 3-1-15,5-3 1 0,-5 3-5 16,6-4 3-16,-6 4 2 0,7-2 4 0,-7 2 5 16,0 0-7-16,7-7 0 0,-7 7-3 0,7-5 2 0,-3 1-1 15,-4 4 3-15,6-5-3 0,-6 5-6 0,9-6 4 16,-4 5-1-16,-5 1 0 0,8-6-6 0,-3 0 5 15,0 5 1-15,-5 1-1 0,10-7 0 16,-6 5 2-16,-4 2 3 0,10-6-4 0,-6 3 5 0,-4 3-5 16,9-7 5-16,-9 7-2 0,9-4-8 0,-6 2 9 15,-3 2 0-15,7-5 0 0,-3 2-3 0,-4 3 3 16,8-8-4-16,-8 8 3 0,6-5 2 0,-6 5-3 16,7-7 1-16,-7 7-2 0,7-4 2 0,-3 2-4 15,-4 2 2-15,9-8 2 0,-4 4-2 0,-5 4-6 16,9-6 0-16,-4 2 3 0,3-2 4 0,-3 2-2 15,1-1 4-15,2 0-3 0,2-1-3 0,-2 0 2 16,1-1 2-16,-1 1 3 0,2-1-6 0,-1 2 2 16,0-1-2-16,2-1 1 0,-2 0-1 0,1-1 3 15,2 2-1-15,-1 0 0 0,0 1-2 0,0-2 1 16,-1 3 1-16,-1-3 0 0,4 2 2 0,-4 0 2 16,2 0 2-16,1-2-7 0,3 1 4 0,0-1-2 15,1 1-2-15,0-1 1 0,1 1-1 0,1-3 6 16,-1 3-1-16,1-1-3 0,1 0 3 0,6-3-1 15,1-1 9-15,-1 3 2 0,1-2-4 0,-2-1 10 16,-5 4-2-16,10-1-2 0,-8 1 11 0,6-1-9 16,-8 2 4-16,2-2-5 0,0 2 6 0,0-1-7 15,-2 1-1-15,3-1 8 0,-3 1-7 0,3-1 15 16,-3 1-7-16,8-3-6 0,-9 4 4 0,1-3-3 16,1 4-3-16,-2-3 4 0,1 0 6 0,1 3-10 15,-1-2 2-15,0 1-7 0,-1 0 3 0,-1 1 3 16,0 3-7-16,0-2 3 0,-4 0-2 0,2 2-2 15,-5-2-2-15,2 2 4 0,0-1-1 0,-3 1-5 16,-1 1 2-16,5 0-4 0,-4-1 5 0,1 1-3 16,1-1-1-16,0 1-7 0,-11 0 5 0,15-2-1 15,-7 2 2-15,-8 0 8 0,14 0 0 0,-7 0-5 16,-7 0-2-16,13 0-3 0,-5 0 10 0,1 0-4 16,-9 0-3-16,10 0-1 0,-10 0 2 0,13 0 7 15,-13 0-9-15,9 0-6 0,-9 0 4 0,10 0-5 16,-10 0 7-16,12 0-2 0,-12 0 6 0,13 0-1 0,-6 0-7 15,-7 0 5-15,12 0-8 0,-12 0 0 16,10 0 3-16,-10 0-1 0,7 0 0 0,-7 0-4 16,0 0 4-16,8 3 1 0,-8-3 0 0,0 0 4 0,9 0-3 15,-9 0-1-15,0 0 3 0,9 1 2 0,-9-1 5 16,0 0-7-16,8 3 5 0,-8-3-1 0,0 0-1 16,0 0-3-16,7 1-5 0,-7-1 3 0,0 0 2 15,0 0 4-15,0 0-3 0,10-1-9 0,-10 1 3 16,0 0 1-16,0 0 4 0,0 0-3 0,0 0 5 15,7 2-1-15,-7-2-1 0,0 0-4 0,0 0 5 16,0 0-4-16,6 3 3 0,-6-3 6 0,0 0-5 16,0 0 4-16,0 0 2 0,0 0 2 0,0 0 6 15,0 0-4-15,0 0-1 0,0 0 5 0,13-3-7 16,-13 3 14-16,0 0-17 0,10 2-3 0,-10-2 1 16,0 0-1-16,12-3 0 0,-12 3-2 0,7 1 1 15,-7-1 1-15,11 0 1 0,-11 0-6 0,7 0-4 16,-7 0 8-16,9 0-3 0,-9 0-7 0,0 0 4 15,10-2 2-15,-10 2-1 0,0 0-9 0,0 0 5 16,9-2-5-16,-9 2-2 0,0 0-12 0,0 0-2 16,0 0-3-16,0 0-9 0,0 0-4 0,0 0-4 15,0 0-5-15,0 0-12 0,0 0-5 0,0 0-9 16,0 0-8-16,0 0-6 0,7 4-78 0,-7-4-181 0,0 0 80 16</inkml:trace>
  <inkml:trace contextRef="#ctx0" brushRef="#br0" timeOffset="-25854.01">29031 7447 24 0,'0'0'23'15,"0"0"-5"-15,0 0 1 0,0 0 0 0,0 0-3 16,0 0-3-16,0 0-5 0,-16 16 4 0,16-16-3 16,0 0-2-16,0 0 2 0,0 0 0 0,0 0 2 15,-2 7 1-15,2-7-1 0,0 0-1 0,0 0-1 16,0 0 2-16,0 0-3 0,0 0 1 0,0 0-1 15,0 0-2-15,0 0-3 0,-1 9 5 0,1-9 1 16,0 0-1-16,0 0 1 0,0 0 3 0,0 0 6 16,0 0-6-16,0 0 1 0,0 0 0 0,0 0 3 15,0 0 1-15,0 0 0 0,0 0 5 0,0 0 9 16,0 0-11-16,0 0 10 0,0 0-1 0,0 0-6 16,0 0 5-16,0 0 0 0,0 0-8 0,0 0 6 15,0 0-2-15,0 0-7 0,0 0-2 0,0 0 9 16,0 0 1-16,0 0 2 0,0 0 1 0,0 0 5 15,0 0 4-15,0 0 2 0,0 0 2 0,0 0-2 16,0 0-2-16,0 0-8 0,0 0-2 0,0 0 7 16,0 0 4-16,0 0-2 0,0 0-7 0,0 0-1 15,4-27-4-15,-4 27-5 0,1-8 0 0,-1 8-3 16,3-9-1-16,-3 9 3 0,1-12-2 0,0 6-1 16,-1 6-6-16,3-13 1 0,1 4-1 0,-3 4 0 15,2-4-2-15,-2-1 3 0,1 2-2 0,2-4-2 16,-1 4-5-16,-1-2 5 0,1-1-2 0,0 2-2 15,-1-1-1-15,3 2 12 0,-2-1 1 0,-1 2-2 16,1-2-1-16,-1 3 11 0,1-1-5 0,0 1 3 16,-1 0-9-16,-1-2 9 0,3 3-6 0,-1-2-4 15,2-1 5-15,-1-1-2 0,-1 1 7 0,1 1-4 16,0 0 1-16,0 1-1 0,1-3-7 0,0 2 5 16,2-1-1-16,-2 2-5 0,0-2 4 0,-1 4 12 15,0-3 1-15,-1 1-3 0,4 0 0 0,-2-1-6 16,1 1-3-16,1-3 2 0,0 0-3 0,1 3-3 15,1-2 0-15,-1 1-4 0,-1-3 3 0,2 3-4 16,-2-1 5-16,0 1 0 0,-2 3 0 0,4-5 0 0,-2 2-3 16,0 1 0-16,-3-1 1 0,5 1-1 15,-4 0-5-15,0-1 6 0,2 1-1 0,-1 2 8 0,3-4-10 16,-3 2-2-16,1 0-1 0,-1-1 5 16,1 3-8-16,2-4 2 0,-2 1 6 0,1 2-5 0,-3 1 0 15,3 0 20-15,-2 0-21 0,-1-4-2 0,-5 8-1 16,11-5 2-16,-5 4-2 0,-1-4 2 0,-5 5-3 15,10-5 4-15,-5 2 0 0,2-2-1 0,-7 5-4 16,12-5 7-16,-5 2-6 0,-2 1 3 16,1 1 1-16,6-2-5 0,-3-1 3 0,0 1-2 0,1-1 5 15,-2 1-2-15,-2 3 6 0,2-3-5 0,-8 3-1 16,15-3 0-16,-5 2-4 0,2 1 7 0,-5-3 7 16,2 1-12-16,-1 1 0 0,2-1-1 15,-2 2 0-15,-8 0 1 0,19-3 1 0,-9 2 2 0,1 1-2 16,1 0 3-16,1 0-4 0,-3-2 3 0,3 2-2 15,-3-1 9-15,3 0-7 0,-1 2 4 0,-2-2-7 16,1 1 0-16,-2 0 2 0,3 0 0 0,-3 0 3 16,-9 0-4-16,14 2 1 0,-6-2 1 0,-8 0 0 15,13 2-6-15,-7-1 4 0,-6-1 1 0,11 3-4 16,-11-3 7-16,12 2-2 0,-7-1-2 0,-5-1 2 16,11 4-2-16,-6-3 2 0,3 1 1 0,-8-2 0 15,9 5-4-15,-4-2 2 0,-5-3 2 0,9 4-4 16,-3-2 0-16,-6-2 0 0,8 8 3 0,-3-3 0 15,0-3-1-15,-1 3 0 0,1 2 1 0,2-4 2 16,-2 4-3-16,1-3 2 0,-1 1-1 0,0 0 3 16,3 3-3-16,-3-4 3 0,3 3-3 0,-4-1-2 15,1-2 1-15,-1 2 0 0,1 0 0 0,-2 0 3 16,1-2-1-16,0 5-2 0,-1-4 0 0,-1 2 2 16,1-3 1-16,-2 3-1 0,-1-7-4 0,3 13 4 15,-2-8 7-15,-1-5-9 0,4 13-3 0,-3-6 2 16,0-3-1-16,-1-4 3 0,2 14 1 0,-2-8-1 0,1 2 3 15,-1-1-1-15,1 1-1 0,-1-8 0 16,1 12-2-16,-1-5 6 0,0-7-4 0,0 14 1 16,-1-7-2-16,0 0 3 0,1-7-3 0,-1 17-2 15,1-8 2-15,-2 0-2 0,0-2 5 0,-1 3 1 16,2-3 1-16,-1 2-5 0,-1 1 6 0,2-4-7 0,-2 2 1 16,1-2 2-16,2-6 3 0,-6 13-2 15,5-7-3-15,-2-1 9 0,3-5-10 0,-3 14 1 16,0-8 0-16,-2 1 2 0,5-7-1 0,-2 12-2 15,-1-7 2-15,0 1-1 0,3-6 2 0,-2 11-1 0,1-5 1 16,-2 1 0-16,3-7-1 0,-4 11 0 0,3-4-2 16,-2 0 1-16,3-7 4 0,-4 12-5 15,2-3 4-15,1-5-3 0,-1 3-1 0,2-7 5 16,-5 13-1-16,4-8-1 0,-3 2-2 0,2 0 2 16,2-7-1-16,-4 12-1 0,1-6 0 0,1-1-1 0,2-5 3 15,-2 9-3-15,2-9 3 0,-5 12 1 16,4-6 0-16,1-6-4 0,-2 7-6 0,2-7-6 15,-3 11-9-15,3-11-20 0,-1 10-11 0,1-10-12 16,-2 8-29-16,2-8-27 0,-1 9-9 0,1-9-30 0,-2 9-84 16,2-9-263-16,0 0 117 0</inkml:trace>
  <inkml:trace contextRef="#ctx0" brushRef="#br0" timeOffset="-24408.44">29275 6974 2 0,'11'-5'41'15,"3"-5"-9"-15,2 2-4 0,0 2-2 0,2 0-6 0,3 2 3 16,0 0 2-16,7-3-2 0,4 5-1 0,1-1 0 15,0 0 0-15,4 2-7 0,-1 1 3 0,-1 1-4 16,-2 1 0-16,0 0-4 0,-1-2 1 0,-1 2-4 16,-2 1 2-16,-9-1 0 0,1 2-2 15,-1 0-2-15,1-1-2 0,-6 2 1 0,3 1-1 0,-2 0 1 16,-1 2-1-16,0-1-5 0,0 4-3 0,-2-2-4 16,2 0 0-16,-2 3-6 0,3-2 0 0,-1 3-6 15,0-3-5-15,7 3-28 0,-3-1-58 16,0-3 26-16</inkml:trace>
  <inkml:trace contextRef="#ctx0" brushRef="#br0" timeOffset="-24166.09">30234 7088 60 0,'0'0'61'0,"0"0"-11"0,0 0 4 0,0 0-12 16,0 0-7-16,0 0 2 0,0 0-8 0,0 0-3 0,15-5 0 15,-15 5-1-15,12-1-8 0,-12 1 2 0,13 1-3 16,-6 0-2-16,2 1-4 0,-9-2-6 0,18 0-6 16,-5 2-9-16,0 0-13 0,0 1-15 0,0 1-37 15,4-2-80-15,-3 2 36 0</inkml:trace>
  <inkml:trace contextRef="#ctx0" brushRef="#br0" timeOffset="-23725.11">31480 7333 94 0,'11'0'87'0,"1"-2"-26"0,0 2-30 0,3 0-31 16,-2 0-46-16,1-2-50 0,-2 2 23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7T04:56:53.23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13623 13214 60 0,'0'0'73'0,"0"0"-8"15,0 0 0-15,0 0-8 0,0 0-6 0,0 0 1 16,0 0-10-16,0 0-1 0,0 0-18 0,0 0 6 16,0 0 1-16,0 0-3 0,0 0 1 15,0 0-3-15,0 0 16 0,-5 23-11 0,5-23-4 0,0 13 4 16,0-6 4-16,0 0-3 0,2 2-5 0,-2 1-4 16,3 0-1-16,-1 1-2 0,0-3-2 0,1 2 3 15,-1-3 0-15,0 3-12 0,1-1 0 0,1 0 13 16,-2-3-3-16,2 4-3 0,-1-2-12 0,1-2 22 15,-2 1-8-15,6-2 3 0,-6 0-6 0,2 0 0 16,-4-5 17-16,5 9 5 0,-5-9 6 0,8 3 0 16,-8-3-3-16,12-3 2 0,-1-6-4 0,5-4-4 15,8-7-2-15,1-3 3 0,2-3-3 16,13-10-6-16,-1-1-4 0,1-1-1 0,3 2-4 0,-1-1-13 16,-1-2-20-16,8 3-15 0,-4 0-35 0,3 0-23 15,-1 2-25-15,4-1-107 0,-4 2-240 0,3-2 107 16</inkml:trace>
  <inkml:trace contextRef="#ctx0" brushRef="#br0" timeOffset="2427.42">11619 8931 17 0,'0'0'89'0,"0"-9"-12"0,0 9-5 0,0 0-1 0,0 0-6 15,4-8-12-15,-4 8 1 0,0 0-1 0,0 0-5 16,0 0-16-16,0 0-4 0,0 0 3 0,0 0-3 16,0 0-3-16,0 0 3 0,0 0 0 0,0 0-7 15,0 0-10-15,0 0 17 0,0 0-9 0,19 14-10 16,-12-9 22-16,-4 4 5 0,5 1-8 0,-4-1 17 16,1 4-22-16,1 1-1 0,0-2-6 0,2 2 7 15,-4-2 1-15,3 3-11 0,0-1 10 0,0-1-6 16,-1 1-14-16,0-3 7 0,0-1 8 0,1-1 4 15,1 1-4-15,-1-3-2 0,0 1-9 0,-3-3 9 16,-2-1 11-16,2 0 5 0,-4-4 29 0,7 4-7 16,-7-4-3-16,0 0-3 0,0 0-8 0,17-15-7 15,-9 5 1-15,2-6-3 0,3-6-4 0,-4 5-4 16,0-2-3-16,4-4 1 0,0-2-11 0,-1 1 7 16,-3-1-6-16,2-1 1 0,1 0 0 0,-1 3-8 15,-1-5 4-15,0 2-4 0,1 2-4 0,-3 1-7 16,1 5-1-16,-1 1-8 0,-4 5-2 0,1 2-9 0,-1 1-14 15,-1 2-16-15,0 2-27 0,-3 5-21 16,4-7-1-16,-4 7 0 0,0 0-8 0,0 0-85 16,0 0-214-16,-7 25 95 0</inkml:trace>
  <inkml:trace contextRef="#ctx0" brushRef="#br0" timeOffset="2948.61">11947 9182 42 0,'1'7'64'0,"-1"-7"-3"0,2 12 2 0,-1-7-3 16,-1-5-9-16,2 11-3 0,-2-11-2 0,3 8 5 0,-3-8 14 16,0 0 1-16,2 7 6 0,-2-7 12 0,0 0 1 15,0 7 10-15,0-7-13 0,0 0 0 0,0 0-10 16,0 0-12-16,0 0-4 0,0 0-3 15,0 0-1-15,-10-24-12 0,9 15-5 0,-1-3 0 0,2 1-6 16,0-3-4-16,3-2-3 0,0-1-6 0,4-2-3 16,-2 1-3-16,5 0 1 0,0 1-7 0,-1 0-4 15,4 3 3-15,-1 2 2 0,-2 2-5 0,-2 2 2 16,0 1 4-16,1 1-10 0,-1 4 3 0,3 1 1 16,-1 2-10-16,1 1 17 0,-1 5-10 0,-1-1 5 15,0 2-6-15,0 5 4 0,0 2-3 0,-4 1-1 16,2 0 5-16,-3-1-2 0,0 2-1 0,-1-5 5 15,-1 1-4-15,0-2 3 0,-2-4-1 0,0 0-7 16,0-7 4-16,2 12 18 0,-2-12 4 0,0 0 1 16,-2 7-3-16,2-7-1 0,0 0-9 0,0 0 4 15,0 0 1-15,0 0-8 0,-11-23 1 0,11 13-9 16,-2 0 3-16,4-1-7 0,1-4-1 0,1-1 1 16,2 0-14-16,1-1-6 0,0-2 3 0,2 1 5 15,0 0-4-15,2 2 4 0,0 2 2 0,-4 5-4 16,-1 0 2-16,-1 4 1 0,2 1-1 0,-3 3 1 15,-4 1 3-15,0 0 1 0,13 4-1 0,-8 5 9 16,-1 0 1-16,0 3-5 0,-3 3 5 0,0 2-16 16,-1 4-4-16,-1 3-32 0,-1 1-16 0,-5 4-24 15,0-2-97-15,-4-2-211 0,2-8 94 0</inkml:trace>
  <inkml:trace contextRef="#ctx0" brushRef="#br0" timeOffset="3484.8">12255 11003 28 0,'0'0'99'0,"0"0"-38"0,0 0-29 0,0 0-32 16,0 0-37-16,0 0-40 0,0 0 18 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1T06:34:58.8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9467 5287 187 0,'0'0'202'0,"0"-11"-2"0,0 11-4 16,-1-10-7-16,1 10-3 0,0-9-7 0,0 9-8 15,-2-8-7-15,2 8 1 0,0 0-22 0,0-11-10 16,0 11-16-16,0 0-15 0,0 0-9 0,0 0-10 15,-1-7-11-15,1 7-10 0,0 0-9 0,0 0-11 16,0 0-7-16,0 0-7 0,0 0 1 0,0 0-9 16,0 0-5-16,0 0 2 0,-5 26-6 0,4-8 4 15,-1 0-2-15,2 7 1 0,-1 3-1 0,2-1-3 16,-3 1-2-16,1-2 2 0,-1 4-3 0,2-2 1 16,-1 0 7-16,0-1-12 0,1 0 3 0,1-1 2 15,-2 0-2-15,1-2-1 0,1 0-1 0,0-3-11 16,-1-3-15-16,-1 0 4 0,2 2-13 0,-2-1-7 15,0 0-5-15,-2-2-7 0,1 2-21 0,-5-4-24 16,4 2-18-16,-4-3-36 0,2 0-21 0,0-3-29 16,-3-1-141-16,2-2-366 0,1-2 162 0</inkml:trace>
  <inkml:trace contextRef="#ctx0" brushRef="#br0" timeOffset="478.29">9554 5243 72 0,'23'-15'167'0,"-2"0"-2"0,-4 4-15 0,-2 2-15 16,-3 5-14-16,-3-3-16 0,2 4-10 0,-4 1-13 15,-1 0-6-15,2 1-8 0,-8 1-21 0,14 5 12 16,-4 1-14-16,-3 0-3 0,1 4-4 0,0 4-1 15,0 0-3-15,-5 2-2 0,-1 2-5 0,1-2 6 16,-5 4 0-16,-1 6-1 0,-1-1-3 0,-3-1 2 16,2-6-4-16,-4-1-3 0,0-1 3 0,0 1-6 15,4-3 0-15,-1-4 0 0,-2 1-5 0,2-2-1 16,-1-2-6-16,2 2 3 0,1-3-1 16,-1-1 1-16,5-5-7 0,-3 5 1 0,3-5-2 0,-4 7-3 15,4-7 8-15,0 0-6 0,2 10-2 0,3-5 2 16,5 1-3-16,-2 0-2 0,6 3 4 0,2 1-4 15,-4 2 2-15,4 0-3 0,-2 2 6 0,0 1-3 16,-3-2-2-16,5 7-3 0,-5-4 2 0,-1 0-1 16,0 2 4-16,-2 0-2 0,-1-1 1 15,-5 0-1-15,1-1-4 0,-3 1 3 0,-3 0 6 16,-2-2-9-16,-3-1-2 0,-4 2 7 0,1-3-4 0,-3-2 3 16,-2 0 0-16,-3 0 5 0,-5 0 0 0,4-3 1 15,-8 0 2-15,6-4-7 0,-3-1 4 0,-4 0-2 16,8-3-16-16,3 1-17 0,-1-1-34 0,4-2-38 15,2-3-48-15,0 1-115 0,3-4-290 16,2-1 128-16</inkml:trace>
  <inkml:trace contextRef="#ctx0" brushRef="#br0" timeOffset="1128.38">9938 5487 130 0,'-3'-5'244'0,"3"5"-7"16,-5-10-13-16,5 10-14 0,-3-8-17 15,3 8-21-15,-4-5-19 0,4 5-15 0,0 0-19 0,0 0-19 16,0 0-11-16,0 0-9 0,0 0-13 16,0 0-5-16,0 0-6 0,23 18-6 0,-14-9-6 0,6 7-5 15,2 3-3-15,2 3-6 0,-2-1-3 0,-1 4-2 16,1 0-2-16,-3-5-1 0,-5-1 1 0,0-2-3 16,1 8-4-16,-6-6-2 0,0-2 2 15,-3-2-3-15,-3 2 0 0,0-6-3 0,0 0-2 16,-1 0 0-16,-1-1-2 0,-2-2 4 0,-3-1-6 15,4-1 4-15,-1-2-2 0,-2-2 0 0,0 0-1 0,8-2 3 16,-13 2 1-16,13-2 4 0,-12-3-3 0,5 0-6 16,4-4-5-16,3-2-6 0,0-1 0 15,0 10-8-15,6-19 3 0,1 8-3 0,4-4-5 0,0-2-6 16,3 2 1-16,9-5-1 0,2 1-3 16,0 2 5-16,2-2 0 0,-1 4-3 0,-2 0 3 0,-1 2 4 15,3-2-1-15,-4 2 6 0,-2 4-3 0,3-7 6 16,-8 5-5-16,-1 0 7 0,0 0-3 15,-2-2 5-15,-2 4 4 0,-1-1-3 0,-2 0 11 0,1 1 3 16,-3-1 13-16,1 3 2 0,-2-3 4 16,0 5 5-16,-2 0-1 0,0-2 8 0,-2 7-4 0,4-9 1 15,-4 9-6-15,3-6-1 0,-3 6-9 0,0 0-3 16,5-6-3-16,-5 6-4 0,0 0-8 0,0 0 5 16,0 0-1-16,0 26 14 0,-3-10-15 0,1 2 6 15,0 7-5-15,-3 1 5 0,1 1 1 16,0 1-4-16,-1 0 1 0,0 1-3 0,3-3 2 0,-2 0-4 15,1-2 2-15,2 0-16 0,0-4-16 0,-3-1-17 16,3-2-31-16,-2 1-46 0,2-4-49 0,-2 2-49 16,-2-5-144-16,-1 0-392 0,2-1 174 0</inkml:trace>
  <inkml:trace contextRef="#ctx0" brushRef="#br0" timeOffset="1293.19">10330 5247 61 0,'0'0'69'0,"19"9"-35"0,-10-4-33 0,5 8-29 16,0-2-30-16,5 9 13 0</inkml:trace>
  <inkml:trace contextRef="#ctx0" brushRef="#br0" timeOffset="1762.6">10777 5552 116 0,'0'0'227'0,"2"-10"-12"0,-2 10-7 16,0 0-12-16,0 0-9 0,-12-10-19 16,4 7-6-16,8 3-8 0,-11-5-10 0,5 4-16 15,6 1-9-15,-15 0-18 0,5 4-13 0,1 0-10 16,-1 2-9-16,-4 3-9 0,-2 2-3 0,0 10-8 15,-2-1-2-15,2 0-9 0,1 3 6 0,5-7-10 16,-2 8-9-16,4-7-11 0,1-2-6 0,3 1-4 16,0 1-5-16,2 0-8 0,0-6-13 0,2 0 5 15,2-1-1-15,0 0-4 0,2-4 0 0,1 2 3 16,2-4 5-16,0 0 2 0,2-2-1 0,2-3 1 16,3-2 0-16,-3-1-3 0,6-3 8 0,-3-3 2 15,1-2-3-15,2-7 1 0,-1-1 2 0,-2-5-4 16,2 0 7-16,-5-4-6 0,2-3 2 0,-4-3 1 15,1-11 7-15,-1-2 3 0,0-2 7 0,-5 15 5 16,-2-1 7-16,1 0 10 0,-2 1 8 0,1 5 5 16,-1-1 9-16,-1 6 5 0,1 6 8 0,-2 2 16 15,0 7 6-15,-1-1 0 0,1 1-2 0,0 5-13 0,1 5-11 16,0-12-11-16,0 12-13 0,1-7-15 0,-1 7-7 16,0 0-3-16,0 0 10 0,0 28-16 15,1-3 2-15,-1 7-2 0,0 5 1 0,-1 11 0 16,1-3-4-16,1 2 4 0,-1-11-6 0,-1 8-13 15,2-11-17-15,1 1-24 0,-1 1-24 0,-1-2-22 16,4 1-28-16,0 0-47 0,2-4-44 0,0-3-51 16,2-1-165-16,2-3-464 0,0-7 206 0</inkml:trace>
  <inkml:trace contextRef="#ctx0" brushRef="#br0" timeOffset="2444.79">11337 5605 2179 0,'0'-17'-7'0,"-3"5"48"0,-3-3-13 16,-1 6 5-16,0 0 13 0,-1 1 18 0,0 2-4 16,-2 0-6-16,0 2-6 0,1 1 2 0,-5 2 0 15,3 2-11-15,-2 2-2 0,-4 6-4 0,3 3-3 16,-1-1-2-16,3 2-3 0,-2-1-6 0,6-2 2 16,2 0-5-16,-1 3-1 0,4-3 7 0,-2 2-17 15,3-3-13-15,2-1-8 0,2 0-5 0,-1 3-4 16,0-6 2-16,-1-5 1 0,9 6 2 0,-4-3-1 15,-5-3 4-15,12 2 5 0,-3-3-2 0,-2-3 5 16,1-1 0-16,-1-1 3 0,1-2-2 0,-1-1 3 16,-1 0 5-16,1-1-3 0,0-6-4 0,0 5 6 15,-2 0 7-15,-1-1 17 0,0 4-1 0,-2 1 5 16,2-2 6-16,-2 5-5 0,-2 4-7 0,3-10-6 16,-3 10-6-16,4-5-4 0,-4 5-3 0,0 0 3 15,3 26-2-15,0-1 0 0,1 5 0 0,-4 4 0 16,-4 16-3-16,3 0 7 0,-4 3 3 0,0 4 15 15,1-3 3-15,-1-1 4 0,0 2 9 0,1-3 2 16,1-1 2-16,-2-3 0 0,1-12-6 0,0-1 0 16,3 0-2-16,-5-2 4 0,1 1-8 0,1-4-2 15,-3-3-3-15,-3 1-3 0,2-10 2 0,-1-3-1 16,-1-1-2-16,0-2-3 0,-4-1-1 0,1-5-1 16,-1-3-1-16,0-2-7 0,-4-3 2 0,0-2-19 15,2-5 4-15,-1-2-6 0,4-3-3 0,-2-6 1 16,9 1 3-16,0-7-15 0,6-3-2 0,4-1-3 15,5-2 7-15,9-14 6 0,4 2-9 0,6 4 4 16,1-1 0-16,6 0 4 0,2 5 1 0,3-3 0 16,3 1 0-16,2 0 1 0,0 1-1 0,0-3 3 15,-1 3 4-15,-4 0-4 0,0-1-1 0,-1 0 4 16,-3 2-4-16,-13 9 2 0,0 0 1 0,-4 3 3 16,-3 2 4-16,-7 6 12 0,0 7 11 0,-2-7 9 15,-5 7 7-15,1 1 3 0,-3 8-5 0,2-15 12 16,-2 15-15-16,-2-11 3 0,2 11-7 0,-12-9-6 15,2 7 0-15,-2 2-3 0,-4 5-3 0,-1 3 5 16,-6 5-11-16,0 4-2 0,0 2 1 0,4 3-3 16,0-1-5-16,4 2 6 0,2 0-2 0,5 1 1 15,4-5-1-15,3 0-5 0,2-1-2 0,8 7-17 16,-2-8-7-16,13 4-7 0,3-2-18 0,6-4-21 16,0 1-27-16,3-4-40 0,5-1-51 0,14 0-37 15,-12-5-41-15,-3-1-164 0,0-2-467 0,-2-1 208 16</inkml:trace>
  <inkml:trace contextRef="#ctx0" brushRef="#br0" timeOffset="3300.14">12845 6133 244 0,'1'-10'257'16,"3"-2"-18"-16,-2 0-16 0,2-1-13 0,4-3-5 0,-4-1-14 15,3 1-15-15,1-2-10 0,4-5-14 16,-5 6-16-16,0-2-6 0,6-4-11 0,-4 5-8 0,2-6-7 16,1-1-11-16,-4 0-13 0,1-4-5 15,-4 2-7-15,4-3 2 0,-4 0-17 0,-3 0-7 16,0 1-4-16,-2 0-3 0,0 0 4 0,-2 9-14 15,-2-4-2-15,1 7 0 0,-2 0-1 0,-1 4 0 16,1 5-3-16,1-3-2 0,-3 4-11 0,1-1 1 0,-2 3-1 16,2 1-7-16,-1 3 2 0,7 1-9 0,-22 1 1 15,11 3-3-15,1 1 4 0,1 3-11 16,0-1-3-16,-1 1-9 0,2 1-6 0,4 1-2 16,1-1-3-16,1 0-4 0,2-2 3 0,0-7 2 15,7 16 4-15,2-8 2 0,5 2 4 0,4-3-2 16,6 2 4-16,9-6-5 0,-3 4 2 0,3-6 4 15,-3 2 1-15,-1-2 3 0,-8 1 2 0,-1-2-4 16,-3 2 5-16,-3 0 2 0,-5 1 1 0,0 0 0 16,0 0-2-16,-2 4 3 0,-1 0 4 0,3 2-5 15,-5 4 3-15,2 3 1 0,-4 8 0 0,0-6 2 16,-2 1 3-16,0 6-4 0,0-8 2 0,0 2 0 16,0-3 2-16,3 0 0 0,-1 1 1 0,0-6 1 15,4 0-4-15,-1 1-1 0,2-3 6 0,2 0 4 16,6-4-1-16,-1 2 10 0,3-4-8 0,4 0-5 15,2-5 6-15,6 0 0 0,2-6-1 0,1 0-2 16,-3-2 3-16,0 1-1 0,-5-2-1 0,-1-3-1 16,-5 2 0-16,2-6-1 0,0-1 3 0,-3-4-2 15,-4 0 0-15,0-2-6 0,-1 2 1 0,-4-2-7 0,-3 0 4 16,-1 0-1-16,-2 7 5 0,-4 0 21 16,2 2-11-16,-2 5 2 0,0-1 0 0,-3 3 6 15,3 2 4-15,-2 2-8 0,4 5-5 0,-7-9-1 16,3 7-2-16,4 2-2 0,0 0 3 0,-21 9-3 15,10 3 2-15,0 2-5 0,2 4 2 0,-5 5-1 0,5-1 0 16,5-3 1-16,-1 5 2 0,6-4-2 16,-1-1 6-16,2-1-3 0,2-1-5 0,2 2 1 15,4-2-19-15,3 3-8 0,6 0-27 0,-4-8-25 16,8 4-33-16,-4-9-60 0,8 2-37 0,3-5-178 16,1 1-416-16,-2-4 185 0</inkml:trace>
  <inkml:trace contextRef="#ctx0" brushRef="#br0" timeOffset="3528.27">14065 5614 210 0,'-7'-10'219'15,"3"1"-9"-15,-3 1-12 0,-2-1-10 0,1 5-16 16,-2-1-15-16,-1 4-12 0,-3 1-14 0,1 3-12 16,-3 4-8-16,-1 2-13 0,0 3-8 0,2 1-12 15,-3 6-10-15,0 0-6 0,9-4-7 0,-2 1-1 16,4 1-9-16,1-1-6 0,3-5-2 0,2 7-4 15,2-6-3-15,0 1 5 0,1-1-8 0,4 3-3 16,5-2-1-16,1-2-4 0,3 1-7 0,3-2-8 16,7 0-22-16,2-4-28 0,2 1-50 0,2-4-59 15,1-3-44-15,-5-1-165 0,2-4-393 0,0 0 174 16</inkml:trace>
  <inkml:trace contextRef="#ctx0" brushRef="#br0" timeOffset="3778.29">14400 5401 1732 0,'2'-31'-24'0,"0"3"105"0,-2 9 39 0,-2 1-12 0,1 5 10 16,1 2 2-16,-1 0-2 0,1 5-9 0,0 6-13 15,-3-13-14-15,3 13-8 0,0-8-15 0,0 8-10 16,0 0-6-16,0 0-7 0,0 0-4 0,0 0-6 16,-4 48 0-16,2-18-4 0,1 5 0 0,-3 12-3 15,-4-1-3-15,5-12 0 0,-3 14-3 16,0-12 5-16,2 8-7 0,-2-9 2 0,3-3 0 0,-1 0 2 15,-4 0 3-15,5-2 4 0,-4-3-13 0,2-3 3 16,1-5-2-16,-2-1-17 0,3-1-21 0,1-1-27 16,-3-4-17-16,5-2-31 0,0-10-34 0,-5 16-53 15,5-16-24-15,-2 10-12 0,2-10-145 0,0 0-401 16,0 0 177-16</inkml:trace>
  <inkml:trace contextRef="#ctx0" brushRef="#br0" timeOffset="4095.03">14240 5534 112 0,'0'0'159'0,"-4"-5"-23"0,4 5-11 15,0 0-10-15,0 0-15 0,0 0-12 0,0 0-3 16,0 0 1-16,0 0-11 0,0 0 1 16,35 9-8-16,-12-5 1 0,0-3-9 0,2 1-5 15,6-2-4-15,-13 0-2 0,2 1-4 0,-1-2-7 0,-2 1 9 16,-6 0-1-16,1 0-5 0,-2 0 3 0,-3 1-5 15,-7-1-3-15,12-1-4 0,-12 1-7 0,0 0 4 16,11 0-5-16,-11 0-1 0,0 0-12 16,9-2 1-16,-9 2-3 0,7 4 2 0,-7-4 6 15,5 9-3-15,-2-5 6 0,0 4-1 0,-1-1 1 16,1 4 0-16,-2 1 0 0,0 4-1 0,1-1-2 0,-2 2-3 16,1 0 3-16,-1 1-3 0,-3 1 2 15,1-2-3-15,2 0-2 0,-3 0-3 0,1 0-5 16,-1-2-21-16,0 3-30 0,-2-3-44 0,5-3-43 15,0 0-59-15,-4 0-106 0,2-3-324 0,2-9 144 16</inkml:trace>
  <inkml:trace contextRef="#ctx0" brushRef="#br0" timeOffset="4260.24">14512 5463 2214 0,'-6'-10'27'0,"-1"-1"-33"0,1 1-4 0,0 3-18 16,1 1-17-16,1 0-15 0,4 6 1 0,-6-7-16 16,6 7-25-16,0 0-25 0,-2-10-24 0,2 10-115 15,0 0-286-15,0 0 126 0</inkml:trace>
  <inkml:trace contextRef="#ctx0" brushRef="#br0" timeOffset="4549.75">14961 5202 14 0,'-3'-10'246'0,"-2"0"9"16,0 0-1-16,1 1 2 0,-1 3-1 0,5 6-21 15,-2-10-25-15,0 6-23 0,2 4-22 0,0 0-16 16,-4-9-24-16,4 9-17 0,0 0-8 0,0 0-12 16,-14 29-6-16,7-1-5 0,-5 16-13 0,-4 7-2 15,1 1-8-15,-1 3-4 0,-1 3-4 0,1-3-4 16,-1 0-7-16,-2 2 1 0,10-5-10 0,-2-1 3 15,0-2-2-15,1-4-4 0,1-13-4 0,7 3 2 16,-4-4-6-16,1 1 1 0,3-1-1 0,-1 1 1 16,4-2-4-16,-1-2 0 0,2-3-11 0,-2-6-6 15,0 0-12-15,2-2-17 0,2-2-15 0,-3-3-17 16,3-2-21-16,-2-2-17 0,-2-8-28 0,2 11-21 16,-2-11-38-16,0 0-233 0,0 0-460 0,0 0 204 15</inkml:trace>
  <inkml:trace contextRef="#ctx0" brushRef="#br0" timeOffset="4862.59">14586 5742 160 0,'-2'-8'169'16,"2"8"-14"-16,0 0-17 0,5-14-9 0,4 11-16 16,1-1-16-16,9-3-12 0,2 1-2 0,8-1-7 15,2 2-7-15,2-2-7 0,-1-1-10 16,2 2-1-16,0-1-4 0,-3 0-10 0,2 2-1 0,-7-1-1 15,-4 1-7-15,-3-1-4 0,-1 2 5 0,-2-2 7 16,-4 4 5-16,-3-2 5 0,2 3 8 0,-4-1-1 16,-1 0 0-16,-6 2-8 0,7-3 0 0,-7 3-7 15,9-1-5-15,-9 1-4 0,0 0-4 0,9-4-5 16,-9 4-4-16,0 0-4 0,0 0-1 0,0 0 0 16,9 9-1-16,-8-2-4 0,2 2 3 0,-3 2-2 15,0 4 2-15,-2 2-1 0,2-1-4 0,0 3 2 16,2-2 0-16,-4 0-9 0,1 1-21 0,0 0-42 15,-1-1-48-15,2 0-41 0,-3-3-37 0,-1 0-101 16,0-5-316-16,4-9 140 0</inkml:trace>
  <inkml:trace contextRef="#ctx0" brushRef="#br0" timeOffset="5016.29">15031 5409 155 0,'-2'-6'171'0,"2"6"-16"0,-4-12-30 16,4 12-43-16,0 0-27 0,0 0-36 0,0 0-27 15,0 0-29-15,0 0-83 0,23 27-129 0,-17-11 57 16</inkml:trace>
  <inkml:trace contextRef="#ctx0" brushRef="#br0" timeOffset="5712.03">15344 5727 14 0,'10'-6'187'0,"1"-2"0"0,3-3-13 0,-2-2-7 15,0 1-2-15,1 0-7 0,0-3-14 0,-2 1-2 0,0-1-2 16,1-1-8-16,0 2-4 0,-4-2-5 16,0 0-12-16,-1 2-2 0,-4 2 11 0,1 0 8 15,-1 4-4-15,-1-3-2 0,0 4-11 0,-2-2-7 16,0 9-10-16,-7-13-8 0,5 8-6 0,-3 0-11 15,-2 2-11-15,-2 0-12 0,-2 2-1 0,-2 1-9 16,-1 3-5-16,1 6-5 0,-1 1-4 0,-5 1-2 16,0 8 3-16,2-2-5 0,3-1-3 0,4 0-3 15,0 3-1-15,1 5-4 0,-2 0 1 0,6-6-3 16,1 0 4-16,2 0-4 0,2-1-2 0,1-1 0 16,0 2 4-16,5-2-8 0,-1-4 5 0,1-1-3 15,3-1 2-15,3 1 3 0,0 2 0 0,5-6 0 16,1 0 4-16,0-2-4 0,2 1 1 0,2-4 1 15,5 0-4-15,2-2 2 0,1-3-4 0,-1-2 2 16,0 0-1-16,2-4-1 0,-4-1 4 0,2 0 0 16,-2-4-7-16,0 2 3 0,-2-8-8 0,-3 1-7 15,1-4 2-15,-2 0-3 0,-6 0 0 0,-4-1 4 16,0-2 4-16,-2 0-3 0,-5 1 3 0,-3-1-8 16,-2 8 1-16,-6-9 1 0,-1 10 0 0,-3-2 4 15,-4-1-1-15,-7 2 3 0,3 9-6 0,1-2 8 16,-3 4-2-16,5-1 0 0,2 4 1 0,1 3 5 15,1-2-5-15,4 1-3 0,0 1 1 0,8 1-4 16,-12-6 3-16,12 6 8 0,-9 0-8 0,9 0-1 16,0 0 1-16,0 0 2 0,0 0 0 0,0 0 1 15,0 0 1-15,19 19-4 0,-1-14 3 0,-1-2 2 16,2-1 0-16,2 1 2 0,0-3 3 0,9 4-5 16,-3-1 3-16,-6-1-5 0,-1-1 4 0,-3 1-2 15,-2-1 3-15,-3-1-2 0,-2 3-2 0,2 0-3 16,-3-1 3-16,-9-2 2 0,17 5 7 0,-9 0-13 15,-1-2 3-15,-7-3-2 0,10 11 2 0,-5-4 7 16,3 1-5-16,-4-2 0 0,1 5-2 0,0 2 2 16,-4-3 1-16,3 7 0 0,-5-2 0 0,2 4 0 15,0-2 0-15,-2 2 1 0,1 0 4 0,-4 0 0 16,3-1 0-16,2 1-1 0,-3 0 3 0,0 0-7 16,1-2-18-16,-2-2-23 0,5-2-25 0,-2 2-23 15,0 0-23-15,0-1-42 0,4-3-36 0,-2-1-39 16,-1 1-161-16,-1-11-422 0,4 18 186 0</inkml:trace>
  <inkml:trace contextRef="#ctx0" brushRef="#br0" timeOffset="6914.3">9259 6105 70 0,'-14'-3'149'0,"14"3"-4"15,-8-2-4-15,8 2-11 0,-8-1-10 0,8 1-9 16,0 0-13-16,0 0-13 0,0 0-7 0,0 0-11 15,-11 1-6-15,11-1-10 0,0 0-3 0,0 0-16 0,0 0-16 16,0 0-19-16,0 0-11 0,0 0-4 16,0 0 4-16,0 0-6 0,0 0 7 0,-1 9 0 15,1-9-6-15,0 0 8 0,0 0 3 0,0 0-6 16,0 0-3-16,11 10 3 0,-11-10 5 0,6 5-1 16,-3-1 5-16,-3-4-4 0,9 5 3 0,-5-3 4 15,-4-2 3-15,10 3 0 0,-8 1-6 0,-2-4-1 16,7 4 0-16,-7-4 4 0,0 0-2 0,6 5-1 15,-6-5 1-15,0 0 0 0,0 0 7 0,0 0-9 16,8 1 1-16,-8-1 1 0,0 0 2 0,0 0 7 0,0 0-6 16,0 0-5-16,0 0 2 0,0 0 1 15,6 4 9-15,-6-4-7 0,0 0 3 0,0 0 2 16,0 0 1-16,0 0-3 0,0 0-7 0,0 0 0 16,0 0 4-16,0 0-3 0,0 0 11 0,0 0-12 15,3 5 6-15,-3-5-4 0,0 0 1 0,2 8 1 16,-2-8-2-16,7 6-2 0,-3-3 13 0,1 2-8 0,4 1 3 15,-2 0 4-15,5 1 2 0,2 1 7 16,3 0 12-16,2 1-1 0,0-2 15 0,10 1-7 16,-1 0 1-16,6 2-11 0,-2-3-3 0,6 0 4 0,11 1 3 15,2-1 7-15,1-3-1 0,0 3 7 16,6-5-5-16,2 2-9 0,32 1 11 0,-31-3-8 0,30 0-4 16,-24 2 9-16,26-3-5 0,1-1-8 15,-3 2-1-15,-28 1 3 0,28-3-7 0,-26 3 0 16,2-3 0-16,28 6 2 0,-1-3-6 0,-28 0 4 0,31-2-2 15,-8 1-2-15,5 5-5 0,-29-4 3 0,34 1-2 16,-4 2-2-16,-3 1 2 0,4-3-2 0,1 4-3 16,-4-4 4-16,7 2-3 0,1 1 2 15,-3-1 0-15,3 1-3 0,1-3 1 0,-9 5 3 16,5-2-1-16,1-4 0 0,3 2-2 0,0 0-1 0,-3 4 0 16,-1-2-1-16,0-2 5 0,-4 0-1 0,1 0 4 15,3 0-2-15,-2 0-3 0,1-2 3 0,2 4 2 16,-3 1-3-16,6-3 1 0,-2 3-2 15,1-4-5-15,1 4 9 0,3-8-1 0,-1 6-1 0,4-1-2 16,-3-5 0-16,1 2-1 0,-5-3-3 16,2 1 4-16,3 0 1 0,-1-3 2 0,-2 3-4 0,0 0-1 15,0-4 1-15,-2 2 3 0,-5-1-3 0,-2 2 2 16,1 1 1-16,-2 0 1 0,-29-3 1 16,32 7-4-16,-29-2 2 0,22-4 2 0,-24 0-2 15,-1 2-3-15,-1 1-3 0,-3-2 2 0,-3-1-2 16,-3 2 4-16,-4 0-1 0,-12 0 3 0,-1 2-6 0,-3-1-2 15,-6-2 2-15,-8 2 2 0,-3-2-1 0,-6 1-3 16,1-2-2-16,-6 1 0 0,-6 1-8 16,9 0-23-16,-9 0-23 0,0 0-23 0,0 0-19 15,0 0-30-15,0 0-27 0,0 0-37 0,-27-15-105 0,16 8-319 16,-2 2 141-16</inkml:trace>
  <inkml:trace contextRef="#ctx0" brushRef="#br0" timeOffset="7177.97">16908 5642 2230 0,'12'-14'149'16,"-2"0"-68"-16,-2 5-60 0,-4-1-1 0,0 4 1 15,-1 0 10-15,1 1 14 0,-4 5 9 0,9-7 9 16,-6 4 7-16,-3 3 1 0,0 0-6 0,2-8-8 16,-2 8-3-16,0 0-9 0,0 0-5 0,5-4-6 15,-5 4-16-15,0 0-19 0,0 0-31 0,0 0-21 16,0 0-7-16,0 0-14 0,0 0-12 0,2 21-50 16,-6-9-36-16,-3 8-49 0,-4 3-168 0,-1 5-422 15,0 0 186-15</inkml:trace>
  <inkml:trace contextRef="#ctx0" brushRef="#br0" timeOffset="7330.27">16799 6042 42 0,'0'0'256'0,"0"7"-11"0,0-7-5 16,0 0 1-16,3 6-10 0,-3-6-5 0,0 0-21 16,0 0-22-16,0 0-17 0,0 0-21 0,0 0-17 15,4 5-41-15,-4-5-44 0,0 0-52 0,0 0-73 16,0 0-72-16,14-10-212 0,-14 10-396 0,14-11 176 15</inkml:trace>
  <inkml:trace contextRef="#ctx0" brushRef="#br0" timeOffset="7484.22">17337 5854 2333 0,'6'-2'82'0,"0"0"-61"0,-6 2-5 0,11-5 12 15,-6 2 24-15,-5 3 17 0,7-2-12 0,-7 2-7 16,0 0-10-16,8-3-6 0,-8 3-16 0,0 0-25 15,6-5-30-15,-6 5-52 0,0 0-75 0,4-5-80 16,-4 5-133-16,0 0-408 0,0 0 181 0</inkml:trace>
  <inkml:trace contextRef="#ctx0" brushRef="#br0" timeOffset="-148870.08">14768 7921 2 0,'0'0'8'0,"0"0"-3"0,0 0-1 0,0 0 3 15,0 0-5-15,0 0 3 0,0 0-2 0,0 0 4 16,0 0-4-16,0 0-2 0,-6 25-1 0,6-25 0 16,-3 11 4-16,1-3-4 0,0-2 2 0,-1 2-4 15,0 0 5-15,-3 0-1 0,3 3 4 0,0-2-6 16,-4 3-1-16,4-2 10 0,-1 0-11 0,2 0 4 15,-2 0-3-15,-1-1 5 0,1 0-6 0,-1 1 3 16,2-2 3-16,1-1-2 0,-2-1 4 0,4-6-6 16,-4 9-3-16,4-2 5 0,0-7-3 0,-4 9 4 0,4-9-6 15,-1 8 8-15,1-8-3 0,-4 6-1 0,4-6 2 16,0 0-2-16,0 0 3 0,-2 6 2 16,2-6-1-16,0 0 9 0,0 0 2 0,0 0-4 15,-10 7 0-15,10-7-6 0,-15 0 5 0,1 3-3 0,-8 0-3 16,-9 0 3-16,-3 3 2 0,-18 2-6 0,0 2 0 15,-2-1-5-15,1 3-8 0,3-2-7 16,12-1-17-16,7 0-34 0,-1-1 15 0</inkml:trace>
  <inkml:trace contextRef="#ctx0" brushRef="#br0" timeOffset="-147952.74">15467 7703 2 0,'0'0'5'16,"0"0"-3"-16,0 0-1 0,0 0 0 0,0 0 4 15,0 0-8-15,-9-13 6 0,9 13 1 0,0 0-3 16,0 0-1-16,-7-4 5 0,7 4 1 0,0 0-3 15,0 0 1-15,0 0-4 0,0 0 2 0,0 0-2 16,0 0-8-16,0 0 9 0,0 0-2 0,0 0 3 16,0 0-4-16,0 0 3 0,0 0-2 0,0 0 3 0,-7 14-6 15,7-14 2-15,0 7 3 0,0-7-3 0,0 9 4 16,0-9 1-16,4 9-2 0,-4-9-7 16,0 13 8-16,1-9 1 0,-1-4-1 0,1 11-1 15,-1-11-3-15,0 10 6 0,0-10 0 0,0 11-3 0,0-5 3 16,0-6-5-16,0 10 2 0,0-10-10 0,-1 10 10 15,0-4 5-15,1-6-4 0,-7 10 3 0,6-5 0 16,1-5-1-16,-4 7 4 0,-1-3 1 16,5-4-7-16,-6 9-1 0,1-4 4 0,-3-4 2 0,2 4-1 15,-1-3 2-15,1 0-3 0,-1 0 4 0,7-2-7 16,-12 3 2-16,12-3 1 0,-8 3 0 0,8-3 3 16,-5 3 2-16,5-3-8 0,0 0 4 0,0 0-6 15,0 0 4-15,-6 4-3 0,6-4 2 0,0 0-6 16,0 0 1-16,0 0-1 0,0 0 8 0,0 0-5 15,0 0-1-15,0 0-2 0,24 0 3 0,-12-2 1 16,-1 0 3-16,3 0 0 0,-1 1-2 0,2-2-3 16,-1 0 7-16,1 3-6 0,3-1 7 0,-5 0-6 15,1 1-4-15,0 0 1 0,-1 0-16 0,0-1-10 16,-1 1-30-16,0 0 13 0</inkml:trace>
  <inkml:trace contextRef="#ctx0" brushRef="#br0" timeOffset="-138076.3">15652 9022 3 0,'0'0'9'0,"0"0"-2"16,0 0-2-16,0 0 4 0,0 0-3 0,0 0-4 16,0 0 10-16,0 0-9 0,0 0 3 0,0 0-4 15,0 0 4-15,0 0-6 0,0 0 3 0,0 0-2 16,0 0 1-16,0 0 3 0,0 0-1 0,0 0-2 15,0 0 2-15,7-4-4 0,-7 4 1 0,0 0-1 16,0 0 2-16,0 0-4 0,0 0 0 0,0 0 8 16,0 0-5-16,0 0-2 0,0 0 0 0,11 1-4 15,-11-1 5-15,0 0-5 0,0 0 2 0,0 0 6 16,0 0-4-16,0 0 4 0,0 0-3 0,0 0 0 16,0 0 0-16,0 0 0 0,0 0-5 0,0 0 4 15,0 0 2-15,0 0 2 0,0 0-6 0,0 0 2 16,0 0-2-16,0 0-10 0,0 0 15 0,0 0-5 15,0 0 3-15,0 0-11 0,8 4 17 0,-8-4-6 16,0 0-1-16,0 0-4 0,0 0 2 0,9 1 2 16,-9-1-1-16,0 0 5 0,0 0-3 0,0 0 0 15,10 0 0-15,-10 0-2 0,0 0-1 0,0 0 5 16,8 2-4-16,-8-2-6 0,6 2-8 0,-6-2 4 0</inkml:trace>
  <inkml:trace contextRef="#ctx0" brushRef="#br0" timeOffset="-134569.55">14671 7759 2 0,'0'0'0'0,"0"0"-1"0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6T03:54:35.3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3349 3636 21 0,'0'0'164'0,"-6"-9"-5"0,2 3-11 0,1 0-4 16,0 0-6-16,3 6 5 0,-8-14 7 0,5 10 0 16,-1-2-8-16,4 6-9 0,-5-12 0 0,0 8-4 15,5 4-2-15,-6-9 1 0,6 9-13 0,-3-7-15 16,3 7-5-16,-4-4-13 0,4 4-9 0,0 0-8 16,0 0-8-16,0 0-11 0,0 0-8 0,0 0 0 15,0 0-4-15,0 0 2 0,2 21 0 0,-2-10-6 16,0 4 4-16,-2 4-3 0,2 5-2 0,-2-4-2 15,-2 3-1-15,3 2-2 0,-2-4-6 0,1 4 5 16,-3-5-5-16,2-2 0 0,2 0-1 0,0 0-2 16,-1-2 1-16,4 1-5 0,-2-7 0 15,1 2-19-15,-4-3-17 0,3-2-17 0,2 1-27 0,-2-8-23 16,0 0-32-16,1 15-29 0,-1-15-20 0,-1 7-40 16,1-7-167-16,0 0-409 0,0 0 181 0</inkml:trace>
  <inkml:trace contextRef="#ctx0" brushRef="#br0" timeOffset="426.68">3102 3342 18 0,'-11'5'152'16,"-4"8"-13"-16,-7 7-7 0,-2 3-4 0,1 4-1 15,-7 12-2-15,9-10-6 0,-8 14-3 16,4 0-9-16,2 1 2 0,4 1-10 0,2 3-9 16,6 0-8-16,4 0-9 0,3-12-5 0,7 0-4 15,-4-1-8-15,4-2-2 0,3-2-9 0,1-1 0 16,8-3-6-16,2-4-5 0,4-3 6 0,4-1-11 0,4-5-5 16,5-1 1-16,4-6-3 0,14-2-2 15,1-6-2-15,5-3 4 0,-1-6-3 0,-1-4-3 16,0-2 1-16,-2 0-4 0,-7-5 5 0,-1-2 0 15,-11 5 0-15,-2-1 1 0,-2-3 1 0,-4 1-6 16,-2-3 1-16,-3-4 0 0,-4-2-1 0,-3 1-7 16,-2-1 2-16,-5 2 1 0,-5-4-4 0,-1 2 0 15,-9-1-3-15,0 0-3 0,-7 0 0 0,-6 0-2 16,-10-8-2-16,-6 5 4 0,-2 2-4 0,6 13-3 16,-12-4 4-16,7 9-2 0,0 1-2 0,-13 4 5 15,-1 5-4-15,14 5 3 0,0 3-12 0,-1 7-12 16,2 3-18-16,-10 6-17 0,15-4-39 0,3 6-45 15,1 1-38-15,6 2-126 0,3-1-334 0,5-1 148 16</inkml:trace>
  <inkml:trace contextRef="#ctx0" brushRef="#br0" timeOffset="877.48">4972 3623 84 0,'5'-14'214'15,"-2"3"-7"-15,-3 0-6 0,-1 1-3 0,2 2-6 16,-1 8-8-16,1-13-17 0,-1 13-16 0,0-8-20 16,0 8-11-16,0 0-18 0,0 0-12 0,0 0-8 15,0 0-9-15,5 22 4 0,-3-4-5 0,-2 7-2 16,0 3-5-16,-2 3-5 0,0 1-10 0,2 3 1 15,-3 1-3-15,2-2-4 0,-2 2-7 0,2-4-3 16,0 1-6-16,-2-1 0 0,3-1 1 0,3-2-3 16,-2-1-5-16,-1 1-2 0,4-3-25 0,-5-5-13 15,3-2-23-15,-3 1-25 0,3-3-21 0,-2-1-33 16,2-5-36-16,-2 2-15 0,0-4-20 0,0-9-15 16,0 14-107-16,0-14-341 0,-4 9 151 0</inkml:trace>
  <inkml:trace contextRef="#ctx0" brushRef="#br0" timeOffset="1148.82">5055 3566 95 0,'30'-9'144'0,"-1"5"-6"0,-1 3-9 0,0 1-10 16,-6 1-6-16,-1 3-10 0,-5 4-8 0,2 0-10 15,-1 2-3-15,-5-1-11 0,1 5-1 0,-6-3 1 16,-4 6 2-16,-1-1-9 0,-5 0-4 0,-3 3-2 16,-2-2-3-16,-7 2 0 0,-2 5-4 0,-3-1-3 15,-6-4-3-15,1 1-3 0,-1-6-5 0,-3 1 0 0,2-4-5 16,0 1-4-16,-1-4-4 0,1 2-7 16,0-6-22-16,5 0-25 0,6 0-31 0,3-4-32 15,1 3-37-15,2 0-30 0,0 0-101 0,10-3-282 16,-13 2 125-16</inkml:trace>
  <inkml:trace contextRef="#ctx0" brushRef="#br0" timeOffset="1490">5273 4174 82 0,'17'-8'190'0,"1"-1"-6"0,1 0-13 0,3 1-8 15,-4-1-7-15,1-2-9 0,7-3-7 0,-9 3-7 16,-1 1-8-16,0-4-7 0,-1 2-10 0,-1-2-12 16,-2-1-7-16,0 0-9 0,-4-2-10 0,1 1-4 15,-4-3-8-15,-1 2-3 0,-3-1-9 0,-1 1-1 16,-3-1-6-16,-2 3-5 0,-4-1-2 0,4 0-2 16,-4 1-4-16,-2 1-2 0,1 9-2 0,-1-2-4 15,-3 2-1-15,3 3-1 0,-2 2-5 0,-6 8 2 16,-4 3 0-16,-3 6-1 0,3 2-2 0,3 0 0 15,-2 4-4-15,5-1 5 0,2 3-3 0,5-8-1 16,2 6-1-16,4-4-1 0,4 0-2 0,5 3-1 16,2-2 4-16,1-4-6 0,9 2-16 0,-1-4-27 15,8-1-29-15,3-2-40 0,5-3-27 0,2 0-30 16,1-5-23-16,1 0-135 0,-4-2-354 0,0-3 157 16</inkml:trace>
  <inkml:trace contextRef="#ctx0" brushRef="#br0" timeOffset="2107.02">5904 3939 158 0,'-3'-11'193'0,"-2"2"-1"0,1 1-15 0,-2 2-6 15,6 6-8-15,-14-9-18 0,3 5-5 0,11 4-10 16,-21 0-11-16,3 6-7 0,4 1-9 16,-6 8-5-16,-5 3-10 0,5 1 0 0,3 1-14 15,2 0-9-15,5-2-6 0,-1-1-4 0,4 1 0 16,0 0-10-16,4-1-6 0,3-2-4 0,0-1-5 0,3-4-2 15,0 0-3-15,3 2 0 0,2-5-1 0,1 2-2 16,1-4-1-16,3 0-2 0,1-4-3 16,0 0 2-16,0-2-3 0,-1-1-4 0,0-3 1 15,-4 1 1-15,5-2-5 0,-5 0 5 0,0-2-4 16,-1-1 2-16,-1-3-3 0,-1 3-3 0,-2-3-1 16,0 0 4-16,-1 0 0 0,-3-4-2 0,3 5 2 15,-3 0-1-15,0 11 5 0,-1-17 6 0,1 17 4 16,-2-12 2-16,2 12-3 0,0 0-5 0,-2-13-3 15,2 13-8-15,0 0-1 0,0 0 3 0,0 0-3 16,0 0-2-16,0 0 4 0,0 0-2 0,-5 34 0 16,5-24-3-16,3 1 4 0,-2 1 1 0,2 0-2 15,2-2 0-15,-2 3-2 0,4-4 3 0,2 1 1 0,2-3-2 16,0 0 3-16,0 0-2 0,7-2-1 16,1-3-11-16,2-2-8 0,7-5-6 0,-1-1-7 15,-6 1-9-15,-2-3-3 0,2-1 0 0,-3 1 2 16,-3-4 2-16,0-1 7 0,-2 2 1 0,0-1 2 15,-2-4-1-15,-3 0 9 0,0-1 3 0,-6-2-1 16,1 3 12-16,1-3 7 0,-2-7-4 0,0 1 2 16,-2-2 6-16,0 8 9 0,-2 1 8 0,1-1 2 15,0 2 10-15,-2 2 5 0,1 6 7 0,0 0 5 16,1 2 4-16,1 7-2 0,0-10-6 0,0 10-12 16,-2-7-5-16,2 7-5 0,0 0-2 0,0 0-2 15,0 0 7-15,0 0 1 0,0 44 0 0,0-24 4 16,-3 5 3-16,2 3 6 0,-2-1 1 0,2 1-3 15,0 4 1-15,-3-3 2 0,2 0-13 0,-3 3-1 16,2-3-3-16,3-2 3 0,-3 1-8 0,1-1-6 16,0-4-29-16,1-4-33 0,1-1-28 0,-1 0-36 15,-2-2-46-15,0 0-57 0,5-5-52 0,-4 0-221 16,2-11-523-16,-3 9 232 0</inkml:trace>
  <inkml:trace contextRef="#ctx0" brushRef="#br0" timeOffset="2399.82">6469 3852 150 0,'0'0'189'0,"5"-6"-17"0,-5 6-12 0,0 0-11 16,0 0-9-16,0 0-11 0,-28 26-13 0,15-13-16 16,-2 0 0-16,-6 4-13 0,-1 0-6 15,5-3-8-15,-4-1-5 0,3-2-11 0,2-1-4 16,2 1-2-16,-1-3-4 0,4-3-3 0,2-2 0 0,3 3 3 15,0-3 11-15,6-3-6 0,-12 2-1 0,12-2-5 16,-12-2-4-16,12 2-4 0,-7-2 2 0,7 2 3 16,0 0-5-16,-8-4-5 0,8 4-3 15,0 0-7-15,0 0-4 0,0 0 1 0,0 0-4 16,0 0-3-16,0 0 0 0,6 18-2 0,1-9 4 16,-1-1-21-16,1 3-23 0,-1-1-32 0,5 3-33 0,1 1-36 15,4-1-40-15,5 2-192 0,-3-5-391 0,7-1 173 16</inkml:trace>
  <inkml:trace contextRef="#ctx0" brushRef="#br0" timeOffset="4010.83">7408 3596 95 0,'-5'-8'241'0,"-3"2"-20"16,-2-2-14-16,-3 5-11 0,-5 1-16 0,-2 3 19 16,1 4-17-16,-9 7-7 0,-3 2-11 0,3 4-11 15,-3 5-8-15,4 4-10 0,-6 10-10 0,4 6-7 16,10-14-12-16,2 2-9 0,4-2-12 0,6 2-3 16,-1-2-12-16,5 0-7 0,4-3-1 0,3 3 1 15,5-5-9-15,0 0-8 0,-1-4-3 0,7 1-5 16,1-5-1-16,4-1-4 0,6 2-2 0,-1-3 0 15,2-5-11-15,2-3-9 0,-1-1-15 0,2-1-15 16,-1-2-10-16,-2-4-9 0,0 1-4 16,-5-2-3-16,-3-3 0 0,-1-1 4 0,0-2 0 0,-4-2 6 15,2 0 4-15,-3-2 1 0,-4-1 3 0,-1-2 11 16,-1 0-6-16,0-2 0 0,-3 1 5 0,3-9 1 16,-3 3 4-16,-3 4 10 0,-1 2 7 0,0 1 12 15,0 4 7-15,3-1 8 0,-3 6 7 0,0 7-5 16,4-12-6-16,-4 12-3 0,0 0-10 0,0 0 1 15,0 0-2-15,0 0-6 0,0 0 0 16,0 0 4-16,-7 33-3 0,4-16 2 0,1 1 0 16,-3 7 1-16,3-6 0 0,3 1-5 0,-2-2-3 0,-2 0 5 15,2 0-3-15,3-3 0 0,2 1-1 0,1-5 2 16,-2 2-2-16,1-4 0 0,1 0 8 0,0-4-3 16,3 2-1-16,2-3 7 0,-1-1-8 0,1-1 1 15,3-2-2-15,-2 0 1 0,2-3-3 16,0-1 2-16,2-2 0 0,-3 0-2 0,-2-4 1 15,3-1 0-15,-2-1-2 0,-2-1-10 0,3-2 9 0,-3-2 1 16,1 3-2-16,-1-4 2 0,-4 2-3 0,4-7 2 16,-5 4-2-16,-2 2-1 0,2 3-3 15,-1 1 6-15,-3 2 7 0,5 3 9 0,-5 8-2 16,1-11 3-16,-1 11-8 0,0 0-13 0,0-14 10 16,0 14-1-16,0 0-4 0,0 0-4 0,0 0 2 15,0 0 1-15,-1 31-1 0,-1-20 0 0,-1 6 4 16,3-1 9-16,0 0-9 0,0 0 2 0,3 0-1 0,0 1-1 15,-1-2-1-15,2-3 0 0,-1 1 4 16,3 1 4-16,0-5-2 0,1 1-3 0,1-2 0 16,-1 1 5-16,5-3-3 0,-1-2-4 0,2-2 6 15,0 2-5-15,1-2 2 0,4-4-1 0,-1 2-1 16,-3-2-3-16,1-3 11 0,0 3-6 0,-3-3-4 16,-1-2 1-16,-1-1-2 0,1 1 5 0,-2-3-4 15,1 1-2-15,-2-6-1 0,-2 1-2 0,0-2-8 16,-3 1-4-16,-2-2 4 0,-1 1-3 0,-2-1-2 15,-1 2 0-15,-3 2 7 0,-1 0-7 0,0-2-7 16,-2 4 9-16,2 3 3 0,-2 0 0 0,0 0-3 16,1 0 3-16,0 4 0 0,8 4 1 0,-13-7-2 15,7 3 0-15,6 4-2 0,-9-4-1 0,9 4-6 16,0 0 10-16,-8 0-2 0,8 0-1 0,0 0-6 16,0 0 10-16,0 0 0 0,23 10 1 0,-10-8-1 15,6 0 1-15,-1-1 1 0,2 1 0 0,2-1 3 16,-3 2-4-16,0-2 5 0,-2 2-3 0,-4-3-8 15,0 1 1-15,-1 1 6 0,-12-2-1 0,16 4 3 16,-10-1-2-16,4 2 1 0,-10-5-1 0,9 9 1 16,-5-4 2-16,0 4 1 0,-4-9 2 15,4 16 0-15,-2-5 2 0,0 0 1 0,1 0-1 0,-3 0 2 16,2 2-1-16,-1-2 2 0,1 3-2 0,0-2-2 16,-1 0-3-16,2 0-4 0,0-1 7 0,1 0 1 15,0-2 2-15,1 1-3 0,3-1 6 0,-2-1-1 16,2-3 2-16,-2 3-3 0,4-4 5 0,0 0-6 15,0-3 7-15,-10-1-4 0,19 2-1 0,-7-2 0 16,1-3 2-16,-1 0-4 0,1-1-2 0,-2-1-11 16,-3-1-12-16,1-3 1 0,0 0 5 15,-3-1-1-15,3-6-7 0,-2 4-11 0,-2-5 6 0,-2 1 0 16,0 1 3-16,-3-3 5 0,-1 1 3 0,-3 2 1 16,3 5 3-16,-2-2-2 0,-3-3 5 0,2 3-1 15,0 2 7-15,0 1-2 0,4 9 4 0,-5-11-2 16,1 4 2-16,4 7 2 0,0 0-6 15,-4-11 0-15,4 11-5 0,0 0 3 0,0 0 2 16,0 0-1-16,0 0 3 0,0 0 0 0,18-5 2 16,-18 5-1-16,30 5 3 0,-16-3-5 0,4 1 2 0,-4 0-1 15,2 4 1-15,0-1-2 0,0 1 4 0,-3-1-5 16,-3 2 3-16,-1-3 0 0,0 4 0 16,0-2-3-16,-2 2 4 0,-1 1-2 0,-1-1 0 15,-1 2 2-15,1 1 3 0,-3-2-2 0,2 1 0 16,-2 1-3-16,0-2 7 0,1 1 0 0,-1-3-2 15,0 3-3-15,2-2-1 0,-3-1 5 0,5 0-1 16,-1-3 0-16,3 1-1 0,2-1 4 0,0 0 0 0,2-4 2 16,1 2-1-16,4-3 2 0,1-3 2 0,-1 2-5 15,1-3-4-15,-1-2 7 0,2-2 1 16,-1 1-3-16,1-1 2 0,-1-2-1 0,-3-2 2 16,1 2-1-16,-3-2 2 0,-1 0 4 0,-1-2-3 15,0-1-4-15,-5-1-3 0,0 4 7 0,-2-5 2 16,-4 5 5-16,1-3-11 0,-2 2 6 0,1 13-3 0,-4-16 0 15,1 7-2-15,3 9 1 0,-8-12-1 16,8 12-4-16,-12-1 8 0,12 1-11 0,-20 9 1 16,6 0-4-16,-3 3 4 0,-2 5-1 0,5-3 1 15,-3 5 0-15,2 2 1 0,3-3-7 0,4-1-27 16,1-1-34-16,1 2-18 0,3 0-3 0,7 0-24 16,3 1-44-16,6-3-54 0,6 2-41 0,1 1-168 15,2-1-450-15,-6-6 199 0</inkml:trace>
  <inkml:trace contextRef="#ctx0" brushRef="#br0" timeOffset="4405.37">9084 4035 98 0,'5'-8'234'0,"-5"8"-8"16,6-12-9-16,-6 12-15 0,5-9-23 0,-5 9-18 15,0 0-16-15,0 0-4 0,0 0-13 0,0 0-4 16,21 15-8-16,-19-8-8 0,2 4-6 0,-1 0-8 15,2 1 2-15,-3-1-8 0,-1-1 0 0,1 2-6 16,-1-2-7-16,-1 0-4 0,0-10-6 0,-1 16 2 16,1-16-5-16,0 11 23 0,0-11 11 0,0 0 15 15,-3 11 7-15,3-11 0 0,0 0-13 0,0 0-10 16,0 0-6-16,0 0-19 0,0 0 1 0,0 0-9 16,-16-29-6-16,14 19-4 0,2 10-11 0,2-21-2 15,0 7-12-15,2-1-3 0,2 0-2 0,1-2-12 16,2 1-4-16,-2 1 2 0,4-1-16 0,0 1 4 15,-1 2-7-15,2 5 6 0,-3 0-1 0,1 1-1 16,-1 1-4-16,-9 6-2 0,14-3 3 16,-14 3-5-16,14 2 10 0,-14-2-7 0,10 11 3 15,-3-2 1-15,-3 1-3 0,-2-1 5 0,1 4-6 0,2 3 8 16,-4-1 1-16,1 2-1 0,4-3 7 0,-4 4-22 16,1-3-20-16,-2-4-38 0,3 2-33 0,4-2-33 15,-1-3-43-15,0 0-65 0,3-2-66 0,0-3-179 16,3-1-536-16,-3-2 237 0</inkml:trace>
  <inkml:trace contextRef="#ctx0" brushRef="#br0" timeOffset="4706.63">9600 3678 268 0,'-2'-10'299'0,"4"5"-9"16,-2 5-19-16,-2-13-28 0,2 13-20 15,0 0-32-15,0-9-11 0,0 9-19 0,0 0-10 16,0 0-4-16,0 0-2 0,0 0-11 0,0 34-8 16,2-17-8-16,-2 2 6 0,1 5-9 0,0 5-1 15,-2 0 5-15,1-1-13 0,0 1-5 0,-1-2-5 16,1 1-29-16,0-3 7 0,-2-6-9 0,2 0 3 16,2 6 1-16,-2-7-3 0,-2 1-14 0,5 0-4 15,-3-2-7-15,0-5-7 0,3-1-1 0,-1-2-10 16,3 3 7-16,-1-3 1 0,3 0-12 0,0-3-28 15,0 1-21-15,-1-2-27 0,1-3-32 0,4 0-33 16,-3-2-37-16,-8 0-32 0,21-3-31 0,-12 1-41 16,2-5-35-16,-5 2-203 0,1-3-542 0,-3-3 240 15</inkml:trace>
  <inkml:trace contextRef="#ctx0" brushRef="#br0" timeOffset="4867.92">9399 3853 163 0,'0'0'256'16,"0"0"-19"-16,0 0-18 0,0 0-16 0,0 0-14 16,0 0-7-16,0 0-16 0,39-10-16 0,-11 8-15 15,5 1-15-15,4-3-13 0,1 2-46 0,11-5-52 16,-8 1-61-16,7 0-81 0,-11 3-203 0,-1-2-363 16,-3-2 161-16</inkml:trace>
  <inkml:trace contextRef="#ctx0" brushRef="#br0" timeOffset="5128.58">10143 3878 157 0,'0'0'262'0,"0"0"-21"16,0 0-23-16,0 0-23 0,0 0-35 0,0 0-19 15,0 0-18-15,0 0-10 0,0 0-23 0,0 0-33 16,0 0-35-16,0 0-48 0,0 0-53 0,0 0-49 16,6 18-130-16,-8-12-279 0,2 5 123 0</inkml:trace>
  <inkml:trace contextRef="#ctx0" brushRef="#br0" timeOffset="5288.91">10126 4143 2275 0,'0'7'112'0,"2"-1"-72"0,-2-6-26 0,0 9 3 15,0-9 9-15,1 7 17 0,-1-7 4 0,0 0 9 16,0 9 0-16,0-9 0 0,0 0 4 0,0 0-13 16,0 0-6-16,0 0-1 0,-1 10-9 15,1-10-5-15,0 0-32 0,0 0-39 0,6 4-48 0,-6-4-62 16,0 0-57-16,12 0-201 0,-12 0-448 0,16-7 199 15</inkml:trace>
  <inkml:trace contextRef="#ctx0" brushRef="#br0" timeOffset="5458.89">10455 4021 2332 0,'10'-5'99'16,"-5"3"-27"-16,0-1-23 0,-5 3 9 0,9-5 22 15,-2 4 2-15,-7 1 0 0,0 0 1 0,6-4-6 0,-6 4 0 16,0 0-8-16,5-3-14 0,-5 3 0 15,0 0-9-15,0 0-15 0,0 0-33 0,0 0-27 0,9-2-29 16,-9 2-37-16,0 0-52 0,13 3-65 16,-13-3-60-16,0 0-150 0,13 3-458 0,-13-3 203 15</inkml:trace>
  <inkml:trace contextRef="#ctx0" brushRef="#br0" timeOffset="6467.23">5160 4585 11 0,'0'0'163'0,"-13"-6"-14"0,7 4 6 0,-2-2-7 16,8 4-7-16,-11-4-6 0,6 1-6 0,5 3-6 16,-7-3-13-16,7 3-8 0,0 0-14 15,0 0-10-15,0 0-9 0,0 0-11 0,0 0-1 16,0 0 0-16,0 0 8 0,0 0 2 0,0 0-1 16,19 19-1-16,-2-14-5 0,9 4 0 0,2-3-6 0,4 1 0 15,2-1-4-15,5 0-1 0,14 1-2 16,3-1 7-16,6-1 0 0,-2-3-2 0,0 0-3 15,5 4-4-15,0-3-4 0,26 2-3 0,-28-3-5 16,-1 2 1-16,2-3-5 0,27 3-2 0,-26-2 1 16,26-1-5-16,-29 4-2 0,4 0 1 0,31-4-3 0,-8 5-3 15,-24-3-1-15,34 1 1 0,-10-1-7 0,1 1 5 16,-25-1-3-16,31-1-2 0,-31 1 2 16,28 1-1-16,-3-1-2 0,-25-3 2 0,25 1-2 15,-26 0 4-15,31 4 0 0,0-4 4 0,-5 2 1 16,-26-2 0-16,27 1-3 0,-28 0 0 0,2-1 0 15,1 2-5-15,26 1 3 0,-29-2-1 0,3 0 5 0,26 1-5 16,-24 0 6-16,22 2-2 0,-29-4 1 16,0 1-2-16,1-4-4 0,-1 4 2 0,-2 0-2 15,2 1 3-15,-3-2-3 0,-5-2 3 0,1 1-1 16,-2 1-6-16,-1 1 4 0,-11 0 0 0,11-1 1 16,-12-1-1-16,1 0-2 0,-1 0-2 0,-1 0 1 15,-1 0 0-15,0 0 1 0,-1 0-2 0,-2 0 0 16,2-3-3-16,-3 3-1 0,2-2-2 0,2 0 1 15,-4 0 2-15,3 1 0 0,-2 0-2 0,4-1 1 16,-3 2 3-16,-3-1-5 0,0 0 2 0,-5 1 0 16,1-2 2-16,0 2-3 0,-10 0 1 0,4 0 0 15,0-2 2-15,-3 2-5 0,9-1 1 0,-8 1 0 0,2 0 2 16,-1 0 2-16,-1-2-3 0,0 2 0 16,0-1 1-16,-1 0 2 0,-1 0 3 0,-5 1 6 15,-4 0-8-15,2-2 2 0,-3 2-2 0,-8 0-1 16,11-1 3-16,-11 1 1 0,8 1 1 0,-8-1-3 15,9 0-2-15,-9 0 0 0,0 0-5 0,0 0-18 16,0 0-24-16,0 0-29 0,0 0-33 0,0 0-46 0,0 0-32 16,0 0-54-16,0 0-41 0,0 0-150 15,-36 2-464-15,17-1 205 0</inkml:trace>
  <inkml:trace contextRef="#ctx0" brushRef="#br0" timeOffset="21050.79">11189 5228 103 0,'0'0'161'0,"0"0"-5"0,3-7-6 0,-3 7 0 16,0 0-9-16,0 0-6 0,0 0-10 0,0 0-7 15,0 0-2-15,-7-12-9 0,7 12-12 0,0 0-8 16,0 0-8-16,-8-4-7 0,8 4-9 0,0 0-4 0,-8-3-7 16,8 3-6-16,0 0-6 0,-14 2-1 15,14-2-6-15,-13-2-1 0,13 2-4 0,-15 2-2 16,6-1-5-16,1 0 0 0,-2 1 4 0,4 0-6 15,-2-1-3-15,-2-1 3 0,-1 3-3 0,0-2 0 16,3 2 1-16,8-3 1 0,-12 2-1 0,5-1 0 0,7-1 1 16,-10 3-2-16,10-3-2 0,-6 1 0 15,6-1-5-15,0 0 1 0,0 0-1 0,0 0 2 16,0 0-1-16,0 0 1 0,34 2 0 0,-6-2 3 16,-1-3-5-16,9 0-1 0,2 0-3 0,1 0 0 15,-2-2-7-15,-1 4-20 0,1 0-16 0,-4 2-24 16,-5-1-29-16,-1-1-26 0,-7-2-26 0,0 3-23 15,-5 0-30-15,-5 0-100 0,0-3-319 0,1 3 141 16</inkml:trace>
  <inkml:trace contextRef="#ctx0" brushRef="#br0" timeOffset="21532.78">11324 5187 132 0,'0'0'157'16,"0"0"-10"-16,0 0 10 0,0 0-31 0,0 0-11 16,0 0-9-16,0 0 8 0,0 0 5 15,-8 12-3-15,8-2-1 0,3-1-5 0,-6 2 2 16,2 5-5-16,0 2-6 0,-1 8 2 0,1 3-8 16,-3-2-2-16,3 0-9 0,-2 3-4 0,1-4-4 0,-1 2-9 15,1-2-2-15,0 0-8 0,0-7-5 16,3 5-6-16,-2-5-1 0,1 0-4 0,0-2-7 15,1-2 1-15,-1 2-5 0,0-2-1 0,0-1-6 16,1-3 5-16,2 0-10 0,-3-1-1 0,0-1 2 0,1 2-2 16,1-5-4-16,-2-6 0 0,0 13 0 0,0-7 2 15,0-6-5-15,0 9 0 0,0-9-1 16,0 8-2-16,0-8-1 0,0 0 3 0,-6 7-4 0,6-7-6 16,-10 4-5-16,4-3-2 0,6-1-1 15,-14 0 0-15,14 0-1 0,-19-3 2 0,10 3-2 0,-3-2 6 16,2 0-3-16,2-1-1 0,-4 3 0 0,4-2 3 15,1 0-1-15,7 2 4 0,-13-3-7 16,13 3 5-16,-11-1-4 0,11 1-1 0,0 0 0 0,-10-2 1 16,10 2 0-16,0 0 0 0,-8 4 3 15,8-4 1-15,0 0-2 0,0 0 1 0,0 0 2 0,18 13 3 16,-4-11 1-16,0 0-4 0,4 1-3 16,9-3-14-16,0 0-18 0,2 0-11 0,-8-2-25 0,10 2-27 15,-10-1-23-15,8-1-22 0,-2 0-22 0,-7 0-19 16,0 0-146-16,-7 0-361 0,1-1 160 0</inkml:trace>
  <inkml:trace contextRef="#ctx0" brushRef="#br0" timeOffset="22113.77">11585 5684 123 0,'0'0'152'15,"0"0"9"-15,0 0 4 0,0 0-6 0,0 0-11 16,4 19-7-16,-3-12-7 0,-1 3-3 0,0-1 7 15,0 1-11-15,-1 1-10 0,-1 2-14 0,1-4-9 16,-2 1 1-16,3 0 2 0,-2 0-13 0,-1-2-4 16,1 1-7-16,2-9-3 0,-2 13-1 0,2-13-1 15,-4 8 1-15,4-8 8 0,0 7 8 0,0-7 1 16,0 0 8-16,-2 7-5 0,2-7-10 0,0 0-5 16,0 0-10-16,0 0-2 0,0 0-7 0,-19-12-1 15,19 12 2-15,-4-9-14 0,4 9-2 0,-2-15-5 16,2 7-3-16,0-3-5 0,2-1 9 0,2 2-10 15,1-6 0-15,1 1-7 0,6 0-2 0,-3 1-3 16,2 0-1-16,1 0-6 0,3 3-2 0,-3 0 2 16,-2 4-4-16,0 2 0 0,4 0-8 0,-4 1 4 15,2 3-5-15,-1 2-1 0,0 0 4 0,1 3-3 16,-3 2 2-16,4 4 2 0,-3 0-3 0,-2-1 5 16,2 4-2-16,-5-3 2 0,0 1 5 0,-1 0-6 15,-1 0 2-15,1 0 0 0,-3-1-1 0,0 1 2 16,-1-2-1-16,0-9 7 0,-1 13-8 0,0-8 3 15,1-5-1-15,-2 10-2 0,2-10 6 0,-5 7 5 16,5-7-5-16,-9 3 4 0,9-3-2 0,0 0 2 16,-11-3 1-16,11 3-1 0,0 0-2 0,-11-9 2 15,10 4-7-15,1 5 2 0,-1-13 3 0,1 4-7 16,2-5 3-16,7-1 1 0,-2 0-7 0,4-1-4 16,0 0 8-16,0 1-8 0,3 1 1 0,-1 1-5 15,1 0 5-15,0 3-3 0,-4 3 0 0,4 2 1 16,-3 1-7-16,1 2 2 0,-1 0 4 0,-1 4 1 15,3 0-6-15,-3 4 4 0,3 4 0 0,-3-3-1 16,-1 1 3-16,0 6-1 0,-2-2 3 0,0 2 1 16,-1-2 2-16,-1 2-3 0,-1-2-14 0,0 4-22 15,-4-3-27-15,0-2-33 0,-2 2-48 0,0-1-51 16,2-1-45-16,-4 0-244 0,2-1-529 0,-1-3 234 16</inkml:trace>
  <inkml:trace contextRef="#ctx0" brushRef="#br0" timeOffset="22534.94">12261 5657 127 0,'-2'-6'230'0,"-2"1"-14"16,-1-1-15-16,5 6-11 0,-9-8-14 0,2 7-10 15,7 1-10-15,-17 5-5 0,3 0-10 0,-3 5-8 16,5 4-8-16,-5 0-11 0,0 5-10 0,0 1-9 15,1 0-7-15,7-5-11 0,-3 0-6 0,3 0-6 16,5 1-5-16,-3-6-6 0,3 0-6 0,4 2-2 16,0-3-6-16,3 0-1 0,-2-2-2 0,2-2-4 15,3 0-4-15,3 0-2 0,-1-2-3 0,0-2-1 0,1 0-9 16,2-3 3-16,1-1-6 0,-2 0-5 16,2-1 0-16,-1-3-1 0,-2 1 3 0,0-2-2 15,0 0-3-15,0-2-1 0,-3 1 4 0,-1-2 1 16,-2-2-6-16,1 3-1 0,-2-8-1 0,1 7 2 15,-2 0 1-15,0 1 2 0,1 0-3 0,0 5 8 0,-2 5-4 16,0-11 4-16,0 11-4 0,0 0-6 16,2-8-2-16,-2 8 3 0,0 0 3 0,0 0 9 15,0 0-4-15,12 20 1 0,-10-11-1 0,1 0 0 16,1 1-2-16,0-1 2 0,1 2-2 0,1 0 1 0,3-1 0 16,-4 2-1-16,4-2 1 0,-1-1-23 15,5 1-23-15,-3-1-28 0,1-3-44 0,1 2-54 0,-1-2-46 16,0-2-239-16,-1 1-486 0,0-4 215 15</inkml:trace>
  <inkml:trace contextRef="#ctx0" brushRef="#br0" timeOffset="22740.5">12493 5629 63 0,'1'-10'240'0,"-1"10"-23"16,0 0-19-16,0 0-10 0,0 0-4 0,0 0 2 0,0 0-10 15,0 0-13-15,12 23-12 0,-7-12-11 0,1-1-10 16,0-1-12-16,-4 3-12 0,5 3-5 16,-6-4-17-16,4 0-3 0,1 2-11 0,2-3-19 15,-2 1-29-15,1-2-39 0,-5 1-37 0,2-2-43 0,3-1-44 16,-1 0-44-16,2-1-178 0,-4 0-392 0,-1-5 173 16</inkml:trace>
  <inkml:trace contextRef="#ctx0" brushRef="#br0" timeOffset="22936.43">12672 5647 211 0,'0'0'224'0,"-4"-5"-12"0,4 5-7 16,0 0-7-16,-20 15-8 0,8-3-1 0,2 0-3 16,1 2-8-16,-10 6-2 0,7-3-7 0,-7 4-5 15,1 0-15-15,-2-2-15 0,2 3-5 0,-2-3-18 0,2 0-12 16,5-5-19-16,-1 0-35 0,1 0-39 0,-1-3-54 15,5-2-57-15,0 1-67 0,5-4-67 0,-4 0-177 16,6-2-450-16,2-4 200 0</inkml:trace>
  <inkml:trace contextRef="#ctx0" brushRef="#br0" timeOffset="23155.82">13283 5560 259 0,'0'0'324'0,"8"-3"-26"0,-8 3-33 15,0 0-26-15,0 0-25 0,0 0-20 0,11 0-22 16,-11 0-17-16,13 3-15 0,-4-3-12 0,0 1-23 16,2-1-33-16,1 2-47 0,-6-1-43 0,1 2-55 15,-1 0-50-15,-1 0-41 0,-5-3-30 0,10 6-143 16,-10-6-364-16,-1 10 162 0</inkml:trace>
  <inkml:trace contextRef="#ctx0" brushRef="#br0" timeOffset="23305.94">13259 5710 170 0,'-7'5'242'16,"7"-5"-13"-16,0 0-11 0,-2 6-12 0,2-6-14 16,0 0-11-16,0 0-6 0,0 0-3 0,0 0-3 15,0 0-12-15,9 10-13 0,2-10-12 0,-2 0-14 16,3 0-13-16,-1 0-41 0,2-3-48 0,1 2-63 15,-1-1-85-15,1 2-79 0,-5-4-173 0,1 1-415 16,0-2 184-16</inkml:trace>
  <inkml:trace contextRef="#ctx0" brushRef="#br0" timeOffset="62315.61">14353 4954 51 0,'0'0'160'0,"0"-8"-3"0,0 8-11 16,2-6-2-16,-2 6-4 0,0 0-9 0,0 0-11 15,0 0-13-15,0-9-8 0,0 9-17 0,0 0-8 16,0 0-3-16,0 0-10 0,0 0 3 0,0 0-7 15,0 0 4-15,11 23-4 0,-6-11-1 0,-2-1-4 16,0 7-5-16,0-2-4 0,1 1-3 0,3 1-3 16,-1 6 0-16,2-1-1 0,-4-3-3 0,1 5-5 15,-3 0-3-15,4 1-1 0,-4-2-1 0,2-5-3 16,0 6-1-16,2-8 0 0,-1 0-1 0,-3-2-2 16,2 3-1-16,2-4-1 0,-3-2-5 0,4-1-1 15,-3-2 2-15,-3-1 1 0,3 0-4 0,-2-3 0 16,1 2 3-16,1-3 2 0,-4-4 17 0,4 7 18 15,-4-7-5-15,0 0 0 0,0 0-10 0,16-7-2 0,-9-2 1 16,3 2 0-16,1-7 0 0,1-2 0 0,4-4-3 16,0 1-2-16,2-2-1 0,1 0-3 15,0 0 1-15,0-1-26 0,-2 0 0 0,1 1 3 16,-2-2-5-16,0 0 3 0,-1 1 1 0,-4 6-2 16,0-1 3-16,-1 1 0 0,1 1-4 0,-4 5 3 15,-1 0-2-15,-1 4 0 0,-1-1 0 0,1 1-6 16,-5 6-9-16,7-4-6 0,-7 4-21 0,0 0-18 15,0 0-9-15,10 13-37 0,-9-4-30 0,-1 2-28 16,-2 1-32-16,-1 4-143 0,-3 2-371 0,1 0 164 16</inkml:trace>
  <inkml:trace contextRef="#ctx0" brushRef="#br0" timeOffset="62845.68">14830 5431 145 0,'0'0'168'0,"-6"11"-1"0,6-11-8 0,-4 9-7 16,4-9-17-16,-4 8-3 0,4-8-2 15,-3 7-1-15,3-7-5 0,-4 7-4 0,4-7-1 16,0 0-8-16,-3 7 5 0,3-7 1 0,0 0 1 16,0 0 6-16,-4 5 0 0,4-5-6 0,0 0-13 15,0 0-8-15,0 0-9 0,0 0-8 0,-10-13-8 16,8 5-9-16,2 8-4 0,-4-9-7 0,4 9-6 15,0-17-9-15,0 6 0 0,5 1-5 0,-1-5-3 16,5 4-6-16,-2-6-1 0,2 3-1 0,3 0-8 16,1 0 0-16,-2 3-5 0,4 1-1 0,-1 1 0 15,-1 5-3-15,-1 1-1 0,2 1 1 0,-3 4 1 16,0 2-5-16,1 1 0 0,-2 2 2 0,3 3 1 16,1 1 4-16,-5 3-8 0,-2 1 3 0,0-4-3 15,-2 5 0-15,1-2-2 0,-4-2 0 0,2-1 2 16,-4 0 2-16,1-1-1 0,1-3 4 0,-1 0 4 15,-1-7 2-15,1 9-6 0,0-4 11 0,-1-5-10 16,0 0 0-16,0 0 3 0,0 0-5 0,0 0-3 16,0 0 4-16,0 0-4 0,0 0 1 0,0 0-3 15,7-30 5-15,-5 18-4 0,2-5 1 0,4 2 1 16,1-1 5-16,1-1-7 0,-1 0-1 0,-3 3 2 16,6 1-3-16,-3 0 3 0,0 1-5 0,-3 3 1 15,4 3-1-15,-2 0-1 0,-2 4 4 0,-1 0-10 16,-5 2 2-16,16 0-2 0,-16 0 1 0,13 12 9 15,-6-6-14-15,1 2 2 0,-3 4 0 0,1-2-13 16,1 5-7-16,0 0-6 0,-4 3-30 0,2-1-16 16,-1 2-33-16,-1-1-39 0,-1-2-40 0,0 1-28 15,0 1-181-15,1-3-440 0,0 1 195 0</inkml:trace>
  <inkml:trace contextRef="#ctx0" brushRef="#br0" timeOffset="63184.04">14078 5981 88 0,'0'0'201'0,"44"5"-19"15,9-7-10-15,12-3-3 0,30-4-8 0,2 3-5 16,8-1-7-16,-2 0-6 0,-2-3-7 0,-8 1-6 16,-26 5-7-16,-4-2-6 0,27-1-6 0,-26 4-9 15,-4-2-6-15,-3 1-9 0,-3 4-5 0,-13 0-8 16,-3-3-8-16,-2 0-6 0,0 2-7 0,-1 1-6 16,-5 0-4-16,1-3-2 0,-9 4-6 0,-1-1-3 15,-3 2 0-15,0-2-3 0,-5 2-10 0,-1-3-14 16,-4 2-18-16,-1-1-22 0,-7 0-27 0,12 3-25 15,-12-3-34-15,8 6-40 0,-7-2-46 0,-1-4-170 16,0 0-406-16,0 0 180 0</inkml:trace>
  <inkml:trace contextRef="#ctx0" brushRef="#br0" timeOffset="63682.88">14110 6412 133 0,'-2'-13'210'0,"0"1"-5"16,2 3-6-16,0 3-5 0,0 6-11 0,-3-12-19 0,3 12-1 15,0-9-19-15,0 9-16 0,0 0-16 0,0 0-12 16,0 0-10-16,0 0-7 0,0 0-5 0,-8 36 2 16,6-9-1-16,-4 3-6 0,2-3-5 0,2 2-7 15,-3 0-5-15,1-1-4 0,2-1-2 16,-2-1-2-16,3 0-8 0,0 1-1 0,-2-3-2 0,3-5-7 16,0 2-1-16,0-3-4 0,0 0-2 15,0 0-1-15,3-2-5 0,-2 4-12 0,-2-2-25 0,1-5-34 16,1 2-39-16,-2-4-29 0,1 0-47 0,-3-1-18 15,0-4-37-15,-1 0-135 0,4-6-388 0,-13 7 172 16</inkml:trace>
  <inkml:trace contextRef="#ctx0" brushRef="#br0" timeOffset="64020.42">14047 6450 100 0,'9'-9'167'0,"5"3"-6"15,1-1 2-15,3 2-14 0,-2 3-6 0,-2 4-13 16,6 0-8-16,-3 4-11 0,-2 0-12 0,-2 4-9 16,0 0-8-16,-1 3-9 0,-4 3-4 0,-3-2-8 15,-1 3-5-15,-2 0-4 0,-4 2-5 0,-3-2-2 16,-1 2-9-16,-5-2 1 0,-1-3 0 0,-1 1-5 16,-3-3-1-16,1-2-3 0,-1 0-1 0,0-3 10 15,-2 0-1-15,5-2 4 0,1-2 9 0,1-1 13 16,1 0 8-16,2 0 4 0,8-2-3 0,-11 2-1 15,11-2-3-15,-8 0-8 0,8 0-2 0,0 0-8 16,-9 2-4-16,9-2-5 0,0 0-8 0,0 0-6 16,0 0-3-16,0 0-4 0,0 9 2 0,0-9-6 15,0 0-1-15,15 12-1 0,-6-7 0 0,1 2-1 16,0 2-3-16,1-2-19 0,1 4-29 0,3 0-31 16,-3 1-37-16,3-1-33 0,-1 1-24 0,4 0-27 15,-4-1-33-15,1 1-147 0,1-2-403 0,-7-6 179 16</inkml:trace>
  <inkml:trace contextRef="#ctx0" brushRef="#br0" timeOffset="64280.93">14501 6699 59 0,'0'-10'204'16,"-4"1"0"-16,1 1-6 0,1 0-5 0,2 8-8 15,-9-10-18-15,5 5-11 0,4 5-12 0,-9-6-16 16,2 5-12-16,7 1-12 0,-14 3-3 0,6 1-8 15,-1 6 6-15,-3 1-9 0,1 4 1 0,4 0-8 16,-4 4-9-16,2 4-7 0,1-6 1 0,3 1-3 16,0 1-6-16,-2 9-3 0,2-2-3 0,2-6-4 15,-2-2 1-15,3 0-6 0,2 1-4 0,-2 0-3 16,2-2-3-16,-3-1-1 0,-2 0-7 0,5 2-1 16,0-7-1-16,0 2-25 0,0-2-31 0,0 0-46 15,-2 0-39-15,2-11-36 0,5 18-51 0,-3-15-54 16,-2-3-138-16,0 0-429 0,0 16 189 0</inkml:trace>
  <inkml:trace contextRef="#ctx0" brushRef="#br0" timeOffset="64448.54">14300 6967 5 0,'0'0'259'0,"3"-7"-14"15,-3 7-19-15,0 0-19 0,0 0-24 0,0 0-19 16,5-6-17-16,-5 6-15 0,9-4-8 0,-2 1-15 15,1 2-25-15,4-2-38 0,1 1-36 0,3-1-41 16,1-1-51-16,2 1-38 0,11-3-45 0,-11 5-93 16,10-5-278-16,-9 2 123 0</inkml:trace>
  <inkml:trace contextRef="#ctx0" brushRef="#br0" timeOffset="64608.35">14687 6848 197 0,'7'-5'231'0,"-1"2"-16"16,-6 3-12-16,13-5-9 0,-7 1-13 15,2 2-12-15,3-2-13 0,-3 3-13 0,5 0-14 16,1 0-13-16,5-2-9 0,2 3-11 0,0-4-9 16,6 4-13-16,-5-2-31 0,-4 2-34 0,1 1-45 15,-2-1-42-15,2 1-37 0,-7-1-43 0,-1 0-29 16,-4 0-109-16,-7 0-321 0,0 0 141 0</inkml:trace>
  <inkml:trace contextRef="#ctx0" brushRef="#br0" timeOffset="64797.28">14970 6713 65 0,'-4'-8'241'0,"4"8"-20"0,0 0-9 0,-2-9-16 0,2 9-14 16,0 0-21-16,0 0-17 0,0 0-15 15,0 0-14-15,0 0-10 0,0 0 13 0,0 0 4 16,0 0-6-16,-7 19-17 0,6-12-5 0,1 4-10 0,-3 1-5 16,3 0-8-16,-4 1-11 0,3 4-6 15,1 0-1-15,0 2-13 0,-1 0-28 0,1-2-35 16,0 1-43-16,0-3-56 0,0 3-50 0,1-6-51 15,-2-2-139-15,1 1-391 0,-1 0 174 0</inkml:trace>
  <inkml:trace contextRef="#ctx0" brushRef="#br0" timeOffset="65068.56">15346 6638 95 0,'3'-10'310'0,"-3"5"-10"0,2-1-15 0,-2 6-11 16,2-11-21-16,-2 11-22 0,1-7-29 16,-1 7-20-16,0 0-18 0,0 0-17 0,0 0-2 15,0 0-18-15,0 0-10 0,-5 28-10 0,4-12-2 0,-1 0-21 16,0-1-3-16,1 4-12 0,-2 1-2 0,2-1-5 16,0-1-10-16,-2 0 0 0,-1 0-2 15,3 1-7-15,1 7-2 0,0-9-7 0,-2 0-7 0,2 1-18 16,-2-2-29-16,1-5-30 0,0 1-31 15,1 1-29-15,-3-4-31 0,2 1-26 0,1-10-35 0,-4 15-26 16,4-11-29-16,-4 0-154 0,4-4-443 0,0 0 196 16</inkml:trace>
  <inkml:trace contextRef="#ctx0" brushRef="#br0" timeOffset="65368.05">15289 6605 69 0,'8'-24'212'16,"-4"6"-20"-16,5 1-1 0,-3 2-8 0,3 3-11 15,-3 2-9-15,1 1-10 0,-1 2-9 16,1 2-13-16,1 3-10 0,-1 2-14 0,-7 0-11 16,12 1-6-16,-5 4-8 0,-2-1-6 0,2 6-7 0,-2 1-3 15,-3 1-4-15,2 6-8 0,-3 0-5 0,-2 0-3 16,-1-1-1-16,-2 0-5 0,0-2-7 0,-1-1-2 16,0-4-2-16,1 1 1 0,-1-1-3 0,0-2 4 15,1-2-2-15,0 0 2 0,0-1-6 0,4-5-1 16,-4 9-2-16,0-4-2 0,4-5-3 0,0 0 0 15,-3 7-6-15,3-7 2 0,0 0-1 0,0 0-2 16,2 14 0-16,-2-14-2 0,5 8 4 0,0-3-4 16,2-1-1-16,2-1 0 0,3 3-15 0,3 2-20 15,5-3-29-15,-3 0-39 0,3-1-33 0,0-2-30 16,1-1-28-16,-2 3-19 0,1-3-163 0,0-1-398 16,-6 0 177-16</inkml:trace>
  <inkml:trace contextRef="#ctx0" brushRef="#br0" timeOffset="65644.87">15671 6771 337 0,'15'-7'20'16,"0"-1"20"-16,0 0 18 0,-3-1 6 0,-3-1 25 15,-3 1 19-15,2-2 18 0,0 1 13 0,2-4 4 16,-4 3 12-16,-1 1 8 0,1 3 6 0,-2 0 2 16,0 3-1-16,0 0-5 0,-4 4-18 0,4-7-10 15,-4 7-21-15,4-3-13 0,-4 3-13 0,0 0 1 16,0 0 8-16,2 22 15 0,-3-6-3 0,-3 1-11 16,-2 7 3-16,-1 2 4 0,-2 0 3 0,2-1-13 15,0 2 1-15,2 0-2 0,0-9-9 0,2 1-9 16,-2 1-2-16,3-1-5 0,-2-3-10 0,4 3 3 15,0-8-9-15,0 2-7 0,3-2 0 0,-1-2-2 16,-1 3 2-16,4-5-2 0,-2-1-2 0,2 3-14 16,0-5-8-16,4 2 21 0,1-2 1 0,2 1-9 15,7-5 1-15,8 4-4 0,1-8-17 0,5-2-51 16,4-1-31-16,13-3-39 0,-10 1-37 0,10-4-34 16,1-2-38-16,-4 2-28 0,4-1-22 0,0-2-23 15,0 1-16-15,-1 1-200 0,-14 1-545 0,1-1 241 16</inkml:trace>
  <inkml:trace contextRef="#ctx0" brushRef="#br0" timeOffset="65774.25">16727 6848 185 0,'5'0'245'16,"-5"0"13"-16,12-1-1 0,-12 1 1 0,0 0 3 0,0 0-2 15,15 0-14-15,-15 0-12 0,0 0-8 16,0 0-20-16,0 0-21 0,0 0-18 0,13-2-2 16,-13 2-22-16,3-2-61 0,-3 2-61 0,6-5-63 15,-6 5-78-15,0 0-89 0,11-6-293 0,-11 6-544 0,0 0 241 16</inkml:trace>
  <inkml:trace contextRef="#ctx0" brushRef="#br0" timeOffset="70344.66">18026 5782 24 0,'-7'-9'147'0,"3"6"-3"16,-1-3-1-16,5 6 0 0,-6-7-3 0,-1 5-3 15,7 2 4-15,-7-5-3 0,7 5-3 0,-5-6-1 16,5 6-6-16,-6-3-9 0,6 3-5 0,0 0-7 15,-6-4-6-15,6 4-9 0,0 0-10 0,0 0-7 16,0 0-8-16,0 0-7 0,0 0-8 0,0 0-6 16,0 0-6-16,0 0-4 0,0 0-3 0,15-6-4 15,-4 6-2-15,3-2-3 0,2 2 1 0,5-1-3 16,-1 0-2-16,2-1-3 0,0-1-3 0,-1 1 1 16,0 1-2-16,-2 0-3 0,-1 0-1 0,-7-1-1 15,-2 1 2-15,0 1-3 0,-9 0 0 0,13 0-1 16,-13 0-2-16,9 0 3 0,-9 0-4 0,0 0 3 15,10-1-1-15,-10 1 0 0,0 0 0 0,0 0-4 16,0 0-8-16,0 0-13 0,9 0-31 0,-9 0-32 16,0 0-40-16,0 0-46 0,0 0-26 0,4 5-21 15,-4-5-120-15,0 0-363 0,0 10 160 0</inkml:trace>
  <inkml:trace contextRef="#ctx0" brushRef="#br0" timeOffset="71104.32">19971 5466 48 0,'3'-6'188'0,"-3"6"-6"16,0-10-20-16,0 10-16 0,-5-12 0 0,5 12-10 15,-3-9-7-15,3 9-13 0,-7-4-12 16,7 4-10-16,-10 0-11 0,10 0-7 0,-19 12-6 16,5 0-5-16,-8 8-6 0,2 2-2 0,0 3-5 0,-1 1-5 15,1 2 13-15,5 0-21 0,1-2-5 16,2 1-2-16,3 0-6 0,3-3-1 0,2-5-2 16,4 1 0-16,4 0-1 0,2-2-4 0,3 0 3 15,8 3-2-15,-3-5 0 0,8 0 2 0,1-3-7 16,5 1 1-16,0-5 1 0,3-3 0 0,1-3-4 0,-1-2 2 15,3-2-2-15,-3-2-1 0,-1-2-1 0,0-3-3 16,-1 0 3-16,1-2-3 0,-2-1 3 16,-3-5-3-16,-2 0-2 0,-7 2 1 0,1-5 0 15,-2-3-3-15,-8 5-1 0,1-7-2 0,-2 1 0 16,-3 5 3-16,-5 0-3 0,2-2-2 0,-2 4 3 0,-2 0 3 16,1 7 13-16,0-1 14 0,0 0 8 0,-1 4-7 15,-1 0-1-15,-1 3-7 0,-2 2-1 16,8 1-5-16,-20 4-2 0,5 4 1 0,-2 5-3 15,-4 3-2-15,5 4-1 0,-2 1-1 0,6-4-1 16,1 6-3-16,1-5 2 0,3 0-2 0,3 1-8 0,2 1-12 16,2-1-24-16,0-2-29 0,2 2-40 0,3-2-31 15,4 0-28-15,1 0-39 0,1-1-148 0,-5-6-383 16,4-3 169-16</inkml:trace>
  <inkml:trace contextRef="#ctx0" brushRef="#br0" timeOffset="71462.45">20458 5770 22 0,'0'0'175'0,"0"0"-20"15,5-7-9-15,-5 7-3 0,0 0-1 0,0 0-11 0,0 0-9 16,0 23-8-16,-2-14-6 0,1 0-5 0,0 0-2 16,-2-1-7-16,2 3-8 0,1-2-6 0,0-9-10 15,-1 13-3-15,1-7-10 0,0-6-6 16,0 10 0-16,0-10-5 0,0 0 15 0,0 0 20 15,0 9 10-15,0-9 0 0,0 0-10 0,0 0-5 0,0 0-7 16,0 0-9-16,0 0-6 0,4-29-7 16,-4 19-1-16,3-2-6 0,4-3-4 0,-1-2-3 0,3-7-6 15,5 1-4-15,0 1 1 0,3 1-8 0,-1-1 0 16,3 5 0-16,-3 3-6 0,-1 4-1 0,2 1-3 16,-4 4 1-16,-1 1-5 0,0 3 1 0,1 0-3 15,-3 5 1-15,1 0-1 0,0 2-18 0,-4 3 2 16,0 0 2-16,0 3 0 0,1 2 1 0,-4 1 2 15,0 0 2-15,0 1-10 0,-1 0-4 16,-1 0-16-16,-2-1-23 0,1 0-20 0,-1 1-37 0,0 0-18 16,1-4-36-16,2-2-24 0,-2 1-161 0,-1-2-387 15,3-2 172-15</inkml:trace>
  <inkml:trace contextRef="#ctx0" brushRef="#br0" timeOffset="71690.95">20953 5364 155 0,'-1'-16'219'16,"0"4"-7"-16,-2 4-21 0,3 1-20 0,0 7-14 15,-1-9-23-15,1 9-16 0,0 0-12 0,0 0-11 16,0 0 2-16,-10 45-8 0,5-16 4 16,-2 5-14-16,1-1-4 0,-1 0-5 0,4 2-8 0,-3 1-2 15,5 0-9-15,0-2-2 0,1-2 2 0,0 1-9 16,2 0-4-16,0-3-25 0,-2-3-32 0,4-1-33 15,-2-1-44-15,2-7-47 0,-1-1-24 16,-1-4-158-16,0-2-353 0,0-1 156 0</inkml:trace>
  <inkml:trace contextRef="#ctx0" brushRef="#br0" timeOffset="71837.77">20753 5585 76 0,'1'-7'172'0,"0"0"-27"0,-1 7-19 0,8-10-2 16,-2 6-30-16,7 4-15 0,0 0-45 0,7 3-23 0,-2 4-28 16,1 1-35-16,6 8-24 0,-5 3-44 0,-1 2-129 15,0-2 57-15</inkml:trace>
  <inkml:trace contextRef="#ctx0" brushRef="#br0" timeOffset="72366.75">21008 5893 147 0,'0'0'181'0,"0"0"-11"0,0 0-7 0,14-4-8 16,-14 4-11-16,13-7-11 0,-4 2-10 16,0-2-13-16,1 1-10 0,3-6-7 0,2 1-10 0,0-2-4 15,0-1-6-15,3-7-8 0,-2 0-4 16,-2 0-10-16,-1-1-3 0,-4 4-5 0,-1 0-2 0,1 1-7 16,-6-2-4-16,0 3 3 0,-6-1-8 15,0 5 3-15,-2 2-6 0,-2 1-2 0,0 2 0 16,-1-2-1-16,-2 1 1 0,2 3-5 0,2 1-1 15,0 1-6-15,6 3 3 0,-15 0-2 0,15 0-4 16,0 0-2-16,-11 6 0 0,11-6-1 0,-3 6 2 16,3-6-2-16,0 0 1 0,14 18 6 0,-2-10-5 0,-1-1-3 15,8 1 2-15,-3-1-5 0,3 0 1 0,0 0 4 16,-4 0-2-16,2 2 1 0,0 0 0 16,-7-1-1-16,2-2-1 0,-4 5-2 0,-1-4 6 15,-1 3-9-15,-1-1 6 0,-2 3 3 0,-1-2-3 16,-1 2-2-16,-1 0 0 0,2-1-1 0,-2 0-1 0,1 0 4 15,2-1 1-15,-1-1-2 0,1 0 6 16,-1-2-8-16,3 1 7 0,2-3-8 0,0 1 11 0,2 0 2 16,2-2-2-16,1-1-5 0,3-2 2 15,4-1 5-15,1-1-6 0,-2-2 0 0,0-1 2 16,2-2-1-16,-2-1 1 0,-1-1-4 0,-2 1 1 0,0-3 3 16,-3-2-1-16,0-1-5 0,-2 0 3 15,-5-4-2-15,0 2-2 0,-3-2 3 0,-2 3 1 16,0 0-2-16,-2 3-1 0,-2-1-2 0,-2 2 1 15,-2 1-1-15,-3 5 0 0,-1 0-1 0,-2 3 1 16,-4 4-5-16,-2 3 5 0,-7 6 1 0,0-1-2 0,4 4 0 16,6-3 3-16,2 1 0 0,5 0-3 0,-1 1-15 15,6 1-10-15,2-1-20 0,6-2-28 16,2 3-36-16,7-2-49 0,10 1-180 0,2-1-368 16,10-4 163-16</inkml:trace>
  <inkml:trace contextRef="#ctx0" brushRef="#br0" timeOffset="72625.62">22246 5347 36 0,'2'-16'259'0,"-1"3"-7"16,2 5-15-16,-3-2-16 0,0 5-22 0,0 5-27 15,0 0-17-15,0 0-18 0,0 0-9 16,0 0 8-16,5 28-5 0,-3 2-5 0,-2 1-14 15,3 2-8-15,-2-1-3 0,1 2-17 0,-1-1-4 16,0 2 2-16,0-1-19 0,-1-2-4 0,-1-1-5 0,1 2-3 16,-2-4-10-16,-2 2-1 0,2-5-14 0,1 0-32 15,0-1-20-15,-2-8-25 0,3 1-39 16,-1-5-44-16,2-3-40 0,-1 0-32 0,0-1-14 16,-1-2-144-16,1-7-393 0,0 0 174 0</inkml:trace>
  <inkml:trace contextRef="#ctx0" brushRef="#br0" timeOffset="73310.75">22059 5624 81 0,'0'0'165'0,"1"-10"-19"0,3 5-11 16,7 1-15-16,7-1-12 0,4 0-15 0,10 1-9 0,4 0-3 16,0 0-18-16,2 0 12 0,12 1-6 0,-16 2-17 15,5 0-2-15,-5 0 3 0,-3-1-18 16,-1 1 10-16,-9 0-10 0,-2 0-2 0,-4 0-4 15,-4 1-4-15,-1-1 11 0,-1 1 7 0,-2-2 7 16,-7 2-5-16,0 0 1 0,0 0-6 0,0 0-5 0,0 0 2 16,0 0-6-16,0 0 2 0,-29 6-2 0,11 2 2 15,-1 1 5-15,0 0 1 0,1 1-1 0,4-1-10 16,1 1 6-16,2 2-8 0,0 1 1 16,6-3-3-16,1 2 4 0,2-1-8 0,1-1 1 15,4 2 3-15,0 0-10 0,2-4 6 0,3 3-3 0,1-3 0 16,6 1 0-16,-1-2-9 0,4-1 9 0,-3-2-5 15,3-2 2-15,-5-1-2 0,1 0-1 0,-2-2-3 16,-1-2 5-16,1-3 0 0,-3 1-4 16,-2-3 1-16,1 0 2 0,-3-1-3 0,-1-3-5 15,-4 1 7-15,0 0-5 0,1 0-3 0,-3 0 2 0,-1 0-7 16,0 5 4-16,2-2 1 0,1 8-3 0,-4-10 2 16,4 10-8-16,-1-6-1 0,1 6 1 0,0 0-4 15,0 0 6-15,0 0 2 0,-18 16-9 16,13-6 6-16,1-1 6 0,3 1-5 0,-2 0 4 15,5 3-4-15,-1-3 7 0,3 2-3 0,0-1 6 0,3-3-4 16,2 1 2-16,4-3-1 0,2-1 1 0,4-3 2 16,-1 2 0-16,2-4 1 0,0-2-1 0,-7 0 0 15,6-3 0-15,-4-5 3 0,1 1 2 16,-2-1 7-16,-2-3 6 0,-1-2-1 0,-1 0 2 16,-3-2 0-16,1-1-3 0,-1-6-4 0,-3-1 1 15,1 0-2-15,0-1 0 0,-2-2-1 0,-1 2 2 0,-1-1 2 16,2 7-3-16,-1 1 1 0,-2 1 7 0,1 2 5 15,-1 5 9-15,0 6 3 0,0 5 1 0,2-16-7 16,-2 10-10-16,0 6-7 0,0 0-1 16,0 0 1-16,0 0-5 0,0 0 1 0,-2 39-4 15,5-14 2-15,-6 0 1 0,3 4 3 0,-1-1-2 0,1 0-1 16,0 2 2-16,-1-3-1 0,1 1 1 0,-1 0-2 16,1 0-1-16,0-2 2 0,0 1-2 15,-2-2-2-15,2-5 2 0,0-1-7 0,3-1-9 16,-1 0-24-16,0-1-42 0,0 0-32 0,0-4-35 15,-1 0-41-15,0-3-37 0,1 0-13 0,-2-10-19 0,-2 11-140 16,2-11-417-16,0 0 185 0</inkml:trace>
  <inkml:trace contextRef="#ctx0" brushRef="#br0" timeOffset="73502.52">22915 5595 78 0,'17'-20'173'0,"-3"6"-8"0,-3 4-7 16,6-1-3-16,1 4-9 0,-5 3-12 0,-2 0-6 15,3 4-10-15,-2 2-7 0,0 0-16 16,-1 3-6-16,-4-1-6 0,1 4-10 0,1 2-3 16,-5 1-10-16,-2 0-5 0,1 4 0 0,-4 2-6 15,-3-2-2-15,-4 2-3 0,-1-2-11 0,-1 2-13 0,-8 4-27 16,3-7-37-16,-1-1-34 0,4 1-37 0,3-5-46 16,-3 1-128-16,7-4-314 0,0-3 139 15</inkml:trace>
  <inkml:trace contextRef="#ctx0" brushRef="#br0" timeOffset="73740.6">23186 5532 1592 0,'12'-28'33'0,"0"1"37"15,-1 3 3-15,-4 0-19 0,0 9 21 16,-2 4 4-16,-2 0 3 0,1 2-3 0,-2-1-9 16,0 6-3-16,1-1-9 0,-3 5-8 0,2-8-9 15,-2 8-5-15,0 0 2 0,0 0 18 0,2 27 18 0,-2-9-3 16,-2 10-4-16,1-1-5 0,-2 2-6 0,1 0-5 15,1-1-6-15,-3 3-5 0,1-4-2 16,1 4 0-16,-2-5-5 0,4 1-1 0,-1-2-7 0,1 0 2 16,0-6-9-16,0 6-13 0,0-6-23 15,0-2-39-15,3-2-10 0,-3 1-41 0,2-4-46 16,-1-1-31-16,1-1-26 0,1-1-196 0,-3-1-438 0,0-8 193 16</inkml:trace>
  <inkml:trace contextRef="#ctx0" brushRef="#br0" timeOffset="74149.89">23314 5533 159 0,'10'-8'156'0,"1"4"3"0,1 1-17 0,-4 3-12 0,2 0-9 16,-10 0-10-16,14 3-5 0,-9 3-6 16,0 2-7-16,0 0-10 0,-2 3-5 0,-3 3-3 15,0 0-14-15,-4 4-2 0,-5-1-5 0,1-3-14 16,-2 0-4-16,0-2-6 0,1-2-2 0,1-1 0 15,2-2 3-15,0-4-5 0,2 2 5 0,4-5 1 0,-7 7 1 16,7-7 1-16,0 0-1 0,0 0-10 16,0 0-4-16,0 0-2 0,0 0-5 0,25-14 2 15,-14 11 2-15,8-2-2 0,-1-2-2 0,3 1-6 16,-1-1 4-16,7 1-1 0,-6-2 2 0,-1 0-4 0,5 1-8 16,-7-2 9-16,1 1-3 0,-1 0 2 0,-4 1 1 15,-5 0 0-15,2 0 15 0,-4-1 4 16,-2 1 8-16,-1 0-6 0,0 1-2 0,-3 0-1 15,1-1-1-15,-2 7 0 0,0 0-8 0,-7-15 2 16,2 11-4-16,-3 2-5 0,8 2 0 0,-21 4-2 16,10 0-2-16,-1 2-2 0,-2 3 8 0,0 2 0 0,0 0-1 15,3 3-2-15,0 0-4 0,3-4 1 0,3 6 0 16,-1-2 5-16,4 0-16 0,1-3-24 16,4 2-17-16,2-2-21 0,5 1-31 0,3 0-29 15,3-3-20-15,5-2-20 0,6 0-23 0,-2 2-106 0,5-5-321 16,-3-6 141-16</inkml:trace>
  <inkml:trace contextRef="#ctx0" brushRef="#br0" timeOffset="74530.83">23846 5661 14 0,'7'-10'148'0,"-2"-5"-3"15,-2 6 7-15,-2-3 12 0,-1 3 1 0,1-1 5 16,-2 3-6-16,1 7-8 0,-5-13-22 0,1 7-9 0,-2 3-15 16,-1 0-12-16,-4 2-10 0,-3 4-6 15,-3 0-4-15,5 1-8 0,-7 4-3 0,3-1 0 16,2 1-4-16,0 2-9 0,0-1 2 0,1 4-5 15,5-4-6-15,2 0-5 0,1 1-1 0,1 1-8 16,1-4 4-16,2 3-5 0,1-3-6 0,0-7 2 0,8 10-1 16,-1-4-4-16,4-3-3 0,0 0 1 15,1-2-3-15,2-4-6 0,-1 1 3 0,-3-2-1 16,2-1-2-16,3-6-1 0,-1 1 4 0,-3-2-3 16,1-2 0-16,-2-3-6 0,-1-1 0 0,-1 2 2 15,-1-9 4-15,-2 0-2 0,0-2 0 0,0 1 0 0,-1-1 2 16,-1 1-9-16,-2 7 11 0,1-5 10 0,-1 7 9 15,0 5 10-15,-1 3 4 0,0-3 3 0,1 7-4 16,-1 5-3-16,0-10-9 0,0 10-9 0,0 0-6 16,0 0 0-16,0 0 2 0,0 0-3 15,-2 35-4-15,-1-9 2 0,3 0-1 0,-2 0-4 0,0 3 0 16,2 1 5-16,0 1-3 0,3 1-2 0,-3-3 0 16,3 0-22-16,-1-3-41 0,3 3-35 15,-1-6-43-15,-2-3-41 0,4-2-43 0,-1 1-53 16,-4-3-148-16,3-3-451 0,-3-4 200 0</inkml:trace>
  <inkml:trace contextRef="#ctx0" brushRef="#br0" timeOffset="75778.8">11784 8378 6 0,'-3'-7'71'15,"3"7"4"-15,-7-11-10 0,2 6 3 0,1-1 2 16,4 6-1-16,-4-11-2 0,-1 8-9 0,5 3 1 16,-4-10-6-16,-1 5-7 0,5 5-6 0,-8-10 4 15,7 6 3-15,1 4 3 0,-6-5 8 0,6 5-10 16,-7-6-2-16,7 6-7 0,-9-4 3 0,9 4-11 16,-9-5-4-16,9 5-5 0,-14-2 4 0,3 0 4 0,2 2 5 15,-4 0 1-15,2-1 9 0,-2 1-20 0,0 0 10 16,3 1 7-16,-1 0 3 0,3 0-1 0,-3-1-2 15,11 0 2-15,-13 0-2 0,5 0-6 16,8 0 2-16,0 0 0 0,-12 2-1 0,12-2-3 0,-7 0-2 16,7 0 0-16,0 0-2 0,0 0-6 0,0 0 2 15,0 0-1-15,0 0 0 0,27-2-4 16,0 0-4-16,3-2-3 0,-2 1-9 0,9 0-18 0,0 1-25 16,-1-1-17-16,-4 1-20 0,1 1-23 0,-6 0-15 15,-4 1-6-15,-6 0-8 0,-2 1-13 0,-4 0-85 16,1 2-244-16,-2 0 108 0</inkml:trace>
  <inkml:trace contextRef="#ctx0" brushRef="#br0" timeOffset="76728.89">11844 8272 39 0,'-9'-2'156'0,"9"2"3"0,0 0-12 15,-7-5-10-15,7 5-15 0,0 0-10 16,0 0-15-16,-7-2-13 0,7 2-7 0,0 0-10 15,0 0 0-15,-4 12 2 0,4-4 10 0,0 4 1 0,0 0-1 16,-2 6-6-16,0 2-3 0,4 6 0 16,-2 0-9-16,2 2-2 0,-1 1-1 0,2-4-7 15,0 3-1-15,-1 0-8 0,2-2 0 0,1-1-4 16,-1-1-5-16,2 1-2 0,-3-6-3 0,2-2 1 0,-5-1-4 16,3 2-3-16,-1-5-2 0,-1 4-3 0,1-5 0 15,1 0-2-15,-1 0 3 0,-2-2-5 16,0 0 0-16,0 0-2 0,0-1-5 0,-2-2-12 0,2-7 1 15,-5 11-6-15,2-8-1 0,3-3 0 0,-11 5-2 16,2-2-7-16,-1-1 4 0,-3 2-2 0,-1-4 0 16,-2 0 6-16,2-2 3 0,-3 4-2 15,-2-4 2-15,1 1 1 0,4 0 5 0,0-1 0 0,4 0 8 16,-1 0 4-16,11 2 3 0,-14 0 6 0,14 0-7 16,-10-2 1-16,10 2-3 0,0 0 0 0,0 0-2 15,-6-2 1-15,6 2 0 0,0 0-2 0,0 0-3 16,0 0-2-16,29 1 8 0,-10-1-9 0,3 0-11 15,6 0-14-15,3-1-16 0,-1-1-23 0,1 2-18 16,-1-1-1-16,-1-2-17 0,0 3 2 0,0-3 8 16,-8 1-29-16,0 0 12 0,-2-1 12 0,-2 1 10 15,-3-1 13-15,-3 0 3 0,-2 1 12 0,2-2 20 16,-4 3 9-16,-1-4 14 0,-6 5 12 0,10-5 5 16,-6 1 8-16,-4 4-8 0,5-10 14 0,-5 10 11 15,4-8 7-15,-4 8 4 0,1-5 9 0,-1 5 4 16,0 0 3-16,0 0-12 0,3-8-7 0,-3 8-2 15,0 0 15-15,0 0 0 0,0 0-3 0,0 0-4 16,1 22 3-16,-1-15 3 0,2 2 8 0,-2-9 2 16,0 17-5-16,2-8-5 0,-4 1-2 0,4-2-3 15,-4 1-4-15,2-9-1 0,2 12-3 0,-2-7 1 16,0-5 1-16,0 0 10 0,0 11 12 0,0-11 17 0,0 0-2 16,0 0-1-16,-8 4-8 0,8-4-4 15,0 0-2-15,0 0-7 0,-10-15-6 0,9 7-3 0,1 8-2 16,-3-16-4-16,3 6-5 0,0-2 3 15,0 0 2-15,2-3-13 0,1 2-7 0,5-3 2 16,-3 1-4-16,6 1 0 0,0 1-4 0,0 0-2 16,-1 4-1-16,-2 2-2 0,4 0 2 0,-1 4-6 0,0 2-3 15,0 1 3-15,-1 2-2 0,2 3-2 0,-3 2 1 16,3 1 0-16,-1 6 9 0,-2 0-10 0,-3 0 2 16,4 2-1-16,-6-4-2 0,1-1 6 0,-1 7-2 15,-2-6 0-15,-1 1 0 0,1-2-1 0,-2-1-1 16,2-3 3-16,-2 0 2 0,0-7-2 0,-2 11 4 15,2-11 2-15,-3 8 2 0,3-8-1 0,-6 4 0 16,6-4 1-16,0 0-4 0,-11-1 6 0,11 1-5 16,0 0 0-16,0 0-2 0,-8-15 0 0,8 6-3 15,0 9 1-15,5-17-1 0,0 5 0 0,1-2-6 16,3 0-3-16,1 0 4 0,3 1-8 0,-2-1 0 16,3 3 1-16,-3 1 8 0,0 4-9 0,0-2 0 15,1 2 1-15,-1 3 1 0,0 2 1 0,-2 1-2 16,2 2 2-16,-2 3 1 0,0-1 3 0,1 6-4 15,-4-1 2-15,1 1-1 0,-3 2 2 0,3 3 0 16,2 0-1-16,-6 1-21 0,-1 0-14 0,-2-4-19 16,2 2-24-16,0 0-28 0,-2-1-26 0,0-3-27 0,2 1-35 15,1-3-5-15,1-1-134 0,0-2-367 16,2 0 162-16</inkml:trace>
  <inkml:trace contextRef="#ctx0" brushRef="#br0" timeOffset="77086.25">12720 8824 87 0,'2'-12'151'0,"-2"1"4"0,-2 0 0 16,0-1-3-16,0 2-11 0,-3 2 2 0,1 0-6 16,-4 1-1-16,4 3-11 0,-5 1-12 0,9 3-12 0,-18 3-3 15,9 2-9-15,-1 1-6 0,-1 2-2 0,-2 3-6 16,3 2-10-16,2-2-3 0,0 4-8 0,3-5-3 16,3 2-5-16,0-1-3 0,2 1-4 15,0-2-5-15,2 0-1 0,2 0 0 0,1-2-6 0,1 0-2 16,-3-3-1-16,4 0 0 0,-1 0-5 0,1-3 4 15,-1-1-5-15,-6-1 0 0,19-4-1 16,-13 2 0-16,3-5-2 0,-3 2 3 0,2-3-5 16,-3 0 0-16,1-2 4 0,-2 2-5 0,0-4-1 0,2 0 1 15,-2 1-3-15,-3-2 1 0,3 3 1 0,-2-2 8 16,0 5 7-16,0-4 4 0,0 6 1 0,-2 5-2 16,0-9-7-16,0 9-5 0,1-6-3 0,-1 6-2 15,0 0-3-15,0 0 2 0,0 0-2 0,13 14 0 16,-11-8-2-16,3 5-4 0,-1 0 2 0,-1 1 3 15,1-1-2-15,2 6-2 0,4-3-23 0,-4 3-21 16,1-4-28-16,3 2-37 0,-2-2-28 0,1-3-46 16,0-1-21-16,3 3-24 0,-4-5-133 0,1 0-386 15,1-4 171-15</inkml:trace>
  <inkml:trace contextRef="#ctx0" brushRef="#br0" timeOffset="77292.85">12944 8771 199 0,'2'-6'220'0,"-2"6"-26"0,2-8-19 0,-2 8-12 16,0 0-16-16,8-6-3 0,-8 6-4 0,0 0-2 15,9 10-15-15,-3-3-6 0,-1 1-4 0,2 2-11 16,0-1-10-16,-1 2-9 0,1 2-6 0,4 1-7 16,-2 3-8-16,0-2-8 0,-2-2-38 15,2 0-19-15,-2-1-30 0,-1-2-40 0,-1-1-23 0,1 0-33 16,0-3-10-16,-2-1-23 0,0 0-16 0,-4-5-92 15,5 5-292-15,-5-5 130 0</inkml:trace>
  <inkml:trace contextRef="#ctx0" brushRef="#br0" timeOffset="77466.83">13109 8841 61 0,'0'-9'152'0,"-4"-1"5"0,2 3 4 0,2 7 6 0,-2-10-3 16,2 10-12-16,-4-9-15 0,4 9-13 15,0 0-10-15,0 0 9 0,0 0 0 0,-20 17-2 16,6-2 0-16,1-1-2 0,-5 7-4 0,0 1-11 0,-6-1-6 15,5 4-8-15,-4-1-11 0,4 1-5 0,-4-2-12 16,1 0-12-16,4-2-25 0,2 1-34 0,5-8-43 16,2 2-52-16,0-5-36 0,4-1-48 0,1 2-179 15,2-5-397-15,2-7 175 0</inkml:trace>
  <inkml:trace contextRef="#ctx0" brushRef="#br0" timeOffset="77654.13">13411 8845 1826 0,'12'-6'71'0,"-5"-1"22"0,1 4-42 0,-6-1-20 15,6 1-1-15,-8 3 1 0,9-7-9 0,-5 5-7 16,-4 2-2-16,11-1 2 0,-2-1-4 0,-9 2-12 16,18 0-26-16,-9 2-33 0,0 0-31 0,0-1-22 15,3 2-25-15,-1 1-31 0,-1 0-100 0,-5-1-290 16,3-1 128-16</inkml:trace>
  <inkml:trace contextRef="#ctx0" brushRef="#br0" timeOffset="77799.06">13446 8922 72 0,'-8'4'221'0,"8"-4"-16"0,-4 3-14 0,4-3-19 16,0 0-13-16,0 0-17 0,-7 6-9 0,7-6-3 15,0 0-11-15,0 0-11 0,13 7-12 0,-1-5-6 16,1 0-33-16,4 1-38 0,7-1-62 0,3-2-63 15,2 1-189-15,-2-2-318 0,2-1 141 0</inkml:trace>
  <inkml:trace contextRef="#ctx0" brushRef="#br0" timeOffset="78938.22">15002 8154 81 0,'0'0'200'0,"-2"-13"-7"0,0 8-4 0,2 5-16 16,-3-10-4-16,3 10-5 0,-2-8-7 0,2 8-11 15,0 0-15-15,0-8-13 0,0 8-15 0,0 0-11 16,0 0-8-16,0 0-13 0,0 0-8 0,0 0-5 15,0 0-4-15,25 18-5 0,-14-7-5 0,1 4-3 16,1-5 0-16,0 7-4 0,5 3-2 0,-2-1 0 16,2 3-2-16,-1-5-1 0,0 5-1 15,-3-2-3-15,-2-4-3 0,0 0 1 0,-3 1-5 0,1 1-2 16,-1 0 3-16,0-1-5 0,-2-2-2 0,-1 0-4 16,-2-2 3-16,2-1-1 0,-2-1 1 0,2-1-4 15,-2 1 0-15,0-4-2 0,-2 0 4 0,2-1-2 16,-4-6 5-16,3 9 10 0,-3-9 20 0,2 6 12 15,-2-6 4-15,0 0-8 0,0 0-7 0,0 0-3 16,14-21 1-16,-10 10-13 0,4-7-1 0,2-3-2 16,0-4-3-16,-2-1-1 0,1 2-4 0,2-2-3 15,0 1-1-15,-2 0-3 0,1-1 0 0,-1-1-6 16,1 2 6-16,0 1-6 0,0 1-4 0,-2 5 6 16,-1 3-6-16,-2 3 3 0,2 1-3 0,-3 3 0 15,-1 0-15-15,1 2-24 0,-2 1-27 0,-2 5-34 16,5-8-16-16,-5 8-12 0,0 0-23 0,0 0-13 15,10 12-14-15,-8-2-10 0,-2 3-7 0,0 3-19 16,0 0-130-16,-2 4-368 0,2-3 163 0</inkml:trace>
  <inkml:trace contextRef="#ctx0" brushRef="#br0" timeOffset="79426.69">15477 8490 95 0,'0'0'143'0,"-4"13"5"0,2-6-8 0,2 0-2 0,0-7-2 15,0 9-5-15,0-9-7 0,0 0 0 0,-3 11 1 16,3-11-1-16,0 6-7 0,0-6-1 0,0 0 0 16,0 0 3-16,2 10 6 0,-2-10 8 0,0 0 7 0,0 0 1 15,0 0-8-15,0 0-10 0,0 0-10 0,0 0-14 16,0 0-9-16,3-27-3 0,1 16-17 16,1-5-7-16,-2 1-9 0,4-1-5 0,2-2-6 15,4-7-1-15,-1 4-6 0,-2 7-5 0,4-1-2 16,0 1 8-16,3 3-17 0,-3-1-1 0,2 3-9 0,1 5 0 15,1-1 1-15,-5 2-9 0,4 3 1 0,-4 3-1 16,4 2-1-16,-2 3 5 0,1 1-5 0,-5 2 1 16,2 0-1-16,-2 5 9 0,0-1-8 15,-1 0-2-15,-1-1 10 0,-3 0-3 0,2 2-6 0,-6-6 0 16,2 0 0-16,0 0-5 0,-3-1 3 0,1-5-2 16,-2-4 6-16,2 10 6 0,-2-10 0 0,3 6 5 15,-3-6-4-15,0 0 2 0,0 0-4 16,0 0 2-16,0 0-4 0,0 0 3 0,-12-20-6 0,10 10 5 15,2 0-2-15,0-6 3 0,3 0-5 0,-1 0 0 16,3-2-3-16,3 1 0 0,2 2-3 0,1 0 2 16,0 2-3-16,1 1 0 0,1-1 3 0,2 2-2 15,-3 6-3-15,-1 0 0 0,2 0 2 0,-1 4 7 16,2-1-13-16,-3 5 4 0,1 1-4 0,-1 2 1 16,-1 1 11-16,-1 2-9 0,3 4 0 0,-4 1 6 15,-1 1-5-15,0 2-6 0,1-1-34 0,-6 4-23 16,3 5-42-16,-5-7-33 0,-1 9-45 0,-1-2-41 15,0 0-62-15,-3-6-147 0,0 6-473 0,-4-2 209 16</inkml:trace>
  <inkml:trace contextRef="#ctx0" brushRef="#br0" timeOffset="79881.53">14964 8897 157 0,'-15'-1'180'0,"3"-2"-1"0,3 3-6 15,3-1-11-15,6 1-8 0,0 0-13 16,0 0 0-16,0 0-4 0,57-3-2 0,5-1-8 0,38 2-3 16,8-6-9-16,9-2-8 0,6-1-7 15,-2 3-8-15,2-3-2 0,-6 2-7 0,-8 0 2 16,-3-1-5-16,-6 2-2 0,-3-1-3 0,-8 1-3 0,-27 3-2 15,-1-1 2-15,-1 3-8 0,0-1-1 0,-9-1-5 16,-13 3-10-16,0-1-1 0,-6 0-5 0,0 1-8 16,-11-1-3-16,-7 2-2 0,0-1 6 0,-3 1-19 15,-4 1-18-15,0-1-24 0,-7 1-18 0,8 4-23 16,-8-4-28-16,0 0-38 0,-21 22-53 0,2-12-43 16,-13 6-207-16,-4-2-472 0,-19 5 209 0</inkml:trace>
  <inkml:trace contextRef="#ctx0" brushRef="#br0" timeOffset="80387.5">14740 9331 225 0,'0'0'225'0,"-2"-12"-11"0,2 12-9 16,0-10-16-16,0 10-16 0,2-8-19 15,-2 8-13-15,6-5-15 0,0 3-7 0,4 1-13 16,-10 1-7-16,20 3-12 0,-9-2-5 0,2 3-8 15,-3 2-7-15,1 2-8 0,0 3-3 0,-2 4-5 0,-1-4-6 16,-4 1-6-16,-2 0 1 0,-2 2-6 16,0 3 1-16,-4-2-3 0,-2 0-4 15,-4-1-3-15,-3 2-1 0,0-1-1 0,-1-4 0 0,-5 2-5 16,0-2 2-16,0-3-4 0,1-1-4 0,0 0 5 0,4-4 0 16,3 0-2-16,0-2 0 0,3-1-2 0,0 0 3 15,8 0-5-15,-14-4 1 0,14 4 0 16,-7-5-4-16,3 0 5 0,4 5-6 0,-2-9 0 15,2 9 1-15,0 0-2 0,11-12-1 0,-1 8 2 0,2 1 0 16,-1 0-1-16,2 1 0 0,-1-1 0 16,3 4 0-16,2 1-1 0,-1-1 2 0,-3 2-2 0,7 0 0 15,-4 1-3-15,2 3 5 0,-3-2-2 0,0 2-5 16,-1 3-16-16,3-4-27 0,-2 3-36 0,1-2-35 16,-2 3-38-16,0-4-55 0,-4-2-212 0,0 2-453 15,1-1 201-15</inkml:trace>
  <inkml:trace contextRef="#ctx0" brushRef="#br0" timeOffset="80652.63">15159 9328 221 0,'2'-10'264'0,"-4"3"-8"0,2 7-15 15,0-12-25-15,0 12-20 0,-1-9-22 0,1 9-18 16,0 0-16-16,0 0-5 0,0 0 3 0,0 0-14 15,0 0 6-15,0 42-1 0,-2-22-9 0,1-1-10 16,-1 5-11-16,0 1-12 0,1 0-5 0,-1-6-5 16,0 1-13-16,2-1 1 0,-1 0-10 0,-2 0-9 15,2-2-2-15,2 2-1 0,2-4-11 0,-2 0-18 16,-1-3-20-16,0 1-22 0,0-3-26 0,2 0-27 16,0-2-21-16,-2 0-30 0,0-8-23 0,3 11-21 15,-3-11-9-15,1 8-13 0,-1-8-14 0,0 0-144 16,0 0-383-16,0 0 169 0</inkml:trace>
  <inkml:trace contextRef="#ctx0" brushRef="#br0" timeOffset="80951.38">15150 9358 81 0,'4'-18'144'0,"3"4"-9"0,-1 3-5 0,0 1-10 16,0 2-4-16,5 1-8 0,-1 4 6 0,1-1-4 0,2 4-6 15,-2 3-12-15,-1 1-4 0,0 3-8 0,0-1-7 16,-2 2-5-16,2 5-2 0,-4 1-10 15,1-2-1-15,-4 2-5 0,-1-2-6 0,-2 2-6 16,0-3-3-16,-3 5 4 0,-1-4-8 0,-4 2-4 0,-2-1-1 16,1-4-1-16,-4 1-7 0,2-2 1 0,-2-4 5 15,2 1 4-15,2-1 7 0,-1 0 9 16,5-3 2-16,5-1 5 0,-11 2-2 0,6 1 1 16,5-3-6-16,-6 3-4 0,6-3-6 0,0 0-3 0,0 0-4 15,0 0-1-15,0 0-6 0,0 0 2 0,0 0-5 16,11 16-3-16,-4-12 1 0,2 2 2 0,1-2-4 15,2 1-16-15,-1 1-21 0,-1 2-27 0,1-5-37 16,0 4-30-16,0-2-29 0,1 0-41 0,-1-2-166 16,-3-1-383-16,4 1 170 0</inkml:trace>
  <inkml:trace contextRef="#ctx0" brushRef="#br0" timeOffset="81202.52">15600 9417 89 0,'1'-7'250'0,"-1"7"-15"16,-1-13-12-16,1 13-12 0,-5-7-18 0,5 7-13 16,-7-3-13-16,7 3-4 0,0 0-15 0,-21 6-8 15,12 2-10-15,-2 5-10 0,0 2 0 0,1 2-9 16,-2 4-4-16,-1 2-12 0,6-4-5 0,0 4-7 16,1-5-4-16,2 1-9 0,-2 0-3 0,5 0-13 15,-1 0 0-15,1-3-9 0,0 1-3 0,1 0-5 16,0-2-2-16,0-1-2 0,1-2-4 0,0 0-3 15,1-2-12-15,-1 1-31 0,-1-1-28 0,0-1-33 16,2 3-36-16,-2-7-48 0,0-5-38 0,-2 14-54 16,1-8-175-16,1-6-464 0,-7 8 206 0</inkml:trace>
  <inkml:trace contextRef="#ctx0" brushRef="#br0" timeOffset="81366.34">15454 9657 106 0,'0'0'194'0,"9"-6"-21"16,-1 4-19-16,1 0-10 0,2 0-16 0,2 0-31 0,2 1-41 15,2-1-39-15,5 1-43 0,-1-2-49 0,1 3-87 16,-3-4-175-16,9 0 78 0</inkml:trace>
  <inkml:trace contextRef="#ctx0" brushRef="#br0" timeOffset="81524.23">15831 9582 48 0,'0'0'242'0,"0"0"-12"16,0 0-24-16,0 0-21 0,0 0-10 0,8-4-16 15,-8 4-13-15,12 0-10 0,-5-1-13 0,3 1-11 16,5-2-13-16,-2 2-6 0,5 3-13 16,0-3-19-16,0 0-28 0,1 3-33 0,-2-2-39 0,-3 2-54 15,-3-2-19-15,0 1-38 0,0 0-139 0,-7 0-314 16,-4-2 139-16</inkml:trace>
  <inkml:trace contextRef="#ctx0" brushRef="#br0" timeOffset="81715.16">15974 9525 59 0,'-2'-12'200'16,"0"7"3"-16,2 5-3 0,-1-8-1 0,1 8-6 16,0 0-9-16,-2-9-19 0,2 9-17 0,0 0-18 15,0 0-15-15,0 0-7 0,0 0-11 0,0 0-1 16,0 0-6-16,3 26-10 0,-1-17-5 0,0 7-7 15,-2-3-6-15,3 1-3 0,-3-1-11 0,1 2-3 16,2 2-3-16,-3-2-21 0,0-2-29 0,1-1-41 16,0 1-41-16,3-2-50 0,-1-1-42 0,-2-2-188 15,-1-1-400-15,0-7 176 0</inkml:trace>
  <inkml:trace contextRef="#ctx0" brushRef="#br0" timeOffset="81967.55">16225 9399 259 0,'-2'-9'276'15,"2"-2"-12"-15,0 11-22 0,0-12-22 0,0 12-24 0,0 0-23 16,2-7-12-16,-2 7-10 0,0 0-5 0,0 0-9 16,-3 39-1-16,3-21-14 0,0 7-9 15,-1-2-12-15,2 5-5 0,-1-2-9 0,0-3-11 16,0-2-7-16,1-2-5 0,1 6-7 0,-1-9-8 0,2 1-1 15,-3 0-14-15,0-3-23 0,0-3-24 16,1 1-24-16,-1-1-23 0,-3-2-33 0,3 0-31 16,0-9-29-16,-2 13-14 0,0-8-16 0,2-5-31 15,-3 5-160-15,3-5-406 0,0 0 180 0</inkml:trace>
  <inkml:trace contextRef="#ctx0" brushRef="#br0" timeOffset="82250.64">16271 9338 110 0,'10'-10'206'0,"-1"1"-10"0,1 4-13 16,2 1-6-16,-1 0-11 0,-1 4-8 0,1 3-9 15,-4-2-12-15,2 4-9 0,-2 1-12 0,1 1-7 16,-4 3-6-16,0 2-6 0,-2-2-9 0,-4 1-8 16,0 1-7-16,-5 5-10 0,-2-2-1 0,-2 1-7 15,-1-1-5-15,-2-3-9 0,0-1 1 0,3-2-1 16,0-2-2-16,4-1-1 0,2-1 2 0,0 2-8 15,-2-6-1-15,7-1-4 0,-6 7-3 0,6-7-3 16,-7 6-2-16,7-6-2 0,0 0 1 0,0 8-6 16,0-8 2-16,11 6-3 0,-2-2 0 0,2 0-2 15,3-1 3-15,4 1-12 0,1 1-28 0,3 0-38 16,5 0-34-16,-8-2-52 0,3 0-41 0,-2-1-49 16,-1 2-129-16,-1-2-402 0,1 0 179 0</inkml:trace>
  <inkml:trace contextRef="#ctx0" brushRef="#br0" timeOffset="82518.69">16683 9469 135 0,'0'0'297'0,"4"-9"-15"16,-4 9-22-16,3-6-19 0,-3 6-26 0,0 0-24 0,4-4-15 16,-4 4-10-16,0 0 4 0,0 0 6 0,-3 28-3 15,1-10-14-15,-2 0-7 0,-1 7-4 16,-3-3-13-16,2 3 2 0,1-4-19 0,1-2-16 15,0 0-10-15,0 1-8 0,0-4 3 0,0 3-11 0,2-4-9 16,1-1-3-16,-1-2-8 0,4-3-2 16,-1-1-5-16,0-1 2 0,2 0 6 0,-1-1-11 15,5 0-16-15,-2-1 15 0,4-2-14 0,1-1-3 0,5-2-19 16,4 2-20-16,8-6-33 0,3-1-23 0,-1 0-31 16,7-4-29-16,-2 0-45 0,-2-2-53 0,5-3-58 15,-1 1-273-15,10-6-601 0,-11 2 265 16</inkml:trace>
  <inkml:trace contextRef="#ctx0" brushRef="#br0" timeOffset="138560.34">17864 8509 59 0,'0'0'102'16,"0"-12"0"-16,0 12 2 0,-1-9 2 0,1 9 1 15,0 0-7-15,-1-11 1 0,1 11-1 0,0 0-12 16,1-6-4-16,-1 6-7 0,0 0-10 0,0 0-5 15,0 0-9-15,0 0-2 0,0 0-10 0,0 0-4 16,0 0-4-16,0 0 2 0,0 0-3 0,-1 25 5 0,1-15-8 16,0-10 1-16,1 16-3 0,-1-9-1 15,1 3-4-15,1 0 8 0,0-1-4 0,0-2 2 16,-2-1-4-16,2 2 2 0,-1-1-8 0,-1-7-2 16,3 11 2-16,-2-5 1 0,-1-6-2 0,5 5-1 0,-5-5-4 15,4 6 1-15,-4-6-1 0,12 0 6 16,-12 0-5-16,29-14-1 0,-1-5-16 0,17-4-18 15,2-7-24-15,7 1-31 0,25-16-30 0,2 0-37 0,-5 0-128 16,1-3-295-16,5-1 131 0</inkml:trace>
  <inkml:trace contextRef="#ctx0" brushRef="#br0" timeOffset="143046.79">3053 10513 11 0,'2'-10'135'0,"-2"10"-10"0,2-7 3 0,-2 7 2 15,0-10-15-15,0 10-2 0,-2-9-3 0,2 9 1 16,0 0 3-16,-1-12 1 0,1 12 3 0,0 0-10 16,-3-7-2-16,3 7-5 0,0 0-4 0,-2-7-7 15,2 7-2-15,0 0-7 0,0 0-8 0,0-9-3 16,0 9-5-16,0 0-2 0,-3-7-5 0,3 7 1 16,0 0-6-16,0 0-6 0,0-12-5 0,0 12-3 15,3-8-3-15,-3 8 0 0,5-8-4 0,-2 4-4 16,2-2-1-16,3-1-3 0,-1 0 0 0,1-1-5 15,-2 2 0-15,5-1-3 0,-2 0-4 0,2 2-1 16,-1 0 0-16,0-1-8 0,-3 4 4 0,-1 0-4 16,-6 2 1-16,17 1-1 0,-7 2-3 0,0 1 3 15,-1 4-3-15,-1 1 3 0,3 6 1 0,-6 0-6 0,2 2 5 16,-6 2-1-16,-1 0-1 0,-4 5 2 0,0 3-3 16,-6-1 1-16,0-1-1 0,-4-1 1 15,-2 0 3-15,-3 0-2 0,1-2 1 0,-1-1-1 16,1-4 2-16,3-2-1 0,-1-4-1 0,3-1-2 15,1-2 3-15,3 1-1 0,-2-2 1 0,0 0 4 16,1-2-7-16,1 0 0 0,4-2 2 0,0 1-2 16,5-4 2-16,-9 6-2 0,9-6 1 0,-8 6-3 15,8-6-1-15,-3 2 0 0,3-2 0 0,0 0-1 16,0 0 2-16,0 0 2 0,0 0-3 0,13 10 1 0,-2-6 10 16,0-1-13-16,10-1 0 0,-1-1-7 0,8 2-14 15,3-2-21-15,-2 2-18 0,1 0-20 16,2-3-30-16,1 0-21 0,-5 0-26 0,4-3-28 15,-3 0-157-15,-9 2-375 0,8-7 167 0</inkml:trace>
  <inkml:trace contextRef="#ctx0" brushRef="#br0" timeOffset="143584.72">3402 10089 98 0,'-16'-7'118'0,"-3"2"-2"16,-8 1-8-16,-3 4-4 0,1 4-6 0,-4 0-6 16,4 4-4-16,-6 2-2 0,5 0 1 0,-4 3-10 15,1 4-6-15,0-1-8 0,-9 9-2 0,11-5-1 0,-6 11-3 16,8-7-2-16,-10 9 5 0,14-7-17 0,-2-1-3 15,1 3 0-15,2 1-7 0,4 1-2 16,2 2-3-16,2-2-3 0,2 4-3 0,0 9 2 0,7-8-1 16,3 11 3-16,4-1 0 0,0-11-6 0,4 2 5 15,5 10-6-15,6-2 1 0,-2-10-4 0,6-5-2 16,1 3 2-16,10 5 9 0,-6-11-6 0,5-2-5 16,2-1 4-16,1-4-2 0,14 3-2 0,-10-9 1 15,1-2-5-15,16 1 3 0,1-4-2 0,-1-4 2 16,-13-3 2-16,13-4-5 0,1-7 2 0,-1-1 0 15,1-6 0-15,-3-3 0 0,1-7-2 0,1 1-3 16,-6-5 0-16,0-2 1 0,-7-3-1 0,0-2 1 16,-6-4-4-16,-2-1-1 0,0-4 1 0,-6 4 1 15,-7-3 1-15,-3-1-4 0,-3-3-3 0,-3 2-2 16,-1 0 1-16,-9-2-1 0,-2 2 4 0,-6-1-3 16,-5 2 1-16,-4 2 0 0,0 13-1 0,-2 1 1 15,-11-5 1-15,-4 2-1 0,2 13 3 16,-12-2-2-16,-7 5-2 0,-1 8 2 0,-4 3-5 0,-2 9-1 15,-7-1 0-15,2 9-5 0,-25 3-21 0,27 3-18 16,1-1-25-16,3 7-16 0,2 1-16 0,2 4-26 16,3 1-38-16,1 3-96 0,7-1-288 0,10-8 127 15</inkml:trace>
  <inkml:trace contextRef="#ctx0" brushRef="#br0" timeOffset="160199.69">6850 10405 66 0,'0'0'147'16,"0"0"-10"-16,0 0-3 0,-13-5-12 0,13 5 6 0,-13-4-5 15,4 2-6-15,1 0-5 0,-2 1-10 0,-1-1 1 16,-1-1-7-16,2 2 2 0,-1 0 0 0,4 0-1 16,7 1 0-16,-13-2-1 0,13 2-7 0,-12-2-10 15,12 2-8-15,-7-1-8 0,7 1-8 0,0 0-8 16,0 0-1-16,0 0-3 0,0 0-7 0,0 0 3 16,24-3-8-16,-3 3-4 0,13-3 0 0,6-1-1 15,15 0-8-15,-1-2-7 0,2-2-9 0,-19 4-25 16,1-1-23-16,-2 0-23 0,-4 1-11 0,-4 1-18 15,-7 0-20-15,-4 0-10 0,-4 0-12 0,0 2-10 16,-5 1 9-16,-8 0-8 0,11-1 6 0,-11 1-74 16,8-1-234-16,-8 1 104 0</inkml:trace>
  <inkml:trace contextRef="#ctx0" brushRef="#br0" timeOffset="160587.7">7117 10317 1 0,'-14'-2'90'15,"1"1"-13"-15,1 0 4 0,0 0 2 0,0-1-3 16,3 2-5-16,9 0 18 0,-14 0-22 0,14 0-1 15,-10 0-9-15,5 3 6 0,5-3 5 0,-7 7 5 16,5 0 2-16,-3 2 9 0,2 6-3 0,1 2 6 16,-1 9-5-16,-1 2-4 0,0 2 5 0,2 3-6 15,-3 1-6-15,3-1-6 0,-3 2-3 0,2-2-8 16,-1-2-5-16,-1 1-7 0,-1-2-3 0,4-1-3 0,-2-3-4 16,-1 0 2-16,2-6-8 0,0-2-2 15,-1-3-1-15,0 0-7 0,1 1 2 0,-1 0-2 16,1-5-1-16,-1-2-4 0,0 0 2 0,0-3-7 15,0 1 4-15,2 0-4 0,2-7 0 0,-9 5 0 0,4-3-9 16,5-2 1-16,-12 3-2 0,12-3-5 16,-14-3 8-16,14 3-3 0,-14-4-3 0,6 4 4 15,2-3-1-15,6 3-1 0,-15-6 1 0,8 4-2 16,1-1-1-16,6 3 0 0,-12-3-1 0,6 0 2 0,6 3-1 16,-9-3-1-16,9 3 3 0,0 0-6 0,-6-3 4 15,6 3-1-15,0 0-2 0,0 0 3 16,0 0-2-16,0 0 3 0,0 0 2 0,33 9 1 15,-13-7-5-15,8-2-5 0,1 1-19 0,6-2-19 0,1 1-19 16,-1 0-29-16,0-2-8 0,1 2-15 0,-2 0-14 16,-1 0-15-16,-1-2-4 0,-2 2-99 0,2-1-272 15,-2-2 121-15</inkml:trace>
  <inkml:trace contextRef="#ctx0" brushRef="#br0" timeOffset="161018.19">7466 10881 103 0,'0'0'92'16,"6"-5"13"-16,-6 5-2 0,4-5 6 0,-4 5-1 15,0 0-3-15,0 0 14 0,0 0-7 0,-9-14-3 16,9 14 5-16,-8-4-6 0,8 4 1 0,-11-4-5 16,4 4-2-16,7 0-9 0,-16 2-3 0,7-1-9 15,-4 4-5-15,1 0-5 0,-2 4-7 0,2-3-6 16,1 3-5-16,-3 0-7 0,4 3-3 0,1-4-4 16,4 1-4-16,-3 0-3 0,3 1-2 0,1-2-2 15,2 3-7-15,2-4 0 0,0 3-2 0,0-10-1 16,4 12-5-16,0-7 2 0,2-1 1 0,-1 0-4 15,5-3 4-15,-1 2-4 0,3-4-2 0,-2-1 0 16,2 0-1-16,1-1 0 0,-1-3 1 0,-2-1-2 16,2-1-1-16,-1-3 3 0,2-1-5 0,-8 1 1 15,7-5-1-15,-2 0 0 0,-3 0 0 0,-1 0 0 16,-1-3 3-16,3-6-5 0,-6 2-2 0,3 3 4 16,1-7-6-16,0-1 3 0,-3 2 1 0,-1 0 2 15,-1 7 0-15,0 2 2 0,2 1 0 0,-3 5 15 16,1 0 8-16,-1 3 9 0,0 0 0 0,0 8-5 15,1-10-4-15,-1 10-7 0,0 0-5 0,0 0-1 16,0 0-2-16,0 0 0 0,-2 35-1 0,-2-8 6 16,-1 7 0-16,-2 0-1 0,-1 0-5 0,3 2 2 15,-2-1-3-15,1-2 1 0,-1 0-3 0,1-1 1 16,1-2 3-16,1 1-12 0,3-3-23 0,-2 0-34 16,2-3-46-16,-2-1-42 0,3-3-28 0,3-4-29 15,1 2-29-15,-2-4-155 0,5-2-414 0,1-6 184 16</inkml:trace>
  <inkml:trace contextRef="#ctx0" brushRef="#br0" timeOffset="161268.26">7958 10893 245 0,'0'0'238'0,"-2"-12"-11"0,0 7-11 16,2 5-15-16,-9-5-16 0,2 3-9 0,7 2-6 15,-20 7-10-15,6 3-2 0,-3 1-9 0,-3 6-11 0,2 1-5 16,-1 0-12-16,2 1-9 0,5-2-10 16,2 0-7-16,0 1-14 0,3 0-4 0,2-1-12 15,2 0-5-15,2-2-4 0,2 2-8 0,2-5-4 16,5 4-16-16,3-3-20 0,2-4-29 0,3 1-24 0,11 0-31 16,3-4-15-16,8-1-50 0,18-4-46 0,1-3-44 15,-2-1-187-15,-1-2-451 0,1 0 200 16</inkml:trace>
  <inkml:trace contextRef="#ctx0" brushRef="#br0" timeOffset="161454.84">8822 10917 123 0,'0'0'285'15,"0"0"-13"-15,7-7-23 0,-3 4-22 0,2 0-18 16,1 0-21-16,4 2-18 0,2 0-18 0,0-2-15 15,7 3-12-15,2-1-21 0,-3 2-41 16,3-2-37-16,0 1-59 0,-1 0-54 0,-1 0-55 0,0 2-48 16,-3 0-123-16,-3-1-340 0,-1 0 151 0</inkml:trace>
  <inkml:trace contextRef="#ctx0" brushRef="#br0" timeOffset="161630.69">8883 11104 244 0,'-13'3'258'0,"3"3"-6"0,0-3-3 0,3-1-7 16,2 1-12-16,5-3 1 0,-9 5-28 0,5-3-19 16,4-2-20-16,0 0-11 0,0 0-11 0,20 4-15 15,-1-3-13-15,9-5-16 0,2 1-26 0,6-2-39 16,3-2-40-16,10-2-54 0,1 3-52 0,-10-3-61 16,9-1-54-16,-19 3-175 0,2-2-435 0,-1 0 193 15</inkml:trace>
  <inkml:trace contextRef="#ctx0" brushRef="#br0" timeOffset="166148.69">10894 10477 111 0,'0'-14'182'16,"-2"3"-5"-16,1-1-8 0,1 1-6 0,-2 1-5 0,2 1-9 15,0 9 2-15,0-13-16 0,0 13-11 0,-3-8-14 16,3 8-13-16,0 0-13 0,0-7-6 0,0 7-9 16,0 0-5-16,0 0-11 0,8 21 1 0,-4-5 4 15,0 4 1-15,1 6-2 0,-1 3-2 0,-1 3-4 16,-2 1-1-16,3 12-6 0,-3 0-1 0,-1-12-2 15,-4-4-2-15,2 2-2 0,0-2-2 0,4-1-3 16,-4-1-5-16,1-2 0 0,-3-1-3 0,4-4-3 16,0-2 0-16,0-2-3 0,0 1 2 0,0-1-6 15,2-3 2-15,-1 2-1 0,1-4-4 0,1 2-1 16,-3-2 2-16,0 0-10 0,0-2-19 0,0 1-30 0,1-1-19 16,-2-1-23-16,-2-2-22 0,0 3-32 15,-3-4-20-15,3 0-29 0,-3-1-165 0,0 0-386 16,-3-2 170-16</inkml:trace>
  <inkml:trace contextRef="#ctx0" brushRef="#br0" timeOffset="166404.44">10420 11194 145 0,'0'0'151'0,"-2"7"11"0,2-7-11 0,11 7 0 16,5-1-5-16,13-1-1 0,7 2-12 0,16-4-9 0,8-5-8 16,-1 4-9-16,8-5-7 0,-2 0-17 0,-1-2 0 15,1 0-11-15,-1 0-6 0,-3 2-3 0,-1 1-8 16,-5 0-7-16,-1 1-4 0,-15-1-4 16,12 0-11-16,-16 2-16 0,-1 1-21 0,-3 2-21 0,1-3-29 15,-4 3-25-15,-6-2-38 0,-3 2-33 0,0 0-142 16,-6 0-321-16,0 2 143 0</inkml:trace>
  <inkml:trace contextRef="#ctx0" brushRef="#br0" timeOffset="166886.76">10616 11584 36 0,'0'0'175'16,"11"-6"-10"-16,0 7-6 0,1-1-1 0,1 3-8 15,6 2-4-15,-1 2-16 0,-1 2-7 0,-2 2-7 16,1 1-16-16,-4 1-4 0,0 2-7 0,-5 0-5 15,1 2-9-15,0-2-5 0,-7 2-8 0,0-5-3 0,-3 8-6 16,-5-3-7-16,1-1-1 0,-3-3-4 0,-1 2-2 16,-4-3-3-16,0-2-4 0,-3 0-2 15,2-3-5-15,-4-1-3 0,1 0 1 0,-2-5-3 16,0-1 2-16,0-1 0 0,0-1 1 0,3 0 3 0,4-2 4 16,-1 0 4-16,4 0 0 0,0-1-1 15,3 1-4-15,2-1-4 0,1 0-4 0,4 5 3 16,-4-8-7-16,4 8-2 0,0 0 0 0,7-9-3 15,-7 9-1-15,12-3 3 0,-4 3 0 0,2 0 1 0,3 3-2 16,-2 0 6-16,2 2-4 0,3 3 5 0,-1-4-4 16,2 5 1-16,0-2 0 0,-1 1 1 15,2 0-3-15,-3 1 0 0,2-1-3 0,-3 0 3 0,2 1-5 16,-3-1-9-16,4 2-35 0,-3 1-34 0,0-1-43 16,-4-4-44-16,-1 2-49 0,0-1-208 0,-3-1-447 15,1-2 198-15</inkml:trace>
  <inkml:trace contextRef="#ctx0" brushRef="#br0" timeOffset="167131.15">11040 11609 98 0,'3'-9'257'0,"-1"0"-18"15,-1 3-24-15,-1 6-24 0,2-7-16 0,-2 7-13 16,0 0 4-16,0 0-4 0,0 0-1 0,0 0-6 15,14 22-1-15,-9-8-16 0,-1 2-10 0,1 0-9 16,-3 2-12-16,2 1-9 0,-1 1-8 0,-2-2-8 16,3 2-6-16,-4-1-14 0,4-1-2 0,-2 0-6 15,2-1-16-15,0 0-27 0,-1-4-29 0,0 2-31 16,-1-4-44-16,2 1-39 0,-3-2-38 0,0-3-30 16,2-1-21-16,-1 1-166 0,-2-7-417 0,4 6 185 15</inkml:trace>
  <inkml:trace contextRef="#ctx0" brushRef="#br0" timeOffset="167354.76">11284 11644 14 0,'2'-12'236'0,"0"1"-5"15,-1 4 3-15,-1 0-14 0,0 7-16 0,2-13-24 16,-2 13-15-16,2-4-12 0,-2 4 10 0,0 0 1 16,0 0 7-16,0 0 2 0,-2 30-9 0,-1-15-7 15,-1 3-7-15,2 0-9 0,2 5-18 0,-3-3-8 16,1 5-16-16,2-5-5 0,-2 6-16 0,1-6-2 15,2-1-12-15,1 0 1 0,-4 0-2 0,4-3-20 16,-2 0-27-16,1-3-27 0,0-2-21 0,-1-1-41 0,3 2-27 16,-1-3-27-16,-2 0-37 0,2-3-22 0,-2-6-25 15,3 11-18-15,-3-11-18 0,0 0-149 0,0 0-429 16,0 0 189-16</inkml:trace>
  <inkml:trace contextRef="#ctx0" brushRef="#br0" timeOffset="167578.31">11033 11667 222 0,'0'0'205'0,"10"-12"-13"0,5 2-6 15,11-3 0-15,4 2-6 0,4 0-8 0,4 2-12 16,14-3-1-16,-1 1-10 0,-1 0-12 0,-14 4-5 16,4 0-13-16,-6 2-10 0,-1 2-8 0,-3-2-10 15,-10 2-12-15,2-2-6 0,-4 3-8 0,-4 2-7 16,-3 0-6-16,0 0-5 0,-4-3-10 0,-7 3-6 15,12 0-19-15,-12 0-15 0,9 3-24 0,-9-3-25 16,4 3-34-16,-4-3-47 0,0 0-51 0,0 0-63 16,-19 16-124-16,9-12-401 0,0-1 177 0</inkml:trace>
  <inkml:trace contextRef="#ctx0" brushRef="#br0" timeOffset="168194.43">12675 10444 43 0,'-5'-9'224'0,"3"1"-15"0,-3 2-13 0,3 0-18 16,2 6-20-16,-2-7-15 0,2 7-15 0,0 0-13 15,0 0-9-15,0 0-3 0,-15 14 10 0,3 9-2 16,3 3-9-16,1 4-3 0,-4 16-4 16,3 2 1-16,5 3-7 0,-6-1-3 0,3 4-6 0,3-1-4 15,2 3-5-15,0 3-1 0,2 22-2 0,0-27 0 16,2 2 0-16,2 0-4 0,-1 1-4 0,6-1-1 15,-2 2-4-15,1-2-5 0,1-3 9 0,1-1-21 16,-4-1 3-16,-3-2-3 0,3-3-2 0,-6-11-1 16,2 1-7-16,-2 0 0 0,0-3 4 0,0-2-8 15,-2-2 3-15,-4-5 5 0,3 0-5 0,-3-6-1 16,1 0 2-16,-4-2 9 0,2-2-6 0,1-5 3 16,-1 1-3-16,0-1 1 0,0 0 5 0,1-5-5 15,-1 1 0-15,-2 0-6 0,4-2-8 0,-2-1 5 16,7-2 2-16,0 0-16 0,-14-2-26 0,14 2-28 15,-6-6-43-15,6 6-37 0,-4-10-43 0,4 10-43 16,2-12-35-16,5 5-48 0,-4-1-183 0,3-2-515 16,-2 2 229-16</inkml:trace>
  <inkml:trace contextRef="#ctx0" brushRef="#br0" timeOffset="169982.98">12506 12364 84 0,'0'0'173'0,"0"0"-3"0,-2-11-4 16,2 11-1-16,-2-7-12 0,2 7-5 0,0 0-8 15,0-10-7-15,0 10-4 0,0 0-8 0,0 0-15 16,0 0-11-16,0-8-11 0,0 8-9 0,0 0-8 16,0 0-7-16,0 0-6 0,0 0-1 0,-8 21-8 15,7-12 0-15,-3-1-5 0,1 4-1 0,0 0-2 0,1 1-3 16,0-3-2-16,2 3-3 0,0-3-2 15,0 0 0-15,0 3-5 0,2-3 3 0,0 0-5 16,1-2 1-16,0 3 1 0,1-4 6 0,3 1 0 16,-1-1 6-16,3-2-3 0,1-2-3 0,0-1 6 0,1-2-6 15,1 0-3-15,-1-2-2 0,3 0 2 16,-3-3-1-16,5-3-3 0,-5 3 2 0,0-2-3 16,3-3-1-16,-5 1 2 0,2-4-2 0,-2-1-6 15,-6 3 4-15,3-4-5 0,-4 3 2 0,-2-1 0 16,-2-5-5-16,-4 1 1 0,0 2-4 0,0 4 0 0,-1 1 3 15,-4-4-4-15,1 6 4 0,-2 1-2 16,-1 3-3-16,-1 2-2 0,0-1 4 0,2 5-3 16,0-1 0-16,-5 4-14 0,5 0-20 0,0 1-26 0,3 1-29 15,0 0-42-15,0 1-63 0,5 2-53 0,-4-3-169 16,6-1-446-16,2-6 198 0</inkml:trace>
  <inkml:trace contextRef="#ctx0" brushRef="#br0" timeOffset="170739.56">12311 9828 134 0,'0'0'173'0,"9"-6"-7"0,-3 2-11 0,4 0-5 16,-1 1-15-16,0 2-13 0,1 1-6 0,-10 0-6 15,19 4-8-15,-8 2-14 0,0 1 2 0,1 5-1 16,-1 1-11-16,-4 4-6 0,0 2-4 0,-3 0-8 15,0-2-2-15,-2 9-4 0,-4-2-6 0,-2-5 0 16,0 0-7-16,-1-2-2 0,-3 0-3 0,-2 1-5 16,1-5 0-16,0 1-4 0,-5-2 2 0,3-5-3 15,-5 2-4-15,5-5-2 0,-2 0 7 0,-1-3 1 16,3 0 5-16,-1 1-5 0,2-5 6 0,1 2-1 16,-1-3 1-16,3 1-3 0,-1-2-1 0,8 5-2 15,-9-6-2-15,4 1-1 0,5 5-4 0,-2-8-3 16,2 8 3-16,-4-6-4 0,4 6-3 0,0 0-2 15,0 0-7-15,14-5 4 0,-14 5-4 0,13 1 3 16,-3 2-2-16,0 2-3 0,1-3 4 0,1 3 0 16,-1 1-4-16,4 2 1 0,1 0 1 0,0 0-5 15,1 1-23-15,-3 0-36 0,2 0-34 0,2-3-44 16,-3 1-41-16,2-3-39 0,-4 2-156 0,-4-2-402 16,5-3 178-16</inkml:trace>
  <inkml:trace contextRef="#ctx0" brushRef="#br0" timeOffset="170982.17">12648 9861 33 0,'0'0'221'0,"0"-10"-19"16,0 10-15-16,0-7-28 0,0 7-14 0,0 0-7 0,0 0-3 15,9-2-4-15,-9 2-1 0,6 16-3 0,-1-9-8 16,3 5-2-16,-6-3-9 0,6 6-8 0,-4 2-8 15,1 1-7-15,-1 0-11 0,-4-1-2 0,4 0-8 16,0 2-4-16,-2-3-8 0,-2 2-6 0,0-1-21 16,2-6-29-16,-2 2-37 0,0-1-39 0,0-2-37 15,0-3-34-15,0-7-26 0,-2 14-27 0,2-8-104 16,0-6-334-16,0 0 147 0</inkml:trace>
  <inkml:trace contextRef="#ctx0" brushRef="#br0" timeOffset="171210.33">12814 9858 228 0,'4'-6'227'0,"-4"6"-13"15,0-10-27-15,0 10-15 0,0 0-19 0,5-3-13 16,-5 3 7-16,0 0-1 0,0 0 0 0,8 19-9 16,-7-10-6-16,-1 5-5 0,3-1-5 0,-1 4-13 15,-2 1-8-15,0-1-7 0,0 2-9 0,0 1-9 16,-2-1-6-16,-1-3-5 0,3 3-10 0,-2 0-3 15,2 0-6-15,-2-4-13 0,2-3-39 0,-3 1-17 16,1-3-31-16,4 2-37 0,-2-5-32 0,3 1-33 16,-3-8-30-16,2 7-21 0,-2-7-158 0,2 4-397 15,-2-4 175-15</inkml:trace>
  <inkml:trace contextRef="#ctx0" brushRef="#br0" timeOffset="171466.13">12594 9829 195 0,'0'0'182'0,"0"0"-13"0,0 0-14 0,18-10-1 15,4 8 0-15,10-5-6 0,5 1-7 0,2 1-3 16,18 0-4-16,-6-3-10 0,-13 4-6 16,16-3-4-16,-18 3 2 0,3 0-16 0,-8-1-4 0,-4 1-11 15,-11 4-4-15,-2-3-10 0,-2 1 0 0,-3 0-7 16,-4 1-4-16,-5 1-6 0,14-2-7 0,-14 2-4 15,8-2-5-15,-8 2-4 0,0 0-4 0,0 0-21 16,0 0-21-16,0 0-18 0,0 0-26 0,-31 14-32 16,20-9-38-16,1 1-49 0,-1 0-35 0,3 1-162 15,-4 0-402-15,5-1 178 0</inkml:trace>
  <inkml:trace contextRef="#ctx0" brushRef="#br0" timeOffset="173302.58">13450 11287 27 0,'0'0'143'0,"0"0"0"16,0 0-14-16,0 0-3 0,-2 5 0 0,2-5-3 15,0 0 2-15,0 0 5 0,0 0 4 0,0 0 0 16,0 0 1-16,0 0-7 0,0 0-3 0,17-10-15 15,-7 3-7-15,1-1-9 0,-2 1-1 0,7-4-10 16,-3 1-5-16,3 0-6 0,-5-2-5 0,5 0-7 16,-5-2-3-16,2 0-7 0,1 1-2 0,-5 0-4 15,1-1-3-15,0-1-4 0,-3 0-3 0,2 2-1 0,-3-1-5 16,2-1-3-16,-4 4 2 0,0 0-5 16,-1 0 0-16,1 1-2 0,-4 3 3 0,2-3-7 15,-2 10 1-15,0-11 0 0,0 11 3 0,2-7 0 16,-2 7-1-16,0-6-2 0,0 6 3 0,0 0-8 0,0 0-2 15,4-9-7-15,-4 9 0 0,0 0-2 0,0 0 3 16,0 0-2-16,0 0 1 0,0 0-5 0,-8 28 8 16,5-18-5-16,1 1 5 0,-2 1-1 0,0 0-2 15,2 4 0-15,-1-4-1 0,0 0 5 0,1 0-5 16,2 0 0-16,0-2 3 0,0 0 1 16,0 0-4-16,2 1 2 0,4-3 2 0,-4 1-1 0,4-3 2 15,1 3-3-15,2-3-10 0,2 0-26 0,0-2-26 16,1 1-34-16,1-1-38 0,5-1-39 0,-4-3-28 15,-1 0-35-15,0 0-159 0,-4-3-422 0,0 1 187 16</inkml:trace>
  <inkml:trace contextRef="#ctx0" brushRef="#br0" timeOffset="173481.72">13683 10874 1965 0,'-9'-17'-19'16,"-4"1"37"-16,2 3 9 0,2-1 18 0,0 7 5 15,0-3 1-15,0 3-2 0,4 0 4 0,3 2-9 16,-2 0-5-16,4 5-10 0,-8-6-4 0,8 6-3 16,0 0-5-16,0 0-18 0,0 0-24 0,0 0-28 15,0 0-31-15,16 16-34 0,-3-3-41 0,4-2-171 16,3 6-356-16,2-2 157 0</inkml:trace>
  <inkml:trace contextRef="#ctx0" brushRef="#br0" timeOffset="174019.69">14487 11023 25 0,'0'0'214'0,"-5"-9"-12"15,-1 3-2-15,-4 1-5 0,-1 1-9 0,-2-1-3 16,-1 1-12-16,-3 1-9 0,-3 2-4 0,2 0-19 0,-2 5-11 15,4-2-16-15,2 3-7 0,-1 2-12 0,-3 1-8 16,5 3-9-16,-3 2-7 0,3 1-8 16,-1 0-5-16,3 3-2 0,-1-2-9 0,3 3-5 15,-2-5-1-15,5 4-8 0,5-6-3 0,-2 0-2 0,3 1-1 16,4-1-2-16,0-2 0 0,3-1 3 0,1-1-7 16,4 0-2-16,1-2-1 0,6 1-2 0,0-3 1 15,1 0-4-15,1-3 0 0,-3-3-1 16,2 1 1-16,-1-2-1 0,-2-1-3 0,-4-2-2 0,3-1 2 15,-5 1-1-15,1-4 2 0,-3-2-2 0,0-3-1 16,-5 2 0-16,1-2 0 0,0-3-3 0,-2 2 4 16,-5-9-6-16,1 1 5 0,0 0-8 0,-3-1 4 15,-1-1 2-15,4 1-4 0,-2-1 1 0,-2 1 2 16,1 2-1-16,2 3 1 0,-3-4-1 0,3 9-2 16,-2 1 11-16,1 3-1 0,0 2 7 0,1 1 2 15,2 2 5-15,0 7-4 0,-4-8-3 0,4 8-4 16,0 0-2-16,0 0 0 0,0 0 0 0,0 0-2 15,0 0-2-15,0 0 5 0,6 38-6 0,-3-19 4 16,0 8-5-16,-3 1 12 0,2-1-6 0,-2 3 3 16,0 1 1-16,2 1 3 0,-2-3-3 0,2-1 9 15,1 2-10-15,-3-5-4 0,2 2 2 0,0-1 0 16,-2-7-3-16,2 5 0 0,0-3-20 0,2-4-28 16,0-1-31-16,-3 1-34 0,1 1-47 0,1-5-41 0,1-3-40 15,-2 2-225-15,1-1-495 0,-1-4 220 16</inkml:trace>
  <inkml:trace contextRef="#ctx0" brushRef="#br0" timeOffset="174436.67">15071 10883 243 0,'0'0'230'0,"0"0"-22"15,0 0-2-15,0 0-2 0,0 0-1 0,0 0-10 16,-18 31-12-16,6-16-9 0,0 2-12 0,-1 6-12 16,-1 0-11-16,2 0-12 0,1-5-10 0,-2 3-12 15,0 0-7-15,1-4-10 0,2-2-5 0,-2 1-9 16,-1 0-4-16,0-4-11 0,0-1-2 0,3-2-6 16,-1-2-3-16,-1 0-4 0,1-4-4 0,-1 0-2 15,1-1 0-15,0-1-3 0,0-2-5 0,1-3-6 16,0 0 2-16,2-3-5 0,0 0 1 0,4-2 0 15,-1-1-3-15,3-2-5 0,2-4-1 0,2 1-3 16,-2-2-4-16,6 0-2 0,1 1 0 0,-1 2 1 16,4-1 0-16,-3 2-6 0,6 1 1 0,-3 3 3 15,0 2-6-15,-1 1 4 0,1 0-1 0,1 2-3 16,-2 3 2-16,2 1-3 0,-2 1 1 0,2 4 2 16,2 2 20-16,0 2-12 0,1 4-1 0,-2-1 2 15,-3-1-1-15,3 3 0 0,-2 0-5 0,1 1 7 16,1 0-2-16,1 0-1 0,1-1-34 0,-3 1-35 15,1-1-46-15,3 0-71 0,0-2-47 0,1 2-55 16,-4-5-174-16,4 1-494 0,1-3 219 0</inkml:trace>
  <inkml:trace contextRef="#ctx0" brushRef="#br0" timeOffset="174582.06">15509 11210 94 0,'6'-6'255'0,"-6"6"-17"15,6-4-25-15,-6 4-21 0,0 0-19 0,6-5-18 16,-6 5-38-16,0 0-47 0,9-2-40 0,-9 2-54 0,9-3-55 16,-9 3-160-16,11 0-260 0,-4-1 116 0</inkml:trace>
  <inkml:trace contextRef="#ctx0" brushRef="#br0" timeOffset="181527.81">24350 7427 213 0,'0'0'254'0,"0"0"-4"15,0 0-19-15,0 0-22 0,0 0-18 16,0 0-22-16,0 0-2 0,4-23-9 0,0 14-15 16,2 3-9-16,1-3-9 0,0-3-7 0,0 2-14 15,0 1-5-15,4-4-5 0,-1-2-8 0,-2 5-7 16,2-4-9-16,-1-2-3 0,-2 2 2 0,2-2-17 15,-2 0-6-15,2-2-6 0,-3 3-1 0,-1-1-4 16,-1 0 0-16,0 5-8 0,-3-7-3 0,1 8 4 16,-2-3-3-16,1 3 1 0,-1 1 2 0,0-2-9 0,1 6 4 15,-1 5-1-15,-1-14 4 0,1 14-5 16,-1-9 4-16,1 9-7 0,0 0-4 0,0-10 1 16,0 10-1-16,0 0-9 0,-3-6 0 0,3 6-2 0,0 0-2 15,0 0 0-15,0 0 0 0,0 0 1 0,0 0 2 16,0 0-2-16,-8 20-4 0,6-11 11 0,-2 0-9 15,1-1 0-15,1 4 0 0,0-2 4 16,-1 1-4-16,2 0-4 0,-1-2 4 0,2 2 0 0,0-1-2 16,0 0 3-16,2 0 0 0,-1-1-1 15,4 1 0-15,0-1 3 0,-1-2-12 0,-1-1-8 0,4 1-14 16,3 0-8-16,-5-1-15 0,2 0-10 0,2-2-12 16,-2-1-19-16,3 0-20 0,-1 3-19 0,-1-5-35 15,0-1-6-15,-8 0-23 0,14-1-26 16,-6-2-154-16,-3 0-409 0,-5 3 181 0</inkml:trace>
  <inkml:trace contextRef="#ctx0" brushRef="#br0" timeOffset="181767.69">24478 6802 161 0,'-6'-9'175'0,"1"7"-10"16,5 2-5-16,0 0-10 0,-4-6-10 0,4 6-8 15,0 0-18-15,-4-7-5 0,4 7-13 0,0 0-13 16,0 0-15-16,0 0-29 0,0 0-27 0,-4-5-31 16,4 5-18-16,0 0-25 0,0 0-30 0,0 0-27 15,0 0-94-15,0 0-230 0,0 0 101 0</inkml:trace>
  <inkml:trace contextRef="#ctx0" brushRef="#br0" timeOffset="182225.14">24983 7212 199 0,'0'0'235'0,"-6"-6"-24"0,6 6-19 15,0 0-20-15,-7-4-19 0,7 4-13 0,0 0-14 16,0 0-14-16,0 0-11 0,23-7-19 0,-11 5-31 16,7 1-37-16,-1-2-34 0,-1 3-39 0,4-2-45 15,-1 2-36-15,-7 2-105 0,1-2-264 0,-1 1 117 16</inkml:trace>
  <inkml:trace contextRef="#ctx0" brushRef="#br0" timeOffset="182380.97">25001 7349 73 0,'0'0'183'0,"0"0"-22"15,7 6-17-15,-7-6-13 0,18 5-13 0,-7-5-15 16,5 1-3-16,4-2-35 0,-2-1-41 0,12 1-40 16,-8-1-45-16,0 2-111 0,-1-3-184 0,8-1 82 15</inkml:trace>
  <inkml:trace contextRef="#ctx0" brushRef="#br0" timeOffset="182774.33">25599 6975 88 0,'-5'-3'196'0,"5"3"-19"15,0 0-17-15,0 0-18 0,0 0-10 0,0 0-17 16,16-11-7-16,-7 9-16 0,6 0-10 0,4 0-6 16,3 0-28-16,5-2-25 0,3 2-29 0,-9 1-33 15,8-3-29-15,-8 1-20 0,0 3-119 0,-8 0-224 16,0-1 101-16</inkml:trace>
  <inkml:trace contextRef="#ctx0" brushRef="#br0" timeOffset="183124.34">25738 6956 71 0,'0'0'140'0,"-4"7"-7"0,2 0 5 0,2 2 10 15,0 2-4-15,-4 1 2 0,4 4-6 0,-1 0-11 16,0 0 4-16,-1 2-9 0,4 0-6 0,-4 1-7 15,2-3-10-15,0 1-11 0,0-5-5 0,0-1-10 16,0 2-5-16,2-1-7 0,-4-2-2 0,4 0-9 0,-2-3-5 16,0 1-3-16,0-8-3 0,1 11-7 15,-1-11 5-15,-3 9-7 0,3-9-2 0,-4 9-2 16,-1-5-4-16,1-2-6 0,-3 0-3 0,-5 1-5 16,4 1-6-16,-3-2 1 0,-3-2-2 0,5 1-1 15,-5-2 2-15,5 1-2 0,9 0 1 0,-15 0-2 0,8-2 1 16,7 2-3-16,0 0 1 0,-13 0-4 15,13 0 3-15,0 0-4 0,0 0 5 0,0 0-3 16,0 0 4-16,0 0-2 0,0 0 0 0,29 3 2 0,-10-3 0 16,12 0-2-16,2 0-10 0,1 2-16 0,-2-2-19 15,3-3-24-15,-1 3-21 0,2-3-21 0,-3 3-12 16,-1-3-21-16,-3 2-16 0,0-2-9 16,-12 2-112-16,0-1-305 0,-3 2 136 0</inkml:trace>
  <inkml:trace contextRef="#ctx0" brushRef="#br0" timeOffset="183318.64">26102 7159 78 0,'0'0'188'0,"0"-8"-3"0,0 8-11 0,0 0-13 0,0 0-10 15,0-9-11-15,0 9-9 0,0 0-16 0,0 0-11 16,0 0-3-16,0 0 12 0,0 0-3 0,0 0-1 16,0 0-6-16,-5 27-5 0,5-17-11 0,-2-2-4 15,2 4-7-15,0 2-10 0,-3-2-7 0,3 0-5 16,-2 1-5-16,0-3-5 0,2 4-24 0,-2-2-33 15,2 1-28-15,0-3-38 0,0 0-29 0,0-2-35 16,2-2-33-16,-2-6-165 0,4 12-367 0,-1-9 163 16</inkml:trace>
  <inkml:trace contextRef="#ctx0" brushRef="#br0" timeOffset="183514.67">26385 7159 33 0,'6'-5'192'16,"-6"5"-16"-16,9-3-14 0,-2 2-14 0,0-2-15 15,-7 3-9-15,18-4-12 0,-6 3-18 0,0 1-6 16,-1 0-20-16,1-1-33 0,1 1-26 0,1 0-32 16,-1 0-34-16,-2-1-24 0,1 1-27 0,-12 0-77 15,11-2-199-15,-11 2 89 0</inkml:trace>
  <inkml:trace contextRef="#ctx0" brushRef="#br0" timeOffset="183686.43">26513 7078 141 0,'0'0'167'0,"0"0"-14"0,0 0-15 16,0 0-6-16,0 0-19 0,0 0 8 0,0 0 0 16,-5 14 0-16,5-14 3 0,-2 17-8 0,-2-7-4 15,1 2-9-15,1 0-14 0,-3 4-5 0,3-4-8 16,0 4-5-16,0 0-10 0,0-4-12 0,0 5-31 15,1-4-41-15,1-2-50 0,0 0-47 0,0-2-38 16,0 1-132-16,1-5-313 0,-1-5 138 0</inkml:trace>
  <inkml:trace contextRef="#ctx0" brushRef="#br0" timeOffset="184200.86">26883 6975 184 0,'0'0'198'0,"3"-5"-18"15,-3 5-19-15,0 0-14 0,10-5-13 0,-10 5-15 16,10-1-12-16,-1 0-9 0,2-1-11 16,0 2-10-16,-2-1-1 0,0 0-10 0,-9 1-5 15,16-2-3-15,-9 1-1 0,1 0 5 0,-8 1 4 0,12-1 0 16,-12 1 5-16,9-1 2 0,-9 1 3 0,0 0-2 15,0 0-2-15,11 0-5 0,-11 0-10 0,0 0-5 16,0 0-5-16,0 0-8 0,9 1-6 0,-9-1-1 16,0 7-4-16,0-7 0 0,-3 16-2 0,1-5-5 15,0 0 0-15,2 5-1 0,-2 0 1 0,0 0-5 16,1 1 4-16,-3-2-7 0,4 2 3 0,-2-4-5 16,4 3 7-16,-4-1-4 0,0-4-4 0,2-1-1 15,-2 2 1-15,0-2-3 0,2 0 2 0,0 0 0 16,0-4-1-16,0-6-1 0,-2 13 1 0,2-13 0 15,0 10 0-15,0-10-2 0,-3 9 2 0,3-9-6 16,-9 9-4-16,6-5-9 0,-3-3 1 0,6-1-6 16,-11 1-6-16,3 0-2 0,8-1-2 0,-15-1 0 15,4 1 3-15,0 0-7 0,2-2 15 0,9 2-2 16,-16 0 1-16,11-3-1 0,5 3 3 0,0 0 2 16,-11 0-3-16,11 0 0 0,0 0 2 0,0 0 0 15,0 0-1-15,-10 1 3 0,10-1 2 0,0 0 2 16,0 0 7-16,0 0 0 0,29 9 2 0,-18-6-1 15,6 0 3-15,1-3-1 0,3 1-11 0,6 1-31 16,-7-2-37-16,9 1-49 0,-2-4-39 0,0 3-220 16,-7-1-415-16,-4-1 185 0</inkml:trace>
  <inkml:trace contextRef="#ctx0" brushRef="#br0" timeOffset="184456.64">27398 7186 47 0,'0'0'196'0,"13"1"-10"16,-6 2-15-16,-1 2 2 0,0-1 0 0,-6-4-12 15,6 9-7-15,-4-2-2 0,0 1-7 0,-2-2-6 16,-2 6 11-16,-2 1-7 0,1-2-10 0,-4 1-10 0,0-2-7 16,1 2-15-16,0 2-11 0,-1-5-9 15,2 1-8-15,3-4-4 0,0 1-5 0,2-7-7 16,-1 10-6-16,1-10-1 0,5 12-5 0,2-6-2 15,6-3-6-15,5 1-13 0,12-4-14 0,2 0-22 0,6-3-33 16,-1-1-39-16,13-4-56 0,-1-3-44 0,-10 4-49 16,-3-1-178-16,0-2-443 0,-6 2 196 15</inkml:trace>
  <inkml:trace contextRef="#ctx0" brushRef="#br0" timeOffset="188375.94">28050 7150 107 0,'8'-1'172'0,"-1"-1"-16"16,6 2-18-16,3-4-11 0,-2 2-11 0,5-1-12 15,-2 3-12-15,0-2-26 0,2 0-15 0,-1 0-18 16,-5 1-30-16,5-1-28 0,-5 2-34 0,-2 0-24 16,1 0-84-16,-4 2-180 0,-8-2 80 0</inkml:trace>
  <inkml:trace contextRef="#ctx0" brushRef="#br0" timeOffset="188535.77">27987 7252 124 0,'0'0'149'16,"0"0"-2"-16,-10 2-12 0,10-2-2 0,0 0-5 16,0 0-6-16,0 0-4 0,0 0-9 0,16 11-16 15,-5-9-20-15,8-2-19 0,0 1-41 0,2 1-35 16,8-5-48-16,2 3-148 0,1-3-236 0,4-4 104 15</inkml:trace>
  <inkml:trace contextRef="#ctx0" brushRef="#br0" timeOffset="188752.66">28635 6969 196 0,'-2'-6'208'16,"2"6"-18"-16,0 0-21 0,11-8-15 0,-2 6-18 16,12-2-14-16,-1 1-12 0,8 0-11 0,3-2-23 0,-1 4-20 15,0-1-29-15,-2 1-23 0,-8-2-31 16,-1-1-24-16,-6 2-11 0,3-1-19 0,-6 0-17 16,0 2-15-16,-4 1-74 0,-6 0-200 0,8-3 89 0</inkml:trace>
  <inkml:trace contextRef="#ctx0" brushRef="#br0" timeOffset="189066.89">28854 6892 61 0,'-11'0'60'0,"0"0"1"0,11 0 0 16,-14 0-8-16,4 3 3 0,10-3-2 0,-9 2 1 0,4 3 12 16,1 0 7-16,0 2 8 0,0 1 13 0,-1 7-8 15,4-1 1-15,-5 5 0 0,5-1 10 16,-4 6 4-16,0-1-6 0,3-2-10 0,0-2-2 16,1-1-7-16,0 10-3 0,-1-9-4 0,1-2-8 0,-1 0-1 15,2-1-7-15,-3 0-11 0,3 0 4 0,3-4-9 16,-6 4-2-16,6-8-6 0,-6 1 1 0,3-2-3 15,0-7-7-15,3 12 3 0,-3-12-1 0,-3 10-2 16,3-10-4-16,-2 4-2 0,2-4 3 0,-7 4-5 16,7-4-5-16,-10-1 4 0,10 1-9 0,0 0 7 15,-17-3 1-15,12 0-4 0,5 3 1 0,-8-2 1 16,8 2-3-16,0 0-5 0,0 0 4 0,-10-2-3 16,10 2 3-16,0 0-8 0,0 0 0 0,0 0 3 15,0 0 3-15,0 0 0 0,0 0-2 0,0 0 0 16,31 6-5-16,-18-5-10 0,5 1-16 0,2 0-19 15,7 0-24-15,0 0-25 0,-4-2-27 0,-1-2-23 16,-2 2-21-16,2 0-113 0,-4 0-305 0,-4-3 135 16</inkml:trace>
  <inkml:trace contextRef="#ctx0" brushRef="#br0" timeOffset="189562.55">29033 7258 135 0,'0'0'161'0,"0"0"-17"0,0 0-19 0,0 0-6 16,0 0-4-16,0 0 1 0,0 0 7 0,0 0-3 15,3 16-2-15,-3-16-7 0,-1 12-12 0,1-5 0 16,0-7-6-16,-4 13-7 0,3-5-3 0,-2 1-9 16,3-9-3-16,-2 15-5 0,2-8 1 0,0-7-3 15,-3 7 6-15,3-7 5 0,0 0 12 0,0 0 9 16,0 9 8-16,0-9 0 0,0 0 0 0,0 0-11 16,0 0-11-16,0 0-10 0,0 0-6 0,0 0-6 15,0 0-3-15,0 0-8 0,5-25-4 0,-2 16-6 16,1-1-4-16,2-1-4 0,6 0-3 0,-1-2-1 15,2 2-2-15,1 1-12 0,-2 3 14 0,-1 0-17 16,4 1-3-16,1 1 2 0,-2 1-5 0,-3 4-3 0,3 0 1 16,-3 2 22-16,0 1-7 0,1 2 2 0,-2 0-5 15,-2 2-1-15,2 0 2 0,-4 2-3 16,1-3-2-16,-1-1 4 0,-1 3-4 0,0-2-2 16,-1-2 0-16,-2 1-2 0,-2-5 2 0,7 7 3 0,-7-7 1 15,4 7 13-15,-4-7-14 0,0 0 2 0,4 4 1 16,-4-4-6-16,0 0 8 0,0 0-7 0,0 0-1 15,0 0-5-15,0 0-2 0,11-16 3 0,-7 9-6 16,0 1-1-16,2-4 3 0,2 1 0 0,1 2 1 16,2-6-6-16,3 1 1 0,2 2-8 0,-2-1 1 15,1 0-2-15,-5 6 6 0,4 2-3 0,-2-4 0 16,-1 4 2-16,1 1-3 0,-2 2 0 0,0 0-3 16,-1 2 3-16,-2 1 2 0,-2 1-2 0,-1 0 4 15,2 5-5-15,2-2 3 0,-2-1 4 0,-1 5-1 16,-2-2-1-16,-1-2-11 0,0 1-30 0,0 2-38 15,-3-1-51-15,1-1-61 0,0 0-63 0,0-8-236 16,1 11-538-16,-1-11 238 0</inkml:trace>
  <inkml:trace contextRef="#ctx0" brushRef="#br0" timeOffset="189895.44">30045 7038 191 0,'-5'-11'245'0,"5"11"-15"16,-8-5-26-16,8 5-15 0,-14 2-18 0,3 2-15 15,-1 3-13-15,-3-1-12 0,1 7-13 0,-3-3-13 16,4 4-9-16,5-5-9 0,-2 4-12 0,4-2-5 16,3 1-7-16,1 0-6 0,2 4-4 0,1-4-3 15,7 3-2-15,2-1-7 0,1-1-6 0,3 0-3 16,2-2-4-16,0 2-4 0,-1-1-1 0,1-1-2 15,-3 0-6-15,-3-5 0 0,0 1-3 0,-2 1-1 16,-2-3-4-16,-2-1 4 0,-1 3-1 0,-3-7 4 16,1 10 2-16,-1-10-1 0,-5 10-3 0,-3-2 3 15,-1-3 1-15,-2 0-1 0,-5 1-2 0,3-2 1 16,-4 2-1-16,-1-3-4 0,6 0-12 0,-2 0-20 16,3-1-22-16,3 0-41 0,-3-1-33 0,11-1-44 15,-10-1-46-15,10 1-170 0,0 0-410 0,-7-6 181 16</inkml:trace>
  <inkml:trace contextRef="#ctx0" brushRef="#br0" timeOffset="190084.55">30211 7181 112 0,'5'-2'239'0,"-5"2"-18"0,8-5-19 0,-8 5-22 16,7-1-19-16,-7 1-13 0,0 0 0 0,9 5 6 15,-9-5-6-15,4 9-8 0,0 3-8 0,-4-2-7 16,3 3-8-16,-1 2-10 0,-2-5-10 0,3 4-6 15,-2-1-12-15,-1-1-6 0,4 1-8 0,-4-2-19 16,1 2-28-16,0-1-40 0,1-1-37 0,-1-2-42 16,0 3-40-16,0-6-44 0,1-1-198 0,-2-5-414 0,1 8 183 15</inkml:trace>
  <inkml:trace contextRef="#ctx0" brushRef="#br0" timeOffset="190248.87">30295 7108 36 0,'3'24'43'0,"1"3"-19"0,1 0-21 16,0 0-21-16,-1-3-19 0,-2-4 8 0</inkml:trace>
  <inkml:trace contextRef="#ctx0" brushRef="#br0" timeOffset="190448.5">30341 7354 87 0,'0'0'126'0,"2"7"8"15,-2-7 2-15,0 0-5 0,0 0 1 0,0 0 1 16,0 0 1-16,0 0 5 0,0 0 3 0,0 0-13 16,14-23-9-16,-11 16-4 0,4-2-7 0,1 1-9 0,0 0-8 15,5-3 1-15,-2 3-7 0,0 3-3 0,-2 2-3 16,-3 1-6-16,6-1-2 0,-2 3-4 0,-10 0-7 16,12 3-5-16,-7 0 0 0,4 4 8 15,-3 2-4-15,0-1 2 0,-2 2-2 0,1-1-4 16,-1 3-6-16,-3-1-3 0,3-2-6 0,-1 3-2 15,-2-2-3-15,0 2-33 0,-1-4-37 0,3 4-43 16,-3-6-55-16,3 2-59 0,-1-2-79 0,-2-6-148 0,0 0-451 16,13 10 200-16</inkml:trace>
  <inkml:trace contextRef="#ctx0" brushRef="#br0" timeOffset="196769.77">30658 7247 101 0,'0'0'160'0,"0"0"0"15,4-6 1-15,-4 6-20 0,0 0 6 16,3-7-6-16,-3 7-6 0,0 0-7 0,0 0-3 16,1-10-8-16,-1 10 11 0,0 0-12 0,0 0-7 0,0 0-12 15,0 0-10-15,0 0-9 0,0 0-9 0,0 0-6 16,0 0-10-16,0 0-8 0,0 0-7 0,0 0 0 15,0 0-6-15,0 0-3 0,0 0-1 0,0 0-2 16,0 23-7-16,1-16 3 0,2-1-5 0,-2 1 2 16,-1-7-5-16,3 13-1 0,-2-7 0 0,1-1-2 15,2 1 2-15,1-1-1 0,-1-1 0 0,-4-4 3 16,8 7 1-16,-4-3-8 0,-4-4 3 0,10 3 0 16,-10-3-1-16,13-1 0 0,-6 1 0 15,-7 0 1-15,12-4 6 0,-7 2 0 0,-5 2 0 16,13-7-2-16,-9 5-1 0,1-2 1 0,1 0-4 0,-6 4-2 15,9-9 0-15,-5 4 2 0,0 2-1 0,-4 3-2 16,4-5-3-16,-4 5-5 0,5-4 3 0,-5 4-7 16,0 0 0-16,0 0 0 0,0 0-4 0,0 0 4 15,0 0-1-15,0 0-1 0,0 0 3 0,7 12 0 16,-7-12-5-16,4 11 2 0,-1-5 0 0,-2-1 2 16,3 1-1-16,0-1 3 0,0 1 0 0,1 0-1 15,0-4 3-15,2 2 0 0,4-1 2 0,-5-1-2 16,5-1 3-16,1-1 0 0,-2-1 0 0,2-1 0 15,-6-1 0-15,4-1 1 0,-1 0 4 0,-1 0-1 16,0-2 4-16,-1-1-2 0,-3 1 1 0,1-3-2 16,-2-1 2-16,1 1-1 0,-6 0 4 0,4-2-7 15,-2 0 0-15,-2 2 2 0,1 0-2 0,1 9 0 16,-6-17-4-16,5 11-8 0,-1-1-19 0,2 7-21 16,-4-9-32-16,4 9-37 0,-4-6-39 0,4 6-38 15,-6-6-48-15,6 6-125 0,0 0-395 0,0 0 175 16</inkml:trace>
  <inkml:trace contextRef="#ctx0" brushRef="#br0" timeOffset="197037.27">31251 7038 64 0,'4'-3'223'0,"-4"3"-17"0,4-4-16 16,-4 4-20-16,0 0-18 0,4-6-19 0,-4 6-7 15,0 0-9-15,0 0-5 0,5 13-3 0,-1-4 2 16,-3 3-2-16,0 4-4 0,2 2-8 0,-2 1-4 16,2-2-6-16,-5 8 2 0,2-8-7 0,0 2-7 15,0-3-4-15,0 0-8 0,0-4-6 0,0 4-5 16,0-5-6-16,-1 1 2 0,2-2-6 0,-1 0-7 16,2 1-1-16,-2-2-13 0,1-1-20 0,-1-8-26 15,1 12-42-15,0-6-36 0,-1-6-43 0,0 0-41 16,0 11-35-16,0-11-140 0,0 0-392 0,0 0 173 15</inkml:trace>
  <inkml:trace contextRef="#ctx0" brushRef="#br0" timeOffset="197170.52">31273 7165 87 0,'0'0'172'15,"6"-5"-22"-15,-6 5-15 0,8-6-21 0,-8 6-37 16,15-8-37-16,-2 3-47 0,5 0-60 0,1 3-51 15,8-7-126-15,1 5 56 0</inkml:trace>
  <inkml:trace contextRef="#ctx0" brushRef="#br0" timeOffset="197310.17">31645 7118 71 0,'0'0'237'0,"0"0"-25"15,0 0-20-15,0 0-20 0,0 0-16 0,0 0-20 16,0 0-14-16,6 3-29 0,-6-3-38 0,0 0-43 15,0 0-37-15,0 0-43 0,0 0-36 0,10 2-107 16,-10-2-227-16,8-1 101 0</inkml:trace>
  <inkml:trace contextRef="#ctx0" brushRef="#br0" timeOffset="199982.99">29659 4470 13 0,'0'-11'206'0,"0"0"-3"0,0 4-23 16,1 0-16-16,-1 7-11 0,3-10-22 0,-3 10-10 15,1-7-20-15,-1 7-11 0,0 0-12 0,0 0-6 16,0 0 2-16,-17 21-12 0,1 0-5 0,0 2-2 16,-4 2-1-16,0 2-5 0,0 0-7 15,1 1-2-15,0-3-3 0,4-1-4 0,-2-3-1 0,6-4-7 16,0-1-3-16,-1-3 3 0,4-4-5 0,0-2 3 15,2 3 2-15,1-7 3 0,1 1 13 0,4-4 11 16,-8 3-10-16,8-3-5 0,-8 1-3 0,8-1 1 16,-7-9-7-16,1 3-1 0,0-4-2 15,3-1-5-15,-3 0-5 0,5-1 2 0,0-5-4 0,2 1 2 16,3 0-7-16,-1 0 1 0,2-3-3 0,1 3 1 16,2 2-6-16,1 0 2 0,-3 5-4 0,2-1 1 15,-1 1-3-15,-2 5 0 0,1-1-5 0,0 1 1 16,-6 4 4-16,13 0-4 0,-13 0-1 15,13 7 0-15,-6 2 4 0,2 0 5 0,0 5-5 0,-1-1-3 16,0 3 5-16,0 3 0 0,1 0 3 0,-2-1 4 16,0-1-15-16,1 1-13 0,-2 0-32 0,1-4-25 15,1 0-34-15,4 0-38 0,-3-2-19 0,4-2-161 16,-4-2-357-16,4-2 158 0</inkml:trace>
  <inkml:trace contextRef="#ctx0" brushRef="#br0" timeOffset="200141.21">29906 4585 161 0,'0'0'178'0,"3"-7"-19"15,-3 7-16-15,6-8-12 0,0 6-15 0,-6 2-14 16,11-5-22-16,1 2-14 0,1 3-24 0,3-3-37 16,5 2-32-16,2 1-25 0,-4 1-30 0,9 5-17 15,-8-3-56-15,-2 1-165 0,0 3 73 0</inkml:trace>
  <inkml:trace contextRef="#ctx0" brushRef="#br0" timeOffset="200270.14">30151 4646 63 0,'0'0'84'0,"0"0"-12"0,0 0-4 0,0 0-9 16,0 0-5-16,14 9-4 0,-6-8-36 15,3 0-42-15,1 1-45 0,7 0-79 0,-1-3 35 0</inkml:trace>
  <inkml:trace contextRef="#ctx0" brushRef="#br0" timeOffset="200712.78">30575 4505 7 0,'0'0'133'0,"0"0"-7"15,0 0-7-15,3 13-5 0,-3-13-2 0,-3 13 4 16,3-6-16-16,0 4-6 0,-1 0-7 0,1-1-5 15,0 2-4-15,0 2-8 0,0-2-9 0,4 1-4 16,1-1-9-16,-1-2 0 0,2 0-4 0,2-2 0 16,1 0-6-16,-2-3-5 0,2 0-2 0,0-2 2 15,0 0-4-15,2-1-5 0,-4-1-3 0,1 0-2 16,-8-1-6-16,15-6 1 0,-7 4 7 0,-2-3-7 16,-1 2 0-16,0-1-3 0,-5 4 3 0,9-10-2 15,-2 4-1-15,-5 2-3 0,2-2 0 16,-4 6 3-16,5-5-7 0,-5 5-6 0,4-5-1 0,-4 5 2 15,0 0 2-15,0 0-2 0,0 0 1 0,10 8 2 16,-10-8-1-16,7 10-3 0,-4-5 1 0,1 0 1 16,0 0 1-16,3 4 3 0,-1-3-2 0,4 1 2 15,-1-2 1-15,3-3 0 0,-1 1 1 16,2 1 1-16,1-1 13 0,-1-4 5 0,-1 1 7 0,3-4 9 16,-4 0-1-16,4-3-3 0,-3 0 4 0,-2-1 2 15,-4 0-8-15,0-2 9 0,-3-1-4 0,1-1-5 16,-1-3 0-16,-4 3-8 0,1 2-4 0,-4-3-1 15,0 3-7-15,0 0-11 0,-2 0-20 16,-1 1-12-16,2 2-25 0,-1 0-30 0,2 4-28 0,-3-3-32 16,7 6-28-16,-11-4-17 0,5 2-99 15,6 2-310-15,-9-1 138 0</inkml:trace>
  <inkml:trace contextRef="#ctx0" brushRef="#br0" timeOffset="200972.52">31283 4371 142 0,'7'-10'209'0,"-2"6"0"0,-1-2 0 0,1 1 15 16,0 0-16-16,-5 5-25 0,3-6-20 0,-3 6-21 15,0 0-12-15,0 0-19 0,0 0-9 0,7 12-11 16,-8 0-8-16,-1 4-6 0,0 2-2 0,-1 7-1 16,-1-6-11-16,-1 8 2 0,3-8-6 15,-5 9-1-15,6-9-5 0,-1 1-3 0,0-1-2 0,0 0-6 16,0 1-1-16,1-4-3 0,0 0-3 0,0-4-4 15,1 0-2-15,1-1 0 0,1-3-11 0,-2 2-15 16,4-2-20-16,-1-3-22 0,3 0-27 16,-1-1-29-16,8 0-30 0,-3-2-52 0,4-4-22 15,-1 1-30-15,-1-3-130 0,-1-1-386 0,1-3 170 16</inkml:trace>
  <inkml:trace contextRef="#ctx0" brushRef="#br0" timeOffset="201112.81">31306 4473 152 0,'-10'-6'183'0,"6"4"-1"16,4 2-12-16,-9-8-6 0,9 8-14 0,-6-4-20 16,6 4-13-16,0 0-11 0,0 0-5 0,0 0-13 0,0 0-8 15,37 0-25-15,-9 0-41 0,8 2-62 0,16-2-69 16,-16 1-138-16,16-2-275 0,-15-1 121 16</inkml:trace>
  <inkml:trace contextRef="#ctx0" brushRef="#br0" timeOffset="204357.7">16308 10997 59 0,'0'0'205'0,"0"0"-10"15,0 0-15-15,0 0-11 0,0 0-9 0,0 0-7 16,0 0-12-16,0 0-9 0,0 0-7 0,0 0-7 15,0 0-6-15,13-5-6 0,-13 5-10 0,15-1-4 16,-2 0-12-16,0 1-9 0,4-1-2 0,1-1-10 16,0 0-11-16,1 0-26 0,-2 1-34 0,-4 0-29 15,0-1-35-15,-2 4-33 0,-1-1-20 0,-2-1-35 16,0 1-147-16,-8-1-336 0,11 2 149 0</inkml:trace>
  <inkml:trace contextRef="#ctx0" brushRef="#br0" timeOffset="204521.81">16358 11119 56 0,'0'0'155'0,"0"0"-3"0,-5 4-4 0,5-4-11 0,0 0-3 16,0 0-8-16,0 0-15 0,14 6-8 0,-3-5-9 16,-1 1-13-16,4-2-39 0,3 0-56 0,2 0-46 15,0-2-60-15,2 0-72 0,7 0-206 16,1-2 92-16</inkml:trace>
  <inkml:trace contextRef="#ctx0" brushRef="#br0" timeOffset="205037.71">17829 10675 117 0,'5'-10'212'0,"5"4"-15"0,3-2-3 16,3 3-13-16,6 0-6 0,0 1-11 15,-3 4-7-15,8 0-11 0,-7 2-9 0,-3 2-4 16,1 2-21-16,-2 0-12 0,-2 3-2 0,-2 2-10 16,-1 1 0-16,-4 1-14 0,-1 1-2 0,-2 2-6 15,-3-4-5-15,-1 5-5 0,-3 2 2 0,-4-1-12 0,-1-1-1 16,-4 3-6-16,-1-3 0 0,-5 2-5 16,-1-1-3-16,-2-2-3 0,-3-4-2 0,7-1-2 15,0-1 7-15,-1-1-15 0,1-3 0 0,2 2-2 0,-2-2-2 16,4-3-1-16,1 2-3 0,3 0 1 15,-2-2 4-15,4-1-6 0,0 0 3 0,7-2-2 0,-10 4-7 16,10-4 2-16,-8 1-2 0,8-1 1 16,0 0-1-16,0 0 1 0,0 0-3 0,-2 7 1 0,2-7 0 15,0 0 0-15,18 4 4 0,-8-1-6 0,1-3 8 16,1 3-3-16,2-2-1 0,5-1 0 0,0 1 2 16,-1 1-3-16,4 0 1 0,0 2-24 0,-2-3-32 15,2 2-30-15,0 1-38 0,-2 0-43 0,1-1-41 16,-1 1-217-16,-3 0-456 0,-3 0 202 15</inkml:trace>
  <inkml:trace contextRef="#ctx0" brushRef="#br0" timeOffset="205354.57">17572 11294 11 0,'-14'0'199'0,"5"2"-21"15,4 0-9-15,5-2-6 0,0 0-2 0,0 0-11 16,28 6-5-16,2-5-5 0,23-1-5 0,3-4 1 16,8 0-3-16,32-6-1 0,-4 2-2 0,0 0-9 15,-31 2-8-15,2 1-4 0,-2-4-9 0,-3 6-4 16,-6-2-5-16,-14 2-8 0,-3-2-6 0,-3 1-6 15,-1 2-9-15,-1-1-3 0,-9 1-8 0,-2 0 0 16,-4 0-9-16,-3 1-3 0,0 0-7 0,-4 2-16 16,-1-2-31-16,-7 1-29 0,12 0-35 0,-12 0-34 0,8 4-29 15,-8-4-36-15,0 0-46 0,0 0-176 16,-17 10-434-16,7-5 192 0</inkml:trace>
  <inkml:trace contextRef="#ctx0" brushRef="#br0" timeOffset="205898.81">17568 11777 225 0,'-4'-4'242'0,"4"4"-14"16,-6-5-15-16,6 5-19 0,-5-6-15 0,5 6-18 16,0 0-19-16,0 0-15 0,0 0-6 0,14-9-15 15,-14 9-9-15,18 5-12 0,-9-1-1 0,1 3-16 16,3 3-3-16,-6 0-6 0,2 1-5 0,-3 3-4 15,0 1-8-15,-4 1-3 0,-2-1 4 0,-2 0-9 16,-2 1-5-16,-3 1-4 0,-1-3 1 0,-3 1-5 16,1-2 0-16,-3-2-2 0,-1 0 0 0,-1-2-3 15,-2 1 1-15,-1-2-6 0,2 0 1 0,3-4-3 16,3-1-1-16,-3-1 1 0,4-2 3 0,1 1-2 16,2 0 0-16,6-1-1 0,0 0-2 0,-17-4 1 15,17 4-4-15,-4-6-4 0,4 6 4 0,0-8 1 16,0 8-4-16,0 0 1 0,11-15-1 0,-5 11 2 15,3-1 0-15,-1 4 2 0,1-3 4 0,2 1 0 16,-1 0 1-16,3 3 2 0,-3 1 2 0,3 2-3 16,0 0 3-16,-2 0 0 0,1 2 2 0,-1 1 1 15,2-1-3-15,2 2-1 0,1 3 3 0,-5-4-3 0,3 6 2 16,2-2 5-16,-1 1-14 0,0-1-10 16,-4-3-21-16,3 1-36 0,-3-2-43 0,5 2-37 15,-4-4-46-15,4 2-38 0,-6-2-185 0,1-1-445 16,0-2 197-16</inkml:trace>
  <inkml:trace contextRef="#ctx0" brushRef="#br0" timeOffset="206127.53">18059 11832 101 0,'0'0'224'0,"5"-8"-22"0,-5 8-24 16,0 0 6-16,0 0 7 0,0 0-1 15,0 0-3-15,13 13-6 0,-12-7-11 0,1 1-13 0,1 3 9 16,-2-1-23-16,2 3-17 0,-3-1-10 0,2 2-5 16,0 0-16-16,-1-1-8 0,1-1-13 0,1 2-7 15,-2-2-24-15,-1 0-28 0,3 0-38 16,-2-3-35-16,0 2-34 0,2-2-41 0,-2-4-41 0,3 1-32 16,-4-5-181-16,5 8-420 0,-5-8 186 0</inkml:trace>
  <inkml:trace contextRef="#ctx0" brushRef="#br0" timeOffset="206363.84">18363 11765 273 0,'0'0'263'0,"3"-8"-25"0,-3 8-23 16,0 0-11-16,0 0 7 0,0 0-8 0,0 0 2 15,0 0 1-15,1 26-11 0,-2-14-12 0,-2 0-12 16,3 5-18-16,-1-1-9 0,1 0-18 0,-2 0-12 15,4-1-15-15,-4-2-1 0,2 0-14 0,0 1-12 16,0-2-3-16,2 0-4 0,-2-1-16 0,1-1-18 16,2 0-42-16,-3 0-32 0,0-4-32 0,1 1-32 15,-1-7-27-15,0 11-36 0,0-11-31 0,0 7-23 16,0-7-42-16,0 0-141 0,0 0-441 0,-11 1 196 16</inkml:trace>
  <inkml:trace contextRef="#ctx0" brushRef="#br0" timeOffset="206523.81">18101 11793 54 0,'0'0'201'0,"10"-7"-8"16,0 4-17-16,4 1-15 0,8-3-13 0,4 1-12 16,3 1-14-16,1-2-9 0,1 0-29 0,3-2-45 15,0 5-59-15,-1-5-61 0,-1 4-140 0,1-4-240 0,-3 2 106 16</inkml:trace>
  <inkml:trace contextRef="#ctx0" brushRef="#br0" timeOffset="207197.81">19753 10635 208 0,'0'0'208'0,"2"-11"-22"0,-2 11-16 16,-2-10 1-16,2 10-4 0,-2-7 1 0,2 7-17 15,0 0-6-15,-3-8-8 0,3 8-4 0,0 0-17 16,0 0-1-16,-2-6-15 0,2 6-3 0,0 0-18 16,0 0-12-16,0 0 1 0,0 0-14 0,0 0-5 15,0 0-4-15,0 0-3 0,0 0-1 0,0 0-8 16,0 0 2-16,-7 25 2 0,5-14 5 0,-1 8-8 15,-1-2 4-15,2 7 1 0,-3 1-3 0,1 1 4 16,-1 3 2-16,2-1 2 0,1 1 5 0,-2 2-9 16,1 2 1-16,3-1-1 0,0 4-5 0,0-2 1 15,3 13-1-15,1-11-1 0,-1 11-1 0,-1-15-10 16,0 4 7-16,1-2-7 0,2 1-1 0,-1-3-1 16,1 2-2-16,-1-1-2 0,0-4-1 0,-3 2-1 0,1 0 2 15,2-3-7-15,0-1 5 0,1 0-5 16,-1 0 13-16,0-3-13 0,0-1-14 0,-2-5-27 15,2 8-26-15,-3-7-27 0,1 0-28 0,-2-1-36 0,-3 1-22 16,0-2-37-16,0 1-36 0,-3-1-207 16,-2 0-486-16,0-2 215 0</inkml:trace>
  <inkml:trace contextRef="#ctx0" brushRef="#br0" timeOffset="207558.49">19385 12240 13 0,'0'14'200'0,"0"-14"6"0,3 12-16 0,-2-6-6 16,-1-6-9-16,3 11-3 0,-1-4-2 0,1 0-16 15,-1 0-5-15,6 0-6 0,0-2-12 0,2 0-4 16,1 1-8-16,0-3-6 0,3 0-9 15,5-1 3-15,-1 0-5 0,2-3-3 0,-2-2-8 0,1 2-1 16,0-4-8-16,-1 0 0 0,-1-1-2 0,-4 3 1 16,-3-5-4-16,3 1-2 0,-4-1-1 0,-3 0 0 15,2 1 7-15,-6-5-11 0,-2 5-3 0,-1-4-10 16,-3 2-1-16,-5-1-11 0,0 1-5 16,-7-1-4-16,-7-2-1 0,-4 2-3 0,-5 3-2 0,1 4-5 15,-1-1 0-15,-1 0-7 0,2 2-2 0,2 0-30 16,6 4-21-16,1-2-24 0,4 0-34 0,4 0-39 15,4 2-58-15,0-4-53 0,10 2-62 0,-12 0-200 16,12 0-546-16,0 0 242 0</inkml:trace>
  <inkml:trace contextRef="#ctx0" brushRef="#br0" timeOffset="208190.56">19650 9950 61 0,'1'-11'200'15,"-1"11"-10"-15,4-8-16 0,-1 3-14 0,-3 5-13 16,5-5-12-16,-5 5-9 0,11-4-5 0,-11 4 0 16,14 1-11-16,-6 2-9 0,2 2-7 0,-4-2-2 15,3 1-7-15,0 3-5 0,-1-1-7 0,-3 2-6 16,0 0-3-16,-1 2-7 0,-3 0-11 0,3-1-5 16,-4 3-5-16,0-1-2 0,-2 1 0 0,-2-5-4 15,0 5 0-15,-1-1-4 0,-2-2-2 0,2 3-10 16,-2-2 0-16,0-1-22 0,0-1-26 0,1 1-22 15,1-4-32-15,0 0-38 0,2-1-15 0,3-4-25 16,-6 6-26-16,6-6-104 0,0 0-321 0,0 0 141 16</inkml:trace>
  <inkml:trace contextRef="#ctx0" brushRef="#br0" timeOffset="208423.99">19896 9928 77 0,'0'0'193'0,"6"-9"-11"0,-6 9-17 16,2-4-25-16,-2 4-4 0,0 0-2 0,0 0 1 16,0 0-5-16,0 0-3 0,14 11-1 0,-11-4-2 0,-2 5-5 15,0 3-12-15,1-4-3 0,-1 1-10 0,0 1-7 16,0 3-6-16,1 1-8 0,-2-1-6 0,0-1-8 16,1-3-5-16,-1 0-5 0,0 0-5 15,1 1-6-15,-1 0-6 0,2-4-15 0,-2-1-22 0,1 2-31 16,-1-1-38-16,2 1-37 0,-2-5-36 0,0-5-40 15,0 12-169-15,0-12-386 0,0 9 172 0</inkml:trace>
  <inkml:trace contextRef="#ctx0" brushRef="#br0" timeOffset="208702.74">19661 9915 141 0,'0'0'156'16,"0"0"-14"-16,0 0-9 0,16-15-9 0,-6 11 1 15,4-1-3-15,3 0-5 0,2-1-1 0,-1 1-3 16,1-1-6-16,0 0-3 0,-2 4-7 0,0-1-3 16,-4-1-8-16,0 0-5 0,-1 0-5 0,-3 0-4 15,-2 2-9-15,-1 1-5 0,-6 1-7 0,12-4-4 16,-12 4-6-16,8-2-3 0,-8 2-5 0,7-4-10 15,-7 4-21-15,0 0-18 0,8-2-26 0,-8 2-16 16,0 0-20-16,0 0-30 0,10 4-22 0,-5 0-32 16,-5-4-133-16,9 7-319 0,-5-5 140 0</inkml:trace>
  <inkml:trace contextRef="#ctx0" brushRef="#br0" timeOffset="210434.51">20750 10582 57 0,'-6'-3'172'15,"6"3"3"-15,-13-3 1 0,13 3-2 0,-10-2-9 16,10 2-20-16,-5-3-7 0,5 3-18 0,0 0-8 15,0 0-15-15,0 0-9 0,0 0-4 0,23-11-10 16,-4 9-12-16,9-3 0 0,-6 2-12 0,7 0-1 16,0 1-17-16,-2 0-17 0,-5 1-16 0,-2-1-17 15,1 1-16-15,-3-1-21 0,-5 0-6 0,2 0-3 16,-5 2-2-16,2-1-7 0,-3-1 10 0,-9 2 0 16,11-2 8-16,-6 0 2 0,-5 2 0 0,0 0-3 15,8-2 10-15,-8 2 9 0,0 0-2 0,0 0 7 16,0 0 7-16,0 0 7 0,0 0 5 0,0 0 1 15,-24-2 13-15,24 2 3 0,-9 4 3 0,9-4 5 16,-8 6 4-16,8-6 20 0,-5 11 11 0,2-2 3 16,1 1 10-16,-1 4 4 0,2 1 9 0,0 4 1 15,-1 0-4-15,2 0-1 0,0 5 8 0,-2 1-11 16,0 0-5-16,2-5-8 0,0-1-1 0,-1 0-3 16,2 1-5-16,1-1-3 0,-1-2-7 0,0 0-2 0,-1-3 0 15,3 1-11-15,-2-2 2 0,-1-1-9 16,1-1-17-16,-1-2-10 0,-1-1 0 0,1-8-14 15,-2 11-7-15,-2-4 5 0,4-7-10 0,-8 7-9 16,1-5 11-16,7-2-8 0,-13 0 6 0,13 0 2 0,-16-3 3 16,10 2 1-16,6 1 8 0,-14-7-1 0,9 5 7 15,5 2 9-15,-12-4 2 0,12 4 3 0,-7-2 9 16,7 2 0-16,-6-6 5 0,6 6-3 16,0 0-7-16,0 0 2 0,0 0-2 0,0 0 6 0,0 0-1 15,13-8-1-15,0 5-3 0,-3 3 0 0,1-3 0 16,2 2-15-16,4-1-12 0,-3 2-9 0,-1-1-5 15,1-3-10-15,4 2-10 0,-4 1-8 0,-1-1-3 16,0 0 6-16,-1 1 2 0,-1-2-3 0,0 2 9 16,-3-2-1-16,2-1 5 0,-2 1 8 15,-1 0 11-15,0-1-1 0,-1 1 17 0,-6 3 5 0,7-6 17 16,-7 6 8-16,5-2 11 0,-5 2-5 0,0 0 3 16,0 0-3-16,0 0 11 0,0 0 6 0,11 4 17 15,-11-4 4-15,3 9 5 0,-3-9 8 0,1 11-1 16,2-3 1-16,-2-1-3 0,1 3 2 0,1-2 0 15,-2-1-6-15,2 0-8 0,-2 0-3 0,0 0-3 16,3-2-1-16,-4-5-4 0,3 10-2 0,-3-10-5 16,3 8 8-16,-3-8 4 0,0 0 13 0,3 6 5 15,-3-6-6-15,0 0-8 0,0 0-2 0,0 0-6 16,0 0-4-16,0 0-5 0,6-22-7 0,-4 17 3 16,0-3-1-16,4 0-4 0,-4-2 0 0,4 0-5 15,-1-2-4-15,3 2 0 0,1-4-3 0,4-1-2 16,0 2-2-16,1 0 2 0,-2 3-3 0,1-3 0 15,3 5 1-15,-5 4-1 0,1-1-4 0,-1 1-3 0,-1 3 2 16,2 1-2-16,-2 1 2 0,-3 1-4 16,1 0 2-16,-1 3-1 0,0 0 0 0,0 4 4 15,-1-1 1-15,-1-1 3 0,-1 3 8 0,-3-1 3 0,2-2-1 16,-2 0 2-16,1-1 1 0,-2-6-3 0,1 9-4 16,-1-9 2-16,1 9 2 0,-1-9-1 15,0 0 6-15,1 7 5 0,-1-7 8 0,0 0 4 16,0 0-6-16,0 0 0 0,0 0-3 0,0 0-9 15,0 0 1-15,0 0-2 0,0 0-3 0,3-25-4 0,0 20 2 16,0-4-7-16,5-1-4 0,-2 1-4 0,5-5 3 16,1 2-7-16,1 0-1 0,0 1 0 0,2 1 0 15,-1 0 0-15,-2 5-1 0,-1 1-5 16,0 0 3-16,1 1 2 0,0 3 2 0,-1 1-3 0,-3 1 1 16,1 4 1-16,-1-1 0 0,1 4 1 0,-2-2 3 15,0 4-4-15,-1 0 0 0,0-1 2 0,-2 3-1 16,0-2-15-16,-3 1-26 0,3 0-25 0,-1-1-38 15,-1-1-40-15,0-2-37 0,0-1-40 0,1 2-185 16,2-2-441-16,-1-4 195 0</inkml:trace>
  <inkml:trace contextRef="#ctx0" brushRef="#br0" timeOffset="210762.78">22244 10567 184 0,'0'0'202'0,"-14"-5"-6"0,3 5-15 16,0 5-12-16,0-1-16 0,-2 3-12 0,-1 3-10 15,-2 2-13-15,3 0-11 0,2 0-11 0,0 0-6 16,6-2-11-16,1 2-8 0,1-2-5 0,5 5-6 16,-2-4-4-16,5 2-1 0,3 0-14 0,0-3-2 15,5 4-2-15,0-3-2 0,2-1-7 0,-2 0-1 16,4 0-2-16,-3-1-1 0,-2-2-3 0,-3 2-2 15,-1-3-5-15,1 0 0 0,-4-2-4 0,0 3 6 0,-1-1 1 16,-1 0 10-16,-3-6 3 0,0 9 4 16,0-9-4-16,-8 11-1 0,2-4-3 0,-3-1-3 15,0 2-2-15,-2-3 0 0,1 0-6 0,-2 0-14 0,1-1-24 16,1-1-25-16,4 1-29 0,-1-3-29 0,1 1-22 16,6-2-31-16,0 0-30 0,-13-1-153 0,13 1-370 15,0 0 164-15</inkml:trace>
  <inkml:trace contextRef="#ctx0" brushRef="#br0" timeOffset="210948.83">22451 10711 44 0,'4'-2'196'0,"-4"2"-17"0,9-4-19 16,-9 4-2-16,0 0 4 0,13 3-3 16,-9 2-1-16,-1 0 0 0,-3-5-14 0,8 14 0 0,-5-7-7 15,0 1-11-15,0 3-12 0,-1 2-11 0,1-2-10 16,-2 1-11-16,2 1 2 0,0-2-28 15,-1 0-26-15,1 1-30 0,-1-1-42 0,0-1-34 16,0 0-40-16,1-4-36 0,0 1-29 0,-3-7-139 0,3 10-347 16,-3-10 153-16</inkml:trace>
  <inkml:trace contextRef="#ctx0" brushRef="#br0" timeOffset="211103.59">22404 10545 147 0,'0'0'162'0,"7"-5"-21"0,-7 5-9 16,12 2-30-16,-3 5-34 0,1-2-27 0,2 8-26 15,-1-2-38-15,2 2-29 0,4 6-71 0,-7 0-132 16,1-3 59-16</inkml:trace>
  <inkml:trace contextRef="#ctx0" brushRef="#br0" timeOffset="211324.79">22629 10824 81 0,'0'0'207'0,"0"0"-6"0,0 0-1 16,0 0-6-16,0 0-14 0,0 0-13 0,0 0-19 16,0 0-12-16,0 0-7 0,11-17-10 0,-4 10-3 15,3 1-2-15,-1-2-11 0,1 0-5 0,2 3 0 16,-1-3-8-16,4-1-5 0,-3 6-6 0,0-1-5 16,-1 2-6-16,-2 1-9 0,1 0-2 0,2 2-11 15,-5 2-1-15,0 1-8 0,-1 1-1 0,0-1 2 16,1 3-7-16,-3-1-6 0,0 2 0 0,-1 0 0 15,0-2-18-15,-3 4-28 0,0-3-28 0,1 1-43 16,-1 3-44-16,0-11-51 0,2 12-33 0,-2-12-183 16,1 9-435-16,-1-9 193 0</inkml:trace>
  <inkml:trace contextRef="#ctx0" brushRef="#br0" timeOffset="211715.98">23366 10535 115 0,'1'-5'249'16,"-1"5"-19"-16,2-6-25 0,-2 6-5 0,0 0-2 0,0 0-5 15,-15 21-12-15,3-6-5 0,-3 8-9 0,-3 1-12 16,-1-2-10-16,2 0-9 0,-1 4-10 0,3-4-10 16,1-6-13-16,1 5-8 0,1-6-4 0,3-2-10 15,0 1-9-15,2-4-7 0,-5-1-6 0,5 1-4 16,-1-3-3-16,0-3-14 0,-1 0 4 0,3-2-1 15,-2 0-7-15,-1 0-2 0,9-2-2 16,-14 1-7-16,14-1 1 0,-14-7-3 0,8 2-4 0,1-1-9 16,2-1 0-16,1-3-1 0,0-1-3 0,2 1-5 15,3-5-2-15,2-1 3 0,2 0-5 0,1 1 3 16,3 3-2-16,-2 2 4 0,1 3-4 0,-1 0 2 16,1 3-4-16,0-2 6 0,-4 6-6 0,2-1 12 15,-8 1-9-15,17 1 9 0,-8 3 0 0,0 2 5 16,0 3 1-16,0 1-2 0,0 3 3 0,-2-2-1 15,5 3-3-15,-2 1 4 0,0 0-6 0,3 1 2 16,1-3-15-16,1 0-23 0,-2 0-44 0,4-4-46 16,-1 2-58-16,3-3-45 0,0 2-74 0,1-3-163 15,-1-2-497-15,-6-1 221 0</inkml:trace>
  <inkml:trace contextRef="#ctx0" brushRef="#br0" timeOffset="212348.24">24164 10610 102 0,'-12'-7'225'0,"1"1"-10"0,-7-1-11 0,0 3-10 15,-1 3-7-15,-2 1-13 0,3 1-12 0,-2 3-15 16,3 3-13-16,-1 3-15 0,4-2-9 0,0 3-13 15,1 5-3-15,3-3-14 0,3 3-5 0,2 0-11 16,2 1-1-16,3-1-9 0,3-3-3 0,3 1-6 16,2 1-2-16,3 0-3 0,2-6-7 0,3 2-2 15,9 1-2-15,-7-7-4 0,2-3-1 0,1-1 1 16,0 0-3-16,0-1-4 0,-3-2 2 0,1-4-1 16,-4 0-2-16,-1-2-3 0,-5-1-2 0,3-5 4 15,-3-1-2-15,-2-1 3 0,-2 1-1 0,2-3 7 16,-2-6-8-16,-4 6 0 0,0-1 3 0,1-7-4 15,-4 0 2-15,2 1-1 0,-2 0-6 0,1-2 2 0,-3 2 2 16,1 6 4-16,2-2 2 0,0 3 12 0,-1 2 13 16,1 4 4-16,1 3 0 0,0 1-2 15,0 8-1-15,-1-13-4 0,1 13-5 0,0-9-10 16,0 9-2-16,0 0-1 0,0 0-5 0,0 0 0 0,0 0-1 16,4 39 0-16,-4-21-2 0,1 7 6 0,0 1-7 15,4 0 16-15,-3 1-8 0,-1-7-6 16,0 6 0-16,0 1 4 0,1-4 7 0,-2-3-9 0,1-2 1 15,0 1-3-15,1-1-3 0,1 2 1 0,-1-2-5 16,0-1-10-16,0 0-32 0,0-4-24 0,-1-2-31 16,1 2-42-16,1-2-46 0,-1 0-34 0,0-3-27 15,2 1-38-15,-3-3-186 0,1 1-498 0,-2-7 221 16</inkml:trace>
  <inkml:trace contextRef="#ctx0" brushRef="#br0" timeOffset="212757.65">24795 10446 206 0,'3'-4'236'0,"-3"4"-21"0,0 0-8 16,0 0-1-16,0 0 2 0,0 0-6 0,-15 22-7 16,4-6-10-16,-2 0-5 0,-5 4-7 0,4 0-8 15,-2 3-12-15,5-7-15 0,-1-1-5 0,-3 5-13 16,4-4-1-16,-3-3-12 0,3 3-9 0,-1-3-11 15,1-3-3-15,-1 2-6 0,-2-1-7 0,5-2-11 16,0-1-1-16,-1-3-8 0,4-1-3 0,-1-1-6 16,1 0 0-16,-1 1-2 0,7-4-5 0,-10 2-11 15,10-2 7-15,-8 0-7 0,8 0-1 0,0 0 6 16,-11-9-6-16,7 5-7 0,0-2 1 0,4 6-8 16,0-19-3-16,4 7-8 0,2-2-2 0,1-3 0 15,3 2-4-15,3-1 3 0,1 2 4 0,-1 2-4 16,1 1 2-16,-1 2 0 0,-3 4-1 0,-1 0-3 0,2 1 4 15,-4 1-4-15,0 3 1 0,-7 0 2 16,14 5 10-16,-3 0 2 0,-2 3 3 0,-3 0 7 16,0 2-8-16,2 0 7 0,1 6-3 0,-4-6-6 0,3 4 7 15,-2 1-8-15,2 2 3 0,-1-3-1 0,0-3-4 16,4 3-33-16,0 1-34 0,0-4-46 0,3 1-58 16,3 1-60-16,1-5-54 0,-2 2-279 0,2-4-603 15,0-2 267-15</inkml:trace>
  <inkml:trace contextRef="#ctx0" brushRef="#br0" timeOffset="212918.8">25033 10813 2435 0,'9'0'126'0,"-9"0"-60"0,0 0-32 15,0 0-9-15,0 0 14 0,0 0 15 0,2-12 10 16,-2 12 2-16,0 0-6 0,0 0-5 0,0 0 0 16,4-5-12-16,-4 5-6 0,5-4-15 0,-5 4-28 15,0 0-36-15,0 0-34 0,0 0-50 0,12-1-48 16,-12 1-68-16,13 0-178 0,-13 0-454 0,11-1 202 15</inkml:trace>
  <inkml:trace contextRef="#ctx0" brushRef="#br0" timeOffset="-213076.27">17360 13085 61 0,'-9'-1'244'0,"9"1"-22"15,-9-2-23-15,9 2-13 0,-7-3-24 0,7 3-18 16,0 0-7-16,0 0-3 0,0 0-5 0,0 0-8 16,0 0-10-16,25-6-9 0,-13 8-12 0,9-4-7 15,-1 1-11-15,9 1-25 0,-8 1-36 0,1-1-42 16,0-1-37-16,1 0-40 0,-3-2-31 0,-3 3-46 0,-3 1-103 15,-5-2-311-15,-9 1 138 0</inkml:trace>
  <inkml:trace contextRef="#ctx0" brushRef="#br0" timeOffset="-212913.06">17325 13204 2 0,'-7'3'206'0,"7"-3"-12"0,-9 1-16 0,9-1-11 15,0 0-13-15,0 0-16 0,0 0-12 0,0 0-10 0,37 4-13 16,-16-5-19-16,7-1-34 0,7 0-51 0,3-2-61 16,-1 0-65-16,-1 2-95 0,0-3-240 0,2 2 107 15</inkml:trace>
  <inkml:trace contextRef="#ctx0" brushRef="#br0" timeOffset="-210629.01">19388 12635 8 0,'0'0'115'0,"0"0"-5"0,0 0-4 0,0 0 8 0,0 0-10 15,0 0 2-15,0 0-9 0,0 0-2 0,0 0-6 16,0 0-3-16,0 0-4 0,0 0-10 0,-3-8-4 16,3 8-2-16,0 0-8 0,0 0-4 0,0 0-7 15,0 0-4-15,0 0-4 0,0 0 1 0,0 0-5 16,0 0-5-16,0 0-4 0,0 0 0 0,0 0 2 15,0 0-1-15,0 0 1 0,0 0-1 0,0 0-2 16,0 0 1-16,0 0-9 0,0 0 9 0,0 0-3 0,0 0-1 16,0 0-1-16,0 0 2 0,0 0-3 15,0 0 5-15,0 0-7 0,0 0 5 0,0 0-2 16,0 0 2-16,0 0 0 0,0 0 2 0,0 0-2 16,0 0 3-16,0 0 0 0,0 0-2 0,0 0 0 0,0 0 3 15,0 0 2-15,0 0-4 0,-9-4 6 16,9 4 2-16,0 0 1 0,0 0 1 0,0 0 0 15,0 0 4-15,0 0-1 0,0 0-6 0,0 0 3 16,0 0-5-16,0 0-1 0,0 0-7 0,0 0 0 16,3-12-4-16,-3 12-3 0,5-4 2 0,-5 4-5 0,10-6-2 15,-2 5 0-15,-2-1 1 0,-6 2-2 16,17 1 1-16,-9 0-4 0,3 4-3 0,2-1-1 16,-4 1 2-16,2 2 5 0,-1 0-9 0,-1 1-1 0,2 6 2 15,-2-5 0-15,-3 3-1 0,-1 0 0 16,0 3 2-16,-1-1-3 0,-4 3 2 0,0-2 1 0,-4 1-2 15,-1 0 2-15,-3 0-1 0,-3-1 2 16,1-1-4-16,-2-1 4 0,-3 2-4 0,-2-3 2 0,1 2 0 16,-6 1 0-16,7-6 1 0,-2-1-3 0,0 1 3 15,0-2-2-15,2 0 1 0,4-2 0 0,-1 1-1 16,3-2 4-16,-1 0-4 0,4-1 4 0,-1-2-1 16,2 3-3-16,5-4 0 0,-7 2 0 0,7-2 2 15,0 0-1-15,-9 3 0 0,9-3 0 0,0 0-4 16,0 0-1-16,0 0 3 0,0 0-1 0,0 0-2 15,0 0 2-15,0 0-1 0,23 4 0 16,-13-4 2-16,-1 0-1 0,0 2 0 0,-1-1-1 0,5 1 3 16,-1 0-3-16,3 1 2 0,-2 0-18 0,4-1-12 15,-3 0-20-15,-1 1-22 0,5-1-32 0,-4-2-30 16,5-1-31-16,1 1-29 0,-1 0-167 0,-1-1-392 16,-1-4 174-16</inkml:trace>
  <inkml:trace contextRef="#ctx0" brushRef="#br0" timeOffset="-210305.91">19955 12627 192 0,'0'0'176'0,"-5"-4"-20"0,5 4-16 0,0 0-13 16,0 0-9-16,12-9-10 0,-3 8-19 0,3-3-4 15,3 2-7-15,2-1-7 0,0 0-15 0,3 1-14 16,-1 0-24-16,0-1-21 0,0 3-20 0,-5-3-18 15,0 2-27-15,-1 1-9 0,-1-3 0 0,-1 3-23 0,-2-2 1 16,-1 0-63-16,-8 2-175 0,11-1 78 16</inkml:trace>
  <inkml:trace contextRef="#ctx0" brushRef="#br0" timeOffset="-209964.1">20120 12589 76 0,'0'0'110'0,"-6"3"-8"0,2 0 9 16,4-3-1-16,-7 12 4 0,5-5 2 0,-1 2 0 15,1 3 3-15,-2 0-7 0,2 3-7 0,-1 2-4 16,2-1-8-16,-2 1 3 0,2 0-3 0,2 0-6 0,-1-1-8 16,0 1-7-16,0-1-4 0,0-3-7 0,1-3-6 15,-2 2-7-15,2 2 0 0,-2-3-11 16,2 0-1-16,1-2-2 0,-2-9-3 0,-2 12-3 16,1-5-1-16,1-7-4 0,-3 7-2 0,3-7 2 0,-3 10-2 15,3-10-4-15,-6 3-1 0,6-3-6 0,-11 3-4 16,11-3-2-16,-10 1-1 0,3 0-2 0,7-1-2 15,-14 2-1-15,14-2 4 0,-10-2-2 0,10 2 1 16,-10-1 1-16,10 1-2 0,0 0-5 0,0 0 2 16,-13 0 0-16,13 0-8 0,0 0 9 0,0 0 1 15,0 0 3-15,0 0-4 0,0 0 4 0,0 0 1 16,33-4-3-16,-19 1 1 0,4 3-1 16,0-3-9-16,3 0-25 0,-2 1-12 0,1-2-24 15,1 4-29-15,-5-4-26 0,2 3-8 0,-4-2-22 0,-1 1-6 16,-1-2-103-16,-2 0-285 0,-1 1 126 0</inkml:trace>
  <inkml:trace contextRef="#ctx0" brushRef="#br0" timeOffset="-209466.12">20296 12836 28 0,'0'0'126'0,"0"0"-2"16,2 18 0-16,-2-18 6 0,-2 12-3 0,2-12 4 15,-2 14-9-15,2-7-1 0,0-7-3 0,1 13 3 16,-1-2-3-16,0-6-8 0,0-5-10 0,0 12-3 15,1-7-5-15,-1-5-3 0,0 0-1 0,2 12 6 16,-2-12 11-16,0 0 5 0,0 0 10 0,0 0-7 16,-3 7-11-16,3-7-5 0,0 0-11 15,0 0 7-15,0 0-17 0,0 0-5 0,-16-17-4 0,13 12-6 16,1-2-6-16,2 7-2 0,-2-14-8 0,2 6-6 16,2-2-3-16,5-1 0 0,-3 0-3 0,1 1-1 15,-2 1-7-15,4-2-3 0,0 2-6 0,9 0-2 16,-5 3 1-16,0 0-3 0,-1 2-1 0,3 2-1 15,1 2-6-15,-1 1 0 0,1 4-3 0,-3-1 12 16,1 1-10-16,-1 3-6 0,0 0 6 0,-1 1-3 16,-3 1 11-16,1-2-10 0,-1 0-2 0,-1 3 3 15,-1-2-5-15,-1 0 5 0,-2-2-3 0,0 0 2 16,-1-1-4-16,-1-6 10 0,0 10-6 0,0-10 6 0,0 8-5 16,0-8 6-16,0 0-1 0,-6 5-3 15,6-5 2-15,0 0-4 0,0 0-4 0,0 0-3 16,0 0-1-16,-5-22 0 0,5 22 0 0,7-16 5 15,-2 5-7-15,3 1-4 0,2-3 2 0,4 0-4 16,0 1 7-16,3 0-6 0,-3 2 2 0,1 2 3 0,-4 1-1 16,3 3-2-16,-3 1 0 0,1 1 6 15,0 2-2-15,-1 0 5 0,1 3-6 0,-1 1 0 16,-2 0 1-16,-2 2 4 0,1 1-5 0,-3 1 4 16,-2 1-17-16,0 1-27 0,-1 0-27 0,-1 2-37 15,-1-1-36-15,-1 1-33 0,-1-2-30 0,1 0-49 0,0 2-148 16,-3-3-441-16,-1-1 195 0</inkml:trace>
  <inkml:trace contextRef="#ctx0" brushRef="#br0" timeOffset="-209105.04">19802 13175 129 0,'-7'0'189'16,"7"0"-11"-16,0 0-5 0,0 0-14 0,0 0-3 0,36 3-8 16,-1-3-1-16,17 0-9 0,4-3 0 0,7 3-3 15,29-3-10-15,-27-3-3 0,26 3-9 16,-31-2 1-16,3 2-8 0,-1 2-4 0,-2-4-1 15,-3 0-1-15,-5 0-13 0,-16 3 3 0,-4-3-8 0,-3 3-5 16,-7-1-2-16,-4 1-4 0,-5 2-4 0,-2-3-8 16,0 2 2-16,-4 2-6 0,-7-1-6 0,10-2-6 15,-10 2-3-15,9-2-7 0,-9 2-8 0,0 0-24 16,0 0-28-16,0 0-27 0,0 0-36 16,0 0-34-16,0 0-34 0,-36-3-35 0,18 3-27 0,-1 3-36 15,-8 2-139-15,2-2-427 0,-5 1 189 0</inkml:trace>
  <inkml:trace contextRef="#ctx0" brushRef="#br0" timeOffset="-208722.67">20103 13553 109 0,'0'0'192'0,"0"0"-6"0,0 0-5 0,0 0-5 0,0 0-2 16,32 2-9-16,-21 2-13 0,-1 0-5 0,1-1-12 15,0 2-9-15,1 3-4 0,-4-2-8 0,1 0-8 16,-1 3-3-16,-1-1-9 0,0-1-6 0,-3 0-7 15,-1 2 0-15,1 1-5 0,-2-1-3 0,-1 1 0 16,-2-2 0-16,1-8-1 0,-7 12-5 0,2-3-2 16,-3-1 0-16,-2-2-5 0,1 2-6 0,0-1-6 15,-2 1-1-15,1-2-7 0,0-1-3 0,0-1-2 16,3-2-6-16,2 2-11 0,5-4-17 0,-12 3-29 16,7 0-29-16,5-3-32 0,-9 2-48 0,9-2-36 15,0 0-39-15,0 0-45 0,-10-2-162 0,10 2-454 16,0 0 202-16</inkml:trace>
  <inkml:trace contextRef="#ctx0" brushRef="#br0" timeOffset="-208468.17">20450 13524 224 0,'0'0'249'0,"5"-6"-11"15,-1 4-17-15,-4 2-22 0,0 0-15 0,5-5-19 16,-5 5-10-16,0 0 3 0,0 0 22 0,9 11 6 15,-9-11 4-15,0 15 7 0,1-5-13 0,-1 1-13 16,0 0-15-16,0 2-6 0,1 3 1 0,1 0-27 16,-2 0-16-16,2-3-10 0,0-1-4 0,-1 4-10 15,-1-5-10-15,2 5-7 0,0-6-6 0,-1 0-11 16,-1-3-10-16,1 0-15 0,2 2-43 0,-2 0-32 16,0-4-32-16,-1-5-43 0,2 11-39 0,-2-11-30 15,0 7-35-15,0-7-32 0,0 0-38 0,0 0-162 16,0 0-498-16,0 0 221 0</inkml:trace>
  <inkml:trace contextRef="#ctx0" brushRef="#br0" timeOffset="-208210.49">20229 13552 32 0,'-5'-5'206'16,"5"5"-10"-16,0 0-7 0,0 0-5 0,21-8-9 15,-7 3-5-15,4 2-7 0,1-2-7 0,11-2-8 16,2 2-7-16,-2-2-10 0,4-1-9 0,-4 2-3 16,2-1-3-16,-1 1-13 0,-4 1-7 0,-7-2-4 15,-2 2-6-15,0 1-8 0,-6 2-3 0,-1 0-9 16,-3 1-4-16,-1-2-7 0,0 1-7 0,-7 2-4 16,11-2-9-16,-11 2-17 0,7-2-24 0,-7 2-31 15,0 0-33-15,0 0-39 0,9-1-25 0,-9 1-34 16,0 0-37-16,0 0-192 0,0 0-428 0,2 10 189 15</inkml:trace>
  <inkml:trace contextRef="#ctx0" brushRef="#br0" timeOffset="-207539.96">19316 14166 79 0,'-18'1'180'0,"-1"2"2"0,-1-1-8 0,2-1 3 16,0 2-9-16,0 0-1 0,0-3-9 0,5 2-7 15,-3 2-5-15,4-3-10 0,3-1-9 0,2 2-29 16,0 0-7-16,7-2-10 0,-9 0-9 0,9 0-4 16,0 0 2-16,0 0 7 0,0 0 1 0,0 0 3 15,25 11-4-15,3-11 2 0,9 0-4 0,14-3 0 16,13-3 0-16,28-3-8 0,5-2 1 0,8 3-3 15,1-3-7-15,5 1 0 0,6-2-9 0,2 3 0 16,-1-1-3-16,-2 0-3 0,-6 1-6 0,0 2-5 16,-4 0 1-16,-7 3 0 0,-10-5 0 0,-26 7-3 15,1-3 9-15,-4 0 0 0,0 1 5 0,-7 1 8 16,1-4-7-16,-14 4-1 0,-7 0-3 0,-1 0 6 0,-4 0 5 16,-9 0 4-16,-6 2 6 0,-2-1 6 15,0 1 1-15,-4 0 5 0,0-1 5 0,-7 2-9 16,10 0-4-16,-10 0-2 0,8 0-11 0,-8 0-6 15,0 0-15-15,0 0-26 0,0 0-32 0,0 0-53 16,0 0-37-16,-23-5-51 0,23 5-56 0,-20-2-64 0,11 2-71 16,-2 0-232-16,11 0-638 0,-23-3 282 15</inkml:trace>
  <inkml:trace contextRef="#ctx0" brushRef="#br0" timeOffset="-207395.01">21380 13979 2155 0,'0'0'44'0,"4"-7"-19"0,-4 7-5 0,3-5-12 16,-3 5 0-16,0 0-19 0,5-5-25 0,-5 5-30 15,0 0-34-15,0 0-46 0,2-7-172 0,-2 7-343 0,0 0 153 16</inkml:trace>
  <inkml:trace contextRef="#ctx0" brushRef="#br0" timeOffset="-174380.78">26571 8897 35 0,'-11'3'159'15,"4"0"-5"-15,0-2-7 0,-1 3-3 0,0-2-14 16,2 1-4-16,6-3-11 0,-9 6 1 16,9-6-6-16,-7 4-6 0,7-4-3 0,-4 5-6 0,4-5-7 15,0 0-3-15,-7 4 1 0,7-4-2 0,0 0 2 16,0 0 1-16,0 0-8 0,0 0-3 0,27-7-6 16,-17 1-8-16,2-2-2 0,1 3-3 0,-1-5-4 15,1-1-7-15,2-1-4 0,-3 2 0 16,2-2-5-16,-5 0-2 0,0 2-1 0,0 1-7 0,0-1-2 15,-2-5-1-15,-1 4-4 0,-1 1 2 0,1-3-2 16,-1 3-3-16,-2-2-4 0,-1 2-4 0,2 0 3 16,-2 2-1-16,0-3 0 0,-1 6-6 0,-1 5 12 15,0-12-11-15,0 12-2 0,2-8 1 0,-2 8-2 16,0 0-1-16,2-7-2 0,-2 7-1 0,0 0 2 16,0 0-3-16,0 0-4 0,0 0 9 0,0 0-8 15,0 0 2-15,0 0-3 0,0 0 3 0,0 0 3 16,0 0-3-16,-9 27-2 0,9-17 1 0,-4-2-3 15,2 1 6-15,0 4 3 0,-1-3-4 0,-2 2 5 16,1-1-5-16,2 2 0 0,-1-1 0 0,1 0 2 16,0-2-2-16,2 1 5 0,0 2-6 0,-2-4 8 15,2 1-5-15,2-1 2 0,-2 1-3 0,2-3 0 16,0-1 3-16,0 1-1 0,1-1-1 0,-3-6 3 16,2 10-2-16,2-5 0 0,-4-5 0 0,8 5 4 15,-6-1-3-15,-2-4 0 0,6 4 3 0,-6-4 2 16,0 0-3-16,5 5-1 0,-5-5 4 0,0 0-1 15,0 0 0-15,0 0-1 0,0 0 0 0,0 0-1 16,6 3-5-16,-6-3 7 0,0 0-15 0,0 0-13 16,0 0-11-16,0 0-9 0,0 0-17 0,0 0-16 15,0 0-10-15,0 0-23 0,-11-23-19 0,11 23-26 0,-4-7-17 16,4 7-29-16,-4-9-127 0,1 3-351 16,3 6 156-16</inkml:trace>
  <inkml:trace contextRef="#ctx0" brushRef="#br0" timeOffset="-173665.61">26410 8739 104 0,'0'0'156'0,"-16"0"-9"15,16 0-5-15,-11 0-4 0,11 0-6 0,-10 0-10 0,10 0-3 16,0 0-14-16,0 0-12 0,-9 0-5 0,9 0-13 16,0 0-7-16,0 0-4 0,0 0-9 0,23-4 3 15,-6 0-2-15,6 1-12 0,4-3-3 0,5 2-3 16,1 0-5-16,-1-1-5 0,-1 1-3 0,-2-1-13 16,-1 2-13-16,-6 1-14 0,-2-1-10 0,2 1-13 15,-11-1-4-15,3 3-9 0,-3-1 4 0,1 0-11 16,-3-3-5-16,-3 4 4 0,-6 0-5 0,11-2 17 15,-11 2 1-15,10-1 7 0,-10 1 2 0,0 0 2 16,0 0 11-16,4-4 0 0,-4 4 8 0,0 0-3 16,0 0 4-16,0 0-2 0,0 0 17 0,0 0 6 15,0 0 0-15,-23-6 4 0,23 6 5 0,-13 1 5 16,13-1 6-16,-16 2 11 0,10 0 1 0,-3 2-15 16,3-2 6-16,-2 1-1 0,2 2 6 0,-3 0 4 15,2 0-1-15,0 4 5 0,0 0 4 0,3 1 4 16,-3 3-8-16,1 1 1 0,-2 1 5 0,2 0 8 15,2 3 3-15,-1-1-2 0,1-1-8 0,-1 1-2 16,0 0-2-16,1-5 0 0,4 3 0 0,0 1 0 16,0 2 1-16,-2-4-8 0,4-2-4 0,-2-1-3 15,2 2-4-15,0 2 0 0,-2-2 0 0,2-3-7 16,2 2 1-16,-4-2-6 0,4 2 1 0,-2-2 0 16,0-2-5-16,-2-2 0 0,2 1 3 0,-2 2-5 15,0-9 2-15,2 13-2 0,-2-13-3 0,1 7-4 0,-1-7-10 16,-1 10 0-16,1-10-4 0,-4 8-5 0,4-8-5 15,-8 4-7-15,8-4 6 0,-10 3-7 16,10-3-1-16,-13-2 0 0,4 1 6 0,9 1-6 0,-18 0 2 16,11-1 8-16,-5 1 1 0,12 0 2 0,-15-2 4 15,6 1-1-15,9 1 7 0,-11-2-1 0,11 2 2 16,-9 0 1-16,9 0 3 0,0 0-2 0,-9 0-4 16,9 0 2-16,0 0 3 0,0 0 8 0,0 0 1 15,0 0 3-15,0 0-1 0,0 0 1 16,0 0 2-16,40-2-1 0,-24 0-4 0,4-1 3 0,3 3-1 15,0-1-2-15,-2 0-19 0,-2-1-28 0,3 2-26 16,-2 0-22-16,0-1-25 0,1 0-26 0,-2 0-25 16,-2-1-104-16,-4-1-292 0,1 1 130 0</inkml:trace>
  <inkml:trace contextRef="#ctx0" brushRef="#br0" timeOffset="-173454.63">26913 9029 183 0,'0'0'202'0,"0"0"-3"0,0 0-14 0,0 0-11 16,0 0-16-16,0 0-16 0,0 0-11 0,0 0-5 16,0 0-7-16,0 0-1 0,0 0-7 0,0 0-3 15,0 0-6-15,0 0 0 0,-3 35-6 0,3-25-8 16,-2 2-11-16,0-2-7 0,2 0-8 0,0 3-5 16,-2-3-5-16,2 6-4 0,-2-7-8 0,-1 2-20 15,3 3-22-15,-2-2-30 0,2 0-30 0,0 0-34 16,0-2-27-16,0 1-25 0,0-5-39 0,0-6-167 15,0 14-383-15,5-9 170 0</inkml:trace>
  <inkml:trace contextRef="#ctx0" brushRef="#br0" timeOffset="-173104.65">27403 9035 193 0,'0'0'228'0,"0"0"-17"0,0 0-8 16,-5-13-16-16,5 13-10 0,0 0-18 0,0 0-13 0,0 0-13 16,7-4-10-16,1 2-6 0,3 2-6 0,5-2-8 15,3 1-4-15,7-3-5 0,1 2-10 0,-4 2-7 16,-3-2 1-16,2 1-10 0,-3-2-7 15,-1 2-2-15,-5 0 0 0,3 1-3 0,-3-2 1 0,-2 2 0 16,-4 0-1-16,0 2 1 0,-7-2 0 0,0 0-5 16,15-2 2-16,-15 2-2 0,0 0 5 0,10 0-13 15,-10 0-1-15,0 0-8 0,0 0-2 0,0 0-2 16,0 0-13-16,0 0-21 0,0 0-33 0,0 0-33 16,0 0-44-16,0 0-47 0,0 0-56 0,-19 12-57 15,13-8-171-15,6-4-480 0,-12 6 213 0</inkml:trace>
  <inkml:trace contextRef="#ctx0" brushRef="#br0" timeOffset="-172354.64">28659 8875 194 0,'0'0'198'16,"-7"-8"-5"-16,7 8-18 0,0 0-15 0,-7-6-5 0,7 6-12 16,-7-1-13-16,7 1-9 0,0 0-8 0,-19 5-6 15,11-1-14-15,-1 2-9 0,0 2 0 16,1 1-6-16,-2 3-5 0,1-2-7 0,-2 3-5 15,0-1-4-15,-1 1-8 0,3 2 2 0,1-2-12 0,0 1-5 16,3-2 0-16,0-2-2 0,3 0-3 16,-1 3 4-16,2-2-6 0,1 0-1 0,0 0-2 15,2-1-2-15,3-2-1 0,2 1 1 0,-2 1-3 16,5-5 2-16,0 3-2 0,3-4-3 0,-1-4-1 0,2 0-2 16,4 0 2-16,-3 0-2 0,2 2-3 15,-3-6 4-15,0 0 0 0,-2 1 1 0,3-5-2 16,-5-1-1-16,2-3-1 0,0 1 1 0,-6 1 2 15,1-6-4-15,-1 1-4 0,-3 0 1 0,-2-2-3 0,-1 1 1 16,-3-1-1-16,0 1 1 0,-5 0-2 0,-2-1 2 16,-1 3-5-16,-2-1 1 0,1 3-1 0,-1 0 2 15,-3 4 4-15,3 0-6 0,-4 2-6 0,4 4-1 16,1-1-16-16,-3 6-16 0,2-1-21 0,0 2-20 16,-4 3-21-16,3 2-23 0,4-1-41 0,-2 4-24 15,4-2-184-15,2 1-405 0,4-3 179 0</inkml:trace>
  <inkml:trace contextRef="#ctx0" brushRef="#br0" timeOffset="-171997.75">29188 8774 165 0,'2'-10'270'0,"-2"3"-5"0,1-3-17 0,-1 10-14 16,0-11-15-16,0 11-4 0,-1-10-28 0,1 10-14 15,-2-7-22-15,2 7-21 0,0 0-16 0,0 0-10 16,0 0-9-16,0 0-13 0,0 0-6 0,0 0-5 0,2 38-4 16,-1-21 3-16,-1 2 0 0,0 0-3 15,0 0-4-15,0-1-3 0,-1 2-10 0,1-4 1 16,0 0-8-16,-2 1 4 0,4-2-6 0,-4 1-6 15,2-1-1-15,2-2 11 0,-4-2-14 0,2-2-3 0,-2 1-8 16,2 1 6-16,0-1-3 0,0 0-12 16,-1-3-16-16,1-7-15 0,-2 13-13 0,4-7-13 0,-2 1-23 15,0-7-19-15,-2 10-28 0,2-10-14 16,0 0-22-16,-1 9-26 0,1-9-18 0,0 0-26 0,0 0-183 16,0 0-438-16,0 0 194 0</inkml:trace>
  <inkml:trace contextRef="#ctx0" brushRef="#br0" timeOffset="-171594.44">29034 8915 163 0,'0'0'175'0,"-7"-5"-4"0,7 5-12 15,-5-7-14-15,5 7-15 0,0 0-8 0,0 0-5 16,0 0-19-16,12-7-1 0,-1 3 4 0,7 2-6 16,3-2-3-16,8 2-6 0,1 1-6 0,0 1-11 15,0-2-5-15,-2 2-7 0,-7 1 0 0,1-1-10 16,-5 1-2-16,1 0-5 0,-7 0-6 0,1 1-3 15,-3 0 1-15,-3 0-8 0,0 0 4 0,1 2-4 16,-1 2 5-16,-2-3 0 0,-2 4 1 0,1-1-4 16,-3-6 6-16,0 13-2 0,1-6 1 0,-1 3-5 15,0-3-1-15,0-7-3 0,0 17-1 0,0-10 3 16,2 0 0-16,0-2 0 0,-2-5-2 0,5 13-2 16,-1-7 1-16,4-1-1 0,-3 0 1 0,5-2-3 15,1 1 8-15,-1-3-5 0,4 1 3 0,-2-4 1 16,3 1 1-16,4-3-1 0,-1-1-1 0,-1 1 2 15,-6 0-3-15,1-1 1 0,-1-1 4 0,-1-2 0 16,-2-1-1-16,0 0-3 0,-1-1-3 0,-3 0-2 16,-4-2-3-16,0 2 0 0,-1 0-4 0,-3-3-3 15,-2 4-2-15,0-2 0 0,-3 3-4 0,3 0 1 16,-3 2-3-16,2 4-14 0,-3-3-9 0,1 0-18 0,-1 5-16 16,-1 0-18-16,0 5-24 0,1-2-32 15,-1 2-31-15,0-1-33 0,4 2-35 0,-2 0-160 16,4-1-419-16,2-1 186 0</inkml:trace>
  <inkml:trace contextRef="#ctx0" brushRef="#br0" timeOffset="-171180.95">30120 8726 25 0,'-4'-4'236'16,"4"4"-13"-16,0 0-17 0,0 0-18 0,-2-7-20 15,2 7-17-15,0 0-17 0,0 0-11 0,0 0-8 16,0 0-6-16,0 0-10 0,13 14-2 0,-7-4-4 16,2-2-6-16,-2 3-2 0,2 5-9 0,-2-6-3 15,0 5-7-15,0 0-2 0,-4-3-5 0,-1-1-2 16,-1 1-2-16,0 0-1 0,-1-1-1 0,0 0 4 16,-3-3-9-16,-1 2 0 0,-3-1 0 0,1 1-3 15,-2-2-8-15,-4 0-1 0,1-2-5 0,1 1 9 16,-2-2-10-16,1-1-7 0,2-1-23 0,0 0-23 15,1 1-31-15,-1-3-37 0,4 1-39 0,6-2-37 16,-9 0-40-16,9 0-205 0,0 0-445 0,0 0 197 16</inkml:trace>
  <inkml:trace contextRef="#ctx0" brushRef="#br0" timeOffset="-170920.88">30303 8763 71 0,'4'-4'282'15,"-4"4"-15"-15,4-7-17 0,-4 7-17 0,5-3-15 16,-5 3-25-16,0 0-18 0,6-7-19 0,-6 7-15 0,0 0-13 16,0 0-5-16,0 0 8 0,4 18-8 0,-4-10-4 15,0 3-14-15,1 1-2 0,0 2-12 16,-1 1 10-16,0 2 15 0,-1-1-21 0,2 2-7 16,1-6-11-16,-1-1-9 0,-1 3-4 0,0-2-7 15,1 0-4-15,1-2-5 0,-2 2-8 0,1-1 1 16,0 2-17-16,0-4-30 0,-1-2-22 0,0 3-25 15,2-3-25-15,-1 0-22 0,-1-7-22 0,0 13-28 16,0-13-23-16,0 7-24 0,0-7-26 0,0 0-30 16,0 0-147-16,0 0-433 0,0 0 192 0</inkml:trace>
  <inkml:trace contextRef="#ctx0" brushRef="#br0" timeOffset="-170766.32">30096 8703 14 0,'0'0'189'0,"-4"-8"-16"0,4 8-20 0,0 0-12 16,0 0-6-16,14-8-11 0,-1 7-6 0,6 1-11 16,0 0-10-16,11 0-11 0,0 1-22 15,2 2-40-15,-2-1-49 0,-1 1-52 0,-2 2-144 0,-8-1-239 16,-2 1 106-16</inkml:trace>
  <inkml:trace contextRef="#ctx0" brushRef="#br0" timeOffset="-170230.07">27126 9877 75 0,'-14'-3'161'0,"-1"-2"2"0,3 4-5 0,-1-2 4 15,4 1-8-15,0 2-5 0,2-2 0 0,7 2-9 16,-13-2-14-16,13 2-14 0,0 0-11 0,-7-3-9 16,7 3-12-16,0 0-8 0,0 0-4 0,24-1-8 15,-5 0-4-15,8-3-7 0,2 3-24 0,0-2-22 16,1 1-27-16,1 0-18 0,0 2-29 0,-3-3-24 16,-9 3-24-16,1 0-13 0,-2-2-1 0,-4 2-10 15,-3 0-90-15,-2 0-253 0,-4 2 113 0</inkml:trace>
  <inkml:trace contextRef="#ctx0" brushRef="#br0" timeOffset="-169865.76">27306 9854 123 0,'-10'4'131'0,"10"-4"-14"0,-6 3-10 0,2 3 14 16,1 0-4-16,-1 2 6 0,2 3 5 0,-1 2-4 16,-2-1 1-16,3 7-10 0,-2 6 1 15,-1 2-7-15,3-2-9 0,-2-6-7 0,0 7-2 16,1 0-6-16,3-6-10 0,-2-1-7 0,0-2-5 0,2 1-5 15,0-1-6-15,-3-5-5 0,6 0-12 0,-6 2 1 16,3-4-2-16,-2 0-3 0,4 2 0 16,-2-3-5-16,0-2-1 0,0-7-5 0,-2 11-7 0,2-11-4 15,0 9-9-15,0-9-1 0,0 7-1 0,0-7-3 16,-9 5-3-16,9-5-6 0,-9 1-1 0,1-1-6 16,8 0 5-16,-17-3 0 0,7 0 4 0,-2 0 2 15,-1-1-3-15,4 0 5 0,-1 2 0 0,4-2 5 16,6 4 11-16,-11-4 2 0,7 1 1 0,4 3 2 15,-10-4-2-15,10 4 0 0,0 0-5 0,-5-3 0 16,5 3-1-16,0 0 1 0,0 0 0 0,0 0 3 16,0 0-4-16,23-2 3 0,-12 2-2 0,3 0 2 15,3-1-2-15,2 2 2 0,2-1-11 0,0 2-17 16,8-2-27-16,-8 1-33 0,1 0-31 0,0-1-37 16,-1 1-27-16,0 0-152 0,-6 0-352 0,3-2 156 15</inkml:trace>
  <inkml:trace contextRef="#ctx0" brushRef="#br0" timeOffset="-169592.56">27618 10194 68 0,'0'0'178'0,"11"0"-6"0,-4 3-18 0,-7-3-11 16,11 6 13-16,-6 1-1 0,1 0 4 0,-1 2-13 15,-1-3-13-15,-4 3-12 0,5 1-9 0,-5 0-13 0,0 3-1 16,-3-1-7-16,1-3-4 0,-1 3-8 0,-5 4-1 15,4-10 0-15,-3 4-7 0,0-3 5 16,0 1-7-16,3-4-2 0,0 2-5 0,-1-2 3 16,5-4-6-16,-5 7-5 0,5-7-7 0,-5 6-1 0,5-6-4 15,0 0-5-15,0 0-4 0,0 0-2 0,0 0-2 16,0 0-2-16,14 8-10 0,-3-8-17 0,3-2-26 16,-1 1-24-16,6-1-38 0,-2 1-30 0,6-1-28 15,-3-2-37-15,0 2-20 0,1-1-19 0,1 2-129 16,-2-3-379-16,2 2 167 0</inkml:trace>
  <inkml:trace contextRef="#ctx0" brushRef="#br0" timeOffset="-169312.31">28185 10185 126 0,'-7'-3'233'0,"7"3"-3"16,-7-4-7-16,7 4-13 0,0 0-14 0,-10-3-14 15,10 3-14-15,0 0-13 0,0 0-12 0,0 0-9 16,0 0-4-16,27-7-11 0,-11 6-9 0,2-2-11 16,0 2-4-16,3-1-7 0,-1 0-7 0,1 1-14 15,-2 1-4-15,-1-3-5 0,-4 2-6 0,-3 1-4 16,0 0 1-16,0-3-6 0,-5 3-5 0,-6 0 0 16,11-2-4-16,-11 2-3 0,10-2-5 0,-10 2-2 15,0 0-1-15,7 0-6 0,-7 0-5 0,0 0-18 16,0 0-14-16,0 0-15 0,0 0-31 0,0 0-41 15,0 0-43-15,0 0-44 0,-19 14-52 0,13-11-175 16,-1 1-454-16,1-1 201 0</inkml:trace>
  <inkml:trace contextRef="#ctx0" brushRef="#br0" timeOffset="-168608.57">29024 10004 80 0,'0'0'149'15,"0"0"2"-15,0 0 1 0,0 0-5 0,-13-17 1 16,13 17 2-16,0 0-4 0,-5-5 2 0,5 5 0 15,0 0 0-15,-7-8-4 0,7 8-6 0,-2-5-3 0,2 5-9 16,0 0-8-16,0 0-3 0,0 0-3 16,0 0-6-16,0 0-4 0,-5-7-5 0,5 7-5 15,0 0-10-15,0 0-2 0,0 0-8 0,0 0-10 16,0 0-5-16,11-8-4 0,-4 7-8 0,-7 1-7 0,14 1-3 16,-3 3-3-16,-1 0-18 0,0 1-3 0,2-1-1 15,0 2-3-15,2 3 5 0,-2 2-3 16,-4-1 0-16,0 0-2 0,1 1 0 0,-3 0-4 15,-1 0 1-15,-2 0 0 0,-1 2 4 0,3 2-5 0,-5-4 3 16,-2-2 0-16,-2 2-3 0,-1 0 2 16,-3-2 5-16,-6 3-5 0,0 1 2 0,0-3 2 0,-4-2-2 15,1 1-1-15,2-1-7 0,2-3-16 0,1-1-21 16,1 1-21-16,-1-1-30 0,0 0-37 0,2 0-30 16,1-2-33-16,4 1-31 0,5-3-24 0,-10 2-164 15,10-2-440-15,0 0 196 0</inkml:trace>
  <inkml:trace contextRef="#ctx0" brushRef="#br0" timeOffset="-168360.01">29215 9974 219 0,'3'-3'268'0,"-1"-4"-13"0,-2 7-23 15,6-6-15-15,-6 6-29 0,1-6-16 0,-1 6-22 16,0 0-10-16,0 0-10 0,0 0-4 0,0 0-6 15,13 16-9-15,-10-7 1 0,0 2-10 0,0-4-7 16,-1 5-11-16,-2-2-9 0,1 5 1 0,1-4-10 16,-4 2-8-16,4-1-5 0,-2 1-2 0,0 2-3 15,-2 2-7-15,4-5-2 0,-1-1-19 0,-1 0-21 0,0 1-25 16,0 0-23-16,1-2-29 0,-1 1-40 16,0-2-32-16,2 0-28 0,-2-9-38 0,0 11-190 15,0-11-439-15,-2 7 195 0</inkml:trace>
  <inkml:trace contextRef="#ctx0" brushRef="#br0" timeOffset="-168190.28">29010 9953 19 0,'0'0'161'0,"7"-8"-14"0,5 3-13 0,4 1-16 16,11 0-2-16,5-2-22 0,3 2-28 15,4 0-40-15,0 0-48 0,12-3-37 0,-13 7-75 0,2-7-144 16,8 1 64-16</inkml:trace>
  <inkml:trace contextRef="#ctx0" brushRef="#br0" timeOffset="-167901.79">29725 9829 92 0,'0'0'251'0,"0"0"-3"0,3-6-5 0,-3 6-15 16,0 0-19-16,0 0-12 0,0 0-23 0,1-6-23 15,-1 6-13-15,0 0-16 0,0 0-13 0,0 0 2 16,0 0-1-16,3 29-5 0,-3-17-3 0,2 5 3 16,1 0-7-16,-3 1-9 0,1 1 4 0,-1 1-16 15,0-2-7-15,0 1-5 0,0-1-11 0,0-2-1 16,-1 1-8-16,1 0-6 0,1 0-2 0,-1-3-2 15,0 0-5-15,-1-4-9 0,2 1-27 0,-1 1-23 16,0-2-28-16,0 2-21 0,0-5-17 0,1 1-23 16,1 0-36-16,-2-8-28 0,0 10-20 0,0-10-10 15,1 7-183-15,-1-7-428 0,0 0 190 0</inkml:trace>
  <inkml:trace contextRef="#ctx0" brushRef="#br0" timeOffset="-167554.62">29633 10036 106 0,'5'-4'145'0,"6"0"2"0,-1-2-5 0,1 2-4 0,7-2-6 16,0 1-5-16,-1 3-1 0,2-3-7 15,-2 1-3-15,0 4-9 0,0 0-8 0,-3 1-3 16,0 2-7-16,-1 1-7 0,-3-1-3 0,2 0-3 16,-2 2-3-16,-1 0-9 0,-4 1 1 0,1 0-1 15,2 1-5-15,-4 0-1 0,0-2-5 0,0 4-5 0,-2-4-6 16,1 2 0-16,1-1-5 0,-1 0-6 15,4 0 4-15,-2-2-2 0,1 3-4 0,-1-2-2 16,2-1-4-16,2-1-1 0,-2-1 0 0,2 0-1 0,0-1-2 16,-3 0 0-16,-6-1 1 0,12-2 1 0,-5-2 3 15,0 1 2-15,-7 3 6 0,12-7 2 0,-9 0-4 16,1 0-1-16,-1-1-6 0,0-1 0 0,-3-1-6 16,0 1 0-16,-2-2-1 0,1 0-3 0,-3 0 0 15,0 1-6-15,-1 3 2 0,-1-5-1 0,-1 8-15 16,0-2-13-16,0 1-17 0,1 3-21 0,6 2-26 15,-15-2-23-15,15 2-23 0,-12 5-34 0,7 0-27 16,0 3-35-16,-2-1-133 0,6 0-388 0,1-7 172 16</inkml:trace>
  <inkml:trace contextRef="#ctx0" brushRef="#br0" timeOffset="-167148.25">30396 9954 1583 0,'11'-7'53'0,"1"-4"62"0,-4 4-53 0,0 0-17 0,-2 1 6 16,2 3 4-16,-2-3-4 0,-1 6 2 0,-5 0-1 15,13-4 4-15,-5 4 3 0,3 1 7 0,-1 2 0 16,2 1-4-16,-2 1 1 0,0 2-7 0,-1 1-4 0,-2 2-6 16,2 0 1-16,1 1-8 0,-6 1-1 15,1-1-4-15,-4-1-3 0,-2 2 2 0,-6-1 2 16,-2 0-8-16,-1-1-2 0,-4 2-3 0,-9 1-2 15,4-4-1-15,0-1 0 0,0-3-6 0,-2 1 0 0,4-1-1 16,0-1 1-16,5-1-2 0,1-1-1 0,0-1 0 16,11-1 1-16,-12-1-3 0,4 1 1 15,8 0-5-15,0 0 3 0,-12-3-1 0,12 3 0 16,-5-7-3-16,5 7-1 0,0 0-2 0,3-10 7 0,-3 10-7 16,0 0 2-16,12-7-2 0,-9 3 0 0,-3 4 0 15,12 0 2-15,-12 0 12 0,13 3-1 0,-13-3 2 16,13 5 1-16,-6-2 2 0,2 2 2 15,0 0-6-15,0 3 2 0,-2-1-4 0,5 0-1 0,-3 0 6 16,1 1-6-16,-1 1 1 0,3-2-6 0,-2 2-23 16,0-3-29-16,-1 5-38 0,1-5-46 0,-1 1-50 15,3-1-59-15,-7-1-209 0,5-1-484 0,-2 0 214 16</inkml:trace>
  <inkml:trace contextRef="#ctx0" brushRef="#br0" timeOffset="-166898.97">30767 9922 53 0,'2'-4'230'0,"-2"4"-10"16,8-7-4-16,-8 7-6 0,9-1-6 0,-9 1-14 16,0 0-10-16,15 9-6 0,-11-4-8 0,1 4-9 15,0-3-9-15,0 4-4 0,-1 0-2 0,2 0-9 16,-4 2-14-16,1-2-7 0,-2 2-15 0,2-2-8 15,-2 0-7-15,0 0-9 0,0 2-3 0,-1-2-4 16,-2 2-11-16,1-2-32 0,1-2-29 0,0 1-30 16,-2 0-36-16,1-1-36 0,1-8-49 0,-3 11-47 15,3-5-28-15,0-6-191 0,0 0-459 0,0 11 203 16</inkml:trace>
  <inkml:trace contextRef="#ctx0" brushRef="#br0" timeOffset="-166661.83">30976 9961 86 0,'3'-7'280'0,"1"2"-16"0,-3-2-11 0,-1 7-14 0,4-9-21 16,-4 9-21-16,0 0-18 0,3-7-17 15,-3 7-2-15,0 0 9 0,0 0 1 0,0 0 2 16,5 20-14-16,-3-13-4 0,-1 5-14 0,1-3 1 16,-2 2-12-16,0 0 1 0,1-2-17 0,-1 1-6 0,0 1-20 15,1 0-5-15,-1-2-3 0,1 1-6 16,1-1-14-16,-1 1-3 0,0-1-7 0,1-2-19 15,-1 1-19-15,-1-8-36 0,3 11-30 0,-3-6-16 16,0-5-34-16,0 0-37 0,0 11-42 0,0-11-45 0,1 7-33 16,-1-7-43-16,0 0-157 0,-9 3-500 0,9-3 222 15</inkml:trace>
  <inkml:trace contextRef="#ctx0" brushRef="#br0" timeOffset="-166416.12">30815 9926 208 0,'0'0'212'0,"0"0"-12"0,4-12-7 0,1 7-1 16,4 0-3-16,5 0-3 0,-2 0-14 0,10 1-12 15,3-1-6-15,2 1-13 0,0 0-11 0,2 0-4 16,-2-1-10-16,-7 0-6 0,0 3-8 0,-5 0-9 16,-3 1-7-16,0 1-1 0,-1-2-11 0,-5 2-3 15,-6 0-5-15,10-2-7 0,-10 2-3 0,10 0-3 16,-10 0-9-16,0 0 1 0,11 0-7 0,-11 0 8 15,0 0-17-15,0 0-19 0,0 0-27 0,0 0-26 16,7-3-36-16,-7 3-51 0,0 0-57 0,0 0-47 16,0 0-226-16,0 0-497 0,0 0 219 0</inkml:trace>
  <inkml:trace contextRef="#ctx0" brushRef="#br0" timeOffset="-153083.58">26077 11694 49 0,'0'0'149'0,"0"0"-15"0,0 0-12 0,0 0-9 15,-9-4-12-15,9 4-7 0,0 0-6 0,0 0-9 16,0 0 1-16,0 0-6 0,0 0-3 0,0 0-14 16,0 0 0-16,0 0-1 0,0 0-9 0,0 0 2 15,0 0-8-15,0 0 2 0,0 0 6 0,0 0-11 16,0 0 2-16,0 0 1 0,0 0-5 0,0 0 0 15,0 0-2-15,0 0 6 0,0 0-5 0,0 0-2 16,0 0-2-16,0 0-3 0,0 0 0 0,0 0-8 16,0 0-1-16,0 0 3 0,0 0-7 0,0 0 1 15,0-9-12-15,0 9-7 0,0 0-3 0,0 0-3 16,0 0-12-16,0 0 4 0,0 0 0 0,5-13 0 16,-5 13 6-16,0 0-3 0,4-7 5 0,-4 7 1 0,0 0 3 15,0-10-2-15,0 10 10 0,0 0 3 16,0-7 0-16,0 7 1 0,0 0-1 0,0 0 5 15,0 0-4-15,0 0 1 0,0 0 2 0,-4-8 0 16,4 8 3-16,0 0 6 0,0 0 5 0,-8-4-4 0,8 4 1 16,0 0-2-16,0 0 0 0,0 0-1 0,0 0-1 15,0 0-2-15,0 0 1 0,0 0-1 0,0 0-1 16,23-5-2-16,-14 4 1 0,7-2-3 0,1 3-1 16,4-2-2-16,-1 1-2 0,8-2-7 0,1 1-20 15,-10 2-21-15,-2-1-30 0,0 0-40 16,1 1-41-16,-9 1-30 0,1 0-99 0,-6 1-306 0,-4-2 136 15</inkml:trace>
  <inkml:trace contextRef="#ctx0" brushRef="#br0" timeOffset="-152694.22">26226 11622 40 0,'13'11'170'0,"-13"-11"5"0,4 11-7 15,1-1 2-15,1 0-15 0,1 6-6 0,-2 1-5 16,-1 7-7-16,0 0-13 0,-6 0-6 0,4 2-10 16,-2 0-11-16,-2-6-7 0,2 4-8 0,0-4-10 15,-2-1-9-15,2-1-2 0,0-1-9 0,-4 0-1 16,4-1-7-16,0-6-3 0,2 2-1 0,0-5-9 0,-6 1-2 16,6-1 1-16,-2-7 0 0,2 10-6 15,-2-10-5-15,0 0 3 0,-2 10 0 0,2-10-5 16,-4 4 2-16,4-4 0 0,0 0-3 0,-14 1-2 15,14-1-2-15,-15-5 0 0,6 4-5 0,-3-2-1 0,3-1 1 16,3 2 0-16,-4-1 0 0,1-1 2 0,3 2-2 16,6 2 1-16,-11-4-2 0,11 4 0 15,-8-6 2-15,8 6-1 0,0 0-3 0,-6-2-1 16,6 2 0-16,0 0-3 0,0 0 0 0,0 0 3 0,0 0 2 16,0 0-2-16,0 0 0 0,31 2 0 15,-20-1-1-15,10-1 0 0,1-1-16 0,5-1-21 16,0 2-21-16,-7 0-24 0,1 0-24 0,1 0-25 15,-2-2-32-15,0 2-22 0,-1-3-155 0,-6 2-364 0,-2 0 162 16</inkml:trace>
  <inkml:trace contextRef="#ctx0" brushRef="#br0" timeOffset="-152499.98">26596 11894 85 0,'0'0'196'0,"0"0"-14"0,5-4-18 16,-5 4 3-16,0 0 8 0,0 0 0 0,6 15-2 15,-6-6-5-15,0-1-7 0,-2 5-14 0,2-3-15 16,-2 2-9-16,2 4-9 0,0-3-16 0,0 2-9 16,0-2-4-16,0-1-13 0,0 1-6 0,-2 1-23 15,2-2-25-15,0-2-29 0,2 1-31 0,-2-1-37 16,2 1-48-16,0-6-25 0,2 1-37 0,-4-6-151 16,5 8-366-16,-1-5 162 0</inkml:trace>
  <inkml:trace contextRef="#ctx0" brushRef="#br0" timeOffset="-152329.97">26861 11933 76 0,'0'0'175'0,"12"-6"-20"0,-6 4-19 16,1 0-11-16,-7 2-14 0,16-1-28 0,-16 1-41 15,13 1-15-15,-5 2-23 0,-1-1-22 0,0 0-20 16,-7-2-18-16,9 7-15 0,-4-4-55 0,-5-3-135 15,4 9 60-15</inkml:trace>
  <inkml:trace contextRef="#ctx0" brushRef="#br0" timeOffset="-152210.35">26955 11973 22 0,'-6'9'54'0,"3"-5"14"0,3-4 18 16,-4 6 11-16,-1-3-5 0,5-3 0 15,-9 6 19-15,4 0-5 0,5-6 6 0,-10 6-4 16,5-5-5-16,5-1-4 0,-6 7-7 0,6-7-15 16,-6 5 3-16,6-5-6 0,0 0-6 0,0 0-5 0,12 7-8 15,-5-4-34-15,6-3-32 0,5 0-40 16,3-3-57-16,5 2-144 0,5-3-273 0,8-5 121 15</inkml:trace>
  <inkml:trace contextRef="#ctx0" brushRef="#br0" timeOffset="-151151.42">27521 11726 236 0,'-5'-3'208'16,"5"3"-16"-16,-4-5-23 0,4 5-11 0,0 0-18 16,19-7-18-16,-6 5-14 0,7 0-17 0,1-1-24 15,7 0-24-15,-8 2-18 0,8-2-31 0,-6 1-10 16,-4 1-23-16,0-1-13 0,-7 1-12 0,1 0 2 15,-4-1 4-15,-8 2 2 0,11-2-4 0,-5 1 1 16,-6 1-2-16,0 0 9 0,4-7 2 0,-4 7 8 16,0 0 12-16,0 0 3 0,0 0 13 0,-18-5 5 15,18 5 12-15,-10 0 13 0,10 0-5 0,-11 0 12 0,11 0 4 16,-9 5 12-16,5-1 7 0,0 1 14 0,-1 2 8 16,1 3 6-16,-1 4-2 0,0-2 1 15,1 5 1-15,1 3 1 0,2-2 3 0,-2 1-3 16,3 6 1-16,-2-6-5 0,4-2 1 0,-4 2-3 0,4 0-4 15,0-1-4-15,-1 0-12 0,0-2 3 0,1 0-7 16,-2-5-5-16,0 1-1 0,1-2-2 0,-1 0-9 16,0-3 0-16,0 0-3 0,0-7 0 15,-1 13-2-15,-2-8-1 0,3-5-3 0,-9 7-4 0,5-3-3 16,4-4-10-16,-11 3-1 0,11-3-2 0,-14-1-1 16,4 1 2-16,10 0-3 0,-13-1 1 15,8-3 2-15,5 4-1 0,-9-4 5 0,9 4-1 16,-9-5-2-16,9 5-3 0,-4-5 4 0,4 5-2 0,0 0-4 15,0 0 4-15,0 0-1 0,18-7-2 0,-9 7 1 16,2 0-2-16,1 4 4 0,5-1-2 0,-5-3-18 16,7 0-10-16,-1 1-11 0,1 1-18 0,-2-4-23 15,-2 2-14-15,4 0-17 0,-7 2-18 0,1-4-3 16,-2 1 1-16,-3 1-3 0,-8 0 1 0,15-1 11 16,-9-1 10-16,-6 2 20 0,12-4 8 0,-5 1 16 15,-7 3 10-15,6-6 19 0,-1 4 14 0,-5 2 18 16,4-6 7-16,-4 6 21 0,5-5 20 0,-5 5 9 15,0 0 8-15,6-4 10 0,-6 4-14 0,0 0 4 16,0 0 11-16,0 0 13 0,0 0-5 0,0 0-3 16,0 0-3-16,2 15-4 0,-2-15 9 0,1 11-1 15,-1-11-3-15,0 10-4 0,0-10-5 0,0 11-1 16,0-11-7-16,2 8 5 0,-2-8 4 0,2 7 4 16,-2-7 13-16,0 0 8 0,0 0 10 0,0 0 1 15,0 0-3-15,0 0-13 0,0 0-5 0,0 0-13 16,0 0 0-16,0 0-8 0,0 0-4 0,0 0-5 15,-2-29-3-15,4 19-10 0,0 1-6 0,2-1-1 16,-1 0 4-16,6 0-9 0,-4 0-1 0,3 1 1 16,3-4-2-16,-3 5-9 0,2 1-1 0,0 0-2 15,2 2-2-15,-2 1-3 0,-1 3-1 0,3 1 0 0,-1 1-1 16,-1 3 0-16,0 3 1 0,-1-2 0 16,-1 4 0-16,-3-3-1 0,4 3 1 0,-4-1 0 15,1 2 3-15,-2-2-6 0,-1-2 4 0,1 1 7 16,-2-1-6-16,2-2-5 0,-3 3 1 0,-1-7 3 0,1 9 5 15,-1-9-5-15,2 6 5 0,-2-6 5 0,0 0 14 16,2 6-3-16,-2-6 0 0,0 0-4 0,0 0 3 16,0 0-3-16,0 0-7 0,0 0-1 0,7-17-2 15,-5 11-1-15,2 0-1 0,1-1-5 0,2-2-1 16,2 1-4-16,0-2 1 0,-3 3-3 0,11-4 4 16,-9 4-5-16,4 1 1 0,-2 2-3 15,-1 0 2-15,1 1 0 0,-3 2-3 0,-7 1 3 16,13 2-1-16,-7 3 0 0,2-2 2 0,-4 3-2 0,1-2 1 15,-2 2 0-15,0 5 0 0,2-2-1 0,-3 1-22 16,-1-1-19-16,-1 1-18 0,0-1-26 0,0 1-27 16,0-10-32-16,-3 14-24 0,5-8-39 0,-2-6-20 15,0 12-166-15,2-8-431 0,-2-4 192 0</inkml:trace>
  <inkml:trace contextRef="#ctx0" brushRef="#br0" timeOffset="-150776.78">28512 11968 28 0,'-2'-6'222'0,"-3"0"-2"0,5 6-4 16,-13-11-15-16,4 5-7 0,-3 3-14 0,4 0-13 15,-3 3-12-15,-1 2-11 0,0 2-9 0,2 0-11 16,-3 0-10-16,0 6-7 0,3-3-10 0,0 2-11 16,1 0-8-16,1 0-7 0,3 0-6 0,0 0-9 15,3-1-8-15,-1 2 0 0,2-2-5 0,1-8-3 16,1 14-5-16,2-9-4 0,-3-5 0 0,8 8-5 15,-2-4-3-15,0-1-1 0,-1 1 0 0,-5-4 0 16,9 4-3-16,-9-4 1 0,7 2-7 0,-7-2 4 16,0 0-5-16,0 0 4 0,11-2-3 0,-11 2-8 15,0 0 8-15,0 0-3 0,5-8-3 0,-5 8 2 0,0 0 7 16,4-5-3-16,-4 5-1 0,0 0-1 16,0 0-2-16,0 0 5 0,-1-10-1 0,1 10-8 15,0 0 1-15,0 0 3 0,0 0-5 0,0-9 1 16,0 9 1-16,0 0 2 0,0 0-2 0,0 0-4 0,0 0-1 15,0 0 2-15,0 0 0 0,0 0-4 0,0 0-10 16,0 0-15-16,0 0-21 0,0-10-18 0,0 10-25 16,0 0-33-16,0 0-38 0,0 0-39 0,0 0-61 15,-8-7-134-15,8 7-427 0,-8-4 189 0</inkml:trace>
  <inkml:trace contextRef="#ctx0" brushRef="#br0" timeOffset="-150022.47">28788 11790 71 0,'3'-12'157'16,"0"1"6"-16,-2 1 4 0,0 0-2 0,-1 0-1 15,0 3-4-15,0 7-10 0,-1-16-14 0,-2 13-8 16,3 3-10-16,-6-12-9 0,2 10-9 0,4 2-3 15,-14-2-9-15,14 2-5 0,-17 5-7 0,6 2-1 16,-1 0-7-16,3 2-9 0,-2 1 0 0,5 0-8 16,-2 4-4-16,3 0-5 0,1-2-8 0,8 5 0 0,1-3 1 15,-1-2-8-15,6 5-1 0,3-5-1 0,1 2-4 16,4-1 1-16,5 2-3 0,1-1-2 0,-6-4-3 16,-1-1-2-16,2 0-1 0,-4-1-3 15,-4 0 0-15,-2-1 2 0,-2-3-6 0,-1 5 3 0,-1-6-1 16,-2 2 4-16,-3 3-5 0,0-8 4 0,-8 10-1 15,-1-4 0-15,-1 0-3 0,-3-2 2 16,-3 5-4-16,-1-5 3 0,4-1-3 0,-1 0-11 0,3 1-28 16,-2-3-28-16,0 1-35 0,4 1-23 0,4 0-51 15,5-3-25-15,-11 1-176 0,11-1-403 0,0 0 179 16</inkml:trace>
  <inkml:trace contextRef="#ctx0" brushRef="#br0" timeOffset="-149820.18">29030 11898 214 0,'0'0'206'0,"0"0"-22"0,6-4-15 0,-6 4-5 15,0 0 4-15,0 0 2 0,6 15-11 0,-5-6-7 16,-1 0-11-16,1 3-15 0,0 0-12 0,-2 0-11 16,2 0-6-16,1 0-12 0,-5 4-7 0,3-5-12 15,0 2-7-15,0-1-29 0,0-1-28 0,0-2-26 16,0-2-29-16,1 4-28 0,-1-11-35 0,-1 13-28 15,1-13-30-15,-1 8-143 0,1-8-341 0,0 0 152 16</inkml:trace>
  <inkml:trace contextRef="#ctx0" brushRef="#br0" timeOffset="-149680.28">29223 11678 22 0,'5'10'52'0,"-1"9"-20"0,-3 9-18 16,2 2-19-16,-3 3-15 0,-3 2-21 0,2-3 10 16</inkml:trace>
  <inkml:trace contextRef="#ctx0" brushRef="#br0" timeOffset="-149486.25">29258 12095 11 0,'0'0'137'0,"0"0"0"16,0 0-11-16,6-26-12 0,-1 16-6 0,1 1 0 0,1-1-10 15,2 0-5-15,-1-1-7 0,3 3 13 0,2-2-6 16,-3 3-3-16,1 4-2 0,-2-1-14 16,2 2 0-16,-1 3-8 0,0-1-7 0,-3 4 0 0,0 0-2 15,-1 1-11-15,1 4-4 0,-2-1-1 0,0 3-7 16,-1 1-4-16,1-1-19 0,-2-1-30 0,-1 1-30 16,1 1-31-16,1-2-49 0,-3 0-155 0,0-3-308 15,2-2 136-15</inkml:trace>
  <inkml:trace contextRef="#ctx0" brushRef="#br0" timeOffset="-149021.12">29651 11903 90 0,'0'0'186'15,"0"0"-5"-15,0 0-8 0,0 0-7 0,0 0-2 16,-14 27-8-16,12-16-16 0,-5 5-12 0,5 2-9 15,-1-1-8-15,2 0-10 0,3-5-10 0,1 0-6 16,-1-2-6-16,2 1-7 0,0-3-5 0,5-1-7 16,0 0-3-16,0 0-4 0,1-3-1 0,0-2-4 15,3-1-1-15,0-2 2 0,-2 0-5 0,1-1-7 16,2-3 2-16,-2 1-3 0,0-1-4 0,-1-2-1 16,1-3-4-16,0 4-2 0,-5-4-3 0,3 1 0 15,-2-2-5-15,0 1 0 0,-2 1-6 0,1 1 1 16,-2-1-3-16,0 4 0 0,-2 2-1 0,-3 3-3 15,3-7-3-15,-3 7 1 0,0 0-3 0,0 0 3 16,0 0 0-16,0 0 2 0,0 0-6 0,-2 27 2 16,-1-19 2-16,2 2 0 0,1-1 0 0,1 1-3 15,1-5-2-15,0 5 7 0,2-4-2 0,5 0-1 16,1 0-1-16,0-2 3 0,7-2-1 0,-2-1 2 0,4-4 0 16,-2 0-1-16,2-1-1 0,-1 0 9 15,0-4 2-15,-2 1 4 0,-1 0 6 0,0-2 18 16,-2-2-4-16,-5 3 0 0,-1-2-2 0,2-5-5 15,-5 4-2-15,0-2-6 0,0 0-6 0,-6 2-1 0,4-2-5 16,-4 2-16-16,0-2-14 0,0 2-19 16,0 1-22-16,-1 4-29 0,2-2-35 0,1 8-45 0,-7-10-36 15,7 10-35-15,-7-4-150 0,7 4-422 16,-8-3 187-16</inkml:trace>
  <inkml:trace contextRef="#ctx0" brushRef="#br0" timeOffset="-148776.8">30306 11727 75 0,'2'-8'265'0,"-1"3"3"0,2-2-4 0,-3 7-16 15,3-8-20-15,-3 8-29 0,0 0-19 0,6-4-18 16,-6 4-3-16,0 0 3 0,1 22 2 0,-1-6-7 16,-1 3-3-16,-3 0-10 0,0 6-8 0,2-6-15 15,-2 6-6-15,3-5-12 0,-2-1-3 0,-1 0-11 16,3 0-13-16,-2-1-8 0,2-2-4 15,-2-3-8-15,3-1-10 0,0 0 0 0,0-1-11 16,0-1-28-16,-1-1-38 0,1-1-30 0,-2-1-38 0,2-7-37 16,0 10-41-16,0-10-29 0,0 0-30 0,-2 10-46 15,2-10-163-15,0 0-480 0,0 0 213 0</inkml:trace>
  <inkml:trace contextRef="#ctx0" brushRef="#br0" timeOffset="-148628.29">30182 11911 14 0,'-4'-6'233'0,"4"6"-23"0,0 0-13 0,0 0-4 0,0 0-7 16,0 0-8-16,13-4-13 0,-13 4-13 0,19-3-17 15,1 2-16-15,-2 0-24 0,10-1-45 0,2 2-60 16,3-3-68-16,1 2-69 0,-2-3-135 0,3-1-306 16,-3-1 135-16</inkml:trace>
  <inkml:trace contextRef="#ctx0" brushRef="#br0" timeOffset="-147384.41">31004 12017 75 0,'0'0'239'0,"0"0"-4"0,0 0-13 16,0 0-14-16,0 0-12 0,0 0-11 15,-1-19-13-15,1 19-9 0,7-6-9 0,-3 1-6 16,1 0-14-16,0 1-6 0,2-3-5 0,1 0-5 0,-2-1-8 15,2-1-14-15,0 2-1 0,1-3-10 0,-3 2 0 16,-1 0-6-16,-1-3-8 0,0 2-5 16,2-3-7-16,-2 3 1 0,-1 1 0 0,-1-1 6 15,-2 2-1-15,0 7-3 0,3-10-5 0,-3 10 4 0,0-10-2 16,0 10-3-16,0 0-9 0,0-10-7 16,0 10-5-16,0 0-2 0,0 0 0 0,0 0-5 0,0 0-2 15,-21 13-9-15,15-4-1 0,-6 1-1 16,1 2 5-16,3 0-5 0,2-3-2 0,1 3-7 15,1-1 2-15,0 0-2 0,-1 1 3 0,4-1-1 0,0 1 0 16,3-1-5-16,2 0 7 0,2 1-11 0,2-4-22 16,1 2-23-16,2-1-25 0,-2-4-32 0,5 6-28 15,3-5-33-15,-7-1-36 0,4 0-40 0,-4-2-34 16,0 0-216-16,-10-3-529 0,12 0 234 16</inkml:trace>
  <inkml:trace contextRef="#ctx0" brushRef="#br0" timeOffset="-147219.15">31160 11665 33 0,'-1'-6'191'0,"1"6"-21"0,-2-6-22 0,2 6-20 16,0 0-9-16,0 0-10 0,0 0-13 0,0 0-39 15,0 0-47-15,10 27-56 0,-5-13-124 0,-1 3-183 16,0 0 82-16</inkml:trace>
  <inkml:trace contextRef="#ctx0" brushRef="#br0" timeOffset="-146923.95">31378 11978 8 0,'10'2'244'0,"3"-1"-12"16,-3 3-11-16,-1 1-11 0,1-1-10 0,-1 3-9 15,-3 1-16-15,-2-3-9 0,2 3-14 0,-3 2-11 16,0-1-10-16,-2 2-6 0,-1-1-3 0,-4-1-8 16,1 1-7-16,-1-1-12 0,-3 1-6 15,-1-2-6-15,2-1-7 0,-3 0-5 0,3-2-7 0,1 1-5 16,1 0-7-16,-1-2-2 0,5-4-3 0,0 0-2 16,-7 6-7-16,7-6-4 0,0 0 0 0,-6 5-1 15,6-5-2-15,0 0-5 0,0 0-4 16,0 0 5-16,19 2-9 0,-9-3 1 0,3 0-17 15,5-2-28-15,0 3-34 0,0-1-39 0,0 0-44 0,0-2-53 16,2-2-38-16,-1 1-41 0,-6 0-146 0,5 0-454 16,-1 1 201-16</inkml:trace>
  <inkml:trace contextRef="#ctx0" brushRef="#br0" timeOffset="-146755.08">31770 11961 39 0,'0'0'236'0,"4"-8"-24"16,-4 8-9-16,8-3-21 0,-8 3-15 0,9-4-15 16,-3 2-17-16,-6 2-13 0,18 0-14 0,-7 0-25 15,2 2-31-15,0 1-40 0,-2-1-43 0,2 0-59 16,-4 1-39-16,1 2-114 0,-5-2-262 0,-1 2 117 16</inkml:trace>
  <inkml:trace contextRef="#ctx0" brushRef="#br0" timeOffset="-146597.96">31826 12069 13 0,'-3'4'211'0,"3"-4"-2"0,0 0-3 15,0 0-9-15,0 0-13 0,17 5-11 0,-8-5-19 16,4 1-15-16,-1-1-15 0,7 2-14 0,-1-2-26 16,-1 0-36-16,4 0-46 0,-1 0-40 0,7-2-36 15,-6 0-38-15,1 0-29 0,-3 0-108 0,-4-2-268 16,4 1 118-16</inkml:trace>
  <inkml:trace contextRef="#ctx0" brushRef="#br0" timeOffset="-146272.78">32381 11891 40 0,'0'0'222'0,"8"-7"-4"0,-8 7-16 0,2-5-12 16,-2 5-19-16,0 0-15 0,0 0-18 0,0 0-9 15,0 0 3-15,0 0-10 0,0 0-2 0,-22 21-6 16,16-12-9-16,-2 1-9 0,-2 3-5 0,3-4-1 15,0 3-4-15,1-2 3 0,-1 2-10 0,4-2-3 16,-4 0-6-16,6 2 0 0,0-3-7 0,2 1 7 16,3-3-5-16,0 3-4 0,4-3 3 0,0 0-5 15,4 0 2-15,2-3-1 0,5-1 1 0,-1-2-5 16,1-1-4-16,0 0 0 0,3-1 1 0,-3-1-7 16,3-3-6-16,-1-1-2 0,-3-2 11 0,2 1-14 15,-4-3 0-15,-7 0 11 0,3-2 7 0,-5-2 2 16,0-1-8-16,-5-2-3 0,-2-1 1 0,-4 3 2 15,-3 0-4-15,-4-1-7 0,2 2-5 0,-4 4-5 0,-3 0-1 16,-3 3-4-16,1 2-16 0,-10 3-32 16,0 0-34-16,1 4-48 0,-5 3-60 0,4-1-82 15,2 3-92-15,-2-1-222 0,2 1-613 0,7-3 271 16</inkml:trace>
  <inkml:trace contextRef="#ctx0" brushRef="#br0" timeOffset="-140435.28">26587 12220 79 0,'0'0'147'0,"0"0"-17"0,0 0-16 16,0 0-1-16,0 0-9 0,4-19-10 0,-4 19-13 15,0 0-2-15,0 0-7 0,0 0-5 16,0 0-18-16,0 0-9 0,0 0-20 0,0 0-22 0,0 0-14 15,0 0-22-15,7-1-30 0,-7 1-24 0,0 0-71 16,0 0-175-16,16 4 78 0</inkml:trace>
  <inkml:trace contextRef="#ctx0" brushRef="#br0" timeOffset="-139757.52">32046 11987 22 0,'5'3'163'0,"-5"-3"-17"0,0 0-10 0,0 0-24 16,0 0-2-16,0 0-26 0,0 0-13 15,0 0-20-15,0 0-20 0,0 0-33 0,0 0-35 16,0 0-49-16,0 0-48 0,0 0-145 0,0 0 65 16</inkml:trace>
  <inkml:trace contextRef="#ctx0" brushRef="#br0" timeOffset="-138165.52">31015 11791 55 0,'0'0'71'0,"0"0"-1"0,2-6-8 0,-2 6 0 16,0 0-1-16,0 0 8 0,0 0-10 0,0 0 2 15,0 0 2-15,12 0-6 0,-12 0-5 0,0 0 7 16,0 0-2-16,0 0 8 0,0 0-6 0,0 0 9 16,0 0-3-16,0 0 0 0,0 0-7 0,0 0-7 15,0 0-3-15,0 0 4 0,0 0 1 0,0 0-6 16,0 0-3-16,0 0-3 0,0 0-2 0,0 0-6 15,-22-9-1-15,22 9-4 0,-13-1 1 0,13 1 1 16,-11-4-2-16,4 2 3 0,7 2-1 0,-13-2-1 16,7 0-2-16,6 2-3 0,-14-3 1 0,5 1 7 15,2 1 12-15,7 1-4 0,-13-2 2 0,13 2 1 16,-12-2 1-16,12 2-4 0,-6-1-5 0,6 1-3 16,0 0-2-16,0 0-3 0,0 0-2 0,0 0-1 15,0 0-6-15,0 0-1 0,35-4 0 0,-15 1-2 16,3 2 1-16,-3-2-6 0,3 3 2 0,-1 0 0 15,1-3-7-15,-5 4-5 0,1-2-7 0,-5 0-17 16,-1 1-12-16,-2-3-18 0,-3 4-16 0,-8-1-9 16,15-1-14-16,-15 1-5 0,9 0-5 0,-9 0-8 15,6-3 5-15,-6 3-2 0,0 0 4 0,0 0 12 16,0 0 6-16,0 0 14 0,0 0 5 0,0 0 6 16,-20-7 10-16,20 7 11 0,-11-4 4 0,6 1 7 0,5 3 20 15,-11-2 6-15,5-1 11 0,6 3 19 16,-11-1-1-16,11 1 13 0,-7-2 6 0,7 2 15 15,0 0 1-15,-7-4 6 0,7 4 0 0,0 0-5 16,0 0-2-16,-9-2 0 0,9 2-8 0,0 0-2 16,0 0-2-16,0 0 5 0,0 0 6 0,0 0 9 15,0 0-4-15,6 21 0 0,-5-12-1 0,2 1-1 16,-3 2 7-16,2 4-1 0,-3 2 1 0,1 1-1 16,-1 0 1-16,-3 0-7 0,3 1-3 0,-3-2-5 0,1 3-3 15,1-5-6-15,-1 0-2 0,3 1 1 16,-2-1-6-16,0-3-2 0,0-1 1 0,-1 0-6 15,2-3-5-15,0 1-3 0,-1 1 5 0,0-3-9 16,2-1-1-16,0-7-2 0,-3 15 1 0,2-11-3 16,1-4 1-16,-1 12-3 0,-3-6 1 0,4-6-6 0,0 0 6 15,-1 12-6-15,1-12 0 0,0 7-1 0,0-7 2 16,0 0-1-16,0 0 2 0,-1 8 1 16,1-8-1-16,0 0-1 0,0 0 1 0,0 0-4 15,0 0 3-15,0 0-2 0,0 0-4 0,-4 6-4 0,4-6-9 16,0 0-3-16,0 0-4 0,0 0-7 0,-18-7 6 15,18 7-4-15,-16-3 0 0,6 2 4 0,-1-2 1 16,-1 3 3-16,4-2-1 0,1 1 1 16,7 1 5-16,-13-2 1 0,13 2 1 0,-9-1-6 15,9 1 3-15,-8-1 3 0,8 1-2 0,0 0-3 0,0 0 2 16,0 0 10-16,0 0-5 0,0 0-1 0,0 0 4 16,0 0 1-16,0 0-3 0,43 4 4 15,-24-4-4-15,-1 0 4 0,3 0 1 0,9 0-5 16,-3 1 4-16,1-2-3 0,-9 1 3 0,3 0-2 15,-2-2-3-15,-3 2-25 0,-2 2-17 0,-2-4-31 0,-2 2-22 16,-11 0-26-16,21-4-27 0,-12 3-19 0,-9 1-18 16,15-5-154-16,-15 5-372 0,8-6 166 0</inkml:trace>
  <inkml:trace contextRef="#ctx0" brushRef="#br0" timeOffset="-137526.02">31053 11737 144 0,'-6'-5'164'0,"6"5"-16"0,0 0-14 16,-4-8-9-16,4 8-15 0,0 0-14 0,0 0-8 15,14-7-11-15,-6 6-6 0,-1-1-7 0,5 2-8 0,-1 0-13 16,-11 0-21-16,18-1-10 0,-18 1-17 0,17-2-16 16,-17 2-9-16,11 2-4 0,-11-2-5 0,0 0 5 15,14-2-2-15,-14 2 5 0,0 0 2 0,0 0 6 16,0 0 4-16,0 0 2 0,0 0 2 0,0 0 0 16,0 0 3-16,0 0 9 0,0 0 5 0,0 0-1 15,0 0 39-15,0 0-21 0,0 0 3 0,0 0 2 16,-25 8 3-16,25-8-2 0,-5 4 0 0,5-4 8 15,0 0-2-15,-3 10 8 0,-1-2 12 16,4 1 4-16,-2 1 12 0,1 6 6 0,-1 1-2 0,0 2 5 16,0 6 0-16,0-7-3 0,1 8-4 0,1-6-3 15,-3-1-2-15,0 6-1 0,1-6-5 0,-1-1-3 16,3 1-5-16,-1-1-6 0,0-1-4 0,-1-1-1 16,2 0-5-16,0-5-2 0,0 0-1 0,-2-1-4 15,1-3-3-15,1 3-1 0,0-10-4 0,-2 12 1 16,2-12-5-16,0 10 2 0,0-10-1 0,0 7-2 15,0-7 1-15,0 0-3 0,-1 9 0 0,1-9 0 16,0 0-1-16,0 0 0 0,0 0-2 0,0 0 2 16,-5 7-2-16,5-7 1 0,0 0-3 0,0 0 1 15,-10-3-4-15,10 3 0 0,0 0 0 0,0 0 0 16,-15-6 2-16,15 6-1 0,-6-3-2 0,6 3 0 16,0 0 0-16,-6-4 3 0,6 4 0 0,0 0 0 15,0 0 1-15,0 0 4 0,-5-5 1 0,5 5-4 16,0 0 4-16,0 0-4 0,0 0 5 0,28-2-5 15,-17 0-1-15,3 1 0 0,4 0-2 0,1-1 3 16,2 0-1-16,1 1-3 0,-2 1-15 0,-1-1-25 16,-1-1-35-16,0 1-39 0,-5 1-41 0,6-4-44 15,-4 0-200-15,-4 0-427 0,0 1 190 0</inkml:trace>
  <inkml:trace contextRef="#ctx0" brushRef="#br0" timeOffset="-131051.97">24043 11827 52 0,'0'0'116'0,"0"0"-3"15,0 0-6-15,0 0-10 0,0 0 4 0,0 0-2 16,0 0-4-16,0 0-11 0,0 0-2 0,0 0-4 15,0 0-10-15,0 0-1 0,0 0 4 0,0 0-10 16,3-6 4-16,-3 6-5 0,0 0 2 0,0 0 1 16,0 0-4-16,0 0 0 0,0 0-4 0,0 0-4 15,0 0-4-15,0 0 0 0,0 0-3 0,0 0-3 16,0 0-6-16,0 0-2 0,0 0 0 0,0 0-4 16,0 0-5-16,0 0-2 0,0 0-4 0,0 0 2 15,0 0-6-15,0 0 2 0,0 0-6 0,0 0 2 16,0 0-2-16,0 0 2 0,0 0-2 0,0 0-7 15,0 0 0-15,0 0 2 0,0 0-1 0,0 0 0 16,0 0 1-16,0 0-2 0,0 0-5 0,0 0 7 16,0 0-2-16,0 0-2 0,0 0 0 0,0 0 3 15,0 0-3-15,0 0 1 0,0 0 1 0,0 0 0 16,0 0-1-16,0 0 0 0,0 0-3 0,0 0 6 16,0 0-4-16,0 0 2 0,0 0 1 0,0 0-7 0,0 0 3 15,0 0 1-15,0 0-2 0,0 0-2 0,0 0 5 16,0 0-3-16,0 0 0 0,0 0 4 15,0 0 1-15,0 0-3 0,0 0-1 0,0 0-3 0,0 0 2 16,0 0 1-16,0 0-5 0,0 0 6 0,0 0 1 16,0 0-1-16,0 0 1 0,0 0-2 0,0 0 0 15,0 0-1-15,0 0-2 0,0 0 1 0,0 0 8 16,0 0-5-16,0 0-5 0,0 0 5 0,0 0 2 16,0 0-2-16,0 0 1 0,0 0-3 0,0 0 1 15,0 0 0-15,0 0 2 0,0 0-5 0,0 0 4 16,0 0-2-16,0 0 0 0,0 0 2 0,0 0-1 15,0 0 1-15,0 0 4 0,0 0-3 0,0 0-2 16,0 0 2-16,0 0-1 0,0 0 2 0,0 0 0 16,0 0 0-16,0 0-2 0,0 0 2 0,0 0-4 15,0 0 2-15,0 0 2 0,0 0-1 0,0 0-2 16,0 0-2-16,0 0 8 0,0 0-7 0,0 0 1 16,0 0 1-16,0 0 0 0,0 0 1 0,0 0-1 15,0 0-2-15,0 0 3 0,0 0-2 0,0 0 4 16,0 0-5-16,0 0-2 0,0 0 3 0,0 0 2 15,1-8-2-15,-1 8 1 0,0 0 0 0,0 0 1 16,0 0-4-16,0 0 5 0,0 0-3 0,0 0-1 16,0 0 0-16,0 0 5 0,0 0-1 0,0 0-1 15,0 0-5-15,0 0 1 0,0 0 1 0,0 0 4 16,0 0-3-16,0 0 4 0,0 0-5 0,0 0 1 16,0 0 0-16,0 0-6 0,0 0 8 0,0 0-1 15,0 0-3-15,0 0 5 0,0 0 1 0,0 0-5 16,0 0-3-16,0 0 6 0,0 0-1 0,0 0 2 15,0 0 0-15,0 0 5 0,0 0-9 0,0 0 2 0,0 0-6 16,0 0 6-16,0 0-2 0,0 0 1 16,0 0 1-16,0 0-3 0,0 0 3 0,0 0 1 15,0 0-4-15,0 0 1 0,0 0 2 0,0 0-1 16,0 0 1-16,0 0 0 0,0 0-1 0,0 0 0 0,0 0-1 16,0 0 2-16,0 0-1 0,0 0 0 0,0 0-1 15,0 0 0-15,0 0 0 0,0 0-1 16,0 0-1-16,0 0 5 0,0 0-7 0,0 0 3 15,0 0 4-15,0 0-5 0,0 0 2 0,0 0 3 0,0 0-8 16,0 0 3-16,0 0 3 0,0 0-3 0,0 0-1 16,0 0 2-16,0 0-1 0,0 0 1 0,0 0-1 15,0 0-3-15,0 0 7 0,0 0-1 0,0 0-5 16,0 0 4-16,0 0-2 0,0-8 0 0,0 8 4 16,0 0-2-16,0 0 4 0,0 0-3 0,0 0-4 15,0 0 3-15,0 0 0 0,0 0 1 0,0 0 0 16,0 0 2-16,0 0-1 0,0 0 0 0,0 0-3 15,0 0 2-15,0 0-2 0,0 0 2 0,0 0 3 16,0 0 0-16,0 0-4 0,0 0 2 0,0 0 0 16,0 0-2-16,0 0-3 0,0 0 1 0,0 0 1 15,0 0 3-15,0 0 0 0,0 0 0 0,0 0-4 16,0 0 6-16,0 0-5 0,0 0 2 0,0 0-1 16,0 0 2-16,0 0-1 0,0 0 2 0,0 0-3 15,0 0 0-15,0 0 5 0,0 0-5 0,0 0 1 16,0 0-1-16,0 0-2 0,0 0 1 0,0 0 2 15,0 0 0-15,0 0-3 0,0 0 5 0,0 0-1 16,0 0 3-16,0 0-7 0,0 0 7 0,0 0-1 16,0 0 0-16,0 0-2 0,0 0-5 0,0 0 9 15,0 0-4-15,0 0-3 0,0 0 4 0,0 0 0 16,0 0-6-16,0 0 3 0,0 0 3 0,0 0-4 0,0 0 2 16,0 0 2-16,0 0-5 0,0 0 0 15,0 0 3-15,0 0-3 0,0 0-4 0,0 0-4 16,0 0-4-16,0 0-9 0,0 0-8 0,0 0-13 15,0 0-12-15,0 0-18 0,0 0-13 0,0 0-16 0,0 0-25 16,0 0-28-16,0 0-104 0,0 0-283 0,0 0 125 16</inkml:trace>
  <inkml:trace contextRef="#ctx0" brushRef="#br0" timeOffset="-130639.54">23948 11965 96 0,'0'0'123'0,"0"0"0"15,-12 0-7-15,12 0-8 0,0 0-7 0,-11 0 0 16,11 0 3-16,-9 0-2 0,9 0-6 0,-12 1 5 16,12-1-11-16,0 0-2 0,-14-2-1 0,14 2 1 15,-9 0-2-15,9 0 0 0,0 0 0 0,0 0 1 16,-11 0-7-16,11 0-5 0,0 0-7 0,0 0-6 16,0 0-7-16,0 0-3 0,0 0-7 0,0 0-5 15,0 0 0-15,0 0-5 0,0 0-1 0,27-6-1 16,-16 5-6-16,3-1-1 0,3 0-1 0,1-1-5 15,0 0-2-15,3 2 1 0,1 0-6 0,-2-3 3 16,1 2-3-16,1-1-5 0,-3 0-18 0,-1 0-19 16,2 3-18-16,-7-3-26 0,1 3-18 0,-1-2-24 15,-2-1-17-15,-1 2-16 0,-3 0-19 0,-7 1-144 16,10-3-336-16,-10 3 149 0</inkml:trace>
  <inkml:trace contextRef="#ctx0" brushRef="#br0" timeOffset="-130407.02">24041 11788 16 0,'0'0'160'0,"-6"-5"-6"0,6 5-6 0,0 0-21 16,-5-4-16-16,5 4 4 0,0 0-3 0,0 0 9 16,0 0 0-16,-2 19-1 0,4-7-13 0,-2-1-2 15,2 4-5-15,1-2-6 0,0 3-10 0,1 3-5 16,-1-3-11-16,-1 2-3 0,1-1-6 0,-2-1-7 15,1 1-5-15,-1-2-5 0,1 3-3 0,1-2-6 16,-2-5-14-16,-1 2-30 0,0-1-23 0,2-1-33 16,-1 1-32-16,1-1-31 0,0-3-30 0,1 0-140 15,-3 0-324-15,2-1 143 0</inkml:trace>
  <inkml:trace contextRef="#ctx0" brushRef="#br0" timeOffset="-130055.96">24272 11797 72 0,'0'0'191'0,"3"-7"-18"16,-3 7-15-16,0 0-1 0,6-1-2 0,-6 1-14 16,9 9 8-16,-5 3-12 0,1 4-4 0,-1-2-11 15,1 2-8-15,-2 3-12 0,3 0-2 0,-2-2-13 16,-2 0-6-16,1 0-6 0,1-3-3 0,-2 0-3 15,2-2-5-15,0-2-6 0,-1 0-5 0,0-1-5 16,-1-1-3-16,0-3-6 0,-2 1-2 0,0-6-2 16,3 8 1-16,-3-8 6 0,0 0 10 0,2 8 8 15,-2-8 3-15,0 0 6 0,0 0-4 0,0 0-8 16,0 0-7-16,0 0-2 0,13-14-5 0,-9 6-4 16,1-1-5-16,-1-1-6 0,3-3 3 0,-3-2-7 15,3-1-3-15,-1-2-12 0,4 2-15 0,-2-3-14 16,0 2-19-16,1 1-17 0,-3 0-25 0,2 2-24 15,-3 5-36-15,-1 2-21 0,3 1-46 0,-5 1-23 16,-2 5-168-16,5-6-431 0,-5 6 192 0</inkml:trace>
  <inkml:trace contextRef="#ctx0" brushRef="#br0" timeOffset="-129729.15">24472 12033 29 0,'0'0'199'0,"0"0"-3"0,12-9-6 0,-5 6-6 16,2-4-9-16,0 2-6 0,0-3-14 0,1 1-9 16,3-4-7-16,-3 3-13 0,3-4-7 0,-4 3-10 15,-2-1-7-15,1 1-9 0,1-1-7 0,-3-1-7 16,2 2-7-16,-3-2-7 0,0 3-3 0,-2 0-4 0,-1 2-7 16,-2-1-6-16,0 7-6 0,-1-10-4 15,1 10-4-15,-4-9-1 0,4 9-4 0,-13-1-5 16,4 1 0-16,9 0-3 0,-16 4-5 0,3 2-3 0,2 1 2 15,-2 2-3-15,3-2 0 0,-3 5-4 0,1-1 1 16,6 1 1-16,-2-2-2 0,3 6-6 0,1-5 4 16,3 1 0-16,0-1 2 0,2 1 0 15,3 0 1-15,0-1-3 0,3-2 3 0,2 1-12 0,2-2-15 16,0 0-17-16,1-1-24 0,5-2-27 0,-1 0-27 16,1 0-20-16,0-1-33 0,2-2-14 15,-2-1-21-15,-3 0-122 0,-3-1-352 0,3-1 156 16</inkml:trace>
  <inkml:trace contextRef="#ctx0" brushRef="#br0" timeOffset="-129342.58">24790 11823 120 0,'0'-9'187'0,"0"9"1"0,-3-11-11 0,3 11-13 15,0 0-21-15,0-9-15 0,0 9 2 0,0 0-5 16,0 0-9-16,0 0 1 0,5 36-7 0,-5-18-7 15,0 1-7-15,0 8-1 0,0-3-8 0,0-5-6 16,0 1-4-16,0-2-2 0,0 1-10 0,0-2-3 16,0-1-3-16,-2 0-10 0,4-6-2 0,-2 1-2 15,0-4-5-15,0-1-1 0,0-6 7 0,0 10 4 16,0-10 5-16,0 8 9 0,0-8 6 0,0 0-8 16,0 0-3-16,0 0-3 0,0 0-8 0,0 0-8 15,0 0 1-15,0 0-4 0,0 0-7 0,0 0-1 16,7-33-8-16,-2 21 3 0,3 1-7 0,1-5 2 15,2 2-2-15,2-1-2 0,0 4-4 0,1 0-2 16,-4 2-1-16,4 0-2 0,-3 1-3 0,-2 3-2 16,2 4 5-16,0 0-5 0,-2 1-1 0,0 4 0 15,0 0-3-15,-2 3 4 0,-2 0 0 0,1 1-1 0,-2 1-7 16,-2 4-11-16,2-4-12 0,-3 2-9 0,2 0-24 16,-1 0-24-16,-2-1-19 0,0-1-22 15,0 1-13-15,2-4-31 0,-2-6-27 0,1 10-24 16,-1-10-170-16,3 8-426 0,-3-8 189 0</inkml:trace>
  <inkml:trace contextRef="#ctx0" brushRef="#br0" timeOffset="-128975.03">25142 11885 16 0,'-6'-3'191'0,"0"0"-10"15,6 3-2-15,-17-1-4 0,6 5-11 16,2-2-12-16,-1 3-10 0,2 0-14 0,-2 2-1 0,3 3-8 15,0-1-5-15,4 1-9 0,-3-1-9 0,4 1-6 16,1-1-8-16,1-1-12 0,0 2 0 0,1-1-12 16,1-2-3-16,0 0-4 0,2-1-3 0,0 0-9 15,2-3 0-15,0 1-5 0,-6-4 0 0,11 3-6 16,-11-3-2-16,12 0-4 0,-12 0 2 0,11-5-5 16,-5 2 4-16,-2 1-7 0,1-4 1 0,-1 1-3 15,-4 5 2-15,5-13-7 0,-2 4 1 0,-1-1 0 16,0 3 1-16,-1-1-5 0,0-2 2 0,0 3-5 15,-1 7 7-15,2-11-3 0,-2 11 2 0,2-8-6 16,-2 8 0-16,0 0-4 0,4-6 3 0,-4 6-2 16,0 0 1-16,0 0-1 0,3 19 2 0,-3-10-2 15,1-1 1-15,0 3 1 0,-2 2 1 0,2-3 2 0,2 1-4 16,-2 1-17-16,0-2-14 0,3 0-20 16,-2-1-30-16,0-1-40 0,-1 0-35 0,1-3-32 15,-2-5-186-15,4 8-402 0,-4-8 178 0</inkml:trace>
  <inkml:trace contextRef="#ctx0" brushRef="#br0" timeOffset="-128752.89">25232 11787 146 0,'0'-8'219'0,"0"8"-16"0,0-11-18 15,0 11-20-15,0 0-5 0,0 0-4 16,0 0-2-16,0 0-1 0,0 0-5 0,10 32-8 15,-8-13-5-15,0 5-6 0,-2 1-9 0,1-6-13 16,2 5-10-16,-3-5-8 0,0-2-10 0,0 1-4 0,0 0-10 16,3-1-1-16,-1 0-17 0,-2-4-26 0,2 3-29 15,0-5-32-15,-2 0-41 0,0-2-45 16,0-1-28-16,1-3-25 0,-1-5-27 0,2 8-139 16,-2-8-372-16,0 0 166 0</inkml:trace>
  <inkml:trace contextRef="#ctx0" brushRef="#br0" timeOffset="-128398.46">25352 11901 11 0,'0'0'203'0,"3"-9"-15"15,-3 9-17-15,0 0-7 0,5-2 0 0,-5 2 4 16,0 0-7-16,0 18-2 0,3-7-11 16,-2 0-2-16,0 5-16 0,-1-3-10 0,-1 3-6 0,2 1-8 15,0-2-8-15,-1 2-6 0,-1-2-15 0,0-4-1 16,1 1-14-16,0 1-1 0,1-2-7 0,0-2-4 15,-1-1-4-15,0-8-5 0,0 10-4 0,0-10-4 16,1 8-2-16,-1-8-2 0,3 8 7 0,-3-8-8 16,0 0-6-16,0 0 4 0,0 0-6 0,0 0 0 15,0 0-4-15,0 0-4 0,0 0 0 0,0 0 1 16,-3-35-2-16,6 23-3 0,-1-1-2 0,0-6-1 16,1 1-7-16,0-7-9 0,2 5-1 0,-1-6 2 15,1 0-5-15,2 2 1 0,-1-1 0 0,1 7 1 16,-1 3-2-16,2 3 5 0,-3 0-6 0,1 2 2 15,1 1-1-15,-1 2-4 0,2-1-2 0,-2 4-6 16,0 1-16-16,1 2-6 0,-7 1-16 0,14 0-20 16,-5 2-16-16,-5 2-21 0,1 0-32 0,2 4-12 15,-3-2-10-15,1 4-155 0,-5-1-360 0,0 1 160 16</inkml:trace>
  <inkml:trace contextRef="#ctx0" brushRef="#br0" timeOffset="-128243.14">25446 11980 95 0,'0'0'157'0,"0"0"-4"0,-3 6-2 16,3-6-1-16,0 0-15 0,0 0-10 15,0 0-4-15,17 0-20 0,-17 0-6 0,15-1-30 16,-15 1-24-16,18-3-48 0,-7-1-36 0,1 1-35 16,3 0-32-16,-4-1-83 0,1-1-207 0,1 1 92 15</inkml:trace>
  <inkml:trace contextRef="#ctx0" brushRef="#br0" timeOffset="-128079.48">25732 11829 144 0,'2'-8'242'0,"-2"8"-4"0,0 0-13 15,4-9-11-15,-4 9-17 0,0 0-13 0,2-5-21 16,-2 5-18-16,0 0-15 0,0 0-13 16,0 0-13-16,0 0-8 0,0 0-13 0,0 0-28 0,5 15-37 15,-5-15-42-15,-2 17-36 0,1-8-29 0,0 1-36 16,0 0-26-16,-1 3-23 0,-2-2-115 0,2 1-313 15,-1 1 139-15</inkml:trace>
  <inkml:trace contextRef="#ctx0" brushRef="#br0" timeOffset="-127947.23">25724 12058 80 0,'0'0'185'0,"0"0"0"0,3 7-5 0,-3-7-2 16,5 4-3-16,-5-4-11 0,6 3-11 0,-6-3-17 15,7 4-11-15,-7-4-15 0,6 2-21 0,-6-2-34 16,0 0-42-16,14 0-43 0,-14 0-57 0,11-2-38 15,-11 2-140-15,11-4-286 0,-7 1 127 0</inkml:trace>
  <inkml:trace contextRef="#ctx0" brushRef="#br0" timeOffset="-127802.85">25899 11980 95 0,'0'0'227'0,"0"0"-12"0,0 0-16 0,0 0-17 16,0 0-19-16,5-4-20 0,-5 4-14 0,0 0-22 15,0 0-29-15,0 0-36 0,0 0-50 0,0 0-47 16,0 0-53-16,9 9-128 0,-9-9-253 0,0 0 112 16</inkml:trace>
  <inkml:trace contextRef="#ctx0" brushRef="#br0" timeOffset="-127190.28">24062 13014 126 0,'-13'0'206'0,"0"1"-6"16,3-1-3-16,-1 2-9 0,5-1-8 15,6-1-10-15,-11 3-11 0,11-3-13 0,-7 1-7 0,7-1-1 16,0 0-7-16,0 0-2 0,30 0-12 0,-2-4-6 16,2 1-13-16,5-3-8 0,1 4-8 0,-2 0-9 15,-1 2-13-15,-1-5-12 0,-1 1-24 16,-9 2-27-16,-1 1-26 0,-3-1-35 0,2 1-31 0,-7 1-48 15,4-1-20-15,-5-1-38 0,0 1-152 0,-4-2-381 16,0-1 168-16</inkml:trace>
  <inkml:trace contextRef="#ctx0" brushRef="#br0" timeOffset="-126852.23">24428 12861 107 0,'0'0'217'0,"0"0"-18"0,0 0-22 0,0 0-5 16,4-5 0-16,-4 5-6 0,0 0-2 0,0 0-10 16,13 16-13-16,-8-10-8 0,-1 2-8 0,2 3-12 15,-2-1-11-15,1 2-3 0,0 2-7 0,1 2-13 16,-3-6-3-16,0 2-2 0,2 0-12 0,-1 3 0 16,-2-6-5-16,3 1 1 0,-1-1-7 0,-3-2 0 15,2 0-6-15,0-3 2 0,-3-4 3 0,5 9-4 16,-3-5 2-16,-2-4 7 0,0 0 6 0,2 6 4 15,-2-6 21-15,0 0-18 0,0 0 1 0,0 0-10 16,0 0 0-16,14-10-9 0,-14 10-2 0,7-12-9 16,-3 3-3-16,1-1 1 0,2-3-6 0,5 2-8 15,-3-4-13-15,2 1-19 0,-1 2-20 0,-1-2-26 0,2 1-22 16,-1 5-24-16,1-2-25 0,-1 5-32 16,1-3-19-16,1 3-23 0,1 1-12 0,-3 3-14 15,3-1-15-15,-4 2-147 0,-2 2-419 0,1 3 185 16</inkml:trace>
  <inkml:trace contextRef="#ctx0" brushRef="#br0" timeOffset="-126574.73">24842 12979 1 0,'0'0'212'16,"13"-3"-10"-16,-13 3-6 0,2-7-6 0,-2 7-3 0,3-5-10 16,-3 5-10-16,4-7-10 0,-4 7-11 0,4-10-16 15,-4 10-12-15,0-12-7 0,2 3-6 16,-2-1-13-16,0 2-6 0,0-2-10 0,0 10-6 15,-2-16-9-15,-2 10-3 0,2-1-2 0,-2-1-6 0,1 3-5 16,3 5-6-16,-10-10-4 0,7 7-3 0,-7 0-6 16,10 3-1-16,-14 1-6 0,6 3 0 0,-1 0-3 15,-2 3-1-15,2 0-2 0,-1 3 1 0,0 3-1 16,2 1-3-16,-2 2 0 0,3 1 1 0,3-5-8 16,3 3 4-16,1 1 2 0,0-3-3 0,4 3 0 15,2 0-6-15,1-6-13 0,3 2-18 0,4 0-27 16,0-4-36-16,1 2-40 0,3-4-41 0,0-4-26 15,2-1-186-15,-5-1-417 0,1 2 185 0</inkml:trace>
  <inkml:trace contextRef="#ctx0" brushRef="#br0" timeOffset="-126229.83">25077 12832 19 0,'1'-6'225'16,"-1"6"-18"-16,1-11-25 0,-1 11-15 0,4-4-5 15,-4 4 6-15,0 0-6 0,0 0-7 0,8 25 0 16,-8-12-10-16,0 2-9 0,2 2-4 0,-4-1-13 16,4 1-8-16,-1 0 0 0,0-1-8 0,-2 1-6 15,2-5-11-15,-1-1-4 0,2 0-8 0,-2-2-9 16,0-9-7-16,1 12 0 0,-1-6-1 0,0-6 4 16,2 6 14-16,-2-6 8 0,0 0 7 0,2 6-1 15,-2-6-11-15,0 0-12 0,0 0 2 0,0 0-6 16,14-16-11-16,-10 9-6 0,3-2-4 0,-2-1-1 15,6-3-16-15,0 0 8 0,2 3-6 0,1-2-4 16,0 1-8-16,-4 3 13 0,4 1-11 0,-5 2-5 16,5 0-5-16,-7 3-4 0,1 2 0 0,-1-1 2 15,-7 1-1-15,14 6-4 0,-6-4 1 0,-4 1-27 16,1 4-13-16,-5-2-22 0,2 5-25 0,0-4-33 16,0 4-27-16,-2-10-37 0,1 19-41 0,-1-9-35 15,-1-1-228-15,-1-1-526 0,2-8 232 0</inkml:trace>
  <inkml:trace contextRef="#ctx0" brushRef="#br0" timeOffset="-125886.61">25434 12898 213 0,'-4'-4'219'0,"4"4"-4"16,-10-7-12-16,4 6-17 0,6 1-11 0,0 0-6 15,-17 4-9-15,7 0-9 0,5 2-9 16,-1 2-13-16,-1-2-8 0,1 3-13 0,3 1-13 0,-2-2-5 15,1 1-8-15,4-2-6 0,0 0-13 0,0-7-4 16,0 15-6-16,3-9 3 0,-3-6-11 0,4 9-3 16,-2-5-8-16,-2-4-1 0,12 5-4 15,-12-5-6-15,10 0 1 0,-3 0-1 0,-7 0-5 0,10-8-3 16,-4 6 1-16,-1-3-3 0,1-2 2 0,-6 7-3 16,5-12 0-16,0 7-2 0,-1-2-3 0,-1 0-2 15,-1 2 2-15,-2 5 1 0,6-9-4 16,-3 4 1-16,1 2 0 0,-4 3 0 0,4-5-8 15,-4 5 3-15,0 0-1 0,0 0 1 0,0 0 1 0,0 0-1 16,14 10 1-16,-12-4 2 0,-2-6-1 0,2 11 1 16,0-4-1-16,1 2-26 0,1-2-21 0,-4-1-28 15,0-6-40-15,5 16-37 0,-3-8-38 0,-2-8-28 16,3 10-180-16,-3-10-429 0,0 0 190 0</inkml:trace>
  <inkml:trace contextRef="#ctx0" brushRef="#br0" timeOffset="-125672.68">25569 12846 90 0,'2'-9'239'0,"-2"9"-19"0,0 0-16 0,0 0-9 16,0 0 2-16,0 0-2 0,0 0-7 0,0 0-13 16,0 0-7-16,10 26-11 0,-10-14-5 0,2 0-18 15,1 0-11-15,0 1-9 0,-2-1-14 0,3 4-6 16,-2 3-21-16,0-9-30 0,-1 4-32 0,0-4-32 15,-1-3-32-15,0 4-37 0,2-4-18 0,-2 0-36 16,0-7-13-16,1 9-19 0,-1-9-30 0,2 9-114 16,-2-9-346-16,0 0 153 0</inkml:trace>
  <inkml:trace contextRef="#ctx0" brushRef="#br0" timeOffset="-125342.15">25684 12887 184 0,'2'-6'193'16,"0"1"-13"-16,-2 5-12 0,4-8-20 0,-4 8 1 15,0 0-3-15,0 0-4 0,0 0-2 0,12 13 2 16,-11-4-11-16,0 2-5 0,-2 2-8 0,2-1-7 0,2 12-12 16,-1-8-9-16,-2 0-6 0,2-3-5 15,0 3-13-15,-2-4-2 0,1-2-5 0,3 0-5 16,-2-2-7-16,0-1-4 0,-2-7-2 0,2 9-2 16,-2-9 1-16,1 6 6 0,-1-6-2 0,0 0-7 0,0 0-2 15,0 0-3-15,0 0-5 0,0 0-1 16,0 0 0-16,2-29-2 0,-3 19-4 0,0 0 1 15,0-3-4-15,1 0-2 0,0 2-2 0,0-5-1 16,1-1-2-16,0-1-1 0,-1 1-12 0,6-7-3 16,-2 7 1-16,1-2 0 0,3 1-5 0,-2 3 1 0,2 0 1 15,1 4 22-15,0-4-12 0,-1 6 3 0,0 0-3 16,3 1-2-16,-2 2-9 0,2 2-9 16,-2 1-5-16,-2 3-19 0,2-2-26 0,-9 2-23 15,11 5-29-15,-7 0-37 0,-2 1-27 0,3 0-33 0,-3 1-175 16,-2-7-422-16,-2 13 186 0</inkml:trace>
  <inkml:trace contextRef="#ctx0" brushRef="#br0" timeOffset="-125195.5">25774 12935 7 0,'0'0'174'0,"0"0"-7"0,9 5-14 15,-9-5-10-15,18 0-13 0,-7-1-17 16,3-2-9-16,-3 0-38 0,4 1-42 0,3-2-52 15,1 0-51-15,-9 2-84 0,3-3-176 0,4 0 79 0</inkml:trace>
  <inkml:trace contextRef="#ctx0" brushRef="#br0" timeOffset="-125048.48">26036 12847 174 0,'0'0'251'0,"0"0"-17"0,6-4-15 15,-6 4-19-15,0 0-24 0,0 0-18 0,0 0-15 16,0 0-12-16,0 0-13 0,0 0-12 0,0 0-12 15,8 12-33-15,-8-12-46 0,0 9-48 0,0-9-45 16,2 11-46-16,-2-11-46 0,-2 12-110 0,2-12-302 16,0 14 134-16</inkml:trace>
  <inkml:trace contextRef="#ctx0" brushRef="#br0" timeOffset="-124896.46">26081 13040 1 0,'5'3'272'0,"-5"-3"1"16,0 0-8-16,0 0-5 0,0 0-11 0,2 6-4 15,-2-6-28-15,0 0-23 0,0 0-16 0,0 0-21 16,0 0-18-16,0 0-24 0,7 5-42 0,-7-5-37 16,0 0-46-16,0 0-41 0,0 0-52 0,0 0-34 15,0 0-43-15,0 0-186 0,0 0-396 0,0 0 176 16</inkml:trace>
  <inkml:trace contextRef="#ctx0" brushRef="#br0" timeOffset="-89828.9">26589 12657 118 0,'0'0'129'16,"0"0"-1"-16,0 0-14 0,0 0-6 0,0 0-10 15,0 0-2-15,0 0-10 0,0 0-7 0,0 0-2 16,0 0-7-16,0 0-5 0,0 0-9 16,0 0-1-16,0 0-20 0,0 0 9 0,0 0 0 0,0 0-8 15,-11-8-8-15,11 8 2 0,0 0-1 0,0 0-6 16,0 0-6-16,0 0 0 0,-9-3-8 0,9 3 5 15,0 0 1-15,0 0-8 0,0 0 1 0,0 0 7 16,0 0-10-16,-10-3-1 0,10 3-2 0,0 0 3 16,0 0 0-16,0 0-1 0,0 0-4 0,0 0 1 15,0 0-3-15,0 0 1 0,-10 0 3 0,10 0 1 16,0 0-2-16,0 0 1 0,0 0-5 16,0 0 8-16,-11-3-8 0,11 3 3 0,0 0 5 0,0 0 0 15,0 0 2-15,-5-3 4 0,5 3-1 0,0 0 4 16,0 0 2-16,0 0 1 0,0 0 2 0,0 0-1 15,0 0-9-15,0 0 1 0,0 0 7 0,0 0-5 16,-11-1 1-16,11 1 4 0,0 0-7 0,0 0 3 16,0 0 8-16,0 0 0 0,0 0-1 0,0 0 4 15,0 0-7-15,0 0-1 0,0 0-1 0,0 0-3 16,0 0-1-16,0 0 5 0,0 0-3 0,0 0-3 16,38 1-7-16,-24-1-13 0,6 2-10 0,-2-2-17 0,2 1-14 15,-7 0-10-15,3-1-21 0,-5 0-17 16,2 0-9-16,-3 0-17 0,-1-1-10 0,-1 0-94 15,-8 1-249-15,10-3 110 0</inkml:trace>
  <inkml:trace contextRef="#ctx0" brushRef="#br0" timeOffset="-89375.06">26618 12590 126 0,'0'0'129'0,"-7"7"0"0,7-7-7 15,0 7 15-15,0-7-19 0,-4 12 6 16,2-5-5-16,2 5 0 0,-2 0-6 0,2 3-11 16,-4 4 0-16,4-2-8 0,-1 2-7 0,-3-2-6 15,4 4-11-15,-5-4-1 0,3 0-1 0,2 1-9 16,-3 0-3-16,1-6-3 0,0 5-4 0,0-5-2 16,2 4-5-16,0 0-1 0,0-5-3 0,0-1-8 15,2 1 3-15,-2-1-4 0,0 2-1 0,2-2-8 16,-2-1 0-16,0-1-4 0,2-2-1 0,-2 0 0 0,3 1 0 15,-3-7-2-15,0 10 2 0,0-10-5 0,2 10 0 16,-2-10 1-16,0 8-3 0,0-8-7 16,0 6 3-16,0-6-1 0,0 0-2 0,0 0-4 15,0 0-4-15,0 0-4 0,0 0-3 0,-11 2 0 0,11-2-2 16,0 0 1-16,-16-5 4 0,16 5-1 0,-9-5 1 16,2 3 0-16,7 2 2 0,-10-5 1 0,7 2 0 15,3 3 3-15,-11-5 1 0,11 5 3 16,-5-5-4-16,5 5-1 0,0 0 2 0,-6-4-3 0,6 4 2 15,0 0-3-15,0 0 4 0,0 0-2 0,0 0 3 16,0 0 2-16,0 0-1 0,0 0-1 0,0 0 2 16,27 8-1-16,-14-5-1 0,-2-2 2 0,3 0 0 15,4-1-12-15,2 1-23 0,0 3-29 0,-2-1-29 16,0-1-29-16,0-1-29 0,-5 0-17 0,-2 1-118 16,1-3-310-16,-1 0 138 0</inkml:trace>
  <inkml:trace contextRef="#ctx0" brushRef="#br0" timeOffset="-88641.27">26846 12985 47 0,'0'0'147'16,"0"0"-6"-16,0 0 0 0,0 0-14 0,0 0 5 16,0 0 0-16,0 0-3 0,0 0-9 0,0 0-7 15,0 0-1-15,0 0-1 0,0 0-4 0,0 0-4 16,0 0-1-16,0 0-4 0,0 0-9 0,-1-13-6 16,1 13-6-16,0 0-6 0,0 0-4 0,0 0-5 15,0 0-8-15,0 0-3 0,0 0-2 0,0 0-8 16,0 0-2-16,0 0-2 0,0 0-6 0,0 0-1 15,0 0-4-15,0 0 2 0,0 0-5 0,0 0-1 16,0 0 0-16,0 0 2 0,0 0-3 0,0 0-1 0,0 0-4 16,0 0-1-16,0 0 0 0,0 0 1 15,0 0 3-15,0 0-5 0,0 0-3 0,0 0 1 16,0 0-3-16,0 0 5 0,0 0-3 0,0 0 6 16,0 0-6-16,0 0 0 0,0 0-4 0,0 0 2 15,0 0-2-15,0 0 2 0,0 0-4 0,0 0 1 16,0 0 0-16,0 0-2 0,0 0-2 0,0 0 2 15,0 0-1-15,0 0 3 0,0 0-4 0,0 0-1 16,0 0-1-16,0 0 3 0,0 0-3 0,0 0 3 0,0 0-2 16,0 0 2-16,0 0-1 0,0 0-1 0,0 0 3 15,0 0-1-15,0 0 0 0,0 0 1 0,0 0 1 16,0 0 5-16,0 0-2 0,0 0 0 0,0 0 2 16,0 0 5-16,0 0-2 0,0 0 2 0,0 0-1 15,0 0 2-15,0 0-2 0,0 0 2 0,0 0-2 16,0 0-2-16,0 0 3 0,0 0-4 0,0 0 0 15,0 0 0-15,0 0-5 0,0 0 3 0,0 0-4 16,0 0-5-16,0 0 1 0,0 0 2 0,0 0 0 16,0 0-1-16,0 0 9 0,-4 32-6 0,4-17 1 15,-5-3-1-15,5 6 0 0,-5-2-3 0,3 0 5 16,0 1-5-16,-2-2 4 0,2 2-3 0,-1-2 10 16,3-3-5-16,-4 0-1 0,4 0 0 15,0-1 11-15,-2 0-7 0,0-2-3 0,2-2 22 0,0 1 1 16,0-8 0-16,0 13-8 0,0-6-3 0,0-7 2 15,0 10 0-15,0-10-4 0,0 9-4 0,0-9-1 16,2 5-17-16,-2-5-17 0,0 0-14 0,0 0-21 16,0 0-17-16,0 10-22 0,0-10-23 0,0 0-29 15,0 0-47-15,0 0-37 0,0 0-40 0,0 0-141 16,0 0-445-16,0 0 196 0</inkml:trace>
  <inkml:trace contextRef="#ctx0" brushRef="#br0" timeOffset="-88442.97">27080 13029 158 0,'0'0'169'0,"17"-3"-14"15,-6 3-15-15,-11 0-14 0,22 0-14 0,-13-1-11 16,3 0-28-16,-12 1-32 0,15 1-39 0,-4 0-35 15,-11-1-37-15,14 3-93 0,-7-1-176 0,-7-2 79 16</inkml:trace>
  <inkml:trace contextRef="#ctx0" brushRef="#br0" timeOffset="-88274.04">27093 13130 154 0,'0'0'210'0,"0"0"-9"15,0 0-7-15,10 7-11 0,-10-7-12 0,13 2-21 16,-3-1-13-16,3-1-14 0,1 0-11 0,2 0-30 16,2 0-40-16,-1-3-39 0,2 3-52 0,5-1-50 15,-4-3-59-15,1 0-85 0,1-2-263 0,-4 1 116 16</inkml:trace>
  <inkml:trace contextRef="#ctx0" brushRef="#br0" timeOffset="-87402.24">27977 12855 75 0,'0'0'145'16,"0"0"-4"-16,0 0-5 0,0 0-6 0,0 0-6 0,0 0-5 15,0 0-1-15,0 0-7 0,0 0-4 16,-15-8-4-16,15 8-4 0,0 0-4 0,0 0-5 16,-19 6-5-16,19-6-4 0,-13 5 0 0,5-1-2 15,-2 0-7-15,5 1-6 0,-3-1-7 0,3 4-2 0,-5 1-8 16,2-1-1-16,2 3-4 0,-1 2 1 0,-2 2 3 16,6-4-4-16,-3 1-3 0,3 5-3 15,-1-1-8-15,4-4 2 0,0 0-3 0,0 1-1 0,5 3-3 16,-1-6 4-16,3 0-5 0,2-1 0 0,1-2-2 15,2 0 1-15,1 0-5 0,-3-2 3 0,4 0-1 16,3-2 1-16,3-3-3 0,-3 0 5 0,-2-3-3 16,2 2 2-16,-2-2-3 0,-3-3-1 0,0 3-1 15,1-5-1-15,-2 2 1 0,1-4-4 0,-1 1 1 16,-3-2 1-16,-2 3-1 0,0-4 1 0,-2 0-5 16,-1 0 3-16,-3-1-4 0,-1-4 2 0,-1 6-6 15,-4-5 1-15,1 1-1 0,-4 4 3 0,2-2-2 16,-4 1-4-16,2 3-1 0,-4-3 1 0,2 7-2 15,0 0 2-15,-2 1-4 0,-2 2 0 0,4 1-13 16,-1 1-13-16,-7 0-14 0,6 3-15 0,-4 2-29 16,7 1-30-16,-2-1-44 0,6 2-33 0,1-2-50 15,1 0-133-15,-1 1-407 0,5-6 180 0</inkml:trace>
  <inkml:trace contextRef="#ctx0" brushRef="#br0" timeOffset="-86781.77">29131 12760 93 0,'-6'-2'233'15,"-1"-2"-5"-15,7 4-11 0,-9-5-18 0,9 5-21 16,-4-6-17-16,4 6-15 0,0 0-16 0,0 0-12 16,18-9 4-16,-4 7-13 0,4 0-11 0,0 1-12 15,4-4-5-15,5 3-9 0,1-1-9 0,-9-1-18 16,3 3-20-16,-4 0-21 0,-6-1-19 0,2 0-15 16,-5 0-11-16,-1-1-9 0,-3 2-10 0,-5 1-10 15,7-5 2-15,-7 5 1 0,0 0 5 0,0 0 8 16,0 0 0-16,0 0 7 0,-18-7 7 0,18 7 1 15,-16 0 5-15,7 2-1 0,-1-2 9 0,1 2 1 16,9-2 8-16,-14 3 11 0,6-1 3 0,2 2 9 16,-1-1 0-16,1-1 7 0,6-2 4 0,-9 9 26 15,3-1 17-15,1 2 2 0,-1-2-3 0,0 8 3 16,1-1 7-16,0-1 5 0,-1 1-7 0,2 3-2 16,2-6-3-16,-1 5-4 0,0 0 1 0,2 1-5 15,0-1-3-15,1-2 0 0,-2-2-6 0,4 6 0 16,-1-3-4-16,-1-3-3 0,0-2-9 0,1 2 4 15,-1-2-5-15,3 1-5 0,-3-2-2 0,0-3 0 16,0 1-5-16,3-1 1 0,-3-7 1 0,0 10 1 16,0-10-5-16,0 0-1 0,-3 11-2 0,3-11-1 15,-8 3-2-15,8-3 0 0,-10 0 0 0,10 0-2 16,-11-1 0-16,11 1 1 0,-11-2 4 0,11 2-5 16,-7-4 1-16,7 4-4 0,0 0 4 0,-9-4-5 15,9 4-1-15,0 0-5 0,0 0 3 0,0 0-1 16,0 0 5-16,0 0-3 0,0 0-4 0,0 0 5 15,34-2-16-15,-22 2-12 0,8 0-16 0,-2 3-21 16,0-2-11-16,2 2-26 0,0-4-25 0,0 2-24 16,-2 0-25-16,-4-2-7 0,-1 0-3 0,-1 1-128 15,0 0-339-15,-2 0 151 0</inkml:trace>
  <inkml:trace contextRef="#ctx0" brushRef="#br0" timeOffset="-86560.01">29420 13066 975 0,'6'-1'-80'0,"-6"1"20"0,12-6 18 16,-8 2 17-16,1-1 9 0,-5 5 13 0,9-7 16 15,-9 7 14-15,10-9 3 0,-10 9 12 0,9-7 0 16,-4 6 10-16,-5 1 7 0,10-3 7 0,-10 3 10 15,10 1 4-15,-10-1 5 0,12 3 0 0,-7 1 0 16,1-1 5-16,-3 6 10 0,-2-4 3 0,0 5-7 16,-1-2-5-16,0 3 1 0,-1-1-1 0,-3 1 3 15,2-1-9-15,-4 0-3 0,0-1-5 16,1 1 4-16,-1-3-13 0,2 0-3 0,0-2-6 0,0 1-7 16,4-6-3-16,-3 9-3 0,3-9-4 0,0 0 0 15,1 8-4-15,-1-8-2 0,12 3-8 0,0-2-18 16,7-2-19-16,3 0-21 0,6-1-31 0,4-2-25 15,0 0-36-15,4-3-42 0,1-1-41 0,-3-3-30 0,0 6-131 16,-5-5-397-16,0 0 175 0</inkml:trace>
  <inkml:trace contextRef="#ctx0" brushRef="#br0" timeOffset="-86402.97">29957 12940 114 0,'0'0'117'0,"0"0"-13"0,19 12-18 0,-19-12-31 16,14 2-26-16,-8 1-19 0,-1-2-26 0,2 1-23 15,-7-2-38-15,10 4-84 0,-6-2 38 0</inkml:trace>
  <inkml:trace contextRef="#ctx0" brushRef="#br0" timeOffset="-86261.07">29960 13031 47 0,'-5'5'125'0,"5"-5"-7"0,-4 7 0 16,4-7 3-16,-2 5-7 0,2-5-1 0,0 0-14 16,9 7-11-16,-9-7-2 0,17 2-31 0,-5-2-19 15,1 1-36-15,7-1-42 0,0-1-48 0,1 1-75 16,6-6-179-16,3 1 79 0</inkml:trace>
  <inkml:trace contextRef="#ctx0" brushRef="#br0" timeOffset="-85281.04">30431 12809 47 0,'0'0'166'15,"15"-4"-13"-15,-5 2-13 0,2 0-10 0,1 1-18 16,-2 1-6-16,3-2-14 0,3 2-5 0,-7-2-9 0,1 1-11 15,-3 0-9-15,-8 1-10 0,13-2-3 0,-13 2-14 16,10-2-11-16,-10 2-5 0,8-3-8 0,-8 3-3 16,0 0 4-16,0 0 5 0,0 0-17 15,0 0 8-15,0 0-4 0,0 0 6 0,0 0-7 16,-19-10 5-16,19 10-3 0,0 0 5 0,0 0 0 0,-9-1 3 16,9 1 4-16,0 0 11 0,0 0 3 0,0 0 11 15,-8 11 3-15,8-11 15 0,0 16 11 16,0-4 3-16,0-1-2 0,1 4 6 0,-3 2-8 0,2 0 5 15,0-2-4-15,0-4-6 0,0 2-4 0,1 4-1 16,-2 2 7-16,1-3-8 0,-2 1-1 0,2-2-4 16,-1-2-3-16,-3 2-3 0,3-1-5 0,-4-3-2 15,0 0 1-15,2-1-8 0,-2-3-3 0,0-1 0 16,0-1-3-16,-1-1-1 0,-1 0 0 16,7-4-1-16,-9 3-6 0,9-3-1 0,-7 0 3 0,7 0-5 15,0 0 1-15,0 0 0 0,-12-6 0 0,12 6-3 16,0 0-2-16,-4-11-2 0,4 11 1 15,0 0-4-15,8-13 5 0,-2 8-10 0,5 1-5 16,-2 0-8-16,3-1-17 0,1 3-12 0,1 0-18 0,-1-1-17 16,6 1-19-16,-4 1-20 0,-1-1-16 0,3 1-13 15,1 0-3-15,-5 1-1 0,-2-2 7 0,-2 1 12 16,-1 1 13-16,-8 0 15 0,15 0 2 0,-7-2 18 16,-8 2 2-16,11-1 14 0,-11 1 11 15,8-2 17-15,-8 2 10 0,8-2 7 0,-8 2 20 0,6-4 7 16,-6 4 5-16,5-4 27 0,-5 4 10 0,0 0 12 15,4-6 13-15,-4 6 1 0,0 0 2 0,0 0-6 16,0 0-6-16,0 0 3 0,0 0 13 0,0 0 2 16,0 0 3-16,1 18 1 0,1-11 3 0,-2-7-3 15,-3 14 1-15,2-6-10 0,-2-1-2 0,3 3-5 16,-1-3-9-16,1-7-2 0,-3 12 1 0,3-12-1 16,-1 9 6-16,1-9 11 0,0 0 9 15,-1 7 4-15,1-7-8 0,0 0-7 0,0 0-10 0,0 0-5 16,0 0-6-16,4-27-1 0,-2 19-1 0,3-3-4 15,-1 0 4-15,4-3-13 0,1 0 1 0,-2 4-10 16,5-2-2-16,2 0-1 0,-6 2-4 0,3 1 0 16,-2 2-4-16,1 1-5 0,-1-2-3 0,1 3-2 15,-1 1-1-15,-1 4-3 0,2 0 0 0,-10 0-1 16,14 4-2-16,-5 1-2 0,-2 0-1 0,-4 1 3 16,4 4 4-16,-4-4-5 0,2 2 1 0,0 2-3 15,-3-3 1-15,1-1 2 0,-2 2-1 0,2-3 0 16,-3-5-1-16,2 10 5 0,-2-10-2 0,1 7 8 15,-1-7-2-15,0 0-2 0,3 6 10 0,-3-6-4 16,0 0 0-16,0 0-2 0,0 0 5 0,0 0-5 16,0 0-3-16,9-15 2 0,-6 10-6 0,1-2 3 15,-1 0-9-15,5-1-8 0,0-1-3 0,1 1-1 16,1 1 1-16,4-3-5 0,-4 5 7 0,3-3-4 16,-4 3 1-16,1 0 1 0,0 2-2 0,-2 2 3 15,-2 0 3-15,-6 1-6 0,13 1 3 0,-7 3 5 16,0-2-4-16,-3 3 2 0,4 0 1 0,-3 1 5 15,1 1 8-15,-2 0-13 0,0 5 3 0,0-2-21 16,-2 0-24-16,-2 0-28 0,1 0-26 0,-2 2-33 0,1-5-39 16,1-7-33-16,-1 12-28 0,-1-5-189 15,2-7-464-15,0 0 205 0</inkml:trace>
  <inkml:trace contextRef="#ctx0" brushRef="#br0" timeOffset="-84970.06">31475 12864 118 0,'-7'-10'186'0,"5"6"-15"15,2 4 1-15,-13-5-22 0,13 5-14 0,-17 4-4 16,7 0-6-16,0 1-11 0,1 3-9 0,1 1-10 0,2-3-10 16,0 5-7-16,-1 0-5 0,3 0-10 15,3-1-1-15,0 2-9 0,2 1-3 0,3-3-8 16,2 2-2-16,3 2-1 0,2-1-8 0,-1 0 1 15,1 0-5-15,-2-4-3 0,-1 1-3 0,0 0-2 0,-1-3 0 16,1 0-6-16,-4-2 3 0,1 0 1 0,-3 0-2 16,1 0 6-16,-3-5 7 0,1 9-4 15,-1-9 2-15,-6 8-5 0,6-8-2 0,-10 7-2 16,2-5-1-16,0 0-9 0,1 1-24 0,7-3-23 16,-22 0-20-16,12 2-18 0,10-2-30 0,-16 1-9 0,16-1-28 15,-9-1-24-15,9 1-13 0,0 0-91 0,0 0-294 16,0 0 130-16</inkml:trace>
  <inkml:trace contextRef="#ctx0" brushRef="#br0" timeOffset="-84798.51">31654 12975 152 0,'10'-7'171'0,"-1"-1"4"0,-3 3 6 16,1 2-3-16,-3 0-31 0,1-3-14 0,-5 6-19 16,0 0-9-16,10 2-1 0,-10-2 0 15,0 0-1-15,2 14-5 0,-4-4-4 0,2 0-7 16,-4 2-10-16,0 0-5 0,2 3-11 0,-2 0-2 0,0 0-19 15,0-3-21-15,2-1-30 0,-2 0-36 0,0 1-46 16,3-3-31-16,-2-1-40 0,1-1-143 16,-2-3-330-16,4-4 146 0</inkml:trace>
  <inkml:trace contextRef="#ctx0" brushRef="#br0" timeOffset="-84430.44">31802 13090 90 0,'4'-8'154'0,"1"-2"-5"0,0 0-12 0,3-1 4 16,4 1-18-16,-1-2-11 0,-1 5 2 15,3-4-11-15,-3 3 1 0,-1 0-2 0,1 2-7 16,-2 3-10-16,-3 0-12 0,-5 3 4 0,14 4-5 16,-8-1-4-16,-2 1-3 0,1 0-6 0,-1 2-11 15,-1 3 1-15,-2 2-6 0,0 1 0 0,-1 0-5 16,3 0-5-16,-6-1-11 0,6 0-20 0,-2 1-31 0,-1-2-18 15,0 1-30-15,1-3-41 0,2 1-25 16,-2-4-28-16,-1-5-99 0,0 9-292 0,0-9 130 16</inkml:trace>
  <inkml:trace contextRef="#ctx0" brushRef="#br0" timeOffset="-83990.22">32131 12962 109 0,'0'0'150'0,"0"0"-6"0,0 0-4 16,0 0-5-16,0 0-7 0,0 0-7 0,0 0-7 0,-11 23-9 16,9-14-13-16,2 0-2 0,1 1-11 15,-1 0-4-15,1-1-14 0,2 2-5 0,1-1 0 16,0-1-10-16,-1 0 1 0,4-4-8 0,-4-2-2 16,4 2 0-16,1-2-6 0,-3-1 5 0,6-4-5 15,-11 2-3-15,16-1-5 0,-6-3 4 0,-1 1-4 16,-2-1 0-16,2-3-7 0,0 1-1 0,2-1 2 15,-5-2-3-15,3 2-2 0,-4-1 1 0,1 1-1 16,-1 1 5-16,-2 0 2 0,1 2-1 0,-4 4 1 16,3-5-6-16,-3 5-4 0,7-5-4 0,-7 5 6 0,0 0-4 15,0 0-1-15,0 0 2 0,0 0 0 16,5 15-3-16,-4-9 4 0,-1-6-4 0,2 12-1 16,-1-6-1-16,2 0 2 0,-1-1 4 0,2 0-4 15,2-1 5-15,3 1 7 0,2-1 2 0,-1-2 4 16,4 1 1-16,0-5-1 0,4 0 3 0,0 0 1 0,0-1 4 15,-1-4 4-15,-4 2 3 0,0 1 3 0,2-6-2 16,-4 4-2-16,0-2-5 0,-2 0-3 16,0-1-1-16,-3 0-3 0,2 0-2 0,-3-2-3 0,-2 1-6 15,-1-2-4-15,-2 1-16 0,-1 1-12 16,1 10-19-16,-3-16-27 0,2 10-27 0,1 6-28 0,-5-7-38 16,5 7-37-16,-10-4-182 0,2 3-406 15,8 1 179-15</inkml:trace>
  <inkml:trace contextRef="#ctx0" brushRef="#br0" timeOffset="-83741.26">32893 12826 148 0,'0'0'220'0,"0"0"28"0,25-32-3 0,-25 32-9 15,0 0-13-15,0 0-23 0,0 0-23 0,0 0-27 16,0 0-4-16,0 0-5 0,0 0-1 0,0 0 6 15,0 0-5-15,0 0-9 0,0 0-9 0,0 0-1 16,13 68-8-16,-13-68-10 0,0 0-7 0,-15 55-8 16,15-55-12-16,-5 38-5 0,5-38-12 0,-8 38 1 15,8-38-10-15,-4 33-15 0,4-33-27 0,0 0-46 16,-3 37-42-16,3-37-36 0,0 0-56 0,0 0-42 16,-1 33-50-16,1-33-209 0,0 0-511 0,0 0 226 15</inkml:trace>
  <inkml:trace contextRef="#ctx0" brushRef="#br0" timeOffset="-83588.25">32874 12927 39 0,'0'0'226'16,"0"0"-17"-16,0 0-17 0,0 0-19 0,0 0-14 16,0 0-18-16,0 0-16 0,0 0-13 0,65-11-24 15,-65 11-48-15,58 6-48 0,-24-5-74 0,-34-1-59 16,66 1-72-16,-33-1-229 0,-33 0 101 0</inkml:trace>
  <inkml:trace contextRef="#ctx0" brushRef="#br0" timeOffset="-57398.36">3242 14941 30 0,'-8'6'106'0,"8"-6"5"0,-6 4-8 0,6-4 5 0,-8 3-3 16,8-3-5-16,-8 3-6 0,8-3 1 0,0 0 3 16,0 0 10-16,0 0-1 0,-9 2 0 0,9-2 1 15,0 0-7-15,0 0-5 0,0 0-4 16,0 0-14-16,0 0-3 0,0 0-3 0,-2-12-11 16,2 12-9-16,0 0-6 0,13-18-4 0,-4 9-2 0,5 0-4 15,2-3-4-15,2 2-3 0,6-4-5 16,1 3 3-16,-6 5-6 0,0-1-1 0,3 4-6 15,-4 0-1-15,0 6 4 0,-6-2-9 0,2 4 2 16,-3 0-2-16,-1 6 0 0,-1 1 3 0,-1 2-3 16,-3 5 3-16,-3-2-4 0,-4 8 1 0,-2-9-2 15,-4 10-1-15,-3-3 0 0,0 0 1 0,2-6-3 16,-7 4 2-16,4-5 0 0,0-2-1 0,0 0 0 16,4-4-3-16,-3-2 5 0,3-1-3 0,2 0 3 15,-1-3-1-15,3 2-3 0,1-3 2 0,3-3-3 16,-7 5-1-16,7-5-1 0,0 0 2 0,0 0 1 15,-5 6-9-15,5-6 5 0,0 0 1 0,0 0-2 16,0 0-1-16,26-2 1 0,-16 2-3 0,4 0 3 0,-2 0-2 16,3-1 2-16,2 3 0 0,0-1-2 15,-4 1-1-15,0 3-2 0,-3 0 4 0,1 0-7 16,0 2 5-16,-3 1-1 0,-1-1-2 0,0 1 1 16,-1-1-3-16,-2 3 3 0,-2-3 2 0,-2-7-3 15,-3 18 2-15,-4-10-1 0,1 3 1 0,-3-2 1 16,-6 0 0-16,-1 3-2 0,-2-2 1 0,-1-1 2 0,-8 1-6 15,0-1 3-15,-2 2 3 0,9-5-4 16,-8 1-8-16,8 0-4 0,-1-4-14 0,0 0-21 16,2 3-23-16,5-6-14 0,4 0-14 0,-2 2-29 15,1-5-30-15,2 3-99 0,9 0-285 0,-12-9 126 16</inkml:trace>
  <inkml:trace contextRef="#ctx0" brushRef="#br0" timeOffset="-56924.58">3286 14522 16 0,'-30'2'109'0,"-1"1"-17"15,-3 7 0-15,-2 5-7 0,3 1 10 0,-10 11-8 16,-1 4 1-16,3 4-6 0,1 2-9 0,3 2 0 15,-2 3-3-15,4 4 0 0,1 1-9 0,4-2-8 16,3 2-7-16,9-2-5 0,2 0-4 0,7 0-2 16,4 1-6-16,5-11 1 0,4 11-6 0,7 3-1 15,6-6-1-15,1 1-4 0,5-2 28 0,3-2-5 16,-4-11-6-16,11 7-7 0,1-1 1 0,-6-12-7 16,1 0 4-16,4-6-3 0,1 1-7 0,0-3-2 15,13 6 2-15,-12-10-4 0,1-4-2 0,1-1 3 16,1-3 0-16,3-3 2 0,-3-3 0 0,13-9-5 15,-14 5 5-15,11-10 9 0,-14 0-9 0,12-7 5 16,-5-4-3-16,-2-1-1 0,-3-4 4 0,-9 6 0 16,8-12 1-16,-3-4-3 0,-2 2 2 0,-4-2 0 15,-8-3-3-15,1 0 1 0,-6-4-4 0,-4 1 1 16,-5 0-3-16,-7 0-1 0,-4 3-5 0,-6-3 2 16,-6 4-4-16,-6-1 3 0,-4 7-6 0,-6 0 4 15,-6 4-5-15,-7 3 1 0,-7 4-3 0,0 3 3 16,-1 7-4-16,-2 5-1 0,2 4 3 0,2 6-7 15,14 5-10-15,-9 8-19 0,9-3-7 0,-6 10-38 16,12-3-22-16,2 6-39 0,0 0-147 0,-11 12-313 16,7 0 139-16</inkml:trace>
  <inkml:trace contextRef="#ctx0" brushRef="#br0" timeOffset="-50917.26">6879 14466 106 0,'0'0'156'0,"-13"-1"2"0,8-2-4 16,5 3-22-16,-11-4-5 0,6 0 1 0,5 4 0 15,-15-2-4-15,10 0 0 0,5 2 0 0,-12 0-3 16,12 0-6-16,-8-3-6 0,8 3-9 0,0 0-12 16,0 0-8-16,-8-2-12 0,8 2-4 0,0 0-9 15,0 0-3-15,31-6-2 0,-9 3-7 0,12-1-5 16,2-2-4-16,2 2-5 0,12-5-5 0,-12 4-12 15,2-1-13-15,-3 2-11 0,-2 0-27 0,-5 2-25 16,-2-1-32-16,-7 3-14 0,-3-1-33 0,-5 1-28 16,-3 0-148-16,-1 0-343 0,-9 0 152 0</inkml:trace>
  <inkml:trace contextRef="#ctx0" brushRef="#br0" timeOffset="-50483.82">6965 14459 60 0,'-3'8'148'15,"3"-8"4"-15,0 14-8 0,0-6 2 0,0 5-2 16,1 4-2-16,-1 3-5 0,2 4 0 0,-2-5-10 16,0 8-3-16,0 0-11 0,0-1-7 0,1 1-31 15,2-2 0-15,-1-6-4 0,1 6-13 0,-2 0-5 16,3-6 1-16,-3 5-9 0,1-5-8 0,2 0 2 15,-1-1-7-15,-1-2-7 0,2-3 3 0,-1-2-2 16,-1 2-6-16,0-3 1 0,-1 3 1 0,3-5-6 16,-4 1 0-16,0-2-4 0,0-7 3 0,1 9-4 15,-1-9-5-15,-1 8-5 0,1-8-1 0,-4 6-4 16,-1-2-6-16,5-4-4 0,-12 3-4 0,5-3-1 16,7 0 6-16,-19 1-4 0,9-1 5 0,-2 0-2 15,2 0 3-15,-3 0 9 0,0 0-6 0,3 0 1 16,-2-1-3-16,1 1 0 0,11 0 2 0,-14 1-2 15,14-1 2-15,-10 3 1 0,3-2 2 0,7-1-6 16,-9 2 5-16,9-2 5 0,-5 7-6 0,5-7 4 16,-4 6-1-16,4-6 1 0,0 0 3 0,13 8 4 15,-3-5 1-15,4-2 1 0,3 2-2 0,2-2 2 0,9 1-7 16,1-2-13-16,2 0-16 0,-1 0-57 16,-1 0-19-16,-2-2-33 0,1 1-30 0,-5 1-111 15,-4 0-302-15,2 0 134 0</inkml:trace>
  <inkml:trace contextRef="#ctx0" brushRef="#br0" timeOffset="-50081.72">7310 15123 54 0,'0'0'167'15,"11"-4"-2"-15,-4 2-3 0,-7 2 5 0,10-4-6 16,-4 0-8-16,4-1-5 0,-2-1-5 0,-3 1-3 15,5-2-8-15,-5 0-3 0,2-2-11 0,-1 1-2 16,-2-3-13-16,1 1-6 0,0-1-9 0,-2-1-6 16,-2 2 4-16,0-1 0 0,-2-2-16 0,-1-1-8 15,-3 4-8-15,0-1-1 0,1 0-8 0,-3 3 1 16,1-1-12-16,-3 3-1 0,3-2-5 0,-3 3-3 16,-2 1-5-16,5 1 3 0,0-1-5 0,-1 2-1 15,7 2-4-15,-8-3-4 0,8 3-3 0,0 0-2 16,-7-3 2-16,7 3-3 0,0 0-5 0,0 0 2 15,0 0 2-15,23 7-1 0,-12-6 0 0,2 2-1 16,-1-1 0-16,7 3 1 0,-6-3 0 0,2 0-5 16,3 1 1-16,-7 2 7 0,2-1-8 0,0 0 4 15,-3 2-5-15,0-1 3 0,0 3-1 0,-2 0 3 16,0 2-1-16,-3-2 1 0,3 5 1 0,-5-3-2 16,4 4 1-16,-2 0 1 0,-1 0-13 0,0 0-26 15,-4-2-28-15,0 0-24 0,0 1-35 0,0-4-41 16,0 3-29-16,0-2-25 0,-2-1-138 0,2-9-386 15,0 12 171-15</inkml:trace>
  <inkml:trace contextRef="#ctx0" brushRef="#br0" timeOffset="-49217.69">7706 15048 112 0,'0'0'118'0,"0"0"-3"16,0 0 12-16,0 0-11 0,0 0 0 0,3 19-7 15,-5-9 8-15,1-1-10 0,-2 3-4 0,2-2-2 16,-2 3-7-16,1-3-7 0,-1 0-3 0,2 1-7 16,0-4-2-16,-1 0 0 0,0-1-6 0,2-6 11 15,-3 11 9-15,3-11 12 0,0 0 13 0,0 0 13 16,-3 7-3-16,3-7-9 0,0 0-10 0,0 0-14 16,0 0-7-16,0 0-5 0,-4-21-7 0,4 21-11 15,2-17 0-15,1 6-10 0,3-4-7 0,1-2-2 16,0 2-5-16,0-3-2 0,3 2-6 15,0-1-4-15,0 1 2 0,3 0-6 0,-3 2-2 0,4 2-2 16,-5 2-5-16,4 1 2 0,0 4-2 0,0 2-5 16,-2 2-2-16,3 1-2 0,-1 2 1 0,-2 2-2 15,5 3-1-15,-2 3 1 0,-3 2-2 0,-3-2 5 16,4 4-5-16,-6-3 1 0,0-1-3 0,1 1 4 16,-2 0 0-16,0 0-1 0,-3 1 3 0,0-6-1 15,0 1 0-15,1-1 1 0,-3-6 1 0,3 10 2 16,-2-5 0-16,-1-5-2 0,0 0 13 0,1 7 4 15,-1-7-8-15,0 0 3 0,0 0-2 0,0 0-4 16,0 0 2-16,0 0 0 0,0 0-4 0,1-26 1 16,2 15-6-16,0 2 2 0,0-2-5 0,4-1 4 15,-1-4-8-15,3 0-2 0,-1 2-5 0,2 1-6 16,0 1 2-16,-1 2 1 0,1 1 0 0,-2 3-2 16,2-1 1-16,-3 4 0 0,4-2-1 0,-3 3 3 15,2 2-2-15,-1 3 3 0,0 1 1 0,0 2 0 16,-3 1 3-16,3 2-1 0,-4 1 7 0,0 1-3 15,-1 1-4-15,-1 0 1 0,-1 2 5 0,1 0-6 16,-2-1 6-16,3 3-2 0,-3-4 1 0,0-1 1 16,1-1-6-16,-1-2 5 0,2 2 0 0,-1-5 2 15,0 1 2-15,1-2 1 0,1 1 1 0,-4-5 0 16,12 7 3-16,-5-7 11 0,-7 0-1 0,18-3 9 16,-5 1-5-16,-3-5 3 0,3 1 0 0,2-3-8 15,3 1 1-15,-1-3-1 0,-3-3-2 0,-1 3 0 16,2-2 3-16,-3-3-2 0,-1 0 7 0,-1 0-14 15,-1 1 5-15,-2-2-8 0,-1 1 5 0,3 1-5 16,-4 0-1-16,-2 4 4 0,-1 0-4 0,1 6-1 16,-2-1 1-16,2 0-1 0,-3 6-2 0,2-8-4 15,-2 8-2-15,0 0 0 0,0 0 1 0,0 0 0 16,0 0-1-16,0 0 4 0,-15 22 7 0,10-15-9 16,-2 3-6-16,4 2-3 0,-1-2-5 0,1-1-5 15,0 1-4-15,2 2 3 0,1-3 3 16,1 2-3-16,1-3-2 0,0 2 1 0,4 1 6 0,-3-4-2 15,5 2 2-15,0 0 3 0,-3-1-3 16,1 1 9-16,2-1-2 0,-2-2 1 0,-1 1 2 0,0-2-2 16,-1 2 1-16,-1-1-2 0,-3-6 4 0,4 12 2 15,-3-7 1-15,-1-5 1 0,-1 13 0 0,-2-8 3 16,3-5-4-16,-9 11-1 0,5-7-8 0,-2 2-6 16,-2-2-17-16,2-2-15 0,-1 1-23 0,-2 0-23 15,9-3-35-15,-17 6-43 0,11-7-40 0,6 1-202 16,0 0-452-16,-20-3 201 0</inkml:trace>
  <inkml:trace contextRef="#ctx0" brushRef="#br0" timeOffset="-48980.55">9356 14937 114 0,'0'0'243'0,"0"0"-12"0,0 0-28 0,0 0-15 16,0 0-24-16,0 0-13 0,0 0-7 0,0 0-20 15,6-5-7-15,-6 5-17 0,12 2-10 0,-12-2-5 16,15 3-36-16,-9-2-36 0,-6-1-37 0,17 0-46 16,-9 2-38-16,-8-2-26 0,11 0-22 0,-6 0-98 15,-5 0-276-15,9 3 123 0</inkml:trace>
  <inkml:trace contextRef="#ctx0" brushRef="#br0" timeOffset="-48832.45">9330 15041 138 0,'-4'6'138'0,"0"-3"-2"0,4-3-2 16,-5 9 4-16,2-4-5 0,3-5-5 0,0 0-7 16,7 15-11-16,-3-12-6 0,5 1-10 0,3-1-10 15,5 1-5-15,3-3-23 0,1 0-46 16,8-2-41-16,4-3-55 0,-1 2-162 0,-2-1-269 15,0-2 120-15</inkml:trace>
  <inkml:trace contextRef="#ctx0" brushRef="#br0" timeOffset="-40570.51">11310 14340 45 0,'-7'-4'110'15,"1"-1"-1"-15,1 0-10 0,-1 1-4 0,-1 0-3 16,7 4-9-16,-10-6-2 0,2 2-7 0,-2 0-6 16,1 1-4-16,0 0 1 0,-2-1 0 0,-1 1-8 15,3 3 6-15,0-1-9 0,-2 0 1 0,0 0-4 16,0 1-1-16,2-2 0 0,0 2-2 0,9 0 1 15,-14 0-3-15,14 0-3 0,-13 0-8 0,13 0-3 16,0 0 3-16,-10 0-5 0,10 0-7 0,0 0 2 16,0 0 6-16,0 0 3 0,0 0 11 0,37-4 7 15,-6 1-3-15,7 0-12 0,23-5-2 0,30-3 6 16,-27 2-4-16,31 0-1 0,1-6 2 0,6 0-3 16,-4 4 0-16,8-2 2 0,4 0-5 0,4 0 0 15,5 1-2-15,2-2-2 0,3-2-5 0,6 0 0 16,3 4-4-16,3-4 0 0,4-1-8 0,-3 0-3 15,11-2 0-15,-6 3-4 0,-1 1-4 0,-1-3-1 16,-2 4-3-16,-7-2 1 0,0 2-4 0,-10-2 3 16,-7 1-4-16,-1 5 2 0,-7-3 0 0,-4 3 0 15,-9 1 4-15,-29 4-3 0,2-3 1 0,-3 3 1 16,1-1 1-16,-4 3 0 0,-3-1-2 0,-18 4 4 16,-3 0-1-16,0 2-1 0,-8-2-9 0,-8 0-20 15,-6 1-22-15,-3 1-5 0,-5 0-11 0,-6-2-13 16,0 0-8-16,0 0-22 0,-27 14-12 0,-3-6-9 15,-19 5-22-15,-6 1-110 0,-7-3-287 0,-1 0 128 16</inkml:trace>
  <inkml:trace contextRef="#ctx0" brushRef="#br0" timeOffset="-39704.13">11062 14326 35 0,'5'-3'53'0,"-5"3"-8"16,9-5 3-16,-5 3 1 0,-4 2-6 0,6-3 5 15,-6 3-3-15,0 0-3 0,5-5 1 0,-5 5-4 16,0 0 1-16,0 0-7 0,0 0-5 0,0 0 10 15,0 0 2-15,0 0 5 0,0 0 9 0,0 0-1 16,-2 19 1-16,2-19 2 0,-7 18 3 0,3-6 1 16,-1 6-3-16,-2 6 4 0,0 0-2 0,1 9 3 15,-1 1-1-15,-5 12 4 0,2 4-8 0,-2 4 0 16,-3 2-3-16,-4 25 1 0,4-25-7 0,1 1-6 16,-7 22 1-16,2-27-7 0,4 6-5 0,-1-3 0 15,0-1-6-15,1-1 1 0,4 1 1 0,-5 0-3 16,2-4-2-16,0-4 1 0,3 0 0 0,-5-2-6 15,5-10 2-15,-1-1 2 0,2-1-3 0,-3 0 7 16,1 3 11-16,-4-4-5 0,1 3 4 0,-2-7-1 16,2 2-3-16,-2-3 26 0,2 1-7 0,0-7-5 15,1 3-3-15,4-9-3 0,-1 1-4 16,3-1-5-16,0-5-3 0,1 1-3 0,2-3-2 0,0 0-2 16,0-1-3-16,2-1 3 0,3-5-2 0,-6 7 5 15,6-7 14-15,-6 6 15 0,6-6-7 0,0 0-1 16,0 0-7-16,-13-13 2 0,10 5-7 0,-2-4-4 15,-4-3-6-15,3-1 4 0,-1-3-7 0,1 2 0 16,-4-8-5-16,0 2-1 0,-2 0 2 0,-1 1-2 16,3 4-2-16,-5-3-3 0,2 7 0 0,0-1 4 15,-2 2-3-15,1-2 3 0,1 3-2 0,-1 3-6 16,-3-1 6-16,1 1-6 0,-2 3 6 0,-1-1-7 16,1 4 2-16,5 0-2 0,-4-3-10 0,7 4-20 15,-1 1-28-15,0-1-22 0,4 1-31 16,7 1-39-16,0 0-54 0,-14-4-64 0,14 4-144 15,-8-6-443-15,8 6 196 0</inkml:trace>
  <inkml:trace contextRef="#ctx0" brushRef="#br0" timeOffset="-37697.01">11781 14735 134 0,'2'-9'169'0,"-4"-3"-11"0,2 2-15 16,0 0 4-16,2-1 8 0,-2 11-3 15,-2-10-8-15,2 10-9 0,0-11-14 0,0 11-14 16,0 0-13-16,0 0-13 0,2-8-3 0,-2 8-10 0,0 0-7 16,0 0-3-16,0 0-5 0,3 23-4 15,-1-14-6-15,0 3 0 0,-2 1-4 0,5 4-2 16,-1 0-4-16,0 1 2 0,0 2-10 0,2-2-2 16,-1 1-1-16,1-3-3 0,0 3 1 0,0-1-20 15,2-1 0-15,-4 0-11 0,1-2-32 0,0 1-24 16,-1 0-9-16,0-4-35 0,-2 1-20 0,-2-2-21 0,-2 0-18 15,0-1-112-15,-3-3-304 0,-1 1 136 16</inkml:trace>
  <inkml:trace contextRef="#ctx0" brushRef="#br0" timeOffset="-37512.54">11570 15112 120 0,'0'0'110'0,"0"0"2"0,0 0 8 15,0 0 6-15,0 0-11 0,16 9-4 0,-1-9-7 16,15-2-10-16,-1 0-6 0,9 1-11 0,14-4-5 16,1-1-10-16,1 2-28 0,-3-2-24 0,-1 2-34 0,-11 2-18 15,-1-1-26-15,-5 2-19 0,-7 1-17 16,-7 0-68-16,-5 1-186 0,-3 1 83 0</inkml:trace>
  <inkml:trace contextRef="#ctx0" brushRef="#br0" timeOffset="-37124.47">11491 15389 119 0,'0'0'164'0,"14"12"-12"15,-5-6-10-15,2-1-9 0,0 1 1 0,2 6-9 16,-3-3-10-16,1-1-8 0,0 4-7 0,-2 1-12 15,1 1 3-15,-6-4-16 0,-2 2-5 0,-2 1-8 16,0 0 1-16,-2-4-10 0,-3 7 1 0,-2-5-9 16,-4 1-2-16,3-3-10 0,-3-2 3 0,-2 3-4 15,1-5-1-15,-2 0-3 0,3-1-6 0,-7-1 4 16,5-2-4-16,-1 0-4 0,3-1 0 0,-2-2 0 16,1 0 0-16,2-3 2 0,4 2-4 0,-2 1 1 15,8 2-1-15,-8-5-5 0,4 0 2 0,4 5-4 16,0 0-3-16,-1-9 1 0,1 9-4 0,0 0 1 15,0 0 8-15,26 4 2 0,-16-1 0 0,0 1 4 16,7 4-2-16,1 0 0 0,-2 1-2 0,-2 0-2 16,0 3 4-16,10 3-5 0,-9-5 1 0,4 2-1 15,-4-2-4-15,3 0-20 0,1 0-30 0,-4 0-37 16,3-1-38-16,-1-2-31 0,2-3-33 0,-6 1-143 16,-3-2-352-16,2-3 157 0</inkml:trace>
  <inkml:trace contextRef="#ctx0" brushRef="#br0" timeOffset="-36900.21">11891 15496 128 0,'-2'-10'187'0,"-2"1"-4"0,3 0-3 16,1 9-7-16,-2-10-8 0,2 10-18 0,-4-6-12 16,4 6-4-16,0 0 2 0,0 0 1 0,0 0-3 15,0 0-5-15,-2 24-7 0,2-14-10 0,2 6-7 16,0 0-9-16,0 4-6 0,1-3-11 0,3 1-5 15,-4-2-5-15,3 2-8 0,2-2-4 0,-2 1-10 16,-1-1-20-16,0-4-36 0,0-1-29 0,1-1-28 16,-1 0-38-16,1-1-29 0,0-4-38 0,-1 2-29 15,-1-1-150-15,-3-6-381 0,2 5 168 16</inkml:trace>
  <inkml:trace contextRef="#ctx0" brushRef="#br0" timeOffset="-36704.24">12025 15489 139 0,'0'0'146'0,"0"0"-8"0,8-4-4 16,-8 4 18-16,0 0 16 0,8 11-1 15,-3-2-12-15,-1 2 3 0,-2 0-5 0,1 2-13 16,-2 2-13-16,5 2-10 0,-3 0-12 0,1-1-10 0,-2 1-10 16,0 1-6-16,0-2 19 0,-2-2-13 15,0-4-26-15,0 2-27 0,0-1-32 0,-2-2-41 0,2 1-36 16,0-10-46-16,0 12-51 0,-4-8-180 15,4-4-382-15,-7 6 170 0</inkml:trace>
  <inkml:trace contextRef="#ctx0" brushRef="#br0" timeOffset="-36531.46">11835 15511 1683 0,'0'0'27'15,"0"-12"29"-15,0 12-37 0,0 0-7 0,9-13 1 16,-9 13 16-16,18-6 9 0,0-1 9 0,0 4 0 15,4-1 3-15,6 0-2 0,1-1-3 0,4 2-4 16,-2-2-6-16,-1 4-1 0,-3 0-12 0,-4-2-34 16,-2 3-46-16,2 1-59 0,-4-2-53 0,-2 2-146 15,-1-1-340-15,-8-1 151 0</inkml:trace>
  <inkml:trace contextRef="#ctx0" brushRef="#br0" timeOffset="-35549.36">13199 14764 51 0,'-4'-11'184'0,"0"2"-7"0,0 2-5 15,0 0-10-15,1 0-13 0,3 7-3 0,-8-8-12 16,5 4-11-16,3 4-13 0,-7-4-9 0,7 4-14 15,0 0-3-15,0 0-5 0,-13 11-2 0,9 1-7 16,-1 5 5-16,5 9-1 0,-4 5-2 0,1 0-2 16,3 1-4-16,0 3-7 0,7 0-4 0,-2 0-8 15,1 0 1-15,3-2-2 0,5 12 1 0,-5-11-2 16,3 0-5-16,3 12-3 0,-5-12-1 0,-2-2-3 16,-2 1-2-16,1-1-4 0,-5 0-1 0,2-1-3 15,1 0-4-15,-5-3-1 0,2 0 0 0,-2-1-1 16,0 0 0-16,0-2-2 0,-2-1-4 0,0-4-24 15,-3-1-27-15,1 6-34 0,-3-6-33 0,-4 3-38 16,2-6-41-16,-2 1-34 0,-1-1-146 0,-5-2-396 16,1 4 176-16</inkml:trace>
  <inkml:trace contextRef="#ctx0" brushRef="#br0" timeOffset="-35253.99">13011 16073 129 0,'-2'11'132'0,"2"-1"-6"16,-2 1-9-16,4-4-9 0,0 3-3 0,-2-3 6 15,4 2 4-15,0-4 0 0,-2 2-4 0,2-3 4 16,3 1-5-16,2-2 1 0,0 0 0 0,4-3-4 16,-1-3-4-16,-1-1-6 0,4 1-2 0,2-2-10 15,1-4-1-15,-5-1-8 0,-2 4 1 16,1-3 5-16,-4 2-4 0,-1 0-3 0,1-2-10 15,-2 0-2-15,-4 2-4 0,0 0 1 0,-2 7-16 0,-4-18-2 16,-2 10-5-16,-2-1-9 0,-1 3 3 0,0-1-8 16,-5 3-2-16,4-2-9 0,-9 2-20 0,2 1-18 15,-2 1-27-15,1 2-26 0,-1 1-43 16,0-3-43-16,2-1-41 0,1 3-195 0,0-5-433 16,-2 1 192-16</inkml:trace>
  <inkml:trace contextRef="#ctx0" brushRef="#br0" timeOffset="-34757.42">13220 14376 87 0,'5'-4'154'0,"-5"4"-12"15,0 0-9-15,0 0-9 0,18 4-4 0,-14 2-5 16,1 2-8-16,2 0-2 0,-2 2-9 0,-5-1-1 16,2 4-8-16,-2 4-6 0,-2-6-3 0,-1 0-6 15,-2 1-4-15,1 4-10 0,-5-2 0 0,3-4-6 16,1-1-4-16,-4 0 0 0,0-3-3 0,0 1 0 16,3-3 0-16,-2-1 4 0,2-2 3 0,6-1 1 15,-11 1 6-15,11-1-1 0,-12-1-6 0,12 1-3 16,0 0-4-16,-9-4-5 0,9 4-4 0,0 0-3 15,-2-11-4-15,2 11-6 0,0 0 0 0,0 0-5 16,0 0-3-16,18-8 1 0,-18 8-3 0,13 0-2 16,-13 0 10-16,19 6-12 0,-6 1-4 0,3 0-16 15,-5-2-33-15,7 4-35 0,-2-1-45 0,0-1-42 16,3 2-40-16,-4-2-151 0,2 0-387 0,-3-1 171 16</inkml:trace>
  <inkml:trace contextRef="#ctx0" brushRef="#br0" timeOffset="-34542.24">13526 14370 171 0,'0'0'211'0,"0"-10"-14"0,0 10-16 0,-2-7-18 16,2 7-16-16,0 0-16 0,0 0-5 0,0 0 0 15,0 0 8-15,0 0-1 0,0 0-14 0,-2 26-12 16,0-15-8-16,2 4-13 0,0-3-6 0,2 5-5 15,-2-1-11-15,0 0-10 0,0 0-28 0,2-3-32 16,0 3-42-16,2 1-44 0,-2-6-41 0,-1 0-42 16,2-2-155-16,-1-1-357 0,0-3 158 0</inkml:trace>
  <inkml:trace contextRef="#ctx0" brushRef="#br0" timeOffset="-34358.07">13654 14405 38 0,'0'-7'167'0,"0"7"-23"16,0 0-15-16,0 0-2 0,0 0 11 0,0 0 3 16,0 0-9-16,0 0-9 0,-7 20-10 0,5-12-8 15,0 1-11-15,0 3-7 0,0-1-8 0,0 0-10 16,2-1-4-16,-3 2-21 0,1 1-26 0,0-2-36 16,-1 2-44-16,0-1-41 0,2-2-38 0,-4-1-108 15,1-1-268-15,1-2 118 0</inkml:trace>
  <inkml:trace contextRef="#ctx0" brushRef="#br0" timeOffset="-34194.13">13503 14322 14 0,'21'0'109'0,"8"-1"-15"0,0 1-27 0,7 1-36 15,-2 0-51-15,1 4-30 0,2-2-53 0,-3-2 24 16</inkml:trace>
  <inkml:trace contextRef="#ctx0" brushRef="#br0" timeOffset="-33373">14110 15182 84 0,'0'0'227'16,"0"0"-12"-16,0 0-15 0,0 0-12 0,0 0-11 15,0 0-1-15,0 0-7 0,0 0-8 0,0 0-3 0,0 0-7 16,0 0-10-16,0 0-18 0,0 0-10 0,4-29-8 15,-1 23-12-15,4-1-8 0,-2-3-8 0,3 3-6 16,1-3-6-16,2 2-6 0,-1-4-8 0,2-1-4 16,-2 0-9-16,1 0 0 0,0-1-1 15,0 0-5-15,-2 0-2 0,-2-1-5 0,-3 1 6 0,4 1 0 16,-4 2-3-16,-2 1-2 0,0 1 2 0,-1 3 0 16,0-2-1-16,-1 8 2 0,-1-11-8 0,1 11-1 15,-3-10-5-15,3 10 1 0,-7-3-3 16,7 3-2-16,0 0-5 0,-22 11 2 0,13-2-2 15,-2 4 8-15,-2 2-10 0,4 1-3 0,-1 1 2 0,3-1 1 16,3 2-2-16,2-1-3 0,2 0 5 0,2-2 1 16,2 1-2-16,3-3-6 0,3-1-7 0,3-2-22 15,0 1-28-15,3-1-38 0,6-1-31 16,-4-2-37-16,3-2-45 0,1-2-19 0,-4 0-21 16,-4-3-138-16,-4 0-420 0,1-3 186 0</inkml:trace>
  <inkml:trace contextRef="#ctx0" brushRef="#br0" timeOffset="-33222.73">14209 14677 23 0,'0'0'44'15,"0"0"-41"-15,0 0-15 0,0 0-13 0,29 19 6 16</inkml:trace>
  <inkml:trace contextRef="#ctx0" brushRef="#br0" timeOffset="-32942.51">14534 14604 160 0,'10'5'174'0,"2"4"-11"15,-2-3-2-15,1 7-6 0,-1 2-10 0,-2 1-3 16,-1 2-4-16,-3 0-2 0,-3 0-10 0,-1 1-10 0,0 1-5 16,-5-2-5-16,2-1-1 0,-1-1-2 15,0-3 0-15,-1-2-6 0,0-2-4 0,-1-1-4 16,4-2-5-16,0-1-4 0,2-5-8 0,-5 8-3 16,5-8-8-16,-4 7-4 0,4-7-7 0,0 0-2 15,0 0-4-15,0 0 0 0,15 4-21 0,-1-7-21 16,7-2-26-16,7-1-34 0,5 1-46 0,2-1-42 15,0-1-46-15,0 3-42 0,-4 2-150 0,-2 0-415 16,-8-1 185-16</inkml:trace>
  <inkml:trace contextRef="#ctx0" brushRef="#br0" timeOffset="-31592.02">15247 15034 84 0,'0'0'172'0,"-4"-9"-15"0,4 9-7 0,-9-8-6 16,9 8-2-16,-11-4-4 0,4 2-8 0,7 2-7 16,-16-6-2-16,6 5-8 0,-2 1-11 0,-1 1-6 15,2 3-9-15,0 0-11 0,0 2-5 0,0 1-6 16,2-1-9-16,-2 2-5 0,4 0-6 0,-1 1-1 16,2 0-9-16,-1 2 0 0,3-2-1 15,1 3-5-15,0-2-4 0,0-1-2 0,5-3-5 0,-1 3 1 16,3-1 0-16,-2-3-4 0,2 0-2 0,4-2 1 15,0 0-2-15,-8-3-1 0,16 2 0 0,-2-3-1 16,-2 0 0-16,2-2-2 0,-3 0 1 0,6-6 1 16,-7 2-1-16,0 1 0 0,-1-4-3 15,2 0 4-15,-2 0-4 0,1-4 0 0,-4-3-4 0,-1 4 3 16,-1-6 0-16,-2 1 0 0,0 2-3 16,-2-3 3-16,0-8 0 0,-2 8 0 0,1-8-3 15,-2 4 1-15,-4 4 0 0,4 1 3 0,1 4 13 0,-4 2 7 16,2 1 4-16,1 1 7 0,1 3 10 15,-1 2-15-15,-1 0 6 0,4 5-15 0,-4-8-3 0,4 8-5 16,0 0-1-16,0 0 3 0,0 0 0 0,0 37 3 16,2-18 7-16,-4 9 0 0,0-1-11 0,1 2 1 15,-1-5-9-15,2 4 4 0,3-2-1 0,-1 1 0 16,0-1 1-16,-2-1-2 0,1-7-3 0,0 2-15 16,1 0-25-16,1-1-25 0,0 0-29 0,-3-2-34 15,0-1-37-15,1-5-28 0,2 0-31 0,-2-1-161 16,-1-10-409-16,0 11 181 0</inkml:trace>
  <inkml:trace contextRef="#ctx0" brushRef="#br0" timeOffset="-31172.82">15743 14866 148 0,'0'0'178'0,"0"0"5"0,0 0-1 0,0 0-1 15,-23 24-4-15,11-9-9 0,-4 6-6 0,2 1-1 0,-2-1-21 16,0 0-10-16,-1 1-11 0,1-2-10 16,7-5 1-16,-4 0-5 0,1-1-18 0,-2 0-1 0,4 0-12 15,-2-1-4-15,1-4-5 0,-3-1-9 0,4 1-3 16,-4-2-5-16,1-4 0 0,2 1-6 0,-2-1-4 16,0-4-7-16,4-1 4 0,-1 1-7 15,2-1 2-15,-3-2-4 0,4-3-2 0,-2 1-5 16,3-2-1-16,0 0-4 0,0-1-1 0,4 2 2 0,-2-3-4 15,4 0-5-15,4-2 1 0,0 1 1 0,1-1-3 16,4 2 1-16,2-3-1 0,-2 4 0 0,5-1-2 16,0 1-3-16,1 0 1 0,1 3-2 15,2 1 2-15,-5 1 0 0,4 2-2 0,-4 2-1 16,0 0-1-16,-1 4 2 0,-2-1 1 0,2 2-1 16,-1 1-4-16,-1 0 6 0,0 2-3 0,-3 0 0 0,3 2 1 15,-1 1-1-15,1 0 3 0,-2-2 2 16,1 4 2-16,2 2-4 0,1-4 4 0,2-1-9 15,-2 3-26-15,4-1-32 0,-2-3-41 0,4 1-42 16,-3-1-46-16,2-2-16 0,-1 0-30 0,-4-2-138 16,-2 0-406-16,0-2 180 0</inkml:trace>
  <inkml:trace contextRef="#ctx0" brushRef="#br0" timeOffset="-29326.73">15134 13896 36 0,'0'0'75'0,"-8"-2"0"0,8 2-4 0,0 0 1 16,0 0-13-16,-9-1-4 0,9 1 8 0,0 0-8 15,-9-2-6-15,9 2 2 0,0 0-11 0,0 0-1 16,0 0 1-16,0 0 0 0,0 0 4 0,0 0-12 16,0 0 4-16,37-6-6 0,-10 0 5 0,5-1 2 15,2 3 1-15,7-4-1 0,11-2-9 0,3 0 6 16,0 3-1-16,0-1-1 0,0-3-7 0,-2 4-4 15,-3-1 0-15,-12 2 0 0,-4 2 1 0,-3-4 2 16,5 2 0-16,-7 0 0 0,-1 1 2 0,-8 3 0 16,-1-2 4-16,-6 2 1 0,-1 0 0 0,-2 2 6 15,-2-1-8-15,1-1 1 0,-9 2-2 0,12-1-3 16,-12 1 12-16,7-3-6 0,-7 3 1 0,0 0-2 16,12 0-5-16,-12 0-7 0,0 0 3 0,0 0-2 15,0 0-9-15,6-2-10 0,-6 2-13 0,0 0-27 16,0 0-23-16,0 0-29 0,0 0-33 0,0 0-21 15,-16 13-97-15,16-13-262 0,-20 8 115 0</inkml:trace>
  <inkml:trace contextRef="#ctx0" brushRef="#br0" timeOffset="54662.49">17887 15407 37 0,'0'0'120'0,"0"0"-5"15,0 0-16-15,18-9-3 0,-18 9-5 16,18-6-7-16,-6 3-5 0,0-1 3 0,1 2-13 0,0 0-2 16,-1 2-10-16,-1 2-4 0,0-2-12 15,0 0-7-15,-5 3-31 0,3-2-26 0,-3 2-23 0,-6-3-36 16,13 5-81-16,-7-2-176 0,-6-3 77 0</inkml:trace>
  <inkml:trace contextRef="#ctx0" brushRef="#br0" timeOffset="54846.03">17781 15575 77 0,'0'0'134'0,"-3"4"-5"0,3-4-4 0,0 0-21 16,12 11-6-16,0-9-11 0,4 2-2 0,2 1-7 16,12-3-31-16,0 0-41 0,4 2-31 0,1-2-42 0,6 0-80 15,-6-2-159-15,3 0 72 0</inkml:trace>
  <inkml:trace contextRef="#ctx0" brushRef="#br0" timeOffset="55979.12">19622 15108 29 0,'0'0'240'0,"-3"-9"-41"0,3 9-20 0,-1-8-18 15,1 8-16-15,0 0-17 0,-1-7-13 0,1 7-12 16,0 0-11-16,6-8-6 0,-6 8-10 0,16-3-22 16,-3 2-6-16,1-1-8 0,4 2-14 0,3-1-13 0,-2-1-9 15,0 1-30-15,-1-1-24 0,0 1-19 0,-4 1-8 16,-4 1-15-16,0-2-15 0,1 0-1 0,-4 2-4 16,-7-1 9-16,13 1-63 0,-7 1-179 15,-6-2 585-15,8 0-309 0,-8 0-40 0,0 0-119 16,0 0 53-16,0 0 447 0,8-4-341 0,-8 4 64 15,0 0-20-15,0 0 14 0,0 0 6 0,0 0 5 0,0 0 13 16,0 0 10-16,-14-12 7 0,14 12 7 0,0 0 4 16,0 0-3-16,-9-3-5 0,9 3 0 15,0 0 35-15,0 0-8 0,0 0 13 0,-8 13 7 16,7-4 12-16,-2 2 11 0,-1 4-8 0,1 5 1 16,-1-1-12-16,-3 6-3 0,4 1-7 0,-3 4-4 0,3-4 2 15,-1 5-3-15,1-5-6 0,-1 4-6 16,2-2-1-16,-1-1-11 0,0-1-3 0,1 2-1 15,1-11-8-15,1 2-4 0,0-1-3 0,0-1-3 16,1-4-1-16,1 2-8 0,-4-3 5 0,4-2-1 16,-4-1-7-16,1-1-2 0,1-8-3 0,-3 11-9 15,-1-6 2-15,1 0-10 0,3-5-9 0,-12 5-3 16,3-5-4-16,9 0-4 0,-19-3 1 0,6-1-1 0,3 1 8 16,0 0-2-16,-2-2 9 0,6 2 4 15,-2 0 5-15,8 3 0 0,-10-5 2 0,10 5-1 16,-6-8-4-16,6 8 4 0,-3-4-3 0,3 4 4 15,0 0 0-15,0 0 4 0,18-5-3 0,-8 2-1 0,4 2 0 16,5-1 3-16,3 2 3 0,1 0-2 16,5 0-9-16,-1 0-10 0,1 2-13 0,0-2-23 15,-6 1-12-15,1-1-5 0,-4 0-18 0,3 1 1 16,-2-1 1-16,-3 0 0 0,-2-1 2 0,-3 1 4 16,-2-3 9-16,2 1 6 0,-5-1 12 0,0-1 9 15,0 0 5-15,1-1 12 0,-3-1 5 0,-1 1 5 16,0 0 7-16,-2-2 16 0,-2 7-1 0,6-10 15 15,-6 10 4-15,2-9 4 0,-2 9 28 0,4-4-26 16,-4 4 2-16,0 0-2 0,0 0 4 0,0 0 12 16,0 0 10-16,0 0 6 0,0 0 7 0,1 20 0 15,-2-10-8-15,-2-1-1 0,3 2 6 0,0-1-6 0,0 0-5 16,0-1-5-16,3 2-8 0,-3-3-3 16,0 0-2-16,0-1-3 0,0-7-3 0,0 10-8 15,0-10 19-15,0 7 14 0,0-7 7 0,0 0 2 16,0 0-7-16,0 0-8 0,0 0-13 0,0 0 9 15,0 0-10-15,10-21-3 0,-6 13-1 0,-2-1-4 16,2-2-11-16,0 0 9 0,4-1-6 0,-1-4-1 0,4 0-4 16,-2 1 3-16,3 0 0 0,1 0-6 15,2 0-1-15,0 3 3 0,0 1-7 0,0 1 0 16,-2 3-4-16,-3 3 3 0,2-1-5 0,-3 5 2 16,-2 2 0-16,5 2 2 0,-1 0-1 0,-3 4 1 15,0 0 5-15,-4 1-5 0,1 2 4 0,0 0-3 16,-3 0 2-16,1 2 0 0,-3-1-1 0,0-2 3 15,-1 1-3-15,-2-5-4 0,2 1 7 0,-3-1 9 0,4-6-5 16,-5 8 4-16,1-4-2 0,4-4-2 16,0 0 2-16,-9 1 0 0,9-1-2 0,0 0-7 15,-10-8 5-15,10 8-2 0,-6-10-2 0,6 2 1 16,0 8-3-16,3-17-1 0,5 5-2 0,0-2 2 16,3-1-1-16,3-1 1 0,2 3-1 0,4-4 5 0,-5 4-8 15,3 2 0-15,-1 3 0 0,1-1 1 16,-1 4-3-16,-4 3 3 0,3 4-2 0,-4-2 6 15,1 4-9-15,1 1 4 0,-2 3-1 0,3 1-1 16,-2 2 0-16,-2 1 4 0,-2 4 0 0,0 0-2 0,-2 1-11 16,-1 1-31-16,-3-1-25 0,-3 4-32 0,0-3-35 15,-3 1-42-15,-4 6-159 0,-1-8-365 16,-5 4 163-16</inkml:trace>
  <inkml:trace contextRef="#ctx0" brushRef="#br0" timeOffset="56348.86">19798 15898 34 0,'-5'-3'139'0,"5"3"-13"0,0 0-7 0,0 0-3 15,37-7 8-15,-8 4 2 0,6 1-11 0,22-4 8 16,-2 1-6-16,0 2-3 0,8-5-4 0,-4 6-5 16,3-5-5-16,-4 3-2 0,2 0-2 0,0-2-6 15,-2 2-8-15,-5 0 27 0,-3 0-7 0,-10 0-7 16,-6 1-9-16,-2 0-9 0,-3-2-9 0,-2 2-5 15,-9 0-9-15,-4 3-1 0,-1-1-5 0,-5 0-11 16,-1 0-15-16,0 1-23 0,-7 0-24 0,10 0-34 16,-10 0-37-16,0 0-55 0,0 0-33 0,0 0-28 15,0 0-125-15,-31 7-365 0,11-1 162 0</inkml:trace>
  <inkml:trace contextRef="#ctx0" brushRef="#br0" timeOffset="56585.57">19872 16100 92 0,'0'0'171'0,"40"8"-9"0,-13-7-10 0,5-2-11 0,6 1-12 15,2-1-11-15,9-4-11 0,3-1 0 16,-15 2-19-16,-2 4-8 0,0-3-11 0,-6 0-8 15,-9 3-16-15,-7-3-22 0,-1 4-24 0,-3-2-17 16,-9 1-21-16,0 0-20 0,13 3-26 0,-13-3-11 16,0 0-28-16,0 0-64 0,0 0-203 0,-37 10 91 15</inkml:trace>
  <inkml:trace contextRef="#ctx0" brushRef="#br0" timeOffset="56984.35">19995 16145 48 0,'0'0'134'0,"0"0"-6"16,-5 3 19-16,5-3 18 0,-2 10 1 0,2-10-16 16,2 17-7-16,-1-6 6 0,0 1-8 0,1 5-1 15,-2 7-9-15,-4 4-1 0,1-1-5 0,-2 1-15 16,0 1 3-16,-3 4-11 0,1-1-30 0,-1 0 2 16,0-3-7-16,-1-3-4 0,3 2-6 0,2-2-2 15,0 0-4-15,3-3-1 0,0-6-5 0,2 0-5 16,-1 0-5-16,1-5-3 0,-1 3-1 0,0-1-3 15,3-4-3-15,-3 1-5 0,0 0 1 0,1-3-2 16,-1-2 0-16,3 2-3 0,-3-8-1 0,0 8-3 16,0-8 3-16,0 0-2 0,-2 13 4 0,2-13 6 15,0 0 3-15,-3 4-2 0,3-4-3 0,0 0-3 16,-18-1-3-16,6-2 1 0,-6 0 1 0,2-1-8 16,-5-2-2-16,2 0 2 0,-8-3-3 0,0 2 0 15,-1-2 5-15,1-1-5 0,1 3-2 0,-1 0-2 16,5 4 3-16,-4-4-3 0,6 4 2 0,2 0-2 15,-5 0 0-15,7 1-1 0,-1 1-4 0,4 1 6 16,2 0-10-16,11 0-10 0,-17 1-11 0,11 3-12 16,6-4-23-16,-11 5-32 0,11-5-35 15,0 0-29-15,-4 9-38 0,4-9-31 0,0 0-170 16,0 0-431-16,26 7 190 0</inkml:trace>
  <inkml:trace contextRef="#ctx0" brushRef="#br0" timeOffset="57404.64">20244 16445 36 0,'1'-10'158'0,"-1"10"-7"16,0 0-1-16,-6-13 8 0,6 13 8 0,0 0 3 15,-5-7 0-15,5 7-12 0,0 0-5 0,0 0-16 16,0 0-12-16,-4-10-10 0,4 10-14 0,0 0-11 16,0 0-4-16,0 0 0 0,0 0 3 0,22 2 4 15,-22-2-9-15,20 9-2 0,-8-3-5 0,-2 2-4 16,2 3-4-16,-1 5-1 0,-2-1 1 0,-4 2-8 16,-1 1 1-16,-5 1-3 0,-1 0-2 0,-2 1-4 15,-2-2 2-15,-3 5-12 0,-4-7 0 16,-1 7-1-16,0-7-5 0,1-1-8 0,1-2 4 0,-1-2 0 15,4-2-9-15,0-1-6 0,3-1 2 16,0-2 2-16,6-5-8 0,-7 7 1 0,7-7-2 16,-8 5 5-16,8-5-8 0,0 0 0 0,0 0 6 0,0 0-5 15,0 0 0-15,0 0-1 0,27 4-3 16,-8-8 1-16,3-1-3 0,7-2-7 0,2 0-5 0,0 0-13 16,-2-1-36-16,2-1-29 0,1 1-38 15,1 1-40-15,0-3-45 0,3 0-50 0,0 1-203 16,-2-2-501-16,1-2 221 0</inkml:trace>
  <inkml:trace contextRef="#ctx0" brushRef="#br0" timeOffset="58081.71">20169 16099 90 0,'0'0'97'16,"0"0"-5"-16,-22 6-5 0,22-6-1 0,0 0-2 15,-17 3 6-15,17-3-3 0,0 0 4 0,-12 0 3 16,12 0-9-16,0 0 2 0,0 0-8 0,0 0-7 16,-12 0-12-16,12 0-2 0,0 0-4 0,0 0 5 15,0 0 9-15,0 0 1 0,38 5-2 0,-7-5 4 16,5 0 2-16,16-1 11 0,6-2 2 0,2-1-11 15,4 2 0-15,29-6 2 0,-29 1-3 0,2 2-5 16,-2 1-2-16,-5-2-3 0,-1 3 3 0,-20-1-2 16,0 0-4-16,-3 0 0 0,-5 0 1 15,2 1-1-15,-1 0-1 0,-12 3-4 0,-4-1 0 0,-3-2-5 16,-2 2-5-16,2-1 5 0,-12 2 5 0,14-2-3 16,-14 2-4-16,11-1 5 0,-11 1-16 0,0 0 4 15,0 0-8-15,13 0-3 0,-13 0-1 16,0 0-6-16,0 0-4 0,0 0-7 0,0 0-16 15,0 0-14-15,0 0-27 0,0 0-24 0,0 0-33 16,0 0-37-16,0 0-37 0,0 0-46 0,0 0-39 16,0 0-172-16,0 0-466 0,0 0 207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1T07:02:34.2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20075 7929 100 0,'0'0'204'0,"-4"-10"-4"0,4 10 15 16,0 0-16-16,-3-7-2 0,3 7-13 0,-2-6-6 16,2 6-14-16,0 0-11 0,0 0-14 0,-1-9-14 15,1 9-15-15,0 0-16 0,0 0-10 0,0 0-12 16,0 0-10-16,0 0-8 0,0 0-3 0,0 0-9 15,0 0-4-15,0 0-4 0,-2 25-5 0,0-14-1 16,1 5-1-16,1 2-5 0,-1-4 0 0,1 4-7 16,1-2 1-16,0 4 3 0,-1-4-4 0,2 0-4 15,0 0-1-15,-1 0-1 0,-1 0 2 0,2-3-1 16,0 2 1-16,-2-1-3 0,1-3 1 0,-1 2-6 16,2-3-7-16,-2 2-5 0,1-1-7 0,0 1-14 15,-1-3-16-15,0 3-25 0,-1-2-19 0,0 1-26 16,-2-1-32-16,-1 0-20 0,-1 3-22 0,2-3-158 15,-5 1-377-15,0-2 167 0</inkml:trace>
  <inkml:trace contextRef="#ctx0" brushRef="#br0" timeOffset="399.99">20029 8035 137 0,'8'-20'169'16,"-3"5"-13"-16,3-3-3 0,0 4-3 0,2 1-3 15,-3-1-14-15,1 4-1 0,0 0-13 0,1 3-13 16,-6 1-8-16,5-2-13 0,-3 4-10 0,0 1-11 16,3 0-6-16,-2-1-5 0,-6 4-6 0,11-3-8 15,-11 3-4-15,12 1 0 0,-12-1-5 0,9 6-2 16,-5 0-1-16,1 0-2 0,-1 3-2 0,-1-1 1 16,-3 5-6-16,0 0 2 0,-3 2-2 0,1-4-3 15,-1 5-4-15,1 0 3 0,-1-4-6 0,0 0 3 16,2-1-5-16,-2-1-5 0,3 2 4 0,0-2-11 15,2-1 0-15,-1-2-2 0,2 0-3 0,2 1-1 16,0 1 7-16,0-3-2 0,4 2 0 0,-1 0 0 16,1-2 1-16,-2 2 2 0,3 1 0 0,-1-3-3 15,2 3 4-15,-1-2-5 0,-1-1 13 0,-3 2-11 16,-2-2 3-16,4 3 4 0,-5-1-2 0,0-2 16 16,-2 2-13-16,-1-8-1 0,0 11 5 0,0-11 2 15,-6 12-1-15,-2-6-1 0,1 1-2 0,-1-1 4 16,-1-1-3-16,0 2-2 0,0-3-11 0,0 2-4 15,0-2-23-15,-1 0-26 0,4-3-32 0,-2 1-36 16,0-1-42-16,-2-1-117 0,10 0-312 0,0 0 138 16</inkml:trace>
  <inkml:trace contextRef="#ctx0" brushRef="#br0" timeOffset="817.59">20313 8138 189 0,'9'-3'191'16,"-9"3"-20"-16,8-3-19 0,-8 3-16 0,10-1-14 0,-10 1-13 16,11 2-8-16,-4 0-11 0,1-1-6 15,0 1-6-15,0 3-12 0,1 0-3 0,-2-1-8 16,0 1-9-16,-2-2 1 0,2 1-7 0,-2 2 5 16,0 0-14-16,0-1 1 0,-1-1 0 0,0 1-1 15,-4-5 7-15,5 6 11 0,-5-6 3 0,4 5 16 16,-4-5 6-16,0 0 0 0,0 0 5 0,0 0-3 15,1 6-2-15,-1-6-7 0,0 0-9 0,0 0 2 16,0 0-5-16,0 0-11 0,0 0-11 0,0 0-4 16,4-20-7-16,-2 12-3 0,2-1-4 0,5-1-3 0,1-3-2 15,2 1-4-15,-1-3 3 0,2 2-1 0,2 1-3 16,-2 0 0-16,2 2-1 0,-3-2 2 16,-2 5-3-16,0 1-2 0,-2 0-1 0,-3 2 1 15,-1 1-3-15,-4 3 2 0,8-6-6 0,-2 4 0 16,-6 2-3-16,0 0 1 0,9-2-2 0,-9 2 1 0,0 0 0 15,10 10 1-15,-6-4 1 0,-1 1 5 16,3 2 2-16,-4 1-3 0,1 2 3 0,0-2 2 16,-2 2-1-16,2 4-1 0,-1-4 5 0,1 4-2 15,-2-4-10-15,2-1-20 0,-2 0-29 0,0 0-42 16,0 0-43-16,1 0-47 0,1-1-209 0,-3-3-431 0,0-7 191 16</inkml:trace>
  <inkml:trace contextRef="#ctx0" brushRef="#br0" timeOffset="976.83">20610 7821 148 0,'0'0'156'0,"0"-11"-19"0,0 11-24 15,0 0-41-15,0 0-31 0,21 9-36 0,-8-3-31 0,2 4-82 16,0 1-117-16,2 0 52 0</inkml:trace>
  <inkml:trace contextRef="#ctx0" brushRef="#br0" timeOffset="1400.01">20984 8025 75 0,'0'0'238'0,"9"4"-11"0,-9-4-7 0,0 0-12 0,0 0-8 16,5 3-11-16,-5-3-14 0,0 0-7 0,0 0-13 15,0 0-9-15,-22 3-10 0,15-1-9 0,-4 0-7 16,1 3-13-16,-1 1-5 0,-6 1-13 15,3 1-8-15,-1 3-10 0,-1 0-4 0,4 2-6 0,0 1-11 16,3-5-2-16,-1 1-6 0,4-1-8 0,-1 1 0 16,3-2-7-16,0 0-3 0,1-2 1 15,3 2-8-15,0-8-6 0,1 9-7 0,-1-9-2 0,4 10-2 16,1-8-6-16,1 1 2 0,-6-3 0 16,17 1 2-16,-6-1-2 0,-11 0 2 0,18-6-1 0,-9 2 5 15,0-3 0-15,0-1-4 0,-1 0 2 0,-3-5 0 16,1-1 0-16,2-2 6 0,-3-1-3 15,-1-4-2-15,-2-4-3 0,-2-1 1 0,2 2-1 16,-2-4 3-16,-3 2 1 0,2 0 6 0,0 7-3 0,1-1 6 16,0 5 16-16,-3 4 4 0,2 1 1 0,1 1 7 15,-3 1 0-15,3 8-5 0,-2-11-3 0,2 11-8 16,0-10-4-16,0 10-7 0,0 0-7 0,0 0 1 16,0 0-2-16,0 0-5 0,0 0 4 0,6 31 1 15,-5-13 0-15,2 8 0 0,-1 1-14 0,0 1-15 16,2 1-17-16,1-2-21 0,-3 1-10 0,5-2-22 15,-2 0-49-15,0 0-47 0,0-7-32 0,3-1-45 16,-2-1-145-16,3-6-445 0,2-1 198 0</inkml:trace>
  <inkml:trace contextRef="#ctx0" brushRef="#br0" timeOffset="1983.3">21306 8077 228 0,'-4'-9'237'16,"-1"2"-5"-16,-2 0-3 0,-1 3-9 0,0-2-17 15,-2 4-13-15,-2 1-19 0,1 1-18 0,-3 3-15 16,1 0-14-16,-5 4-10 0,4 0-11 0,3 0-13 16,0 1-10-16,2 2-6 0,-1-1-9 0,3 0-3 15,1 1-10-15,3-2-5 0,-1 1-8 0,2-2-10 16,2 0-4-16,0-7-12 0,3 13-3 0,-2-10-2 16,3 4-2-16,3-2-3 0,-2-2 0 0,-5-3 5 15,12 5-2-15,-5-4 1 0,-7-1-2 0,0 0 4 16,14-4-2-16,-7 2-2 0,-7 2-1 0,10-6 1 15,-5 4 0-15,-5 2 5 0,7-5-3 0,-7 5 1 16,7-2-1-16,-7 2-7 0,0 0 1 0,0 0-5 16,0 0 0-16,10 7 1 0,-5-1-3 0,-2 3 2 15,-2 8 4-15,2 0-4 0,-1 10 2 0,4 2 5 16,-3 4 0-16,-1 3 2 0,0 10-3 0,-2-10 1 16,-3-1 0-16,1 12 1 0,-2-15 1 0,4 1 3 15,-8-1-1-15,0-3-2 0,2-3 3 0,1-1 1 16,-4-8-3-16,-1-1 5 0,1-3-6 0,-3 0 4 15,3-4 0-15,0-3 2 0,3-3-2 0,-5-3-3 16,3 0-3-16,-2-6-4 0,0-2-5 0,2-2 3 16,1-8-2-16,2-3-3 0,3-5 3 0,5-3-3 15,4 1-2-15,3-4 4 0,8-12-3 0,1-1 4 16,-2 15 1-16,4-1 0 0,10-11-2 0,0 3 5 16,-8 13-3-16,10-12 0 0,-2 1-3 0,-11 11 4 15,5-2 2-15,-1 2-4 0,-5 2 6 0,0 0 1 16,-1 3-3-16,-8 5 4 0,-1 1 8 0,-2-1 10 15,-1 7 4-15,-1-1 0 0,-1-2 1 0,-1 4 9 16,-2 2 6-16,-1 6 1 0,1-9-2 0,-1 9-2 16,0 0-4-16,-2-10-2 0,2 10-8 0,0 0 0 15,0 0-3-15,-26 16-2 0,14-7 0 0,-3 7-4 16,5-3-6-16,1 3 0 0,5-2 4 0,-2 3-5 16,6-1-4-16,0 0-18 0,5-1-13 0,2 1-19 15,5-2-16-15,5-1-34 0,6 1-48 0,5-2-59 16,4-2-44-16,-2-3-211 0,1 2-496 0,0-4 220 15</inkml:trace>
  <inkml:trace contextRef="#ctx0" brushRef="#br0" timeOffset="2119.09">21808 8229 234 0,'0'0'231'0,"0"0"-21"0,0 0-15 15,0 0-24-15,0 0-21 0,-23-5-12 0,23 5-21 0,0 0-35 16,0 0-55-16,0 0-68 0,-7-2-70 15,7 2-124-15,0 0-252 0,0 0 112 0</inkml:trace>
  <inkml:trace contextRef="#ctx0" brushRef="#br0" timeOffset="14952.89">15092 9733 9 0,'0'0'79'0,"0"0"-10"0,0 0-8 0,0 0-5 16,0 0-12-16,0 0-16 0,0 0-27 0,0 0-13 16,0 0-19-16,0 0-20 0,0 0-55 0,0 0 24 15</inkml:trace>
  <inkml:trace contextRef="#ctx0" brushRef="#br0" timeOffset="15605.42">17274 9993 4 0,'0'0'40'0,"0"0"-10"0,0 0-14 0,0 0-5 0,0 0-15 16,0 0-13-16,0 0-17 0,0 0 8 15</inkml:trace>
  <inkml:trace contextRef="#ctx0" brushRef="#br0" timeOffset="50099.41">23412 3266 107 0,'0'0'168'0,"-4"-10"4"16,2 3-17-16,2 7-7 0,-1-11 0 0,-2 6-5 15,3 5-10-15,-4-13-12 0,4 7-14 0,0 6-2 16,-1-9-6-16,1 9-9 0,-1-8-2 0,1 8-8 16,-2-8-4-16,2 8-7 0,0 0-12 0,0 0-6 15,-1-10-9-15,1 10-2 0,0 0-10 0,0 0-5 16,0 0-5-16,0 0-6 0,0 0 0 0,0 0-4 15,0 0-2-15,0 0 0 0,0 0-5 0,10 28 4 16,-5-14-1-16,1 4-2 0,2 8 4 0,-1-2 1 16,1 4-4-16,-2-3 0 0,0-1-3 0,3 2 6 15,-2-2 0-15,-4-6-5 0,1-1 1 0,0-2 1 16,0-3 0-16,0-3-5 0,0-1 4 0,-2 2-2 16,-1-4 1-16,2-2 5 0,-3-4-1 0,3 6 1 15,-3-6 10-15,0 0 19 0,3 7 0 0,-3-7-6 16,0 0-3-16,12-14 1 0,-3 2-5 0,-1 3-4 15,1-6-3-15,2-4 1 0,-3 2-5 0,2-1-1 16,3-4-1-16,-2-1 1 0,1-4-8 16,-1 5 5-16,2-5 1 0,1 2-7 0,-5 0 0 15,1 2-3-15,0 7-2 0,-1 0 0 0,-4 6 0 16,-1 0-15-16,3 2-14 0,-7 8-21 0,6-10-24 16,-6 10-54-16,0 0-11 0,6-3-13 0,-6 3-9 15,0 0-17-15,0 0-125 0,-2 35-331 0,-2-18 147 16</inkml:trace>
  <inkml:trace contextRef="#ctx0" brushRef="#br0" timeOffset="50667.13">23746 3563 61 0,'0'0'105'0,"0"0"4"15,4 7-10-15,-4-7 0 0,0 0-12 0,0 0 9 16,0 0-6-16,0 0 7 0,0 0 6 16,0 0 3-16,0 0 2 0,0 0-2 0,0 0 4 0,0 0 3 15,0 0 5-15,0 0 3 0,0 0 6 0,0 0 3 16,0 0-14-16,0 0-13 0,0 0-7 0,0 0-11 16,0 0-8-16,0 0-8 0,0-28-10 0,0 17-8 15,1 0-8-15,2 0-12 0,-1-1-4 0,4-6-9 16,1 5-1-16,2-6-10 0,0 5-4 15,1 1-1-15,-1 3-5 0,-1 2 1 0,-1 0-4 16,1 3-2-16,1 1-5 0,-3 4 1 0,-6 0-3 16,19 0 3-16,-10 4 1 0,0 3-2 0,1 1 3 15,-1 1 3-15,3 2-1 0,-2 3-1 0,-2 0 4 0,-2-3 0 16,2 4 1-16,-2-4-1 0,-1-2 5 16,-1 2 0-16,0-3 4 0,-1-1-6 0,-1-2-1 15,0 0 2-15,-2-5 0 0,5 8-1 0,-5-8 8 16,3 6-2-16,-3-6 3 0,3 5 10 0,-3-5-1 15,0 0-3-15,0 0 0 0,0 0-5 0,0 0-3 16,8-19-1-16,-3 10-4 0,0-2 4 0,5-2-8 16,0-1-5-16,2-2 0 0,4-4 2 0,-1 6-2 15,0-2-2-15,-1 5 3 0,-1-1 1 0,-3 3 1 16,-1 4-1-16,0-2-7 0,0 3 4 0,-3 1-4 16,1 1 2-16,-7 2-1 0,11 0-4 0,-11 0 7 15,11 5-3-15,-5-1 4 0,-2 1 4 0,-1 0-5 16,4 4 7-16,-5 0 0 0,5 1-1 0,-5 0 2 15,2 2 5-15,-3 0-8 0,-1 1-16 0,2-2-21 16,-1 1-30-16,-1-2-28 0,0 1-35 0,0 0-25 16,-1-1-30-16,-1 0-110 0,2-10-324 0,-1 16 144 15</inkml:trace>
  <inkml:trace contextRef="#ctx0" brushRef="#br0" timeOffset="50815.02">24451 3430 83 0,'0'0'129'0,"0"0"-8"0,7-7-19 0,-7 7-5 16,0 0-7-16,0 0-16 0,12-2-9 15,-12 2-7-15,0 0-20 0,14 0-21 0,-14 0-46 16,13 4-17-16,-13-4-24 0,14 9-52 0,-10-5-132 16,3 0 59-16</inkml:trace>
  <inkml:trace contextRef="#ctx0" brushRef="#br0" timeOffset="50950.12">24559 3471 28 0,'0'0'98'0,"0"0"12"0,0 0 2 0,0 0 5 0,0 0-1 16,6 7-1-16,-6-7-10 0,0 0-1 0,0 0-9 16,0 0-5-16,0 0-10 0,0 0-12 0,0 0-8 15,0 0-10-15,0 0-4 0,0 0-4 0,6 7-25 16,-6-7-32-16,0 0-47 0,12 3-39 0,-12-3-112 16,10 3-230-16,-10-3 101 0</inkml:trace>
  <inkml:trace contextRef="#ctx0" brushRef="#br0" timeOffset="51300.9">24666 3262 133 0,'-4'-13'228'0,"2"7"-17"0,2 6-15 0,-2-7-23 0,2 7-21 16,0 0-21-16,-2-7-15 0,2 7-17 0,0 0-8 15,0 0-12-15,0 0-6 0,0 0-10 16,6 23-4-16,-3-11-9 0,3 5-2 0,-2 0-5 15,2 0-4-15,1 1-4 0,-1 0-2 0,2 0-1 16,-2-2-5-16,2 1-3 0,-3-5 0 0,-1-2-7 16,1 1 0-16,-1-1 0 0,0-4 0 0,-1 2 0 15,0-4-3-15,1 1 3 0,-4-5-1 0,2 8-2 16,-2-8 1-16,3 5 5 0,-3-5 16 0,0 0 15 16,0 0-3-16,0 0-3 0,0 0-4 0,0 0-8 15,15-15 0-15,-10 6-8 0,5-6 3 0,-3 0-5 16,2-2-4-16,2-6 0 0,1-3-4 0,-3-1 1 15,4 3-7-15,-2 2 5 0,2-2-7 0,-7 7 1 16,2 0-8-16,-2 1-11 0,1 6-7 0,-1 1-17 16,-3-1-35-16,-3 10-50 0,6-11-49 0,-6 11-46 15,4-4-147-15,-4 4-393 0,0 0 174 0</inkml:trace>
  <inkml:trace contextRef="#ctx0" brushRef="#br0" timeOffset="51783.33">24907 3565 81 0,'0'0'148'0,"0"0"7"0,4 7-4 0,-4-7 1 0,0 0 6 16,0 0 7-16,0 0 6 0,0 0 5 16,0 0-4-16,0 0-14 0,0 0-11 0,0 0-13 15,0 0-18-15,0 0-10 0,0 0-8 0,-6-35-4 16,8 27-13-16,-2-4-7 0,0 2-7 0,4-2-11 15,0-4-4-15,3 1-11 0,-1 4-4 0,0-1-9 16,1 3 0-16,-1-2-10 0,1 4-2 0,-1 0-5 16,0 3-2-16,2 2-4 0,-8 2-2 0,12-2-1 15,-5 2 0-15,-7 0-2 0,14 8 2 0,-5 1 1 16,1-4-3-16,-5 4-2 0,3 2 10 0,-3-3-7 16,2 2-1-16,-2 0-2 0,-2-1 3 0,2-2-2 15,-4-1 6-15,1 0-3 0,-2-6 0 0,4 8 6 16,0-4-9-16,-4-4 6 0,2 5 0 0,-2-5 0 15,0 0 2-15,0 0-3 0,0 0 3 0,4 3 1 16,-4-3-6-16,0 0-7 0,0 0-5 0,0 0-6 16,10-17 0-16,-7 8-6 0,3-1 4 0,4-5-10 15,0 1 0-15,1 0-1 0,3 1 5 0,-1-1 3 16,-3 6 2-16,4-3-1 0,-6 4 3 0,0 4 0 16,-1-1-3-16,1 1-5 0,-2 1 3 0,-6 2 3 15,13 1 0-15,-5 2-1 0,-2 2 5 0,-2 0 0 16,3 2 2-16,-2 1 4 0,1 0-1 0,-1 2 2 15,-3 0 0-15,2 1 0 0,-1-1 5 0,-1 1 0 16,0 1-12-16,-2-1-19 0,0-1-50 16,0-10-50-16,1 19-52 0,-1-8-152 0,0-11-364 15,0 0 162-15</inkml:trace>
  <inkml:trace contextRef="#ctx0" brushRef="#br0" timeOffset="52117.58">25702 3212 70 0,'0'-7'220'0,"0"7"-18"0,-3-10-10 0,3 10-18 15,-4-8-16-15,4 8-14 0,-7-4-12 0,7 4-7 16,0 0-14-16,-23 12-12 0,15-7-9 0,-3 4-10 16,1-1-4-16,1 2-13 0,1 2-4 0,-1-1-6 15,2 4-2-15,3-3-6 0,1 0-2 0,1-1-12 16,4 2-4-16,0-1-2 0,5 4-1 0,-2-5-7 15,0 0-5-15,4-1 2 0,3 2-3 0,-2-1 3 16,1-1 0-16,-3-1-9 0,2 0 6 0,-3-1-8 16,1-2 2-16,-3-1 2 0,2 1-5 0,-4 1 2 15,-1-4-5-15,-2-3-1 0,4 9 0 0,-4-9 1 16,0 0 2-16,-12 11-1 0,1-5 0 0,0 0 5 16,-7 0-11-16,1-2 4 0,-2 0-6 15,-1 2-7-15,0-3-11 0,0 0-16 0,2 1-34 16,2-1-33-16,5-2-26 0,-1-1-39 0,12 0-130 15,0 0-328-15,-23 0 145 0</inkml:trace>
  <inkml:trace contextRef="#ctx0" brushRef="#br0" timeOffset="52334.16">25858 3327 33 0,'0'0'231'0,"4"-4"-13"0,-4 4-16 0,0 0-18 15,8-3-22-15,-8 3-18 0,0 0-18 0,0 0-11 16,0 0-6-16,0 0-3 0,7 10-8 0,-7-3-13 16,2 2-4-16,-2 2-6 0,0 1-7 0,0 1-7 15,0 0-1-15,0 2-9 0,0 0-3 0,0-1-22 16,0-2-9-16,0-1-18 0,2 1-16 0,-2-1-36 16,2-1-36-16,-2-10-49 0,6 16-30 0,-4-10-138 15,-2-6-331-15,-2 13 146 0</inkml:trace>
  <inkml:trace contextRef="#ctx0" brushRef="#br0" timeOffset="52699.8">25985 3511 41 0,'0'0'238'0,"9"-11"-2"0,-9 11-14 16,2-11-5-16,0 5-14 0,0-3-15 0,0-2-18 15,-1 0-15-15,3 0-4 0,3 0-18 0,-2 1-10 16,1 0-14-16,1 1-7 0,-1 2-7 0,2-3-18 15,-2 4-11-15,-1 1-10 0,1 2-6 0,-6 3-5 16,14 0-5-16,-14 0-4 0,15 9-8 0,-8-3 1 16,0 3-4-16,0-1-11 0,-1 1-13 0,-1 1-8 15,-1 3-17-15,6 2-12 0,-8-5-24 0,2 6-37 16,-1-3-62-16,-1-1-48 0,0-1-170 0,-2-11-409 16,4 19 182-16</inkml:trace>
  <inkml:trace contextRef="#ctx0" brushRef="#br0" timeOffset="53121.97">26609 3253 98 0,'2'-8'242'0,"-2"8"-20"0,0-9-21 0,0 9-22 15,0 0-23-15,0 0-18 0,0 0-14 0,0 0-3 16,0 0-10-16,-22 19-14 0,11-3-4 0,-5 5-13 16,-2 4-2-16,-2-3-9 0,2 0-4 0,-2-1-8 15,1-2-8-15,6-4-1 0,-3-1-4 0,3-3-3 16,0 1-1-16,-3-2-9 0,5-3 2 0,1-2-1 16,-1-2-3-16,5 0 0 0,6-3-3 0,-18 4-3 15,18-4-2-15,-14-3-2 0,14 3 0 0,-14-6-5 16,8 1-3-16,6 5 2 0,-7-18-6 0,3 10 3 15,4-3-5-15,0-2 0 0,4-5 1 0,1 2-2 16,3-2-3-16,0 2 0 0,-2 6 2 0,-1-1-1 16,3 3-2-16,-3-1-3 0,0 4 0 0,0 0-3 15,-1 2-1-15,-4 3-2 0,11-4 3 0,-11 4 0 16,12 5 0-16,-6 0-2 0,1 4 5 0,-1 1-2 16,-2-3 1-16,4 5 1 0,1 3 1 0,-1-1 0 15,-1 2 2-15,5 0 4 0,-6 0-22 0,3-1-15 16,-1 0-30-16,0 0-41 0,1-2-56 0,0 1-55 15,-4-3-125-15,2-2-367 0,-1 0 163 0</inkml:trace>
  <inkml:trace contextRef="#ctx0" brushRef="#br0" timeOffset="53432.98">26984 3164 247 0,'2'-5'262'16,"0"-2"-8"-16,-2 7-20 0,0 0-18 0,0-14-27 0,0 14-21 16,1-6-18-16,-1 6-23 0,0 0-11 0,0 0-10 15,0 0-5-15,0 0-8 0,-1 36-7 16,-1-17-11-16,-2 5-9 0,2 2-5 0,-2 1 6 16,-1 0-16-16,1-1-5 0,-2-9-8 0,4 2-3 15,-2 2-1-15,4-3-3 0,-2 0-3 0,0-1-1 16,2-5-8-16,-2 1 1 0,2-2-2 0,2 1 0 15,0-2 0-15,0 0-1 0,0-4 0 0,2 3-3 16,0-2-7-16,0 0-7 0,3-1-13 0,-1 0-16 16,3-1-25-16,3-1-28 0,1-3-45 0,1 0-53 15,5-5-59-15,-5 2-150 0,3-5-422 0,-2 0 188 16</inkml:trace>
  <inkml:trace contextRef="#ctx0" brushRef="#br0" timeOffset="53583.33">26873 3303 5 0,'-10'-2'228'0,"6"-1"-14"0,4 3-11 0,-11-3-12 15,11 3-17-15,-7-3-14 0,7 3-18 0,0 0-15 16,0 0-14-16,28-10-20 0,5 2-32 0,5 4-50 0,15-7-79 16,7 2-208-16,-7-2-299 0,3 0 132 0</inkml:trace>
  <inkml:trace contextRef="#ctx0" brushRef="#br0" timeOffset="67851">26362 7611 25 0,'0'0'27'0,"0"0"-12"0,0 0-19 0,0 0-7 16,0 0-11-16,0 0 5 0</inkml:trace>
  <inkml:trace contextRef="#ctx0" brushRef="#br0" timeOffset="79658.88">26448 12208 31 0,'-7'-12'57'0,"7"12"-5"16,0 0-7-16,0 0 2 0,0 0-14 0,0 0-7 16,0 0-19-16,0 0-24 0,0 0-31 0,0 0-50 15,0 0 23-15</inkml:trace>
  <inkml:trace contextRef="#ctx0" brushRef="#br0" timeOffset="80598.53">29880 12373 90 0,'0'0'81'0,"0"0"-19"0,0 0-25 0,0 0-19 15,0 0-14-15,10-5-26 0,-10 5-23 16,0 0-49-16,12 1 21 0</inkml:trace>
  <inkml:trace contextRef="#ctx0" brushRef="#br0" timeOffset="80792.92">30376 12360 1 0,'0'0'80'16,"0"0"-18"-16,0 0-21 0,9-1-18 0,-9 1-24 15,0 0-34-15,0 0-37 0,0 0 16 0</inkml:trace>
  <inkml:trace contextRef="#ctx0" brushRef="#br0" timeOffset="84276.66">32556 12305 60 0,'0'0'108'0,"0"0"5"0,0 0-12 0,0 0-13 16,3-7-20-16,-3 7-3 0,0 0-9 16,0 0-3-16,0 0-12 0,0 0 1 0,0 0 1 15,0 0-11-15,4-4 1 0,-4 4-11 0,0 0-3 16,0 0 7-16,0 0-11 0,0 0 7 0,0 0-7 0,0 0 2 16,0 0-6-16,0 0 1 0,0 0-4 0,0 0 4 15,0 0-8-15,0 0 4 0,0 0-10 16,0 0 12-16,0 0-12 0,0 0 11 0,0 0 1 15,0 0 2-15,0 0-18 0,0 0 4 0,0 0 2 16,0 0 0-16,0 0 6 0,0 0-3 0,0 0-1 0,0 0 4 16,0 0-6-16,0 0 8 0,0 0-8 15,0 0 3-15,0 0 2 0,0 0 0 0,0 0-2 0,0 0-2 16,0 0-4-16,0 0 6 0,0 0 0 16,0 0-3-16,0 0 4 0,0 0 3 0,0 0-4 15,0 0 5-15,0 0-3 0,0 0 1 0,0 0 0 0,0 0-6 16,0 0 0-16,0 0 4 0,0 0-4 0,0 0-2 15,0 0 0-15,0 0-5 0,0 0-13 0,0 0-4 16,0 0-7-16,0 0-7 0,0 0-18 16,0 0-20-16,0 0-84 0,0 0-172 0,0 0 76 0</inkml:trace>
  <inkml:trace contextRef="#ctx0" brushRef="#br0" timeOffset="88899.96">25322 13048 83 0,'0'0'100'0,"0"0"-10"16,0 0-23-16,0 0 4 0,0 0-5 0,0 0 0 16,0 0-3-16,0 0-8 0,0 0-6 0,0 0-3 15,0 0-8-15,0 0-8 0,0 0-7 0,0 0-12 16,0 0-8-16,0 0-11 0,-9 2-9 0,9-2-6 15,0 0-15-15,-2 8-17 0,2-8-9 16,0 0-46-16,0 9-118 0,0-9 52 0</inkml:trace>
  <inkml:trace contextRef="#ctx0" brushRef="#br0" timeOffset="89843.16">27047 13334 26 0,'0'0'61'0,"0"0"0"0,0 0-10 16,0 0-6-16,0 0-11 0,0 0-3 0,0 0-11 16,0 0 0-16,0 0-8 0,0 0-9 0,-4 9-11 15,4-9-16-15,0 0-32 0,0 0-59 0,0 0 26 16</inkml:trace>
  <inkml:trace contextRef="#ctx0" brushRef="#br0" timeOffset="90251.35">27627 13382 12 0,'0'0'46'0,"0"0"0"16,0 0-10-16,0 0 1 0,0 0-19 0,0 0 15 16,0 0 3-16,0 0-6 0,0 0-6 0,-4 7 4 0,4-7-2 15,0 0 4-15,0 0-19 0,0 0 11 16,0 0-3-16,0 0 2 0,0 0-7 0,0 0 1 16,0 0-6-16,0 0-4 0,0 0 10 0,0 0-2 15,0 0-5-15,0 0 1 0,0 0-1 0,0 0-5 16,0 0 3-16,0 0-3 0,0 0-8 0,0 0-10 0,0 0-11 15,0 0-6-15,0 0-53 0,0 0-90 0,0 0 40 16</inkml:trace>
  <inkml:trace contextRef="#ctx0" brushRef="#br0" timeOffset="93400.51">33393 13029 139 0,'0'0'223'0,"0"0"-9"16,0 0-5-16,0 0-11 0,0 0-4 0,0 0-9 0,0 0-4 15,0 0-16-15,0 0-6 0,0 0-4 0,0 0-9 16,0 0-11-16,0 0-13 0,0 0-11 16,0 0-4-16,0 0-11 0,0 0-8 0,0 0-9 15,0 0-5-15,0 0-8 0,0 0-9 0,0 0-3 16,0 0 2-16,0 0-14 0,0 0 0 0,0 0-4 15,0 0-3-15,0 0 7 0,0 0-3 0,0 0-2 16,0 0-3-16,0 0-6 0,0 0 2 0,0 0-4 0,0 0 2 16,0 0-2-16,47 24 5 0,-47-24-13 15,0 0 1-15,0 0-7 0,0 0 0 0,0 0-4 16,0 0 7-16,0 0 0 0,0 0-5 0,0 0-3 16,7 29 3-16,-7-29-5 0,0 0-2 0,0 0-2 15,0 0 3-15,0 0-11 0,0 0-4 0,0 0-5 16,0 0-19-16,0 0-15 0,0 0-9 0,70-27-13 15,-47 13-13-15,3 0-12 0,-1-4-11 0,3-3-32 16,3-1-29-16,6-11-29 0,-10 9-29 0,0 0-21 16,-3-4-137-16,-1-1-417 0</inkml:trace>
  <inkml:trace contextRef="#ctx0" brushRef="#br0" timeOffset="93816.01">33663 12163 56 0,'0'0'195'0,"0"0"-5"0,0 0-7 0,0 0-2 15,0 0-6-15,0 0-1 0,0 0-5 0,0 0-10 16,0 0-13-16,0 0-9 0,0 0-22 0,0 0-10 16,0 0-12-16,0 0-9 0,0 0-8 0,0 0-20 15,36-46-12-15,-36 46-20 0,29-21-24 0,-29 21-25 16,33-23-26-16,-14 5-34 0,3 3-24 0,-22 15-39 16,28-29-31-16</inkml:trace>
  <inkml:trace contextRef="#ctx0" brushRef="#br0" timeOffset="102776.53">24392 7525 16 0,'0'0'89'16,"0"0"-12"-16,0 0-9 0,0 0-6 0,0 0-3 15,0 0-8-15,0 0-15 0,0 0-20 0,0 0 3 16,0 0-17-16,0 0-13 0,0 0-19 0,0 0-9 16,0 0-31-16,7 2-74 0,-7-2 33 0</inkml:trace>
  <inkml:trace contextRef="#ctx0" brushRef="#br0" timeOffset="103369.12">25807 7448 11 0,'0'0'67'0,"0"0"-10"0,0 0-1 0,0 0-7 15,0 0-6-15,0 0-5 0,0 0 1 0,0 0-11 16,0 0-11-16,0 0-11 0,0 0-13 0,0 0-20 15,0 0-37-15,0 0-67 0,0 0 30 0</inkml:trace>
  <inkml:trace contextRef="#ctx0" brushRef="#br0" timeOffset="103727.26">27068 7441 14 0,'0'0'45'16,"0"0"-9"-16,0 0-2 0,0 0 3 0,0 0-11 15,0 0-3-15,0 0-19 0,0 0-10 0,0 0-30 16,0 0-38-16,-5 3 16 0</inkml:trace>
  <inkml:trace contextRef="#ctx0" brushRef="#br0" timeOffset="104065.03">27926 7463 19 0,'0'0'28'0,"0"0"-15"0,0 0-23 0,0 0-12 16,0 0 6-16</inkml:trace>
  <inkml:trace contextRef="#ctx0" brushRef="#br0" timeOffset="130345.15">11137 11808 22 0,'0'0'11'0,"0"0"-17"0,0 0-6 16,4 5 3-16</inkml:trace>
  <inkml:trace contextRef="#ctx0" brushRef="#br0" timeOffset="130878.84">12621 12393 36 0,'7'-3'31'0,"-7"3"-20"0,0 0-24 0,0 0-15 16,0 0 7-16</inkml:trace>
  <inkml:trace contextRef="#ctx0" brushRef="#br0" timeOffset="132157.04">15067 11472 4 0,'0'0'25'0,"0"0"-3"0,0 0-8 0,0 0-6 16,0 0-8-16,0 0-13 0,0 0-12 0,0 0 5 15</inkml:trace>
  <inkml:trace contextRef="#ctx0" brushRef="#br0" timeOffset="181712.68">14882 11304 9 0,'0'0'14'0,"0"0"-4"16,0 0 0-16,0 0-5 0,0 0 5 0,0 0-1 15,0 0-3-15,0 0 2 0,0 0 0 0,0 0 2 16,0 0 4-16,0 0 0 0,0 0-3 0,0 0 0 16,0 0-3-16,0 0 1 0,0 0 2 0,0 0-8 15,0 0 6-15,0 0-4 0,0 0 1 0,0 0-1 16,0 0 2-16,0 0 2 0,0 0-2 0,0 0 1 15,0 0 3-15,0 0 3 0,0 0-2 0,0 0-4 16,0 0 2-16,0 0-2 0,0 0-2 0,5-3-2 16,-5 3 3-16,0 0-4 0,0 0 2 0,0 0-1 15,0 0 0-15,0 0 1 0,0 0 1 0,0 0-5 16,0 0 1-16,0 0-2 0,0 0-3 0,0 0-3 16,0 0-7-16,0 0 1 0,0 0-8 0,0 0 0 0,0 0-26 15,0 0-49-15,0 0 22 0</inkml:trace>
  <inkml:trace contextRef="#ctx0" brushRef="#br0" timeOffset="186684.96">20394 14021 81 0,'0'0'142'0,"0"0"-9"0,0 0-12 0,0 0-8 16,0 0-13-16,0 0-8 0,0 0-11 0,0 0-9 16,0 0-5-16,0 0-15 0,0 0-8 0,0 0-20 15,0 0-30-15,0 0-34 0,0 0-37 0,0 0-90 16,0 0-180-16,0 0 80 0</inkml:trace>
  <inkml:trace contextRef="#ctx0" brushRef="#br0" timeOffset="187237.98">21366 13171 94 0,'0'0'101'0,"0"0"-7"0,0 0-16 0,0 0-3 16,0 0-4-16,0 0 1 0,0 0-4 0,0 0-22 16,0 0 15-16,0 0-13 0,8 15 2 0,-8-15-2 15,5 11 1-15,-2-7-1 0,-1 4-12 0,1-3 3 16,-3-5-5-16,5 13-2 0,-3-7 15 0,1 0 2 15,-1 0-6-15,-2-6-4 0,6 8-3 0,-4-4 2 16,-2-4-11-16,3 6 1 0,-3-6 16 16,0 0 20-16,5 6 13 0,-5-6 11 0,0 0-2 0,14-7-2 15,-5-2-5-15,5-1-4 0,0-5-9 0,6-5-7 16,2-1-2-16,1 0-10 0,3-2-6 0,-1 0-1 16,10-11-6-16,3 3 2 0,-1 0-14 0,4-2-19 15,5 0-39-15,4-6-43 0,23-17-65 0,-2 4-43 16,-21 16-148-16,29-21-362 0,-5 1 160 0</inkml:trace>
  <inkml:trace contextRef="#ctx0" brushRef="#br0" timeOffset="207036.52">14884 9803 45 0,'0'0'53'15,"3"-9"-4"-15,-3 9-5 0,5-5-4 0,-5 5-6 16,0 0-9-16,0 0-8 0,0 0-14 0,0 0-7 16,0 0-21-16,0 0 7 0,0 0-3 0,0 0-20 15,0 0-43-15,0 0 19 0</inkml:trace>
  <inkml:trace contextRef="#ctx0" brushRef="#br0" timeOffset="207851.07">14819 9907 31 0,'-10'3'28'0,"10"-3"6"0,-8 3-4 0,8-3 1 0,-10 0-7 16,10 0 2-16,-9 2-2 0,9-2 4 16,0 0-3-16,-9 1-2 0,9-1 2 0,0 0-5 15,0 0 2-15,-5 2 3 0,5-2-2 0,0 0 1 0,0 0-19 16,0 0 24-16,0 0-8 0,0 0 5 0,0 0-3 15,0 0 5-15,0 0 0 0,0 0 0 0,0 0-3 16,0 0 8-16,0 0-12 0,0 0 2 0,-6 5 4 16,6-5-2-16,0 0-2 0,0 0-9 0,0 0 11 15,0 0 1-15,0 0-2 0,24 1-1 0,-5-1-3 16,0 0-4-16,13 0-10 0,1 0 9 0,2 0 0 16,2 2-23-16,14 1-17 0,-12 0-22 0,1-2-10 15,14 5-86-15,-18-3-154 0,1 4 68 0</inkml:trace>
  <inkml:trace contextRef="#ctx0" brushRef="#br0" timeOffset="-151913.71">21812 15875 119 0,'0'0'157'16,"0"0"-11"-16,0 0-13 0,0 0-14 0,9 2-7 16,-9-2-6-16,0 0-13 0,0 0-5 0,0 0-4 15,0 0-7-15,8 2-14 0,-8-2 1 0,6 4-6 16,-6-4-2-16,7 2 23 0,-7-2-6 0,7 4-4 15,-7-4-9-15,9 4 5 0,-2-3-11 0,-7-1-1 16,7 4-6-16,-2-2-6 0,-5-2-2 0,18 5-2 16,-9-5-6-16,3 0-4 0,0-3-1 0,6 0-10 15,0-1 0-15,10-5-9 0,2 0-21 0,3-2-30 16,3-2-24-16,15-9-32 0,1-2-40 0,-3-2-169 16,-1 1-333-16,2-6 147 0</inkml:trace>
  <inkml:trace contextRef="#ctx0" brushRef="#br0" timeOffset="-108212.06">28572 13387 5 0,'0'0'9'0,"0"0"-1"0,0 0 1 0,0 0-1 15,0 0-1-15,0 0 4 0,0 0-6 0,0 0 0 16,0 0-2-16,0 0 0 0,0 0 0 16,0 0 5-16,0 0 0 0,0 0-3 0,0 0 3 0,0 0 4 15,0 0 0-15,0 0-2 0,0 0-3 0,0 0 1 16,0 0 1-16,0 0-5 0,0 0 4 0,0 0 0 15,0 0 2-15,0 0-6 0,0 0 1 16,0 0-2-16,0 0-5 0,0 0 4 0,9 7-7 0,-9-7-5 16,0 0-5-16,0 0-15 0,0 0-31 0,2 5 14 15</inkml:trace>
  <inkml:trace contextRef="#ctx0" brushRef="#br0" timeOffset="-51894.46">25527 10735 91 0,'0'0'83'0,"-2"11"-4"15,2-11-6-15,0 13-2 0,-2-7 16 0,2-6-3 0,-1 15-21 16,2-8 7-16,-1-7-14 0,0 10 3 16,2-3-14-16,-2-7 9 0,2 7 3 0,-2-7 9 15,7 6 8-15,1-5-1 0,4-1-1 0,6-4-9 0,10 0-6 16,4-2-8-16,4-2-9 0,12-10-3 0,4 2-12 16,1-4-27-16,3 3-22 0,-2-5-42 0,-2 2-27 15,1-1-132-15,-7-2-242 0,6 2 108 16</inkml:trace>
  <inkml:trace contextRef="#ctx0" brushRef="#br0" timeOffset="-45293.51">18801 16144 53 0,'0'0'51'0,"0"0"0"16,0 0-12-16,0 0-5 0,-11 6-15 0,11-6-12 16,0 0-25-16,0 0-22 0,0 0-42 0,0 0 18 15</inkml:trace>
  <inkml:trace contextRef="#ctx0" brushRef="#br0" timeOffset="-38513.06">21907 15918 49 0,'0'0'40'0,"6"-5"2"16,-6 5-5-16,0 0 4 0,0 0 6 0,0 0-5 15,0 0-3-15,1 15-5 0,-1-15 6 0,2 7-17 16,-2-7 9-16,2 6-16 0,-2-6 0 16,3 8-1-16,-3-8-2 0,4 5 12 0,-4-5-7 0,5 3-10 15,-5-3-1-15,0 0-17 0,27-10-2 0,-11-3-11 16,12-5-20-16,4-4-40 0,12-10-90 0,-1-3 41 15</inkml:trace>
  <inkml:trace contextRef="#ctx0" brushRef="#br0" timeOffset="-25905.83">20112 14144 61 0,'0'0'69'0,"0"0"-8"0,0 0-5 15,0 0-5-15,0 0-12 0,0 0 6 0,0 0-19 16,0 0 4-16,0 0-9 0,0 0 0 0,0 0-12 16,0 0 0-16,0 0-12 0,0 0-7 0,0 0-11 15,0 0-6-15,0 0-47 0,0 0-78 0,0 0 35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6T04:03:02.3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6890 4332 104 0,'-2'-12'146'0,"2"12"1"0,0-11-1 16,0 11-7-16,-1-10-9 0,1 10-9 0,-2-8-7 15,2 8-8-15,0 0-7 0,0 0-9 0,-1-11-16 16,1 11-2-16,0 0-12 0,0 0-9 0,0 0-8 0,0 0-10 16,0 0 3-16,0 0-2 0,0 0-9 15,0 0-2-15,0 0-2 0,18 17-2 0,-10-8 0 16,-1 2-2-16,4 3-3 0,1 1-3 0,1 0 5 16,-1 2-4-16,4 3 0 0,-3-4-4 0,0 1 6 15,0 0-3-15,-2 0-2 0,3 7 5 0,2-4-6 16,-6-4-3-16,-1 0 3 0,0 0-1 0,0-4-1 15,-1 1 0-15,-1-4 1 0,-1 1-3 0,-1-2-1 16,2 1 2-16,-5-6-1 0,3 3 1 0,-5-6 1 16,6 8 1-16,-4-4 0 0,-2-4 8 0,0 0 17 15,5 4 11-15,-5-4 1 0,0 0-11 0,0 0 2 16,0 0-4-16,7-13-1 0,-7 13-2 0,3-24-7 16,-1 13-3-16,0-7 4 0,1 2-5 0,2-9-2 15,0 0-3-15,0 0 0 0,0 2-7 0,3-2 3 16,-2 1-1-16,-2 8 1 0,3-4 0 0,-4 2-3 15,5 0-4-15,-3 0 4 0,0 1-5 0,0 1 2 16,1 0 1-16,-1 2-5 0,-3 3 4 0,3 2-9 16,-4 2-2-16,2 0-10 0,0 3-11 0,-1-2-14 0,-2 6-23 15,3-9-11-15,-3 9-24 0,8-3-16 16,-3 0-1-16,-5 3-33 0,12 3-8 0,-5 0-113 16,0 2-294-16,1 3 130 0</inkml:trace>
  <inkml:trace contextRef="#ctx0" brushRef="#br0" timeOffset="336">7342 4736 51 0,'1'9'87'16,"0"-1"12"-16,4-1-10 0,-2 0-5 0,-1-1 1 15,2 3-12-15,1-5 11 0,4 2-7 0,-1 0 0 16,2-3 2-16,1 1 4 0,2-2-4 0,3-2-2 16,-2-2 6-16,4-1-2 0,1-1-14 15,0-5 1-15,-2 2-10 0,1-3 9 0,-6-1-6 16,1 1-6-16,-1 1-3 0,-5 0-3 0,1-3 4 0,-2 3-4 16,-1-3-7-16,-2-1-3 0,-2 1-5 0,-2-6-2 15,-3 7-8-15,-5-4-3 0,0-2 0 0,0 4-4 16,-1 3-3-16,3 2-1 0,-2 2-9 0,-3 1-7 15,-1 3-9-15,2 2-10 0,11 0-1 0,-23 5-15 16,11 2-11-16,-2 4-19 0,3 1-29 0,2 1-13 16,1 3-35-16,2 2-116 0,4-2-281 0,-1-5 124 15</inkml:trace>
  <inkml:trace contextRef="#ctx0" brushRef="#br0" timeOffset="1039.41">7998 4246 105 0,'0'0'138'0,"0"-8"-5"0,0 8-6 16,2-7-8-16,-2 7-9 0,0 0-12 0,0 0-21 15,0 0-5-15,0 0-4 0,0 0-14 0,0 0-3 16,0 0-4-16,-19 15-5 0,10 0-4 0,-5 6 4 16,3 4-5-16,-1-1 0 0,-1 1 0 0,3-2-10 15,-1 3 0-15,3-2 2 0,4-3-5 0,1-4 0 16,2 8-2-16,2 1-1 0,2-8-1 0,-2 1-5 16,3-1 1-16,3 0 2 0,1-1-8 0,0-2-12 15,2 1-9-15,4-2-16 0,-1 1-41 0,3-4-31 16,-1 2-23-16,1-3-104 0,-2 2-246 0,3-2 109 15</inkml:trace>
  <inkml:trace contextRef="#ctx0" brushRef="#br0" timeOffset="1529.06">8266 4475 23 0,'0'0'149'0,"-8"-8"-10"0,2 5-14 0,6 3-14 0,-11-3-13 16,4 2-9-16,7 1-7 0,-13 3-12 0,5-1-9 15,-3 3-5-15,2 2 1 0,1 4-8 0,-5 1-5 16,3 3 2-16,1 0-10 0,-1 1-7 0,4-1 0 16,0-4 1-16,1 4-2 0,1 0-1 15,1-3-3-15,1-1-4 0,1-1-4 0,1 2 8 16,3-2-23-16,-1-1 8 0,1-2 6 0,1-2-4 15,-1 0-3-15,-3-5 5 0,11 5-1 0,-5-2 3 0,-6-3-2 16,12 0 1-16,-12 0-2 0,11-8-1 0,-6 3-13 16,3-4 10-16,-2-3 3 0,-2 2 3 15,3-5-2-15,0-1 2 0,-3-1 7 0,0 0-4 0,0-2-8 16,-1-7 6-16,0 6 1 0,0-6-4 0,-2 7 0 16,1-6-2-16,-2-1 8 0,0 9-8 15,0-2 4-15,0 2 3 0,2 0-2 0,-2 7 7 0,0 1-3 16,1 0-2-16,-1 9 2 0,0-12-6 15,0 12-2-15,1-9-6 0,-1 9 1 0,0 0-5 16,0 0 4-16,0 0-1 0,0 0-3 0,0 0 10 0,7 29-7 16,-6-13-5-16,-1 3 1 0,1 0 2 15,-1 0 4-15,0 0-4 0,0 6 0 0,1-6 7 0,-1-2-5 16,2 7 0-16,-2-5-5 0,0-2-1 0,0 0-20 16,0 0-20-16,1 0-18 0,0-6-33 0,2 3-14 15,-1-2-12-15,1-2-23 0,1 1-95 16,-2 0-255-16,2-5 113 0</inkml:trace>
  <inkml:trace contextRef="#ctx0" brushRef="#br0" timeOffset="1755.86">8544 4431 109 0,'-2'-8'167'0,"2"8"-19"16,0 0-17-16,-5-8-15 0,5 8-13 0,-7-1-7 0,7 1-3 15,-13 10-6-15,6-3-3 0,-2 3-10 0,0 4-2 16,-4 0-10-16,5 0-8 0,1 3-2 0,0-2-1 16,2 1-2-16,5 0-9 0,-2 1-2 0,0 1-3 15,5-5-9-15,3 1-8 0,-3-2-23 16,5 1-17-16,-2-1-24 0,4-3-30 0,7 0-25 16,-1 1-25-16,0-5-96 0,-5 1-240 0,1-2 107 0</inkml:trace>
  <inkml:trace contextRef="#ctx0" brushRef="#br0" timeOffset="1984.26">8713 4407 31 0,'0'0'106'0,"0"0"7"0,0 0 11 15,14 18 8-15,-9-9-18 0,1 7-3 16,1 1 9-16,-1-1-7 0,-2 2-8 0,0 1 0 15,1 5-14-15,-4-5-8 0,1 0-10 0,-2-2-2 16,-2 2-8-16,1-2-8 0,-4 3-3 0,2-4-3 0,1 2-11 16,-5-2-16-16,1 0-23 0,0 0-25 0,-1-2-46 15,1-1-48-15,1-4-33 0,-3 4-81 16,2 0-252-16,-1-5 111 0</inkml:trace>
  <inkml:trace contextRef="#ctx0" brushRef="#br0" timeOffset="2177.31">9302 4543 14 0,'13'-2'138'16,"-13"2"-18"-16,0 0-7 0,14-3-3 0,-6 3-8 15,1 0-10-15,2 0-11 0,1 0-12 0,3 0-5 16,0-1-20-16,0 3-29 0,-3-2-34 0,2 3-38 15,-4-1-91-15,-1 3-160 0,-9-5 71 0</inkml:trace>
  <inkml:trace contextRef="#ctx0" brushRef="#br0" timeOffset="2328.77">9343 4695 53 0,'0'0'172'15,"0"0"-6"-15,0 0-14 0,0 0-12 0,0 0-18 16,0 0-13-16,0 0-10 0,0 0-8 0,0 0-6 15,18 10-10-15,-7-9-28 0,6-1-34 0,5 0-45 16,8-1-52-16,1-2-118 0,-4 2-218 0,2-2 97 16</inkml:trace>
  <inkml:trace contextRef="#ctx0" brushRef="#br0" timeOffset="10542.46">11604 4188 2 0,'0'0'108'16,"-7"-1"-14"-16,7 1 4 0,-12-2 2 0,12 2-2 15,-11-1 6-15,11 1 2 0,-11-1-20 0,11 1-7 16,-9 0-3-16,9 0-9 0,-11 1-1 0,11-1-9 16,-11 0-5-16,11 0-9 0,-9 0 2 0,9 0-4 15,0 0-3-15,-9 0-3 0,9 0-7 0,0 0-1 16,0 0-1-16,0 0-5 0,0 0 5 0,30 0-7 16,-12-3-2-16,10 0-4 0,4 0 0 0,4 1-14 15,-2-1-18-15,2 0-25 0,1 1-26 0,-5 0-13 16,-3 1-24-16,-7 2-104 0,-2 1-227 0,-6-2 101 15</inkml:trace>
  <inkml:trace contextRef="#ctx0" brushRef="#br0" timeOffset="10943.76">11754 4213 98 0,'0'15'135'0,"-1"-2"-2"0,0 5-11 0,1 2 6 16,-2-1-14-16,2 6-5 0,-3-5-11 0,-1 6 0 15,3 0-8-15,-3-9-3 0,5 2-9 0,-2-3-8 16,1 2 3-16,0-5-15 0,0 2 0 0,1 0-5 16,1-4-10-16,-1 1-3 0,-2-2-5 0,1-1 2 15,1 1-7-15,-1-4 0 0,1 1-6 16,-1-7 1-16,0 12-3 0,1-6-1 0,-1-6-2 15,0 0-3-15,-2 11-2 0,2-11-4 0,0 0 3 16,-8 2-6-16,8-2 3 0,-13 0-1 0,13 0-1 0,-12-2 0 16,1 1-2-16,0 1 0 0,11 0 0 0,-14-3-6 15,5 3 5-15,9 0-7 0,-16 0 4 16,9-1-12-16,7 1 6 0,-10-5 1 0,10 5-2 0,-9 0 1 16,9 0-1-16,0 0 3 0,0 0-1 15,-5 7 0-15,5-7 2 0,0 0-1 0,0 0-6 0,23 10-8 16,-11-8-13-16,4-2-11 0,5 3-22 0,6-3-9 15,4 0-19-15,-2-1-15 0,1-3-18 0,-1 1-5 16,-2 5-94-16,-5-4-241 0,-1 2 106 0</inkml:trace>
  <inkml:trace contextRef="#ctx0" brushRef="#br0" timeOffset="11382.08">12154 4536 45 0,'0'0'117'0,"0"0"-4"0,-8-12 12 0,8 12-7 15,-8-5-8-15,0 3-9 0,8 2 0 0,-14-3-7 16,9 2-5-16,-6 1-9 0,2 2 0 0,-3 2-6 16,4 2-1-16,-3 1-8 0,1 2-3 0,0-1-8 0,1 3 3 15,1-1-8-15,2 2-2 0,1-2-9 0,1 0 1 16,-2 2-4-16,6-3 0 0,-1 1-4 0,4-1 1 16,-1-1-2-16,2-1 4 0,1 2-1 15,3-2-8-15,-2-3-7 0,2 1 6 0,-3-2-4 16,3 0 0-16,-2-2-2 0,3-1 2 0,-9 0-6 0,14 0 0 15,-4-4 0-15,-1 0 1 0,-4 0-8 16,3-2 2-16,-4-2-1 0,4-2-1 0,-2-1-2 16,-3 0-2-16,1 0 4 0,2-5-2 0,-2-1 2 15,2-1-1-15,-4 2-5 0,2 0-2 0,-1-2 1 16,1 0 3-16,-4 2-2 0,0-3 0 0,2 6 2 0,0 1 1 16,-2-4 1-16,1 5 3 0,-1-1-1 0,1 3 12 15,2 3-3-15,-3 6-1 0,-3-11-2 0,3 11-4 16,0 0-6-16,-1-10-2 0,1 10 3 15,0 0-1-15,0 0 3 0,0 0 2 0,-3 26 1 16,1-11 2-16,0 2 1 0,-4 1 3 0,3 0-4 16,1-1-2-16,0 8-1 0,-2-6 2 0,1 1-5 0,2-1 3 15,1-1-5-15,0-1-16 0,0-2-20 0,2 0-18 16,1 0-32-16,2-3-49 0,-1-1-25 0,1-1-15 16,1 0-131-16,-2 0-328 0,3-3 145 0</inkml:trace>
  <inkml:trace contextRef="#ctx0" brushRef="#br0" timeOffset="11590.31">12473 4517 42 0,'0'0'155'0,"-7"-10"-15"16,7 10-2-16,0 0 3 0,0 0-3 0,-25 14-4 15,12-7-12-15,2 4-1 0,-2 3-13 0,1 1-5 16,5-1-13-16,-1-3-10 0,1-2-4 0,1 7-8 15,2-1-7-15,2-3-7 0,2 0-10 0,2-1-13 16,1-1-16-16,2 1-38 0,1-2-30 0,3 0-37 16,0-2-35-16,3 0-24 0,2 3-89 0,3-5-256 15,2-1 114-15</inkml:trace>
  <inkml:trace contextRef="#ctx0" brushRef="#br0" timeOffset="11812.09">12821 4411 53 0,'0'0'177'15,"4"-7"-6"-15,-4 7 2 0,0 0 3 0,0 0-3 16,0 0-8-16,16 21-6 0,-12-12-3 0,1 0-16 16,1 1-13-16,4 1-9 0,1 0-12 0,0 3-9 15,3 3-8-15,-1-4-10 0,1 0-5 0,-3 1-15 16,5 0-23-16,-5-5-34 0,-2 0-39 0,5 2-37 15,-6-2-29-15,1-2-42 0,-1 1-33 0,-2-3-122 16,-2 0-323-16,-4-5 144 0</inkml:trace>
  <inkml:trace contextRef="#ctx0" brushRef="#br0" timeOffset="12007.84">13039 4434 32 0,'0'0'176'0,"0"0"8"0,-20 16-1 16,10-9-9-16,-3 5-10 0,2 0-10 0,-3 0-14 16,-1 3-6-16,3 0-20 0,1 0-7 0,0-3-14 15,-1 2-6-15,6 1-9 0,-3-1-9 0,0-1-32 16,4-1-35-16,-1 0-36 0,4-1-31 0,-1-2-42 16,3 0-33-16,3 0-124 0,-3-2-286 0,4-3 127 15</inkml:trace>
  <inkml:trace contextRef="#ctx0" brushRef="#br0" timeOffset="12264.25">13432 4349 136 0,'2'-8'245'16,"4"5"-11"-16,-6 3-17 0,4-7-19 0,-4 7-23 15,2-7-15-15,-2 7-16 0,0 0-1 0,0 0 1 16,0 0-3-16,-2 25-11 0,-2-11-7 0,2 2-8 15,-2 3-10-15,0 0-7 0,-1 1-8 0,3-1-11 16,-4 7-8-16,5-7-4 0,-4 0-8 0,1 0-7 16,2 1-3-16,0-4-6 0,1 0-1 0,-1 1-11 15,2-2-17-15,-2-4-12 0,2 0-23 0,-2 0-26 16,0-1-33-16,2-3-33 0,0-7-35 0,0 14-30 16,0-14-20-16,2 8-18 0,-2-8-135 0,0 0-381 15,0 0 168-15</inkml:trace>
  <inkml:trace contextRef="#ctx0" brushRef="#br0" timeOffset="12548.16">13501 4287 35 0,'7'-4'144'16,"-2"1"-12"-16,-5 3 12 0,9 0 5 0,-9 0-10 15,14 2-9-15,-8 1-11 0,-1-1-6 0,1 3-11 16,-2 1-12-16,-1-2-2 0,1 4-6 0,-4-8-4 15,3 13-10-15,-6-5 3 0,1 2-1 0,0 0-6 16,-3-1-2-16,-1 0-5 0,-1 0-1 0,1 0-5 16,-4-1 0-16,6-1-5 0,-3 0-5 15,5-2-5-15,2-5-9 0,-10 7 0 0,6-3-3 0,0 2-2 16,4-6 0-16,-3 7-4 0,3-7-2 16,-2 9 5-16,2-9 1 0,5 10-8 0,1-3 0 0,2-1 1 15,3-2-26-15,-1 1-18 0,7 1-32 16,0-2-32-16,3-1-33 0,1-2-18 0,1 1-31 15,-2-1-129-15,-1-1-329 0,3-1 146 0</inkml:trace>
  <inkml:trace contextRef="#ctx0" brushRef="#br0" timeOffset="12811.57">13949 4381 20 0,'4'-6'166'0,"-4"6"-16"0,0 0-2 0,0 0 8 16,0 0 11-16,9 10-6 0,-9-10-12 0,0 17-9 0,-2-5-2 15,-1 3 0-15,1 1-4 0,-2 0-3 0,0 1-6 16,-1 0-9-16,1 1-10 0,-2 1-7 16,6-4-11-16,-2 2-5 0,0 1-7 0,0-7-8 15,2 0-6-15,2 0-8 0,-2-5 2 0,2 4-6 16,0-3-6-16,4 2-3 0,-2-4-3 0,3 0-3 0,3 1-3 16,0-1-2-16,3-2-5 0,0 1-16 0,5-1-20 15,-1-2-19-15,3-2-23 0,-2 1-20 16,-1-3-23-16,3-2-29 0,1 1-21 0,1 1-8 15,5-5-19-15,0-1 0 0,-2 3-14 0,2 0-116 16,-7 2-328-16,0-3 147 0</inkml:trace>
  <inkml:trace contextRef="#ctx0" brushRef="#br0" timeOffset="12924.15">14413 4579 69 0,'0'0'90'0,"0"0"15"0,7-5-7 0,-7 5-16 16,0 0 7-16,0 0-5 0,0 0-15 0,0 0 0 15,0 0-8-15,0 0-13 0,12-2-27 0,-12 2-18 16,0 0-33-16,0 0-29 0,0 0-75 0,0 0-144 15,0 0 64-15</inkml:trace>
  <inkml:trace contextRef="#ctx0" brushRef="#br0" timeOffset="22197.55">15517 4496 57 0,'0'0'141'0,"0"0"0"0,-8 0-8 16,8 0-5-16,0 0-2 0,0 0 0 0,0 0-8 16,0 0-9-16,0 0-11 0,0 0-3 0,0 0-11 15,0 0-8-15,0 0-14 0,0 0-4 0,0 0-4 16,19-13-13-16,-11 9-13 0,6 2-10 0,-1-1-28 15,1 1-17-15,-1 0-24 0,4-1-23 0,-2 1-23 16,2 0-24-16,-4 2-99 0,1 0-236 0,-2-2 105 16</inkml:trace>
  <inkml:trace contextRef="#ctx0" brushRef="#br0" timeOffset="22379.81">15471 4595 18 0,'0'0'100'15,"0"0"-2"-15,19 9-10 0,-9-8-7 0,5 0-8 16,6-1-9-16,7-1-23 0,2 1-37 0,-2 0-28 16,0 1-67-16,-9 1-98 0,-1 0 43 0</inkml:trace>
  <inkml:trace contextRef="#ctx0" brushRef="#br0" timeOffset="26792.25">15016 6042 5 0,'34'-15'56'16,"2"3"-9"-16,-3-1-6 0,-2 0 1 0,1 1-18 15,-5 2 5-15,2-2-12 0,0 2 3 0,-4-1-1 16,-1-2 1-16,3 5-3 0,1-3-2 0,0 4-1 0,-7-1-1 16,2-3-1-16,4 1 0 0,-3 0 6 0,3-1-3 15,-1-1-1-15,-3-2-4 0,2 0 0 0,0 1-3 16,3-1-3-16,-3-1 4 0,3 1-6 0,-1-1-4 16,-1-1 11-16,-4-2-2 0,4 0-5 0,-1 1-4 15,-3 2 2-15,-7 1 2 0,2 1-4 0,4-5 2 16,-6 4-3-16,-1-7-13 0,-1 4-65 0,-4-1-88 0,2-4 39 15</inkml:trace>
  <inkml:trace contextRef="#ctx0" brushRef="#br0" timeOffset="29956.12">17761 4137 69 0,'-3'-6'152'0,"3"6"-12"16,-5-12-3-16,4 7 4 0,1 5-4 0,-5-12-8 15,5 12-11-15,-3-7-6 0,3 7-3 0,0-10-8 0,0 10-6 16,0 0-12-16,4-10-10 0,-1 5-8 0,3 1-4 16,2 1-12-16,1-1-1 0,1 2-5 0,0 0-2 15,0 2-10-15,-1 1-6 0,3 2-2 0,-3 0-6 16,1 3 2-16,-1 1-2 0,-1 3-3 16,-2 0 1-16,2 6-4 0,-2 2-4 0,-3 1 4 0,0 5 0 15,-4-4 1-15,-3-1-1 0,-3 7-4 16,-1-10 1-16,-2 0-8 0,-5 4 12 0,0-7-11 0,0 2 6 15,-6 0-2-15,-1-2 1 0,3-3 3 16,-1-2 2-16,0-3-2 0,-1 0 2 0,5-2-3 16,-5-1 5-16,8-1-3 0,1 1-2 0,0-2-1 0,3-2-3 15,0 1 3-15,9 1-2 0,-11-2 0 0,7-1-3 16,4 3-1-16,-6-4-1 0,6 4-3 0,0 0-3 16,0 0 4-16,0 0 1 0,0 0-2 15,0 0 4-15,19-9-6 0,-9 10-1 0,2-1 6 16,-1 3-3-16,3-3 0 0,-1 4 3 0,5-2-5 0,0 3-3 15,0-1-13-15,2 0-12 0,-1 1-19 0,8 2-20 16,-5-4-31-16,-1 3-22 0,5-3-23 0,-4 2-134 16,-1-3-304-16,2-1 136 0</inkml:trace>
  <inkml:trace contextRef="#ctx0" brushRef="#br0" timeOffset="30485.52">18226 4133 51 0,'0'0'123'0,"17"-4"-16"16,-2 0-10-16,3 2-11 0,2-2-4 15,9-1-10-15,-9 2-9 0,1 1-10 0,-2-2-26 16,1 1-14-16,-3 1-13 0,-5 0-16 0,0 0-3 15,0 1-7-15,-4-1-9 0,-1 1 0 0,-7 1-8 16,11-1-1-16,-11 1 8 0,8-3-3 0,-8 3 9 16,0 0 4-16,0 0-11 0,0 0 17 0,0 0 9 0,0 0 7 15,0 0 7-15,0 0 3 0,0 0 6 16,-17-12 8-16,17 12 3 0,-7-3 2 0,7 3 5 16,0 0 1-16,-10-3 2 0,10 3-3 0,0 0 2 15,0 0-5-15,0 0-1 0,0 0-2 0,-11 8 9 16,11-8-3-16,-1 15 20 0,1-6 4 0,0 3-4 15,0 1 0-15,1 2 3 0,-1 0 1 0,0 2-8 16,0-2-3-16,0 3 11 0,0-2 1 0,-1 0-19 16,1 1-6-16,-3-1 2 0,1-3-8 0,0-1 0 15,0-3-1-15,-2 1-1 0,0-1 5 0,-1 1 2 16,-1-2-11-16,-1 0-2 0,-2 0 5 0,-1-1-2 16,0-3-10-16,0 1-1 0,-2-2 4 0,2 2 1 15,4-3-2-15,-2 2-6 0,2-1-1 0,1 0 1 16,5-3 3-16,-11 1 0 0,11-1-1 0,-7 2 0 15,7-2-4-15,0 0-9 0,0 0 0 0,0 0-1 16,0 0-7-16,0 0 4 0,0 0 0 0,0 0-6 16,23 3-3-16,-8-4-11 0,2 1-11 0,4-2-23 15,1 0-18-15,-1 1-18 0,0 1-24 0,1-3-67 16,-4 0-204-16,2 1 90 0</inkml:trace>
  <inkml:trace contextRef="#ctx0" brushRef="#br0" timeOffset="31001.51">18618 4366 45 0,'2'8'114'0,"-1"3"4"0,-2-1-11 0,-1 1 0 16,2 0 4-16,-3-1-18 0,3-3-8 0,-2 4-1 15,2-11-11-15,0 10-8 0,0-10 2 0,0 10 17 16,0-10 7-16,-2 5 16 0,2-5 7 0,0 0-11 15,0 0-12-15,0 0-7 0,0 0-4 0,0 0-9 16,0 0-7-16,-10-17-6 0,10 17-5 0,2-13-10 16,-2 4 0-16,4-1-6 0,1 0-6 0,4-6-4 15,0 3 0-15,1 0-4 0,2-3 2 0,-3 8-7 16,4-4-5-16,0 0 1 0,-4 8-5 0,5-2-2 16,-3 2-3-16,-1 3 5 0,3 1-3 0,-3 1-1 15,-1 2-2-15,2 2 1 0,-2 1-2 0,0 1 2 16,-1 0-3-16,0 1-1 0,-2 4 1 0,0-3 2 15,-2 2-1-15,0-5 1 0,0 4 2 0,-2-3-3 16,1-3 3-16,-2 3-3 0,-1-7 7 0,1 8 2 16,-1-8 17-16,3 6 7 0,-3-6 5 0,0 0-1 15,0 0-5-15,0 0 1 0,0 0-7 0,0 0-3 16,0 0-3-16,0 0-5 0,0 0 0 0,-1-25-3 16,2 18-5-16,3 1 1 0,0-5-1 0,1 3-1 15,1-2-3-15,3 0-4 0,1 2 2 0,-1 0-3 16,3-1 0-16,-2 3 0 0,0 1 2 0,-1 2-7 15,2 0 2-15,-4 3 0 0,-7 0 1 0,18 2-2 16,-9 2 0-16,0 2 1 0,-1-1 0 0,-2 6-1 16,0-3-1-16,0 3-3 0,-1-1-24 0,-2 3-26 15,1 2-22-15,-4 0-23 0,-1 2-35 0,1-1-14 16,-3 0-26-16,-3 1-24 0,1 1-109 0,-4 0-336 16,1-4 149-16</inkml:trace>
  <inkml:trace contextRef="#ctx0" brushRef="#br0" timeOffset="31353.82">18105 4738 14 0,'0'0'160'0,"48"-2"-4"0,-12 2-8 0,14-3-4 15,5-2-2-15,2 0-11 0,3 0-4 0,3 1-6 16,1-3-13-16,-1 0-2 0,2 2-6 0,-3-2-9 0,-2 2-7 16,-3 0-4-16,-4 0-8 0,-16 2-4 0,-2-1-6 15,-1-1-5-15,0 1-4 0,-5 0-2 16,-9 3-5-16,-7-1-2 0,0-1-7 0,-3 3-1 15,-2-1-6-15,0 1-2 0,-8 0-3 0,11-3 0 16,-11 3-5-16,0 0-4 0,0 0-14 0,0 0-20 16,0 0-23-16,0 0-29 0,0 0-23 0,0 0-17 0,0 0-31 15,0 0-15-15,-29 23-137 0,11-15-317 0,1-1 141 16</inkml:trace>
  <inkml:trace contextRef="#ctx0" brushRef="#br0" timeOffset="31875.43">18407 5042 35 0,'0'0'89'0,"0"0"16"0,0 0-8 15,-5-15 4-15,5 15-2 0,0 0 5 0,0 0-6 16,0 0-2-16,-2-13 1 0,2 13 1 0,4-4-5 16,-4 4-6-16,0 0-8 0,6-8-7 0,-6 8 0 15,10-4-8-15,-10 4-2 0,18-3-3 0,-6 1-3 16,2 2-8-16,-3 2 1 0,2-1-5 0,5 3 2 16,-5 0-12-16,-2-1 0 0,-1 4-7 0,0-2 2 15,0 3-4-15,-3-1-5 0,1 1 3 0,-7 0-7 16,6-1 0-16,-6 2 0 0,-1-9-3 0,0 17 3 15,0-17 3-15,-8 18 2 0,2-10 3 0,-3 2-5 16,-6-1 0-16,4-1 0 0,-4 0-4 0,4-1-1 16,-1-2 1-16,-1 2-4 0,3-4 0 0,0 1 2 15,1 3-7-15,9-7-16 0,-12 3-25 16,6 0-27-16,6-3-32 0,0 0-36 0,-13 4-33 0,13-4-143 16,0 0-330-16,0 0 146 0</inkml:trace>
  <inkml:trace contextRef="#ctx0" brushRef="#br0" timeOffset="32095.5">18676 5012 2 0,'0'0'175'0,"11"-6"-12"0,-11 6-13 16,0 0-5-16,0 0-6 0,17 8 3 0,-17-8-5 15,8 15-9-15,-3-6-5 0,-1 6-7 16,-3-2-3-16,0 3-15 0,1 0-9 0,-1-1-8 15,-2 1-10-15,3 1-3 0,-2 0-10 0,0-1-6 16,0 1-4-16,0-4-15 0,-1-2-34 0,1-11-28 0,-1 22-37 16,1-22-44-16,0 21-33 0,0-21-23 15,-3 15-104-15,3-15-292 0,-8 8 130 0</inkml:trace>
  <inkml:trace contextRef="#ctx0" brushRef="#br0" timeOffset="32267.8">18581 5040 76 0,'8'-6'135'0,"-8"6"-15"0,13-5-5 0,0 3-14 16,3 0-15-16,2 0 4 0,4 0-13 0,6 0-26 16,3 0-37-16,-1-1-34 0,4 0-40 0,0 1-72 15,-2-2-141-15,4-1 64 0</inkml:trace>
  <inkml:trace contextRef="#ctx0" brushRef="#br0" timeOffset="32566.07">19380 4602 59 0,'0'0'192'0,"-6"-7"-9"16,4 1-6-16,2 6-12 0,-3-6 0 0,3 6-7 16,-3-8-13-16,3 8-13 0,0 0-8 0,-3-6-12 15,3 6-10-15,0 0-14 0,0 0-4 0,0 0-14 16,-3-6-5-16,3 6-6 0,0 0-11 0,0 0-2 16,0 0-4-16,0 0-3 0,0 0-9 0,0 0-1 15,0 0-5-15,0 0 3 0,0 0-3 0,0 0-7 16,11 17-10-16,-11-17-13 0,1 5-17 0,-1-5-18 15,2 8-27-15,-2-8-28 0,0 0-39 0,4 9-24 16,-4-9-156-16,0 0-340 0,0 0 151 0</inkml:trace>
  <inkml:trace contextRef="#ctx0" brushRef="#br0" timeOffset="32961.64">19853 4351 49 0,'0'0'213'15,"2"-6"-4"-15,-2 6-8 0,3-7-8 0,-3 7-11 16,0 0-11-16,0 0-15 0,3-7-10 0,-3 7-21 16,0 0-19-16,0 0-16 0,0 0-6 0,0 0-12 15,0 0-3-15,0 0-10 0,2 19-3 0,-3-9-5 16,1 7-5-16,-1 1-2 0,-2 1-1 0,2 1-1 16,-2 3 0-16,2-2-5 0,-2 4-1 0,3-4-5 15,-3 2-1-15,1-4 0 0,2 0-6 0,0-2-3 16,0 2-3-16,0 0 0 0,2-3-10 0,-1-4-25 15,-1-1-21-15,0 2-19 0,2-4-22 0,0 1-28 16,-2-10-23-16,1 10-11 0,-1-10 14 0,0 7-35 16,0-7 1-16,0 0-120 0,0 0-304 0,0 0 135 15</inkml:trace>
  <inkml:trace contextRef="#ctx0" brushRef="#br0" timeOffset="33259.51">19877 4434 42 0,'0'-20'71'16,"2"1"7"-16,1-2 13 0,-3 3-19 0,3 1 13 0,1-1 8 15,0 7-8-15,-2 0-4 0,2 0 12 0,0 5-14 16,1-1-15-16,3 3-2 0,-2-1 1 0,0 4-2 16,3-1-4-16,1 2 4 0,-10 0-7 0,19 6 2 15,-11-1-13-15,1 3-3 0,-4-5-4 0,2 8-3 16,-1-2-6-16,-1 1-3 0,-2 0 1 0,-3 0-1 16,-1 1 0-16,-2-1-1 0,-4 0 2 15,0 0 0-15,-3-1 1 0,0 1 4 0,-1-3 7 0,2 1-6 16,-2-3 5-16,3 1 3 0,1-3 1 0,0 1-1 15,2-1-2-15,5-3 2 0,-8 5-7 0,8-5-4 16,-6 6-2-16,6-6-6 0,0 0-1 16,0 0-5-16,-3 5 0 0,3-5 0 0,0 0 0 15,22 5-1-15,-9-4-13 0,6 1-21 0,0 0-14 0,3 1-27 16,7 1-24-16,2-2-21 0,-2 1-28 0,0-3-18 16,-1 1-11-16,-7 3-83 0,6-5-269 15,-6 1 119-15</inkml:trace>
  <inkml:trace contextRef="#ctx0" brushRef="#br0" timeOffset="33546.28">20373 4395 29 0,'0'0'179'0,"5"-7"1"15,-5 7-9-15,3-6-9 0,-3 6-14 0,0 0-19 16,0 0-12-16,0 0-16 0,0 0-11 16,0 0-8-16,0 0-4 0,0 0 10 0,0 0-4 0,1 24 3 15,-1-12 1-15,-1 4 2 0,-2 2 0 16,3 0-5-16,-1 1-4 0,1-1-10 0,-1-1-2 0,-2 1-8 15,3 0-1-15,0-1-11 0,-2-1 4 0,2-4-7 16,0 1-1-16,2-1-4 0,-2-3 0 0,1 2-4 16,1-4 4-16,-2 0-13 0,1 0 2 15,-1-7-7-15,4 12 3 0,0-6-1 0,-1 0 2 16,5 0-4-16,2 0-3 0,1-2-1 0,0-1-1 16,8 1-4-16,0-1 0 0,1-3-17 0,3 0-28 15,6 0-28-15,0-3-30 0,1 0-41 0,-1 3-28 0,2 0-13 16,-2-1-22-16,1-1-3 0,-2 2-139 15,-8 2-364-15,2-2 162 0</inkml:trace>
  <inkml:trace contextRef="#ctx0" brushRef="#br0" timeOffset="33670.14">21058 4755 117 0,'0'0'157'0,"0"0"-11"0,7 1-16 15,-7-1-10-15,0 0-22 0,0 0-8 0,0 0-36 16,0 0-43-16,6 3-53 0,-6-3-106 0,0 0-158 15,0 0 70-15</inkml:trace>
  <inkml:trace contextRef="#ctx0" brushRef="#br0" timeOffset="36494.51">7041 6643 104 0,'-2'-8'214'0,"2"8"-20"16,-4-8-15-16,4 8-22 0,0 0-14 15,-3-7-22-15,3 7-13 0,0 0-11 0,0 0-9 0,0 0-13 16,0 0-4-16,0 0-6 0,12 23-7 0,-7-12-2 16,1 2-7-16,3 3-4 0,0 3-4 0,0-1-4 15,2 6-3-15,1-3-6 0,-4-1-1 16,2-3-2-16,3 4 2 0,-5-1-6 0,-1-3-1 15,1 1 1-15,-1-1-2 0,0-2-2 0,-2 0-4 0,2-2 1 16,-2-2 2-16,0 1-3 0,0-1-3 0,-1-1-1 16,-1-2 0-16,0-1-2 0,0-1 3 0,-1 0-1 15,-2-6 1-15,5 9 12 0,-1-8 17 16,-4-1 21-16,5 5 0 0,-5-5-2 0,0 0 2 0,10-13-5 16,-4 3-8-16,1-6-1 0,6-8-5 0,-1 1-4 15,0-5-3-15,1 4-2 0,1-5 0 0,-4-1-7 16,2 2-2-16,3-1-3 0,-1 1-2 0,-1 2-4 15,-4-1-3-15,1 2 2 0,-3 8-2 0,0 2 0 16,-4 2-3-16,1 0 0 0,-1 6-1 0,-1-1-11 16,2 1-24-16,-3 2-29 0,-1 5-33 0,4-6-28 15,-4 6-10-15,0 0-16 0,0 0-18 0,0 0-13 16,10 16-16-16,-6-6-135 0,-3 0-354 0,2 1 157 16</inkml:trace>
  <inkml:trace contextRef="#ctx0" brushRef="#br0" timeOffset="36805.55">7555 6927 28 0,'-4'11'133'16,"-1"1"-7"-16,1-1-8 0,0 1-6 0,2-2-11 16,1 0-3-16,-1 2 0 0,1-3-3 0,1-1-4 15,1 1-1-15,2-3-1 0,1-1-1 0,2 2 2 16,2-1 0-16,1-4-3 0,-2 4-1 0,5-5-3 15,-1-1-5-15,2 0-5 0,-1-1-2 0,0-3-5 16,-1 1 1-16,3-3-4 0,-5-2-5 0,0 1-1 16,0-3-5-16,-2 0-4 0,-3 1-5 0,-1-4-1 15,-2 2-5-15,-1-1-9 0,-3-1 0 0,-1 1 1 16,-1-2-7-16,-2 1 0 0,-2 1-3 0,1 3-10 16,-1 1-1-16,0 5-2 0,2-2-3 0,-4 2-3 15,1 3-10-15,0 3-16 0,1-1-11 0,-1 3-16 16,1 3-25-16,2-1-28 0,1 4-24 0,2-1-32 15,3 1-27-15,0-1-119 0,1-10-331 0,5 16 146 16</inkml:trace>
  <inkml:trace contextRef="#ctx0" brushRef="#br0" timeOffset="37043.33">8060 6739 82 0,'0'0'179'0,"0"0"-15"0,-2-8-23 16,2 8-7-16,0 0-7 0,0 0 9 0,0 0 4 15,-12 33 6-15,8-16-12 0,-2 3-14 0,0 4-10 16,1 1-9-16,0-5-8 0,0 6-9 0,0-3-7 16,2 2-6-16,1 0-9 0,2-5-6 0,-1 0-12 15,1-2-39-15,1 0-22 0,0 0-26 0,2-3-46 16,1 0-32-16,0 1-35 0,-1-6-141 0,-1 2-322 15,1-2 143-15</inkml:trace>
  <inkml:trace contextRef="#ctx0" brushRef="#br0" timeOffset="37484.83">8088 7225 70 0,'0'0'189'0,"8"-6"-5"15,-5 1 4-15,1-3-6 0,2 1-11 0,-1-2-9 16,2 2-5-16,-2-2-5 0,-1-1-9 0,1-1-8 16,-1 0-12-16,1 0-6 0,0-1-4 0,-2 1-7 15,-2-4-8-15,3 0-11 0,-1 0-10 0,-3-2-6 16,0 2-4-16,0-1-8 0,-2 3-5 0,0 1-5 16,-1 0-6-16,1-1-1 0,-2 2-4 0,-1 1 3 15,2 4-3-15,1 2 2 0,2 4-6 0,-6-12-7 16,4 8-4-16,2 4-3 0,-5-6-1 0,5 6-2 0,-7-5-8 15,7 5 0-15,0 0-3 0,0 0-2 16,0 0-1-16,0 0 0 0,0 0-10 0,0 0 3 16,0 0-2-16,0 0 1 0,0 0 2 0,0 0-3 15,0 0 1-15,17 20-2 0,-7-16 2 0,0-4-1 16,2 1-3-16,1 1 2 0,0-1 3 0,-2 1-1 16,2-1-2-16,-2-1 0 0,2 0-2 0,-5 3 1 15,-2-1-1-15,3 1 1 0,-4 1 3 0,3 1-3 16,-2 1 0-16,1 3 8 0,-3-1-5 0,-2 2 4 15,2-2-3-15,0 5 1 0,-3-4 1 0,-1 1-1 16,0 2 3-16,1 1 0 0,-2-2-4 0,1 2-4 0,0-3-27 16,0 2-26-16,0-3-31 0,0 0-31 15,1 1-22-15,3-3-25 0,-1 0-34 0,0-1-157 16,0-2-390-16,-3-4 173 0</inkml:trace>
  <inkml:trace contextRef="#ctx0" brushRef="#br0" timeOffset="38241.28">8395 7041 72 0,'0'0'130'15,"0"0"5"-15,0 0-1 0,0 0 3 0,0 0-4 0,6 22 0 16,-6-22-7-16,3 10-9 0,-3-5-9 0,0-5 0 16,2 10-5-16,-1-5-2 0,-1-5-5 15,3 10-11-15,-3-10-5 0,3 7 3 0,-3-7 6 16,0 0 10-16,0 0 10 0,4 5 7 0,-4-5-7 15,0 0-8-15,0 0-12 0,0 0-5 0,0 0 5 0,0 0-6 16,0 0-13-16,0 0-5 0,-13-23-4 0,11 17-9 16,2 6 0-16,-1-16-6 0,1 6-7 15,1 0-3-15,2-2-6 0,1 1 0 0,1 0-9 0,-4 1-4 16,6 0 2-16,0 2-2 0,1 2-7 0,-2 1-1 16,6 1-3-16,-6 1-2 0,2 3 1 0,2 4-4 15,1 1 2-15,0 2-3 0,2 4 1 0,-3-2 0 16,-4 1 1-16,3 2-2 0,1 2 0 0,-2 1 3 15,-3-3-3-15,0 3-1 0,0-6 5 16,-2 3-2-16,2-3 2 0,-4-1-2 0,2-1-2 0,-1-1 3 16,-2-6 0-16,3 8 7 0,-3-8-1 0,1 7 11 15,-1-7 3-15,0 0-4 0,0 0 0 0,0 0-4 16,0 0-3-16,0 0 1 0,0 0-4 0,2-22-1 16,-1 11 1-16,1 0-8 0,4 1-5 0,-1-4-2 15,1 1-1-15,0-2-2 0,2-1-8 0,1 2 2 16,1 0-10-16,-2 3 2 0,1 1 1 0,1 3 2 15,0 0-2-15,2 2 2 0,0 0 2 0,-3 3 0 16,2 2 3-16,-11 0-2 0,18 7 3 0,-11 0 0 16,1-1 3-16,1 4-1 0,-4 2 2 0,1-3 1 15,0 2 2-15,-1-1 0 0,1 1 1 0,-2-2 0 16,1 0 3-16,-1 1 1 0,0-1 2 0,0-5 2 16,1 1 1-16,0-1-2 0,0-1 0 0,-5-3 3 15,13 3 3-15,-3-6-2 0,-10 3 2 0,16-6-2 16,-5 0 2-16,1 1 1 0,-3-2-3 0,2-1-1 15,1-3 3-15,-4 1-2 0,-1 2-1 0,0-3-3 16,-1 0 6-16,-2 4-5 0,0-3 0 0,-1 1 3 16,-1 0-3-16,1 2 4 0,-2 2 1 0,-1 5-4 15,1-9-3-15,-1 9-6 0,0 0 2 0,2-7-6 16,-2 7 2-16,0 0-1 0,0 0 2 0,0 0-2 16,0 0 6-16,0 0-6 0,0 0 4 0,-3 32-3 15,4-22 2-15,-1 0 0 0,3-2 1 0,1 0-1 16,-2 2 0-16,1-3 6 0,-1 5-3 0,2-3-3 15,0 1 1-15,0-1 2 0,-1 2 4 0,-2 0-7 16,-1-3 3-16,2 1-1 0,0-1 2 0,-4-1-1 16,2 3 3-16,2 1 1 0,-5-1-8 0,1 0-30 15,-2-2-35-15,-3 0-34 0,1 2-42 0,1-6-40 16,-3 3-37-16,-1 0-186 0,1-2-444 0,2-2 197 16</inkml:trace>
  <inkml:trace contextRef="#ctx0" brushRef="#br0" timeOffset="38495.99">9062 6896 19 0,'4'-7'199'0,"3"3"-10"0,0 1-10 0,-7 3-10 16,13-1-6-16,-3 5-1 0,-1 0-12 0,-2 7-4 15,4 1-6-15,0 1-4 0,-5 6-5 0,3-2-8 16,0 3-10-16,-2 4-5 0,-3 2-9 0,-2-7-11 15,-2 6-1-15,-1 0-12 0,0-6-5 0,-6 0-7 16,1 4-6-16,-1-3-6 0,0-2-3 0,-2-2-6 16,-1 1 3-16,1-2-11 0,-2-1-4 0,-1-1-19 15,0-1-24-15,1 1-34 0,-1-6-38 0,3 1-41 16,0-1-39-16,0-3-54 0,-1-1-160 0,2-2-410 16,2 1 181-16</inkml:trace>
  <inkml:trace contextRef="#ctx0" brushRef="#br0" timeOffset="38699.11">9705 7025 168 0,'10'-4'207'0,"3"1"-14"15,1 0-21-15,-2 2-18 0,1 0-13 0,3 0-14 16,-5 0-14-16,1 2-26 0,-1 0-25 0,-1-1-30 15,1 2-32-15,0 1-27 0,-5 0-26 0,1 0-22 16,-3 0-19-16,-4-3-22 0,4 8-67 0,-4-8-196 16,0 0 87-16</inkml:trace>
  <inkml:trace contextRef="#ctx0" brushRef="#br0" timeOffset="38841.08">9742 7134 117 0,'-8'2'166'0,"3"3"-6"15,5-5-9-15,-8 6-2 0,3-3-12 0,5-3-8 16,-6 6-7-16,6-6-2 0,0 0-4 0,0 7 2 0,0-7-14 15,9 6-6-15,-2-4-6 0,4 1-16 16,1 0-4-16,5-3-32 0,-2 1-45 0,1-1-40 16,4-4-54-16,-2 4-47 0,0 0-133 0,-5-1-302 15,5-2 134-15</inkml:trace>
  <inkml:trace contextRef="#ctx0" brushRef="#br0" timeOffset="39871.94">12603 6727 51 0,'-11'-4'156'15,"11"4"-3"-15,-12-1-3 0,12 1 1 0,-9-2-6 16,9 2-5-16,-6-1-2 0,6 1-7 0,0 0-13 15,-9-3-10-15,9 3-11 0,0 0-8 0,0 0-10 16,0 0-6-16,0 0-11 0,0 0-2 0,30-7-7 16,-3 3-5-16,6 1-10 0,1 1-14 0,0-1-12 15,3-1-27-15,-1 2-21 0,-2 0-32 0,-3 0-35 16,-4 2-22-16,-8-1-26 0,-2 1-112 0,-3 0-286 16,-8 0 127-16</inkml:trace>
  <inkml:trace contextRef="#ctx0" brushRef="#br0" timeOffset="40261.71">12776 6689 92 0,'0'0'139'0,"0"0"-7"16,0 0-19-16,-12 4-1 0,12-4-2 0,0 13 0 16,0 0 3-16,0 3 2 0,-4 5 6 0,2 5 2 15,-2 2-4-15,-1 2-13 0,3-2-7 0,0 3-8 16,-2-3-8-16,1-1-9 0,1 0-7 0,-1-2-5 0,1-7-2 15,2-1-10-15,-2 1-2 0,2 1-2 16,0-4-13-16,0 3 4 0,-2-6-3 0,2-3-6 16,0 2-1-16,0-3-3 0,-1 1-5 0,1-9 1 0,0 13 0 15,0-13-1-15,0 8 3 0,0-8-4 0,0 0-3 16,-4 6-1-16,4-6 1 0,0 0-7 0,-9 3 2 16,9-3-5-16,0 0-5 0,-20-7-3 15,11 4 0-15,0-3 0 0,2 5 1 0,0-2-1 0,7 3 2 16,-9-5 2-16,9 5-1 0,-8-4 0 0,8 4-3 15,-8-2-2-15,8 2-1 0,0 0 2 0,-6-2-3 16,6 2 3-16,0 0-3 0,0 0 4 0,0 0 0 16,0 0 1-16,0 0-1 0,0 0 5 0,25 10 1 15,-14-7 0-15,3-4-7 0,5 2-11 0,4 0-18 16,4 1-15-16,2-1-34 0,-2 2-17 0,3-6-29 16,1 3-32-16,-2 0-29 0,-1 0-102 0,-7 4-315 15,-4-3 141-15</inkml:trace>
  <inkml:trace contextRef="#ctx0" brushRef="#br0" timeOffset="40639.89">12954 7283 13 0,'0'0'231'0,"0"0"-7"0,0 0-5 16,-10 3-17-16,10-3-21 0,0 0-22 0,0 0-12 16,0 0-14-16,0 0-9 0,0 0-8 0,12-19-10 15,-6 13-7-15,3-1-6 0,-2 0-5 0,2 1-3 16,-2-3-5-16,0 1-4 0,3-1 4 0,-4 0-7 15,2-2-7-15,-3-3-6 0,1 2-3 0,-1-4-2 16,0 5-10-16,-3 0-5 0,0-2 1 0,0 1-3 16,-1-1-2-16,-1-1-1 0,-1 3-5 0,-1-1 0 0,0 1-5 15,2 1 0-15,-4 0 2 0,1 1-2 16,3 9-7-16,-5-10 10 0,3 5-14 0,2 5 4 16,-4-10-3-16,4 10-3 0,0-6-6 0,0 6-2 15,0 0 2-15,0 0-5 0,0 0 1 0,8-8 2 16,-8 8-4-16,14 1 0 0,-1 0-1 0,0 1 2 0,6-1-4 15,-3 3 3-15,1 1 8 0,-2 0-9 16,-5 1-3-16,2 2 3 0,-1 0-4 0,-2 1 1 16,0 2-2-16,0 0 3 0,-4-1 1 0,3 4-1 15,-3 1-2-15,-5-3 8 0,5 0-12 0,-3 1-19 0,-2-3-21 16,0 1-21-16,0 0-25 0,-2-3-29 16,2 4-29-16,0-12-23 0,0 10-42 0,-3-4-173 0,3-6-423 15,-4 10 186-15</inkml:trace>
  <inkml:trace contextRef="#ctx0" brushRef="#br0" timeOffset="41419.11">13329 7100 106 0,'0'0'147'0,"0"0"-9"0,0 0-13 0,0 0 3 0,0 0-7 16,8 11-14-16,-7-5 7 0,-1-6-9 0,2 12-2 15,-2-6 1-15,0-6-4 0,0 14-5 0,0-7-12 16,2 0 5-16,-2-7-9 0,0 10-5 0,0-10-3 15,0 0-3-15,0 8 10 0,0-8 10 0,0 0 7 16,0 6 6-16,0-6 6 0,0 0 10 0,0 0-3 16,0 0-13-16,0 0-9 0,0 0 1 0,0 0-15 15,0 0-10-15,0 0-6 0,0-24-11 16,4 17-3-16,-4-2-5 0,6-3-7 0,-4 2-5 16,2-2-2-16,0 2 1 0,5-6-4 0,0 4-6 0,0-3-1 15,0 6-6-15,0 0 9 0,3 2-12 0,-1 3-1 16,-5 0-4-16,6 2-2 0,-6 2 0 0,3 3 2 15,0 3-1-15,3 0-4 0,-2 1 0 0,-1 6-1 16,-3-2 1-16,4 4 2 0,-5-2-3 0,-1-2 3 16,0 1-3-16,2-2-2 0,-2 3 4 0,-2-4 3 15,3 2-3-15,-3-2-3 0,-2-3 8 0,4-2 2 16,-4-4-3-16,4 9-1 0,-4-9 7 0,1 6 17 16,-1-6 7-16,0 0 6 0,0 0-10 0,0 0 2 15,0 0-5-15,0 0 3 0,0 0-13 0,0 0 3 16,0 0-4-16,2-25-3 0,0 16 1 0,1 0-10 15,2-4 1-15,1 2-7 0,-2-4-9 0,5 0-4 16,-2 0-6-16,0 1-2 0,4-2 4 0,0 5-4 16,-1 3 2-16,0-2-2 0,-1 4 3 0,-1 2 1 15,-2 1-1-15,1 2 2 0,-7 1 1 0,14 4-1 16,-4 0 4-16,-5 1 0 0,1 2 3 0,1 1 0 16,-2 3-1-16,0-4 5 0,-1 4-2 0,0 0 2 15,1-3-3-15,-1 1 7 0,0 0-2 0,4-3-4 16,-8 1 6-16,4-1 0 0,1-2 1 0,1 0 2 15,1-1 5-15,0-1-5 0,4-2-1 0,0-2 3 16,1-1 0-16,1-1-1 0,7-2 0 0,-7-1 2 0,-1 1-2 16,-1 0-4-16,-2-1 7 0,3-2-5 0,-1 3 0 15,-3-5 1-15,0 1-1 0,-2-2 2 16,1 2 2-16,-3 3-4 0,1-2-1 0,-1 3 5 16,1 1-7-16,-5 5-2 0,4-8 4 0,-2 4 0 0,-2 4-7 15,0 0-7-15,0 0 6 0,0 0-11 0,0 0 4 16,0 0-3-16,0 0 1 0,0 0 0 15,-11 26 1-15,9-16-3 0,0 2 4 0,-1 1-3 16,1-3 4-16,2 3 1 0,-2-2 3 0,2 1 5 16,2 0-5-16,-2 1 0 0,4-1 2 0,-3-1 0 0,3-1 0 15,-4 1 0-15,2-3 3 0,1-1-1 0,-3 0 2 16,0-7-3-16,0 13 15 0,0-5-10 0,0-8 1 16,2 8-3-16,-2-8 3 0,-2 10 1 0,-3-4-13 15,1 0-31-15,-1-2-34 0,-1 1-39 0,-1-1-37 16,0-1-45-16,7-3-37 0,-13 6-164 0,6-6-435 15,7 0 193-15</inkml:trace>
  <inkml:trace contextRef="#ctx0" brushRef="#br0" timeOffset="41655.21">14338 6955 191 0,'2'-6'262'0,"-2"6"-26"0,4-6-28 15,-4 6-21-15,7-2-18 0,-7 2-15 0,0 0-1 16,12 9-1-16,-4 0 7 0,1 1-6 0,1 4-8 16,-3-2-14-16,5 2-9 0,-3-1-14 0,1 2-11 15,4-3-4-15,-5 2-14 0,1-2-5 0,1 0-8 16,-3-2-3-16,-1-1-13 0,2-1-24 0,-4 1-32 16,4-1-42-16,-3-3-48 0,0 1-35 0,-2-2-42 15,1-1-24-15,-5-3-21 0,3 5-151 0,-3-5-398 16,0 0 176-16</inkml:trace>
  <inkml:trace contextRef="#ctx0" brushRef="#br0" timeOffset="41823.33">14537 6977 164 0,'0'-8'204'0,"0"8"-21"0,0 0-14 0,0 0-20 16,0 0-2-16,0 0-3 0,0 0 11 0,-15 22 1 15,3-7-8-15,1 0-5 0,-5 8-15 0,0-3-8 16,-4 4-12-16,3-1-8 0,-2 0-12 15,3-1-6-15,-1-4-20 0,2 0-38 0,4-4-50 0,1 1-49 16,0-2-64-16,4-2-65 0,-3 1-135 0,5-2-367 16,-1-3 164-16</inkml:trace>
  <inkml:trace contextRef="#ctx0" brushRef="#br0" timeOffset="42227.65">15051 6700 49 0,'3'-7'263'0,"1"3"-13"0,-2-3-22 15,-2 7-16-15,6-8-26 0,-6 8-13 0,3-4-24 16,-3 4-12-16,0 0 9 0,3 17 6 0,-3-2-3 16,1 12-6-16,-2-2-5 0,2 3-10 0,-2 3-8 15,-2-2-10-15,1-1-5 0,2 3-17 0,-3-3-6 16,2 0-8-16,0 3 5 0,-3-5-17 0,4-2 0 15,-4 2-14-15,4-6-5 0,-1-1-4 0,1-1-11 16,-2-1-19-16,2-2-25 0,0-4-26 0,0-1-38 16,3 0-27-16,-3-2-33 0,0-8-35 0,-1 11-12 15,1-11-34-15,0 0-193 0,0 0-449 0,0 0 198 16</inkml:trace>
  <inkml:trace contextRef="#ctx0" brushRef="#br0" timeOffset="42538.04">15104 6674 98 0,'4'-5'156'0,"1"-1"-9"0,0 3-11 0,-5 3-1 16,13-3-5-16,-4 3-6 0,1 3-6 0,-1 1-15 0,1 4-4 16,-1 0-2-16,-3 3-4 0,1 3-9 15,-6 2-2-15,0 1-5 0,1 1-5 0,-6 0-4 16,-1 1-7-16,-3-1 7 0,-1-1 2 0,-1 1-5 15,-1-1 0-15,-1-3-2 0,-1 1-4 0,2-2 3 0,0-3-2 16,2 0-3-16,2-3-5 0,2-1-2 0,-2-1 0 16,3-1-11-16,1 3-2 0,-1-2-6 15,4-5-5-15,0 8-1 0,0-8 5 0,4 8-1 16,1-4-5-16,2-1-2 0,6 0-4 0,4 1-12 0,5-3-16 16,7 2-22-16,-2-3-28 0,5-1-28 15,-3-1-26-15,0 0-29 0,0-3-26 0,-9 4-6 0,1-3-21 16,-2 1-122-16,-6 1-343 0,-2-1 153 15</inkml:trace>
  <inkml:trace contextRef="#ctx0" brushRef="#br0" timeOffset="42791.71">15470 6886 59 0,'0'0'172'15,"1"-10"11"-15,-1 10 5 0,2-8 2 0,-2 8-7 16,0 0-15-16,7-8-13 0,-7 8-17 0,0 0-20 16,1-6-10-16,-1 6-8 0,0 0 2 0,0 0 5 15,4 16 7-15,-4-4 6 0,2 2-6 0,-4 4-6 16,2 2-4-16,-3 5-6 0,1-1 1 0,-3 3-11 15,0-2-3-15,1-1-3 0,0-4-10 0,0 0-6 16,1-2-8-16,1 1 1 0,-2-2-7 0,3 0-4 16,-3-1-2-16,4 0-3 0,0-5-5 0,0 1-7 15,0-2 1-15,4 0-1 0,-3-1-9 0,0-2 3 0,2 0-2 16,1 1 7-16,1-3-9 0,1 0 0 16,4 0-4-16,-1-1 2 0,4 0-35 0,5-6-24 15,0 2-45-15,4 0-33 0,-1-2-44 0,6-4-40 16,4-1-37-16,-4-1-45 0,-8 1-149 0,6-5-467 15,-4 4 207-15</inkml:trace>
  <inkml:trace contextRef="#ctx0" brushRef="#br0" timeOffset="42991.87">16262 6981 222 0,'6'-6'246'16,"-2"3"-22"-16,-4 3-21 0,0 0-23 0,8-3-14 15,-8 3-19-15,0 0-9 0,0 0-7 0,0 0-4 16,14 3-11-16,-14-3-8 0,14 3-13 0,-4 0-7 16,2 0-12-16,2-1-9 0,-2 0-33 0,7-1-42 15,-2 4-41-15,-3-1-53 0,2-2-35 0,-2 2-47 16,-5 0-131-16,-2-3-341 0,-2 2 151 16</inkml:trace>
  <inkml:trace contextRef="#ctx0" brushRef="#br0" timeOffset="43152.28">16300 7115 228 0,'-4'3'239'0,"4"-3"-22"0,-7 4-11 16,7-4-15-16,-7 3-17 0,7-3-13 0,0 0-4 0,0 0 4 15,-2 7-12-15,2-7-10 0,0 0-13 0,10 8-8 16,-4-6-14-16,7 1-14 0,4 1-36 0,2-3-37 16,1-1-56-16,3 1-54 0,5-2-67 0,-7 0-214 15,-2-2-404-15,0-1 179 0</inkml:trace>
  <inkml:trace contextRef="#ctx0" brushRef="#br0" timeOffset="44330">18197 6583 25 0,'0'0'155'0,"-9"-2"-1"0,9 2 4 0,0 0-11 16,-10-1-12-16,10 1-12 0,0 0-10 0,-8-3-3 16,8 3-11-16,0 0 1 0,0 0-8 0,0 0 0 15,0 0-7-15,27-4-8 0,-6 0-5 0,6 0-9 0,8-1-6 16,-1 2-6-16,2-1-7 0,-3-2-25 15,1 2-29-15,-3 2-20 0,-4-1-29 0,-5 0-26 16,0-1-21-16,-3 1-26 0,-6 0-11 0,-2 3-92 16,-4-1-254-16,-1-2 113 0</inkml:trace>
  <inkml:trace contextRef="#ctx0" brushRef="#br0" timeOffset="45179.57">18419 6559 76 0,'0'0'124'0,"-2"8"9"0,2-8-9 0,-3 15-10 16,2-5 12-16,-1 3 4 0,1 2 2 0,-2 1-12 16,2 2-17-16,1-2 1 0,-2 3-14 15,0-2-2-15,2 0-6 0,-2 2-4 0,2-4-5 16,2 2-8-16,-4 0-3 0,1-4-7 0,1 5-3 0,1-3-5 16,-1-2-7-16,0-3-1 0,2 2 1 15,0-3-10-15,-2-1-1 0,1 3-6 0,-1-11-3 0,-1 10-6 16,1-10-12-16,-4 10-7 0,4-10-7 15,-5 9-11-15,0-7-4 0,5-2 0 0,-12 1-8 16,12-1 6-16,-14-1 7 0,14 1 0 0,-14 0-1 0,6 0 3 16,0-4 14-16,8 4-10 0,-12-2 8 15,12 2 7-15,-10-3 2 0,10 3 1 0,-8-3 4 16,8 3-3-16,0 0 2 0,0 0-5 0,0 0 1 16,0 0 4-16,0 0 0 0,0 0-4 0,0 0-1 0,0 0 5 15,40-1-2-15,-26 1-6 0,5 0-14 0,-2-2-18 16,4 2-14-16,7 0-27 0,0-2-19 0,-8-2-3 15,1 3-2-15,7-2-5 0,-8 3-4 0,-2-5 13 16,-1 0 1-16,0 1 12 0,-4 1 11 0,-2-1 13 16,2 0 9-16,-5 0 18 0,-1-3 7 0,0 2 17 15,-1-3 5-15,1 2 20 0,-7 6 17 0,6-9 7 16,-3 2 9-16,-2 3 17 0,-1 4 2 0,2-8 3 16,-2 8-3-16,4-6-5 0,-4 6-13 0,0 0-5 15,0 0-2-15,0 0 7 0,0 0 0 16,0 0 12-16,0 0-2 0,3 21 0 0,-4-9-2 0,1-2 1 15,0 0-1-15,-2 2-5 0,2-5-4 0,-1 5 0 16,0-6-9-16,1-6-2 0,0 12-3 0,0-12 7 16,0 6 10-16,0-6 12 0,0 0 11 15,0 10 6-15,0-10 9 0,0 0-9 0,0 0 1 0,0 0-15 16,0 0-7-16,0 0-7 0,0 0-7 0,0 0-5 16,0 0-3-16,6-33 0 0,0 23-8 0,2 0 5 15,1-5-16-15,1 1 3 0,4 1-2 0,-1-2-3 16,4 3-2-16,-2 1-2 0,4-2-5 0,-2 3 0 15,-1 4-3-15,2 1 1 0,-1 1-5 0,-3 3-1 16,-2 2 2-16,-1 0 0 0,0 4-2 0,0-1 1 16,-3 5-3-16,0 1 1 0,0 2-3 0,-2 3 8 15,0 0-5-15,-2 0 1 0,-2-1-1 0,2-4 3 16,-3 2-1-16,-2-7 2 0,1 3-2 0,0-8 2 16,1 11 1-16,-1-11 3 0,1 6 8 0,-1-6 10 15,0 0-1-15,0 0-2 0,0 0 1 0,0 0-7 16,0 0 1-16,0 0-2 0,0 0-2 0,0 0 2 15,-2-28-4-15,2 28-2 0,4-16 0 0,1 5-3 16,0 1-1-16,3 1-1 0,3-6 1 0,-1 3-4 16,3-1 1-16,2 4 1 0,-4 1-3 0,1 0 3 15,-1 2-5-15,0 3-3 0,2 0 1 0,-2 2 0 16,1 2-2-16,-2 2-1 0,0-1 2 0,-2 5 6 16,2 2-3-16,-3-2-5 0,-1 4 9 0,-1-1-6 0,0 5 6 15,2 2-10-15,-2-2-20 0,-3-3-22 16,0 4-31-16,-1 0-37 0,-1-1-38 0,0 2-48 15,-3-7-41-15,-1 6-200 0,1-4-479 0,-4 3 213 16</inkml:trace>
  <inkml:trace contextRef="#ctx0" brushRef="#br0" timeOffset="45556.91">18367 7245 106 0,'0'0'192'15,"-13"-2"-17"-15,13 2-10 0,0 0 4 0,0 0-3 0,0 0-7 16,36 4-4-16,-6-4-5 0,21-1-8 0,1-3-2 16,8-1-12-16,4 0-12 0,2-2-7 0,25 1-9 15,-29 1-6-15,2-3-9 0,-2 4-9 0,-4-2-4 16,-6 2-8-16,-17-1-6 0,2 4-6 0,-5-2-5 16,-4 1-3-16,-7 1-7 0,-3 0-1 0,0-1-16 15,-6-1-23-15,-4 3-27 0,0-1-37 0,-8 1-40 16,0 0-30-16,12 1-39 0,-12-1-53 15,0 0-123-15,0 0-380 0,-26 10 168 0</inkml:trace>
  <inkml:trace contextRef="#ctx0" brushRef="#br0" timeOffset="45798.56">18703 7411 1952 0,'-12'2'64'16,"2"-1"-6"-16,1-1-12 0,1 1-22 0,8-1-5 15,-12 0-1-15,12 0 2 0,0 0-1 0,-5 4 6 16,5-4 10-16,0 0 5 0,21 3 7 16,-3-3 1-16,3 0 0 0,11 0-5 0,3-2-3 0,0 1-2 15,-1-3-4-15,5 3-3 0,-1-3-6 0,0 3-1 16,-3-3-3-16,-5 1-6 0,-8 1-17 0,-3-1-19 16,-6 2-21-16,0 1-29 0,-3 0-14 0,-3 1-17 15,-7-1-15-15,0 0-7 0,0 0-16 16,0 0-14-16,0 0-2 0,0 0-2 0,-26 9 7 0,12-8-85 15,-4 3-255-15,-2-2 114 0</inkml:trace>
  <inkml:trace contextRef="#ctx0" brushRef="#br0" timeOffset="46155.6">18967 7422 698 0,'-21'1'-37'0,"-1"0"14"0,1 0 14 16,1 1 15-16,1-1 9 0,0 0 5 0,3 1 8 15,5-2 3-15,1 1 8 0,-4-1 7 0,5 1 16 16,1-1 2-16,8 0-3 0,-15 2 13 0,9-2-3 16,6 0 5-16,-11 4 13 0,5-1-7 0,6-3 2 15,-9 7-1-15,4-1 1 0,1 2-1 0,1 2 5 16,-2 4-1-16,2 2-2 0,-3 3-7 0,0 7 0 15,1 3 4-15,-1 1 4 0,1-2-9 0,-1 1-7 16,0-1-8-16,3-1-3 0,-3-1-6 0,-2-1-6 16,-1 0-2-16,3-8-2 0,2 3-5 0,-3-2-2 15,2-1-5-15,-2-1 0 0,4-4-6 0,3-1-2 16,-2-2-1-16,-1 0-2 0,0 0-5 0,1-1 1 16,1-2-2-16,1-6 0 0,1 9 2 0,-1-9-3 15,-3 7 0-15,3-7 3 0,0 0-1 0,0 0 7 16,0 0 7-16,0 0-2 0,-2 5 0 0,2-5 0 15,0 0-7-15,0 0-5 0,0 0-1 0,-14-18 1 16,7 14-2-16,0-5 0 0,-2 3-7 0,-3 0 1 16,2 0 0-16,1 1-2 0,-1 0-1 0,-2 1 1 15,2-1-5-15,-1 4 10 0,0-2-11 0,-4 2 4 16,2-1-1-16,2 2-8 0,-5 3-18 0,0-2-14 16,2 1-23-16,3-2-32 0,5 1-28 0,6-1-34 15,-13 3-29-15,8 0-21 0,5-3-23 0,0 0-152 16,0 0-412-16,0 0 182 0</inkml:trace>
  <inkml:trace contextRef="#ctx0" brushRef="#br0" timeOffset="46419.37">18794 7722 142 0,'14'-4'208'15,"-3"2"-17"-15,2 4-14 0,1-2-12 0,-4 4-12 0,0-1-15 16,-1 1-9-16,-1 4-8 0,0-3-11 0,1 3-9 15,-6-2-1-15,3 2-2 0,-4-1-3 16,1 0-1-16,-3 1 3 0,-2 2 1 0,2-1 2 16,0-9-7-16,-5 13-3 0,1-6-4 0,2 1-8 15,-2-1-6-15,0-2-7 0,0 1-7 0,2-1-5 0,2-5-6 16,-4 11-5-16,4-11-2 0,-1 10-4 16,1-10-5-16,2 9 3 0,1-5 2 0,-3-4-21 15,11 5-17-15,1-4-21 0,2-1-28 0,6-1-37 16,10-1-34-16,2-5-58 0,2 1-39 0,1 0-199 0,-3-4-454 15,3 0 201-15</inkml:trace>
  <inkml:trace contextRef="#ctx0" brushRef="#br0" timeOffset="46692.23">19902 7125 2108 0,'-7'-25'14'0,"2"9"67"0,-1 0-18 0,-2 1-4 0,3 4 8 16,2 3 6-16,-2-1-3 0,4 3-12 0,1 6-8 15,-3-7-7-15,3 7-5 0,-1-9-4 16,1 9-2-16,0 0 1 0,0 0 1 0,0 0 9 0,0 0-4 16,16 13-5-16,-6-5 0 0,0-1-4 0,4 2-4 15,0 2-2-15,0-2-1 0,1 2-2 0,-2 1-15 16,-1-5-32-16,0 5-22 0,-1-4-28 0,-1 0-35 15,-2 1-26-15,-1-4-30 0,0 1-29 0,-1-1-20 16,-3 1-144-16,0-2-390 0,-3-4 172 0</inkml:trace>
  <inkml:trace contextRef="#ctx0" brushRef="#br0" timeOffset="46877.45">20042 7021 15 0,'0'0'207'0,"0"0"-13"0,-1-8-15 0,1 8-22 15,0 0-11-15,0 0-11 0,0 0 9 0,0 0 8 16,-19 18-4-16,7-3-12 0,-6 4-8 0,-1 4-4 16,-1 0-14-16,-2 1-11 0,0 0-11 0,7 0-4 15,-3-1-13-15,3 3-6 0,-1-2-26 0,6-6-37 16,1-3-39-16,3 2-43 0,1-5-41 0,1-3-37 16,4 2-181-16,0-4-365 0,0-7 162 0</inkml:trace>
  <inkml:trace contextRef="#ctx0" brushRef="#br0" timeOffset="47146.41">20436 6867 151 0,'4'-10'274'0,"-1"3"-21"0,1 1-26 0,-1 0-24 15,-3 6-20-15,0 0-20 0,0 0-4 0,0 0-1 16,0 0 5-16,5 26-2 0,-6-8-4 15,-2 1-17-15,2 5-9 0,-4 1-7 0,3 0-12 16,0-7-11-16,-1 7-10 0,2-6-7 0,-3-1-8 0,2 0-2 16,0 1-14-16,2-2 0 0,0-1-4 0,0 0 0 15,0-4-16-15,-1-1-28 0,1-1-15 0,0-1-12 16,0-2-34-16,0-7-24 0,1 15-30 0,-2-10-27 16,1-5-36-16,1 11-11 0,-1-11-14 0,0 0-17 15,0 0-185-15,0 0-425 0,-2 6 188 0</inkml:trace>
  <inkml:trace contextRef="#ctx0" brushRef="#br0" timeOffset="47425.44">20455 6929 83 0,'4'-19'164'0,"-2"1"-1"0,3 8 2 16,-1-2-11-16,-1 3-5 0,1-1-10 0,-2 5-11 16,2 1-9-16,-4 4-9 0,9-5-8 0,-3 3-8 15,-6 2 0-15,13-3-6 0,-13 3-7 0,13 8-7 16,-7-4-6-16,2 2-7 0,-3 1-1 0,-1 3-4 15,-1 0-2-15,-1-4-2 0,-1 6-2 0,1-2 2 16,-5 0-6-16,1 0 0 0,-4 3 5 0,4-4 1 16,-5 1-3-16,2 0-4 0,0-2-5 0,0 0-1 15,3 0-5-15,-2-3-5 0,1 1 1 0,3-6-7 16,-6 9-1-16,4-5 1 0,2-4-4 0,-1 12-2 16,1-12 2-16,4 8-2 0,1-5-5 0,2 3-15 15,5-3-24-15,4 3-28 0,3-4-35 0,1-1-25 16,9-1-21-16,0-1-28 0,-1 0-18 0,0-2-6 15,-8 2-148-15,1-2-363 0,-2 1 160 0</inkml:trace>
  <inkml:trace contextRef="#ctx0" brushRef="#br0" timeOffset="47689.74">20906 6986 34 0,'8'-7'121'0,"-3"-2"3"0,0 4 4 16,1 0 16-16,-3-1 6 0,1 1 0 0,-4 5 7 16,6-10 0-16,-6 10-4 0,5-2-11 0,-5 2-11 15,0 0-11-15,3-10-18 0,-3 10-7 0,0 0-4 0,0 0 2 16,4 16 3-16,-4-5 2 0,1-1 4 15,-1 7 1-15,0 1-6 0,-1-1-5 0,-1 2-6 16,2 0-2-16,-3-2-4 0,1 1-3 0,1 1-7 16,-2-2 12-16,2 0-25 0,0-2-3 0,1-3-4 0,-1-1 0 15,2-1-11-15,-1 0 3 0,0-4 0 0,1 2 0 16,-1-8-2-16,0 11-4 0,1-4 11 0,2-2-12 16,-3-5-6-16,5 8 1 0,1-3-5 0,2-3 7 15,1 0-6-15,3-1-4 0,7-1-20 0,2-1-16 16,6-3-37-16,3-1-35 0,0-2-27 0,5 1-42 15,1-3-45-15,1-2-33 0,0 1-39 0,-4 1-185 16,4-1-493-16,-1 1 219 0</inkml:trace>
  <inkml:trace contextRef="#ctx0" brushRef="#br0" timeOffset="47819.99">21683 7119 230 0,'5'-4'245'0,"-5"4"-22"0,0 0-20 16,0 0-22-16,0 0-14 0,0 0-28 0,8-1-29 15,-8 1-46-15,0 0-56 0,0 0-55 0,6-4-66 16,-6 4-122-16,0 0-256 0,9-7 114 0</inkml:trace>
  <inkml:trace contextRef="#ctx0" brushRef="#br0" timeOffset="49812.43">6818 8875 38 0,'0'0'173'0,"-11"-1"-19"0,11 1 7 16,-12 0-7-16,12 0-4 0,-12 0-13 0,12 0-4 15,-8 1-9-15,8-1-10 0,0 0-10 0,-10-1-9 16,10 1-8-16,0 0-5 0,0 0-11 0,0 0 7 16,0 0-5-16,0 0-5 0,0 0-3 0,28-2-8 15,-10-2-7-15,10 1 0 0,0 1-8 0,3-3-5 16,-1 2-10-16,-2-2-20 0,0 3-27 0,-5 0-39 15,-5-1-34-15,-3 1-39 0,-2 0-34 0,-2 0-145 16,-3 2-336-16,-8 0 149 0</inkml:trace>
  <inkml:trace contextRef="#ctx0" brushRef="#br0" timeOffset="50090.01">6701 8909 3 0,'0'0'153'0,"-5"4"0"0,5-4 4 0,-1 7-2 16,0 0-10-16,1-7 7 0,2 20 13 0,1-3-4 15,-3 2 2-15,-3 8-11 0,6 1-6 0,-7 3-8 16,0 0-5-16,0-2-13 0,-2 3-11 16,2-1-8-16,1-4-8 0,1-1-9 0,-1 0-7 0,-2 0-7 15,3-8-6-15,1 2-6 0,-2-3-9 16,2 0-1-16,1-5-3 0,0 0-7 0,1 0-3 15,-1-3-15-15,0 3-20 0,-1-6-25 0,2 1-23 16,-1-7-29-16,1 11-19 0,-1-11-14 0,3 8-28 0,-3-8-27 16,0 0-23-16,0 0-169 0,0 0-387 15,0 0 171-15</inkml:trace>
  <inkml:trace contextRef="#ctx0" brushRef="#br0" timeOffset="50498.21">6597 9275 111 0,'5'-6'129'0,"1"1"2"0,0 2-2 0,5 2-2 16,0-1-11-16,8 2 0 0,0-3-2 0,11 0-9 16,-2 2-5-16,3-3-6 0,-2 3-6 0,-1 1-6 15,2-1-7-15,0-2-5 0,1 3-7 0,-2-1-4 16,-2-1-4-16,-6 0-3 0,-1 1-12 0,-7 2-2 16,-2-2 1-16,1 1-6 0,-4-4-1 0,-1 4-4 15,-7 0-1-15,13 0-6 0,-13 0-1 0,0 0 3 16,9 0-4-16,-9 0 4 0,0 0 5 0,4 7 3 15,-4-7 5-15,0 0 1 0,-5 13-3 0,1-7 0 16,0 3-1-16,-4-1-1 0,5 0-1 0,-1 2-6 16,0 0-2-16,0 0 1 0,3-1-3 0,-2-2-4 15,3 2 2-15,0 0-5 0,0-9 3 0,5 12-1 16,-1-6-4-16,3 0 5 0,-2-1-4 0,3 0 0 16,1-2 1-16,3 0 0 0,1-2 0 0,-3-1-3 15,3 0 3-15,-2-1-1 0,1-2 1 0,-1 0-1 16,-1-1 8-16,0 1 0 0,0-3 5 0,-4 2-2 15,-1-2-1-15,0 0-3 0,-1-3-5 0,-1 1 0 16,-2-3 0-16,-2 3-3 0,-2-3-1 0,-2-1-13 0,-1 2-20 16,-6 0-19-16,-2-2-13 0,4 5-11 15,-2-1-20-15,0 4-12 0,0-2-25 0,1 3-18 16,-1 2-18-16,3 0-16 0,-2 3-11 0,3 1-124 16,-1 2-334-16,1-1 147 0</inkml:trace>
  <inkml:trace contextRef="#ctx0" brushRef="#br0" timeOffset="50872.02">7224 9442 42 0,'8'-3'208'0,"-3"0"-1"0,3-4-9 0,-3 4-12 0,3-4-6 16,-1 0-15-16,2 2-12 0,-3-6-16 15,3 2-7-15,-2-2-11 0,0 2-10 0,1-6-6 0,0 1-6 16,-2 2-9-16,2-1-9 0,-4-3-4 0,-1-3-6 15,1 4-8-15,0 3-5 0,-2 0-4 0,0-2-4 16,-2 3-7-16,-2 0-6 0,1-1-1 0,-1 3-3 16,-3-2-5-16,1 5-2 0,0-1-3 0,4 7-2 15,-4-8-5-15,4 8 0 0,-6-9-3 0,6 9 0 16,-3-5-3-16,3 5-2 0,0 0-3 0,0 0 0 16,0 0 1-16,0 0 2 0,0 0-5 0,0 0 1 15,27 6 0-15,-15 0 0 0,-2-4-2 0,2 3-2 16,0 1 2-16,-2 1 2 0,3-2-4 0,-4 5 2 15,0 0-4-15,2 1 4 0,-2 0-3 0,-2 0 3 16,0 0-5-16,-2 3 6 0,-2-2 2 0,-2-1-1 0,2 0-1 16,-2 1-8-16,-1 0-20 0,0-2-24 15,0 2-24-15,-1-3-33 0,0 2-22 0,1-11-26 16,1 13-17-16,0-6-18 0,-1-7-136 0,0 11-352 16,3-6 156-16</inkml:trace>
  <inkml:trace contextRef="#ctx0" brushRef="#br0" timeOffset="51405.67">7701 9249 98 0,'0'0'146'0,"5"-4"-3"0,-5 4-7 0,0 0-7 16,0 0 6-16,0 0-1 0,14 13-1 0,-13-7-4 16,2-1-8-16,1 3-6 0,-3 1-11 0,1-1-3 15,1 1 3-15,0-1-7 0,-3-8-9 0,1 13-11 0,1-8 1 16,-2-5-6-16,3 9 0 0,-3-9 4 0,4 5 7 15,-4-5 7-15,0 0 4 0,1 9 7 16,-1-9-2-16,0 0-9 0,0 0-13 0,0 0-2 16,0 0-9-16,0 0-4 0,0 0-8 0,0 0-4 0,-9-26-5 15,9 26-4-15,-1-12 1 0,1 2-12 0,1 0 0 16,0-2-7-16,2 1-4 0,3 1 1 0,-1-1-6 16,1 0-1-16,1 0-3 0,0 2-3 15,3 1 0-15,0 1-4 0,-1 3 6 0,2-2-4 0,0 5-7 16,0 2 4-16,2 4-2 0,-3-3 1 0,-1 3-2 15,3 0-3-15,-3 4 3 0,0-1-2 0,-2 1 5 16,1-1-4-16,0 2 2 0,-3-2 0 16,1 0 0-16,-3-2 3 0,0-1-5 0,1 0 1 0,-1 0 4 15,-3-5-3-15,5 7 2 0,-5-7 8 0,3 5 5 16,-3-5 7-16,0 0 3 0,0 0 8 0,0 0-6 16,0 0-2-16,0 0-4 0,0 0 1 0,0 0-4 15,0 0 0-15,0 0 2 0,0 0-6 0,3-21-2 16,0 15-3-16,3-2-7 0,1 0 1 0,3-8-4 15,-2 7-3-15,6-2 0 0,-3-1 2 0,4 2 2 16,-3 1-3-16,-2 4 0 0,2 0-2 0,-1 3 0 16,1-2-4-16,-2 1 9 0,-1 3-9 0,-1 3 6 15,0-2-3-15,1 4 9 0,-1 0-5 0,0-2-4 16,-1 4 0-16,-1 0 12 0,-1 1-12 0,0 1 4 16,-3 0-2-16,0 1-19 0,-2-1-26 0,-2 3-33 15,1 0-50-15,-3 1-66 0,2-2-74 0,-6 3-231 16,2-4-544-16,-1 2 241 0</inkml:trace>
  <inkml:trace contextRef="#ctx0" brushRef="#br0" timeOffset="51881.63">9099 8832 131 0,'-3'-10'234'0,"1"0"-14"0,-3 1-16 0,2 3-22 0,-1 2-12 16,4 4-18-16,-7-5-16 0,7 5-16 0,0 0-7 16,-14 11-4-16,6 3-1 0,0 4-4 0,-1 12-2 15,3 1-4-15,-3 3-4 0,0 11 0 0,-1 0-3 16,2-12-9-16,4 1 1 0,3-2-6 0,-2 1-4 15,1-2-6-15,2-1-6 0,-3 0-5 16,3-5-4-16,-1 1-6 0,1-6-1 0,-1-1-11 0,2-1 1 16,0 0-1-16,0-1-3 0,-1-2-9 0,0-3 2 15,2-2-17-15,-2 0-13 0,0-3-30 0,0 2-31 16,0-9-22-16,0 8-25 0,0-8-24 0,1 7-27 16,-1-7-41-16,0 0-206 0,0 0-446 0,0 0 198 15</inkml:trace>
  <inkml:trace contextRef="#ctx0" brushRef="#br0" timeOffset="52363.42">8796 9190 14 0,'0'0'154'0,"18"-8"-2"0,-5 7-13 16,6-1-12-16,8 0-4 0,2 2-10 0,4-3-9 15,-2 2-8-15,5 0-5 0,-3 0-8 0,-2-2-6 16,1 0-9-16,-2 2-9 0,-2-3-5 0,-6 2-4 15,-2 2 0-15,-1-2-13 0,-7 0-1 0,0 2-5 16,-2 0 8-16,-2 1-2 0,-8-1 4 0,10-1 9 16,-10 1 5-16,8-1-7 0,-8 1-1 0,0 0-4 15,0 0-4-15,0 0-1 0,0 0-3 0,0 0 5 16,-27 3-6-16,16 2 5 0,0-1-4 0,-2 2-2 16,3 0-2-16,0 1 6 0,-3 5-7 0,4-2 1 15,0 1-4-15,1-2-1 0,2 2-4 0,1 1 1 0,1-1-5 16,0 0-1-16,3-4-1 0,1 3 0 0,2 1 3 15,0-1-4-15,2-3-4 0,-1-2 3 0,4 0-3 16,-2 0 2-16,4-3-1 0,1 0-4 0,-2 1 1 16,2-6-1-16,0 3 1 0,-1-2 2 0,3-3-4 15,-6 1 3-15,2-2-2 0,1 1-2 0,-3-4 0 16,2 1-1-16,-3-1 0 0,-1-1-2 0,0 0 0 16,-1 1 0-16,-1 0-1 0,0-1-1 0,1 2-2 15,-3 0 3-15,2 2-3 0,-2 6 1 0,3-11-3 16,-3 11-2-16,1-6-1 0,-1 6 2 0,0 0-4 15,0 0 5-15,0 0-6 0,0 0 6 0,0 0-1 16,10 20-1-16,-8-13 3 0,2 3 0 0,-3 0 0 16,3 1 0-16,1 2-14 0,-2-3-25 0,3 1-28 15,-1 1-39-15,0-2-12 0,3-2-38 0,2 1-38 16,-4-4-144-16,1 0-368 0,3-1 163 0</inkml:trace>
  <inkml:trace contextRef="#ctx0" brushRef="#br0" timeOffset="52591.14">9630 9148 178 0,'-5'-6'212'0,"5"6"-11"0,-8-7-19 16,2 4-12-16,6 3-11 0,-13 1-6 0,3 5 2 16,1 1-11-16,0 2-5 0,-4 3-9 0,0 0-13 15,2 3-8-15,0 0-13 0,3-1-5 0,2 4-10 0,1-4-8 16,1-2-8-16,3 1-7 0,2-1-4 15,3 0-6-15,1 0-3 0,1-2-9 0,5-1-24 16,2 1-20-16,2-3-31 0,0 1-32 0,2-3-36 16,2-1-29-16,-1-2-26 0,3-1-35 0,-2-1-135 0,-2-1-358 15,1-3 158-15</inkml:trace>
  <inkml:trace contextRef="#ctx0" brushRef="#br0" timeOffset="52832.06">9857 9017 42 0,'0'-10'231'0,"1"0"-4"0,-1 3-7 16,0 7-12-16,1-9-21 0,-1 9-18 0,0 0-20 15,0 0-2-15,0 0 5 0,0 0 8 0,0 0-3 16,0 35-1-16,-1-16-1 0,-2 6-12 0,1 2-15 16,-1 3-3-16,2-2-14 0,1-2-5 15,-1 0-10-15,-1-1-9 0,4-1-4 0,-4-6-14 0,2 0-2 16,0 0-10-16,0-2-8 0,2-3-19 0,-1 0-30 15,0 3-31-15,-1-5-27 0,2-2-29 0,-1 0-38 16,-1-3-36-16,0-6-36 0,2 10-21 0,-2-10-22 16,0 0-159-16,0 0-433 0,0 0 191 0</inkml:trace>
  <inkml:trace contextRef="#ctx0" brushRef="#br0" timeOffset="53202.58">9794 9190 65 0,'10'-3'157'0,"3"3"-7"0,0-1-6 16,1 0-4-16,-3 2-8 0,1 2-2 0,-1-1-7 15,1 0-8-15,-2 1-10 0,0 1-3 0,1 2-7 16,-4-2-2-16,2 3-2 0,0-2-4 0,-2 0-3 16,-2 1-3-16,2 2-2 0,-3-3-1 0,1 4 0 15,-1 0-4-15,0 2-5 0,0-1-3 0,0 1-13 16,1-3 0-16,-1-2-3 0,-2 2-7 0,3 0 2 15,0 1-3-15,1-4-3 0,4 1 2 0,-1-1 4 16,0-2 1-16,3 0 0 0,1-2-1 0,0 0 1 16,1-2-8-16,-1-3 2 0,1 1-5 0,3-2 3 15,-5 0-6-15,1-3 5 0,-1 1-6 0,-1-2 1 16,-3 1-1-16,-1-2 3 0,0-1 2 0,-2 1-4 16,-3-1-5-16,1-6 3 0,-4 6-5 0,-1-6-3 15,0 4-2-15,-2 1 8 0,0 1-14 0,-1 2-6 16,1-1 0-16,-2 3-7 0,-1 0-17 0,2 2-18 0,-3 2-22 15,2 0-24-15,6 3-26 0,-16-3-32 16,16 3-28-16,-17 7-38 0,7-3-43 0,-4 4-167 0,5 1-449 16,1 1 198-16</inkml:trace>
  <inkml:trace contextRef="#ctx0" brushRef="#br0" timeOffset="53623.17">10253 9372 61 0,'0'0'217'0,"10"-1"-11"0,-3-2-5 16,0 0-7-16,0-1-10 0,-1 2 3 0,-1-2-9 16,4-1-6-16,-1 0-10 0,1-1-10 0,-2-1-5 15,2-1-5-15,-1 1-1 0,-2 0-20 0,2-4-11 16,0 2-11-16,-1-3-7 0,-2 2-3 0,1 0-13 16,-3-2-3-16,4-5-8 0,-5 1-6 0,0 0-9 15,-2 0-5-15,0 0-2 0,-3 5-1 0,-1-1-8 16,2 1-1-16,-5 0-2 0,1 3-8 0,-2-1 0 15,1 1-2-15,-1 3-4 0,-1-3-2 0,1 2-1 16,1 4-3-16,7 2-5 0,-11-5 5 0,11 5-9 16,-7-4-1-16,7 4-4 0,0 0 1 15,0 0 0-15,0 0 3 0,0 0-3 0,0 0-1 0,34 12 3 16,-13-8 0-16,-2 2 0 0,4-3-3 0,4 3 3 16,-9-1 2-16,2-3-5 0,-3 5 0 0,-5-4 1 15,1 1-2-15,0 1 3 0,-1 2-2 0,-2-1-4 16,-1 0 4-16,-2 3 2 0,0 1-1 0,-1 1 1 15,-1-1 11-15,-2 2-4 0,-2-1 3 0,2 2-3 16,-3 2 2-16,0 0-2 0,-2 2 2 0,1-1 1 16,0-4-3-16,-1 1 0 0,1-1 2 0,0 2-3 15,0-3-11-15,1 1-41 0,-2-2-43 0,2 0-56 16,2-1-58-16,1 1-44 0,-1-4-228 0,3 0-516 16,1-1 229-16</inkml:trace>
  <inkml:trace contextRef="#ctx0" brushRef="#br0" timeOffset="53827.97">11146 9196 12 0,'0'0'259'0,"5"-5"-16"16,-5 5-17-16,0 0-16 0,6-4-17 0,-6 4-22 15,0 0-18-15,10-3-9 0,-10 3-15 0,12 0-11 16,-2 0-17-16,1 1-6 0,0 0-22 0,1-2-32 15,-1 1-44-15,0-1-39 0,-2 1-43 0,3-1-40 16,-4 2-30-16,-8-1-138 0,10 3-318 0,-10-3 140 16</inkml:trace>
  <inkml:trace contextRef="#ctx0" brushRef="#br0" timeOffset="53995.02">11172 9282 52 0,'-6'5'187'0,"-1"-2"-7"16,2 0-3-16,5-3-7 0,-9 7-5 0,5-3-6 15,4-4-3-15,-5 9-6 0,5-9-6 0,-4 5-2 16,4-5 2-16,0 0-14 0,9 10-13 0,-2-7-7 16,5-1-12-16,5-2-10 0,2 0-16 0,4-1-23 15,5 1-32-15,2-4-38 0,-2-1-48 16,1 0-42-16,-2 0-52 0,-9 2-51 0,0-2-108 0,0 0-349 16,-6 1 156-16</inkml:trace>
  <inkml:trace contextRef="#ctx0" brushRef="#br0" timeOffset="57318.17">13624 8829 156 0,'0'0'160'0,"-1"-11"-8"16,1 11-9-16,0 0-2 0,0 0-4 0,0-11 1 15,0 11-7-15,0 0-7 0,0 0-11 0,0 0-8 16,0 0-13-16,0 0-10 0,-3-7-11 0,3 7-9 15,0 0-8-15,0 0-4 0,0 0-7 0,0 0-4 16,0 28-1-16,0-15-5 0,0 4 2 0,-2-2-2 16,-2 2-1-16,4 3-8 0,-2-1 4 0,-1 6-3 15,1-6 1-15,0-2-3 0,0 2 1 0,0-2-3 16,0 0 2-16,2 3-5 0,-4-4 2 0,4-4-1 16,-2 0-1-16,4 4 0 0,-4-3-5 0,2 0-1 15,0-3 1-15,0 0-2 0,0 0-8 0,0 0-4 16,0-1-15-16,2 0-21 0,-2-3-20 0,0-6-19 15,0 13-28-15,0-13-10 0,0 5-11 0,0-5-9 16,0 0-11-16,0 0-138 0,0 0-306 0,0 0 136 16</inkml:trace>
  <inkml:trace contextRef="#ctx0" brushRef="#br0" timeOffset="57676.25">13551 8796 94 0,'0'0'134'0,"9"-8"-16"0,-5 4-4 0,4 2-6 16,0 2-7-16,-8 0-2 0,21 5-6 0,-8-2-6 15,-3 3-5-15,3 1-14 0,-3 4-1 0,-1-3-7 16,1 5-4-16,-2-2-11 0,-1 3-2 0,-3-3-2 16,-1 1-1-16,-3-1-10 0,-1 1 2 15,-3 0-9-15,0-2-1 0,-1 1 0 0,-3-3-2 0,-2 1-10 16,1 0 8-16,1-1 2 0,-4-1-4 0,3-1-1 15,-4-2-1-15,1-2 5 0,1-1 3 0,3 2 13 16,3-3-3-16,5 0 4 0,-18-2 0 0,18 2 8 16,-9-1 1-16,9 1-4 0,-6-3-3 0,6 3-3 15,0 0-5-15,-8-3-4 0,8 3-6 0,0 0-2 16,0 0-3-16,0 0 0 0,0 0-1 0,0 0-6 16,19 13 4-16,-11-6 2 0,1 0-4 0,3 0-2 15,1 3-1-15,3-2 1 0,3 3-18 0,-2-2-23 16,0 0-25-16,2 1-46 0,6 2-20 0,-8-3-38 15,3-1-137-15,-3-3-323 0,-6 1 144 0</inkml:trace>
  <inkml:trace contextRef="#ctx0" brushRef="#br0" timeOffset="57911.95">13940 8945 130 0,'0'0'192'0,"-3"-6"-16"0,3 6-21 16,0 0-19-16,0 0-12 0,0 0 1 0,0 0 2 0,0 0-3 16,-5 21 2-16,3-10-10 0,2 3-5 0,-4 2-10 15,1 0-6-15,1 2-11 0,-2-1-5 0,0 2-10 16,2-3-6-16,1 0-6 0,-1 5-6 0,-3-8-9 16,5 3-17-16,-2-4-30 0,0 0-26 0,2-2-31 15,-2 3-36-15,2-4-30 0,-1-3-30 0,1-6-24 16,0 10-92-16,0-10-298 0,0 0 132 0</inkml:trace>
  <inkml:trace contextRef="#ctx0" brushRef="#br0" timeOffset="58287.5">13906 8909 135 0,'0'-6'160'0,"0"6"-22"15,3-10-14-15,-3 10-9 0,0 0-5 0,8 0-5 16,-8 0-2-16,0 0-12 0,13 10-1 0,-11-4-8 15,6 1-5-15,-2 0-4 0,-1 3 2 0,1-1-5 16,-1-2 0-16,2 0-4 0,0 0-5 0,-1-1 1 16,-2-1 0-16,1-1-2 0,4 1-2 0,-4-1 2 15,4 1-3-15,-1-4-10 0,0-1-1 0,3 0-3 16,2-1-4-16,-2-1-4 0,0 0 0 0,0-3 2 16,3 0-2-16,-3-2-1 0,-1 1-1 0,1-1-4 0,-1-2-3 15,1 1-2-15,-3-1 2 0,1 0-1 16,0 0 0-16,-2 1 1 0,-1 1-4 0,-1-3 1 15,-1 5 7-15,0 0 0 0,-4 5-5 0,5-8-3 16,-5 8-6-16,5-4-5 0,-5 4-2 0,0 0 0 0,0 0-1 16,0 0-4-16,11 19 4 0,-9-8-1 0,0 0-2 15,1 4 5-15,-3 1-4 0,0 1-2 16,0 1 3-16,-2-2-4 0,-1 3 2 0,5-2-1 16,-4 2 4-16,2-1-5 0,-4-3-19 0,6-2-33 0,-2 3-23 15,2-3-27-15,-2-1-38 0,3-2-31 16,1-1-25-16,0 1-176 0,1-3-400 0,-5-7 177 0</inkml:trace>
  <inkml:trace contextRef="#ctx0" brushRef="#br0" timeOffset="58602.24">14537 8884 160 0,'0'0'170'0,"-11"-5"-8"0,11 5-5 0,-12 3-18 15,6 1-1-15,-1 2-16 0,0 2-11 0,0-2-13 16,2 4-4-16,1 1-11 0,0 1-8 0,2 0-9 16,2 0-7-16,2 0-1 0,0 1-5 0,2-1-2 15,1-2-8-15,2 1-2 0,2 3-7 0,-2-6-3 16,1 3-5-16,0-2 1 0,-1-1-5 0,1 4-2 16,-3-5 1-16,-1 3-4 0,1-4-4 15,1 2 2-15,-3-3-7 0,-1 2-2 0,0-2 4 0,-2-5 8 16,-2 12 0-16,2-12 5 0,-5 8 2 0,-1-1-1 15,-3 0-1-15,0-1-2 0,-2 0-1 0,1-1 0 16,-1 0-1-16,-3-1-4 0,5 2-7 0,-1-2-18 16,-2 1-27-16,5-5-29 0,-2 4-35 0,1 0-39 15,8-4-45-15,-12 5-120 0,12-5-329 0,0 0 146 16</inkml:trace>
  <inkml:trace contextRef="#ctx0" brushRef="#br0" timeOffset="59029.65">14984 8892 70 0,'0'0'248'0,"0"-10"-27"0,0 10-23 0,0 0-20 0,0 0-7 16,0 0-7-16,0 0-6 0,15 22 1 0,-10-10-16 15,2 5-13-15,0 0-8 0,4 4-10 0,-5-2-8 16,8 4-13-16,-9-4-7 0,3-2-6 0,-3 1-8 16,4-1-6-16,-4 2-3 0,1-2-7 0,1-1-7 15,-2-5-2-15,0 0-5 0,1 0-5 0,-3-1-6 16,1 1 3-16,-2-2-2 0,0-4 2 0,1 0-9 16,-3-5 5-16,4 9 6 0,-4-9 14 0,3 7 13 15,-3-7 18-15,3 2 0 0,-3-2-9 0,0 0-8 16,0 0-8-16,14-19 2 0,-8 10-11 0,1-7-5 15,4-2 0-15,-1 3-1 0,0-9-8 0,2-2-3 16,3 2-3-16,-2-3-8 0,0-1 0 0,-1 3 3 16,2-4-5-16,-1 1-2 0,-1 2-2 0,-1 2-2 15,-2 6 8-15,-1 0-12 0,-4 7 3 0,-1 0-4 16,1 2-25-16,-1 2-26 0,-1 2-27 0,-2 5-35 16,1-9-24-16,-1 9-15 0,0 0-28 0,0 0-2 15,0 0-24-15,0 0-15 0,0 32-26 0,-1-15-157 0,-1 0-434 16,1-2 192-16</inkml:trace>
  <inkml:trace contextRef="#ctx0" brushRef="#br0" timeOffset="59420.25">15523 9035 105 0,'0'0'203'0,"0"-9"-10"0,0 9-13 15,0 0-6-15,-14-9-5 0,6 8-5 0,-2 0-4 16,0-1-4-16,-3 2-8 0,0 1-8 0,-2 1-6 15,0 4-7-15,-2 0-12 0,2 4-13 0,-2 1-5 16,3 0-8-16,0 3-11 0,1 2-5 0,3-5-10 16,1 5-5-16,1-5-4 0,5 4-8 0,-1-3-1 15,1-4-5-15,3 2-2 0,1 0-6 0,1-1-2 16,2-2 0-16,1 0-2 0,1-2-1 0,4-1-4 16,2-2-2-16,-2-2-1 0,4-2-1 0,-2 1-5 15,2-2 2-15,-4 0-4 0,1-2-3 0,0-4 4 16,0 2-3-16,-2 2 0 0,0-5-1 0,0 2 1 15,0-3-5-15,-1-3 3 0,-2 4-1 0,-2 0 1 16,0 1-3-16,-1-4 3 0,1 4-5 0,-1 0 2 16,-1 2 1-16,0 2 3 0,-2 5-4 0,5-10-2 15,-5 10-5-15,2-6 1 0,-2 6-1 0,0 0-2 16,0 0 1-16,0 0 4 0,0 0-4 0,0 0 3 16,4 23 0-16,-4-13 2 0,-1 1-1 0,1 0-1 0,1 1-20 15,-1-1-24-15,1 1-23 0,1 0-36 16,0 0-38-16,-2-3-40 0,3 1-29 0,-2 0-221 15,2-1-464-15,-2-4 205 0</inkml:trace>
  <inkml:trace contextRef="#ctx0" brushRef="#br0" timeOffset="59667.98">15676 8889 174 0,'0'-11'246'0,"2"0"-5"0,-4-1-9 0,4 7-17 0,-2 5-21 16,0-8-18-16,0 8-21 0,0 0-4 0,0 0-5 16,0 0-1-16,0 25-8 0,0-8-11 0,0 2-2 15,0 0-12-15,-2 8-3 0,0-1-9 16,1 0-9-16,-1 4-1 0,0-3-12 0,0-2-7 0,0 1-6 16,1-2-6-16,1 1-8 0,-2-6 1 0,2-3-36 15,-1 1-36-15,-1 0-38 0,0 0-36 0,2-5-50 16,0 1-44-16,0-2-49 0,0-1-200 0,2-3-471 15,-2 0 209-15</inkml:trace>
  <inkml:trace contextRef="#ctx0" brushRef="#br0" timeOffset="60246.25">15831 9059 151 0,'0'0'250'0,"1"-7"-22"0,-1 7-24 0,4-6-22 15,-4 6-11-15,0 0 0 0,0 0 8 0,0 0 2 16,0 0 0-16,0 25-18 0,-1-17-12 0,0 4-4 16,-1 0-17-16,2 0-10 0,0-1-7 0,0 2-14 15,0-1-9-15,3-2-9 0,-3 1-10 0,1 1-6 16,1-3-7-16,0 1-2 0,1-5-1 0,2-2-9 16,-2 4 1-16,-3-7-5 0,11 7-6 0,-5-4-1 15,3 0-2-15,1-2-5 0,-2-2-5 0,2-2-1 16,-1 1-4-16,1-2 4 0,-1-3-3 0,3-2-1 15,-2 3-4-15,-2-3 1 0,2-4-10 0,0 0 5 0,1-1-2 16,0-1 5-16,-3 2-2 0,1 0-1 0,-2 2-8 16,1 2 2-16,-2-2 2 0,-1 4-5 0,-1 2-3 15,-1-1 3-15,-3 6-4 0,7-6-3 16,-7 6 1-16,0 0-1 0,0 0-1 0,13 8 4 0,-10-2-1 16,-1-1-1-16,1 4 2 0,0-2 4 0,-1 0-4 15,3 3 2-15,0 1 1 0,2-1 3 0,-2-1-2 16,1 0 0-16,4-1 2 0,-1-2 2 15,2-1 0-15,2 1 11 0,0-4-12 0,9 0-1 0,0 0 1 16,3-5-3-16,-3 1 1 0,5-5 4 0,-7 6-6 16,-2-3 2-16,0-2-2 0,-2-2 3 0,-4 4 1 15,0-3 1-15,-2 0 0 0,0-2 0 16,-2 0 3-16,-2-2-3 0,-1 2-4 0,-1-5 4 0,0 2-6 16,-3-3 4-16,-2-2-4 0,1 4 2 0,-4 1-10 15,2 2 11-15,-2 0 4 0,0 1-4 0,1 4 1 16,-2 0-1-16,5 5-5 0,-10-3 2 0,10 3 1 15,-18 8-1-15,2 1 0 0,3 3-2 0,-1 3 3 16,-2-2 2-16,6 4-1 0,-2 4 4 0,4-3-8 16,3-1 5-16,2 1-1 0,4-2-7 0,3 2-19 15,3-2-23-15,3-2-35 0,1-2-39 0,5 0-50 16,2-3-51-16,7 3-56 0,-9-5-203 0,3 1-520 16,-3-3 231-16</inkml:trace>
  <inkml:trace contextRef="#ctx0" brushRef="#br0" timeOffset="60843.75">13457 9661 153 0,'-23'-2'211'0,"-4"1"-10"0,7 1-13 16,0-1-11-16,-1 1-2 0,4 0-12 0,3 0-7 15,3 0-12-15,2 0-15 0,9 0-11 0,-12 0-7 0,12 0 3 16,0 0 0-16,0 0-5 0,32 8-7 0,5-6-5 16,22-1-3-16,38-1-4 0,4-3-8 0,14-2-9 15,6 0-1-15,9-1-11 0,5-6-5 16,9 3-3-16,7-1-5 0,6-1-7 0,5 5-1 0,-2-2-10 15,-5 0 5-15,-2 0-6 0,3 0-4 0,-4 2-3 16,-2 1-4-16,-1 3 1 0,2-2 8 0,-3 3 2 16,2 2-4-16,-7-1 5 0,-8 4-5 0,-12-2-3 15,-9-2 0-15,-6 3 1 0,-12 0-6 0,-32-2 4 16,-4 1-7-16,-5-2 2 0,-5 0 1 0,-18 0-6 16,-4-2 0-16,-7 4 0 0,-2-2 3 0,-8 1 8 15,0-4 1-15,1 3 11 0,-7-1 3 0,-5 1-1 16,9-3-9-16,-9 3-3 0,0 0-1 0,0 0-6 15,0 0-11-15,0 0-16 0,-23-16-25 0,11 13-25 16,-5 0-19-16,-2 0-29 0,-3-1-30 0,0 4-35 16,2-1-26-16,-1-2-39 0,1 3-46 0,-1-1-151 15,0 1-472-15,-1 1 209 0</inkml:trace>
  <inkml:trace contextRef="#ctx0" brushRef="#br0" timeOffset="61877.27">14135 10154 227 0,'0'0'245'0,"-2"-12"-5"15,2 12-23-15,0-7-15 0,0 7-19 0,0 0-27 0,-2-9-14 16,2 9-16-16,0 0-12 0,0 0-12 0,0 0-6 15,-7 20-11-15,5-5-4 0,-4 4-5 16,0 4-4-16,-1 2-10 0,1-7-4 0,1 7-8 16,-4-6-2-16,5 0-4 0,-1-2-4 0,1-1-1 0,0 0-1 15,2-5-2-15,-1 1-4 0,0-2-3 16,1 0-2-16,0-6 0 0,2-4-1 0,-4 12 6 16,1-8 5-16,3-4 12 0,0 0 8 0,0 9 8 15,0-9 3-15,0 0-11 0,0 0 1 0,0 0-11 0,0 0-2 16,0 0-5-16,9-23-7 0,-4 12-2 0,0-7 2 15,-1 0-6-15,7-6-3 0,1-2-4 0,0 1 0 16,-3-2-2-16,3 1-5 0,-3-2-2 0,2 1-3 16,1 0 2-16,0 0-1 0,-2 5 4 0,-1 5-8 15,-3 1 1-15,3 3-3 0,-4 3 1 0,2 1 3 16,-2 1-11-16,-1 2 14 0,0 2-13 0,2 0 3 16,-6 4-6-16,14 1-1 0,-14-1 6 0,14 11-3 15,-7-2 0-15,4 2 7 0,-2 5-7 0,1 1 4 16,-2 1 3-16,-3 2 1 0,4 3 15 0,-5 1-11 15,2 0-5-15,0-3 2 0,-2 3 1 0,0 0 3 16,0-7-2-16,-2 0-6 0,-3 2 4 0,3-3 1 16,2 0-3-16,1 0 2 0,-2 1 5 0,1-6-19 15,-2 0-20-15,1 0-26 0,0-1-36 0,-2-1-30 16,1-1-46-16,-2-1-35 0,0-7-28 0,0 9-44 16,0-9-171-16,-5 5-481 0,5-5 213 0</inkml:trace>
  <inkml:trace contextRef="#ctx0" brushRef="#br0" timeOffset="62395.25">14064 10310 58 0,'0'0'153'0,"0"0"-3"0,0 0 0 16,0 0-8-16,23-1-14 0,-4 2-8 15,1-2-13-15,11 1-8 0,-3 0-8 0,3 1-14 0,1-1-40 16,-3 2-37-16,0-1-21 0,-9 0-28 0,0-1-14 15,-2 1-5-15,0-1-6 0,-5 2-6 16,1-4 11-16,-1 1 14 0,-1 0 7 0,-1-2 17 16,-1 2 20-16,-4-1 1 0,-1-2 17 0,-1 0 20 0,-4 4 10 15,6-9 6-15,-6 9 10 0,3-8 8 0,-3 8 18 16,0-10 7-16,0 10 4 0,1-10 8 0,-1 10 0 16,0 0 6-16,0-10-6 0,0 10-5 15,0 0-7-15,0-7-7 0,0 7-7 0,0 0-12 0,0 0-1 16,0 0-1-16,0 0 2 0,0 0-1 0,19 15 7 15,-12-6-4-15,-1 1-3 0,4 4 0 0,-2 2-5 16,-1-3 1-16,2 2-5 0,-2-1-1 0,2 0-4 16,-5-2-1-16,5 1-4 0,-3-3-1 0,0-1-1 15,0 0-2-15,-1-1-3 0,-1-2-4 0,0 1-4 16,-2-4 2-16,-2-3 0 0,6 8-1 16,-4-4 11-16,-2-4 8 0,0 0 13 0,5 4 1 15,-5-4 4-15,0 0-12 0,0 0 0 0,17-8-5 0,-13 3-4 16,4-3 9-16,-4-2-13 0,4 2-8 0,-3-7-2 15,1 0-3-15,2-2-5 0,0-1 0 0,-3 0 1 16,6-6-4-16,-2 0-2 0,-2 0-2 0,0 6-5 16,3-7-6-16,-2 7-8 0,0 0-1 0,-3 4-16 15,1 1-11-15,-2 2-20 0,0 6-21 0,-2 0-32 16,-2 5-29-16,3-8-13 0,-3 8-5 0,0 0-6 16,0 0-5-16,0 0-12 0,17 15-26 0,-12-8-8 15,0 5-153-15,-1-2-394 0,2 2 175 0</inkml:trace>
  <inkml:trace contextRef="#ctx0" brushRef="#br0" timeOffset="63069.92">14797 10455 14 0,'0'0'190'0,"17"-20"-6"0,-9 13-9 16,0 0-3-16,3 0-6 0,-3-3-6 0,2 2-1 16,1-1-5-16,1-3-5 0,-2-2-17 0,-1 1-11 15,-2-2-8-15,4 2-9 0,-4 0-11 0,-3 1-13 0,1-2-5 16,-3 2-7-16,-2 0-7 0,2 1-4 0,-2-2-1 16,-4 6-3-16,2 0-2 0,-1 1-8 15,-2 0-1-15,-1 2-9 0,6 4-2 0,-14-6 0 16,5 3-4-16,0 3-5 0,-2 3 0 0,2 1-3 0,-2 4-2 15,2 1-2-15,-2 6-1 0,2 1-3 0,1 0 3 16,2 0-5-16,2 2 2 0,1-2-3 0,1-2-1 16,2 0 3-16,2-1-2 0,-1-1-1 15,3 1 6-15,0-3 1 0,3 2 0 0,3-2 0 0,1 0 12 16,0-1-8-16,5-1-1 0,-1-2-2 0,3-1 9 16,3 0-8-16,-2-3-2 0,1-2-3 0,1 0 3 15,-3-2-4-15,1 1 4 0,-2-2-3 16,-1 0-1-16,1-2 3 0,-3 0-3 0,-3 1 0 0,-2-2-1 15,3-1 1-15,-3-1-2 0,-3-1-1 0,2-2 1 16,-2 0-1-16,-4 0 1 0,3-1 7 0,-4-5-11 16,0 1-1-16,-3 1-2 0,-1-1 7 0,-1 1-8 15,0 5 0-15,-4-3-2 0,2 4 0 0,1-1 2 16,-1 3-1-16,-1-2-1 0,-2 3 1 0,4 2 1 16,-1-2-2-16,6 6-2 0,-9-7 0 0,9 7 3 15,-8-4-5-15,8 4 2 0,0 0-1 0,0 0 4 16,0 0-2-16,0 0 4 0,0 0-6 0,0 0 6 15,0 0-2-15,26 0 1 0,-13 1-3 0,3-1 3 16,2 0-3-16,-3 0 3 0,-1 2-2 0,-3-1-1 16,3 0-1-16,-1 2 4 0,-4 0 0 0,1 3 0 15,-4-2-6-15,-1 1 4 0,0 2-1 0,-2-1-2 16,2 2 2-16,-2 3 12 0,-1 2-4 0,-2-3 1 16,0 0-1-16,1 3 0 0,-2-3 4 0,-1 3 1 15,2-3-2-15,0 3-1 0,0-1-4 0,2-2-31 16,-2 1-28-16,0 0-25 0,0 0-22 0,1-3-20 0,2 0-29 15,-1-4-12-15,2 2-12 0,0-3-8 16,-4-3-9-16,13 5-157 0,-4-4-378 0,1-4 168 16</inkml:trace>
  <inkml:trace contextRef="#ctx0" brushRef="#br0" timeOffset="64082.23">15477 10194 109 0,'-6'-7'210'0,"3"2"-15"0,3 5-15 15,-10-5-8-15,10 5-10 0,-17 4 0 0,7 1-4 16,-1 3-11-16,-1 5-12 0,2-2-5 0,1 4-5 16,-1-1-11-16,3-2-5 0,3 0-10 15,-1 2-6-15,1-3-7 0,3 2-9 0,1-3-5 0,0 0-8 16,1 0 0-16,5 0-13 0,-3-4-1 0,3 0-4 16,1-2-4-16,5 2-4 0,-2-4-1 0,0 0-10 15,3-2 3-15,-1-2-4 0,-1 0-1 16,-2-1-3-16,-3 0-2 0,1 0-1 0,4-3-2 0,-6 1 0 15,3-1-6-15,-3-2 3 0,-1 0-2 0,2-1-2 16,-2 1 0-16,-3-1-2 0,1 1 0 0,-1 1-3 16,-1 7 6-16,4-12-2 0,-3 8 1 0,-1 4-2 15,0-8 1-15,0 8-1 0,0 0-2 0,0 0-1 16,0 0 9-16,0 0-4 0,0 0-1 0,0 0 1 16,0 0 4-16,3 26-3 0,-3-20-2 0,0 5-2 15,1-5 4-15,0 3-4 0,1 1 0 0,0-1-2 16,2-2 4-16,3 1-2 0,-2 1 2 0,3-2-1 15,3-2-1-15,1-1 0 0,1-2 1 0,5 1 1 16,0-3 1-16,1-1-4 0,1 0 0 0,-1-1-3 16,-2-1 0-16,0-3-3 0,1 1 5 0,-7 1-5 15,1-2 0-15,-2 1 7 0,2-2-1 0,-1 2-3 16,-2-4 1-16,-1 1 3 0,1-2-5 0,-4 3 10 16,-1-4-8-16,-2 2 2 0,1-1 3 0,-3 4 1 15,0-4 4-15,0 10-2 0,-5-14-1 0,1 8 5 16,0 0 8-16,-1 3-10 0,-4 0-1 0,9 3-2 0,-19 2 0 15,2 3-1-15,0 1-1 0,0 3-1 16,-1 1-4-16,4 1 2 0,1-1 4 0,-1 1-4 16,6-1 10-16,0-1-12 0,1 2-1 0,2-3 4 15,2 0 6-15,2-1-10 0,1-7 0 0,2 12 1 0,2-8 0 16,1 1 3-16,3-3-9 0,-2 2 5 0,5-4 4 16,-1 0-2-16,0-1-2 0,0 0 1 15,2-1-2-15,-3-2 3 0,-2 1 2 0,2-1 0 16,-2 0-2-16,-2-1 0 0,1 1-3 0,1-2 2 0,-3 0-2 15,-4 6 5-15,5-7-8 0,-2 1 15 0,-3 6-6 16,4-6 6-16,-4 6-9 0,0 0 0 0,0 0-3 16,0 0 0-16,0 0 2 0,0 0-2 15,5 21 5-15,-6-5-6 0,2 4 6 0,3 9 4 0,0 1-5 16,1 4 1-16,-1 1 2 0,5 12 3 0,-3-2-2 16,-2-10 2-16,-1 11-4 0,-2-10 4 0,0 10-1 15,-1-15-2-15,-1 1 1 0,-2 1 2 16,-2-6-6-16,1 0-7 0,1-2 10 0,-4-8 2 0,2 2-5 15,-3-2 15-15,-1-3-21 0,-2 0 7 0,2-5-5 16,-5-1 2-16,3-2 1 0,-1-2-4 0,-3-1-2 16,2-4 4-16,-5 1-7 0,1-4-7 0,2-3-1 15,4 0 5-15,0-1-1 0,0-4-3 0,1-3-1 16,4 0 6-16,4-5-3 0,1 4 0 0,4-11 2 16,8 0-2-16,3-1-1 0,2 1 2 0,7-2 4 15,8-10-1-15,4 3 0 0,-1-1-4 0,1 3 3 16,2 1 0-16,-10 8-1 0,2 1-6 0,8-12 8 15,0 3 2-15,-9 10-3 0,-4-2-1 0,1 0 4 16,-2 1 2-16,-5-2-1 0,-2 2-2 0,-4-2 1 16,-1 3 1-16,-4 5-7 0,-2 0 9 0,-3 0 10 15,0 1-16-15,-4 6 3 0,1-1 6 0,1 2-2 16,-3 1 0-16,1 4 2 0,-3 0 0 0,5 5-3 16,-14-3 3-16,1 6-1 0,-6 6-1 0,2 1 4 15,-1 3-9-15,-1 5-2 0,4-4 7 0,2 0-6 16,3 1 5-16,2 2 0 0,4-1 1 0,4 1-13 15,1-5-25-15,5 3-31 0,5-1-25 0,2-1-35 16,5-1-41-16,6-1-46 0,3-1-27 0,1-2-43 0,-1-1-161 16,1-3-483-16,3 1 213 0</inkml:trace>
  <inkml:trace contextRef="#ctx0" brushRef="#br0" timeOffset="64441.65">16410 10255 135 0,'-3'-15'245'0,"2"3"0"0,-1 1-12 0,0 1-8 16,2 3-5-16,0 7-17 0,-1-10-22 16,1 10-21-16,0 0-17 0,0 0-2 0,0 0-15 15,0 0-6-15,0 0-4 0,6 27-8 0,-2-11-4 0,1 3-11 16,-1 0-5-16,1-3-6 0,-1 1-11 0,4 1 0 16,-4-1-9-16,1-1-1 0,0-2-8 0,-1-1-3 15,1-3-6-15,0 1-1 0,0-1-11 0,-1-2 4 16,0-2-6-16,0 0 3 0,0 0-1 0,-1-3 6 15,-3-3 15-15,5 7-1 0,-5-7 0 0,0 0-7 16,11-3-6-16,-11 3 1 0,9-10-9 0,-3 1 8 16,2 0-8-16,-1-2-3 0,1-5-5 0,0 0 2 15,0 1-6-15,3-9 13 0,-1 1-15 0,-1-2-1 16,-1 2-4-16,1-1-2 0,-3 6-4 0,2-1 3 16,-3 2 0-16,0 1-5 0,-1 4-15 0,0 3-9 15,-2 1-14-15,1 2-23 0,-2-1-29 0,-1 7-33 16,4-7-21-16,-4 7-14 0,0 0-13 0,0 0-20 15,0 0-14-15,0 0-24 0,-7 30-13 0,7-18-18 16,-1 4-132-16,2-5-418 0,2 1 185 0</inkml:trace>
  <inkml:trace contextRef="#ctx0" brushRef="#br0" timeOffset="64813.75">16875 10274 163 0,'7'-6'202'0,"-5"0"-7"0,-2 6 1 0,0-9-6 16,0 9-6-16,0 0-2 0,-10-13-3 0,5 10-9 0,-7-1-4 15,2 4-3-15,-3-1-9 0,-1 1-13 16,-2 3-2-16,-3 3-13 0,1 2-2 0,-2 2-9 0,4 2-11 16,0 2-4-16,1-2-13 0,2 3-8 15,2-1 0-15,1 1-9 0,5-5-11 0,-1 3-4 16,4-2-4-16,1 0-7 0,2-1-2 0,1-1-3 0,4 0-2 16,0-2-1-16,3-1-6 0,1-1 2 0,2-1 2 15,5-4-12-15,-4 0-3 0,3-1 5 16,2-4-6-16,-5 2 10 0,0-2-11 0,0 0-3 0,-3-2 1 15,1 0 3-15,0 0-10 0,-2 0 10 0,-3-1-12 16,0-1 1-16,-1 1-3 0,1-2 3 16,-4 2 4-16,1 3-5 0,-3 5 8 0,3-12-9 15,-3 12 1-15,4-6-3 0,-4 6-3 0,0 0-3 0,1-8 0 16,-1 8 11-16,0 0-16 0,0 0 6 0,0 0-4 16,0 0 3-16,-4 31 4 0,1-19-7 0,2-1 3 15,-3 2 2-15,2 2-2 0,-3 1 5 16,2-4-18-16,3 0-23 0,0 0-32 0,1-2-39 0,1 2-38 15,-1-3-32-15,3 1-45 0,-1-4-45 0,1-1-223 16,2-1-532-16,0-2 236 0</inkml:trace>
  <inkml:trace contextRef="#ctx0" brushRef="#br0" timeOffset="65050.09">17075 10178 81 0,'3'-15'257'15,"-1"3"-5"-15,0 1-6 0,-1 3-6 0,-1 8-10 16,0-12-21-16,2 7-17 0,-2 5-22 0,0 0-5 16,0 0-8-16,0 0 10 0,0 0-8 0,-3 31-21 15,3-14-5-15,-2 1-7 0,-2 8-17 0,1-2-5 16,1-5 4-16,2 6-19 0,0-6-15 0,-1 0-9 16,2-1 13-16,-1 0-23 0,0 0-3 0,1-1-14 15,2-1 1-15,-2-1-46 0,-1-3-31 0,2 0-42 16,0-4-43-16,-1 3-46 0,-1-2-47 0,0-1-41 15,1-3-218-15,-1-5-512 0,1 8 227 0</inkml:trace>
  <inkml:trace contextRef="#ctx0" brushRef="#br0" timeOffset="65608.66">17247 10290 183 0,'1'-7'268'0,"2"2"-11"0,-3 5-16 0,4-9-25 16,-4 9-19-16,0 0-17 0,0 0-5 15,0 0-3-15,0 0 1 0,0 0-1 0,1 25-10 0,-3-12-12 16,0-2-11-16,1 2-12 0,0 2-8 0,-1 3-8 16,4-3-7-16,-1-4-12 0,0 2-8 15,1-3-7-15,1 2-8 0,0-4-16 0,3 1 7 16,-1 0-8-16,1-4-8 0,0 0 4 0,0-2-3 0,6-2-5 16,-4 1-7-16,-2-1 7 0,5-2-15 0,0-1-1 15,-2-1 0-15,-2-1-7 0,1-2 1 16,-2-1-3-16,2 1-6 0,0-3 4 0,-1 0-2 15,-2 1 1-15,1-2-2 0,-1-1 2 0,0 1-7 0,2-5-3 16,-2 3-3-16,-1 3 2 0,1 0 6 0,-1 3-4 16,-1 1 0-16,-3 5-5 0,5-8 1 0,-5 8-4 15,5-5-1-15,-5 5 1 0,0 0 1 0,0 0 2 16,8 13 6-16,-7-6-1 0,0 2-3 0,1 0 19 16,0 1-17-16,-1-2-3 0,2 4 0 0,0-2 11 15,0 0-4-15,4-1 4 0,-4-1 9 0,4 0 0 16,2-2-5-16,2 1 10 0,0-4-4 0,2 1-3 15,4-3-2-15,1 1 0 0,1-4 4 0,2 1-5 16,-3-1-7-16,0-2-1 0,2 0 3 0,-3 0 2 16,-5-1 1-16,-3-1 2 0,0 0 3 0,-1-4-5 15,1 2-3-15,-3 0 1 0,-3-2-9 0,-2-1 9 0,0-1-8 16,-1-3 5-16,-2 0 0 0,-2 3-3 16,1 1-7-16,0 2 9 0,-2 1-4 0,1 3-4 15,4 5-2-15,-7-10-6 0,7 10-4 0,-6-2 8 16,6 2 2-16,-14 6 6 0,6 2 3 0,-3 5 6 0,-1 0 0 15,5 2-1-15,-4 0 0 0,5 1-2 16,-2 0-5-16,5 0 6 0,0-3 0 0,6 2-8 16,-2-3-22-16,4 0-37 0,2-2-34 0,2-1-41 15,0-2-52-15,9 1-54 0,3-3-57 0,4-1-280 0,5-3-624 16,-1-2 276-16</inkml:trace>
  <inkml:trace contextRef="#ctx0" brushRef="#br0" timeOffset="66001.92">18599 9508 270 0,'-10'-1'267'0,"0"0"-10"0,10 1-17 16,-13-3-2-16,13 3-13 0,-9 0-13 0,9 0-15 15,-7-3-13-15,7 3-18 0,0 0-19 0,0 0-10 16,0 0-12-16,0 0-18 0,26-8-4 0,-5 7-13 16,5-1-10-16,3-1-9 0,0 1-23 0,0 1-31 15,-2-3-22-15,0 3-38 0,-6-3-36 0,-5 3-42 16,-2 0-35-16,-2 1-29 0,-2 0-31 0,-1 0-180 16,-9 0-429-16,10 2 189 0</inkml:trace>
  <inkml:trace contextRef="#ctx0" brushRef="#br0" timeOffset="66153.12">18636 9622 178 0,'-5'4'202'0,"5"-4"-20"0,-6 6-7 0,6-6 5 15,-4 7-4-15,4-7-2 0,0 0-2 0,6 11-4 16,5-8-13-16,1-2-13 0,5 3-11 0,3-3-16 16,1 0-16-16,7 1-41 0,-6-2-46 0,-2 0-57 15,1-1-64-15,0-2-59 0,-3-1-166 0,-1 2-360 16,-3-1 160-16</inkml:trace>
  <inkml:trace contextRef="#ctx0" brushRef="#br0" timeOffset="68115.87">20226 8731 154 0,'-5'-6'203'16,"5"6"-16"-16,0 0-13 0,-6-7-20 0,6 7-13 15,0 0-11-15,0 0-9 0,15-9-10 0,-3 6-9 16,7 1-8-16,1 1-11 0,-1-2-9 0,4 0-15 16,4 1-23-16,-4 2-18 0,-4-2-32 0,3 2-21 15,-4 0-32-15,1-1-19 0,-1-1-24 0,-1-1-12 16,-6 3-16-16,-1 0-74 0,-5 0-229 0,-5 0 102 16</inkml:trace>
  <inkml:trace contextRef="#ctx0" brushRef="#br0" timeOffset="68476.25">20400 8690 90 0,'0'0'136'0,"0"0"-24"0,0 0 1 0,-4 5 12 15,4-5 4-15,3 11 7 0,-2 1-7 0,0-1-4 16,3 7-3-16,-3-1-1 0,1 3-3 0,-1-1 6 16,-1 9-12-16,1-1-11 0,-2-3-7 0,1 0-10 0,-3-7-4 15,2 4-6-15,0-2-3 0,-2-1-11 0,1-2-2 16,1 2-7-16,-1-7-5 0,1 5 0 15,0-4-6-15,-1 1-7 0,0-6 0 0,0 3-3 0,1-1-1 16,0-2-4-16,-3 2-2 0,0-4-4 0,0 0 0 16,4-5-2-16,-11 5-3 0,1-1 1 0,2-3-2 15,-3 1-4-15,0-2-4 0,1 2-4 0,-4-4 2 16,5 0-1-16,-2-1-2 0,3-1 0 0,8 4 0 16,-12-3 2-16,7 1 2 0,5 2-1 0,0 0 2 15,-11-4-5-15,11 4 1 0,0 0-5 0,-5-3 4 16,5 3-1-16,0 0-2 0,0 0 4 0,0 0-3 15,27-5 2-15,-8 3-6 0,0 0-4 0,3-2-23 16,7 3-11-16,-1-2-20 0,0 1-24 0,-1 1-20 16,0-1-21-16,-5 0-17 0,-1-1-7 0,0 2-12 15,-5 0-11-15,2-3-103 0,-5 1-301 0,-3 0 133 16</inkml:trace>
  <inkml:trace contextRef="#ctx0" brushRef="#br0" timeOffset="68972.13">20629 9045 1 0,'6'-10'71'15,"-5"6"5"-15,-1 4 15 0,3-12 13 0,-3 12 7 16,3-9 9-16,-3 9 9 0,1-7-11 0,-1 7-3 0,0 0-12 15,1-7-18-15,-1 7-3 0,0 0 6 16,0 0 4-16,0 0 3 0,0 0-5 0,0 26 0 16,0-17-11-16,1-1 0 0,-2 4 3 0,1 0 0 15,-1-1-10-15,0-2-1 0,-1-2-7 0,2 3-5 0,-1 0 0 16,1-10-4-16,-1 10 6 0,-1-4 2 16,2-6 9-16,-1 9 12 0,1-9 13 0,0 0 8 15,0 0-7-15,0 0-5 0,0 0-11 0,0 0-5 16,0 0-8-16,0 0-4 0,-9-18-15 0,7 11 5 0,0-2-6 15,2-2-16-15,3-1 1 0,-1-3 0 0,2-1-6 16,3 1 9-16,0-2-15 0,1 1 1 0,2 2-6 16,1 0-6-16,1 3-2 0,-2 1-2 15,0 2 2-15,1 3-9 0,0 1 0 0,0 0 3 0,-1 2-4 16,1 4 2-16,-3 1-1 0,2 2-3 0,1 0 2 16,-2 3 5-16,-4 2-5 0,3 1 0 15,-2-4-3-15,-3 5 3 0,1-2 0 0,3 0-2 0,-6-1 3 16,4 0 0-16,-4-2 1 0,1-1 1 0,-2-6-3 15,1 10 13-15,-1-10-8 0,0 0-5 0,-4 10 4 16,4-10 5-16,0 0-5 0,0 0-2 0,0 0-3 16,0 0-1-16,0 0-1 0,0 0-2 0,0 0-4 15,-13-19-4-15,13 19 4 0,7-18-9 0,-2 10-4 16,2-2 11-16,1 1-10 0,1 2-1 0,4-5 3 16,1 3 1-16,-3 1 1 0,1 5-2 0,-3-3 2 15,0 4 6-15,0-1-2 0,0 3-2 0,-9 0 1 16,17 3 2-16,-11 1 2 0,0 0 1 0,-1-1-1 15,-1 3 2-15,2 1 1 0,-3 0 1 0,-1 2-4 16,1 2-12-16,-2-2-28 0,-2 2-28 0,0 0-28 0,-1-1-30 16,2 0-36-16,-1-3-41 0,1 2-43 0,0-9-135 15,0 9-425-15,4-4 189 0</inkml:trace>
  <inkml:trace contextRef="#ctx0" brushRef="#br0" timeOffset="69236.42">21328 8750 8 0,'0'-31'234'16,"1"2"-7"-16,0 3-2 0,-1 8-9 0,0 0-8 0,0 5 3 15,2 4-11-15,-4-1-17 0,2 10-21 16,0-7-15-16,0 7-16 0,0 0-1 0,0 0-3 0,2 40 0 16,-5-9 6-16,-1 2 4 0,-2 13-9 0,-1 2-7 15,1 1 0-15,0-14-5 0,-2 12-13 0,4-14 3 16,0 2-22-16,-2-3-10 0,1 0-9 0,2 2 3 15,-3-3-8-15,5 2-5 0,-2-6-9 0,-1 1-6 16,2-3-1-16,0-1-6 0,2-5-25 0,-2-2-22 16,2-1-30-16,0-4-37 0,1 0-35 0,0 0-39 15,1-1-44-15,2-4-43 0,1 2-48 0,0-7-199 16,0 1-530-16,-5-3 235 0</inkml:trace>
  <inkml:trace contextRef="#ctx0" brushRef="#br0" timeOffset="69490.1">21884 8763 13 0,'0'0'268'0,"-2"-11"-17"0,2 11-26 15,3-10-22-15,2 7-15 0,0-1-19 16,6-2-13-16,8 1-8 0,1-2-10 0,1 1-8 15,8-1-12-15,2 2-11 0,-10 1-11 0,1 1-8 0,-1-2-8 16,-1 3-10-16,-3-2-6 0,-5 3-19 0,-1-1-24 16,-5 2-32-16,2-3-25 0,-8 3-29 15,7-2-31-15,-7 2-36 0,0 0-17 0,0 0-13 16,0 0-20-16,0 0-110 0,-25 5-314 0,13-2 139 0</inkml:trace>
  <inkml:trace contextRef="#ctx0" brushRef="#br0" timeOffset="69850.3">21903 8716 73 0,'0'0'166'0,"0"0"-14"0,-10 1-4 16,10-1-8-16,-8 4-11 0,8-4 4 0,-10 12 5 15,6-2-2-15,0 6-2 0,-2 3 0 0,-1 6-7 16,0-2-5-16,0 5-2 0,2 0-7 0,-1 0-7 16,1-1-4-16,-2-3-7 0,1 3-5 0,2-1-5 15,-1-7-7-15,2-1-11 0,1 2-6 0,2-3-3 16,-2 1-8-16,0-1-2 0,2-1-4 0,0-6-5 15,-1-1-2-15,1-2-5 0,1 1-2 0,-1-8-2 16,1 11-7-16,0-5 1 0,-1-6-2 0,0 0-1 16,0 10 3-16,0-10-7 0,0 0 3 0,0 0 0 15,0 6 1-15,0-6-6 0,0 0 1 0,0 0-4 16,0 0 2-16,0 0-6 0,0 0 4 0,0 0-1 16,0 0 0-16,0-24-3 0,0 24-1 0,-3-13-3 15,-1 7 2-15,1-2-2 0,-2-1-2 0,0 0-1 0,-3 3-2 16,-2-1-3-16,0 2 0 0,-3 3-11 15,-7-1-1-15,-11 3-8 0,-1 1-1 0,-2 2-9 16,-4 2-4-16,4 1-12 0,0-2-3 0,3 4-13 16,5-3-21-16,7-3-22 0,6 0-46 0,2 3-27 0,6-2-46 15,0-3-132-15,5 0-390 0,0 0 173 0</inkml:trace>
  <inkml:trace contextRef="#ctx0" brushRef="#br0" timeOffset="70155.75">22010 8974 94 0,'11'-5'210'16,"-2"3"-9"-16,-1-1-13 0,0 2-15 0,-8 1-9 16,13 1-12-16,-7 3-6 0,3 3-3 0,-2 1 2 15,-2 3-10-15,-1 1 0 0,-1 4-8 0,-1 1-13 16,-5-1-7-16,2 1-2 0,-4 1-9 0,-2-1 1 15,-4 5-8-15,1-6-2 0,2-3-5 0,-4 0 0 16,0-1-6-16,4-2 9 0,-1 0-12 0,-2-2-5 16,3-1-3-16,3-3-2 0,1-1-13 0,-1 1 2 15,5-4-4-15,-5 8-13 0,5-8 3 0,-3 5-2 16,3-5-7-16,0 0-4 0,18 5-4 0,0-6-14 16,4-1-16-16,10 0-25 0,1-4-30 0,5 1-36 15,12-1-49-15,-12 0-50 0,13-3-47 0,-16 5-228 16,-3-1-513-16,1 1 227 0</inkml:trace>
  <inkml:trace contextRef="#ctx0" brushRef="#br0" timeOffset="70595.39">20573 9601 1 0,'-29'4'210'0,"1"-2"0"0,9-2-15 16,1 2-6-16,3 0-1 0,3-3-6 0,2 2-9 15,1 1-12-15,9-2-17 0,-9 2-10 0,9-2-12 16,0 0-4-16,0 0-7 0,0 0-1 0,55 3-7 16,3-4-11-16,39-3-5 0,6-5-4 0,18 2-10 15,0-3-5-15,9 1-6 0,7 2 2 0,1-1-16 16,-3 1-3-16,-8-2-6 0,-7 4-2 0,-12 0 0 16,-6-3-3-16,-36 5-8 0,-1-1 4 0,-5 1-4 15,-2-1-3-15,-8 2-4 0,-17-1 3 0,-2 2 0 16,-3-2-2-16,-8 0-3 0,-3 3-1 0,-4-2-1 15,-3 2-4-15,1-1-6 0,-4 1 0 0,-7 0-12 16,10-3-13-16,-10 3-19 0,7-1-26 0,-7 1-30 16,0 0-51-16,0 0-42 0,0 0-46 0,0 0-197 15,-30-4-466-15,12 3 206 0</inkml:trace>
  <inkml:trace contextRef="#ctx0" brushRef="#br0" timeOffset="71718.5">20953 9931 166 0,'-10'-5'222'0,"10"5"-2"0,-9-4-8 15,9 4 0-15,-9-7-6 0,9 7-4 0,-5-5-18 0,5 5-9 16,-4-5-16-16,4 5-13 0,-2-6-11 16,2 6-15-16,0 0-14 0,8-11-11 0,-1 9-5 15,1 1-11-15,3-3-6 0,2 1-9 0,0 3-2 0,5 0-6 16,-2 2-5-16,3 0-9 0,-3 4-2 0,-3 0-7 16,-4 0 1-16,1 3-6 0,-1 0-2 0,-2 5 2 15,-1 1-7-15,-6 2 0 0,0-2-2 0,-3 1 0 16,-1 1-2-16,-4 0 1 0,-2-1 1 0,-3 0 1 15,-1-2-17-15,-4 5 0 0,1-6 7 0,-1-2-10 16,-5 3 2-16,4-6 0 0,1 2 1 0,0-2-2 16,1-5 4-16,1 4-1 0,3-4 2 0,1 1 0 15,5-1 0-15,1-3-2 0,6 0 3 0,-12 2-4 16,12-2 1-16,-8 0-1 0,8 0 0 0,0 0-1 16,0 0-1-16,0 0-2 0,0 0-1 0,0 0 2 15,0 0 2-15,0 0-7 0,0 0 4 0,23-9-2 16,-23 9 1-16,15 0-1 0,-5 4 4 0,0-1-5 15,1 1 6-15,0 1-1 0,0 0 10 0,4 3-11 16,-3-3-8-16,5 4-25 0,-1-2-25 0,2-2-38 16,-2 4-44-16,3-3-47 0,-1-1-42 0,3 0-229 0,6-2-495 15,-7-2 220-15</inkml:trace>
  <inkml:trace contextRef="#ctx0" brushRef="#br0" timeOffset="72772.87">21438 9861 101 0,'0'0'213'0,"-8"-6"-23"15,8 6-15-15,-5-5-13 0,5 5-17 0,0 0-13 16,0 0-12-16,0 0-9 0,17-6-15 0,-5 6-6 15,5 0-10-15,1-2-19 0,-1 0-28 0,-2 2-25 16,-2 0-39-16,2-1-3 0,-2-1-27 0,1 1-8 16,-4-2-6-16,-1 2-1 0,-3 0 0 0,2-2-4 15,-8 3 8-15,0 0 6 0,6-5 2 0,-6 5 16 16,0 0 9-16,0 0 6 0,0 0 16 0,0 0 5 16,0 0 6-16,0 0 9 0,-19-5 8 0,19 5 6 15,0 0 7-15,-11 1 4 0,11-1 14 0,0 0-9 16,-11 8 26-16,8-2 6 0,1 3 7 0,0 1 2 15,-1 1 5-15,1 1 5 0,0 4-2 0,0 0-6 16,-1 3 1-16,2-3 3 0,1 2-6 0,-3 0-1 16,3-1-4-16,-1 0-3 0,1 0-4 0,0-1-10 15,-1-1 0-15,1-3 0 0,0 0-10 0,0 0-3 16,0-2-5-16,0 1 1 0,0-2-5 0,0-2-2 16,1 2-6-16,-1-2-2 0,0-7 0 0,-2 9 0 15,2-9-4-15,-3 9 3 0,3-9-4 0,-7 6 1 16,7-6-8-16,-10 4-9 0,4-3-3 0,6-1-4 15,-11 0-2-15,11 0 1 0,-12 0-5 0,12 0 4 16,-10-3 0-16,10 3 1 0,-10 0-1 0,10 0 1 16,0 0 2-16,-11-4 2 0,11 4 5 0,0 0-5 15,0 0-3-15,0 0 3 0,0 0-1 0,0 0 2 16,0 0 0-16,0 0-3 0,0 0-1 0,0 0-12 16,22-8-10-16,-12 6-13 0,3 2-9 0,-1-2-13 15,-1 1-12-15,2-2-5 0,-2 2 6 0,3-2-15 0,2-3 5 16,2 1 9-16,-7 4 2 0,2-3 12 15,0-3 7-15,-2 2 10 0,1 1 5 0,-2-1-3 16,-1-1 20-16,-1 1 18 0,-1 2 12 0,-2-1 7 16,-1-1 12-16,-4 5 8 0,8-5 9 0,-8 5 3 0,6-3 5 15,-6 3-7-15,0 0-4 0,0 0-5 0,0 0 5 16,0 0 8-16,10 7 3 0,-10-7 5 0,3 11 2 16,-3-5 4-16,0-6 2 0,-4 15 1 15,4-6-2-15,-1-1-2 0,-2-1-7 0,2 1 3 0,0-1 1 16,1-7 1-16,-5 10-3 0,4-6 9 0,1-4-1 15,0 0 12-15,-3 10 4 0,3-10 2 0,0 0 1 16,0 0-2-16,0 0-13 0,0 0-2 0,0 0-9 16,0 0-2-16,0 0-4 0,0 0-5 0,0 0-6 15,0 0-3-15,4-29-6 0,2 20 3 0,-1 1-8 16,2-5-5-16,2-2 2 0,-2 7-2 0,5-5-3 16,-2 4-3-16,3 2 0 0,-3-2-4 15,2 6-3-15,-1-1 0 0,2 1-1 0,-3 3-2 0,3 1-1 16,-4 1-3-16,1 2 2 0,0 2-3 0,-1 1 3 15,-1 0 7-15,-1 0-8 0,-2-2-4 0,1 4 6 16,-1-3 7-16,-4 2-14 0,2-3 5 0,-1 1 2 16,-2-6 2-16,2 11-1 0,-2-11-4 0,2 7 9 15,-2-7-2-15,0 0-7 0,0 0 3 0,0 0 5 16,0 0 0-16,0 0-4 0,0 0-3 0,0 0 2 16,0 0-4-16,0 0 3 0,0 0 9 0,0 0-16 15,0 0 3-15,0 0-5 0,5-32 3 0,0 24-1 16,2-1 11-16,3-1-16 0,1 5 2 0,2-6-3 15,-3 4 15-15,3 1-11 0,-4 2-6 0,4-1 5 16,-3 2-6-16,0 3 4 0,-2 0 2 0,2 0-3 16,-3 2 6-16,-1 0-1 0,0 2-1 0,3 2 1 0,-5-1 0 15,0 5 0-15,-1-2 0 0,2 1 11 16,-4 0-19-16,-1 0-25 0,3 1-16 0,-3-3-28 16,1 1-24-16,-1-8-32 0,0 12-26 0,1-7-39 15,-1-5-31-15,3 9-207 0,-3-9-480 0,3 6 213 16</inkml:trace>
  <inkml:trace contextRef="#ctx0" brushRef="#br0" timeOffset="73011.82">22334 9894 161 0,'1'-16'239'0,"-1"3"0"16,0 4-7-16,1-2 0 0,-2 5-18 15,1 6-11-15,1-13-26 0,-1 13-8 0,0 0-20 0,0 0-5 16,0 0 7-16,0 0-7 0,2 25-5 0,-2-7 1 15,-3 9 1-15,2 1-5 0,-2 3-8 0,-1 1-14 16,2-1 1-16,-2 0 1 0,0-1-24 0,-1 1-15 16,1-1-6-16,0 1-3 0,0-1-3 0,2 0-16 15,-1-3 12-15,-1 0-18 0,2-7-33 0,1-2-37 16,-1 0-29-16,0-1-40 0,-1 0-40 0,3-2-35 16,0-4-47-16,4-3-43 0,-4 2-248 0,1-4-552 15,-1-6 244-15</inkml:trace>
  <inkml:trace contextRef="#ctx0" brushRef="#br0" timeOffset="73276.3">22570 10043 83 0,'3'-10'273'16,"0"3"-18"-16,0 1-22 0,0 1-25 0,-3 5-19 15,6-3-23-15,-6 3-4 0,0 0-12 0,15 3 0 16,-10 2-9-16,2 3-10 0,3-1 2 0,-2 4-15 15,-2-1-8-15,1-1-10 0,-1 4-10 0,-2-2-2 16,2 4-12-16,-2-4 1 0,-4 1-4 0,1 3-5 16,-1-3-3-16,-1-2-8 0,-3 3 1 0,0-4-10 15,-1 2-5-15,-2-1-5 0,0-2 11 0,1-1-18 16,2-1-23-16,0-1-25 0,-2 1-25 0,1-2-24 16,5-4-26-16,-8 7-26 0,8-7-27 0,-5 3-31 15,5-3-32-15,0 0-20 0,0 0-169 0,0 0-430 16,0 0 191-16</inkml:trace>
  <inkml:trace contextRef="#ctx0" brushRef="#br0" timeOffset="73505.27">22819 10051 79 0,'7'-9'242'0,"-1"-1"2"0,0 6-1 0,-2-2-1 16,0-1-14-16,-4 7-16 0,4-8-11 0,0 6-21 16,-4 2-15-16,5-6-18 0,-5 6-10 15,0 0 10-15,0 0 4 0,9 13-7 0,-7-5-6 16,1 1-9-16,-2 3 4 0,2 0-13 0,-2 0-9 0,0 0-2 15,1 0-12-15,-2 2-4 0,0 0-15 0,1-4 1 16,-1 3-6-16,1-2-13 0,-2 1-5 0,1 0 1 16,1-4-14-16,-1 3-17 0,-1-4-15 0,1-7-35 15,-1 12-29-15,1-12-31 0,0 9-31 0,0-9-29 16,-2 7-28-16,2-7-32 0,0 0-29 0,0 0-39 16,-7 4-204-16,7-4-517 0,0 0 229 0</inkml:trace>
  <inkml:trace contextRef="#ctx0" brushRef="#br0" timeOffset="73721.95">22653 9991 53 0,'0'0'217'16,"10"-12"0"-16,2 7-12 0,1 5-4 0,5-7-5 16,5 2-10-16,3 0-8 0,0-1-10 0,-4 4-2 15,-1 0-15-15,1-2-9 0,-3 1-5 0,2 2-17 16,-3-3-9-16,-4 2-12 0,-4 0-9 0,3-1-8 15,-6 1-6-15,0 2-10 0,-7 0-8 0,11-2-5 16,-11 2-18-16,9-2-24 0,-9 2-21 0,8-1-34 16,-8 1-30-16,0 0-45 0,5-4-59 0,-5 4-42 15,0 0-176-15,0 0-428 0,0 0 189 0</inkml:trace>
  <inkml:trace contextRef="#ctx0" brushRef="#br0" timeOffset="74120.05">23581 9287 192 0,'0'0'269'0,"0"0"-17"15,-8-5-20-15,8 5-16 0,0 0-20 0,0 0-13 0,0 0-15 16,0 0-12-16,14-7-14 0,-2 7-14 16,1-1-12-16,-1 1-10 0,7-1-13 0,10 3-14 15,-11-3-34-15,1 1-40 0,-5 0-48 0,0 1-44 0,-1-2-50 16,-1 4-50-16,-3-2-167 0,-2-1-384 16,-7 0 170-16</inkml:trace>
  <inkml:trace contextRef="#ctx0" brushRef="#br0" timeOffset="74278.28">23573 9442 20 0,'0'0'196'0,"0"0"-9"0,10 9-8 0,-3-6-15 16,3-1-13-16,4 0-12 0,-2 0-21 0,8 1-6 16,1-3-13-16,2 2-32 0,-3-2-41 0,2 2-40 15,-3 0-32-15,3 0-46 0,-3 0-126 16,-3 0-236-16,0 0 104 0</inkml:trace>
  <inkml:trace contextRef="#ctx0" brushRef="#br0" timeOffset="75705.64">24845 8675 19 0,'-5'-4'225'0,"5"4"-19"0,0 0-13 16,-9-6-14-16,9 6-13 0,0 0-12 0,0 0-12 15,0 0-2-15,0 0-9 0,24 9-4 0,-9-2-2 16,2 2-13-16,3 1-8 0,2 6-7 0,1-1-10 16,-5-4-6-16,0 7-8 0,-3-4-6 0,-4 3-8 15,1-1 0-15,-5 1-4 0,-1-2 4 0,-3 1-11 16,-2 2 3-16,-1-5-8 0,-1 0 4 0,-2-2-2 16,-3 4-2-16,-3-1 2 0,-3-2-4 0,3 0-4 15,-1-4 3-15,0 1-5 0,-1-1 0 0,-1 0-7 16,0-3 0-16,1 1-6 0,-1 0 0 0,3-1 0 15,3-2-14-15,0-1-18 0,-2 1-25 0,8-3-35 16,-10 2-40-16,10-2-46 0,-8 3-56 0,8-3-35 16,-10 0-163-16,10 0-445 0,0 0 197 0</inkml:trace>
  <inkml:trace contextRef="#ctx0" brushRef="#br0" timeOffset="75962.25">25173 8752 98 0,'8'-9'248'16,"-4"5"-13"-16,1 0-25 0,-5 4-19 0,4-7-19 15,-4 7-5-15,0 0 4 0,11 11 3 0,-9-3-5 0,1 4-7 16,2 3 3-16,-3 2-18 0,3 7-10 0,-3-4 2 16,2-4-23-16,0 0-10 0,-1 3-10 15,-1-2-6-15,1-1-9 0,-1 1-7 0,0-4-9 0,0 2-1 16,-2-1-8-16,1-2-2 0,1-1-6 0,0 1-15 15,0-3-13-15,-2 1-25 0,2-2-25 0,-2-1-24 16,0-7-34-16,-2 10-40 0,2-10-40 16,0 0-42-16,-2 10-46 0,2-10-170 0,0 0-460 0,0 0 205 15</inkml:trace>
  <inkml:trace contextRef="#ctx0" brushRef="#br0" timeOffset="76171.92">24974 8738 1903 0,'-8'-12'39'0,"2"3"-4"0,0 1-7 16,0-1-6-16,5 6-10 0,1 3-4 0,0 0 3 15,9-15 3-15,5 10 9 0,4-1 10 0,12 0 1 16,2-1 4-16,3-2-1 0,1 2-3 0,0 0-4 16,-3 3 1-16,-1 1-4 0,-1 0-6 0,-9 0-14 15,-2 3-24-15,-6 0-19 0,-1 0-25 0,-1 0-30 16,1 0-43-16,-6 0-18 0,2 1-33 0,-9-1-101 15,2 8-308-15,-2-8 136 0</inkml:trace>
  <inkml:trace contextRef="#ctx0" brushRef="#br0" timeOffset="76444.28">24674 9258 152 0,'-8'2'202'0,"4"-1"-10"0,4-1-6 0,0 0 0 15,0 0-4-15,26 4-9 0,4-5-8 0,10-2-8 16,20 0-9-16,5-4-10 0,30-5-9 0,-3 4-14 16,-28 0-8-16,1 3-8 0,27-4-11 15,-32 4-7-15,-5 2-11 0,-3-2-4 0,-16 0-6 0,-1 4-16 16,-5 0-19-16,-8 1-17 0,-3-2-27 15,0 2-30-15,-8-2-34 0,0 2-36 0,-2 1-35 0,-5 2-38 16,1 1-168-16,-5-4-389 0,0 0 172 0</inkml:trace>
  <inkml:trace contextRef="#ctx0" brushRef="#br0" timeOffset="76825.98">24782 9555 96 0,'0'0'226'16,"-11"0"-19"-16,11 0-17 0,0 0-9 0,-3 4-11 15,3-4 1-15,0 0 4 0,17 12-5 0,-10-3-10 16,4-2-10-16,1 5-14 0,-1 2-6 0,-2-1-9 16,0 0-14-16,0 0-8 0,-4-1-5 15,-1 1-11-15,-3 0-7 0,-2 4-1 0,-2-2-12 0,-1-4-1 16,-6 2 2-16,-3 3-16 0,0-3-8 0,-3-1 10 15,-2 1-12-15,-6-2-4 0,-2 1-6 0,7-3 1 16,-2-2-4-16,2-1 2 0,3-2-5 0,4 1 0 16,1-4-1-16,0 2 0 0,2-3-1 0,9 0-4 0,-9 1-1 15,9-1-2-15,0 0-3 0,-7-4 5 16,7 4-10-16,0 0 3 0,0 0-5 0,0 0 10 16,24-13-9-16,-14 13-2 0,3 2-1 0,-1-2-2 15,-1 0 1-15,3 3-4 0,1-1 5 0,-4-1 0 0,7 3-3 16,-2 0 3-16,2-1 1 0,1 3 0 0,0 0-8 15,1-2-25-15,1 0-36 0,-1 1-35 16,0-1-51-16,7 0-43 0,-7-1-32 0,-1-3-232 16,0 0-496-16,0 0 220 0</inkml:trace>
  <inkml:trace contextRef="#ctx0" brushRef="#br0" timeOffset="77036.39">25227 9603 228 0,'9'-6'220'0,"2"-1"-12"0,1 2-3 0,3-3-11 15,4 0-6-15,-1 2-14 0,0 1-15 0,11-4-12 16,-9 6-12-16,1-4-14 0,-1 5-11 0,-2-2-13 16,1 0-19-16,0 2-29 0,-3 0-35 0,-3 0-43 15,1 1-44-15,-5 1-37 0,-2-3-31 0,-7 3-40 16,6-2-119-16,-6 2-323 0,0 0 144 0</inkml:trace>
  <inkml:trace contextRef="#ctx0" brushRef="#br0" timeOffset="77384.02">25309 9573 183 0,'-2'10'195'0,"2"1"-6"0,2 2 4 15,-4 1-3-15,2 2-4 0,0 2-4 0,0-1-8 16,0 1 1-16,0-1-19 0,-2 2-12 0,2-2-8 15,-1 2-9-15,1 2-12 0,0-5-6 0,1 0-13 16,-1-3-7-16,-1 3-10 0,1-4-7 0,0-1-5 0,0-1-6 16,1-1-8-16,1-1-3 0,-2-8-9 15,-2 13 2-15,2-7-6 0,0-6-3 0,2 9-8 16,-2-9 1-16,0 7 0 0,0-7-3 0,0 0-2 16,0 0 1-16,0 10-3 0,0-10-2 0,0 0-3 0,0 0 8 15,0 0 0-15,0 0 3 0,-3 6-7 0,3-6-3 16,0 0 0-16,0 0-1 0,0 0-7 0,0 0 1 15,-22-9 0-15,22 9-2 0,-11 1 5 0,11-1-2 16,-14 0-5-16,4 0 2 0,-1 3-4 0,1-3 1 16,-2 3 5-16,1-1 1 0,-2 0-6 0,4 1-6 15,-5 0-14-15,1-4-18 0,2 4-25 0,2 0-20 16,-3-1-27-16,3 0-30 0,0 1-39 0,0 0-30 16,9-3-40-16,-12 3-181 0,7 0-462 0,5-3 204 15</inkml:trace>
  <inkml:trace contextRef="#ctx0" brushRef="#br0" timeOffset="77649.5">25479 9754 119 0,'12'-3'247'0,"-1"2"-11"16,-2 2-18-16,2 1-10 0,-4 0-15 0,2 1-13 15,-2 0-4-15,-2 1-8 0,1 2-10 0,-1 0-10 16,-3 2-12-16,0-2-7 0,0 2-13 0,-2-8 1 15,-6 14-19-15,4-4-3 0,-1-1-8 0,-3 1-2 16,1-1-1-16,0 1-8 0,0 0-4 0,1-6-6 16,0 2-7-16,-1-1-7 0,5-5-6 0,-6 8 0 15,3-3-5-15,3-5-8 0,0 0 0 0,3 12-1 16,-3-12-23-16,9 5-13 0,-1-4-27 0,3-1-30 0,3 0-29 16,1-3-44-16,6-1-43 0,4-7-48 15,-7 4-50-15,0 0-153 0,9-5-464 0,-12 2 206 16</inkml:trace>
  <inkml:trace contextRef="#ctx0" brushRef="#br0" timeOffset="77847.48">26165 9338 146 0,'-5'-7'245'0,"5"7"-25"0,0 0-24 15,9-12-17-15,0 10-17 0,-9 2-18 0,16-2-12 0,-5 1-16 16,0 0-18-16,3 1-27 0,-1 0-41 0,1 2-36 16,-3-1-51-16,-4 0-44 0,-1 0-41 0,4 3-98 15,-10-4-258-15,4 7 115 0</inkml:trace>
  <inkml:trace contextRef="#ctx0" brushRef="#br0" timeOffset="77976.2">26142 9472 152 0,'0'0'155'0,"0"0"2"0,0 0 4 16,0 0-12-16,0 0-14 0,13 11-14 0,-3-9-11 16,3-1-11-16,5 0-19 0,2-1-41 0,3-1-46 15,6-2-62-15,0-1-145 0,1-2-231 0,1-2 101 16</inkml:trace>
  <inkml:trace contextRef="#ctx0" brushRef="#br0" timeOffset="78281.69">27101 9046 2259 0,'7'-20'59'0,"-3"4"44"0,-2-1-10 16,-2 2-6-16,0 4 8 0,-2 2 5 0,2 0 0 0,4 2-1 16,-4 7-16-16,-2-11 1 0,2 11-6 0,2-8-13 15,-2 8-9-15,0 0-2 0,0 0-3 16,0 0 2-16,0 0 8 0,0 0-2 0,3 33-2 0,0-15 0 15,1 5 2-15,-2 3 3 0,0-7-2 0,-1 8 0 16,-2 0 5-16,-1 1-6 0,0-1 7 16,6-1-7-16,-8-7-5 0,0 0-7 0,2 1-2 15,-2-3 7-15,0 0-14 0,2 1 0 0,0-1 0 0,0 1-5 16,2-1-1-16,-2-2-5 0,1 2-16 0,2-2-27 16,-2-5-37-16,1 3-36 0,0-4-34 0,1 1-43 15,-1-3-46-15,0 1-57 0,0-8-46 0,1 8-255 16,-1-8-616-16,1 7 272 0</inkml:trace>
  <inkml:trace contextRef="#ctx0" brushRef="#br0" timeOffset="78469.83">27323 9261 213 0,'2'-5'279'15,"-2"5"-5"-15,5-7-10 0,-5 7-9 0,0 0-14 16,2-7-20-16,-2 7-13 0,0 0-21 0,6-5-24 15,-6 5-16-15,0 0-17 0,0 0-12 0,0 0-28 16,0 0-31-16,0 0-32 0,0 0-43 0,0 0-46 16,15 9-43-16,-15-9-42 0,6 6-41 0,0-3-205 0,-6-3-426 15,6 6 188-15</inkml:trace>
  <inkml:trace contextRef="#ctx0" brushRef="#br0" timeOffset="78719.27">27643 9054 60 0,'4'-8'285'0,"-1"-2"-8"0,-2 5-2 0,2-2-12 0,-3 7-17 15,2-10-14-15,-2 10-18 0,2-8-26 0,-2 8-19 16,0 0-18-16,0 0-11 0,0 0-8 0,0 0-11 16,0 0 13-16,3 23-20 0,-3-9 5 0,-1 4-15 15,1 0-6-15,1 2-7 0,-1-1-7 0,0 0-3 16,0 0-6-16,0 6-7 0,0-5-11 0,0-3-3 15,2 2-2-15,-2-2-10 0,1-2-1 0,0-1-4 16,-1 0-12-16,2-5-44 0,-2 3-36 0,0-2-42 16,2 0-54-16,-2-2-62 0,0-2-52 0,0-6-274 15,3 11-583-15,-3-11 259 0</inkml:trace>
  <inkml:trace contextRef="#ctx0" brushRef="#br0" timeOffset="78939.23">27909 9026 8 0,'3'-3'292'0,"1"-3"-25"15,-4 6-24-15,6-4-22 0,-6 4-4 0,0 0 2 16,0 0-4-16,6 15-5 0,-4-5-5 0,-4 1-10 0,4 5-17 16,-2 0-10-16,0 2-16 0,0 9-16 15,0-10-19-15,0 3-4 0,2 4-9 0,-2-5-12 16,0 0-23-16,0 1-41 0,3-2-34 0,-2 0-39 15,-1-2-49-15,-2 0-56 0,0-3-51 0,0 0-54 0,-3 2-195 16,2-4-487-16,-5-2 215 0</inkml:trace>
  <inkml:trace contextRef="#ctx0" brushRef="#br0" timeOffset="99077.73">7242 12014 8 0,'0'-6'129'16,"0"6"-1"-16,0 0-2 0,0-11-10 0,0 11 7 15,0 0-18-15,-1-9 5 0,1 9-1 0,0 0 2 16,-3-7-6-16,3 7-5 0,0 0-10 0,0 0-12 15,0 0-7-15,0 0-4 0,-4-6-11 0,4 6-8 16,0 0-1-16,0 0 1 0,0 0 1 0,-4 23-1 16,3-10-4-16,-1-2-4 0,0 6-3 0,1 1 0 15,1 1-8-15,-4 6-1 0,3-4-3 0,0 6 0 0,1-1-5 16,-2 6-2-16,0-3 0 0,2-1-2 16,0-2-1-16,-1 1 0 0,-1-7 2 0,2 0-4 15,-1-1-4-15,1-1-1 0,-1 1 0 0,2-2 1 16,-2 1-3-16,2-1 13 0,-1-5-19 0,0 0-8 0,1 0-16 15,-1-2-20-15,0 1-21 0,0-1-13 16,0-3-28-16,2 0-26 0,-2-7-26 0,1 11-128 16,-1-11-310-16,-3 7 138 0</inkml:trace>
  <inkml:trace contextRef="#ctx0" brushRef="#br0" timeOffset="99381.25">7299 11973 84 0,'17'-10'137'0,"-3"0"-3"0,3 1-5 16,-1 2-9-16,1 0-10 0,-4 4-9 0,-2 2-7 0,1 0-10 15,-2 2-2-15,-4 3-3 0,2-1-3 16,-3 3-1-16,2 0-5 0,-4 3-11 0,1 1 3 15,-2 2 0-15,-2 0 1 0,0 3-10 0,-7 1-1 16,2 2-5-16,-3-2-4 0,-3 2-5 0,2-1-3 16,-1 0-2-16,0-3-3 0,-2-1-2 0,0 1-6 0,0-1-3 15,4-5-2-15,-1 2-19 0,-1-3-21 16,2 0-16-16,-1 0-26 0,3 2-30 0,-4-1-13 16,2 2-22-16,0 0-133 0,-1-1-285 0,0 0 127 0</inkml:trace>
  <inkml:trace contextRef="#ctx0" brushRef="#br0" timeOffset="99727.24">7467 12526 127 0,'14'-4'186'0,"-1"1"-9"0,3-3-9 0,-3 1-11 15,0-2-14-15,4 1-8 0,0-3-9 16,0 2-13-16,-2-4-8 0,-1 2-6 0,-1 1-7 16,-3 0-3-16,1 0-5 0,-4-1-7 0,1 0-3 0,-2-1-8 15,-2-1-9-15,-1 2-4 0,-3-3-4 0,1-1-2 16,-1 1-7-16,-1 1-4 0,0 0-2 0,-2 2-3 16,-2 1-4-16,2 2 3 0,1 0-1 15,2 6-4-15,-8-7-4 0,8 7-3 0,-8-3-3 0,8 3 1 16,0 0-3-16,-18 8-1 0,13 0-3 0,-4 1-3 15,-1 4 2-15,4-3-2 0,1 3-1 0,-2-1 0 16,4 3-2-16,-1-1-3 0,2 0-16 0,2-4-20 16,0 2-19-16,3 0-27 0,0-3-22 0,2-1-31 15,3 1-36-15,3-3-165 0,-2 0-364 0,3-4 161 16</inkml:trace>
  <inkml:trace contextRef="#ctx0" brushRef="#br0" timeOffset="100323.83">8017 12276 137 0,'0'0'195'0,"-15"-5"-15"0,8 3-4 0,-5 4-9 15,2-1-12-15,0 3-5 0,-6 3-7 0,2 4-8 16,0-1-11-16,3 2-11 0,-2 2-14 0,2 1-9 16,1 0-3-16,0 1-14 0,3-2-6 0,0 1-7 15,5-2-7-15,2-1-4 0,1 1-6 0,0-3-8 16,4-1-10-16,1 0-4 0,1-1-8 0,2-3-5 15,3-2-2-15,0 0-3 0,1-3-3 0,1-1 4 16,0-2-7-16,2-1 2 0,-4-1 2 0,0-3-3 16,-1 1 1-16,0-2 3 0,0-1-2 0,-4-1 1 15,1 2 6-15,-2-3 0 0,-1 1 0 0,-3 0 2 16,1 0 2-16,-3-1 3 0,0 1-2 0,-1 1 4 16,1 2 4-16,0 8 0 0,-2-13 5 0,2 13-1 15,-1-10 1-15,1 10-10 0,0 0-3 0,-1-9-2 16,1 9-3-16,0 0 3 0,0 0-2 0,0 0 2 15,0 0-1-15,0 0-1 0,6 25-2 0,-5-15 3 16,2 0-5-16,2-2 5 0,-3 3-2 0,4-2 1 16,-1-1 1-16,3-1-2 0,-2 0-2 15,3 0 2-15,-2-3-4 0,3-2-3 0,1 2-3 0,-1-3-6 16,2-2-7-16,3-2-5 0,0 0-4 0,-1-3 0 16,2-3 4-16,0 0-3 0,0-2 3 0,-1 0 0 15,-2-1 6-15,-1 2 2 0,-1-3 4 16,-3-1-3-16,-3-2 4 0,0 1 5 0,-3-1 1 0,-1 0-1 15,1-1 0-15,-2 0 2 0,-3-2-1 0,2 1 7 16,-2 3 10-16,1 3 0 0,-2 1 12 0,3 2 5 16,1 1 3-16,0 8-3 0,-1-10-6 0,1 10-5 15,0 0-4-15,0 0-3 0,0 0 1 0,0 0 5 16,0 0 5-16,0 0 12 0,-2 45 2 0,4-18 3 16,-2 4 1-16,-3-2-2 0,2 2-1 0,-1-2-9 15,2-1 3-15,-3 0-5 0,1 0-5 0,4-2 2 16,-1-1-6-16,0-6-4 0,-2 0-24 0,1 0-16 15,1-2-26-15,2-5-37 0,-2-1-30 0,0 1-44 16,2-3-34-16,-2-2-43 0,0-1-154 0,-1-6-425 16,3 5 187-16</inkml:trace>
  <inkml:trace contextRef="#ctx0" brushRef="#br0" timeOffset="100601.15">8493 12187 37 0,'1'-5'186'0,"-1"5"-13"16,0 0-9-16,0 0-10 0,0 0-15 0,0 0-13 16,-15 25-10-16,7-13-12 0,1 4-8 0,-1-2-10 0,-2 0-6 15,1 1-7-15,1-4-10 0,3-2-3 16,-2 1-10-16,0-4-1 0,3 1-6 0,2-2 1 16,-2-1 6-16,4-4 7 0,-5 9 3 0,5-9 5 15,-5 4-2-15,5-4 0 0,-4 6-5 0,4-6-8 16,0 0-6-16,-5 5-4 0,5-5-6 0,0 0-7 15,0 0 0-15,0 0-2 0,0 0-1 0,6 15-3 16,-2-11-5-16,1 1-24 0,1 3-16 0,3-3-24 16,0 4-19-16,3-2-30 0,3 0-27 0,3 1-44 15,1-1-33-15,3-1-104 0,7 0-331 0,3-1 146 16</inkml:trace>
  <inkml:trace contextRef="#ctx0" brushRef="#br0" timeOffset="101057.93">9167 11978 24 0,'-8'-7'218'0,"2"1"-22"0,0 2-13 0,1 0-17 15,5 4-21-15,-10 0-5 0,10 0-7 0,-11 16-1 16,4 1-4-16,-1 6-3 0,1 7 2 0,3 2-6 16,-4 3-14-16,2 13-4 0,1-2-11 0,4-10-5 15,-2-1-2-15,3 9-5 0,-4-9-2 0,4-2-9 16,-4-3-7-16,6-1-5 0,-1 2-4 0,-1-1-7 0,-1-2-4 16,-1-2 14-16,1-8-5 0,-1 1-7 15,0-1-3-15,1-1-14 0,0 0-24 0,-2-5-26 16,-1-1-29-16,0-1-28 0,2-2-33 0,-2-1-29 15,0-1-36-15,4-6-38 0,-7 7-154 0,7-7-401 16,0 0 179-16</inkml:trace>
  <inkml:trace contextRef="#ctx0" brushRef="#br0" timeOffset="101537.42">8901 12322 66 0,'0'0'201'0,"0"-8"-31"0,0 8-18 0,8-6-10 15,2 3-15-15,5-1-8 0,5 1-10 0,11-1-4 16,0 2-13-16,2-3-6 0,2 1-11 0,2 2 2 16,1-1-11-16,0 0-6 0,2 0-4 0,-6-3-8 15,0 4-5-15,-5-3-2 0,-7 3-4 0,-3-1-5 16,-5-1-1-16,-2 3 2 0,-2 1 2 0,-3 0 4 16,-7 0 6-16,11 0 7 0,-11 0 0 0,7-3-5 15,-7 3-2-15,0 0-6 0,0 0-5 0,0 0-3 16,0 0-4-16,0 0-4 0,-30 4 0 0,18 0 3 0,-3 3-2 15,-4 1 1-15,1 3-1 0,2 1 1 16,0 0 0-16,-6 3-3 0,7-4-2 0,4-1-1 16,5 0-4-16,-3 5 1 0,5-4-2 0,-1 1-1 15,3-2 2-15,2 2-2 0,-2-1-2 0,4-2 0 16,1 0 1-16,1-2-3 0,3 1-1 0,0-2 3 16,2-3-2-16,2 1 0 0,0-3-3 0,1 0 1 15,-1-2 1-15,2-2-3 0,-2 0-1 0,2-1 2 16,-3-3-1-16,2 2 1 0,-1-2-5 0,-2-1 1 15,-1 1 0-15,0-3-4 0,-1 0 2 0,0-1-3 16,-2 0 3-16,0 1-2 0,0 0 1 0,1 1 4 16,-2 1-3-16,-1 3-3 0,-3 5-2 0,2-8-1 15,1 3 1-15,-3 5-4 0,0 0 0 0,0 0 0 16,0 0 1-16,0 0 5 0,0 0 1 0,11 16-1 16,-8-6 2-16,1 1-2 0,-2 0-2 0,3 0-14 0,-1 1-24 15,4 2-23-15,-2-3-38 0,3 3-35 16,-1-3-40-16,1-1-198 0,-3-3-409 0,4-1 180 15</inkml:trace>
  <inkml:trace contextRef="#ctx0" brushRef="#br0" timeOffset="101775.45">9776 12165 89 0,'-10'-2'244'0,"0"2"-14"0,10 0-11 0,-18 6-16 16,9 0-14-16,-1 5-8 0,-2 4-9 0,2 2-14 16,1 1-12-16,-1 4-16 0,5-2-9 0,1-1-11 15,3 6-13-15,1-6-6 0,2-2-11 16,3 0-12-16,0-1-22 0,3 0-22 0,0-1-32 16,1-5-31-16,0 1-33 0,2-5-40 0,5 3-25 0,-3-7-37 15,0 1-22-15,3-3-114 0,-4-1-337 16,4-1 149-16</inkml:trace>
  <inkml:trace contextRef="#ctx0" brushRef="#br0" timeOffset="102005.16">10051 12033 8 0,'-1'-9'262'0,"1"9"-21"15,-1-11-22-15,1 11-21 0,-2-6-6 0,2 6-3 16,0 0 3-16,0 0-10 0,-9 28-6 0,7-10-2 0,-2 6-8 15,2 0-14-15,-5 6-7 0,7 1-8 0,-6-1-7 16,2-2-15-16,0 1-13 0,-1 0-6 0,1-3-13 16,1 0-8-16,1-1-8 0,-2-1-8 0,3-5-19 15,-2-2-29-15,2 0-35 0,0-3-41 0,1-2-37 16,-2-2-41-16,2 1-47 0,0-4-32 0,-1 1-36 16,1-8-144-16,-5 7-434 0,5-7 192 0</inkml:trace>
  <inkml:trace contextRef="#ctx0" brushRef="#br0" timeOffset="102361.71">9910 12250 76 0,'23'0'163'0,"-11"3"-12"15,0 0-2-15,0 2-14 0,4 0-10 0,0 4-7 16,-6-4-7-16,1 2-9 0,-1 1-2 0,-1 1-6 15,0 0-4-15,0 0-8 0,-3 1-11 0,0-3-5 16,2 1-1-16,0 0-8 0,-3-1-5 0,1 0-2 16,-1-1 0-16,3 1-1 0,-3-3 5 0,7-2 0 15,-5 0 6-15,5-1 1 0,1 1-5 16,-2-5 0-16,3 1-5 0,-1 0-2 0,5-5 0 0,-5 3-1 16,-3-2-3-16,3-1-1 0,-3 0 4 0,0-1-1 15,-2-2-3-15,-2 3-2 0,-2-4-8 0,-1 1-2 16,-3-2-4-16,-2 0-2 0,0 0-3 0,-2 1-2 15,-1 0-5-15,-2 1 0 0,-3 2-9 0,0 2-4 16,0 0-8-16,0 3-10 0,-1 0-16 0,1 2-12 16,10 1-20-16,-22 6-16 0,13-1-23 15,-1 2-24-15,2 1-27 0,1 6-16 0,2 1-16 16,-2-1-149-16,4 0-360 0,0 0 159 0</inkml:trace>
  <inkml:trace contextRef="#ctx0" brushRef="#br0" timeOffset="102754.06">10392 12449 78 0,'12'-5'206'0,"-3"0"-15"0,0-2-2 15,1 1-6-15,-2-5-3 0,-1 4-10 0,1-1-16 16,-1-3-10-16,2-3-7 0,-3-1-12 0,-3-2-7 16,4 2-3-16,-5-4-8 0,-2 1-6 0,3 0-11 15,-4 0-7-15,1 2 1 0,-2 0-4 0,0 0-7 16,-3 5-2-16,0-1-5 0,-2 1-1 0,1 3-12 15,-3 1-5-15,4-1-3 0,-3 2-5 0,0 2-3 16,3 0-7-16,5 4 1 0,-10-6-10 0,10 6 1 16,-6-4-6-16,6 4-5 0,0 0-10 0,0 0-2 15,0 0-4-15,0 0 6 0,0 0-2 0,0 0 1 16,19 11 0-16,-9-8 3 0,5 0-2 0,1 0-2 16,4 0 1-16,-1 1 1 0,1-2-2 0,-5 3 1 15,0-2-3-15,-2 1 3 0,0 1-3 0,-2 0 0 16,1 0 0-16,-3 4 3 0,0-2-4 0,-2 2 6 15,2 1 1-15,-5 0 0 0,0 0 5 0,-2 3 1 16,2-1 1-16,-2 2 2 0,-2-1-2 0,1-2-1 16,-1 2 6-16,0-3-4 0,0 2-3 0,-1-1 1 15,1 1-4-15,0-1 1 0,0-1-20 0,1 1-30 16,-1 0-25-16,0-2-51 0,1 0-56 0,1-2-54 16,-1-1-206-16,-1-6-472 0,0 0 209 0</inkml:trace>
  <inkml:trace contextRef="#ctx0" brushRef="#br0" timeOffset="102945.67">11095 12257 25 0,'9'-3'246'0,"-9"3"-6"0,10-4-13 0,-5 1-12 15,-5 3-23-15,11-3-16 0,-11 3-17 0,14-3-16 16,-7 5-14-16,-7-2-17 0,17 1-32 0,-8 1-40 15,-1 1-44-15,-1-3-43 0,-7 0-44 0,14 2-38 16,-7 1-33-16,-7-3-97 0,7 2-280 0,-7-2 124 16</inkml:trace>
  <inkml:trace contextRef="#ctx0" brushRef="#br0" timeOffset="103099.38">11099 12354 20 0,'0'0'212'0,"-6"8"-7"16,6-8-7-16,-7 6-5 0,7-6-5 0,-1 5-10 15,1-5-4-15,0 0-10 0,0 0-7 0,8 12-14 0,-3-10-14 16,2 0-10-16,4-2-24 0,1 0-36 16,1 0-39-16,0-1-42 0,5 0-77 0,0-1-68 15,0-4-161-15,-2 0-355 0,4 1 157 0</inkml:trace>
  <inkml:trace contextRef="#ctx0" brushRef="#br0" timeOffset="104641.58">13511 11690 9 0,'-2'-12'192'0,"-1"1"-9"0,0 0 0 0,-1-5-7 0,2 8-6 16,0 1-2-16,1-3 1 0,-1 3-11 15,2 7-4-15,-2-12-13 0,2 12-20 0,-2-9-9 16,2 9-14-16,-2-5-11 0,2 5-13 0,0 0-5 0,0 0-12 16,0 0-1-16,0 0-4 0,2 26-1 0,0-11 3 15,2 5 0-15,1 8 3 0,-5-2 2 16,4 5-4-16,-1-2-2 0,0 3 4 0,1 0-2 0,-4-2-4 15,0-2-10-15,2 0 10 0,0 0-11 0,-2-9-2 16,0 2-7-16,2-2-3 0,-2 0-6 0,3-2 4 16,-3 3-1-16,0-4-5 0,2-3 0 0,-4 2-4 15,2 1 3-15,0 0-9 0,-2-6-25 0,2-2-20 16,-1 2-22-16,1-2-24 0,-2 1-28 0,2-9-26 16,-2 11-39-16,0-6-9 0,2-5-25 0,-4 7-187 15,4-7-427-15,0 0 190 0</inkml:trace>
  <inkml:trace contextRef="#ctx0" brushRef="#br0" timeOffset="104894.22">13555 11559 145 0,'12'-10'145'0,"3"2"-12"0,4 4 1 0,-2-1-8 16,2 4-4-16,0 2 2 0,0 3-15 0,-1 5-10 15,-3 1-6-15,-1 0 0 0,-3 7-9 0,-4 1 1 16,-1 5 1-16,-4 3-14 0,-2 0 3 0,-6-1-7 16,-1 1-6-16,1 0-3 0,-6-1-5 0,-1-1-1 15,-3 1-7-15,-2-3-5 0,2-3-1 0,3-4-8 0,-1 0-2 16,1-1-6-16,-2-3-22 0,-2 2-28 16,4-3-24-16,-1 1-37 0,3-4-35 0,3-1-34 15,-2 1-144-15,1-2-324 0,3-1 144 0</inkml:trace>
  <inkml:trace contextRef="#ctx0" brushRef="#br0" timeOffset="105223.5">13733 12132 18 0,'9'-3'193'0,"7"-2"-7"0,1-1-12 0,-1-1-8 16,2-1-2-16,0-1-16 0,3 1-10 0,2-6-11 15,-6 4-6-15,8-3-8 0,-10 1-4 0,-1-1-4 16,-3 2-9-16,-2-1-5 0,-2 2-7 0,-1-3-6 16,1-2-13-16,-3-1-3 0,-2 5-2 0,-2 0 0 15,0 1-5-15,-1-1-6 0,-4 3-3 0,1 2-2 16,-3-2-5-16,0 4-3 0,2 1-7 0,-5-1 0 16,1 4-3-16,-1 2-4 0,1 2-3 0,-2 1 1 15,-3 5-5-15,2 2-2 0,0 4 2 0,1 1 0 16,2-1-1-16,2 2-1 0,0-2-1 0,3 4 0 15,4-3-2-15,-2-1-1 0,4-3-12 0,2 3-21 16,4-2-26-16,0-1-24 0,5 1-19 0,1-6-29 16,4 0-30-16,4-3-10 0,-1-1-16 0,8-2-12 15,0-2-119-15,-2-1-335 0,4-3 148 0</inkml:trace>
  <inkml:trace contextRef="#ctx0" brushRef="#br0" timeOffset="105795.73">14313 12040 46 0,'13'-14'94'0,"-7"-1"2"16,2 1 0-16,-6-2 8 0,-2-1-6 0,0 0 12 15,-4 6 13-15,1-2-3 0,-2 3 9 0,-3-2 9 16,-1 5 0-16,2-2-10 0,-3 3 4 0,2 2-6 16,-3 2-7-16,-3 4-2 0,3 4-11 0,-3 0-4 15,1 5-6-15,-1 2-4 0,1 1-11 0,4 1-7 16,0 1-6-16,0 0-3 0,5 0-11 0,1 0 1 0,1-3-12 16,4 2-3-16,2-4-3 0,-1 0 2 15,6-3-10-15,0 2 0 0,2-3-3 0,0-3-6 16,3-1-4-16,-1-2-3 0,-1-1-2 0,3-2 1 15,-3-4 0-15,5 0-5 0,-5 1 4 0,-1-1-6 0,-2-3-1 16,0 1 4-16,-2-2-3 0,1 1 1 0,-5-3-3 16,1 1 0-16,-2 0 2 0,2 0-2 0,-3 2-3 15,-1-2 1-15,-1 3 2 0,1 8 1 16,-1-14 1-16,1 14 1 0,-5-9-2 0,5 9 0 0,0 0-3 16,-5-2 5-16,5 2 1 0,0 0 3 0,0 0 0 15,-10 19 0-15,8-11 3 0,0 0-1 0,2 1-4 16,0 2 1-16,2 0-2 0,-2-1 2 0,4 0 0 15,2 0 1-15,-1-1-3 0,3-1-1 0,0-2 2 16,3 0 0-16,2-1 1 0,1-1-5 0,5-4 2 16,2 0 3-16,0-3 0 0,1-2-6 0,-2 0-2 15,-1-1 1-15,-2-4 2 0,-1 3 0 0,-1-5-5 16,-1 1 2-16,-1-2 1 0,-3-1-1 0,-3 0 2 16,1-3-2-16,-4 0-2 0,-1-2 4 0,-1-6-2 15,3 1 0-15,-4 5-1 0,1-10 1 0,-2 5-2 16,-2 5 10-16,1 3-3 0,-2-2 21 0,1 6-6 15,2 3 7-15,0-1 3 0,0 10-8 0,-2-9-1 16,2 9-6-16,0 0 4 0,0 0 7 0,0 0-1 16,0 0-1-16,-4 42-1 0,1-17 6 0,1 2 2 15,-2-2 1-15,0 4 2 0,1-4-11 0,1 1-1 16,0 1-1-16,-1-2-2 0,1 2-1 0,1-9-7 16,0 2-2-16,1-1 6 0,1-4-15 0,-1 0-22 15,0 2-22-15,0-5-42 0,-1 0-35 0,1 0-30 16,0-2-41-16,0-1-40 0,-1-2-36 0,1-7-202 0,-4 9-506 15,4-9 224-15</inkml:trace>
  <inkml:trace contextRef="#ctx0" brushRef="#br0" timeOffset="106065.02">14809 11753 66 0,'2'-7'221'0,"-2"7"-16"16,3-7-13-16,-3 7-12 0,0 0-8 0,0 0-16 15,0 0-5-15,0 0-11 0,-24 23-10 0,12-10-13 0,-3 1-9 16,-5 4-13-16,0 1-5 0,5-6-8 0,1-2-8 16,-1 1-12-16,1 1 0 0,3-4-12 15,2-1 1-15,0-2-9 0,0 0-2 0,4-2-6 16,1-1-3-16,4-3-2 0,-9 8-4 0,6-6-3 0,3-2-2 16,-4 6-4-16,4-6 1 0,0 9 0 15,0-9-5-15,2 11 1 0,2-4 1 0,2 1-4 16,1 1-1-16,-3-2-10 0,6 0-17 0,1 2-23 15,5-2-46-15,1 3-38 0,2-2-39 0,6 3-47 16,-6-2-141-16,8-3-380 0,-1 2 168 0</inkml:trace>
  <inkml:trace contextRef="#ctx0" brushRef="#br0" timeOffset="106537.08">15207 11812 106 0,'2'-8'249'0,"-1"1"-18"0,-1 7-17 15,1-12-23-15,-1 12-26 0,0-8-15 0,0 8-12 16,0 0-6-16,0 0 4 0,13 20-5 0,-7-5-6 16,-1 3-15-16,3 8-2 0,0 0-13 0,-2 1-5 15,2 1-10-15,-2-1-5 0,-1 0-3 0,-1-2-1 16,3-8-15-16,-1 9-2 0,0-9-6 0,-2 0-4 0,1-2-3 16,1-2 0-16,-4-2-7 0,6-2 2 15,-4-2-2-15,-1 1 2 0,0-2 7 0,2-3 8 16,-1 1 8-16,-4-4-4 0,0 0 0 0,14-2-4 15,-9-6-4-15,-1-2-4 0,4-2-3 0,-3-2-6 16,5-4-1-16,-4 0-5 0,3-9-3 0,-1 0-2 0,2-1-3 16,-1-2 0-16,3-2-8 0,2 0 12 15,-1-4-15-15,-1 4-7 0,0 1 1 0,-1 4-12 16,-2 2-4-16,-2 10-8 0,-2 0-17 0,-3 4-21 0,0 3-28 16,0 2-24-16,-2 6-18 0,0 0-29 0,0 0-12 15,0 0-24-15,0 0-23 0,-4 35-11 16,-1-10-162-16,3 0-422 0,0 2 187 0</inkml:trace>
  <inkml:trace contextRef="#ctx0" brushRef="#br0" timeOffset="106932.33">15812 11939 160 0,'-4'-11'204'0,"3"1"-9"15,-4-1-4-15,-3 0-5 0,-1-3-2 0,-5 4-2 16,5 1 2-16,-6 1-12 0,2 2-9 0,-1 3-13 15,-3 0-7-15,3 5-12 0,1 1-13 0,-2 7-4 16,-1 1-10-16,-5 7-6 0,2 3-15 0,1 1-5 16,3-3-7-16,1 3-4 0,3-5-7 0,5 0-4 15,1 1-7-15,2-1-5 0,3-2-1 0,0-2-10 16,3-3 0-16,2 1-5 0,2-2-2 0,0-3-6 16,2 0-2-16,2-1-1 0,1-3-3 0,1-2-3 15,0-3 11-15,-1 0-15 0,2-1 0 0,1-5 0 16,-3 2-1-16,2-3 8 0,-2-2-12 0,-1 1 2 15,0-2-3-15,-1 0 0 0,-4-3-2 0,2 7 0 16,-3-4 3-16,0 2-2 0,-1 1-1 0,1 0 0 16,-5 1 3-16,4 2-1 0,-4 7-2 0,4-8-8 15,-4 8 5-15,2-4-6 0,-2 4 6 0,0 0-3 16,0 0 4-16,4 16-2 0,-4-5 2 0,-1 5 3 0,1-4 3 16,1 3 4-16,-2 1-10 0,1-1 3 0,0 1-3 15,-1 0 1-15,2-3-19 0,-1-3-32 16,1 2-30-16,2 0-28 0,-1-1-33 0,1 0-44 15,1-2-30-15,-1-2-39 0,0-4-141 0,-1 3-430 0,-2-6 191 16</inkml:trace>
  <inkml:trace contextRef="#ctx0" brushRef="#br0" timeOffset="107160.89">15967 11743 92 0,'-2'-11'254'0,"2"1"-10"0,-1 2-21 0,1 8-26 16,0-9-19-16,0 9-13 0,0 0-4 0,0 0 17 0,0 0-12 16,0 30-14-16,-1-13-13 0,1 2-10 0,0 7-6 15,1 1-14-15,0 0-9 0,-2-1-10 0,1-2-9 16,1 2-10-16,-1 0-4 0,0-7-9 0,2 0-8 16,-4 1-27-16,2-1-30 0,0-2-46 0,-2 1-32 15,2-2-45-15,0-3-47 0,0 0-47 16,0-2-172-16,0-2-429 0,2 0 190 0</inkml:trace>
  <inkml:trace contextRef="#ctx0" brushRef="#br0" timeOffset="107728.04">16159 11878 203 0,'0'0'234'0,"0"-9"-24"0,0 9-12 16,0 0-5-16,0 0 3 0,0 0-7 0,0 0-5 15,0 0-11-15,0 32-10 0,-2-20-17 0,2 0-12 16,-3 0-13-16,3 5-9 0,-3-3-9 0,4-2-13 16,-2 0-3-16,2-1-10 0,-1 0-8 0,4-1-6 15,-2-1-6-15,1 1-9 0,2-3 2 0,-1 2-3 16,1-3-7-16,-1-3-5 0,2 0-2 0,-1 1 1 16,2-1-6-16,-2 0-3 0,-5-3-2 0,14 0 2 0,-14 0-3 15,13-5-5-15,-8 1-2 0,0 0 2 16,0-2-3-16,4-2-1 0,-1 1-4 0,-3-3 2 15,1-4-7-15,2 2-5 0,-3-2-2 0,1-2 1 16,-1 1-2-16,-1 5-1 0,0-1 1 0,1 2-2 0,-1-1 2 16,-2 4 1-16,1 0-3 0,-3 6-1 15,4-9-2-15,-4 9 3 0,5-2 0 0,-5 2-2 16,0 0-3-16,10 10 10 0,-10-10-3 0,7 13 1 16,-2-4-4-16,-1-3 2 0,-1 3 3 0,3-2 8 0,0 1-9 15,1 2 0-15,0-5 1 0,2 1 3 0,1-1-3 16,2-2 10-16,2-2-9 0,4 1 4 15,3-4-2-15,0 1-2 0,0-3 4 0,-1-3-2 16,-1 2-1-16,1-2 0 0,-4-2-2 0,1 0 3 0,-1-3 8 16,-3 1-7-16,-2-1-2 0,-3 2 4 0,-4-1-3 15,1-4 1-15,-3 4 2 0,0-1-7 0,-2-1 3 16,-2 2-1-16,0 0-3 0,-2 1 1 0,0 0 0 16,-4 1-2-16,1 4 1 0,-2 1-1 0,1 4 1 15,-3 0 2-15,-1 5 0 0,-3 5-1 0,3 4 3 16,-1 2 1-16,-1 1 2 0,5 0 0 0,2 3 1 15,-2-4-1-15,6 3 1 0,2-2 0 0,2 0-1 16,5-2-7-16,1 2-13 0,3-4-18 0,4 1-27 16,3-3-25-16,0 0-35 0,7 1-26 0,-5-6-41 15,-1 3-33-15,-1-3-202 0,-6-3-457 0,2 3 203 16</inkml:trace>
  <inkml:trace contextRef="#ctx0" brushRef="#br0" timeOffset="108317.98">13650 12659 43 0,'-18'-1'151'0,"0"1"-6"0,-1 0 5 16,2 1-9-16,-4-1 0 0,4 1-6 0,-1 1-2 16,5-2-8-16,-1 2-4 0,3-1-12 0,-1 2-7 0,5-2-9 15,1 1-12-15,6-2-3 0,-9 2 1 0,9-2 7 16,0 0-5-16,18 8 4 0,13-6-9 0,10-3 4 16,26 1-7-16,36-6-7 0,12-1-7 15,2 2-4-15,7-4-4 0,6 3-7 0,4-3-3 0,6-1-4 16,1 4-3-16,3-1 2 0,-5-1-8 0,-4 2 1 15,-3 2 2-15,0-3 2 0,-5 4 1 0,-4-1 2 16,-2-3 3-16,-5 1 0 0,-2 2 1 0,-7-3 2 16,0 1-1-16,-7 1 6 0,0-5-3 0,-12 6-5 15,-25-2-3-15,-2 2-2 0,-1-3 3 0,-6-1-8 16,-16 4 3-16,-1-2-3 0,-5 3 1 0,-11 0 3 16,-4-1-4-16,-4 3 4 0,-1 0 0 15,-3-1-3-15,0 1-5 0,-4-1-5 0,-5 2-4 0,0 0-19 16,0 0-28-16,0 0-26 0,0 0-30 0,-23-5-42 15,4 3-44-15,-3 4-44 0,-6-2-43 0,-3 2-197 16,-1-2-496-16,-2 1 220 0</inkml:trace>
  <inkml:trace contextRef="#ctx0" brushRef="#br0" timeOffset="109402.58">14005 13118 164 0,'-4'-5'163'0,"1"-3"-3"0,0-1 7 16,-1 0-1-16,0 3-1 0,1-2-12 0,1 2-6 16,2 6-8-16,-6-10-6 0,4 4-1 0,2 6-8 15,-5-7-12-15,5 7-9 0,0 0-11 0,-5-8-16 16,5 8-2-16,0 0-9 0,0 0-4 0,0 0-4 15,0 0-2-15,0 29 0 0,2-15-3 0,1 1-5 16,-1 2-1-16,-2 9-7 0,2-7-2 0,0 5 14 16,1-5-1-16,-3 0-7 0,0 0-2 0,2-1-7 15,0 2 1-15,0-4-7 0,0 2-2 0,-2-1-3 16,1 0-2-16,0-5-19 0,-1 0-20 0,0 0-19 0,0-2-28 16,1-1-34-16,-2-2-28 0,1 3-25 15,0-10-36-15,-1 11-29 0,-4-7-156 0,5-4-404 16,-7 4 180-16</inkml:trace>
  <inkml:trace contextRef="#ctx0" brushRef="#br0" timeOffset="109736.04">14093 12935 47 0,'17'-4'161'0,"-3"3"-17"0,-3 4 6 0,2-1-11 0,-3 4-4 15,0 0-2-15,-3 1-10 0,2 5-4 16,-4-1-10-16,-1 5-1 0,-2 0-12 0,-2 1-5 16,-1 1-8-16,-6 0-8 0,0 1-9 0,-2-2 1 15,-2-1-13-15,-3 0-3 0,1-3-6 0,-1-1-2 0,-2-1-7 16,0-2-1-16,-1-2-6 0,1 0-1 16,3-2-4-16,2-2-3 0,-1-3 2 0,3 2-2 15,1-2 5-15,8 0-9 0,-13-1 3 0,13 1-5 16,-6-4-2-16,6 4-2 0,0 0-1 0,0 0-4 0,0 0 2 15,0 0-6-15,19-8 6 0,-19 8-3 0,21 5 3 16,-9-2-4-16,6 2-1 0,-2 1 0 0,1 1 3 16,3 2-2-16,1-2 2 0,1 4-21 0,-2-1-33 15,-1-2-38-15,5 3-57 0,-8-4-48 16,-1 1-134-16,-3-2-352 0,1-1 156 0</inkml:trace>
  <inkml:trace contextRef="#ctx0" brushRef="#br0" timeOffset="109964.13">14413 13118 235 0,'0'0'218'0,"0"0"-24"0,0 0-12 16,0 0 0-16,0 0-8 0,0 0-5 15,-8 19-9-15,4-9-13 0,3 6-12 0,-2 0-14 0,6 0-11 16,-6 1-11-16,3 1-8 0,4-1-12 0,-3-1-5 15,1 0-12-15,-2 1-22 0,-2-1-25 16,4-3-23-16,-2-1-30 0,1-1-37 0,-1 0-33 0,0-1-39 16,-1-2-27-16,1-8-150 0,0 12-349 0,0-12 156 15</inkml:trace>
  <inkml:trace contextRef="#ctx0" brushRef="#br0" timeOffset="110318.69">14452 13123 47 0,'0'0'185'0,"2"-10"-24"0,-2 10-15 0,0 0-11 16,2-6 1-16,-2 6-4 0,0 0-8 0,0 0-5 15,0 0-7-15,0 0-4 0,13 16-8 0,-10-9-2 16,1-3-4-16,3 3-8 0,-3-1-7 0,3 0 1 16,0-2-9-16,-2 1-6 0,1-1-2 15,2-1-2-15,1 0 0 0,-1-3 2 0,-8 0-1 0,21-1-5 16,-13-4 0-16,3 3-3 0,1-5 0 0,-1 1-1 15,-2-1-2-15,0 0-3 0,4 0-4 0,1-5-3 16,-5 5-3-16,1-3-3 0,-1 1 1 16,4-2-6-16,-5 2-2 0,-1 0-4 0,0 3-1 0,-2-1 0 15,-1 1-5-15,0 3 1 0,-4 3-9 0,6-5 0 16,-6 5-2-16,0 0-1 0,7 10 2 0,-4-1-1 16,0 2 0-16,-2 2 5 0,1 2-8 0,-4 2 4 15,-1 2-2-15,-3 0-3 0,6 0 3 0,-2-1-12 16,-2 1-20-16,1-2-21 0,1 0-21 0,0-2-20 15,0 2-30-15,2-5-36 0,2-2-22 0,0 0-36 16,3-2-179-16,-3-5-423 0,4 1 187 0</inkml:trace>
  <inkml:trace contextRef="#ctx0" brushRef="#br0" timeOffset="110610.33">15006 13050 31 0,'-6'-4'191'0,"-1"1"-15"0,7 3-8 0,-14 0-8 16,14 0-15-16,-13 3-13 0,9-1-4 0,-1 3-11 16,1 1-10-16,-1 3-11 0,3-2-9 0,-1 3-8 15,1 0-3-15,0-1-7 0,6 4-5 0,0-3-10 16,-1 2-2-16,5-1-4 0,0 0-7 0,1 1 0 16,-3-2-6-16,2 1-1 0,0-1-2 0,-3 2-2 15,2-2 0-15,0-3 1 0,-2 3 1 0,-1-3 0 16,-2-2 4-16,0 3 6 0,-2-8 2 0,0 13 2 15,-2-6-2-15,0-1 3 0,-1 0-4 0,-1 0-7 16,-1-2-4-16,-2 3-1 0,0-2-8 0,-1 0-3 16,2-1-19-16,-4 1-24 0,3-2-31 0,2 2-39 15,5-5-38-15,-10 4-39 0,10-4-47 0,-5 3-130 16,5-3-373-16,0 0 165 0</inkml:trace>
  <inkml:trace contextRef="#ctx0" brushRef="#br0" timeOffset="110979.13">15386 13030 178 0,'4'-6'204'16,"-4"6"-16"-16,0 0-1 0,0 0 4 0,10 9-5 16,-4-1-6-16,-3 2 3 0,6 5-20 0,-5 1-12 15,1 0-14-15,-1-1-9 0,3 2-10 0,-2-1-10 16,2 1-12-16,0 0-8 0,-1-2-11 0,2 1-1 15,1-4-7-15,-4 0-5 0,5 0-2 0,-4-2-2 16,3-1-9-16,-2-2-2 0,-1 1-6 0,1-3 0 16,-2-1 0-16,0 0-4 0,-5-4 11 0,6 7 14 15,-6-7 24-15,5 3-8 0,-5-3-6 0,0 0-7 16,9-9-5-16,-4 3-9 0,0-2 5 0,2-4-12 16,-3 1-4-16,3-4-7 0,0-2-2 0,0-1-6 15,4-5-1-15,-1-4-2 0,-1 2-3 0,1-3-4 16,0 2 3-16,2 0-3 0,-3 0-7 0,0 4 2 15,-2 5 1-15,0 2-9 0,-5 5-4 0,3 1-19 16,-2 4-22-16,-2-1-20 0,-1 6-43 0,4-8-30 16,-4 8-10-16,0 0-21 0,0 0-28 0,0 0-22 15,0 0-30-15,10 15-19 0,-7-5-156 0,-3-10-455 16,4 19 201-16</inkml:trace>
  <inkml:trace contextRef="#ctx0" brushRef="#br0" timeOffset="111366.16">15950 13055 126 0,'0'-6'213'0,"0"6"-9"0,0 0-12 15,0 0-10-15,0 0-10 0,-10-6-5 0,10 6-7 16,0 0-7-16,-22 8-5 0,9 0-7 0,3 0-9 0,-3 2-10 16,-1 2-4-16,1 0-11 0,-1 2-9 15,3 1-9-15,1-2-7 0,-2 0-10 0,6-3-5 16,1 2-8-16,2-1-6 0,0-1-7 0,2 0-1 15,1-2-3-15,1-1-4 0,-1-7-4 0,6 9-4 16,-3-7-2-16,-3-2 0 0,13 4-8 0,-3-7 1 0,-1 0 5 16,2 0-8-16,-3-4-3 0,0 1-4 0,1-3-2 15,0 1 2-15,-1-2-2 0,-2 1-2 16,-1-1 3-16,1-3-3 0,0 4 0 0,-2-3-4 16,1 1 0-16,-3 2 1 0,2-1 0 0,-3 3-3 0,2 1 3 15,-3 6-7-15,4-8 1 0,-4 8-3 16,4-4 1-16,-4 4 1 0,0 0 3 0,0 0 0 15,0 0 0-15,6 21 2 0,-6-10 0 0,1 1 1 16,-2-1 0-16,1 6-1 0,-1-5 2 0,1 4 1 16,-3 0-10-16,2 0-16 0,1-4-18 0,-1-1-25 15,1 1-27-15,1-2-36 0,-1 0-30 0,1-2-46 0,-1-8-36 16,0 13-161-16,0-13-432 0,-1 8 191 0</inkml:trace>
  <inkml:trace contextRef="#ctx0" brushRef="#br0" timeOffset="111600.6">16098 12922 211 0,'-1'-11'249'16,"-2"1"-3"-16,2 3-9 0,1 7-20 0,-4-9-21 0,4 9-23 16,0 0-7-16,0 0 4 0,0 0-1 0,0 0-2 15,12 26-10-15,-8-9-15 0,-2 2-6 0,3 6-10 16,-1 3-12-16,-1 1-9 0,2-3-16 15,-1-2-6-15,-3-5-8 0,-1 5-6 0,0-5-5 16,2-1-13-16,0 1-23 0,-1-3-30 0,-1 1-38 0,1-4-36 16,-2-1-40-16,0 2-51 0,-1-4-54 0,1-1-52 15,0 1-152-15,0-4-459 0,1-6 204 0</inkml:trace>
  <inkml:trace contextRef="#ctx0" brushRef="#br0" timeOffset="112142.16">16302 13036 69 0,'1'-5'271'0,"-1"5"-21"0,2-8-17 0,-2 8-6 15,0 0-7-15,0 0 4 0,0 0-4 0,0 0-8 16,9 27-10-16,-8-15-13 0,1-1-10 0,-2 0-18 16,1 1-17-16,-1 3-13 0,1 1-9 0,1 0-10 15,-2-4-12-15,1-1-13 0,0 1-8 0,-1 0-8 16,3-3-4-16,1 1-5 0,-1-5-4 15,1 2-5-15,4 2-3 0,-3-6 6 0,1 1-14 0,2-1-6 16,1-2-12-16,0-2-8 0,-9 1-2 0,17-3 6 16,-7-1-11-16,0-1-7 0,-1-2 4 0,1-3-15 15,-2 2 6-15,1-6 0 0,1 0-3 16,-2-2 1-16,-2 2-2 0,3-3-5 0,-3 7 5 0,-1-1-4 16,-1 0 3-16,3 1-2 0,-5 5-2 0,1 0-4 15,-3 5 1-15,6-7 1 0,-6 7 6 16,0 0-1-16,13 4 1 0,-13-4 4 0,6 13 2 0,-2-4 3 15,0-3 2-15,0 4-4 0,1 0 3 0,0-1 1 16,2 1 1-16,-4-1 0 0,4 0-2 0,0-1 5 16,2-2 2-16,2 0 0 0,0-5-3 0,3 0 1 15,4-1 8-15,0-1-7 0,1-2 10 0,0-2-14 16,-1 0 7-16,0-2 2 0,-1-2-8 0,-3-1 0 16,-4 2 3-16,-2-2-2 0,-1 1 4 0,6-4-6 15,-7-2 5-15,0-2-7 0,0-1 2 0,-1 2-1 16,-1 1-4-16,-3 0 2 0,-1 0 1 0,-1 5-3 15,-2-1 3-15,1 5-1 0,-2-1-8 0,4 7 3 16,-8-5-2-16,8 5 2 0,-14 2-2 0,3 5 5 16,-3 3 4-16,-2 2 2 0,4 3-1 0,-1 1 3 15,3 1 3-15,1 0-1 0,2-1-4 0,5 1-6 16,2-1-8-16,1-4-20 0,5-2-40 0,3-2-46 16,7 0-56-16,0-1-64 0,6-3-57 0,11-1-230 15,6-3-565-15,14-3 250 0</inkml:trace>
  <inkml:trace contextRef="#ctx0" brushRef="#br0" timeOffset="112460.82">18372 12333 2168 0,'-6'-10'58'0,"-1"4"68"0,3 0-34 16,0 0-29-16,4 6-28 0,-5-7-4 0,5 7-11 15,-4-6-1-15,4 6-5 0,0 0 1 0,0 0-4 16,9-7-3-16,-9 7-4 0,17 0 4 0,-4 2-3 15,-3 0-19-15,3-1-28 0,0 3-33 0,-1-1-36 16,6 1-45-16,0 0-42 0,-8 0-150 0,2 0-375 16,-2 0 167-16</inkml:trace>
  <inkml:trace contextRef="#ctx0" brushRef="#br0" timeOffset="112595.83">18390 12509 89 0,'-4'5'207'0,"4"-5"-15"0,0 0-10 15,0 0-19-15,0 0-11 0,11 5-14 16,1-4-8-16,-1-2-17 0,8 0-16 0,1-2-21 16,8-1-37-16,1 2-43 0,5-3-50 0,-4-1-58 15,0 0-123-15,0 0-254 0,-2 1 112 0</inkml:trace>
  <inkml:trace contextRef="#ctx0" brushRef="#br0" timeOffset="114166.21">20449 11797 87 0,'0'0'191'0,"-7"-2"0"0,7 2-4 0,0 0-9 16,-9-4-13-16,9 4-9 0,0 0-14 0,0 0-17 15,0 0-12-15,0 0-7 0,12-13-14 0,-2 8-9 16,8 0-10-16,2-1-8 0,7 1-4 0,4-2-11 16,-3 2-21-16,0 0-20 0,-1 1-25 0,-4 3-25 15,-3-1-30-15,1 1-26 0,-1-1-26 0,-3 2-14 16,-4-2-24-16,-2 2-83 0,-1 0-262 0,-2 0 116 15</inkml:trace>
  <inkml:trace contextRef="#ctx0" brushRef="#br0" timeOffset="115038.8">20630 11776 51 0,'-5'7'165'15,"4"-2"-7"-15,1-5-9 0,-2 19 8 0,2-8 8 0,0 6-11 16,0-1-3-16,2 5-10 0,0 3-12 15,-1 1-2-15,1 0-9 0,-2 1-7 0,1 0-11 16,-2-1-8-16,-1-5-11 0,1 5-5 0,0-6-10 16,1 1-5-16,-3-3-6 0,1 0-6 0,-1 0-4 15,2-4-6-15,0-2-1 0,-2 2-3 0,2-3-4 16,-2 0-1-16,1-3-2 0,0 1-1 0,2-8-6 16,-5 9-2-16,1-4-1 0,-1-2-2 0,5-3-10 15,-12 4 4-15,12-4-4 0,-13-1 1 0,13 1-1 0,-14-4-2 16,6-2 1-16,2 3 2 0,1-1-3 0,-3-1 0 15,2 2 0-15,2-2-1 0,4 5 0 0,-11-6 1 16,8 3-1-16,3 3-1 0,-7-4 1 0,7 4-2 16,0 0-2-16,0 0 2 0,0 0 1 0,0 0-2 15,0 0 3-15,18-6-3 0,-6 6-3 0,7 0-6 16,1-1-18-16,1-1-13 0,7 2-16 0,-6-2-20 16,-1 1-9-16,7 0-10 0,-10 1-11 0,3 0-3 15,-5-2 8-15,2 1-3 0,-5 1 6 0,0-1 15 16,-3 0 0-16,2-2 7 0,-2 1 9 0,0-1 2 15,-5 0 12-15,3-2 4 0,-3 3 5 0,-5 2 12 16,6-9 6-16,-2 3 15 0,-4 6 8 0,3-8 27 16,-3 8 13-16,4-5 12 0,-4 5 3 0,0 0 0 15,2-8-1-15,-2 8-4 0,0 0-6 0,0 0 1 16,0 0 8-16,0 0 7 0,0 0 6 0,0 0-3 16,4 16-3-16,-4-16 0 0,0 14 1 0,-1-6-9 15,-1 1 3-15,1 1-1 0,-1-1-7 0,0 1-4 16,2-2-4-16,0-8-1 0,-4 13-4 0,4-13 0 15,-1 8 3-15,1-8 8 0,-1 6 6 0,1-6 12 16,0 0 4-16,0 0 1 0,0 0-5 0,0 0-5 16,0 0-7-16,0 0-7 0,0 0-2 0,0 0-3 15,-10-20-3-15,11 12-5 0,-1 8 0 0,4-20-7 16,-2 8 0-16,3 1 4 0,3-4-9 0,1 1-6 16,0-2 2-16,1 3-2 0,3 0-5 0,0-1 2 15,-4 6-4-15,3 1 0 0,-3 1-2 0,0 2-1 16,3-1 0-16,-2 7 0 0,-1-2-3 0,0 3 5 0,-1 1-5 15,-1 3 0-15,0 3-2 0,0-2 0 16,-4 1 4-16,1 1 4 0,-3 3-2 0,2-4 1 16,-3 0-3-16,0 1 5 0,-2-1-3 0,1-1 0 0,0-1 3 15,1-7-1-15,-2 13-1 0,2-13 3 0,-1 7-3 16,1-7 10-16,0 0 8 0,0 9 9 0,0-9-8 16,0 0 2-16,0 0 0 0,0 0-5 15,0 0 2-15,0 0-8 0,0 0 0 0,0 0-1 0,3-28-5 16,2 20-1-16,0-3 4 0,1 1-5 0,3 0 2 15,0 0-2-15,3-2-6 0,0 1-1 16,-1 2 3-16,3 0-1 0,0 2-5 0,-4 1 4 16,4 2-3-16,-2 1 1 0,0 3 1 0,0 0-5 0,-2 3 2 15,3 2 2-15,-4 3 0 0,-1-3-1 0,-3 1-2 16,2 5 4-16,-2-1-2 0,-1 2 4 0,0-1-2 16,-3 0 5-16,2 0-35 0,-3 8-23 0,0-8-20 15,0 2-25-15,-4 2-26 0,3-3-34 0,-2-3-36 16,-1 3-34-16,2-3-180 0,1-2-445 0,1 0 198 15</inkml:trace>
  <inkml:trace contextRef="#ctx0" brushRef="#br0" timeOffset="117514.06">20719 12485 53 0,'-12'5'118'0,"4"-3"12"0,2 0-10 0,-5-1-7 16,0 0-3-16,1 1 8 0,-3 0-13 0,0-1-1 16,2 1-3-16,-5 0-4 0,0 0-9 0,-3 0 0 15,1 0 1-15,-3 0-7 0,1 0-6 0,1 0 1 0,1-1-4 16,-1 0-3-16,6 1-3 0,-5-2-1 15,4 1 2-15,0-2-6 0,2 2-2 0,2 0-5 16,1-1-3-16,9 0-3 0,-14 2-6 0,14-2-4 16,-8 1-2-16,8-1 2 0,0 0 4 0,0 0-1 15,33 1 0-15,-2-2 0 0,8 0-3 0,21-2-5 0,4 1-3 16,2 1 0-16,27-7-3 0,-1 2-1 0,-26 2-3 16,26-2-1-16,-2 0 5 0,-25-1-6 15,26 0-3-15,-1 1-1 0,-28 2-1 0,28-1 0 0,-30 3-3 16,-1-2-3-16,-3 0 2 0,-5 2-3 15,-12 0 1-15,-4 0 1 0,-3 2-4 0,-10-1-2 0,-4 1 2 16,-4 0-3-16,0 0 3 0,-8 0-2 0,5 0 2 16,-11 0-1-16,13 0-3 0,-13 0-1 0,8-2-4 15,-8 2 0-15,0 0-10 0,10 2-6 16,-10-2-12-16,4 3-15 0,-4-3-12 0,0 0-35 16,0 9-44-16,0-9-45 0,0 0-50 0,-11 12-157 0,2-7-417 15,-3-2 185-15</inkml:trace>
  <inkml:trace contextRef="#ctx0" brushRef="#br0" timeOffset="118770.18">20668 12740 148 0,'-9'-1'206'0,"9"1"0"0,0 0-12 15,-11-2-11-15,11 2-15 0,0 0-15 0,0 0-15 16,0 0-9-16,0 0-20 0,0 0-15 0,0 0-2 16,0 0-9-16,37-7-14 0,-18 6-3 0,9-4-9 15,0 4-7-15,1-1-24 0,-9-1-24 0,-2 2-30 16,0-1-28-16,-5 1-25 0,-2 1-27 0,-3 0-5 15,-2-1 4-15,-6 1-5 0,12 0 1 0,-12 0 1 16,0 0-1-16,8-1-9 0,-8 1-62 0,0 0-200 16,0 0 661-16,0 0-344 0,0 0 8 0,0 0 16 15,0 0 13-15,0 0 14 0,0 0 2 0,-29 1 15 16,29-1 8-16,-10 1 4 0,10-1 8 16,-6 3 9-16,6-3 9 0,-6 5 31 0,6-5 5 0,-5 9 9 15,1 0-7-15,3 0 20 0,-3 2-3 16,3 1 4-16,-3 3-5 0,4 2 5 0,-2 1 4 0,2-3-8 15,-2 4-3-15,2 0 0 0,-1 0-7 0,0-2-10 16,1-1-2-16,-1 2-8 0,1 3-6 0,1-8-2 16,-1 4-7-16,2-4 0 0,-2 1-2 0,0-4-9 15,2 0-2-15,-1 0-2 0,-1-1-8 0,0-3 3 16,0-6-5-16,4 13-1 0,-4-9-3 0,0-4-3 16,0 0 2-16,0 10 0 0,0-10 0 0,-7 5-5 15,7-5-2-15,-9 1 3 0,2 1-2 16,7-2-1-16,-15 0 2 0,7-2-5 0,8 2-4 0,-14 0 3 15,6 0-1-15,8 0-5 0,-10 2 6 0,10-2-4 16,0 0 4-16,-12-2-5 0,12 2 0 0,0 0-3 16,0 0 3-16,0 0-6 0,0 0 8 0,0 0-4 15,0 0 1-15,0 0-5 0,0 0 3 0,30-1 0 16,-17 1-8-16,7-2-11 0,-1 2-8 0,4-3-21 16,-3 0-10-16,2 2-15 0,5-4-12 0,-6 3-11 15,-2-1-10-15,-3 1-2 0,3-2-13 0,0-3 14 16,-8 4 1-16,-1 0 10 0,0-1 0 0,1-1 17 0,-4 0 10 15,2 0-4-15,-1-4 17 0,-2 5 1 16,-6 4 10-16,9-7 12 0,-9 7 14 0,8-8 19 16,-8 8 4-16,0 0 16 0,6-7 4 0,-6 7 1 15,0 0-11-15,0 0 7 0,0 0-4 0,0 0 12 16,0 0 18-16,0 0 9 0,0 0 0 0,7 21 1 0,-9-13 2 16,1 3 2-16,0-1 1 0,1-1-3 15,-3 3-3-15,2-4-4 0,0 3-7 0,1-5-5 0,0-6 0 16,-1 14-4-16,1-14-4 0,-2 8 6 15,2-8 12-15,2 7 11 0,-2-7 8 0,0 0 13 16,0 7 9-16,0-7-1 0,0 0-7 0,0 0-10 0,0 0-6 16,0 0-9-16,0 0 6 0,0 0-11 15,-3-29-9-15,3 29 1 0,1-19-6 0,3 9-6 16,0-4-1-16,0 0-5 0,1 3-1 0,1-6-3 16,4 4-3-16,1-2 1 0,-5 4-2 0,3 1-6 0,2 2 3 15,-3-1-7-15,4 4 2 0,-1 2-5 16,-2 0 2-16,1 3-5 0,-2 0 4 0,3 3-3 15,-2 3-1-15,-1 0-4 0,0 2 4 0,-1-1 1 16,-1 3-2-16,-1 1-2 0,-1 1 0 0,-1 0 0 0,2-3 6 16,-2 1-3-16,-2 0 1 0,2-4-3 0,-3 1 1 15,0-7 0-15,2 10 6 0,0-5 7 0,-2-5-10 16,0 0 6-16,1 6-5 0,-1-6-1 0,0 0 1 16,0 0-2-16,0 0 3 0,0 0-1 15,0 0 2-15,9-22-8 0,-5 12 8 0,3-1-8 0,1 3-2 16,4-5-3-16,-1 1-1 0,4-1 0 0,4 2 0 15,-2 0-3-15,1 1 1 0,1 1-1 0,-1 2 1 16,-1 0-3-16,-4 4 5 0,-3 2-5 16,1-1 4-16,-1 4 1 0,-3 0-3 0,2 2 5 0,-3 0-2 15,-1 0-3-15,-1 2 5 0,3 1-2 0,-4 2 1 16,0 3 2-16,-3-1 0 0,2 0-11 0,-2-1-28 16,-3 2-38-16,0 0-43 0,-1-4-50 0,0 3-40 15,-1-1-254-15,0-1-505 0,5-9 223 0</inkml:trace>
  <inkml:trace contextRef="#ctx0" brushRef="#br0" timeOffset="119537.2">21887 12640 64 0,'0'0'188'0,"0"-13"-5"0,2 5-9 16,-5 0-1-16,3-3-8 0,0 11 6 0,-1-17-6 0,1 10-8 15,-1 0-5-15,1 7-1 0,1-11-3 16,-1 11-16-16,0-8-10 0,0 8-16 0,0 0-9 16,0 0-11-16,0 0-1 0,0 0 0 0,-5 31 0 15,1-4-1-15,-1 2 6 0,0 5-11 0,-4 0-4 0,5 2-5 16,-5-1-8-16,3 0-7 0,-2 10-5 0,3-11 1 15,1 0-4-15,2-1-6 0,-1-3-6 0,2 1 1 16,1-5-4-16,-3 2 7 0,3-2-14 0,0-7-3 16,0 4-3-16,0-5-2 0,3-1 0 0,-3 2-3 15,0-4-1-15,0-3 1 0,1 0-5 16,0-2 2-16,1-1-5 0,1-1-15 0,-1 0-13 0,-2-8-19 16,3 11-15-16,-3-5-21 0,0-6-29 0,3 9-28 15,-3-9-27-15,1 7-27 0,-1-7-33 0,0 0-48 16,0 0-134-16,0 0-438 0,0 0 194 0</inkml:trace>
  <inkml:trace contextRef="#ctx0" brushRef="#br0" timeOffset="119759.53">22170 12844 2 0,'3'-8'223'15,"-3"8"-15"-15,5-6-22 0,-5 6-20 0,7-7-7 16,1 4-12-16,2 1-8 0,2-1-5 0,2 2-8 16,4-2-15-16,1 3-10 0,1-2-7 0,-2 2-15 15,0 0-31-15,-5 0-36 0,-3 0-34 0,-2-1-32 16,-8 1-31-16,14 0-22 0,-14 0-1 0,9 0-5 16,-9 0-2-16,0 0-108 0,0 0-239 0,0 0 106 15</inkml:trace>
  <inkml:trace contextRef="#ctx0" brushRef="#br0" timeOffset="120067.86">22201 12808 47 0,'0'0'126'0,"-7"6"21"15,5 0 6-15,-3 4-2 0,1 3-1 0,-1 2-1 0,1 2 0 16,3 2-14-16,-3 5-6 0,1 1 7 0,1 1-4 16,-2-1-13-16,-1 0-7 0,2 0-8 15,2-6-10-15,0 0-5 0,-2-1-7 0,2-1-7 16,-2 0-7-16,2-4-6 0,1 2-7 0,-1-2-5 0,1-3-4 15,0 0-3-15,-2-2-6 0,2-8-3 0,-1 11-2 16,1-11-3-16,1 10-2 0,-1-10-3 0,0 9 0 16,0-9-2-16,0 0 9 0,0 8-6 15,0-8 5-15,0 0-1 0,0 0-4 0,0 0-2 0,0 0-6 16,0 0 1-16,0 0-2 0,-23-11-3 0,16 9-4 16,-2-3 2-16,0 3-3 0,-1-3 1 0,3 3-3 15,-2-1 0-15,-1 0-6 0,2 0-17 0,-1 1-15 16,-2-1-20-16,-1 2-16 0,3 1-28 0,9 0-12 15,-20 0-26-15,12 0-26 0,8 0-26 0,-12 0-29 16,12 0-125-16,-9 1-369 0,9-1 163 0</inkml:trace>
  <inkml:trace contextRef="#ctx0" brushRef="#br0" timeOffset="120327.99">22317 13034 141 0,'11'3'201'0,"0"0"-16"16,-1 1-11-16,-1 5 1 0,-3 0-9 0,1 0-9 16,-2 1-10-16,-1 1 0 0,-2 5-8 0,-2-4-8 15,0 4-5-15,-1-5-5 0,-2 1-16 0,1 1-4 16,-6 1-3-16,3-2-4 0,1-1-1 0,-1-2-7 16,1 0-5-16,2-3-6 0,-2-2-8 0,4-4-5 15,-4 10-9-15,4-10-2 0,-1 5-3 0,1-5-3 16,0 0-7-16,7 6 0 0,1-5-5 0,2-1-8 15,4-2-21-15,6-2-23 0,0-2-33 0,11-1-43 16,-3 0-57-16,2-4-46 0,-2 1-69 0,1-1-137 16,-5-1-438-16,3-2 193 0</inkml:trace>
  <inkml:trace contextRef="#ctx0" brushRef="#br0" timeOffset="120628.1">23246 12439 58 0,'0'0'193'0,"-5"-3"-22"0,5 3-13 16,0 0-14-16,0 0-10 0,0 0-9 0,0 0-13 15,0 0-9-15,23 1-10 0,-13-1-19 0,-10 0-33 16,14 4-37-16,-6-2-30 0,3-1-39 0,-3 1-52 0,-3 2-84 16,0-1-217-16,2 0 96 0</inkml:trace>
  <inkml:trace contextRef="#ctx0" brushRef="#br0" timeOffset="120777.08">23249 12581 107 0,'0'0'139'0,"0"0"-5"16,3 11-7-16,-3-11-15 0,11 2-4 16,-2-1-13-16,2-1-16 0,1 0-20 0,0 0-28 0,1 0-43 15,1-1-61-15,-1-1-78 0,1 0-165 0,-1-1 73 16</inkml:trace>
  <inkml:trace contextRef="#ctx0" brushRef="#br0" timeOffset="121566.27">24156 11886 218 0,'0'0'209'0,"0"0"-17"0,0 0-17 0,0 0-16 15,0 0-15-15,0 0-5 0,13-4-10 16,-1 4-2-16,3 0-7 0,4 0-12 0,8 0-4 16,2-1-13-16,0-1-8 0,1 1-4 0,-3-2-12 15,-7 3-1-15,1-3-10 0,-1 2-11 0,-3 1-14 0,-5-2-21 16,-1 1-14-16,0 1-19 0,-3-1-25 0,-8 1-5 16,10-2-29-16,-10 2-6 0,0 0-4 15,0 0-11-15,0 0-8 0,0 0-2 0,0 0-3 16,0 0 3-16,-24 7 2 0,12-4 6 0,1-1 12 0,-1-1 13 15,-1 2 6-15,2-2 11 0,-1-1 5 0,1 3 12 16,-2-2 12-16,2 0 5 0,-2-1 10 0,1 0-3 16,1 0 14-16,-2 0 9 0,3 0 5 15,0 0 5-15,-2 0 5 0,2 2 9 0,0-4 0 0,10 2 9 16,-18 0 6-16,10 0-5 0,8 0 13 0,-14 0-5 16,14 0-9-16,-8 2 8 0,8-2 3 15,0 0-7-15,-9 2 15 0,9-2 3 0,-6 6 11 16,5-2 1-16,1-4 5 0,-8 13 6 0,6-7-6 0,-2 4 3 15,0-1 0-15,1 2 3 0,1 3 4 0,-1 3-7 16,1-1-7-16,0 0 1 0,-1 1-1 0,0 3-3 16,1-2-3-16,3 5-5 0,-2 1-4 0,-2-4-3 15,0 7-3-15,2 0 0 0,-1 1-1 0,-1-9-6 16,2 9-1-16,-1 2-5 0,2-7-1 0,-2 3-6 16,-1-3 0-16,3-2-7 0,2-1 3 0,-4-1-1 15,5-2-3-15,-1-2-6 0,-2 2 1 0,0-5-3 16,2-1 2-16,-1-1 0 0,0-3-5 0,1 0 1 15,-2-7 0-15,0 11 1 0,0-11 1 0,1 7 2 16,-1-7 3-16,0 0 1 0,0 0-5 0,0 0 1 16,0 0-2-16,0 0 0 0,-17-3 0 0,17 3 3 15,-18-10-5-15,9 4-4 0,-2-2 4 0,-3-1-4 16,0 0 1-16,0 0-4 0,-3 2 2 0,3-1-2 16,0 2 0-16,-1 1-3 0,3 0 4 0,1 3-3 15,-1-2-1-15,-1 3 0 0,2-1-1 0,-1 2-9 16,-2 0-18-16,3 3-19 0,-2-1-28 0,3 0-25 15,2-1-40-15,2 1-37 0,6-2-29 0,-12 4-26 16,7-2-134-16,5-2-396 0,0 0 176 0</inkml:trace>
  <inkml:trace contextRef="#ctx0" brushRef="#br0" timeOffset="121858.04">24372 12207 124 0,'13'-2'196'16,"-3"4"-4"-16,3-1-1 0,-2 4-5 0,0 1-7 16,4 3-7-16,-7 0-5 0,-3 1-10 15,3 1-10-15,-1 4-11 0,-3 1-10 0,-1-1-8 16,-3 0-2-16,-2-2-3 0,-4 2 7 0,0-3-14 16,-4 1-6-16,4-2-1 0,-4 1-1 0,0-2-3 0,-1-3-4 15,2 2-3-15,-2-3-3 0,3-1-7 16,3 0-9-16,-1-1-8 0,1-1 0 0,5-3-12 15,-8 4-5-15,8-4-10 0,-3 5 3 0,3-5-1 16,0 0-3-16,0 0 1 0,22 6-15 0,-9-7-20 0,9 2-20 16,10-5-26-16,1-1-31 0,4 1-42 0,2 1-45 15,11-3-43-15,1-4-49 0,-14 6-220 0,2-4-517 16,12-6 229-16</inkml:trace>
  <inkml:trace contextRef="#ctx0" brushRef="#br0" timeOffset="122156.76">25558 12073 223 0,'0'0'235'0,"0"0"-13"16,-10-1-11-16,10 1-18 0,0 0-13 0,0 0-14 15,0 0-17-15,0 0-8 0,0 0-20 0,0 0-7 0,0 0-13 16,0 0-13-16,0 0-8 0,35-3-9 0,-22 3-27 16,1 0-35-16,-1 0-29 0,1 0-45 15,0 2-34-15,0-2-41 0,-1 1-29 0,-1-1-141 16,-5 1-334-16,2 1 148 0</inkml:trace>
  <inkml:trace contextRef="#ctx0" brushRef="#br0" timeOffset="122301.21">25573 12211 146 0,'0'0'144'0,"0"0"-14"0,0 0-13 0,0 0-12 15,12 10-9-15,-1-8-9 0,3-2-15 0,4 0-26 16,4 0-36-16,6-2-25 0,-7 1-38 0,8-2-95 15,-8-3-160-15,8 2 71 0</inkml:trace>
  <inkml:trace contextRef="#ctx0" brushRef="#br0" timeOffset="122548.46">26160 11845 53 0,'5'-8'236'0,"-3"3"-4"15,-2 5-12-15,2-8-21 0,3 5-18 0,-5 3-19 16,0 0-4-16,0 0-2 0,0 0 6 0,6 20-3 16,-6-5-8-16,0 4-7 0,0 0-7 0,-2 8-11 15,0-1-6-15,0 2-6 0,-2-4-11 0,3 4-2 0,-5-5-6 16,3-2-10-16,-1 3-10 0,1-5-8 16,-1 6-5-16,0-6-7 0,4 0-4 0,-1-4-4 15,-1 4-19-15,0-3-29 0,-2 0-34 0,2-1-45 16,1-2-52-16,0-4-57 0,1 1-46 0,0-1-234 15,-4-3-506-15,4-6 224 0</inkml:trace>
  <inkml:trace contextRef="#ctx0" brushRef="#br0" timeOffset="122745.93">26318 12098 243 0,'0'0'282'0,"4"-8"-21"0,-4 8-7 0,0 0-14 15,4-5-20-15,-4 5-9 0,0 0-32 0,3-6-19 16,-3 6-20-16,0 0-12 0,0 0-11 0,0 0-13 16,0 0-31-16,0 0-31 0,0 0-43 15,0 0-37-15,15 11-38 0,-10-6-45 0,-5-5-35 0,7 5-39 16,-5 0-150-16,-2-5-373 0,9 5 165 0</inkml:trace>
  <inkml:trace contextRef="#ctx0" brushRef="#br0" timeOffset="123155.96">26589 11926 28 0,'2'-9'241'0,"1"1"-8"15,-1 2-6-15,-2 6-12 0,2-9-19 0,-2 9-16 16,3-8-21-16,-3 8-6 0,0 0-7 0,0 0-4 16,0 0-6-16,0 0-3 0,2 25-6 0,-2-16-10 15,-2 4-11-15,4 1-7 0,-2-2-9 0,0 1-8 0,0-2-6 16,2 1-8-16,0 0-7 0,0-2-4 15,3 1-7-15,-1 0-2 0,4-3-3 0,2 0-5 16,-1-1-7-16,3-1 3 0,-1-5-2 0,2 3-5 16,1-2-4-16,3-2-1 0,-3-3-3 0,4 0 0 0,0-2-1 15,-7-1 3-15,3 0-10 0,-5-1-2 16,7-3 2-16,-7 1-1 0,3-4-3 0,0-1 2 16,-3 0-6-16,0 0 4 0,-3 2 5 0,0 0-11 15,0 2 0-15,-1 0 5 0,-3 3 12 0,0 1-1 0,0 0-2 16,-2 6 4-16,5-8-2 0,-5 8-5 15,5-4-8-15,-5 4 10 0,0 0-8 0,0 0 12 16,0 21-2-16,0-10 5 0,-3 5 18 0,1 2-7 0,-1-2-7 16,1 4 5-16,-2-4 6 0,2 3-5 0,-1 0-8 15,-1 0 6-15,4-1-3 0,-2 0 3 0,-2-1 5 16,4 2-12-16,0-2-12 0,-4-2-24 16,8 1-30-16,-8-4-35 0,4 0-39 0,0 0-47 0,-2-2-49 15,4-1-55-15,-2-1-55 0,-2 1-181 0,2-9-544 16,-2 10 241-16</inkml:trace>
  <inkml:trace contextRef="#ctx0" brushRef="#br0" timeOffset="123402.14">27070 11990 1727 0,'13'-22'117'0,"-6"4"38"0,2 4-3 15,-3 4-17-15,-3 4-15 0,3-3-18 0,-2 5-14 16,-4 4-18-16,4-9-14 0,-4 9-4 0,4-4-5 15,-4 4 15-15,0 0 33 0,0 0-10 0,4 26 14 16,-4-10 4-16,0 1-4 0,-4 1 0 0,4-1-12 16,-6 4 1-16,4-3-7 0,0 1-1 0,-4 0-11 15,2-1-5-15,2 2-4 0,-3-2-6 0,3-3-8 16,0 2-5-16,0-2-13 0,-1-1-31 0,-2-4-36 16,3 6-39-16,0-5-41 0,0 0-41 0,2-5-49 0,-3-1-46 15,3-5-51-15,0 10-193 0,0-10-540 16,0 0 238-16</inkml:trace>
  <inkml:trace contextRef="#ctx0" brushRef="#br0" timeOffset="123799.83">27438 11904 84 0,'4'-6'270'0,"-2"2"-15"15,-2 4-25-15,5-8-26 0,-5 8-20 0,0 0 0 16,0 0 3-16,0 0-6 0,0 0-11 15,-4 29-9-15,2-17-8 0,-3 4-6 0,3 0-15 16,-2 1-5-16,3-1-9 0,1 0-16 0,0-5-10 0,1 3 0 16,1-2-12-16,2 0-8 0,0-3-6 0,1 0-4 15,2 1-3-15,2-5-10 0,0 1-6 0,4-1 1 16,-1-1-2-16,5-2-11 0,3-2 5 0,-3-2-5 16,0-2-1-16,2-1-6 0,-2-1 4 0,-3 1-6 15,1-5-1-15,0 0 2 0,-2-1-7 0,1-3 0 16,-1 1 0-16,-1-1 2 0,-2 0 1 0,1 2 3 15,-4 3 10-15,-3 0 8 0,1 3-1 0,1 0 7 16,-3 2-3-16,-3 4-14 0,6-6-3 0,-6 6 2 16,0 0 3-16,0 0 26 0,0 0-4 0,-9 31 0 15,1-14 1-15,0 1 5 0,0-1-4 0,-1 3-4 16,-1 2-6-16,2-3 2 0,-1 4 1 0,3 2-14 16,-2-6-7-16,3 5 4 0,2 2-1 0,-4-4-26 15,7-3-47-15,-2-4-32 0,2 1-32 0,0-2-51 16,0-1-46-16,0 2-50 0,0-4-58 0,-1-1-314 15,1 1-677-15,-3-1 299 0</inkml:trace>
  <inkml:trace contextRef="#ctx0" brushRef="#br0" timeOffset="138861.84">7229 15180 121 0,'-1'-7'149'0,"-2"-1"-8"15,1 2-7-15,2 6-11 0,-5-12 17 16,2 6-14-16,3 6 4 0,-2-9-9 0,2 9-8 16,-6-5-9-16,6 5-10 0,-3-5-10 0,3 5-16 0,0 0 1 15,0 0-7-15,0 0-9 0,0 0-3 0,-16 9-7 16,10 1-1-16,-2-1-5 0,-1 7-3 0,-2 1-5 16,3 0-2-16,0 1-4 0,2-1 2 15,-2 2-5-15,3-1 0 0,1 0-1 0,2-3-5 16,1-4-1-16,-1 2-3 0,2-1-1 0,3 0 0 0,-2 1-1 15,3-4 0-15,-1-1 2 0,3 1-2 0,2-2-2 16,-5-2-2-16,4-1 0 0,1-3 0 0,0-1 2 16,4 0-1-16,1-1 0 0,5-6 0 0,-2-2 2 15,3 0-4-15,2-2 3 0,1-4-3 16,-2-2 2-16,2 1 1 0,-6-4 0 0,-2 6 4 16,-3-1 0-16,-4-2 2 0,1 2-2 0,-6-1 2 0,1 1-4 15,-3-3 1-15,-3 1-2 0,1 5 2 16,-7-3-2-16,1-1-2 0,-2 1 3 0,-4 3-5 0,0 0 2 15,-1 2 0-15,-1 1 0 0,0 2-7 16,0 2-1-16,1 4 0 0,2 1 2 0,-1 1 0 16,1 2 3-16,1 3-11 0,-4 5-18 0,2-4-24 15,3 3-27-15,-1 2-32 0,5-2-26 0,-1 5-32 0,3-3-150 16,0 0-343-16,5 1 152 0</inkml:trace>
  <inkml:trace contextRef="#ctx0" brushRef="#br0" timeOffset="139305.79">7615 15128 15 0,'0'0'165'0,"0"0"-12"16,0 0-2-16,3-7-7 0,-3 7-24 0,0 0-12 15,0 0-11-15,0 0-11 0,0 0 4 0,0 0 0 16,6 19 0-16,-5-9-9 0,1 3-7 0,0 0-4 15,-2 4-6-15,3 1-6 0,2-3 1 16,0 2-4-16,-1-2-2 0,2-3-4 0,6 3-9 0,-3-5-4 16,-2-1 1-16,3-1-4 0,1-2-1 0,-2 0-2 15,2-3 4-15,-1-1-3 0,1-2 4 0,0-1 4 16,-1-2-3-16,1-2 3 0,0 0 1 0,-3-2-2 16,1-3-3-16,0 1 3 0,-3-1 2 0,0 0-11 15,0-3-1-15,-3-3-7 0,-1 0 0 16,0 0-4-16,2-1 1 0,-5 1-3 0,1 3 1 0,-3-2-3 15,2 2-2-15,0 4-2 0,-2 0-1 0,2 1 3 16,1 8-5-16,-1-11-2 0,1 11 1 0,-3-9-6 16,3 9-1-16,0 0 0 0,0 0 1 0,0 0-2 15,0 0-1-15,0 0 5 0,-4 28-1 0,4-16 0 16,0 0 0-16,4 4 0 0,-3-2 3 0,3 2-3 16,-1-3-6-16,3-3 5 0,-2 2-1 0,1-3 6 15,3 5 1-15,-2-4-8 0,2-2-11 0,-1 1-25 16,2-4-27-16,-1 0-29 0,5 0-45 0,-3-4-32 15,-10-1-21-15,24-2-138 0,-13-3-360 0,1 1 160 16</inkml:trace>
  <inkml:trace contextRef="#ctx0" brushRef="#br0" timeOffset="139525.87">8074 14932 6 0,'-1'-7'162'16,"1"7"-11"-16,-2-10-14 0,2 10-16 0,0 0 3 15,0 0-1-15,0 0 1 0,0 0 17 0,0 0 1 16,0 0 7-16,6 40-5 0,-9-16-4 0,3 1-11 16,0 2-9-16,1 0-11 0,-1-1-8 0,2 1-11 15,0-1-9-15,2 0-5 0,0 0-9 0,-2 0 2 16,1-1-16-16,2-8-14 0,-1 3-25 0,-2-2-20 16,2 0-35-16,-2-4-39 0,-1-1-43 0,3-4-26 15,-1-2-34-15,-1-1-156 0,-2-6-367 16,0 0 164-16</inkml:trace>
  <inkml:trace contextRef="#ctx0" brushRef="#br0" timeOffset="139675.18">8051 15105 56 0,'20'-2'45'0,"1"1"-28"15,-1-2-37-15,8-2-22 0,-6 0 11 0</inkml:trace>
  <inkml:trace contextRef="#ctx0" brushRef="#br0" timeOffset="139932.96">8479 14815 28 0,'-2'-11'155'0,"2"11"-22"0,0 0-9 0,0 0-16 0,0 0 16 15,0 0 14-15,0 0 3 0,0 0 6 16,6 47-1-16,-6-19-2 0,1 1-7 0,-1 3-7 16,3-2-1-16,-2 1-9 0,0 2-9 0,0-3-1 15,1 4-18-15,-2-4-9 0,0-1-5 0,0-2-11 16,-2 1-4-16,2-3-4 0,2-5-8 0,-2 0-3 16,2 1-5-16,-3-3-4 0,1 1-6 0,0-4-20 0,3 3-20 15,-7 0-9-15,0-3-26 0,-1-5-30 16,1 1-25-16,0 1-31 0,0-2-25 0,4-10-23 15,-3 13-16-15,-1-8-127 0,4-5-345 0,0 0 153 16</inkml:trace>
  <inkml:trace contextRef="#ctx0" brushRef="#br0" timeOffset="140162.9">8479 15029 82 0,'10'-7'167'0,"2"3"3"0,-1 2-20 0,2-1 1 16,-3 3-11-16,2 2 0 0,-2-1-14 0,-1 2 1 16,1 3-9-16,0-2-8 0,-1 1-8 0,-1 2-8 15,-2 2-4-15,-2 1-8 0,-3 0-10 0,1 0-3 16,-5-1-5-16,1 4-7 0,-7 1-6 0,4-3-4 16,-3-1-7-16,-1 0-18 0,0 0-27 0,1-2-19 15,2-1-36-15,0 2-35 0,-1-5-45 0,7-4-20 16,-6 9-139-16,6-9-321 0,0 0 142 0</inkml:trace>
  <inkml:trace contextRef="#ctx0" brushRef="#br0" timeOffset="140744.31">8701 15054 57 0,'3'-7'140'0,"-3"7"-14"0,0 0-4 15,0 0 6-15,0 0 11 0,0 0 2 0,6 13-3 16,-6-13-8-16,-1 13-1 0,1-3-6 0,1-3-16 15,-1 4-2-15,2-1-4 0,-1 0-10 0,1-4-8 16,0 1-5-16,3 0-9 0,0-1-4 0,3 0-10 16,-3-1-1-16,2-2-3 0,1-2-6 15,2 2 4-15,1-5-9 0,-1 1 4 0,2-2-9 0,0-2-2 16,0-1 1-16,-1-2 7 0,-1-1-12 0,3-1-1 16,-4 0 3-16,-1 1 2 0,-1-2-7 0,0 3-4 15,-4-5 0-15,1 2-4 0,0 0 1 0,-1 0-7 16,-2 1 3-16,0 0 0 0,-1 4-6 15,0 6 2-15,2-13-2 0,-2 13 1 0,-2-10-6 0,2 10 3 16,0 0-4-16,0 0 1 0,0 0-1 0,0 0-1 16,0 0-3-16,-14 24 5 0,9-14-4 15,1 2 2-15,3 1 2 0,-1-2 0 0,2 1 2 16,-2 0-2-16,2-1 5 0,4-1-4 0,-1-1 4 0,2 1 0 16,0-3 6-16,0-2-3 0,1 2 2 0,3-1-1 15,3-5 1-15,-1-2-1 0,2-1-3 16,-1-2 4-16,0 0-4 0,5-4 1 0,-2 0-2 15,1-2 3-15,-5 0-7 0,-1-1 3 0,-3 1-4 16,-2 0 3-16,1-2-1 0,-3-3 1 0,1 3 0 16,-3-6-1-16,-1 0-2 0,0 2 3 0,-1-1-2 15,-2-1-2-15,-1 1 5 0,0-1-4 0,2 4-2 16,-2 4-2-16,0 0 3 0,2 2-3 0,-3 0 5 16,5 8 0-16,-2-10-4 0,2 10-4 0,0 0 0 0,0 0 12 15,0 0 13-15,0 0 7 0,-3 26 7 16,1-8 3-16,0 7 2 0,0-2-3 0,1 5 0 0,0-8-10 15,-1 6 2-15,2-6-2 0,-1 4-4 0,2-3 3 16,-2-2-5-16,1 0-2 0,1 0-3 16,-1-2-16-16,3 1-24 0,-2-2-25 0,2-2-32 0,-2-1-32 15,1-1-37-15,-2-2-40 0,1 0-46 16,-1-10-44-16,-5 11-140 0,5-11-454 0,-7 8 202 16</inkml:trace>
  <inkml:trace contextRef="#ctx0" brushRef="#br0" timeOffset="140890.68">8956 15050 59 0,'5'-6'152'0,"0"3"-2"16,0-1-14-16,4 2-9 0,-9 2-31 0,29-6-25 16,-9 0-47-16,1 2-40 0,1 0-49 0,0 2-58 0,9 0-133 15,7-5 60-15</inkml:trace>
  <inkml:trace contextRef="#ctx0" brushRef="#br0" timeOffset="141259.59">9973 14628 121 0,'0'-11'209'16,"0"11"-13"-16,1-9-21 0,-1 9-19 0,0 0-17 16,0 0 6-16,0 0 3 0,0 0 3 0,-7 39 2 15,0-10-1-15,0 4-11 0,0 3-12 0,1 12-11 16,1-2-9-16,-2 1-6 0,4-13-7 0,-1 10-6 15,2-9-8-15,1 0-6 0,0-3-1 0,0 1-15 16,1-1 0-16,0 0-8 0,-2-1 1 0,2 0-7 16,-1-3-4-16,1-1-4 0,-3-2-7 0,2-4 1 15,2-4-2-15,-2 2-20 0,1-4-18 0,0-2-31 16,0-1-23-16,0 1-29 0,-1-4-38 0,2 0-58 16,-1-9-28-16,-3 10-200 0,3-10-449 0,-7 5 199 15</inkml:trace>
  <inkml:trace contextRef="#ctx0" brushRef="#br0" timeOffset="141588.26">9863 15044 14 0,'13'-4'170'0,"-2"4"0"15,6 0-10-15,-3 1-10 0,3 3-15 0,-1 2-5 16,1 1-9-16,0 1 1 0,-1 3-5 0,1-2-4 15,-2 3-13-15,2-1-12 0,-3 2-3 0,-1-3-9 16,-1 3-9-16,-3-4-7 0,-1-1-3 0,-3 0-6 16,0 1-2-16,0-2-4 0,-2 0-7 0,-3-7 3 15,2 9-7-15,-2-9 12 0,-1 6-5 0,1-6 5 16,0 0 1-16,-10 4-6 0,10-4 4 0,0 0-4 16,-18-7 4-16,18 7-6 0,-9-6-1 0,3 0 0 15,2 1-6-15,0-3-2 0,0-2-2 0,3 0-2 16,0-2-3-16,1-2 2 0,1-1-11 15,3 0-10-15,2-3-11 0,3 4-10 0,0-2-14 0,3 3-20 16,1 0-11-16,3 2-38 0,-1 4-29 0,1-2-47 16,-2 5-42-16,-3 3-125 0,1 1-369 0,-2 1 164 15</inkml:trace>
  <inkml:trace contextRef="#ctx0" brushRef="#br0" timeOffset="142397.1">10294 15179 133 0,'0'0'208'0,"13"-8"-5"0,-6 0-18 0,2 3-3 0,1-3-14 15,1-1-7-15,-2 0-10 0,5-2-14 16,-3-2-12-16,1 0-9 0,-1 0-10 0,-1-2-9 0,-1 2-6 16,-2-3-12-16,-2 1-6 0,-1 4-3 0,-3 1 1 15,2 0 4-15,-5 1-6 0,0 1-6 0,2 8-2 16,-7-12-8-16,2 9-5 0,5 3-6 15,-10-5-7-15,10 5-1 0,-18 6-7 0,7 2 2 16,-4 3-4-16,0 2-6 0,4 5 1 0,-2-2 5 16,4 1-10-16,1 1-3 0,4-1 0 0,1-2-3 0,3 0-2 15,1-1 1-15,4 0 0 0,3 1-2 0,-2-4-23 16,7 2-17-16,0-4-34 0,3 0-27 0,2-3-24 16,3-2-23-16,1-1-17 0,7-1-4 15,-1-2-1-15,-3-2 9 0,5-1 21 0,-3-2 3 16,-1-4 11-16,-4 4 15 0,4-4 17 0,-1-1 13 0,-6 2 15 15,1-2-1-15,-4-1 15 0,1 1 13 16,-4-4-3-16,1 3 11 0,-4-5 5 0,-2 5 17 16,-3-4 14-16,0 3 15 0,-4-2-12 0,-1 1 8 0,-4 3 3 15,2 0 33-15,-3-1 7 0,-1 3 8 16,-1-1 5-16,-3 5 3 0,1 1-2 0,-3 1-3 16,-1 4 1-16,1 1 0 0,-5 7 1 0,0 0 1 0,0 2-7 15,0 4 0-15,0-1-1 0,6 0-9 0,-3-2-7 16,7 2-5-16,2-4-3 0,1 2-4 15,3-4-5-15,1 2-7 0,4-2 1 0,0 0 0 16,3-3-3-16,5-1-4 0,-1 0-2 0,1-2 0 16,1-3-5-16,-2-2-1 0,2 0 2 0,0-2 2 0,3-3 3 15,-4 3 4-15,-2-3 3 0,0-1 5 0,-2-2-3 16,0 2 2-16,-1-1 0 0,1-1-1 16,-3-2 4-16,-1 3-8 0,-2-1-5 0,2 0 2 0,0 1-6 15,-1 0 4-15,-2 2 2 0,-1 7 5 16,4-10-5-16,-4 10-7 0,0 0 0 0,2-6-7 15,-2 6-4-15,0 0 3 0,0 0 6 0,5 22 3 0,-1-7 2 16,0 1 2-16,-3 3 3 0,1 8 0 16,0-1 0-16,1 4-6 0,-3 1-1 0,0 2 4 0,-1-3-8 15,1 1 3-15,1-2-2 0,-1-4-2 16,-1 0-6-16,-1-7 3 0,1 3-1 0,2-7 0 16,-2 1-3-16,2-2 5 0,-2-4-4 0,1-2-6 0,0-7 5 15,0 11 0-15,0-11 3 0,-1 11 1 0,1-11-3 16,0 0 7-16,-2 8 11 0,2-8 7 0,0 0-1 15,0 0-4-15,0 0 0 0,0 0-2 16,12-19-9-16,-5 10 13 0,5-5-16 0,-3-2-5 16,4 0 5-16,6-6-2 0,-1-3 2 0,4 1-18 15,0-2-11-15,0 4-9 0,1-1-12 0,0 2-11 0,-1 3-24 16,-3-1-23-16,-5 6-27 0,2-1-23 16,-5 3-32-16,2 0-34 0,-4 3-30 0,1-2-39 15,-5 2-161-15,1-1-474 0,-3 4 210 0</inkml:trace>
  <inkml:trace contextRef="#ctx0" brushRef="#br0" timeOffset="143348.31">10956 15027 194 0,'0'0'219'0,"-4"-6"-16"0,4 6-25 0,0 0-22 16,0 0-13-16,0 0-9 0,0 0-7 0,0 0-1 15,0 0-8-15,-6 22-27 0,7-12 0 0,-1 1-2 16,2 1-14-16,-2 0-5 0,3 4-8 0,-1 1-6 16,1-1-3-16,2-3-6 0,2 2-5 0,-1-3 0 0,5 0-5 15,-2-3 0-15,2-2-3 0,1 0-3 16,4 0 5-16,-2-4-5 0,0 1-2 0,4-2 0 16,0-2-2-16,1-3 6 0,-4 0-5 0,3-2 1 15,-2-1 2-15,-1-3-3 0,-4 2 1 0,-1-2-2 16,1 0 4-16,-2-3-4 0,2-1 2 0,-4 2-6 15,-2-1 3-15,-1 0-6 0,-1-3 1 0,0 2-6 0,0 0 0 16,-2 3-2-16,-1-3 4 0,0 3-6 16,0 3 0-16,0 7-2 0,0-13-1 0,0 13 0 15,0-8-3-15,0 8-4 0,0 0 2 0,0 0 3 16,0 0-8-16,0 0 3 0,0 0-1 0,0 0 0 0,6 23-3 16,-2-11 2-16,-4 0 0 0,2-4 2 15,1 4 1-15,2-4-4 0,0 4 5 0,2-3 5 16,0-1-8-16,1 1 2 0,-2 0 4 0,6-5 0 15,-2 3 1-15,-2-3 0 0,3-2 6 0,0 1-1 16,-1-3-1-16,2-1 3 0,-1-2 0 0,0 0 0 16,-1 0 1-16,1-3-1 0,-1-1 8 0,0 0-3 15,-2-2-4-15,-1-1 1 0,0 0-3 0,-2 0 0 16,-3 1-1-16,1-3 0 0,-2 1-2 0,-2-5 1 16,-2 5-1-16,-2-5-3 0,0 5 2 0,1 1-4 15,-1 2 1-15,3 3 1 0,-2-1-2 0,4 6-4 16,-7-9 1-16,7 9 2 0,-7 0-3 0,7 0-4 0,-13 13 14 15,5-2-15-15,-2 3 1 0,1 2-10 0,2 1-25 16,1 1-24-16,1-1-28 0,2-1-30 16,4 2-36-16,3-3-30 0,-1-3-19 0,1 4-31 15,1-6-156-15,2-1-424 0,2 0 188 0</inkml:trace>
  <inkml:trace contextRef="#ctx0" brushRef="#br0" timeOffset="143558">11545 15173 13 0,'1'-12'104'15,"1"7"9"-15,-2 5-6 0,1-15-7 0,-1 6 0 16,1 0 0-16,-1 1 10 0,1 1 0 0,-1 7 2 16,3-14 3-16,-3 14-3 0,3-10-5 0,0 3 0 15,2 3 3-15,-5 4-9 0,11-6 5 0,-4 5-8 16,-7 1 1-16,19 6-9 0,-7-5-4 0,-2 8-8 16,3-5-8-16,0 8-4 0,-2-3-8 0,-3 1-6 15,4 2-2-15,-6-3-7 0,3 3-11 0,-2 1-30 16,-1 0-25-16,-2-5-42 0,-1 3-30 0,1-4-37 15,-1-2-28-15,-1 1-27 0,-2-6-129 0,0 0-340 16,0 0 151-16</inkml:trace>
  <inkml:trace contextRef="#ctx0" brushRef="#br0" timeOffset="144109.97">11866 15002 152 0,'-5'-7'174'0,"5"7"-18"0,0 0 0 0,0 0 3 16,0 0-2-16,-16 14-8 0,10-6 1 0,1 2-17 16,1 0-11-16,2 1-9 0,0 0-8 0,2-1-10 15,0 1-8-15,2 0-5 0,0 1-6 0,2-2-1 16,1-1-7-16,2 0-5 0,2-2-10 0,0 0-5 16,3-2-1-16,1-1-4 0,3-1-3 0,-3-1-4 15,4-4-3-15,-4 1-4 0,3-3-2 0,-3-1 1 16,-1-1-3-16,-1 2-1 0,-1-3 2 0,-1 0 2 15,-3 0 4-15,2-1-2 0,-3-1-2 0,0 0-6 16,0-1-2-16,-3 0 4 0,0-2-10 0,0 2 5 16,-1 2 3-16,0-1-11 0,-1 9 0 0,4-12-4 15,-4 8-1-15,0 4 0 0,2-8-4 0,-2 8 0 16,0 0 1-16,0 0 4 0,0 0 4 0,0 0-1 16,0 0 1-16,9 22 7 0,-7-16-5 0,2 3 1 15,1 0 1-15,2-3-1 0,2 2 0 0,4-2 1 16,-3 3 1-16,3-6 1 0,0 0-3 0,5 0 3 15,0-1-3-15,-6-2 0 0,1-2 2 0,3 0 9 16,-4-1 3-16,2 0 6 0,-2-1 1 0,-2-2 7 16,0 0-6-16,-1 1 1 0,-1-1-2 0,2-2-4 15,-6 4 1-15,1-2-6 0,-1 2 5 0,0-1-9 16,-4 5-1-16,7-8 1 0,-4 4-8 0,-3 4-1 16,4-4-2-16,-4 4-7 0,0 0 4 0,0 0 6 15,0 0 5-15,9 21 2 0,-9-10-7 0,0 7 11 16,0 1-3-16,-4 4 0 0,4 3 0 0,-5 0-4 15,1 1 1-15,1-2-1 0,-2 3-8 0,3 0 3 16,1-2-2-16,-2-2 2 0,1 2-4 0,0-8-21 16,2 0-29-16,0-2-38 0,-4 0-38 0,3-4-39 15,0-2-58-15,0 0-44 0,1-2-56 0,0-8-162 16,-6 10-516-16,6-10 229 0</inkml:trace>
  <inkml:trace contextRef="#ctx0" brushRef="#br0" timeOffset="144295.21">12740 14966 33 0,'5'-3'215'16,"3"1"-19"-16,-1 0-21 0,-7 2-15 0,18-1-18 15,-11 1-10-15,5 0-36 0,-4 1-46 0,-8-1-32 16,14 1-46-16,-5 0-49 0,-2 0-109 0,-7-1-201 15,8 4 89-15</inkml:trace>
  <inkml:trace contextRef="#ctx0" brushRef="#br0" timeOffset="144452.31">12791 15062 66 0,'0'0'184'0,"-6"5"-12"0,6-5-5 0,0 0-14 15,-4 5-9-15,4-5-5 0,0 0 5 0,0 0-2 16,0 0-9-16,0 0-9 0,20 5-14 0,-7-3-11 15,4-4-13-15,2 0-35 0,1 0-41 0,3-2-54 16,6-1-55-16,-9 1-60 0,-2 1-112 0,0-1-293 16,-2-2 130-16</inkml:trace>
  <inkml:trace contextRef="#ctx0" brushRef="#br0" timeOffset="173552.14">13517 14755 109 0,'-4'-12'144'0,"4"6"0"16,0 6 2-16,-4-11 0 0,3 5-1 0,1 6-14 0,-5-12-8 16,3 6-9-16,-2 2-7 0,4 4-9 0,-7-9-4 15,3 5-2-15,4 4-5 0,-4-6-1 0,4 6-6 16,-5-4-5-16,5 4-9 0,0 0-7 0,-9-6-8 16,9 6-4-16,0 0-3 0,0 0-8 0,0 0 0 15,-11 10-2-15,8-6-6 0,-3 5 1 0,2 1-4 16,-2 2-5-16,0 0 1 0,1 6-3 0,1-3-2 15,-2 11-2-15,3-3-14 0,0 3 2 0,3 2 2 16,5-2 0-16,-4 1 6 0,3 1-1 0,-4 1 0 16,-2-3 1-16,4 3 2 0,-2 0-5 0,2-3 4 15,0 0-7-15,-2-2 6 0,0 2-2 0,-2-8 1 16,4 1 1-16,-4 7-4 0,0-2 6 0,0-4-8 16,0-4-3-16,1 3-25 0,-4-1-12 0,3-1-22 15,-2-2-18-15,1-2-4 0,3-1-21 0,-4-1-21 16,2-1-17-16,-2-2-5 0,2-3-13 0,2-5 1 15,-5 9-97-15,5-9-273 0,-5 3 121 0</inkml:trace>
  <inkml:trace contextRef="#ctx0" brushRef="#br0" timeOffset="173971.12">13346 15167 92 0,'0'0'107'0,"0"0"-14"16,0 0 12-16,0 0-10 0,0 0 4 0,8-5-15 15,-8 5 0-15,13 4-7 0,0-3-5 0,1 2-9 16,8-1 1-16,2-2-7 0,6 1-3 0,-1-1-9 16,2-1-6-16,-10 1-5 0,6 0 9 15,-6-1-10-15,-2 0 0 0,0 0-6 0,-6-1-7 0,-2 4 1 16,-2-4-9-16,-9 2 10 0,13-1-3 0,-13 1 0 16,10 0-1-16,-10 0 5 0,8-3 0 0,-8 3-3 15,0 0-6-15,0 0-1 0,9 3 1 16,-9-3-10-16,0 7 18 0,0-7 0 0,-6 13 4 15,4-2-1-15,-3-4 3 0,1 4-10 0,-1 1 6 16,0-2-5-16,1 3 4 0,2-4-4 0,2 4-1 0,0-4-3 16,0 4 1-16,2-5-3 0,2 2 7 0,-2-6-12 15,3 2 3-15,0-1 1 0,-1-2-3 0,3 1 4 16,-7-4-9-16,11 1 4 0,-11-1 0 0,16-4-5 16,-12 1 3-16,3-1 2 0,2-4-3 15,-4 1 1-15,-1-2-1 0,1 2 2 0,-3-5-2 0,0 3-4 16,-2-1 10-16,2-2-7 0,-4 2 4 0,-3-2-5 15,-3 5 2-15,3-3-2 0,-6 1 0 0,4 0-16 16,-1 1-12-16,0 4-16 0,4 0-24 0,-3 2-20 16,7 2-19-16,-11-2-22 0,11 2-15 0,0 0-110 15,-12 7-273-15,12-7 121 0</inkml:trace>
  <inkml:trace contextRef="#ctx0" brushRef="#br0" timeOffset="174541.64">13848 15193 92 0,'9'5'138'0,"-7"0"-2"16,-2-5-7-16,2 12 0 0,0-5 5 0,0-2-8 0,0 8-16 15,2-3-6-15,-3 1-11 0,4 0-5 0,-1 1-7 16,1-1-1-16,1-1-3 0,1 0-9 16,2-1-9-16,0-3-1 0,0 1-9 0,2 0 2 15,-4-3-5-15,4-2-2 0,-2 0-3 0,3-4-3 16,-1 2 4-16,-3-3-9 0,4-3 5 0,-1-1 0 15,1-3 0-15,-3 1-5 0,-1-2 4 0,1 0-3 0,1-5 4 16,-2 4-8-16,-3-6-6 0,1 5-1 0,-2 1 5 16,0-5-6-16,-2 3 4 0,0 3-4 0,-2-3-5 15,0 5-2-15,0 2-2 0,2-2 1 16,-2 9-7-16,0-10 0 0,0 10-2 0,0-8-6 16,0 8 3-16,0 0 2 0,0 0 2 0,0 0-6 15,0 0 1-15,-2 37 4 0,2-21-4 0,-2-1 0 16,2-2 1-16,2 0 1 0,-2 1-1 0,2-2-2 15,1 3 3-15,0-3-1 0,0-2 2 0,1 1-1 16,1-4 4-16,2 2-3 0,-1-7 2 0,-6-2-1 16,16 9 4-16,-6-9-2 0,-10 0 3 0,21-5-5 15,-9 0 3-15,-1-1-1 0,0-1 0 0,0-3-1 16,1 0 1-16,-1-4-1 0,-6 5 2 0,3-3-4 16,-3 0 0-16,-1 1 10 0,2-4-8 0,-2-3-3 0,0 3-1 15,-4-4-1-15,5 3 3 0,-6-2-3 16,-3 1 3-16,6 2-2 0,-4 3 2 0,2 3-3 15,0 9 1-15,0-12-3 0,0 12-3 0,0-10-3 16,0 10 2-16,0 0 0 0,0 0-1 0,0 0 2 16,0 0 0-16,-9 34-2 0,2-15 4 0,2 0-3 0,-3 5 5 15,2 0 7-15,0-6-6 0,4 5-2 16,-2-3 1-16,-1-1 2 0,5-1 1 0,-2 0-3 16,0 1 3-16,4-2 2 0,0-1-1 0,-2 3-11 15,0-4-17-15,3-2-32 0,-1 0-27 0,0-3-68 16,0-1-20-16,5 1-17 0,-6-3-153 0,-1-7-368 15,0 18 163-15</inkml:trace>
  <inkml:trace contextRef="#ctx0" brushRef="#br0" timeOffset="174697.19">14250 15233 33 0,'0'0'90'0,"17"-5"-23"0,-5 2-29 0,3 2-24 16,-1-1-31-16,6-1-21 0,-4 1-41 0,4 0 19 16</inkml:trace>
  <inkml:trace contextRef="#ctx0" brushRef="#br0" timeOffset="174947.39">14618 15225 9 0,'11'1'105'15,"-11"-1"-9"-15,0 0-19 0,11 2-7 0,-11-2-21 16,0 0-14-16,12 6-22 0,-12-6-15 0,6 6-14 16,-6-6-8-16,0 0-6 0,5 10-6 0,-5-10 8 15,0 0-3-15,-3 12 8 0,3-12 18 0,0 0 11 16,0 0 12-16,-8 13 11 0,8-13 7 0,0 0 1 16,-3 6 1-16,3-6-4 0,0 0 3 15,-4 12 6-15,4-12 3 0,0 0-2 0,-5 12-8 0,5-12 1 16,0 0-4-16,0 11 2 0,0-11-11 0,0 0 3 15,8 10-10-15,-8-10-9 0,16 2-13 0,-1 0-32 16,5-3-22-16,8-1-66 0,-1-5-133 0,5 2 60 16</inkml:trace>
  <inkml:trace contextRef="#ctx0" brushRef="#br0" timeOffset="175343.84">15652 14908 120 0,'12'-3'176'16,"6"-1"-14"-16,-3 2-8 0,4 4-12 0,2 2-10 0,5 4-13 16,-9 0-9-16,2 2-13 0,-2 3-3 0,-3 1-13 15,-5 1-11-15,1 1-9 0,-5-1-1 16,-4 0-7-16,-1 1-8 0,-5 3 2 0,-2-3-8 15,-2 0 1-15,-3 0-4 0,-2-1-8 0,-6 2-4 16,-1-1 3-16,2-5-7 0,-8 1 1 0,2-1-2 16,3-4-6-16,3 1 2 0,1-4-2 0,-3 2 3 0,5-6-5 15,3 3 4-15,3-2 2 0,2 1 2 16,8-2 3-16,-13-4 0 0,13 4 1 0,-9-6-8 16,9 6-3-16,-4-5 3 0,4 5-2 0,0 0 0 15,0 0 1-15,0 0-5 0,13-11-1 0,-6 8 2 16,-7 3 1-16,15-1-2 0,-5 1-1 0,2 3 2 15,-2 0 0-15,0 1-4 0,8 3 3 0,-2-1-4 16,1 1-6-16,1 0-24 0,3-2-20 0,-1 2-30 16,7 0-40-16,-1-1-28 0,2 1-17 0,-1 2-136 15,1-6-321-15,0-2 141 0</inkml:trace>
  <inkml:trace contextRef="#ctx0" brushRef="#br0" timeOffset="175858.04">16494 14802 152 0,'-3'-7'188'0,"3"7"-10"0,-4-12-9 0,0 5-13 0,0 1-13 16,-1 2-6-16,5 4-5 0,-7-9-11 0,7 9-15 15,-7-5-13-15,7 5-7 0,0 0-7 0,-12 14-2 16,9-1-3-16,-3 6-3 0,0 7 1 0,0 5 5 16,-2 0-6-16,4 1-6 0,-1 3-6 0,1-2-4 15,3-1-1-15,1 1-6 0,0-1-3 16,2-6-3-16,1 3-4 0,2-2-5 0,-2-3-4 15,-1 4-3-15,0-4 0 0,0 2-4 0,-1-8-1 16,2 1-1-16,1 1-4 0,-4-7-4 0,0 3-1 0,0-3-17 16,1 1-23-16,-2-2-35 0,-2-2-27 0,2 3-34 15,0-3-33-15,-1-1-28 0,0-2-172 0,-2-3-388 16,4-4 173-16</inkml:trace>
  <inkml:trace contextRef="#ctx0" brushRef="#br0" timeOffset="176191.68">16283 15197 10 0,'15'-4'138'16,"-15"4"-10"-16,28-4-10 0,-9 5-20 0,1-3-1 16,10-1-21-16,-1 4-1 0,1 1-13 0,-2 0-11 15,0-1-22-15,2 1-10 0,-9-2-14 0,-1-2 2 16,1 0-3-16,-1 2-1 0,-2-3-3 0,-4 2 3 15,-2-2 3-15,0 1 3 0,-4-1 18 0,-8 3 16 16,13-5-3-16,-13 5 1 0,10-6-5 0,-10 6 18 16,9-6 7-16,-9 6 4 0,0 0-13 0,5-6 1 15,-5 6-1-15,0 0-8 0,0 0-3 0,5-7-6 16,-5 7-4-16,0 0 3 0,0 0 12 0,0 0-2 16,0 0-2-16,0 0 3 0,-7 35-2 0,3-24-4 15,1 0 0-15,-1 6-2 0,2-5-5 0,-1 5-3 16,2-1-2-16,-1 2-1 0,3-2-11 0,-1-3-25 15,0-1-31-15,0 0-32 0,1-1-42 0,3-3-46 16,-3 2-125-16,-1-10-308 0,0 13 136 0</inkml:trace>
  <inkml:trace contextRef="#ctx0" brushRef="#br0" timeOffset="176571.17">16891 15286 148 0,'0'0'181'0,"0"-29"-14"0,0 29-11 0,5-12-10 15,0 4-5-15,-3-2-3 0,2 2-5 0,1 0-8 16,2-3-6-16,2 2-9 0,0 1-5 0,0 1-3 16,2 1-7-16,2 2-11 0,-2 1-10 0,6 3-4 15,-3 2-7-15,-1 0-5 0,0 3-8 0,-1 0-3 16,2 3-6-16,0 2-2 0,-2 0-7 0,-2 4-3 15,-1-3-19-15,-3 0-41 0,-2 0-41 0,1 0-50 16,-1 1-60-16,0-1-161 0,-1 1-371 0,-3-12 163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1T07:09:24.2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18888 8095 5 0,'0'0'25'0,"0"0"-16"0,0 0-16 0,0 0-7 16,0 0 3-16</inkml:trace>
  <inkml:trace contextRef="#ctx0" brushRef="#br0" timeOffset="966.57">21784 7169 45 0,'0'0'81'0,"0"0"-14"16,9-2-3-16,-9 2-6 0,0 0-9 0,6-4-5 15,0 0-5-15,3-1-10 0,2 1 6 0,4-5-2 16,3 0-9-16,6-4-1 0,2 2 2 0,4-4-12 16,1 4 8-16,-1-4-1 0,3 2-19 0,-2-3-20 15,2 2-31-15,3 1-51 0,-4-2-108 0,-1 1 48 16</inkml:trace>
  <inkml:trace contextRef="#ctx0" brushRef="#br0" timeOffset="1551.77">21631 4734 80 0,'0'0'101'0,"0"0"22"0,-3-11-2 0,3 11-11 16,3-14-20-16,4 3-14 0,4-5-8 0,4 3-4 16,12-5-10-16,16-8-13 0,5 6-13 0,6 0-37 15,7-2-4-15,25-4-34 0,-22 9-23 0,26-3-67 16,-29 6-147-16,31-2 66 0</inkml:trace>
  <inkml:trace contextRef="#ctx0" brushRef="#br0" timeOffset="8749.98">16310 11018 37 0,'0'0'38'0,"0"0"-1"0,0 0-10 0,0 0 2 15,0 0-1-15,0 0-3 0,0 0-4 16,0 0-5-16,0 0-4 0,0 0 6 0,0 0-5 15,0 0 0-15,0 0-5 0,0 0 8 0,0 0-8 16,0 0 3-16,0 0-6 0,0 0 1 0,0 0-3 0,-5 4 5 16,5-4-5-16,0 0 1 0,0 0-1 0,0 0 2 15,0 0-2-15,0 0-1 0,0 0 3 0,0 0-1 16,0 0-5-16,0 0 2 0,0 0 2 16,0 0 0-16,0 0 1 0,0 0-6 0,0 0 0 0,0 0 1 15,0 0-4-15,0 0 2 0,0 0-6 0,0 0-3 16,0 0-6-16,0 0-3 0,0 0-1 0,0 0 1 15,0 0 9-15,0 0-11 0,0 0-22 0,0 0-48 16,0 8 21-16</inkml:trace>
  <inkml:trace contextRef="#ctx0" brushRef="#br0" timeOffset="12251.11">22996 10665 23 0,'0'0'63'0,"0"0"-11"0,0 0-2 0,0 0-8 16,0 0-1-16,0 0 0 0,0 0-9 0,0 0-5 16,0 0-4-16,0 0 5 0,0 0-8 0,0 0 0 0,0 0-2 15,0 0-8-15,0 0 0 0,0 0 2 0,0 0 1 16,0 0-7-16,0 0 3 0,0 0-8 16,0 0 8-16,0 0-2 0,0 0-8 0,0 0 0 15,0 0-6-15,0 0-7 0,0 0-3 0,0 0-3 0,0 0 1 16,0 0-8-16,5 4-3 0,-5-4 8 0,0 0-6 15,0 0 8-15,0 0-13 0,0 0-20 16,0 0-58-16,0 0 25 0</inkml:trace>
  <inkml:trace contextRef="#ctx0" brushRef="#br0" timeOffset="15375.84">21982 7299 30 0,'0'0'35'15,"0"0"1"-15,0 0-12 0,0 0 2 0,0 0-2 16,0 0-4-16,0 0-7 0,0 0 4 0,0 0-4 15,0 0 0-15,0 0-3 0,0 0-2 0,0 0-15 16,0 0-2-16,0 0-13 0,0 0-17 0,0 0-41 16,0 0 18-16</inkml:trace>
  <inkml:trace contextRef="#ctx0" brushRef="#br0" timeOffset="19133.25">28599 9310 147 0,'0'0'143'0,"0"0"-11"0,0 0-14 0,0 0-17 16,3-6-11-16,-3 6-9 0,0 0-15 0,0 0-7 15,0 0 2-15,0 0-5 0,0 0-9 0,0 0-11 16,0 0 3-16,0 0-5 0,0 0-17 0,0 0 6 16,0 0 0-16,6 20-4 0,-3-15 3 0,-3-5-5 15,2 10-2-15,0-6-1 0,-2-4-3 0,2 8 4 16,-2-8-2-16,3 6-6 0,-3-6 3 0,0 0-1 16,4 7-3-16,-4-7 1 0,0 0-7 0,3 5 6 15,-3-5-8-15,0 0 12 0,0 0 1 0,0 0-5 16,0 0 1-16,4 5-2 0,-4-5 0 0,0 0 4 15,0 0 0-15,0 0 3 0,0 0-2 0,0 0 2 16,0 0 4-16,0 0 12 0,0 0-2 0,0 0 10 16,0 0 0-16,0 0 3 0,0 0-11 0,0 0 5 15,0 0-6-15,14-9 5 0,-8 5-2 0,2 0-5 16,3-1-5-16,-2-1 1 0,-2 0 6 0,5 1-7 16,-2-2 3-16,5-2-5 0,2-1 1 0,0 0-1 15,2-1-3-15,0 1-1 0,8-4-1 0,0 1-4 16,1 1 3-16,0-4-7 0,-1 1 1 0,3-1 1 15,2-1-8-15,4 0-34 0,14-10-46 0,9-1-29 16,21-12-50-16,-4-4-133 0,12-4-316 0,-1-8 140 16</inkml:trace>
  <inkml:trace contextRef="#ctx0" brushRef="#br0" timeOffset="74834.24">14892 10585 10 0,'0'0'54'0,"0"0"-8"0,0 0 1 16,0 0 1-16,0 0-3 0,0 0-3 0,0 0 1 15,0 0-1-15,0 0-8 0,0 0 2 0,0 0-8 16,0 0-4-16,0 0 6 0,0 0-16 0,0 0 8 16,0 0-4-16,0 0-3 0,0 0 2 0,0 0-2 15,0 0-5-15,0 0 6 0,0 0-9 0,0 0-3 16,0 0 5-16,0 0 2 0,0 0-6 0,0 0 0 16,0 0 4-16,0 0-14 0,0 0-9 0,0 0 4 15,0 0-9-15,0 0-14 0,0 0-10 0,0 0-54 16,0 0-106-16,0 0 47 0</inkml:trace>
  <inkml:trace contextRef="#ctx0" brushRef="#br0" timeOffset="75954.05">14750 9071 20 0,'0'0'16'0,"0"0"-9"0,0 0-6 0,0 0-9 0,0 0-7 16,0 0 3-16</inkml:trace>
  <inkml:trace contextRef="#ctx0" brushRef="#br0" timeOffset="88212.1">15307 13571 28 0,'0'0'23'0,"4"-19"-6"0,-4 19-20 16,0 0-9-16,0 0-11 0,0 0 6 0</inkml:trace>
  <inkml:trace contextRef="#ctx0" brushRef="#br0" timeOffset="90051.76">17489 12928 4 0,'0'0'134'15,"0"0"-2"-15,-23 2-10 0,23-2-11 0,0 0-12 16,0 0 1-16,0 0-9 0,0 0-7 0,0 0-15 16,0 0-5-16,0 0-2 0,0 0-12 0,0 0-5 15,0 0 2-15,0 0-8 0,0 0-2 0,0 0-4 16,0 0-2-16,0 0-8 0,0 0 0 0,0 0-6 15,0 0 3-15,0 0 7 0,0 0-2 0,0 0-4 16,0 0 12-16,0 0-12 0,0 0-3 0,15 16-1 16,-15-16 3-16,9 3-4 0,1-5 1 0,2 0-1 15,7-2-4-15,1-2-4 0,8-5-17 0,3-2-32 16,15-9-34-16,7-3-47 0,-5-2-119 0,5-6-259 16,18-18 115-16</inkml:trace>
  <inkml:trace contextRef="#ctx0" brushRef="#br0" timeOffset="92101.06">26167 12715 57 0,'0'0'92'0,"0"0"-5"0,0 0-9 0,-10 3 2 16,10-3-7-16,0 0-3 0,0 0-10 0,0 0-2 15,0 0-5-15,0 0-6 0,0 0 0 0,0 0 2 16,32 3 9-16,-3-5-2 0,5 2-2 0,18 2-4 16,11-2 0-16,33-3-4 0,1 2-9 0,9 1 0 0,-1 0-7 15,3-3-4-15,6 2-7 0,5 0-10 16,-2 0-37-16,0-2-49 0,0 3-126 0,-5-1-221 15,1-6 98-15</inkml:trace>
  <inkml:trace contextRef="#ctx0" brushRef="#br0" timeOffset="154666.93">16731 14977 67 0,'0'0'71'0,"0"0"-8"16,0 0-3-16,0 0-1 0,0 0 12 0,0 0-1 16,0 0-2-16,0 0 14 0,0 0-7 0,0 0 0 15,0 0 17-15,0 0-9 0,0 0-1 0,0 0-5 16,0 0-15-16,0 0 3 0,0 0-6 0,0 0-6 16,0 0-4-16,0 0-5 0,0 0-7 0,0 0-2 15,0 0-1-15,0 0-6 0,0 0-1 0,-9-11-1 16,9 11 2-16,0 0-14 0,0 0-3 0,0 0-2 15,0 0 2-15,0 0-9 0,0 0 4 0,0 0-4 16,0 0-4-16,0 0 4 0,-7-2-6 0,7 2 5 16,0 0 0-16,0 0-1 0,0 0 0 0,0 0 9 15,0 0-13-15,0 0 8 0,0 0-9 0,0 0 0 16,0 0 3-16,0 0 1 0,0 0 7 0,0 0-5 16,0 0 0-16,0 0 6 0,0 0-4 0,0 0 0 15,0 0 7-15,0 0-3 0,0 0 7 0,0 0 5 16,0 0 7-16,0 0 0 0,0 0 13 0,0 0 2 15,0 0-1-15,0 0-6 0,0 0-3 0,0 0-3 16,0 0-3-16,0 0-5 0,0 0-4 0,0 0-6 16,0 0-5-16,0 0 1 0,0 0-5 0,0 0-5 15,0 21-8-15,0-21-30 0,-1 12-40 0,2-2-52 16,-1-1-172-16,3 1-332 0,2 0 147 0</inkml:trace>
  <inkml:trace contextRef="#ctx0" brushRef="#br0" timeOffset="165192.65">17268 15082 78 0,'0'0'76'15,"0"0"-12"-15,0 0-5 0,0 0-6 0,5 3 10 16,-5-3-5-16,0 0-1 0,0 0 9 0,0 0 14 15,0 0-2-15,0 0 7 0,0 0 10 0,0 0-9 0,0 0 7 16,0 0-5-16,0 0-6 0,0 0-8 0,7 1-2 16,-7-1-7-16,0 0-6 0,0 0-5 0,0 0-6 15,0 0 2-15,8-6-10 0,2 1-2 16,2-1-9-16,13-4-1 0,3-2-8 16,6-1-23-16,11-8-60 0,9 0-34 0,5-2-62 0,1-1-94 15,31-16-274-15,-7 4 122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6T04:06:05.7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7384 3709 20 0,'-3'-7'141'15,"1"-2"4"-15,-3 3-7 0,2-3-2 0,-1 0-6 16,2 3-1-16,-1-2-3 0,1 0-6 0,2 8-6 15,-4-14-10-15,1 8-7 0,3 6-12 0,-3-12-2 0,3 12 1 16,-3-7-9-16,3 7-4 0,-4-5-10 16,4 5-8-16,0 0-6 0,0 0-7 0,-3-7-4 15,3 7-7-15,0 0 1 0,0 0-4 0,0 0-4 16,0 0 0-16,7 23-1 0,-4-12-7 0,3 5 2 16,-2 1-1-16,-1-1-7 0,0 2 6 0,2 2 0 15,1 5 0-15,-4 2-4 0,0-3 2 0,1-6 1 16,-2 1-6-16,-1 1 3 0,1-1-7 0,1-1 2 15,-1 0 1-15,-1-2-1 0,1 0 3 0,0-3-4 16,2 3 4-16,-2-4-4 0,1 3 0 0,0-3-4 16,-2 0-9-16,3 1-19 0,-3-3-25 0,0 2-21 15,1 0-29-15,-1 0-24 0,1 1-25 0,-2-2-22 16,0 0-103-16,1-11-300 0,-1 18 134 0</inkml:trace>
  <inkml:trace contextRef="#ctx0" brushRef="#br0" timeOffset="391.82">7320 3583 160 0,'5'-11'146'0,"3"1"-8"0,7-2-17 0,2 1-6 16,2 3-11-16,9 1 1 0,0 0-9 0,-1 5-7 15,1 4-10-15,-6 4-6 0,-3 0-11 0,0 1-2 16,-2 3-10-16,-2 0-1 0,-2 3-5 0,-3 1-6 16,-2 1 14-16,-3 0-17 0,-1 2-4 0,-3 0-7 15,-2-1 0-15,-3-1-3 0,-5 3 3 0,0-1-6 16,-3-2 3-16,-8 3-4 0,-2-1 2 0,-1-1-6 16,0 0 3-16,3-7-3 0,-1-2 0 0,2-1-5 15,1-2 2-15,5 0-1 0,0-2 0 0,3-1 0 16,3 0 2-16,7-1-1 0,-10 1-4 15,10-1-6-15,-11 1 5 0,11-1-2 0,-6 3-4 16,6-3-3-16,0 0 2 0,-1 8 6 0,1-8-8 16,0 0 7-16,9 15-2 0,-2-3 3 0,3-3-1 0,1 5-3 15,-1 0 3-15,5 0-1 0,-1 0-24 0,7 5-11 16,-7-6-28-16,9 1-31 0,0 3-32 0,-1-1-26 16,-3 1-97-16,-4-5-266 0,-2 2 118 15</inkml:trace>
  <inkml:trace contextRef="#ctx0" brushRef="#br0" timeOffset="702.18">7781 4095 49 0,'18'-10'161'0,"6"-4"-16"0,1 0-10 0,-1-1-14 15,0 3-8-15,-2-3-15 0,2 2-3 0,-7 0-8 16,1 3-6-16,2-6-9 0,-6 3-7 0,0-1-9 15,-1 2-2-15,-3-5-5 0,0 2-6 0,-3 0-3 16,-2 4-1-16,-2-2 1 0,-2 1-4 0,-2 0 2 16,-1 0 13-16,1 6 0 0,-1-3 3 0,-2 3-6 15,0 1 0-15,-1-1-9 0,5 6-4 0,-14 0 4 16,14 0-11-16,-16 4 0 0,4 2 1 0,-3 8-6 16,-1-4 2-16,-2 9-7 0,-1-1 4 0,6-2-3 15,2-1-1-15,2 1-2 0,3-2-1 0,3 2 3 16,1-3-6-16,5 4-10 0,-1-6-23 0,4-2-26 15,4 6-25-15,4-6-36 0,1-1-35 0,3-2-35 16,0 1-103-16,0-3-305 0,-1-2 134 0</inkml:trace>
  <inkml:trace contextRef="#ctx0" brushRef="#br0" timeOffset="914.23">8248 3812 151 0,'0'0'197'0,"-5"-7"-20"0,5 7-18 0,-8-3-10 16,8 3-4-16,0 0-7 0,-19 12-7 0,6-1-10 16,2 1-6-16,-6 3-10 0,4 0-11 0,2 2-5 15,0 1-13-15,4 1-4 0,2-2-7 0,1 1-7 16,1 0-11-16,6-3-15 0,1 1-28 0,1-5-21 16,4 3-12-16,1-6-26 0,5 3-21 0,3-5-26 15,-1-2-33-15,4-1-25 0,2-2-99 0,-5 0-280 16,2-3 124-16</inkml:trace>
  <inkml:trace contextRef="#ctx0" brushRef="#br0" timeOffset="1144.96">8471 3660 150 0,'2'-7'234'0,"-2"7"-22"15,0-10-20-15,0 10-19 0,0 0-24 0,0-10-12 16,0 10-13-16,0 0-14 0,0 0 6 15,0 0-7-15,4 37 10 0,-4-11-4 0,0-1-9 16,0 3-4-16,-2-2-9 0,0 1-6 0,0 1-11 16,0-2-8-16,1 3-11 0,-2-4 4 0,3 3-8 15,0-3-4-15,0-3-10 0,0-2-22 0,1-2-23 0,1 0-28 16,-2 0-32-16,1-3-36 0,1-4-48 0,-2-1-35 16,2 0-183-16,-2-10-398 0,-4 15 176 15</inkml:trace>
  <inkml:trace contextRef="#ctx0" brushRef="#br0" timeOffset="1406.66">8315 3913 50 0,'13'-5'161'16,"8"-1"-15"-16,0 2-14 0,7-2-14 0,-2-2-10 15,1 3-5-15,2 0-6 0,0 3-15 0,-1 0-3 16,-7-2-6-16,2 5 0 0,-3-3-6 0,1 0-5 15,-2 2-6-15,-2-1-2 0,-3 1-3 0,-2 1-9 16,-2 0-4-16,1 1-3 0,-4 1 1 0,-1 0 4 16,-1 0-6-16,0 4 3 0,0-1 5 0,0 4-3 15,1-1 1-15,-4 3-3 0,-1-1-1 0,-1 6-4 16,0-4 0-16,2 4-9 0,-1-5 4 0,-1 3-30 16,0-3-35-16,1 0-30 0,2 0-48 0,-1-1-44 15,1-2-124-15,-3-3-305 0,5 1 135 0</inkml:trace>
  <inkml:trace contextRef="#ctx0" brushRef="#br0" timeOffset="1579.75">8733 3615 53 0,'0'0'116'0,"0"0"-32"0,0 0-39 0,0 0-45 16,-5 15-50-16,5-15-54 0,0 0 24 0</inkml:trace>
  <inkml:trace contextRef="#ctx0" brushRef="#br0" timeOffset="1982.16">9268 3598 18 0,'0'0'170'16,"-4"-5"-18"-16,4 5-8 0,0 0-14 0,-7-4-8 0,7 4-9 15,0 0-13-15,0 0-2 0,-12 9 8 0,6 1-1 16,1 6-3-16,3 2-1 0,-2 1-7 0,-4 8-9 16,5 6-4-16,-1 3-3 0,1 12-5 15,-1-13-5-15,4 0-1 0,0-1-5 0,-2 3-6 16,0-1-7-16,1-3-4 0,0-1 1 0,1 2-8 0,0-1-4 15,0-4-3-15,0-2-2 0,1 1-2 0,-1-5-7 16,0-2-18-16,0-2-27 0,-1-1-21 16,1-1-35-16,-2-6-38 0,2 0-43 0,2 2-18 0,-2-4-126 15,-3-3-331-15,3-6 147 0</inkml:trace>
  <inkml:trace contextRef="#ctx0" brushRef="#br0" timeOffset="2283.67">9036 3985 1349 0,'5'-15'21'0,"-2"4"15"16,-1 1-21-16,2 2-14 0,0 0 1 0,4 2 5 15,2 2-2-15,3-2 3 0,14-1-13 0,2 0 10 16,4 2 0-16,1-1-12 0,0-2 5 0,-1 6-9 0,2-8 6 16,1 5 0-16,-3 1-4 0,-4-2 9 0,3 4-2 15,-5-3 4-15,1 0-6 0,-7 1 7 16,-2 1-5-16,-7 2 2 0,-1-2 3 0,1 2 0 15,-3 2-3-15,-9-1 0 0,12 0 10 0,-12 0 3 16,10-3-16-16,-10 3 8 0,0 0-1 0,9 0 6 16,-9 0 0-16,0 0 3 0,5 6 3 0,-5-6 0 0,0 11 7 15,0-2 0-15,0 0-4 0,-1 2-1 0,1-1-3 16,-1 1 2-16,1 1-3 0,0 5-3 16,2-2-23-16,-2 0-30 0,3-3-32 0,-1 1-33 15,3 0-26-15,-2-2-81 0,1-1-230 0,-2-1 102 16</inkml:trace>
  <inkml:trace contextRef="#ctx0" brushRef="#br0" timeOffset="2452.38">9518 3624 66 0,'0'0'80'15,"0"0"-10"-15,0 0-9 0,12-7-31 0,-12 7-31 16,21 8-50-16,-3-3-56 0,1 1 25 0</inkml:trace>
  <inkml:trace contextRef="#ctx0" brushRef="#br0" timeOffset="2680.22">10005 3737 115 0,'0'0'146'0,"-18"-13"-2"0,18 13-9 16,-15 14 0-16,2-2-1 0,0 4-1 0,2-3-8 15,-2 4-4-15,1-2-10 0,0 2-7 0,3 0-11 16,1-2-7-16,2 2-8 0,1-2-7 0,2 1-7 16,3 0-6-16,1-1-5 0,3 1-6 0,0-5-16 15,4 3-30-15,3-2-33 0,-1-2-28 0,4-2-31 16,4-1-29-16,-1-1-11 0,3-1-128 0,1-3-280 15,-1 1 124-15</inkml:trace>
  <inkml:trace contextRef="#ctx0" brushRef="#br0" timeOffset="3032.55">10280 3834 30 0,'-4'-15'160'0,"4"15"-8"0,-6-10-7 15,-1 6-13-15,7 4-11 0,-13-3-11 0,13 3-2 16,-20 8 1-16,6 1-8 0,-3 3-5 15,2 2-9-15,-6 4-11 0,5-4 0 0,-2 4-10 16,5-4-6-16,4 0-6 0,4-3-6 0,1 1-2 0,0-1-1 16,1 0-6-16,1-4-11 0,4 1 5 0,-2-8-6 15,5 13 0-15,-1-10-4 0,1 0 2 0,0 0-5 16,6-1 0-16,-3 0-3 0,-8-2 2 0,18-5-10 16,-8 3-1-16,0-4 1 0,-1-1 0 15,-2 3-2-15,-1-3 2 0,-1 2-1 0,2-3-2 16,-4-1-4-16,0-1 4 0,1 1 2 0,-2 0 0 0,1-2-1 15,-2 5-1-15,-1 6-1 0,3-9 3 0,-3 9 1 16,1-9-5-16,-1 9-4 0,1-5 1 0,-1 5-3 16,0 0 5-16,0 0-3 0,0 0 0 0,0 0 2 15,4 29-2-15,-4-16 0 0,1-1 4 16,1 3 2-16,0 3-1 0,1-1-23 0,-2 0-21 16,2-3-20-16,2 2-40 0,1-5-22 0,0-2-23 0,2 0-31 15,2-2-91-15,-1-4-287 0,0 0 127 0</inkml:trace>
  <inkml:trace contextRef="#ctx0" brushRef="#br0" timeOffset="3287.89">10552 3598 230 0,'1'-9'226'0,"0"2"12"0,-1 7-22 16,-1-9-25-16,1 9-17 0,0 0-17 0,0 0-7 15,0 0-5-15,0 0 4 0,1 29 2 0,-1-4 1 16,-2-1-10-16,-1 7-1 0,-2 0-13 0,2-3-7 16,-1 6-11-16,0-3-6 0,0 1-10 0,1 0-13 15,1-2-5-15,0-2-7 0,2 0-8 0,-1-1-3 16,1-1-19-16,0 0-28 0,1-8-24 0,1-1-39 16,-1-2-32-16,-1-4-38 0,0 0-42 0,1-4-37 15,1-2-22-15,-2-5-27 0,0 0-135 0,0 0-415 16,0 0 184-16</inkml:trace>
  <inkml:trace contextRef="#ctx0" brushRef="#br0" timeOffset="3558.49">10325 3856 133 0,'26'-6'152'0,"-7"4"-15"15,10 1-13-15,1 0-15 0,2-2-2 0,1 0-13 16,2 0-1-16,-3 0-11 0,1 0 7 0,-3-1-13 15,-1 1-7-15,-1-1-6 0,0 1-3 0,-10 3-7 16,0-3-4-16,2 3 0 0,-7 0-10 0,-1 1 4 16,0 1-9-16,-12-2-3 0,15 0 1 0,-15 0-1 15,12 10 10-15,-8-6 5 0,0 3 9 0,1 3 5 16,-4 1-1-16,-1-1-1 0,0 2 2 0,-1 2-3 16,-1 1-7-16,-1 5-6 0,-1-4 3 0,1-1-7 15,2-2-4-15,0 0-16 0,0-1-24 0,-2-1-30 16,2 2-44-16,1-13-58 0,4 19-65 0,-3-9-128 15,-1-10-355-15,2 10 158 0</inkml:trace>
  <inkml:trace contextRef="#ctx0" brushRef="#br0" timeOffset="3721.79">10861 3730 1343 0,'0'-16'32'0,"-1"4"28"0,-2 3-11 15,1 0-21-15,2 9-13 0,0-11-8 0,0 11-24 0,0 0-24 16,0 0 1-16,0 0-21 0,0 0-33 0,0 0-17 16,0 0-84-16,0 0-212 0,20 16 94 0</inkml:trace>
  <inkml:trace contextRef="#ctx0" brushRef="#br0" timeOffset="4249.91">11108 3806 128 0,'0'0'168'0,"2"13"-1"0,-3-7-10 0,-1 3 0 16,-2 7-3-16,-4-1-7 0,3-3-9 0,-3 2-9 15,2 2-13-15,0 0-6 0,-1-2-12 0,6-2-8 16,-3 0-10-16,4 0-3 0,1 0-10 0,2 0-7 16,-2-4-3-16,2 2-6 0,2-4-2 0,1 3-6 15,-1-2-3-15,2-3-4 0,-1 0 0 0,3-2-6 16,-1 0-2-16,-8-2-2 0,15-3-3 0,-7 0 0 15,1 0 0-15,-2-2-3 0,1 0-3 0,-1-4-1 16,-3 1-1-16,2-1-5 0,-1-2 1 0,-1 0-3 16,3-3 0-16,-5 2-2 0,1 0 0 0,1 0-2 15,1-3-3-15,-1 4 4 0,1-2-5 0,0 4-2 16,2 0 1-16,-3 1 0 0,-1 5-3 0,4-1-1 16,-1 3 1-16,-6 1 1 0,17 3 1 0,-8 1 0 15,2 2-3-15,-3 4 3 0,0-1 1 0,-2 2 0 16,2 0 0-16,-1 0-1 0,-3 1 5 0,0-2 0 15,-1 1 4-15,1-2 0 0,-2 0-1 0,1-2 4 16,-1-2-2-16,-2-5 4 0,4 11 6 0,-4-11 9 16,0 7 12-16,0-7-1 0,0 0-3 0,0 0-4 15,0 0-5-15,0 0 1 0,0 0-3 0,0 0-5 16,0 0-2-16,-4-30 0 0,8 20-1 0,-1-2-4 16,0 1-5-16,5-4 3 0,0-3-3 15,6-3 2-15,-4 7-4 0,1-1-3 0,3 1 0 0,-1-1-1 16,2 2 0-16,0 1 0 0,2 5 2 0,-6 1 6 15,0 2-4-15,1-1 1 0,-2 5-3 0,3 2 4 16,-3 2-2-16,-1 2 1 0,0 0-2 0,0 5 4 16,-2 4-2-16,1-2 0 0,-3 3 0 0,2 1-15 15,-2 1-32-15,-1 1-39 0,-4-1-53 0,2 0-89 16,-3 2-218-16,0-4-476 0,-1-3 211 0</inkml:trace>
  <inkml:trace contextRef="#ctx0" brushRef="#br0" timeOffset="4648.3">12111 3927 2291 0,'0'0'-14'16,"0"0"21"-16,0 0 1 0,0-21-11 0,0 21 0 15,10-10-2-15,5 2 4 0,3 1-10 0,9-7 8 16,-1 3-2-16,6 0 1 0,-5-3-1 0,2 3 2 16,-4-2 0-16,0 2 6 0,-10 0-5 0,3 4 4 15,-2-3-1-15,-2 1 2 0,-4-5 1 0,0 6-1 16,-3-4 2-16,-1 2-3 0,-1-1 3 0,-3-1 0 16,0 0 0-16,-4 0-4 0,0 1 3 0,-2 1-3 15,-1 1 1-15,-4 1-1 0,-2 3 3 0,-1-3-2 16,-4 4 6-16,-1 1-5 0,-2 3 5 15,2 4-1-15,-3 3 3 0,-3 5-2 0,-2 4 1 0,5 0-4 16,-2 4 4-16,3 0 2 0,2 3-2 0,3 1 1 16,3-1-1-16,2-6 3 0,3 1-3 0,2 0-1 15,5-1 3-15,4 2-2 0,1-5-1 0,5 1 0 16,5 0-10-16,2-4-31 0,7 0-36 0,4 0-47 16,2-6-35-16,1-1-40 0,-3 1-127 15,-8-5-344-15,8-2 152 0</inkml:trace>
  <inkml:trace contextRef="#ctx0" brushRef="#br0" timeOffset="5006.21">12565 3746 44 0,'0'0'174'0,"0"0"-22"0,0 0-12 16,0 0-11-16,0 0-6 0,0 0 11 0,0 0-2 0,6 35 10 15,-6-16-12-15,-4 10-5 0,2-2-11 0,-2 4-6 16,1-4-10-16,1 2-5 0,-5-4-8 0,2 2-9 15,5-7-8-15,-2-1 0 0,2-2-10 16,0-5-8-16,-2-1-2 0,0-2-5 0,2-1 7 16,0-8 13-16,0 11 21 0,0-11 15 0,0 8-4 15,0-8 0-15,0 0-11 0,0 0-9 0,0 0-5 0,-7-25 0 16,8 9-17-16,-2-1-4 0,1-2-4 0,1-5-7 16,0 4 9-16,1-9-19 0,5 1 0 0,-5-1-6 15,10 0-1-15,-3 0-5 0,2-2 4 16,3-2-12-16,-1 1-2 0,1-1-7 0,-1-1 0 15,1 5-5-15,-5 0 4 0,4 3-4 0,-2 1 3 16,-2 9-8-16,0 4-6 0,-3 1-18 0,2 4-22 0,-4 0-16 16,1 4-9-16,3 1-11 0,-8 2-11 0,12 8-17 15,-8 0-13-15,3 4-24 0,-5 5-15 16,1 4-17-16,-2 5-12 0,-3 1-137 0,-4 2-366 16,-1-5 161-16</inkml:trace>
  <inkml:trace contextRef="#ctx0" brushRef="#br0" timeOffset="5417.35">12571 3920 88 0,'0'0'131'16,"0"0"-10"-16,0 0-10 0,0 0 5 0,0 0-5 15,0 0-5-15,32-1-4 0,-14-1-4 0,5-4-8 16,-5 3-2-16,9-4-7 0,-7 2-11 0,2 1 3 16,-2 0-10-16,-1-2-5 0,2 3 2 15,0-1-3-15,-1 2-7 0,-2-2-4 0,-4 4 0 0,-3 0-5 16,-2-3-5-16,0 3 0 0,-9 0-8 0,13 1 0 15,-8 3 10-15,4-1-2 0,-4 6 4 0,-1-3 2 16,0 3 2-16,-2 3 7 0,1 5 0 0,-1-1 11 16,-2 2-6-16,2-1-4 0,-4-2-6 0,2 2-2 15,0-2-7-15,-2-1 0 0,2-2-5 0,-3-1-2 0,3-4-4 16,0 0 0-16,0-7-4 0,-2 13 3 16,2-13 1-16,0 9 9 0,0-9 19 0,0 0 4 15,0 0-11-15,0 0-4 0,0 0-6 0,0 0-1 16,0 0-3-16,-4-36-4 0,4 24-6 0,0-5 0 15,-2-1-2-15,2 0-3 0,0 0-4 0,2-8-1 16,-2 1 2-16,4-2-13 0,-2-1-5 0,3 1-7 16,3-2-6-16,0 1-1 0,1 1-6 0,0 3 3 15,2 0-6-15,-2 7-2 0,0 2-6 0,-1 2-5 16,2 4-8-16,-1-1-10 0,-1 3-14 0,2 1-13 16,-1 2-14-16,0 1-16 0,2 5-9 0,2-2-15 15,-4 2-19-15,1 5-15 0,-1 1-6 0,-1 2-123 16,-4 1-326-16,-3 4 145 0</inkml:trace>
  <inkml:trace contextRef="#ctx0" brushRef="#br0" timeOffset="5671.91">12990 3917 98 0,'0'0'134'0,"-5"7"-17"0,5-7-5 16,0 0 0-16,-2 6 14 0,2-6-2 15,0 0 6-15,20 2-15 0,-6-2-4 0,5-2-20 0,8 2-10 16,3-3-1-16,-3-1-10 0,-5 1-9 0,5 0-10 15,-5 0 5-15,5-2-6 0,-8 2-15 0,-2-1 4 16,-3 2-1-16,-3 0-7 0,3-1-7 0,-7 1 0 16,-7 2-3-16,15 0-6 0,-15 0 2 0,12 3 5 15,-10-1 5-15,2 3 5 0,-4-5 1 0,5 11 4 16,-3-2-1-16,-2 1 4 0,2 3-12 0,-4-2-2 16,0 0-1-16,1 1-2 0,1 1-4 0,-2-1-32 15,2-1-30-15,-2 1-42 0,4 0-35 0,-2-2-44 16,-2-1-151-16,2-9-341 0,-4 14 152 0</inkml:trace>
  <inkml:trace contextRef="#ctx0" brushRef="#br0" timeOffset="5846.98">13365 3619 98 0,'2'-11'152'0,"-2"11"-22"0,0 0-12 0,0 0-11 16,0 0-15-16,0 0-34 0,0 0-31 0,0 0-35 16,0 0-40-16,8 31-73 0,-5-23-132 0,4 4 59 15</inkml:trace>
  <inkml:trace contextRef="#ctx0" brushRef="#br0" timeOffset="6190.26">13877 3866 63 0,'2'-7'187'0,"-2"7"-14"0,0 0-4 16,0 0-13-16,-12-7-6 0,12 7-7 0,-10 1-7 16,10-1-4-16,-19 11-6 0,4-3 0 0,3 4-8 15,1 0-7-15,-2 3-9 0,1-2-7 0,3 2-7 16,-1 1-9-16,2-1-7 0,2 0-5 0,4-2-10 16,1 3-3-16,-1 0-3 0,7-1-9 0,-3-3-22 15,4-3-23-15,2 3-23 0,1-5-19 0,1 3-30 16,4-5-19-16,2-1-39 0,2 1-13 0,-5-4-14 15,1-1-14-15,-1-1-104 0,1-1-299 0,-3-1 133 16</inkml:trace>
  <inkml:trace contextRef="#ctx0" brushRef="#br0" timeOffset="6368.1">13982 3927 39 0,'5'-20'110'0,"-1"2"12"16,0 1 15-16,2 1-15 0,-2 7 6 0,0 0-1 15,0 1-3-15,-3 3-12 0,-1 5-10 0,2-10-12 16,-2 10-6-16,0 0-7 0,0 0 10 0,0 0-3 15,11 19 1-15,-8-7-7 0,-1 5-5 0,0 1-9 16,-2 2-3-16,0-4-7 0,0 9-7 0,0-6-2 16,-2-2-11-16,4 0-30 0,-2-1-23 0,0-2-39 15,2-1-48-15,0 0-43 0,-1-2-144 0,-2 0-318 16,-1-2 140-16</inkml:trace>
  <inkml:trace contextRef="#ctx0" brushRef="#br0" timeOffset="6796.36">14158 3997 137 0,'4'-2'182'0,"-4"2"-9"16,11-12-7-16,-4 4-7 0,-2-1-11 0,1 0-3 15,-1-1-12-15,1 0-8 0,-4 0-17 16,2-2-4-16,-1 2 1 0,0-2-1 0,-1 4 0 15,-2-2-4-15,2 6-4 0,-2 4-4 0,0-12-5 16,0 12-10-16,0 0-12 0,-2-9-6 0,2 9-6 16,0 0-6-16,0 0-5 0,0 0-2 0,-21 19-6 0,15-9 0 15,-4 3-4-15,2 2 5 0,-1-1-9 16,5 2-7-16,-1-4-5 0,-2 2-19 0,4 2-16 16,3-4-26-16,0-1-19 0,3 2-17 0,-1-1-35 15,7-1-17-15,-2-2-29 0,2 0-19 0,3-2-13 16,-1 0-109-16,0-1-329 0,3-1 146 0</inkml:trace>
  <inkml:trace contextRef="#ctx0" brushRef="#br0" timeOffset="7018.6">14390 4002 112 0,'1'-7'195'0,"1"-1"-6"0,0 1-7 16,3-3-5-16,-3 3 1 0,0 0-11 0,-1 0-5 15,3 1-15-15,-2-1-6 0,2 1-16 0,1 0-11 16,-1 1-13-16,4 0-10 0,1 0-7 0,-3 4-6 15,3-1-9-15,1 2-5 0,-10 0-11 0,16 2-2 16,-5 0 3-16,-1 2-14 0,-3 2-4 0,2-1-3 16,1 2-2-16,-4-1-3 0,1 2-3 0,-2-1-3 15,1 3-6-15,-2-5-21 0,-2 1-15 0,3 2-26 16,-3-1-22-16,0 0-34 0,0-1-20 0,-2-6-45 16,5 12-30-16,-3-6-143 0,-2-6-368 0,0 0 163 15</inkml:trace>
  <inkml:trace contextRef="#ctx0" brushRef="#br0" timeOffset="7570.17">14754 3829 106 0,'0'0'201'0,"0"0"-11"16,0 0-29-16,-4-9 6 0,4 9-3 0,0 0 1 15,-22 16-7-15,11-5-8 0,-1-3-11 0,3 1-11 16,-2 4-10-16,2 1-13 0,2-3-10 0,2 1-10 15,1 1-5-15,2-4-6 0,0 1-7 0,2 0-6 16,3 0-3-16,2-1-6 0,2-1-3 0,3-2-4 16,1 1-5-16,2-2-4 0,5-1-2 0,0-2 0 15,-2 0-8-15,4-1-2 0,-5-2-2 0,-1-1-13 16,-1-1 0-16,0 0-1 0,-3 0-2 0,-1-2-3 16,1-3-1-16,-4 5 0 0,1-4 3 0,-2 2-4 15,0-2-6-15,3-3 5 0,-4 1-2 16,-3 2 1-16,1 0-3 0,2 0 9 0,-2-1-8 0,-2 8-1 15,3-8-1-15,-3 8 2 0,4-5-3 0,-4 5 1 16,0 0-3-16,0 0 7 0,0 0-2 0,0 0-1 16,14 4 3-16,-14-4 4 0,9 8 4 0,-5-2-4 15,4 1-7-15,1-2 7 0,-1 0-1 0,4 0 4 16,2-3 0-16,2 0 7 0,0-1-9 0,1-2 1 16,0 1 0-16,-4-2-4 0,3-1 0 0,-5 0 9 15,1-1 5-15,-2 0-1 0,-1 1 5 0,-4-3 3 16,6 0 1-16,-4 1 0 0,-1-2 9 15,-6 7 2-15,8-11-8 0,-3 7 5 0,-5 4 2 0,4-9-1 16,-4 9-3-16,0 0-2 0,6-6-3 0,-6 6-4 16,0 0-6-16,0 0-1 0,0 0-1 0,0 0 1 15,9 10-4-15,-7 2 2 0,0 4 2 0,-1 3-2 16,1 8 2-16,-4 1 0 0,1 3 8 0,0 0-13 16,0 1 5-16,1 1-4 0,-4-2 0 0,6 0 4 15,-2 0-2-15,2-2-4 0,0-2-8 0,-2-1-32 16,3-6-21-16,2 0-34 0,-3-1-35 15,0-2-35-15,-2-4-37 0,1-2-43 0,-2 0-200 16,1-11-473-16,-11 16 211 0</inkml:trace>
  <inkml:trace contextRef="#ctx0" brushRef="#br0" timeOffset="7768.76">15495 3996 2004 0,'6'-11'91'0,"1"3"0"0,-3-3-28 0,-2 4-12 0,1 1-23 16,-2-1-1-16,-1 7-9 0,3-7-9 0,-3 7-18 15,0 0-14-15,2-9-19 0,-2 9-14 16,0 0-27-16,0 0-23 0,0 0-24 0,0 0-16 16,12 14-13-16,-11-8-113 0,4 4-293 0,-5-10 129 15</inkml:trace>
  <inkml:trace contextRef="#ctx0" brushRef="#br0" timeOffset="7900.59">15491 4169 96 0,'0'0'175'0,"0"0"-13"0,0 0-9 15,-1 9-18-15,1-9-11 0,0 0-18 0,0 0-13 16,0 0-22-16,8 4-29 0,-8-4-25 0,14-3-29 16,-4-3-39-16,0 2-19 0,1-2-20 0,1 0-69 15,0 1-171-15,8-5 75 0</inkml:trace>
  <inkml:trace contextRef="#ctx0" brushRef="#br0" timeOffset="8044.08">15878 3988 100 0,'0'0'229'0,"7"-3"-11"0,-7 3-20 0,0 0-15 16,7-3-17-16,-7 3-19 0,0 0-15 0,0 0-13 16,8-3-12-16,-8 3-20 0,0 0-33 0,0 0-41 15,0 0-50-15,0 0-60 0,10 0-48 0,-10 0-101 16,0 0-266-16,0 0 118 0</inkml:trace>
  <inkml:trace contextRef="#ctx0" brushRef="#br0" timeOffset="8960.9">8597 4906 40 0,'-9'3'58'0,"1"-2"-4"0,0 0-5 15,8-1-6-15,-9 3-3 0,9-3 2 0,0 0 6 16,-1 7 8-16,1-7 4 0,14 3 19 0,2 0-12 15,5-2 3-15,12-1 5 0,5-1-6 0,16-1 0 16,5-2-4-16,5 1 3 0,32-6-8 0,-3-1-3 16,6 0-4-16,6 0-1 0,2-1-3 0,9 0-9 15,5 4-1-15,5-1-2 0,7 2-1 0,6-2 4 16,6 3-3-16,5-4-1 0,4 4-11 0,-1 2 6 16,-1-2-3-16,0 0 0 0,0-2 0 0,-2 2-2 15,-1-2 5-15,-3 2 0 0,3-3-5 0,0 0 7 16,7 5-2-16,2-4 2 0,-1-2-2 0,4 3-4 15,-2 0 3-15,4-4-5 0,-3-3-6 0,6 9-1 16,-4-7-2-16,1 2-1 0,-1 1 2 0,3-2-3 16,-6 0-3-16,-6 1-4 0,-10 1 3 0,-10 2-2 15,-7 0-3-15,-11-1-1 0,-11 1 7 0,-14 0-8 16,-28 3 1-16,-6 1 0 0,-4 1-1 0,-13 0-8 16,-3 1 3-16,-2-3-5 0,-2 2-6 0,-10 2 3 15,-3-2-3-15,-2-1-2 0,-4 2 1 0,-1-1 0 16,-12 1-1-16,19 1 0 0,-19-1-1 0,16 2 6 15,-16-2-4-15,9 0-10 0,-9 0-6 0,0 0-18 16,0 0-41-16,12-3-29 0,-12 3-174 0,0 0-316 16,0 0 140-16</inkml:trace>
  <inkml:trace contextRef="#ctx0" brushRef="#br0" timeOffset="15700.02">17191 3950 65 0,'0'0'98'16,"0"0"-5"-16,-4-6 7 0,4 6-8 0,0 0-7 16,0 0 1-16,0 0-4 0,-5-5-6 0,5 5 8 15,0 0-4-15,0 0-9 0,-7-5-11 0,7 5-2 16,0 0-3-16,-7-4 4 0,7 4-1 0,0 0-4 16,-6-5 0-16,6 5 2 0,0 0-5 0,0 0 4 15,-4-6 0-15,4 6-3 0,0 0-3 0,0 0-7 16,0 0-6-16,0 0-6 0,0 0 1 0,0 0-4 15,0 0-1-15,0 0 2 0,0 0-14 0,0 0-5 16,0 0 4-16,0 0-1 0,0 0-4 0,0 0-1 16,19 11 1-16,-11-5-1 0,-1 1 2 0,3 3 0 15,-2-2-5-15,2 6 0 0,-2-4 3 0,2 6-1 16,0-2 0-16,-2-1 1 0,1 1-5 0,0 1 5 16,-3 1-4-16,1-6 1 0,-2 2-1 0,0-2 2 15,0 0-2-15,2 0 3 0,-4-1-3 0,1 0 2 16,-1-2-1-16,-2-1 0 0,3 1-3 0,-4-7 2 15,2 9 1-15,-2-9 3 0,0 9 0 0,0-9-1 16,0 0 0-16,-5 7-2 0,5-7-4 0,0 0 9 16,-10 0-8-16,10 0 5 0,0 0-2 0,-13-14 1 15,7 6 1-15,1-1-2 0,1-2-4 0,1-1-1 16,2 1 4-16,0-5-4 0,2 1 0 0,2 2 1 16,-1 0 1-16,2-3-3 0,4 0-5 0,1 0-1 15,-2 0-7-15,5 1-3 0,3-6-5 0,2 1-9 16,-6 7-9-16,3-1-7 0,2 2-21 0,0 0-28 15,0 1-16-15,0 2-9 0,-3 5-27 0,0 2-95 16,-2-1-262-16,-3 2 116 0</inkml:trace>
  <inkml:trace contextRef="#ctx0" brushRef="#br0" timeOffset="15917.19">17776 4066 2 0,'0'0'200'15,"8"-4"-24"-15,-8 4-16 0,0 0-19 0,0 0-10 16,0 0-32-16,0 0-27 0,0 0-25 0,0 0-26 16,15-3-16-16,-15 3-20 0,18 0-22 0,-8 0-11 15,1 0-21-15,0 1-11 0,2 2-55 16,-3 0-145-16,2-1 65 0</inkml:trace>
  <inkml:trace contextRef="#ctx0" brushRef="#br0" timeOffset="16053.29">17818 4182 1 0,'-7'6'73'0,"7"-6"0"0,0 0-13 0,-5 7 20 15,5-7-19-15,0 0 1 0,0 0-11 0,26 7-27 16,-6-8-17-16,8-2-32 0,2 0-54 0,5-1-83 0,3 0 37 15</inkml:trace>
  <inkml:trace contextRef="#ctx0" brushRef="#br0" timeOffset="17560.48">19480 3610 68 0,'0'0'64'0,"0"0"12"0,0 0-11 0,1-7-8 0,-1 7-5 16,0 0 2-16,0 0-6 0,0 0-5 15,0 0-5-15,0 0 0 0,0 0-8 0,0 0 4 16,0 0-8-16,0 0-4 0,0 0-1 0,0 0-7 15,0 0-7-15,0 0 10 0,0 0-9 0,0 0 7 16,0 0 5-16,0 0 1 0,0 0-5 0,0 0 14 0,0 0-16 16,0 0 9-16,0 0 1 0,0 0-8 15,0 0 6-15,0 0 5 0,0 0 1 0,0 0-2 16,0 0 1-16,0 0-4 0,0 0 16 0,0 0-2 16,0 0 2-16,0 0 5 0,0 0 7 0,0 0 1 15,0 0 5-15,0 0 5 0,0 0-3 0,0 0 3 16,0 0-6-16,0 0-3 0,0 0-4 0,0 0-5 15,0 0-1-15,0 0-6 0,0 0-4 0,0 0 1 16,-6-11-3-16,6 11-7 0,0 0 5 0,-3-9-4 0,3 9 1 16,0 0-1-16,-1-8-5 0,1 8 2 15,0 0 1-15,0 0 2 0,0 0-8 0,0 0-3 16,0 0-4-16,0 0-3 0,0 0-2 0,0 0 2 0,0 0-5 16,0 0-1-16,0 0 4 0,0 0-2 0,0 0 1 15,3 36 1-15,-5-19 0 0,1 1 2 16,0 2 0-16,2 5 1 0,-1 0 0 0,-3-6 3 15,2 8 2-15,-4-1 1 0,6-2 4 0,-1 2 0 16,0 0-1-16,-1-1 3 0,-2-6-6 0,2 1 0 0,0-2-3 16,-1-1 0-16,1-1 3 0,1 0 1 15,-2-1-4-15,2-4 0 0,-2 2-2 0,1-2 2 0,1 0-3 16,-2-1 1-16,2-1-6 0,-2-2 5 16,2-7 4-16,2 11-2 0,-2-11-22 0,-2 9-8 15,2-9-16-15,-1 7-15 0,1-7-11 0,0 0-13 0,0 0-23 16,0 0-34-16,0 0-33 0,0 0-28 0,0 0-102 15,0 0-319-15,0 0 140 0</inkml:trace>
  <inkml:trace contextRef="#ctx0" brushRef="#br0" timeOffset="17829.91">19425 3514 4 0,'14'-8'121'0,"4"0"2"0,1 5-3 16,3 0-2-16,-1 2-13 0,0 2 3 0,1 2-3 16,-1 3-17-16,-3 2-8 0,1 0-5 0,-2 4-4 15,-3 0-5-15,-4 0-9 0,0 4-3 0,-4-1 1 16,-4 2-10-16,-1-1-2 0,-7 0-3 0,3 0-3 16,-2 1 3-16,-3-4-11 0,-4 3 8 0,0-2 1 15,-2 0-2-15,-1-4-2 0,0 0-4 0,-1-1-7 16,1 1 1-16,3-4-3 0,2-1 0 0,4 0-9 15,-6-4-32-15,2 5-23 0,10-6-33 0,-9 4-36 16,9-4-18-16,0 0-117 0,-2 9-267 0,2-9 118 16</inkml:trace>
  <inkml:trace contextRef="#ctx0" brushRef="#br0" timeOffset="18295.23">19931 3850 4 0,'0'0'176'0,"1"-8"-9"0,-1 8-19 16,0 0-14-16,-7-13 5 0,1 9-7 0,0 0-3 15,-7 2-4-15,2 0-7 0,-2 2-12 0,-4 2-6 16,5 2-9-16,-5 2-5 0,-1 3-7 0,4 3-11 16,-2 0-7-16,1 1-2 0,0 1-8 0,2 2 3 15,2-1-10-15,1-1-4 0,4-2-5 0,3-1-2 16,1 0-2-16,1 0-4 0,2-2-5 0,1-1 0 15,1 0 0-15,3-1 0 0,-1-3-10 0,4-1 8 16,0 0-4-16,1-1-2 0,0-2 2 16,3-2-2-16,-2 1-3 0,1-4 0 0,-2-1 2 0,3-1 1 15,-3 0 0-15,-1-3 6 0,-1-1 0 0,2-2 2 16,-2-2-1-16,1-1 0 0,-1-1-1 0,-3-3 1 16,1 2 3-16,0-7-3 0,-3 5 0 0,2-5 5 15,0 5 3-15,-1 3 3 0,-1 0-3 0,1-2 4 16,-4 4 1-16,3 4 9 0,-3 4 43 0,2-1-15 15,-2 8-9-15,2-11-10 0,-1 6-6 0,-1 5-15 16,0 0 4-16,0 0-4 0,0 0-6 0,0 0-1 16,4 27 1-16,-5-9 1 0,1 2-5 0,0-1 1 15,-3 7-5-15,2-1-3 0,-1-1 3 0,1 4 0 16,1-5-2-16,-2-3 6 0,3-1-33 0,0 0-24 16,-1-2-25-16,1 0-27 0,2-2-30 0,1 2-37 15,0-6-31-15,2-1-35 0,2 0-28 16,-2 0-160-16,-2-3-441 0,6-1 195 0</inkml:trace>
  <inkml:trace contextRef="#ctx0" brushRef="#br0" timeOffset="18513.34">20340 3820 206 0,'0'0'216'0,"1"-11"-20"0,-1 11-15 16,0 0-8-16,0 0-5 0,-22 8 1 0,12-2-2 15,-5 5-11-15,-7 5-9 0,2 0-2 0,-1 1-17 16,5-2-12-16,2-3-13 0,2 3-7 0,2-2-11 0,4 2-4 16,2-2-10-16,1-1-7 0,2 1-8 0,9 0-21 15,-5-1-28-15,8 0-19 0,3-2-34 16,0 1-41-16,6-3-42 0,-1-1-37 0,8 0-47 16,-10 0-140-16,-3-3-381 0,-1-1 169 0</inkml:trace>
  <inkml:trace contextRef="#ctx0" brushRef="#br0" timeOffset="18768.34">19411 4306 27 0,'-28'5'239'0,"8"-3"-22"0,7 0-23 16,6 0-18-16,6 2-8 0,1-4-13 0,18 6-5 15,11-3-4-15,9-2-6 0,24-4-5 0,31 2-8 16,-1-5-7-16,1 2-7 0,-27 0-7 0,24-4-8 16,-27 5-8-16,-2-2-10 0,-6 0-5 0,3 4-8 15,-20-1-8-15,-3 1-4 0,-1 1-19 0,-5 3-22 16,-8-3-34-16,-3 0-30 0,-3 2-46 0,-5 0-56 16,3 0-40-16,-7 0-188 0,-6-2-411 0,0 0 182 15</inkml:trace>
  <inkml:trace contextRef="#ctx0" brushRef="#br0" timeOffset="19710.24">19477 4505 55 0,'0'0'83'0,"0"0"-5"16,0 0-1-16,0 0-10 0,0 0 6 0,0 0-4 16,0 0-6-16,0 0-5 0,0 0 4 0,0 0-14 15,0 0 6-15,-6-3-14 0,6 3 2 0,0 0-5 16,0 0-3-16,0 0-2 0,0 0-2 0,0 0-7 16,0 0 1-16,0 0-2 0,0 0 17 0,0 0-26 15,0 0 7-15,0 0-1 0,0 0 5 0,0 0 1 16,0 0 4-16,0 0 1 0,0 0 1 0,0 0 5 15,0 0 1-15,0 0 2 0,0 0 10 0,0 0 1 16,0 0 6-16,0 0 6 0,0 0 1 0,0 0 11 16,0 0 0-16,0 0 4 0,0 0-1 0,0 0-4 15,0 0-8-15,0 0-6 0,0 0 1 0,-1-9-6 16,1 9 3-16,0 0-6 0,-3-9-2 0,3 9 2 16,0 0 0-16,-1-7 2 0,1 7 0 0,0 0 3 15,0 0-3-15,0 0-7 0,0 0-7 0,0 0 0 16,0 0-5-16,-2-8-11 0,2 8-3 0,0 0-1 15,0 0-3-15,0 0-1 0,0 0-1 0,2 32 1 16,-2-15 0-16,-3 2 0 0,2 7 1 0,0-4-4 16,-1 6 8-16,1-1 0 0,-3-3-2 0,2 1-2 15,2-7 1-15,-5 2 3 0,3-1-8 0,0-2 5 16,2 1-4-16,-8-1 3 0,7-1-4 0,1-3-1 16,0-2 2-16,-1 1-2 0,-2 1-1 0,2-4 4 15,1 1-6-15,-2-3-2 0,2-7 1 0,-1 16-9 16,2-10-21-16,-1-6-21 0,-1 12-24 0,1-12-29 15,-1 8-25-15,1-8-14 0,-1 7-14 0,1-7-29 16,0 0-12-16,-8 3-23 0,8-3-145 0,0 0-390 16,0 0 173-16</inkml:trace>
  <inkml:trace contextRef="#ctx0" brushRef="#br0" timeOffset="19969.78">19417 4447 84 0,'8'-4'125'0,"0"2"4"0,1 2-11 15,-9 0 1-15,19 1-7 0,-12 0-9 0,0 2-13 16,3 1-4-16,-1-1-2 0,-1 8 1 0,-2-3-10 16,2 2-3-16,-5 0-5 0,1 3-3 0,0 3-7 0,-5-1-5 15,-4 2-5-15,0-1-3 0,-6 0-2 16,2 1-4-16,-2-1-4 0,-7 3 0 0,5-5-8 15,-1-1-3-15,3 0 0 0,-2-1-6 0,4-3-15 16,0-1-21-16,1 0-27 0,0-3-27 0,4-1-34 16,0 0-30-16,4-4-108 0,-8 7-266 0,8-7 117 0</inkml:trace>
  <inkml:trace contextRef="#ctx0" brushRef="#br0" timeOffset="20460">19804 4773 43 0,'6'-6'208'0,"-6"6"-7"0,2-7-13 0,-2 7-12 16,0 0-4-16,0 0-14 0,0 0-13 15,-11-12-15-15,11 12-2 0,-17 0-12 0,5 2-5 16,0 1-9-16,0 1-12 0,-3 4-7 0,-3 1-7 16,3 2-6-16,-1 3-7 0,1-3-6 0,2 4-5 0,2-1-6 15,2 0 0-15,-3 1-7 0,6-1-3 16,2-1-1-16,0-3-7 0,4 1 1 0,0-3-5 16,3 1-1-16,1-2-1 0,-1-1-2 0,3-1-3 15,-1 0 2-15,2-2-5 0,1-1-2 0,2 0-4 16,2-2-4-16,-2-2 2 0,2 0 1 0,-1-3-1 15,-1 2-3-15,-2-3-1 0,1-1 1 0,0-1 2 16,-3-1 1-16,1-1 0 0,-2 0-6 0,1-2 3 16,-4 2 0-16,1-1 7 0,0 2 1 0,-2-1 2 15,3 2 3-15,-3 1-1 0,-1 7 2 0,3-10 0 16,-3 10-1-16,1-9-5 0,-1 9-5 0,0 0 0 16,0 0-1-16,0 0 1 0,0 0-2 0,0 0 0 0,0 0 5 15,0 0-6-15,0 0-2 0,3 28 3 16,-2-18-3-16,0 0 2 0,-1 2-1 0,0-2-12 15,4 2-26-15,-2-1-28 0,2-1-37 0,-3-1-44 16,3-1-34-16,-1-2-34 0,2 3-167 0,-2-3-409 16,2-3 181-16</inkml:trace>
  <inkml:trace contextRef="#ctx0" brushRef="#br0" timeOffset="20689.59">20197 4734 22 0,'1'-6'210'0,"-1"6"-14"0,0 0-6 16,-14-1-2-16,14 1 1 0,-21 11-12 0,5 1-4 15,-3 5-8-15,-6-1-8 0,5 1-8 0,0 0-14 16,3 2-3-16,2-5-11 0,3 2-6 0,2-2-18 16,1 1-7-16,4-1-10 0,1-2-6 0,3 0-6 15,2-3-6-15,3 1-15 0,2-2-24 0,6 1-26 16,4-3-43-16,5-3-35 0,9 1-48 0,2-5-51 15,0-2-37-15,-1 1-151 0,1-3-397 0,-3-2 175 16</inkml:trace>
  <inkml:trace contextRef="#ctx0" brushRef="#br0" timeOffset="20981.71">21366 4206 81 0,'-10'-5'241'0,"10"5"-16"0,-5-3-18 0,5 3-19 16,0 0-13-16,0 0-12 0,0 0-22 0,-9-2-10 15,9 2-14-15,0 0-8 0,0 0-16 0,0 0-6 16,0 0-12-16,0 0-29 0,38 2-38 0,-24-2-37 16,3 0-42-16,2 2-52 0,-2-2-40 0,-3 1-121 15,-3 0-307-15,1 0 136 0</inkml:trace>
  <inkml:trace contextRef="#ctx0" brushRef="#br0" timeOffset="21133.62">21344 4350 111 0,'0'0'206'0,"0"0"-24"16,0 0-13-16,9 9-24 0,-9-9-7 0,20-2-14 15,-8 2-26-15,2-1-27 0,7 0-34 0,-2-1-37 16,3 0-43-16,-3 1-47 0,0-3-102 0,-5 3-207 16,-1-3 92-16</inkml:trace>
  <inkml:trace contextRef="#ctx0" brushRef="#br0" timeOffset="24421.78">22530 3059 59 0,'0'0'126'16,"0"0"-4"-16,0 0-4 0,0 0-7 0,0 0-2 16,0 0-1-16,0 0 5 0,9 3-2 0,-9-3-5 15,15-1-9-15,-3 1-7 0,5 0-7 0,3-1-12 16,1 1-8-16,8-3 1 0,-3 1-3 0,2-1-10 16,0 0-17-16,3 1-13 0,-10 1-19 0,7 1-31 15,-10 0-21-15,4-3-35 0,-3 1-10 0,-2 0-26 16,-4 0-103-16,-1-1-241 0,-4 3 106 0</inkml:trace>
  <inkml:trace contextRef="#ctx0" brushRef="#br0" timeOffset="24785.25">22862 3063 39 0,'-4'7'128'0,"0"5"1"0,0 0-3 0,3-2-5 0,-2 5-9 15,2 1-2-15,-3 1 6 0,1 1-7 16,0-1-7-16,0 0-15 0,2-1-1 0,2 1-3 16,-1-1-9-16,-1 1-4 0,1-2-10 0,-1 1-8 15,3-4 2-15,-2-2-7 0,3 3-1 0,-1-3-9 0,-2 0 4 16,4-1-6-16,-3-2-6 0,-1-7-2 0,0 12-2 16,0-7-10-16,0-5-1 0,-2 9-4 15,2-9-1-15,-5 6-9 0,5-6 0 0,0 0-6 16,-9 5-5-16,9-5 0 0,-11 4-4 0,5-3 2 15,6-1-5-15,-14 0 1 0,6 1 2 0,8-1 1 16,-16 0-1-16,16 0 1 0,-13 0 12 0,13 0-13 16,-10 0 6-16,10 0-3 0,-9 0 8 0,9 0-3 0,0 0 2 15,0 0-4-15,-7 2 0 0,7-2 4 16,0 0-4-16,0 0 9 0,19 6-1 0,-8-5 1 16,-1 0-4-16,9-2-16 0,0 1-13 0,3-1-15 15,8-1-35-15,0 0-39 0,0-2-120 0,-10 0-261 16,9-2 116-16</inkml:trace>
  <inkml:trace contextRef="#ctx0" brushRef="#br0" timeOffset="25081.76">23116 2939 1387 0,'1'-15'-10'16,"-1"3"108"-16,0 2-31 0,1 3-33 0,-1 7-11 15,1-10-18-15,-1 10 1 0,6-6-1 0,-6 6-3 16,0 0 19-16,14 6-10 0,-14-6 3 0,11 8-3 16,-3 0 7-16,-2 2-2 0,0 4 10 0,1 2-11 15,-2-1 7-15,-2 3-4 0,-2-1 9 0,-1 0-4 16,-1-5 2-16,-3 5-6 0,1-7 2 0,1 0-2 16,-2 1 9-16,-2-4 6 0,4 0 2 0,0-2 0 15,2-5-3-15,-4 10 0 0,4-10 0 0,-1 6-4 16,1-6-7-16,-4 7-8 0,4-7-20 0,0 0-30 15,0 0-23-15,15 3-37 0,-3-3-24 0,3 0-35 16,3-2-19-16,-1 5-89 0,0-3-284 0,-4 2 126 16</inkml:trace>
  <inkml:trace contextRef="#ctx0" brushRef="#br0" timeOffset="25555.24">23437 3296 56 0,'0'0'216'0,"0"0"-13"0,0 0-11 0,0 0-16 16,0 0-10-16,0 0-7 0,0 0-13 15,0 0-8-15,0 0-10 0,-22 0-14 0,15 2-10 0,-3 2-10 16,-2 2-5-16,0 0-13 0,-3 4-4 0,1-2-4 16,-1 4-7-16,1-1-8 0,2-1-2 0,1-1-8 15,4 1-4-15,2 0-4 0,-1-1-3 0,3 1-4 16,1-2 1-16,4 1-2 0,-1-1-6 0,3-3 2 15,2 4-2-15,2-2-1 0,3-3 0 16,0 1-3-16,1-2-3 0,2-1 3 0,-1-1-3 16,1-2-3-16,3 1 5 0,-3-3-3 0,-3-1 0 0,0 1-4 15,-1-1 3-15,0-4 0 0,0 0 0 0,0-5 2 16,-2 3 7-16,-1-1-2 0,-2-3-2 0,0-4-4 16,-3 2 7-16,-2-2-5 0,2-1-5 0,-1 0 0 15,-1-1 8-15,0 2 3 0,1 0 1 16,-2 0 2-16,1 6 10 0,1 2 4 0,-1-2 4 15,0 6 3-15,0 6-15 0,0-13 17 0,0 13-10 16,-1-10-10-16,1 10-6 0,0 0-5 0,0 0-4 0,0 0 3 16,0 0-6-16,0 0-4 0,0 0 1 15,0 0 1-15,4 32 1 0,-4-18-3 0,0 2 1 16,1 1 5-16,-1 0-5 0,0 1 2 0,1 0-10 16,1 1 10-16,-2 0-26 0,0 0-26 0,2-2-27 15,1 0-21-15,-3-3-24 0,1-2-25 0,2 1-19 16,0-3-40-16,4-1-17 0,-5 1-19 0,5-3-136 15,-2-2-403-15,-5-5 178 0</inkml:trace>
  <inkml:trace contextRef="#ctx0" brushRef="#br0" timeOffset="25765.24">23757 3311 171 0,'0'0'233'15,"4"-6"-11"-15,-4 6-22 0,0 0-16 0,0 0-20 16,-7-9-15-16,7 9-5 0,0 0-4 0,-17 11-2 15,7-4 3-15,-2 4-13 0,-1 1-8 0,4-2-16 16,-2 2-9-16,4-2-6 0,2 3-7 0,0-3-10 16,4 1-5-16,-1 1-4 0,2-2-16 0,1 0-28 15,1-2-22-15,5 1-18 0,-1-1-34 0,2 1-31 16,3-4-35-16,6 0-36 0,2-1-18 0,0 1-25 16,2-1-126-16,-1-3-353 0,-1-1 156 0</inkml:trace>
  <inkml:trace contextRef="#ctx0" brushRef="#br0" timeOffset="26019.51">24175 3141 174 0,'1'-9'287'0,"1"2"-14"0,-2-1-24 0,0 8-26 16,0-8-23-16,0 8-22 0,0 0-20 15,0 0-15-15,0 0 4 0,0 0-6 0,0 0 6 16,-2 37-5-16,2-21 1 0,0 9-10 0,0 0-14 0,0-6-14 15,3 7-8-15,-3 0-6 0,0-7-12 0,2 6-7 16,-1-6-3-16,0 1-9 0,0-2-6 0,-1 2 2 16,2-4-14-16,-1 1-24 0,0-1-28 0,0-1-31 15,2-2-23-15,-3-1-35 0,1-3-31 16,-1-1-13-16,0-8-45 0,0 13-12 0,0-7-14 16,0-6-22-16,-5 9-144 0,1-5-411 0,4-4 183 15</inkml:trace>
  <inkml:trace contextRef="#ctx0" brushRef="#br0" timeOffset="26284.03">24178 3101 129 0,'10'-7'164'0,"3"2"-8"0,-2 5-6 16,3 2-3-16,-2-1-7 0,-1 4-13 0,1 0-9 15,1 6-2-15,-6-3-10 0,1 4-11 0,-2-2-7 16,1 6-3-16,-5-1-4 0,-2-2 0 0,-1 2-2 15,0 2 7-15,-3-2-7 0,-1 0 1 0,-3-2 6 16,-5 0-2-16,2 1 1 0,-1-5-3 0,3 0-5 16,2-3-15-16,-1 0 2 0,0 2-8 0,3-3-8 15,1 0-3-15,1 0-8 0,3-5-2 0,-6 10-5 16,6-3-11-16,0-7-14 0,3 13-24 0,2-6-15 16,4-1-31-16,1-2-25 0,3 1-42 0,6-1-38 15,1 0-36-15,0-1-162 0,-5-1-399 0,3-2 177 16</inkml:trace>
  <inkml:trace contextRef="#ctx0" brushRef="#br0" timeOffset="26535.95">24571 3282 132 0,'7'-8'219'0,"-2"4"-7"16,-1 1-10-16,-4 3-21 0,4-7-15 0,-4 7-19 16,0 0-13-16,0 0-7 0,0 0 14 15,7 12 3-15,-8 0 13 0,1 0 11 0,-2 6 2 0,-2 0-15 16,-1 7-1-16,-3 0-4 0,3-2-12 15,-2-4-11-15,1 0-28 0,2-2 7 0,2 1-13 0,-2-1-3 16,1-1-24-16,2-4 8 0,2 1-6 0,-2-1-6 16,1-1 1-16,2 0-13 0,4-3 4 0,-1 1-7 15,6-3-1-15,-2 2-4 0,9-2-6 16,2-3-7-16,7 0-19 0,2-3-21 0,0 0-30 16,-1-3-35-16,-6 2-35 0,5-2-35 0,-5 2-35 0,-2-3-38 15,1 1-34-15,-3 3-251 0,-5 0-545 0,-1-2 241 16</inkml:trace>
  <inkml:trace contextRef="#ctx0" brushRef="#br0" timeOffset="27067.85">22631 4293 108 0,'0'0'195'0,"0"0"-6"0,0 0-9 0,46-1-2 16,-5 0-6-16,55-5-8 0,9-2-12 15,15-3-9-15,12 1-11 0,-3 1-8 0,8 1-11 16,-8-4-7-16,1 6-1 0,-7-6-12 0,-3 4-3 15,-4-4-6-15,-10 6-5 0,0 0-3 0,-7-2-6 16,-7 2-2-16,-28 0-6 0,-2-1 0 0,2 0-1 0,-1 4-4 16,-4-3-1-16,-3 0-5 0,-19 2-4 0,1 1-2 15,-5-1-4-15,-7 1 3 0,-6 1-1 16,-3 1 4-16,-4 0-4 0,-7 1 5 0,4-1-3 16,-10 1-6-16,11-2-5 0,-11 2-5 0,9-2-2 15,-9 2-8-15,0 0-15 0,5-3-24 0,-5 3-31 16,0 0-34-16,0 0-38 0,0 0-39 0,0 0-31 15,-30 7-35-15,12-2-32 0,-2 0-141 0,-1 1-434 16,-7 0 192-16</inkml:trace>
  <inkml:trace contextRef="#ctx0" brushRef="#br0" timeOffset="35867.53">22957 4668 4 0,'-11'0'138'0,"-2"-2"-1"0,-5-1 15 16,8 1-13-16,-5 1-2 0,2 1-3 0,0 0-2 15,1 0-5-15,5 0 2 0,7 0-3 0,-15-1-8 16,15 1-13-16,-11-2-6 0,11 2-9 0,0 0-14 0,0 0-8 15,-6-1-6-15,6 1-5 0,0 0-7 0,33-4-3 16,-6 1-6-16,5-3-5 0,4 3-6 16,2 0-17-16,0 0-25 0,-1 1-29 0,-2-2-37 15,-3 1-32-15,-3 3-28 0,-9 0-26 0,-1 0-120 16,-7 0-308-16,0-1 136 0</inkml:trace>
  <inkml:trace contextRef="#ctx0" brushRef="#br0" timeOffset="36270.36">23038 4646 20 0,'0'0'146'0,"0"0"-13"0,2 11 3 16,-2-11 4-16,2 19-6 0,-1-2 4 0,-1 0-5 16,0 1 10-16,0 0-7 0,-4 6-6 0,2 1-8 15,-1-1-25-15,0 3-8 0,1-4-4 0,0-4-6 0,0 1-12 16,2-1-3-16,-1-1-7 0,-4-2-3 15,5 0-8-15,-2-4-2 0,0 1-2 0,1-3-8 16,1-1 1-16,0 1-5 0,0-3-3 0,0-7-5 16,0 12 1-16,0-12-2 0,-2 9 1 0,2-9-3 15,-1 7-3-15,1-7 3 0,0 0-4 0,0 0 0 0,-3 7-1 16,3-7-2-16,0 0-3 0,0 0-2 0,0 0-7 16,-14-4-7-16,14 4 1 0,-9-9-6 15,4 5 1-15,5 4 3 0,-7-6 1 0,7 6 0 16,-9-5 4-16,5 1-7 0,4 4 0 0,-8-4 4 15,8 4 0-15,0 0 2 0,-8-4 0 0,8 4-2 0,0 0-1 16,-5-6 1-16,5 6 0 0,0 0 1 16,0 0-2-16,0 0 3 0,0 0 2 0,0 0-1 15,0 0 4-15,0 0-3 0,31 6-1 0,-18-8 3 16,6 4-13-16,1-2-29 0,1 0-32 0,6 0-40 16,0-2-40-16,-7 2-29 0,-2 0-125 0,0 0-332 0,-5 0 147 15</inkml:trace>
  <inkml:trace contextRef="#ctx0" brushRef="#br0" timeOffset="36670.1">23233 5132 180 0,'0'0'185'0,"13"-4"-7"15,-7 3 0-15,4-5-5 0,-3 5 0 0,-1-2-7 0,3-3-6 16,0 1-12-16,0 0-7 0,0-1-7 15,-5 0-9-15,3 0-10 0,-1-2-6 0,0 0-10 0,-2 1-11 16,-1 0-4-16,-1 0-3 0,1 1-8 0,-3 6-9 16,1-15-8-16,-2 5-2 0,-2 4-7 0,3 6-2 15,-6-13-7-15,2 8-1 0,-2-1-5 16,-1-1-3-16,1 4-3 0,1-1-5 0,-2-1-1 16,7 5 2-16,-11-5-6 0,6 3-2 0,5 2 2 15,0 0-7-15,-8-6-3 0,8 6-7 0,0 0-2 16,0 0-1-16,0 0 5 0,0 0 1 0,26-2 0 15,-8 2-2-15,1 0-3 0,-1 0 5 0,2 0-4 0,2 1 3 16,-3 0-5-16,0 0 4 0,-1 2-5 16,-3 4 3-16,-1-2-5 0,-3 0 4 0,-1 2 1 15,-1-1 0-15,-3 0-1 0,1 3 2 0,-4 0-1 0,1 1 1 16,-4 0-1-16,0 1 5 0,0-2-3 0,-2 3-5 16,0-2-22-16,1 0-26 0,-3-1-27 15,0 0-38-15,1 0-22 0,-1 1-45 0,-1-2-21 16,0 0-176-16,-1 0-415 0,6-8 184 0</inkml:trace>
  <inkml:trace contextRef="#ctx0" brushRef="#br0" timeOffset="37442.47">23553 5053 162 0,'0'0'164'0,"5"-3"-12"0,-5 3-1 0,0 0-3 16,0 0-7-16,8 9-1 0,-8-9-8 0,2 7-3 15,-2-7-15-15,4 9-4 0,-4-9-8 0,1 11-9 0,3-8 0 16,-4-3-10-16,4 10-2 0,-4-10-7 16,2 6 2-16,-2-6-2 0,0 0 8 0,2 6-3 15,-2-6 4-15,0 0 2 0,0 0 8 0,0 0 5 16,2 7 0-16,-2-7-6 0,0 0-11 0,0 0-8 16,0 0-11-16,0 0 0 0,0 0-8 0,0 0-1 0,0 0-8 15,-4-29-3-15,6 22-6 0,-1-2-2 16,2 1-7-16,-1-2-6 0,2 1-2 0,0 0 1 15,2 1-8-15,-1 2-9 0,2-2 4 0,-1 5-5 16,1-2 11-16,-1 3-16 0,3 1 3 0,-9 1-3 16,13 1 0-16,-7 1-1 0,-6-2 0 0,13 7 1 0,-8-3-2 15,0 1 2-15,1 3 2 0,1-5-3 16,-3 5-2-16,-2-2 5 0,1-1-3 0,-3-5-3 16,4 11 10-16,-4-11-2 0,3 6-2 0,-3-6 3 15,0 0-1-15,2 8 0 0,-2-8 5 0,0 0 2 16,4 5 0-16,-4-5 2 0,0 0-1 0,0 0-2 15,0 0 4-15,0 0-5 0,0 0-1 0,0 0-6 16,0 0-1-16,0 0-7 0,8-20 1 0,-5 13-1 16,1 1-3-16,1-4-4 0,0-2-5 0,5-1-3 15,-1 4-2-15,0-1 1 0,0 1 2 0,3 1 4 16,-3 3 2-16,-3 1-5 0,-1 0 1 0,3 1 2 16,-8 3 3-16,10 1-1 0,-10-1 2 0,10 5 0 15,-3-1 3-15,0 0 7 0,0 4-6 0,-2-2 0 16,3 1 5-16,-2-1-1 0,0 0 4 0,-1-1 0 15,0 1 2-15,1-2 0 0,1 0 5 0,3 0 3 16,-3-3 7-16,3 2 11 0,3 0-10 0,-2-3-3 16,0-3-2-16,1 0-2 0,0 0 3 0,1-1-2 0,-2-2-1 15,-2-1-2-15,1 2 2 0,-1-2 1 16,-1-3-1-16,-3 1-2 0,1-1 0 0,-1-2-5 16,1 1 4-16,-4-5-2 0,1 3-1 0,-2 3-2 15,0 0 3-15,-1 2-1 0,0-2-1 0,0 10 0 16,-2-10-5-16,2 10 1 0,-4-9-3 0,4 9-1 15,0 0-2-15,-8-1 3 0,8 1-3 0,0 0 1 0,0 0 5 16,-12 16-6-16,10-7-2 0,1 2 2 16,0-2 4-16,1 1-2 0,0 0 2 0,1 1-2 15,2 1 1-15,-1-2-3 0,1 2 3 0,0-2 2 16,1 2-2-16,0-2 1 0,-1 0 4 0,-1 0-2 16,-1-1 0-16,2 0 3 0,-2-2 2 0,2 2 3 15,-2-2-6-15,-1 0-10 0,0-7-15 0,-2 13-20 16,-4-7-29-16,1 1-41 0,-2-3-36 0,-5 1-41 15,2-2-33-15,-4 1-177 0,0-1-438 0,-3-4 194 16</inkml:trace>
  <inkml:trace contextRef="#ctx0" brushRef="#br0" timeOffset="37804.61">23406 4382 140 0,'0'0'164'0,"8"-6"-9"15,-2 3-5-15,-6 3-7 0,15 0-9 0,-15 0-12 16,18 6-12-16,-10-2-6 0,1 2-11 0,0 3-12 15,-3-1-3-15,0 1-8 0,0 3-7 0,-4-1-4 16,-1 3-4-16,2 1-3 0,-2-3-5 0,-2 0-4 16,0 2 0-16,-2-2-5 0,2-2 1 0,-2 1-3 15,1-5 0-15,0 0-9 0,2-6 0 0,-3 10-3 16,3-10-2-16,-2 6-2 0,2-6 2 0,0 0-2 16,5 9-3-16,2-7 1 0,1-1-4 0,6-1-16 15,2 1-27-15,14 2-30 0,-1-5-42 0,4-1-39 16,1-1-34-16,-4 4-120 0,5-4-318 0,-3 3 141 15</inkml:trace>
  <inkml:trace contextRef="#ctx0" brushRef="#br0" timeOffset="40576.51">24481 4608 121 0,'-1'-9'195'0,"1"9"-8"0,0 0-9 15,0-11-4-15,0 11-11 0,0 0-13 0,0 0-15 16,0 0-18-16,0 0-14 0,0 0-10 0,0 0-9 16,0 0-8-16,0 0-3 0,-14 28 1 0,8-9-7 15,0 6-2-15,-3 2-8 0,4 0-1 0,-2 0-23 16,4 2-2-16,1-1-6 0,-2 1 5 0,8-3 2 16,-4 1-6-16,2-2-2 0,4 0-2 0,0-6-2 15,1-2 1-15,4 5-4 0,-1-5 0 0,3-1-6 16,1-3-17-16,5 6-16 0,-3-6-22 0,-1-2-26 15,4 0-35-15,-1-4-30 0,3 0-26 0,-2-1-27 16,-3 1-103-16,-2-3-316 0,-2-3 140 0</inkml:trace>
  <inkml:trace contextRef="#ctx0" brushRef="#br0" timeOffset="40846.47">24845 4689 219 0,'2'-4'231'0,"-2"4"-21"16,2-9-22-16,-2 9-17 0,0 0-21 0,4-5-17 15,-4 5-6-15,0 0 12 0,0 0-13 0,0 24-4 16,0-13-13-16,-2 4-9 0,2 5 0 0,-1-2-7 16,1 2-9-16,-3 4-10 0,3-4-5 0,0 6-6 15,0-9-5-15,0 4-5 0,-1-3-5 0,1 0-5 16,-1-1-4-16,1 0-4 0,0-4-17 0,0-1-12 15,-1 1-23-15,1-2-21 0,0 1-27 0,0-2-26 16,0-4-32-16,0-6-19 0,0 16-17 0,1-13 2 16,-1-3-36-16,-1 12-112 0,1-12-328 0,0 0 146 15</inkml:trace>
  <inkml:trace contextRef="#ctx0" brushRef="#br0" timeOffset="41149.53">24863 4624 37 0,'7'-6'136'0,"0"3"-1"0,1 1-8 0,0 0 6 15,1 2-10-15,-9 0-7 0,18 5-15 0,-10-1-7 16,1 3-6-16,1 0-7 0,-5 1-2 0,3 1-8 16,-3-3 1-16,-3 6 1 0,1-2-8 0,-3 3-6 15,0-1 1-15,-5-1 1 0,0 1 4 0,-1-3 2 16,-1 3-6-16,1-3 0 0,-1 0 0 0,-2-2-1 15,4 2-5-15,0-3-1 0,-3 1-9 0,5-2-5 16,-2 1-2-16,5-6-5 0,-6 7-3 0,3-3-4 16,3-4 2-16,-3 7-8 0,3-7 3 0,4 10-8 15,0-6-11-15,0 1-14 0,4-2-26 0,1 1-25 16,3 1-29-16,2-1-23 0,2-3-14 0,-2 2-23 16,0-3-11-16,3 1-131 0,-4-1-316 0,1 0 140 15</inkml:trace>
  <inkml:trace contextRef="#ctx0" brushRef="#br0" timeOffset="41390.71">25154 4761 91 0,'3'-6'165'0,"-3"6"4"0,4-9-2 0,-4 9-7 15,2-8-14-15,-2 8-21 0,2-5-6 0,-2 5-17 16,0 0-10-16,0 0-1 0,0 0 8 0,0 0-2 16,7 20-8-16,-7-9 4 0,1-1 0 0,2 5-3 15,-6 2 5-15,3-2-5 0,0 0-7 0,3 0 1 16,-6 2-10-16,3-5-2 0,-1 0-11 0,1-2-5 15,-1 3-4-15,2-4-4 0,0 1-1 0,2-1-1 16,0 1-8-16,-1-3-7 0,-1 1 2 0,0-2-3 16,2-1-5-16,1 1 0 0,0 0-2 0,1-2-4 15,-1 1-10-15,2 0-32 0,0-1-23 0,0-2-28 16,-6-2-28-16,11 3-52 0,-11-3-41 0,14-2-41 16,-7 0-131-16,-7 2-397 0,18-11 176 0</inkml:trace>
  <inkml:trace contextRef="#ctx0" brushRef="#br0" timeOffset="41567.71">25469 4784 119 0,'3'-5'183'0,"-3"5"-18"0,8-4-13 16,1 2-13-16,-1-1-10 0,3 2-10 0,2-1-13 15,4 0-11-15,1 1-9 0,-2 0-10 0,4 1-8 16,-2 0-31-16,-1 1-22 0,-3 0-50 0,0-1-36 15,-1 0-25-15,1-1-119 0,-8 2-232 16,-6-1 103-16</inkml:trace>
  <inkml:trace contextRef="#ctx0" brushRef="#br0" timeOffset="41760.36">25621 4673 161 0,'0'0'206'0,"0"0"-15"0,-6-5-13 16,6 5-22-16,0 0-13 0,0 0-18 0,0 0-13 15,0 0-8-15,0 0 2 0,-5 17-3 0,2-6 3 0,3 2-5 16,-2-1-1-16,0 4-9 0,2 0-4 0,-4 4-12 16,1-2-5-16,1 1-8 0,0 1-4 0,0-3-11 15,1 0-19-15,2 1-29 0,-1-5-35 16,0-2-38-16,2 3-42 0,0-4-44 0,0 1-178 16,-2-1-365-16,0-10 162 0</inkml:trace>
  <inkml:trace contextRef="#ctx0" brushRef="#br0" timeOffset="42015.03">25830 4675 28 0,'2'-6'270'0,"-2"6"-22"16,2-8-28-16,-2 8-25 0,0 0-20 15,0 0-10-15,0 0-4 0,0 0-7 0,0 0-8 16,5 22-13-16,-5-10-4 0,0 2-12 0,-2 2-6 15,2 1-10-15,-2 2-9 0,4-1-5 0,-4 1-8 16,2-2-8-16,0 0-8 0,-1-2-9 0,1 2-1 16,0-1-2-16,0-5-10 0,0 0-19 0,-1 1-21 0,1-3-20 15,0-1-30-15,1 0-31 0,-1-8-28 16,0 13-30-16,0-13-21 0,0 7-29 0,0-7-13 16,0 0-137-16,0 0-366 0,-4 7 162 0</inkml:trace>
  <inkml:trace contextRef="#ctx0" brushRef="#br0" timeOffset="42296.12">25875 4605 82 0,'6'-9'171'0,"2"1"-9"0,-4 2-21 16,5-1-1-16,-5 2-11 0,2 4-11 0,-6 1-4 16,0 0-5-16,17 9-1 0,-11-5-9 0,-3 3-13 15,1 3-5-15,-2 1-3 0,0 0-4 0,-2 7-12 0,-2-4 0 16,2-1-8-16,-4 3-7 0,-1-5-1 15,1 1 1-15,-2-3-8 0,-1 2-2 0,-1-2 0 16,2 0 3-16,1-2-3 0,1-1-4 0,0-2 3 16,4-4-4-16,-5 9-4 0,5-9-6 0,-5 5 3 15,5-5-5-15,-6 5-2 0,6-5-2 0,0 0-3 16,0 0 2-16,0 0-4 0,9 13-2 0,-2-12 2 16,1 5-11-16,3-4-15 0,1 0-21 0,1 1-32 15,6 0-35-15,-2-1-50 0,1 0-35 0,-2 2-133 16,2-3-348-16,-5-2 154 0</inkml:trace>
  <inkml:trace contextRef="#ctx0" brushRef="#br0" timeOffset="42586.3">26243 4645 125 0,'-4'-8'243'0,"4"8"-15"0,-2-7-10 0,2 7-25 15,0 0-18-15,-14 1-12 0,14-1-13 0,-11 7-7 16,2 1-14-16,0 2-8 0,-1 4-10 0,4-3-9 16,-3 6-4-16,0-1 0 0,2 1-6 0,-1 0-10 15,5 2 0-15,-1-1 2 0,-2 2-4 0,2-1-9 16,2-1-3-16,2-1-3 0,0 1-7 0,-2-2-1 16,2 1-6-16,0-6-3 0,2 2-4 0,-2-2-6 15,2 1-3-15,0-3 0 0,0 2-9 0,-1-1 0 16,2-1 0-16,-1 1-27 0,-2-2-18 0,0-3-28 15,0-5-33-15,4 12-27 0,-4-7-37 0,0-5-26 16,5 7-24-16,-5-7-22 0,0 7-183 0,0-7-430 16,0 0 190-16</inkml:trace>
  <inkml:trace contextRef="#ctx0" brushRef="#br0" timeOffset="42734.28">26147 4891 102 0,'4'-6'167'0,"-4"6"-10"0,4-3-20 0,4 1-8 16,3 0-7-16,-1-3-16 0,5 2-10 0,0 1-14 16,3-2-29-16,2 1-47 0,2-1-48 0,-1 0-55 15,2 0-73-15,3-3-184 0,-1-3 81 0</inkml:trace>
  <inkml:trace contextRef="#ctx0" brushRef="#br0" timeOffset="42974.16">26594 4438 76 0,'0'0'191'0,"0"0"-9"0,0 0-12 0,13 9 10 0,-6 7 0 16,-1 2-21-16,0 9 8 0,2 1-7 15,-4 2-12-15,-3 2-15 0,3 2-8 0,-4 0-14 16,0-4-10-16,-2 5-6 0,-1-1-11 0,-5-4-9 0,0 2-6 15,-2-4-5-15,3 0-9 0,-4-2-13 0,-3-2-24 16,-1-1-24-16,-1-2-34 0,0 0-40 0,-4-4-49 16,2-4-53-16,-4 1-176 0,-3-1-389 15,4-3 172-15</inkml:trace>
  <inkml:trace contextRef="#ctx0" brushRef="#br0" timeOffset="43782.28">24890 4153 2 0,'0'0'107'16,"-8"-1"-1"-16,8 1-4 0,0 0-14 0,0 0 13 16,0 0-2-16,0 0-9 0,0 0 3 0,-5-6-9 15,5 6-5-15,0 0-6 0,0 0-4 0,27-4 6 0,-7 2-7 16,14-4 2-16,5 3 0 0,17-8 4 0,4 3-1 15,32-3 3-15,-24 5-14 0,25-7 7 16,5 0-3-16,3 3-9 0,2 2-1 0,3-2-8 16,-10 2-3-16,1-2 2 0,1 3-9 0,-33 1-1 15,33 0-5-15,-8-3-4 0,-31 5-2 0,7-2 1 0,-3 3-6 16,-4-1-4-16,1-5 3 0,-8 5-2 0,2 2 1 16,-17-4-4-16,-3 4 6 0,0-2 4 15,-3 0-3-15,-10 3 5 0,1-2 3 0,-6 2 5 16,-2 0 9-16,-1-1-1 0,-1 1 1 0,-6 0 0 15,-6 1 1-15,13-1-2 0,-13 1 0 0,9-2-6 16,-9 2-1-16,0 0-8 0,10 0-1 0,-10 0-5 0,0 0 0 16,0 0-3-16,0 0-1 0,0 0-3 0,10 0-6 15,-10 0 1-15,0 0-7 0,0 0-19 16,0 0-13-16,0 0-21 0,0 0-14 0,0 0-22 16,9-1-30-16,-9 1-23 0,0 0-26 0,0 0-16 15,0 0-17-15,0 0-139 0,0 0-363 0,0 0 161 16</inkml:trace>
  <inkml:trace contextRef="#ctx0" brushRef="#br0" timeOffset="73078.57">27923 3992 4 0,'-11'-1'140'0,"11"1"-11"16,0 0-11-16,0 0 7 0,0 0-9 0,0 0-13 15,0 0-5-15,0 0-13 0,0 0 0 0,0 0-5 16,0 0-12-16,31-12 4 0,-19 8-8 0,1 2-6 16,1 1-4-16,-1-2-1 0,0 0-6 0,1 2-2 15,-3-1-6-15,1 0-1 0,-2 2-12 0,-1-1 5 16,2 1-4-16,-11 0-8 0,14 0 8 0,-7-1-7 16,-7 1 1-16,11-2 1 0,-11 2-4 0,9-1-1 15,-9 1 0-15,0 0 0 0,11-1-3 0,-11 1-4 16,8-2 2-16,-8 2-14 0,0 0-23 0,0 0-22 15,11 0-28-15,-11 0-20 0,0 0-36 0,0 0-22 16,0 0-80-16,9 0-250 0,-9 0 111 0</inkml:trace>
  <inkml:trace contextRef="#ctx0" brushRef="#br0" timeOffset="73595.3">28976 3733 14 0,'0'0'171'0,"0"0"-11"0,0 0-6 16,-4-8-18-16,4 8-19 0,0 0-2 0,0 0-9 15,0 0-15-15,0 0-12 0,0 0-11 0,0 0-4 16,0 0-8-16,0 0-2 0,0 0-5 0,-11 14-10 16,9-7 7-16,2-7-10 0,-7 16 0 0,6-9 3 15,-3 3-7-15,1 2-9 0,1-2 1 0,-1 1-2 16,1 0-5-16,-2 0 3 0,1 2-1 0,1-3 0 16,2 2-1-16,-3-2-4 0,2 0 1 0,1 1-3 15,-1-2-3-15,1-1 2 0,0-8-1 0,0 11 3 16,0-11-7-16,-2 11 3 0,2-11-2 0,0 7 5 15,0-7-7-15,0 0-1 0,0 0 3 0,0 9 0 16,0-9-1-16,0 0 2 0,0 0 4 0,3 6-2 16,-3-6 11-16,0 0 5 0,0 0 6 0,0 0-5 15,0 0 3-15,0 0 3 0,0 0-2 0,0 0 1 16,0 0-5-16,0 0-10 0,0 0 3 0,0 0 0 16,0 0-3-16,0 0-5 0,0 0 3 0,0 0-4 15,0 0-1-15,0 0 1 0,0 0-3 0,0 0 1 16,0 0-1-16,0 0-4 0,0 0-4 0,0 0-10 15,0 0-9-15,0 0-15 0,0 0-7 0,0 0-19 16,0 0-19-16,0 0-20 0,0-27-15 0,0 27-32 16,0 0-27-16,0 0-102 0,4-4-297 0,-4 4 132 15</inkml:trace>
  <inkml:trace contextRef="#ctx0" brushRef="#br0" timeOffset="77496.27">15034 7516 132 0,'-8'-2'166'0,"-2"-2"-2"0,0 4 7 0,10 0-12 16,-13-3-4-16,13 3 4 0,-9-2-10 0,9 2-8 15,0 0-9-15,-9-2-9 0,9 2-8 16,0 0-10-16,0 0-7 0,0 0-8 0,-9-3-8 0,9 3-8 15,0 0-6-15,0 0-7 0,32-9-6 0,-14 6-8 16,1 0-4-16,9-3-12 0,-1 5-29 0,-5-1-24 16,-2-1-32-16,1 2-25 0,-4-1-38 15,3 0-13-15,-6 1-15 0,-2 1-7 0,2 1-17 0,-3 1-107 16,-1-2-299-16,-4 0 132 0</inkml:trace>
  <inkml:trace contextRef="#ctx0" brushRef="#br0" timeOffset="77662.05">14979 7595 35 0,'0'0'139'15,"0"0"1"-15,0 0 2 0,0 0-2 0,0 0-2 16,21 5-18-16,-9-5-6 0,7-1-13 0,-1 1-16 16,10 1-15-16,-2-1-33 0,1-1-26 0,1-1-43 15,0 0-29-15,-7 3-44 0,-4-4-74 0,5 2-195 16,-3-1 87-16</inkml:trace>
  <inkml:trace contextRef="#ctx0" brushRef="#br0" timeOffset="96714.81">18319 6677 141 0,'2'-7'151'0,"2"-2"-7"0,-3 3-5 15,-1 6 1-15,1-9-11 0,-1 9-8 0,1-8-8 0,-1 8-9 16,3-6-14-16,-3 6-8 0,0 0-14 15,0 0-9-15,0 0-5 0,0 0-3 0,0 0-4 16,0 0-8-16,0 0-1 0,4 23-3 0,-4-13-1 16,0 7-6-16,-1 1 0 0,2 2-2 0,-5-1-1 0,-1 7-2 15,0 1 3-15,-1-4-5 0,1-3 1 0,0-5-5 16,0 5-1-16,1-2-3 0,-1-1 6 0,3-4-9 16,-2 1 4-16,3-2-10 0,-2-2 7 15,-1-1-2-15,3-2-3 0,0 1 0 0,1-8 6 0,-2 12-6 16,2-6-1-16,0-6 4 0,-1 9 0 0,1-9-2 15,0 0 3-15,-1 11-3 0,1-11 0 0,0 0-5 16,1 6 3-16,-1-6 2 0,0 0 0 0,13 0-1 16,-13 0-1-16,18-3 3 0,-4 2-4 0,4-2 2 15,3 0-2-15,0 0 0 0,7-3 3 0,-2 2-3 16,-3 2 2-16,6-3-3 0,-2 2 2 0,-6-3-3 16,0 4 2-16,6-4 0 0,-7 3-1 0,-1 0-1 15,-4-1 0-15,-5 2 3 0,4-1-2 0,-3-2 6 16,-2 1-2-16,1-1 9 0,-4 2 3 0,-1-1 2 15,0 2 7-15,-3-4 3 0,-2 6 1 0,7-12 1 16,-5 8 5-16,-1-4 4 0,-1 8 1 0,2-10 4 16,-2 10-3-16,-2-10-2 0,2 10 4 0,0-9 0 15,0 9-3-15,2-8-5 0,-2 8-7 0,0 0-6 16,0 0-2-16,0 0-3 0,0 0-2 0,0 0 2 16,-7 26-6-16,-1-8 3 0,2-1-8 0,-1 7 2 15,0 2 1-15,0-1 0 0,0 0-3 0,5-2 1 16,-3 1-4-16,1 3-2 0,0-7-11 0,5 4-17 15,-2-6-23-15,3 8-30 0,-2-6-33 0,3-1-41 16,2 0-48-16,0-3-51 0,-3 3-131 0,2-6-413 16,-1 1 183-16</inkml:trace>
  <inkml:trace contextRef="#ctx0" brushRef="#br0" timeOffset="97085.92">19371 6741 84 0,'-6'-6'180'16,"6"6"-9"-16,0 0-12 0,-5-3-11 0,5 3-13 16,0 0-13-16,0 0-11 0,0 0-8 0,0 0-12 15,0 0-9-15,0 0-6 0,23-10-12 0,-4 7-4 16,9-3-12-16,3 1-4 0,-2-1-19 0,2 3-22 15,-1 1-26-15,-2-2-30 0,-8 3-23 0,-2 0-19 16,-6-1-17-16,1 2-13 0,-3 0-79 0,-2 0-221 16,-8 0 98-16</inkml:trace>
  <inkml:trace contextRef="#ctx0" brushRef="#br0" timeOffset="97460.81">19542 6708 120 0,'0'0'127'0,"0"0"-6"0,-5 3-5 0,5-3-2 16,-3 9 3-16,0-1 4 0,2-1-3 0,-2 8 0 16,-1-1-3-16,3 4-2 0,-3 2-6 0,2 0-2 0,2 5-5 15,-4-2-13-15,1 3-4 0,2-6-1 16,-2-1-1-16,3 5-11 0,-2-5-2 0,2 0-9 16,-1-2-3-16,-1 1-9 0,1-3-2 0,1 2-6 15,-1-4-2-15,2-1-2 0,-1-2-2 0,1 1-8 16,-2 0-1-16,1-4 0 0,0-7-3 0,0 13-7 15,1-8 4-15,-1-5-4 0,0 11 2 0,0-11 1 16,0 0-4-16,0 0-4 0,-7 6-2 0,7-6-4 0,-12-2 0 16,12 2 1-16,-14-2 0 0,6-3-2 15,8 5 2-15,-14-5-2 0,8 1 3 0,0-1-3 16,-2 0 0-16,0 2-5 0,8 3 3 0,-7-7 1 0,7 7-3 16,-7-2 2-16,7 2-1 0,0 0-3 0,-8-4 1 15,8 4-3-15,0 0 3 0,0 0 0 0,0 0 4 16,0 0-4-16,0 0-5 0,0 0-10 0,32 6-17 15,-19-6-15-15,1 0-29 0,6-2-17 0,1 0-36 16,0-1-24-16,0 0-38 0,0 0-119 0,6-3-337 16,-2-1 149-16</inkml:trace>
  <inkml:trace contextRef="#ctx0" brushRef="#br0" timeOffset="98057.23">19838 6409 35 0,'0'0'129'0,"1"-7"-5"0,-1 7-15 16,0 0 5-16,0 0-9 0,0 0 1 0,0 0-4 0,0 0-6 15,0 0-6-15,4-6 3 0,-4 6-5 16,0 0 4-16,0 0-4 0,0 0-7 0,0 0-1 16,0 0-5-16,0 0-4 0,0 0-7 0,0 0-4 15,0 0-7-15,0 0 1 0,0 0-11 0,0 0-2 16,0 0-3-16,0 0-2 0,0 0-3 0,0 0 5 0,0 0-8 15,0 0-2-15,0 0-1 0,0 0 5 16,0 0-5-16,0 0-2 0,0 0 2 0,0 0-3 16,0 0-2-16,0 0-1 0,0 0 0 0,0 0-4 15,0 0 2-15,0 0-2 0,0 0-4 0,0 0-4 0,0 0 1 16,0 0-3-16,0 0 1 0,0 0 3 0,0 0-2 16,0 0-2-16,0 0 3 0,18 4-4 15,-18-4-1-15,13 5 3 0,-2-1-3 0,-2 0 1 16,0 1-4-16,2 1 2 0,-2 4 1 0,-1-3-1 15,0 6 1-15,-1 0-2 0,1 1 4 0,-4 2-5 0,-2 0 1 16,-2 2 4-16,-2-1 0 0,-2-1 0 0,-1 1 0 16,-2-3 0-16,0 1-2 0,-2 0 3 15,2-4-3-15,1-1 1 0,0-2 1 0,2-1 1 16,0-1-1-16,1-1-1 0,3-5-3 0,-5 7 3 0,5-7-4 16,-1 8-1-16,1-8 3 0,0 0 0 0,9 8-6 15,1-7-18-15,7 0-31 0,3-1-43 16,8-1-30-16,6 1-45 0,-4 0-39 0,-3 1-137 0,0 1-372 15,-9-2 166-15</inkml:trace>
  <inkml:trace contextRef="#ctx0" brushRef="#br0" timeOffset="98589.54">19991 7078 137 0,'-4'9'198'16,"2"0"-12"-16,-2-2-18 0,1 1-16 0,1-2-8 16,-3 0-7-16,1 2-2 0,0-1-7 0,4-7-3 15,-4 11-8-15,2-7-2 0,2-4-2 0,-4 8 4 16,4-8-1-16,-3 8 3 0,3-8-4 0,-3 5 4 16,3-5 2-16,0 0 4 0,0 0-2 0,0 0-1 15,-2 6-1-15,2-6-9 0,0 0-13 0,0 0-13 16,0 0-5-16,0 0-9 0,0 0 0 0,0 0-13 15,0 0-10-15,-1-21-4 0,1 21 0 16,6-17-1-16,-2 11-9 0,1-2-9 0,0-2-2 0,5 2 1 16,-3 0-7-16,0 2-3 0,1-2-1 0,1 4-3 15,1 2-1-15,-3-1-2 0,0 2-7 16,-7 1-4-16,20 5 1 0,-13-2 4 0,0 1-4 16,0 5-2-16,1-2 4 0,-2 0 2 0,1 3-4 0,-1-1 4 15,-2 1-4-15,0-1 8 0,0 0-7 0,-3-2 1 16,0 0 1-16,-1-7-1 0,3 8 8 15,-3-8 5-15,1 7-3 0,-1-7 2 0,0 0-5 0,0 0 1 16,0 0-1-16,0 0-2 0,0 0 16 0,0 0-13 16,0 0 0-16,0 0-4 0,-6-22 2 0,6 22-3 15,3-20-7-15,0 11 0 0,2-2 3 0,3-1-3 16,-2 3-2-16,1-1 0 0,2 2 1 0,-1 2-1 16,0-1-2-16,-1 3-4 0,-1 1 4 0,5 0 2 15,-3 2-3-15,-8 1 3 0,14 3-1 0,-5-2-2 16,-1 2-1-16,-2 3 6 0,1 0-16 0,-1 0-8 15,3 4-17-15,-4-1-21 0,-1 0-35 0,-3 2-43 16,-1 2-40-16,0-1-56 0,-2 0-50 0,-5 5-192 16,1-3-521-16,-4 2 230 0</inkml:trace>
  <inkml:trace contextRef="#ctx0" brushRef="#br0" timeOffset="99049.73">18546 7605 40 0,'-15'0'212'0,"3"-2"-15"0,2 2-10 15,-1 0-8-15,11 0-15 0,-12 0-9 0,12 0-6 16,0 0-3-16,0 0-9 0,0 0-2 0,60 2-3 0,0-6-15 16,44 0-9-16,4-3-10 0,12 4-8 15,4-5-6-15,2-3-13 0,5 4-3 0,2-1-9 16,-6-1-3-16,-6 3-9 0,-11 1-3 0,-13-1-5 15,-33 3-3-15,1 1-2 0,-10 0-5 0,0 0-5 0,-4 2 0 16,-15-2-2-16,1 2-2 0,-4-2-4 0,-1 2 1 16,-3-1-3-16,-8-2-2 0,-8 3-1 0,-1 0 2 15,-5 0-4-15,0-1 4 0,-7 1 2 0,13 1 0 16,-13-1-1-16,8-3 1 0,-8 3-3 0,0 0-2 16,0 0-6-16,7-2-20 0,-7 2-31 0,0 0-33 15,0 0-35-15,0 0-35 0,-30 1-45 16,18-1-40-16,-2 0-142 0,1 3-406 0,-1-2 180 15</inkml:trace>
  <inkml:trace contextRef="#ctx0" brushRef="#br0" timeOffset="101532.39">19075 7911 98 0,'-3'-6'192'0,"3"6"-9"0,0 0-21 0,0 0-7 0,14-9-13 16,-7 8-4-16,-7 1-9 0,12-2-11 0,-3 2-8 16,2 3-12-16,-1 0-10 0,1 1-4 0,-2-1-8 15,0 4-10-15,0-1-3 0,0 2-7 0,-3-3-3 16,1 5-3-16,-2-1 2 0,1 1-4 0,-1 0 1 15,-2 1-7-15,0 0 0 0,-5 0 0 0,1 0-1 16,0-1-5-16,-3 0-3 0,0 1-1 0,-2 0-3 16,1-3 3-16,-3 3-9 0,1-2-2 0,-3-1 1 15,3-1-6-15,-2 2 3 0,1-3-10 0,0 1-18 16,2-5-18-16,1 3-19 0,5-5-18 0,-8 7-30 16,8-7-15-16,-6 2-19 0,6-2-30 0,0 0-18 15,0 0-131-15,0 0-332 0,0 0 148 0</inkml:trace>
  <inkml:trace contextRef="#ctx0" brushRef="#br0" timeOffset="101753.83">19339 7938 180 0,'8'-6'222'0,"-5"1"0"16,0-3-9-16,2 6-9 0,-5 2-15 0,5-9-12 0,-5 9-22 16,4-5-14-16,-4 5-16 0,0 0-13 0,0 0-3 15,0 0 7-15,11 10-9 0,-9-4-4 16,0 4-15-16,-1 0-6 0,1 2-8 0,-2 0-4 15,3 3 0-15,-6 0-8 0,6 3-1 0,-6-2-9 0,2 1-6 16,-1-1 3-16,-1-2-10 0,0 2-3 0,2-3-5 16,-2-1-7-16,2-1-26 0,-1-1-22 15,0 0-27-15,0-2-40 0,0-3-25 0,0 0-36 16,2-5-31-16,-3 10-22 0,3-10-185 0,-7 7-421 0,7-7 186 16</inkml:trace>
  <inkml:trace contextRef="#ctx0" brushRef="#br0" timeOffset="101918.29">19150 7917 161 0,'-6'-6'187'0,"6"6"-24"0,0 0-16 0,0 0-13 0,0 0-14 16,0 0-16-16,19-6-10 0,-6 4-25 0,3 1-26 15,5-1-42-15,2 1-33 0,2-3-36 0,6 2-120 16,-9 1-203-16,5-1 91 0</inkml:trace>
  <inkml:trace contextRef="#ctx0" brushRef="#br0" timeOffset="102178.28">19652 7718 97 0,'13'0'177'0,"-7"0"-12"16,-6 0-13-16,13 0-18 0,-6 4-7 0,2-1-16 15,-3 1-3-15,-1 4-3 0,-1 1-4 0,0-1 3 16,-2 2-5-16,0 3-2 0,-4-2-2 0,1 0-9 16,0 1-2-16,-2-1-2 0,1-1-2 0,-3 0-4 15,-1 2-5-15,1-3-1 0,0-1-14 0,2-1-5 16,1-2-4-16,2-5-4 0,-5 9-3 0,5-9-4 0,0 7-2 16,0-7-7-16,7 7-3 0,1-5-12 15,4-1-24-15,2-2-28 0,9 1-33 0,5-2-30 16,3-4-52-16,1 3-46 0,-4-1-134 0,5-3-362 15,-1 0 160-15</inkml:trace>
  <inkml:trace contextRef="#ctx0" brushRef="#br0" timeOffset="102858.61">21103 7229 33 0,'-8'-6'192'15,"2"1"-18"-15,1 0 8 0,-2 0 0 0,7 5 0 16,-9-8-9-16,6 4-5 0,3 4-19 0,-6-7-10 16,6 7-18-16,-3-5-7 0,3 5-13 0,0 0-11 15,0 0-10-15,0 0-9 0,0 0 0 0,0 0-11 16,0 0-5-16,12 19-5 0,-5-13-4 0,2 4-4 15,-2-1-6-15,4 5-2 0,1-1-3 0,-1 0-3 16,1-1-8-16,1 1-21 0,-3 0-29 0,4 0-34 16,-1 0-14-16,-1 0-48 0,-1-6-24 0,-2 1-21 15,-1-1-163-15,1 0-363 0,-3-3 161 0</inkml:trace>
  <inkml:trace contextRef="#ctx0" brushRef="#br0" timeOffset="103051.26">21264 7178 126 0,'0'0'226'16,"0"-11"-16"-16,0 11-27 0,-3-8-15 0,3 8-16 0,0 0-9 15,0 0-3-15,-19 15-13 0,7-3-6 16,1 4-8-16,-8 4-9 0,0 1-10 0,0 3-6 16,1-2-12-16,2-1-5 0,0 1-9 0,6-4-15 15,1-1-30-15,0 1-33 0,-1 0-35 0,3-1-38 0,-1-2-37 16,5-3-49-16,-1-2-128 0,-1 0-326 0,2-4 144 15</inkml:trace>
  <inkml:trace contextRef="#ctx0" brushRef="#br0" timeOffset="103300.02">21500 7074 191 0,'3'-5'236'0,"0"0"-22"15,-3 5-16-15,3-7-20 0,-3 7-13 0,0 0-13 16,0 0-2-16,0 0-1 0,-9 21-9 0,6-9-9 16,-1 4-5-16,-2 3-8 0,3-1-7 0,-2 6-6 15,1-4-8-15,1-1-10 0,-1 7-9 0,2-2-7 16,-1-3-4-16,3-3-11 0,-1 2-2 0,0 0-5 16,1-1-10-16,-2-3-27 0,2 3-25 0,2-3-23 15,-4 1-29-15,2-4-39 0,0-3-31 16,0 0-54-16,0 0-18 0,0-2-165 0,0-8-401 0,0 10 179 15</inkml:trace>
  <inkml:trace contextRef="#ctx0" brushRef="#br0" timeOffset="103616.19">21576 7028 171 0,'2'-6'197'0,"-1"-3"-15"0,1 2-20 0,-2 7-8 15,2-7-16-15,-2 7-16 0,3-8-11 0,-3 8-13 16,0 0-9-16,5-6-10 0,-5 6-11 0,0 0-5 16,0 0-3-16,0 0-8 0,8 20-4 0,-8-12-6 15,0 1-3-15,0 1-1 0,-1 0-3 0,-1 3-10 16,1 0 3-16,-3-2-3 0,0 2-4 0,-1 3-2 16,-3-2-1-16,1 0-1 0,-1 0-1 0,2-4 1 15,1 1-6-15,-3-1 0 0,3-1 0 0,1 1-2 16,0-2-4-16,2 2 0 0,0-3 1 0,2-7-1 15,-1 13 4-15,2-4-2 0,1-1 0 0,1-2 0 16,3 1 1-16,1 1-5 0,3-4-10 0,1 2-23 16,3 1-15-16,-1-4-28 0,3 0-14 0,1 0-25 15,2-2-30-15,-2 0-13 0,-2-2-110 0,-4 0-287 16,5-2 128-16</inkml:trace>
  <inkml:trace contextRef="#ctx0" brushRef="#br0" timeOffset="103930.03">21900 7119 112 0,'0'0'196'0,"4"-6"-20"0,-4 6-13 0,0 0-14 16,4-4-17-16,-4 4-12 0,0 0-16 0,0 0 10 15,0 0-4-15,0 0 1 0,8 18-1 16,-8-7 4-16,1 1 0 0,-1 5-3 0,-1-1-6 16,-1 3-4-16,-1-2-6 0,0 0-8 0,2 1-10 0,0 1 0 15,-1-5-10-15,1 5-2 0,-2-4-6 0,3 1-3 16,-1-3-4-16,2-2-3 0,-1 2-9 15,-1 0 2-15,1 0-5 0,-1-4-4 0,0 2-5 16,1-3-1-16,-2 2-4 0,4-4 1 0,-2-6-5 0,0 11 0 16,1-5 1-16,-1-6 0 0,0 0-3 0,2 9 1 15,-2-9-1-15,6 4-3 0,-6-4 2 0,12 2 0 16,0-4-4-16,3 0-1 0,0-3-2 0,7 2 1 16,5-4-8-16,-8 0-15 0,12 2-19 0,-2-1-25 15,-1 2-34-15,-7 1-34 0,-1-1-36 0,1 1-27 16,-1 2-21-16,-3-1-28 0,-3 3-128 0,-1-1-395 15,-2 2 175-15</inkml:trace>
  <inkml:trace contextRef="#ctx0" brushRef="#br0" timeOffset="104693.02">18524 8582 85 0,'-12'-3'155'0,"2"1"-1"0,4 0-8 16,6 2-3-16,-13-2-8 0,13 2-3 0,-12-2-11 15,12 2-3-15,0 0-12 0,-11 0-8 0,11 0-9 16,0 0-9-16,-8-3-5 0,8 3-6 0,0 0 4 15,0 0 1-15,0 0 5 0,0 0 7 0,0 0-2 16,41 0-5-16,-6 0-3 0,15 2-5 0,7-7-5 16,7 0 0-16,29-5-14 0,3 3-2 0,1-5-5 15,4 8-6-15,3-4-2 0,3 1-6 0,0 1 3 16,5-3-5-16,1-1-4 0,1 1-1 0,4 4-1 16,-3-3-5-16,1 2 3 0,8 1 2 0,6 1 0 15,2-4-3-15,6 1-1 0,1 3 6 0,4-2 4 16,-1 5 1-16,1-6-1 0,2 8 0 0,-3-9-2 15,-2 1 0-15,-6 1 4 0,-3 1-2 0,-6-1 1 16,-5 6-1-16,-5-1 2 0,-9-6 3 0,-7 3-6 16,-5 1 3-16,-32 0-1 0,-4-2-1 0,4 3-2 15,-25 2 0-15,1-2 0 0,-1 1 2 0,-3-1-3 16,-8 1 4-16,-8-3-2 0,-5 4-1 0,0-1 1 0,-4 1-4 16,-2-1 6-16,-7 1-12 0,12-2 4 0,-12 2-7 15,9-2-1-15,-9 2-24 0,0 0-28 16,0 0-25-16,0 0-36 0,0 0-41 0,0 0-54 15,-35-7-45-15,14 7-40 0,-9 0-185 0,2 3-502 0,-3-3 222 16</inkml:trace>
  <inkml:trace contextRef="#ctx0" brushRef="#br0" timeOffset="125387.12">9429 5238 125 0,'1'-9'162'0,"-1"9"-3"0,0-8-5 16,0 8-7-16,0 0-11 0,-1-11-5 0,1 11-5 16,0-9-7-16,0 9-5 0,0 0-1 0,-3-10-4 15,3 10-3-15,0 0-9 0,0 0-8 0,-3-8-8 16,3 8-9-16,0 0-5 0,0 0-6 0,-12-1-12 16,12 1-3-16,-19 9-3 0,3 2-8 0,0 0-1 15,-7 5-5-15,-2 4-2 0,3 2 1 0,-4 5-2 16,3-1 1-16,-1 1 0 0,5 1-6 15,3 2 0-15,1-1-2 0,-1 2-1 0,6-1-4 0,1-1 6 16,3 0-4-16,2-1-2 0,1-1-1 0,6-3 2 16,2 1-3-16,3 0 1 0,1-2-4 0,5-3-2 15,2 2-10-15,-3-7-25 0,5-3-31 0,7 3-32 16,1-3-31-16,2-1-36 0,5-3-39 0,-1-3-153 16,-2-1-377-16,3-2 168 0</inkml:trace>
  <inkml:trace contextRef="#ctx0" brushRef="#br0" timeOffset="125821.26">9937 5324 161 0,'0'0'213'0,"-6"-10"-24"0,6 10-15 15,-6-4-12-15,6 4-14 0,0 0-8 0,-19 8-8 16,9-2-10-16,-1 4-9 0,-2 6-6 0,-2 4-7 15,-1 5-10-15,4-1-5 0,0-1-10 0,2 1-6 16,2-1-6-16,1-4-5 0,3 0-6 0,1-1-5 16,2 0-8-16,2 1 2 0,2 1-4 0,1-4-1 15,1 0-3-15,1 0-5 0,3-3 1 0,1 0-5 16,-1-5-2-16,3 0 1 0,2 0-2 0,-1-3-4 16,3-2 3-16,-2-1-4 0,5-2-1 0,0-1 1 15,2-2-1-15,-1-2-3 0,-2-3 1 0,0 1-2 16,4-9-3-16,-5 3 2 0,4-4-3 0,0-2-1 15,-8 4-2-15,3-8 2 0,-7 7-3 0,0-2-1 16,-3-2-1-16,-1 2-1 0,-1-1 1 0,0 2 1 16,-4 5 1-16,0-4 8 0,-2 6-1 0,-1 1 8 15,0 2-6-15,-2 3-1 0,-2 0-2 16,-2 2-2-16,-3 4 0 0,-4 3 0 0,2 2-1 0,-3 5-1 16,2 1 1-16,1 3-2 0,-1 5 2 0,4-3 0 15,3 0 1-15,5 0 2 0,-1 0-16 0,4 0-17 16,2 0-28-16,2-1-31 0,4-1-28 0,6-1-36 15,0-1-24-15,4-2-26 0,6 1-12 0,-5-4-119 16,0-2-353-16,1-3 157 0</inkml:trace>
  <inkml:trace contextRef="#ctx0" brushRef="#br0" timeOffset="126105.14">10362 5641 219 0,'0'0'210'0,"0"0"-17"0,6-4-13 0,-6 4-11 16,0 0-24-16,0 0-11 0,0 0-11 0,5-3-10 15,-5 3 0-15,0 0-4 0,0 0-7 0,0 0 0 16,0 0 2-16,0 0 5 0,0 0 4 0,0 0 8 16,0 0 0-16,0 0-8 0,0 0-9 0,0 0-7 15,-16-10-9-15,16 10-5 0,-2-13-13 0,4 4-10 16,-2-1 1-16,2 0-12 0,4-5-4 0,3 0-4 16,0 0-7-16,0-1-6 0,5 3-4 0,3-6-3 15,0 7 4-15,-2 1-10 0,1 1-1 0,0 3-3 16,-3 3 0-16,-1 1-1 0,0 3-3 0,1 3 0 15,-3 1-3-15,1 3 3 0,1 1-5 0,-4 3-16 16,3 3-19-16,-3 1-15 0,-2 2-23 0,-2 0-32 16,-3 2-34-16,3-2-38 0,-1 1-43 0,-3 0-43 15,0-1-148-15,-2-6-443 0,1-1 197 0</inkml:trace>
  <inkml:trace contextRef="#ctx0" brushRef="#br0" timeOffset="126338.21">10774 5334 160 0,'2'-17'234'0,"-2"7"2"0,1 1-7 15,0 0-11-15,-1 9-23 0,0-10-24 16,0 10-17-16,0 0-16 0,0 0-5 0,0 0-2 16,0 0-3-16,-4 36-5 0,3-17-13 0,-3 8-4 15,2 1-10-15,0 1-7 0,0-1-12 0,2 0-10 16,0-1-4-16,-1 0-5 0,1-1-5 0,1-1-12 15,-1 0-29-15,0-5-36 0,0-1-29 0,-1-2-46 16,2 0-34-16,3-2-47 0,-3-2-41 0,0-1-165 16,-3-4-417-16,0 1 184 0</inkml:trace>
  <inkml:trace contextRef="#ctx0" brushRef="#br0" timeOffset="126475.24">10705 5436 20 0,'18'7'-4'0,"-9"-1"-3"0,0 1 1 15</inkml:trace>
  <inkml:trace contextRef="#ctx0" brushRef="#br0" timeOffset="126964.16">10838 5746 129 0,'13'-5'208'0,"-5"0"-8"16,-1-2-8-16,2 0-6 0,2 0-14 0,-3-2-10 15,1-1-15-15,2-4-11 0,-1 1-11 0,-1-3-11 0,-3 3-10 16,2-3 0-16,-3 2-17 0,-1-3-4 0,-1 1-11 16,-2-1-10-16,0 6-2 0,-2-1-6 0,0 0-6 15,1 2-6-15,-3 0-4 0,1 4-3 16,2 6-4-16,-2-12-6 0,2 12-9 0,0-8-11 0,0 8-7 15,0 0 0-15,5-7 0 0,-5 7 3 0,0 0-6 16,19 7 3-16,-9-3-2 0,2 2 0 16,-2 1 2-16,6 3 3 0,-5 3-2 0,0 0-1 0,1 0 4 15,-2 2-4-15,-2-1 1 0,-2 0 1 0,-1 3 1 16,1-3 0-16,-4-2 3 0,1 0-5 0,-1 0-1 16,3 0 5-16,-1-2-3 0,-1 1 0 0,-1-1 0 15,2-1 3-15,1-1-2 0,0-1 1 0,3 0-2 16,0-2 3-16,2-3 1 0,2 0-4 15,-1-2 1-15,1-2 0 0,1-2 1 0,4-3 1 0,1 1 0 16,-1-4-3-16,0 1 0 0,5-7 5 0,-6 2-5 16,-2 1 4-16,4-6-1 0,-7 5-4 0,-2 0 4 15,0-1-6-15,-4-2 4 0,-1 2 1 0,-2-1 1 16,1 4 7-16,-3 0 9 0,0 3-3 0,-5 0 4 16,1 3 5-16,1 0-3 0,3 6 0 0,-11-2-3 15,11 2-2-15,-18 8 0 0,9-1 0 0,-4 5-4 16,-2 1 6-16,5 1-9 0,0 1 1 0,2 2-4 15,1-1-18-15,5 1-20 0,2 0-31 16,-3 1-42-16,8-4-53 0,1 0-49 0,1 1-187 0,6-2-424 16,5-3 189-16</inkml:trace>
  <inkml:trace contextRef="#ctx0" brushRef="#br0" timeOffset="127208.14">11821 5427 2123 0,'9'-32'0'0,"-4"2"30"0,1 1 13 0,-1 4 30 16,-5 6 3-16,-1 3 3 0,4 4 11 0,-2 2 2 16,-1 3-5-16,1 1-5 0,-1 6-8 0,0-9-8 15,0 9-5-15,0 0 12 0,0 0 3 16,0 0-2-16,-1 34-1 0,1-5-1 0,-3-1-6 0,2 2 3 16,0 3-12-16,1-1 1 0,-5-4-12 0,5 3-6 15,-3-4 2-15,6 2-8 0,-6-3-7 0,3 0-15 16,-1-1-25-16,1-8-27 0,1-1-33 0,-1 1-25 15,0-1-35-15,0-4-45 0,0-2-31 0,3-2-26 16,-3-8-28-16,0 12-163 0,0-12-461 0,-5 3 205 16</inkml:trace>
  <inkml:trace contextRef="#ctx0" brushRef="#br0" timeOffset="127870.65">11681 5463 77 0,'0'0'175'0,"0"0"-17"0,12-2-11 0,-2 1-13 16,12 1-9-16,-4 0-12 0,13 0-9 0,0-1-10 16,3 2-9-16,-5-1-8 0,8 1-5 0,-6-2-10 15,3-2-2-15,-4 2-7 0,-2 2-4 0,-8-1-6 16,-3 0-7-16,-4 0-2 0,-2 0 1 0,-2 2-4 16,-2-2 6-16,-7 0 6 0,10 0 6 0,-10 0 2 15,0 0-2-15,0 0-4 0,0 0 5 0,0 0-4 16,-19 15 5-16,9-7 1 0,-1-1 3 0,-2 5 2 15,2 0-2-15,0 0-7 0,0 1-3 0,1 0-5 16,5-3-6-16,1 0-2 0,4 1-3 0,-2 0 1 16,0 0-3-16,6-3-2 0,0 1 0 0,5 1-3 15,-1-5-1-15,2 1-1 0,0-2-4 0,1-2 1 16,4 0-3-16,-1-2 0 0,4-2-5 0,-2 0-1 16,-1-1 0-16,-3-2 0 0,1-1 0 0,-4 1 0 15,1-4 0-15,-4 1-3 0,1-2-3 0,-3 2 3 16,0-3-1-16,-2 0 0 0,-1 2-1 0,1 0 1 15,-2 2-2-15,0 7 2 0,-3-11 2 0,3 11-1 16,-4-7-5-16,4 7-3 0,0 0 2 0,0 0 0 16,0 0 1-16,0 0 0 0,0 0 1 0,-9 19 2 15,9-12 0-15,-2 3-2 0,4 0 2 0,-1 0 2 16,5-1-3-16,0-1 2 0,4 2 3 0,-2-3 3 16,3-1-4-16,3-1 1 0,4-2-2 0,0-2 2 15,1-2-3-15,1 1 2 0,0-4-1 0,-5-2 0 16,3 0 1-16,-4-2-2 0,0-1 3 0,-1-4 1 15,1 2-3-15,-5-4 7 0,-1 5-3 0,-3-6 8 16,0-1 0-16,-1 0 5 0,1-3 1 0,-1 1 7 16,-2-5-1-16,2-2 2 0,1 0-6 0,0 2 6 0,0 5-5 15,-1 3 6-15,-2-2 4 0,0 6 13 16,0 3 14-16,0 1-13 0,-2 1 1 0,0 7-10 16,3-8-9-16,-3 8-4 0,0 0 0 0,0 0-2 15,0 0-3-15,6 19-1 0,-1-2-2 0,-4 12 8 0,-1-2-5 16,-1 2 9-16,-2 1-9 0,1 0-5 15,2 0 1-15,-4 1-2 0,4-2-1 0,-2 1-4 16,-1-1 3-16,3 2 1 0,0-4-12 0,-2-8-32 16,4 0-38-16,-4 0-28 0,2-2-45 0,-2-1-35 15,2-4-46-15,0-2-40 0,0-3-43 0,-4 1-162 16,2-4-502-16,2-4 222 0</inkml:trace>
  <inkml:trace contextRef="#ctx0" brushRef="#br0" timeOffset="128066.83">12650 5383 17 0,'9'-9'191'0,"0"2"-14"15,-1 3-14-15,-2 2-7 0,2 2 8 0,-8 0 4 16,13 8-1-16,-3 0-5 0,-7 4-14 0,-1 4-11 16,2 0-14-16,-4 2-9 0,-2 0-11 0,0 2-10 0,-5 5-9 15,-5-2-7-15,-1 2-10 0,-1-4-23 16,-1 3-27-16,2-9-43 0,-1 0-41 0,1 0-53 0,3-4-43 15,-3 2-170-15,5-7-361 0,2 0 160 16</inkml:trace>
  <inkml:trace contextRef="#ctx0" brushRef="#br0" timeOffset="128307.43">12852 5253 94 0,'4'-10'278'0,"0"5"-15"0,0-1-20 15,-2 1-23-15,-2 5-20 0,4-6-20 0,-4 6 1 16,0 0 5-16,0 0 0 0,3 26-3 0,-3-2-4 16,-3 5-2-16,1 2-12 0,0 1-17 15,-5-2-7-15,4 0-17 0,-3 0-10 0,1-1-17 16,1 0 4-16,0-2-31 0,0 3 6 0,2-3-10 16,-1-1-11-16,3-1-15 0,0-6-34 0,0-1-37 0,-5-1-32 15,5 0-29-15,0-6-37 0,-2 2-35 0,2-4-39 16,-3 2-26-16,3-4-24 0,-2-1-183 0,-2-1-470 15,4-5 208-15</inkml:trace>
  <inkml:trace contextRef="#ctx0" brushRef="#br0" timeOffset="129096.43">12856 5446 36 0,'10'-12'180'0,"-3"2"-4"0,3 4-18 15,-5 1-3-15,5 0-10 0,-2 3-2 0,-1 2-13 0,-7 0-9 16,14 5 5-16,-8 2-11 0,-1-1-8 0,-1 2-10 15,-2 1-4-15,-2 1-7 0,2 2-12 0,-4-2-1 16,2 2-9-16,-4 2-8 0,-1-5-4 0,3 1-5 16,-4-1-4-16,2-3-3 0,1-1-2 0,3-5-6 15,-5 9-1-15,5-9-4 0,-4 9-3 0,4-9 5 16,0 0-9-16,0 0-1 0,0 0-3 0,0 0-4 16,18 1-1-16,-9-2 0 0,5-2 0 0,-1 3-4 15,-2-2 3-15,7 1-4 0,3-2 0 16,-2 1-9-16,-1 0-10 0,-2 0-5 0,6-1-5 0,-5 0-1 15,2 0-3-15,-3-1 2 0,2 0 0 0,0-1 1 16,-9 1 3-16,3-1 4 0,-1 0 0 0,-3-1 5 16,-1-1 0-16,0 0 0 0,-2-1 5 0,1 0 11 15,-2 0 13-15,-1 0 6 0,-3 8-1 16,-2-11-1-16,2 11-1 0,-5-13-1 0,3 9 1 0,2 4 8 16,-9-6-3-16,0 5 0 0,9 1 2 0,-13 1 2 15,13-1-3-15,-15 6 1 0,7 1 0 0,1 0-3 16,1 3 1-16,-1-2-3 0,2 1-1 0,3 3-3 15,2-1 0-15,0-1 4 0,4 0-6 0,4 0-31 16,0-1-21-16,3 0-28 0,-1-3-31 0,9 2-26 16,2-2-32-16,4-3-15 0,-6 3-4 0,0-4-5 15,1-1 4-15,0-2 15 0,7-3 16 0,-6 1 21 16,1-1 25-16,-6-1 25 0,0-1 27 0,-3 1 34 16,0-1 36-16,-4-1 18 0,-2 0 26 0,0 0 19 15,-3-3 1-15,-4 1 3 0,0 1 10 0,0 8 14 16,-2-15 11-16,0 7 5 0,-7 3-3 0,4-1-1 15,-1 3-1-15,6 3-5 0,-16-4-6 0,7 4-4 16,9 0-7-16,-18 7-2 0,7-1-6 0,-1-1-4 16,1 4-9-16,2 0-6 0,0 0-10 0,4 2-8 15,1 0 3-15,0 0-10 0,2 0-7 0,2 0-1 16,2 0-5-16,2-1 1 0,2-1-12 0,0-2-2 16,0-1-10-16,3-2-13 0,4-2-12 0,3-1-9 15,1-2-6-15,-2-2-7 0,-2-2 0 0,3-1-2 16,-1-2 5-16,-3-1 3 0,3-5 6 0,-3 2-3 15,-1-5 1-15,-2 2 2 0,1-2 6 0,-6 1 4 16,2-4 4-16,-1 1-7 0,-1-7 4 0,0 1 1 16,0 1 7-16,-5 5 7 0,2 2 0 0,-1-2-1 15,2 2 12-15,-4 5 16 0,4 3 16 0,-2 0-4 16,0 9-1-16,0-10-5 0,0 10-11 0,0-7-5 16,0 7 0-16,0 0 0 0,0 0 4 0,0 0 4 15,-8 38-4-15,4-18-4 0,0 5-2 0,1 2-1 16,-3 0 2-16,2-1-7 0,1 2 2 0,3 0 0 0,-5-4 0 15,5 2-12-15,-2-7-34 0,4-1-27 16,-2 0-52-16,3-1-48 0,-1-3-60 0,1-2-55 16,3 0-50-16,-2 0-181 0,3-6-538 0,3-1 238 15</inkml:trace>
  <inkml:trace contextRef="#ctx0" brushRef="#br0" timeOffset="129337.42">13935 5110 275 0,'5'-2'248'0,"-5"2"-23"15,13 6-8-15,-4 4-22 0,3 5-10 16,1 10-10-16,0 2-12 0,-4 3-13 0,0 6-11 16,0 12-12-16,-4-12-11 0,2 12-8 0,-5-12-12 15,0 0-7-15,0 8-9 0,0-11-9 0,-2 0-5 16,-4-2-5-16,-1-4-7 0,-6-3-3 0,0 4-10 15,0-4-9-15,-8-2-24 0,-3 0-35 0,-2-3-32 16,-3-2-51-16,-3 0-55 0,-3-4-56 0,1-1-178 16,-1-2-432-16,2-2 193 0</inkml:trace>
  <inkml:trace contextRef="#ctx0" brushRef="#br0" timeOffset="129469.11">13932 5775 2211 0,'8'-5'20'0,"-4"-1"-3"0,1 2-16 16,-3-1-46-16,-2 5-23 0,6-11-81 0,-6 5-76 16,0 6-69-16,-10-13-318 0,3 6 141 0</inkml:trace>
  <inkml:trace contextRef="#ctx0" brushRef="#br0" timeOffset="133579.13">18961 9139 142 0,'0'0'146'0,"-9"0"-4"0,9 0-8 0,0 0-3 15,-10 0-10-15,10 0-4 0,0 0-6 0,0 0-9 16,0 0-5-16,0 0-7 0,0 0-1 0,0 0-3 16,0 0-1-16,0 0-12 0,0 0-3 0,33-2-7 15,-13 0-6-15,7-1-3 0,1 0-8 0,-1 2-10 16,1-1-14-16,1-1-17 0,-8 0-18 0,0 3-24 15,-1-1-22-15,1 2-26 0,-4-3 0 0,-5 2-36 0,0-1-25 16,-4 1-100-16,-8 0-266 0,12-2 118 16</inkml:trace>
  <inkml:trace contextRef="#ctx0" brushRef="#br0" timeOffset="133938.99">19127 9136 115 0,'-1'7'140'0,"1"-7"2"0,1 17-2 16,0-6-5-16,1 4 3 0,0 2-8 0,0 0-1 16,-1 2-5-16,0 0-6 0,-1 0-14 0,1 5-16 15,1 1 2-15,-1-5-9 0,-1-1-4 0,2-2-4 16,0 1-8-16,0-1-6 0,-1-1-7 0,1-3-3 16,-2-1-2-16,1-3-10 0,-1 1 3 0,0-4-7 15,0-6-6-15,0 9-1 0,0-9-2 0,-1 11-1 16,1-11 1-16,-4 7-12 0,-2-4 8 0,6-3-6 15,-12 4-1-15,4-3 1 0,8-1-6 0,-17-3 0 16,8 1 1-16,1-1 0 0,0 0-4 0,2-1 2 16,6 4 2-16,-12-6-5 0,7 2 0 0,0 1-1 15,5 3 4-15,-10-4-3 0,10 4-4 0,-6-2-3 16,6 2-2-16,0 0 4 0,0 0-1 0,0 0 2 16,0 0-9-16,0 0 12 0,0 0-7 0,0 0 2 15,30 5 2-15,-17-3-8 0,6-1-21 0,0 1-20 16,1 1-14-16,2-1-15 0,5-2-41 0,1-3-13 15,-1 1-22-15,-6 4-151 0,-1-6-329 0,-1 3 146 16</inkml:trace>
  <inkml:trace contextRef="#ctx0" brushRef="#br0" timeOffset="134490.26">19424 9410 19 0,'0'0'178'0,"0"0"-15"0,0 0-19 0,0 0 15 16,0 0-9-16,0 0-13 0,6 19 1 0,-5-13 0 0,-1-6-18 15,3 11-4-15,-3-11-8 0,1 12-13 0,-1-7-8 16,0-5-4-16,1 9-9 0,-1-9-1 0,-1 9-2 16,1-9 4-16,0 0 10 0,0 9 10 15,0-9 6-15,0 0-6 0,0 0-11 0,0 0-2 0,0 0-16 16,-13-4 0-16,13 4-5 0,-7-11-4 0,7 11-5 15,-4-10-5-15,1 3-3 0,3 7-5 0,0-15-8 16,2 7 0-16,0-1-3 0,1-2-7 0,4 1 0 16,-2-2-3-16,3 2-1 0,1 1-4 0,4-1-2 15,-3 3-2-15,0 0 0 0,-1 2-1 0,-1 2-6 16,2 1 3-16,2 3-2 0,-12-1 2 0,14 4-5 16,-8 1 3-16,3-1-1 0,-1 3 6 0,-1 0-8 15,-1 1 0-15,-1-1-2 0,1 1 2 0,-4 0-2 16,2 0 4-16,-1-5-3 0,-1 4 7 0,-2-7-6 15,3 7 0-15,0-2 2 0,-3-5 2 0,2 6 1 16,-2-6 3-16,0 0 1 0,0 0 3 0,0 0-5 16,0 0-1-16,0 0-2 0,0 0-1 0,0 0 0 15,12-12 0-15,-12 12-1 0,6-11-3 0,-2 2 2 16,4-1-1-16,0 3-1 0,-1-3 2 0,2 3-4 16,-1-2 5-16,0 3-5 0,-1-1 2 0,-1 3 0 15,1 0-4-15,-1 1 2 0,3 3-3 0,-9 0 0 16,11 2 4-16,-5 1-3 0,0 2 2 0,0 0 9 15,-2-1-6-15,0 2-3 0,0 4-2 0,-2-2 1 16,0 1 4-16,-1-1-3 0,-2 3-20 0,-1-1-19 16,1 1-19-16,0-2-25 0,-2 1-29 0,1-2-34 0,-2-2-57 15,0 1-50-15,-2-2-151 0,-2-1-438 16,3 0 193-16</inkml:trace>
  <inkml:trace contextRef="#ctx0" brushRef="#br0" timeOffset="134783.87">19671 8815 157 0,'12'-2'189'0,"3"-1"-11"0,-2 5-22 0,5 4-7 15,-1 1-11-15,-3 4-10 0,-3 4-5 0,0 1-8 16,0 1-5-16,-5 2-5 0,-2 0-11 0,-3 5 1 15,1 1 3-15,-5 0-5 0,-2-7-8 0,2-1-6 16,-2-2 1-16,-1-3 3 0,2-3-4 16,-1 0-5-16,2-4-3 0,2 1-11 0,1-6-2 0,-4 9-5 15,4-9-5-15,0 0-7 0,-1 7-1 0,1-7-3 16,0 0-6-16,17 4-12 0,-2-5-30 0,3-2-28 16,14 1-27-16,1-3-41 0,3 0-35 0,-2 1-34 15,2-1-35-15,-5 2-142 0,0-2-381 0,-10 5 168 16</inkml:trace>
  <inkml:trace contextRef="#ctx0" brushRef="#br0" timeOffset="135114.18">19001 9782 101 0,'-21'1'222'0,"10"0"-22"16,0 0-15-16,3 0-12 0,8-1-2 0,0 0-9 16,0 0-5-16,0 0-11 0,39 8-12 0,-3-8-9 15,16 0-12-15,7-2-9 0,6-3-12 0,30 2-6 0,-2-8-9 16,-5 3-6-16,-23 3-10 0,-2 1-5 15,-3 1-6-15,-5 0-2 0,-4 1-9 0,-14 0-2 16,-2 2-6-16,-6-1-21 0,-1 1-22 0,-9-2-17 16,-6 2-30-16,0 2-33 0,-3-2-30 0,-2 1-13 0,-2-1-20 15,-6 0-28-15,8 4-128 0,-8-4-337 0,0 0 150 16</inkml:trace>
  <inkml:trace contextRef="#ctx0" brushRef="#br0" timeOffset="135837.84">19324 10020 39 0,'0'0'175'0,"0"0"-2"0,-10-1-2 0,10 1 1 16,0 0-8-16,0 0 0 0,0 0-3 0,-7-4-6 15,7 4-6-15,0 0-5 0,0 0-10 0,0 0-6 16,0 0-9-16,0 0-11 0,0 0-10 0,0 0-12 16,0 0-8-16,0 0-9 0,0 0-6 0,23-10-5 15,-16 9 3-15,0 0-11 0,2-1 0 0,4 2-9 16,0 0-2-16,0 0-3 0,-2 3-5 0,-1 0-3 15,2 0-4-15,-3 1-2 0,0 2-1 0,0 0-4 16,-4-1-2-16,1 3 3 0,-2-2-4 0,0 2-3 16,-1 1 3-16,-3 1-1 0,-4 0-4 0,-2-1 11 0,-1 3-9 15,-5-4 0-15,2 3 3 0,-3 2-5 16,-3-3 0-16,0 0 2 0,2-1 0 0,-1 2-1 16,2-6 0-16,-2 2 1 0,3 0-2 0,1-4 4 15,2 1 2-15,-3 2-4 0,6-3-2 0,-2 0 5 0,2 0-6 16,6-3-3-16,-10 5-1 0,10-5 1 0,-8 2 4 15,8-2-5-15,-6 3 1 0,6-3-2 16,0 0 3-16,-7 3-5 0,7-3 2 0,0 0-1 16,0 0-1-16,0 0 4 0,0 0-4 0,0 0 1 15,-6 4 1-15,6-4 1 0,0 0-1 0,0 0 1 16,0 0 0-16,0 0 1 0,0 0 0 0,26 0-1 16,-19 0 4-16,3 0-4 0,-1 0 5 0,5-1-2 0,-1 1-2 15,4 0 2-15,-3 0 0 0,2-1-4 0,5-1-2 16,-3 4 2-16,5-5 2 0,4 3-2 0,-6-2 0 15,0 2 2-15,-1-3 0 0,3 2-4 0,-4 0-2 16,1-3 3-16,-3 3 4 0,-4 0-3 0,0 0 0 16,-3 1-2-16,-3-1-1 0,1 2 1 0,-8-1 2 15,11-1 6-15,-11 1 2 0,9 0 6 0,-9 0 6 16,0 0 0-16,10 0 3 0,-10 0-2 0,0 0-1 16,0 0 1-16,0 0-5 0,8-2 3 0,-8 2-2 15,0 0-4-15,0 0 1 0,0 0-9 0,0 0 4 16,0 0-4-16,0 0-3 0,0 0-16 0,0 0-15 15,0 0-22-15,0 0-30 0,0 0-31 0,0 0-32 16,0 0-53-16,0 0-29 0,0 0-40 0,0 0-191 16,0 0-493-16,0 0 218 0</inkml:trace>
  <inkml:trace contextRef="#ctx0" brushRef="#br0" timeOffset="138445.2">20654 9222 99 0,'0'0'152'16,"-1"-9"2"-16,1 9-3 0,0 0-6 0,0 0-3 15,1-9-6-15,-1 9-12 0,0 0-12 0,0 0-10 16,0 0-10-16,0 0-10 0,0 0-7 0,0 0-11 15,0 0-4-15,0 0-8 0,0 0 2 0,0 0 2 16,-10 29 3-16,8-16-6 0,-1 4-4 0,0 0-8 16,-2 2-1-16,3 8 8 0,-2 1 4 0,0-1-2 15,-1 2 0-15,1-3-6 0,3 1 2 0,-3 0 2 16,4-2-12-16,0-4-3 0,0 2-1 0,1-2-1 16,2-2-5-16,0-1-2 0,0-2 1 0,5 2-4 15,-2-1-1-15,3-2 0 0,0-1-11 0,4 1-15 16,0-3-25-16,2-4-25 0,1 5-24 0,0-7-29 0,-1 1-23 15,3 0-29-15,-2-1-22 0,2-2-143 0,-4-1-352 16,0-2 156-16</inkml:trace>
  <inkml:trace contextRef="#ctx0" brushRef="#br0" timeOffset="138714.31">21003 9341 171 0,'1'-6'199'16,"-1"6"-15"-16,2-9-20 0,-2 9-16 0,0 0-16 16,0 0-2-16,0 0 4 0,0 0 1 0,0 0-8 15,0 25-4-15,0-8 3 0,0 1-17 16,-3 1-4-16,2 5-7 0,0 2-6 0,1-6-8 0,0-1-11 16,-2 7-3-16,2-7-7 0,-1 0-3 0,2-2-6 15,-2 1-6-15,1-2-5 0,0-3-5 16,0 2-3-16,0-2-8 0,1-2-18 0,1 0-18 0,-2 1-21 15,1-2-21-15,-1-3-22 0,0-7-25 0,1 12-25 16,-1-12-13-16,0 6-15 0,0-6-14 0,0 0-160 16,0 0-350-16,0 0 155 0</inkml:trace>
  <inkml:trace contextRef="#ctx0" brushRef="#br0" timeOffset="138987.87">21067 9229 122 0,'9'-7'130'0,"1"2"-8"0,-1 1-10 16,2 2-9-16,-3 4 6 0,1 0-2 16,0 5-10-16,0-2-9 0,-1 4-4 0,-2 0-4 15,-3 2-8-15,1 0 11 0,-3 2-16 0,0-1 7 0,-2 1 1 16,0 3-4-16,-3 2 3 0,-1-6-5 16,-4 1 5-16,0 2 2 0,0-1 1 0,1-4-3 0,-4 2 2 15,5-1-4-15,-1-4-1 0,2 1-6 16,0-2-7-16,2-2-5 0,0 1-7 0,4-5-1 0,-5 9-9 15,2-5 1-15,3-4-4 0,-1 10-3 0,1-10-1 16,4 10-5-16,1-5-7 0,1 2-18 0,6-2-24 16,-2 0-33-16,9 1-31 0,-1-1-32 15,3-2-39-15,-2-1-29 0,0 0-160 0,0 0-376 0,-2-2 166 16</inkml:trace>
  <inkml:trace contextRef="#ctx0" brushRef="#br0" timeOffset="139232.22">21415 9428 19 0,'6'-8'214'0,"-6"8"-19"0,4-3-22 16,-4 3-11-16,0 0-10 0,0 0-9 0,0 0 8 15,8 12 8-15,-6-2-2 0,1 0-14 0,-2 1 4 16,0 1-9-16,-1 3-10 0,0 2-2 0,0 1-6 16,0-1-12-16,0-2-9 0,-1-1-12 0,0 3-10 15,1-5-3-15,-2 2-5 0,2-2-15 16,2 0 1-16,-1-1-5 0,-1-2-6 0,3 0-2 0,-1 1-3 15,2 0-8-15,1-3 2 0,3 1-6 0,1-2 2 16,1-1-28-16,1-2-21 0,2 2-28 0,2-3-32 16,2-2-39-16,4 0-43 0,-2-2-26 0,1-2-37 0,-1 0-176 15,-1-3-435-15,0-1 193 0</inkml:trace>
  <inkml:trace contextRef="#ctx0" brushRef="#br0" timeOffset="139401.15">21808 9436 112 0,'3'-7'199'0,"-3"7"-11"16,4-3-21-16,-4 3-11 0,9-3-4 0,-2 2-16 0,4-1-8 15,1 1-13-15,5 0-5 0,3 1-16 0,0-1-13 16,-1-1-8-16,4 2-38 0,-4 2-28 0,1-2-33 16,1 0-40-16,-6 0-25 0,0 0-22 15,-4 0-131-15,-4 1-262 0,-7-1 116 0</inkml:trace>
  <inkml:trace contextRef="#ctx0" brushRef="#br0" timeOffset="139587.14">22042 9335 123 0,'-2'-7'198'0,"2"7"3"15,0 0-6-15,-7-10-9 0,7 10-3 0,-1-5-16 16,1 5-19-16,0 0-15 0,0 0-12 0,0 0-9 16,0 0 6-16,0 0-4 0,0 0 1 0,-4 27-8 15,3-16-5-15,-2 1-7 0,5 1-7 0,-2 4-13 16,-2-1-5-16,1 1-6 0,0 0-6 0,2 0-7 15,-1-2-9-15,1 1-23 0,2-3-32 0,-2 3-40 16,1-5-48-16,0 0-50 0,3-1-44 0,-2-1-201 16,0 1-428-16,-1-4 190 0</inkml:trace>
  <inkml:trace contextRef="#ctx0" brushRef="#br0" timeOffset="139845.34">22317 9288 140 0,'2'-10'282'0,"1"5"-12"16,-3-1-16-16,0 6-24 0,3-9-28 0,-3 9-20 0,2-7-14 15,-2 7-18-15,0 0-3 0,0 0-7 0,4 20-2 16,-4-8-6-16,0 5-8 0,-1 1-17 16,1 2-9-16,0-1-7 0,-2 5-5 0,4-4-12 15,-2-1-1-15,1 0-13 0,-1-2 7 0,0 2-16 0,1-2-3 16,1 0-10-16,-2-4-14 0,1 2-25 0,-1-3-17 15,-1 0-36-15,1 0-31 0,-2-4-29 16,1 1-20-16,1-9-26 0,-1 13-31 0,1-13-18 16,-4 7-30-16,4-7-124 0,-8 4-391 0,8-4 173 15</inkml:trace>
  <inkml:trace contextRef="#ctx0" brushRef="#br0" timeOffset="140124.23">22366 9239 143 0,'10'-13'172'0,"-3"7"-9"0,1-3-18 0,-1 2-8 16,1 6-12-16,-1-1-5 0,-7 2 1 0,14 2-9 16,-8 3-10-16,2 4 2 0,-2 0-5 0,-2 2-12 15,-1 1-5-15,-1 0-5 0,0 5-8 0,-2-1-6 16,-3-1-7-16,2 0-4 0,-2-3-6 0,1-2-3 16,-2 1-5-16,1 0-2 0,-1-2-4 0,1-2 7 15,-1-1 5-15,1 0-2 0,1 1 2 0,2-7 4 16,-4 7-4-16,4-7-1 0,-4 7-4 0,4-7 1 15,0 0-8-15,-4 5-2 0,4-5-4 0,0 0-1 16,0 0-4-16,0 0 2 0,9 9-5 0,-2-8-1 16,3 2-3-16,0-1-17 0,3 0-22 0,5 0-33 15,-1-1-45-15,1 0-28 0,10-1-34 0,-1 0-37 16,-6-1-153-16,-1 0-384 0,2-1 171 0</inkml:trace>
  <inkml:trace contextRef="#ctx0" brushRef="#br0" timeOffset="140379.25">22910 9297 142 0,'0'0'232'0,"-3"-10"-10"0,3 10-10 15,-3-9-10-15,3 9-13 0,-8-3-15 16,8 3-13-16,-10 2-6 0,10-2-7 0,-14 9 0 16,1 2-6-16,3 2-6 0,-1 3-2 0,0 0-14 0,1 7-8 15,-1-1-9-15,1 1-7 0,4 0-7 0,2-3-8 16,0 0-10-16,2-1-7 0,0-1 1 15,4 1-11-15,-4-1-7 0,4-1-6 0,-2 0-2 16,1-1-3-16,0-3-3 0,-2 3 0 0,3-6-3 0,1 0-15 16,0-1-25-16,-2 1-29 0,-1-4-31 15,0-6-35-15,0 12-37 0,0-12-24 0,1 7-21 0,-1-7-15 16,0 0-25-16,0 0-170 0,0 0-429 0,-10 0 190 16</inkml:trace>
  <inkml:trace contextRef="#ctx0" brushRef="#br0" timeOffset="140521.25">22661 9532 159 0,'0'0'184'16,"6"-9"-13"-16,2 6-9 0,5 0-7 0,1 0-15 15,2-2-8-15,4 0-16 0,6 1-15 0,5-2-5 16,1 2-15-16,0-1-30 0,1 1-54 0,-1 1-35 16,1-4-44-16,-1 1-56 0,-5-3-77 0,-1 3-232 15,-7-1 103-15</inkml:trace>
  <inkml:trace contextRef="#ctx0" brushRef="#br0" timeOffset="140757.41">23268 9049 32 0,'6'-7'204'0,"1"3"-8"0,-1 1-14 0,-6 3-9 0,15 0-3 15,-4 5-7-15,-1 4 3 0,2 5 0 16,3 9-9-16,-3 1-7 0,0 5-9 0,-3-3-7 15,1 8-6-15,-4-5-9 0,-2 1-13 0,0 2-7 16,-3 0-7-16,1-2-10 0,-4 0-10 0,-1 0-5 16,-3-3-6-16,0 1-9 0,-4-1 0 0,0-1-6 15,-6-2-25-15,4-1-26 0,-6-2-40 0,2 0-41 0,1-7-42 16,2-1-54-16,-1 0-55 0,-4-4-155 16,3 0-423-16,2-4 187 0</inkml:trace>
  <inkml:trace contextRef="#ctx0" brushRef="#br0" timeOffset="140895.03">23218 9551 30 0,'0'0'110'0,"0"0"-39"0,0 0-40 16,-5-9-34-16,5 9-38 0,0 0-42 0,-10 0 19 15</inkml:trace>
  <inkml:trace contextRef="#ctx0" brushRef="#br0" timeOffset="143138.54">24124 8042 6 0,'0'0'214'0,"0"0"-9"0,0 0-9 16,0 0 0-16,0 0-6 0,0 0-6 0,0 0-5 15,0 0-11-15,0 0-9 0,0 0-12 0,0 0-12 0,0 0-11 16,0 0-14-16,0 0-9 0,0 0-14 16,0 0-5-16,0 0-10 0,0 0-3 0,0 0-15 15,0 0-18-15,23-7-23 0,-11 7-26 0,0 0-39 16,5 0-42-16,-2 0-47 0,2-3-39 0,-3 3-37 0,-1 0-122 16,-2 0-367-16,0 0 164 0</inkml:trace>
  <inkml:trace contextRef="#ctx0" brushRef="#br0" timeOffset="143294.1">24116 8158 69 0,'0'0'195'0,"-5"5"-17"0,5-5-18 16,0 0-17-16,0 0-13 0,22 5-15 0,-10-5-21 0,7 2-32 15,-1 1-49-15,8-3-46 0,-4-2-40 0,-1 2-103 16,7-1-190-16,0-2 84 0</inkml:trace>
  <inkml:trace contextRef="#ctx0" brushRef="#br0" timeOffset="145908.25">25493 7432 69 0,'0'0'165'0,"0"0"-6"15,0 0-9-15,-2-10-4 0,2 10-5 0,0 0-7 16,0 0-8-16,-5-8-6 0,5 8-10 0,0 0-6 0,0 0-10 15,0 0-3-15,-5-9-10 0,5 9-12 0,0 0-4 16,0 0-9-16,0 0-7 0,0 0-5 16,0 0-3-16,0 0-3 0,0 0-2 0,-13 14 0 0,7-9-3 15,0 4-2-15,-8 2 0 0,1-1-4 0,0 3 1 16,2-2 2-16,-1 1-2 0,-2 1-1 0,5 2-2 16,-1 0-5-16,1-1 0 0,0 0-2 0,1 2 3 15,-2-1-6-15,4 2 4 0,-1-4-2 0,3 3-6 16,-2-1 4-16,2-4-2 0,4 3-1 0,-2-2 1 15,2-1 0-15,2 0-3 0,-2 1 2 0,8-3 2 16,-2 3 3-16,3-3 5 0,3 4 3 0,-2-6 1 16,6 0-1-16,3-1 1 0,3-1-6 0,-1-2 2 15,7 1-3-15,-5-4 5 0,-1-2-6 0,-2 0 0 16,2-3-2-16,1 2-1 0,-5-3-2 0,2 2 0 16,-2-3 3-16,-2 0 0 0,0-2-4 0,-1-1 2 15,-1 1-2-15,-3-4-1 0,0 1-2 0,-3-2 3 16,-2 4 0-16,-1-7 0 0,-1 1-1 0,0-2-1 15,-4 1 0-15,0 2 2 0,-4-1-2 0,0-1-2 16,-1 1-3-16,-4 0 2 0,-2 0-2 0,2 1-3 16,-2 4 2-16,-1-2-1 0,-1 3-2 0,-3 2-1 15,0 3-1-15,-2-1-3 0,1 0 1 0,0 4-3 16,3 2-8-16,0 0-8 0,-2 2-22 0,-5 2-25 16,3 1-25-16,-1 3-28 0,1 1-26 0,5 2-36 0,0 0-42 15,4-2-145-15,3 1-401 0,2-1 178 16</inkml:trace>
  <inkml:trace contextRef="#ctx0" brushRef="#br0" timeOffset="146099.57">25946 7590 199 0,'6'-5'237'0,"-6"5"-5"15,0 0-13-15,6-4-14 0,-6 4-18 0,0 0-19 16,0 0-17-16,0 0-18 0,0 0-15 0,0 0-15 15,0 0-17-15,6-2-21 0,-6 2-25 16,0 0-30-16,0 0-37 0,7 14-40 0,-5-10-39 0,-2-4-29 16,2 12-44-16,-1-7-95 0,-1-5-295 0,5 11 131 15</inkml:trace>
  <inkml:trace contextRef="#ctx0" brushRef="#br0" timeOffset="146656.13">26293 7415 162 0,'4'-5'209'16,"-4"5"-12"-16,5-8-11 0,-3 2-14 0,-2 6-15 15,0 0-18-15,2-6-17 0,-2 6-16 0,0 0-9 16,0 0-9-16,0 0-8 0,0 0-3 0,-13 20-8 16,6-8-5-16,0-3-2 0,5 2-7 0,-1 1-2 15,1-1-5-15,0 1-4 0,4 0 0 0,0 0-4 16,5 3 3-16,3 0 5 0,1-4 1 0,0 2 1 15,3-3-5-15,3 3-1 0,1-1-3 0,-3-1-2 16,4-1-5-16,-1 1 0 0,-2-2 0 0,0-2 0 16,-3 2-7-16,1-2-4 0,-6-1 0 0,1 3-4 15,-2 0-2-15,2-1-3 0,-4-4 2 0,-3 5-2 16,0-3 6-16,-2-1-9 0,0 4 2 0,-4 0-3 0,-5 0 4 16,-1-1-3-16,-5 1-1 0,-3-2 0 0,0-1 1 15,-4-2-4-15,3 3 0 0,0-3-1 16,-4-3 0-16,4 0 1 0,2-1 0 0,1 0-1 15,5-2 0-15,-3 0 1 0,3-1 0 0,2-3-5 0,0 0-1 16,5 0-3-16,-1-2-4 0,5 1-3 0,0-5 2 16,0 2-3-16,9-6 0 0,1 0 2 15,3 0 3-15,3-4-4 0,1-2 1 0,4 4 1 0,-1 1-2 16,-5 5 5-16,8-6-2 0,-8 5 1 0,0 0-4 16,0 0 3-16,3 1 4 0,-5-1 0 0,1-1-3 15,-3 2-4-15,-2 0 13 0,-2 1-3 0,-2 2 1 16,1-1-3-16,-2-2 2 0,-1 2-6 0,-1-1 7 15,-2 1 1-15,2-1 0 0,-2 3 5 0,0 8-3 16,-4-15-1-16,1 9-2 0,3 6 2 0,-6-9-4 16,2 5 1-16,4 4 0 0,-10-4-1 0,3 2 1 15,7 2-1-15,-17 0-2 0,7 3 2 0,-1 2-5 16,0 1-17-16,0-1-16 0,-2 1-31 0,-2 3-29 16,5-2-25-16,3 2-38 0,-3-1-17 0,6 1-24 15,-2 0-148-15,3-3-379 0,1 2 167 0</inkml:trace>
  <inkml:trace contextRef="#ctx0" brushRef="#br0" timeOffset="146907.94">26827 7386 250 0,'4'-6'282'15,"-1"0"-4"-15,-3 6-6 0,4-9-11 0,-1 4-7 16,-3 5-18-16,4-6-22 0,-4 6-23 0,0 0-22 15,1-7-23-15,-1 7-18 0,0 0-11 0,0 0-9 0,0 0 1 16,4 23-23-16,-4-11-5 0,0 3-7 16,-4 3-1-16,4 2-9 0,0 6-8 0,-3-9-7 15,1 2-1-15,-1 2-1 0,1-4-4 0,2-1-8 16,-2 3-1-16,1 1-11 0,-1-3-24 0,2 1-26 0,0-3-38 16,0-1-35-16,0-3-48 0,-2 2-46 15,4-3-47-15,-2-2-251 0,2-1-533 0,-2-7 235 16</inkml:trace>
  <inkml:trace contextRef="#ctx0" brushRef="#br0" timeOffset="147244.31">27185 7393 1849 0,'17'-19'72'0,"-3"6"54"15,-1 1-56-15,-4 4-33 0,1 0-6 0,-2 2-6 16,1-1-6-16,-5 5-4 0,4-1-1 0,-8 3 7 15,13 2 8-15,-3 2 7 0,-4 2 2 0,3 3 4 16,-1 1 0-16,-1 4-3 0,0-3 2 0,-2 5-1 16,-1 0-6-16,1 1-2 0,-3 0 0 0,0-2-6 15,-2 0-1-15,-2 1 2 0,-3 0-3 16,3-5 2-16,-5 7-5 0,0-4 1 0,0-3-1 0,-3 1 0 16,1-1-4-16,-1-2 3 0,1-1-1 0,-1 2 0 15,0-1-4-15,3-3 1 0,-1 0-1 0,3-2-2 16,-1-1-1-16,6-3 5 0,-6 7-7 0,6-7-4 15,-4 4 3-15,4-4-4 0,0 0 1 0,-2 9-2 16,2-9 7-16,12 4-7 0,-1-2-8 0,6-2-11 16,6 2-22-16,10-4-21 0,1 2-28 0,3 0-38 15,3 0-38-15,-2-1-29 0,0 2-39 0,-4-5-138 16,0 4-399-16,-14 0 176 0</inkml:trace>
  <inkml:trace contextRef="#ctx0" brushRef="#br0" timeOffset="147717.81">25363 8155 54 0,'-39'0'202'0,"6"2"0"0,5-2 1 0,11 0-8 16,3 0-10-16,3 1-13 0,3-1-23 0,8 0-10 0,-8 0-10 15,8 0-5-15,0 0 2 0,31 3 2 0,8-1-9 16,51-6-5-16,11 4-5 0,19-5-9 15,12 3-13-15,8-7-9 0,9 4-5 0,4-4-3 16,2 3-10-16,1 0-7 0,-1-1-4 0,-6 0-5 0,-3-1-8 16,-6 0 5-16,-6 3-13 0,-8-3-3 0,-4-2-1 15,-12 3-5-15,-12-2-3 0,-35 3 5 0,-8 5-4 16,-4-5-1-16,-17 4 0 0,-3-2 0 0,-2 0 3 16,-9 2 7-16,-3 1 6 0,-5-1 8 0,0 0 1 15,-7-1 2-15,-5 3 0 0,11-1-1 0,-5 0-1 16,-6 1-7-16,7-3-9 0,-7 3 2 0,0 0-10 15,0 0-25-15,0 0-26 0,0 0-26 0,0 0-34 16,-27-4-38-16,10 2-53 0,-4 4-49 0,-7 2-42 16,0 1-165-16,-4-2-478 0,1-2 211 0</inkml:trace>
  <inkml:trace contextRef="#ctx0" brushRef="#br0" timeOffset="149240.74">25433 8603 137 0,'-3'-8'177'0,"1"2"-2"0,2 6-6 16,-2-14 9-16,-3 9-2 0,5 5 2 0,-1-9-3 15,1 9-9-15,0 0-5 0,0 0-14 0,0-11-8 16,0 11-14-16,0 0-10 0,0 0-13 0,0 0-12 16,-1-9-14-16,1 9-9 0,0 0-7 0,0 0-1 15,0 0-9-15,0 0 1 0,7 24-3 0,-4-12-2 16,-1 3-4-16,2 3 6 0,0 1-6 0,0 1 1 16,1-1-9-16,2 5-9 0,-5-5-2 0,3-1 1 15,1 0-5-15,-4 2 2 0,3-3 0 0,0-1 3 16,-2 1-2-16,3-1-3 0,-4 0-4 0,1-4-5 15,1 0 2-15,0-1 1 0,-2 1 7 0,2-2-11 16,-1 0-4-16,-1 1-16 0,-2-1-22 0,3 0-26 16,-3-1-29-16,0-2-27 0,0-7-34 0,0 12-34 15,0-12-17-15,0 10-30 0,0-10-152 0,-3 5-413 16,3-5 182-16</inkml:trace>
  <inkml:trace contextRef="#ctx0" brushRef="#br0" timeOffset="149788.1">25830 8711 19 0,'0'0'168'0,"0"0"-4"0,0 0-14 0,0 0-9 16,0 0-6-16,0 0-7 0,0 0-3 0,0 0-9 0,0 0-8 15,0 0-2-15,0 0 1 0,0 0-5 0,0 0-2 16,0 0 2-16,0 0-4 0,0 0-2 0,2-7 0 16,-2 7-3-16,0 0-3 0,0 0-3 0,0 0-3 15,0 0-4-15,0 0-3 0,0 0-7 0,0 0-5 16,0 0 8-16,0 0-16 0,0 0-6 0,0 0-5 16,0 0-4-16,0 0 0 0,0 0-6 0,0 0-4 15,0 0-7-15,0 0 0 0,0 0-1 0,0 0-2 16,0 0-3-16,0 0 1 0,0 0-5 0,0 0 6 15,0 0-8-15,0 0-2 0,0 0 2 0,0 0 1 16,0 0 1-16,0 0-2 0,0 0 1 0,0 0 3 16,0 0 6-16,0 0-5 0,0 0 0 0,0 0 0 15,0 0 2-15,0 0-4 0,0 0 2 0,0 0-3 16,0 0-3-16,0 0 2 0,0 0-1 0,0 0-1 16,0 0 0-16,0 0-5 0,0 0-1 0,0 0-3 15,0 0-1-15,0 0 2 0,0 0 0 0,0 0 1 16,0 0-3-16,0 0-2 0,0 0 3 0,0 0-4 15,0 0 0-15,11-1 2 0,-11 1 3 0,14 0 1 16,-3-3-1-16,0 2-1 0,5 1 0 0,1-2 2 16,2 0-6-16,0 2 0 0,0-2 2 0,-1 1-2 15,0-1-3-15,0 2-6 0,-5 0-2 0,1 0-15 0,-1 0-17 16,-1-3-24-16,-5 6-23 0,3-6-25 16,-10 3-19-16,12 0-32 0,-12 0-5 0,11 0-8 15,-11 0-22-15,5-1-13 0,-5 1-150 0,0 0-396 16,0 0 175-16</inkml:trace>
  <inkml:trace contextRef="#ctx0" brushRef="#br0" timeOffset="150007.56">26015 8609 46 0,'-1'-6'195'0,"1"6"3"16,-4-8-1-16,4 8 4 0,0-9-6 15,0 9-8-15,0 0-12 0,-5-8-15 0,5 8-19 0,0 0-16 16,0 0-17-16,0 0-11 0,0 0-8 0,0 0-9 15,0 0-10-15,0 0-3 0,-2 25-8 0,2-10-4 16,-1 2 0-16,1-1-10 0,-2 2-8 0,2 0-1 16,-2 1-1-16,4-1-4 0,-6 1-1 0,6 1-10 15,0-2-29-15,1-2-34 0,-1 1-36 0,3-2-39 16,-1-3-30-16,3 1-44 0,-1-2-166 0,-1-4-388 16,1-2 173-16</inkml:trace>
  <inkml:trace contextRef="#ctx0" brushRef="#br0" timeOffset="150273.87">26465 8536 185 0,'2'-9'271'16,"2"0"-16"-16,-2 4-18 0,-2 5-27 0,4-10-24 15,-4 10-19-15,0 0-12 0,0 0-12 0,0 0-2 16,0 0 3-16,9 24-3 0,-9-8-11 0,2 1-5 15,2 0-14-15,-4 2-7 0,2 5-3 0,-2-3-7 16,1-2-7-16,1 0-9 0,-2-1-5 0,2 1-5 16,1 0-8-16,-3-4-6 0,2 0-7 0,0-2 1 15,-2-3-9-15,0 2-19 0,2-2-17 0,-1 0-28 16,-1-2-27-16,2 1-29 0,-2-9-29 0,0 14-30 16,0-14-24-16,-3 10-30 0,3-10-27 0,-2 7-194 0,-5-4-451 15,7-3 200-15</inkml:trace>
  <inkml:trace contextRef="#ctx0" brushRef="#br0" timeOffset="150558.04">26528 8468 45 0,'12'-13'165'0,"-1"4"-7"0,-3 4-16 0,2 0-5 16,-1 1-6-16,2 4-12 0,-1 3-3 0,0 3-8 15,-3-1-4-15,-1 7-7 0,2-2 2 0,-4 1-16 16,0 3-9-16,-3 2-5 0,3-1-13 0,-6 3 0 15,0-2-1-15,-3 0-8 0,-1 1-6 16,-2-2-5-16,0-6 2 0,1 3-7 0,0-4-1 0,-2-1 3 16,4 0 9-16,1-1 5 0,0-3 3 0,4-3-1 15,-7 7 1-15,7-7-6 0,-4 6 0 0,4-6-5 16,0 0-5-16,-3 6-3 0,3-6-5 0,0 0-2 16,0 0-3-16,18 3-5 0,-9-1 1 0,3-1-8 15,1 1-20-15,5-2-21 0,-1 1-33 0,2 0-36 16,-2 2-23-16,2-3-29 0,1 0-37 0,-5 2-134 15,4-1-349-15,-4-1 156 0</inkml:trace>
  <inkml:trace contextRef="#ctx0" brushRef="#br0" timeOffset="150828.47">27112 8518 39 0,'7'-9'218'0,"-4"1"5"0,1 2-2 16,-2 1-12-16,1-2-10 0,-3 7-15 0,0-9-19 15,0 9-11-15,0 0-9 0,0 0-6 0,-21 4-14 0,12 2-5 16,-2 3-5-16,1 4-5 0,-2 3 0 0,-4 5-17 16,5-4-5-16,0 6-7 0,1 0 7 0,3-6-12 15,1 7-5-15,2-3 4 0,4 4-12 16,-1-5-12-16,1-1 2 0,1-1-2 0,-1 0-9 0,0 1-2 16,2-1-3-16,2-1-2 0,0 0-3 0,-1-2-4 15,1-2 0-15,0 1-3 0,-1-3-7 0,0 0-22 16,1-1-27-16,0-1-28 0,-4-2-34 0,3 1-23 15,-3-8-32-15,2 13-32 0,-2-8-22 0,0-5-35 16,0 0-177-16,-5 8-448 0,5-8 199 0</inkml:trace>
  <inkml:trace contextRef="#ctx0" brushRef="#br0" timeOffset="150995.26">27002 8749 179 0,'5'-8'188'15,"1"6"-5"-15,-6 2-7 0,17-6-10 0,-6 4-11 16,5-3-13-16,1 2-16 0,4 1-8 0,-4 0-12 16,12 2-12-16,-8 0-30 0,2 2-41 0,-2-4-55 15,9 4-44-15,-3 0-58 0,-7 0-113 0,-2 1-267 16,2-2 119-16</inkml:trace>
  <inkml:trace contextRef="#ctx0" brushRef="#br0" timeOffset="151224.04">26647 9083 70 0,'-9'4'248'0,"1"-3"-22"0,8-1-21 15,0 0-19-15,0 0-12 0,55 2-15 0,-1-6-11 16,9-1-18-16,27-2-12 0,-23 4-10 0,27-5-9 15,-31 2-10-15,3 1-9 0,-3 0-14 0,-4 0-20 0,-4 4-36 16,-16-2-30-16,-3 1-36 0,-5 1-26 0,3 1-32 16,-5 0-42-16,-11 1-133 0,0 2-314 0,-7-3 139 15</inkml:trace>
  <inkml:trace contextRef="#ctx0" brushRef="#br0" timeOffset="151494.04">27057 9200 142 0,'-10'0'261'0,"1"-1"-17"0,9 1-13 15,-11-2-20-15,11 2-22 0,0 0-22 0,-11 3-10 16,11-3 3-16,-7 8 3 0,5 2 3 0,-2 0-11 16,4 6-14-16,-5 1-7 0,5 2-9 0,-2 5-15 15,-1 1-9-15,1 1-5 0,0 0-10 0,2 0-9 16,-1-2-8-16,1 0-2 0,0-6-8 0,0 0-9 15,0 1-4-15,-2-1 0 0,2 0-12 0,-2-1-11 16,2-5-22-16,0 0-24 0,-2-2-24 0,0 2-23 16,0-2-27-16,2 0-33 0,-2-4-29 0,-1 0-26 15,3-6-16-15,-2 10-20 0,2-10-12 0,-6 4-125 16,6-4-388-16,0 0 173 0</inkml:trace>
  <inkml:trace contextRef="#ctx0" brushRef="#br0" timeOffset="151779.04">26973 9263 85 0,'7'-9'168'0,"-3"1"-12"0,5 4-5 15,0-1 2-15,0 0-13 0,2 2-4 0,1 2-9 16,-1 0-5-16,1 2-15 0,-2 3 0 0,2 1-11 0,-3 2-8 16,-2 0-5-16,1 3-8 0,-5 0-2 0,3 5 0 15,-6-4-1-15,0 1-4 0,-4 1 0 0,-1-2 2 16,-3 5 1-16,-4-2 2 0,1-1 3 15,0-1 0-15,2-3-5 0,0-1 0 0,0 0-7 0,3-2 6 16,0 1-16-16,0-2-1 0,1 0-8 16,1 0-4-16,4-5-7 0,-4 8 2 0,4-8-4 15,0 0 1-15,10 14-6 0,-1-12-2 0,5 1-5 0,3 1-15 16,11-2-20-16,1-4-23 0,-2 3-35 0,2-1-38 16,-6 2-36-16,-2-3-35 0,0-1-32 0,0 1-189 15,-4-2-436-15,1 2 193 0</inkml:trace>
  <inkml:trace contextRef="#ctx0" brushRef="#br0" timeOffset="152083.23">27431 9374 174 0,'0'0'231'0,"0"0"-3"0,3-5-16 16,-3 5-9-16,0 0-17 0,0 0-18 0,0 0-13 15,0 0-8-15,0 0 6 0,0 0-5 0,6 13 1 16,-6-13-10-16,-2 18-3 0,2-6-1 0,0 0-8 15,-4 3-10-15,4 4-11 0,-3-2-5 0,2-1-8 16,-2 3-6-16,0-3-2 0,1 0-4 0,0 0-10 16,2-3 2-16,-2-2-5 0,1 1-4 0,2 1-8 15,-2-3-2-15,1 1-5 0,0-2 1 0,0-1-7 16,0 1 0-16,0-9-5 0,1 11 0 0,-1-5-5 16,0-6-3-16,2 10 3 0,2-5-2 0,-4-5-5 15,6 7 2-15,-6-7-5 0,10 4-1 0,-3-4 5 16,7 0-9-16,4-1-9 0,2-4-32 0,7 1-16 15,2-2-47-15,3-1-36 0,-5 1-39 0,4-3-43 16,1 1-49-16,-5-4-38 0,-1 2-228 0,3-1-561 16,-2-2 249-16</inkml:trace>
  <inkml:trace contextRef="#ctx0" brushRef="#br0" timeOffset="183000.16">14979 12475 8 0,'0'0'231'16,"0"0"-25"-16,0 0-18 0,0 0-25 0,0 0-15 15,0 0-11-15,0 0-17 0,23-8-18 0,-12 10 0 0,-2-2-10 16,4 0-1-16,1 3-10 0,4-3-7 0,0 1-8 16,-2 1-9-16,4 2-3 0,2-4-25 0,-9 3-28 15,4 1-29-15,-4-1-33 0,1 2-39 16,-1-3-32-16,-3 2-140 0,-5-1-294 0,4 1 130 0</inkml:trace>
  <inkml:trace contextRef="#ctx0" brushRef="#br0" timeOffset="183177.97">15042 12701 213 0,'-4'3'210'0,"-3"0"-19"0,7-3-18 16,-6 4-19-16,6-4-11 0,-5 3-17 0,5-3-1 16,0 0-5-16,0 0-7 0,0 0-10 0,20 8-9 15,-2-8-26-15,2 0-34 0,14-4-54 0,0-1-65 16,16-7-42-16,-13 6-146 0,12-6-295 0,2-2 130 15</inkml:trace>
  <inkml:trace contextRef="#ctx0" brushRef="#br0" timeOffset="190435.33">26911 8646 53 0,'0'0'82'0,"0"0"2"0,0 0-15 0,0 0-6 15,4-7 3-15,-4 7-12 0,0 0-8 0,0 0-10 16,0 0-29-16,0 0-23 0,0 0-36 0,0 0-30 15,0 0-90-15,0 0 40 0</inkml:trace>
  <inkml:trace contextRef="#ctx0" brushRef="#br0" timeOffset="192266.13">27784 11459 236 0,'0'0'231'0,"0"-14"-17"0,0 6-17 16,0 8-3-16,-3-10-5 0,3 10-13 0,0-10-1 15,0 10-5-15,0 0-12 0,0-10-12 0,0 10-14 0,0 0-19 16,0 0-9-16,3-8-13 0,-3 8-8 0,0 0-12 16,0 0-2-16,0 0-12 0,0 0-5 15,0 25-3-15,4-9-4 0,-4 1 0 0,3 3-3 16,-2 4-4-16,-1-4-5 0,1 5 1 0,-1 0-5 0,-1-6-4 15,-3-2 0-15,4 3 0 0,-2-2-3 0,0 2-4 16,2-2 7-16,-3 0-10 0,3 2-1 0,-1-4 9 16,-1 2-13-16,3-2-4 0,-2-2-23 0,1-4-24 15,1 2-25-15,-1-1-22 0,0 0-20 0,0-3-26 16,0 1-23-16,0-9-15 0,0 12-22 0,0-12-12 16,-1 7-161-16,1-7-397 0,0 0 176 0</inkml:trace>
  <inkml:trace contextRef="#ctx0" brushRef="#br0" timeOffset="192586.08">27838 11403 112 0,'7'-15'152'0,"1"2"-11"16,0 3-17-16,2 3 0 0,-1-2-5 0,1 4-7 16,-1 0-8-16,4 5-4 0,0-2-1 0,-1 2-6 15,2 2-8-15,-2 2 0 0,-2 2-3 0,3 0-11 16,-4 3-4-16,-1 2-14 0,-3 4-1 0,0-4 0 15,-2 2-6-15,-3 3 0 0,-1 0-9 0,-1-3 0 16,-7 3-6-16,0-1-4 0,0-1 5 0,-4-4-4 16,-1 2-2-16,0-1-5 0,-1-2-5 0,4-2 6 0,0-2-5 15,2 1-2-15,2-5 3 0,-1 3 2 16,0 0 3-16,8-4 2 0,-6 5-7 0,6-5 1 16,-7 4-4-16,7-4-2 0,0 0 1 0,-2 4-1 0,2-4-2 15,0 0 2-15,15 12 0 0,-6-9-4 0,5 1 2 16,3 1-2-16,4-1-1 0,0 2-5 0,6 1-23 15,-8-2-30-15,3 2-27 0,-3-3-34 16,0-1-22-16,-2 1-22 0,0 0-30 0,-5 0-107 0,1-1-317 16,1-3 140-16</inkml:trace>
  <inkml:trace contextRef="#ctx0" brushRef="#br0" timeOffset="192871.84">28326 11491 119 0,'0'0'196'0,"1"-6"-3"0,-1 6-13 16,0 0-10-16,3-9-16 0,-3 9-9 0,0 0-3 15,0 0-3-15,0 0-4 0,0 0 0 0,-22 21-9 16,13-6-12-16,0-1-7 0,-1 1-2 0,0 2-13 16,1 0-7-16,-1 2-7 0,2-2-3 0,-2 8-8 15,-1-3-4-15,6-2-5 0,-2 3 0 0,-1 3-5 16,6-7-1-16,-1-1-7 0,-1 0-4 0,2-2-3 15,-1 1-7-15,3-2-1 0,-2 1-3 0,2-3 2 16,-1 0-5-16,1-1-6 0,0-2-6 0,0 1-18 16,0-1-27-16,-1 0-29 0,0-3-28 0,1-7-26 15,0 13-18-15,-2-7-25 0,2-6-20 0,-2 10-24 16,2-10-156-16,-7 4-390 0,7-4 173 0</inkml:trace>
  <inkml:trace contextRef="#ctx0" brushRef="#br0" timeOffset="193023.67">28101 11800 160 0,'0'0'158'0,"0"0"-15"0,0 0 1 15,13-4-7-15,-4 3-12 0,5 2-10 16,8-1-15-16,7 0-9 0,4 4-16 0,3-3-37 0,-3-2-42 16,7 1-46-16,-2 0-67 0,2-3-70 0,-3 0-200 15,0-2 89-15</inkml:trace>
  <inkml:trace contextRef="#ctx0" brushRef="#br0" timeOffset="193670.1">29241 11417 160 0,'2'-8'185'0,"-2"8"-8"0,0 0-7 0,0-10-15 16,0 10-13-16,0 0-14 0,0 0-10 0,0 0-16 16,-15-2-2-16,15 2-6 0,-23 10-9 0,4-3-3 15,1 2-4-15,-2 1-8 0,-3 2-4 16,-2 1-9-16,1-2 1 0,-1 2-11 0,1 1-2 0,5-3-2 16,-6 1-2-16,6-4-2 0,-1 1-5 0,1-2-2 15,1 0-3-15,3 1-4 0,3-2-3 0,2-3-5 16,2-1 3-16,4 1-3 0,-2 0-5 15,6-3 1-15,-7 4-1 0,7-4-1 0,0 0-1 0,0 0-1 16,0 0 0-16,0 0 4 0,0 0-2 0,9 13 3 16,-1-11 6-16,4 5-5 0,1 0-1 0,5-2 3 15,-7 1-3-15,6 0 0 0,2 2-3 0,-1-2-2 16,0 0 0-16,0 0 0 0,1 1-1 0,1 0 3 16,-1 1-10-16,-2 0-23 0,1-2-19 0,-1 2-31 15,-1 1-34-15,0-2-24 0,2-2-27 0,-6 1-30 16,0-1-145-16,-6-2-359 0,3 0 159 0</inkml:trace>
  <inkml:trace contextRef="#ctx0" brushRef="#br0" timeOffset="194003.96">29587 11526 94 0,'0'0'191'15,"4"-8"-18"-15,-4 8-6 0,0 0-16 0,0 0-18 16,4-4-10-16,-4 4-9 0,0 0-5 0,0 0-4 16,0 0-13-16,-28 13-7 0,19-5-10 0,-4 0-5 15,-1-1-7-15,-1 2-1 0,-2 0-5 0,1 0-6 0,-1-1-6 16,-1 1-4-16,1 1 2 0,-1 0-7 0,2-3-1 16,2-3-7-16,2 1-1 0,-2 2-3 0,4-1 0 15,0-3-7-15,1 2 3 0,2-2-2 16,1 1-4-16,6-4-4 0,-8 5-1 0,3 0 1 0,5-5-2 15,0 8-1-15,0-8 1 0,8 9 4 0,-2-6-7 16,3 3 1-16,3-3 3 0,4 4-4 0,3 0 0 16,-2-2-4-16,5 1-7 0,0-1-18 0,-3 0-22 15,8 0-23-15,-8 1-18 0,0-3-33 0,3 2-33 16,1-3-27-16,-5 3-104 0,0-4-305 0,3 0 135 16</inkml:trace>
  <inkml:trace contextRef="#ctx0" brushRef="#br0" timeOffset="194298.19">29969 11401 126 0,'2'-7'212'0,"0"-1"-10"15,0 0-7-15,-2 8-10 0,1-7-18 0,-1 7-13 16,0 0-22-16,0-10-13 0,0 10-7 0,0 0-10 15,0 0 2-15,0 0 3 0,1 24-5 0,-2-9-3 16,0 3-5-16,-2 1-3 0,0 6-8 0,1 3-8 16,-1 0-7-16,1-3 5 0,0-6-10 0,0 5-6 0,1-6-6 15,-1 1-7-15,2 1-2 0,0-1-4 16,-1 6-4-16,1-8-1 0,0 0 5 0,-1-1-17 16,1-2-24-16,0 0-26 0,1-3-23 0,-2 1-26 15,-1-2-20-15,2 0-36 0,0-3-22 0,0-7-26 0,0 11-24 16,0-11-142-16,-3 7-376 0,3-7 166 0</inkml:trace>
  <inkml:trace contextRef="#ctx0" brushRef="#br0" timeOffset="194599.63">29962 11375 6 0,'0'0'140'0,"6"-10"-1"0,1 8-1 0,5-2 3 0,-1 3-9 15,1 1-6-15,4 3-2 0,-5-2-9 0,3 4-10 16,-2 1-10-16,2-1-8 0,-3 2-3 0,0 2-8 16,-3-2-3-16,-3 3-7 0,-1 0-2 0,-2 2-3 15,-1-2-2-15,-4-2-4 0,1 3-1 0,-5-1-2 16,-3 0 5-16,1-1-4 0,-4 3 0 0,-1-5-6 16,3 1 0-16,0 0-1 0,1-2 0 0,1 1-9 15,3-3 0-15,0-1-4 0,1-1-6 0,5-2-4 16,-8 6 4-16,8-6-6 0,-3 6-4 0,3-6-4 15,0 0 5-15,12 11 0 0,1-7-10 0,2 2-14 16,4-2-25-16,7 2-27 0,2 0-34 0,-1-2-29 16,1 0-27-16,-8 0-32 0,-1 0-151 0,-7-3-358 15,2-1 158-15</inkml:trace>
  <inkml:trace contextRef="#ctx0" brushRef="#br0" timeOffset="194912.45">30414 11527 152 0,'4'-6'195'0,"-4"6"-13"0,0 0-9 16,5-8-17-16,-5 8-13 0,0 0-7 0,0 0-6 15,0 0-2-15,0 0-3 0,9 14-5 0,-5-4 4 16,-3-1-10-16,2 4-8 0,-1 1 1 0,1 3-5 0,-2 1-4 16,0-1-7-16,-1 1-4 0,-1-3-5 15,-3 2-4-15,7-1-5 0,-7 0-3 0,3 3-3 16,0-8-7-16,-2 2-1 0,2-1-7 0,-1-2-2 0,0 1-3 15,0-1-8-15,2-2 1 0,-1-1 2 16,1-7-11-16,0 13-2 0,0-13 0 0,0 10-7 16,0-10 3-16,4 12 1 0,-1-7 3 0,3-2 9 15,4 4-14-15,0-3 2 0,-1-1-5 0,5-1-2 0,4-1 3 16,4 0-3-16,-2-1-21 0,1 0-25 0,7-4-30 16,-1 1-38-16,2-1-36 0,-1-1-45 0,4-2-35 15,0 0-35-15,0-2-195 0,3 0-477 16,-1-2 211-16</inkml:trace>
  <inkml:trace contextRef="#ctx0" brushRef="#br0" timeOffset="206454.13">17141 12065 113 0,'4'-6'158'0,"0"1"1"0,-4 5 5 16,5-9-9-16,-3 3-13 0,1 0 2 0,-3 6 0 16,4-10-11-16,-4 10-9 0,1-9-5 15,-1 9-5-15,1-6-7 0,-1 6-8 0,0 0-1 0,2-10-13 16,-2 10-7-16,0 0-9 0,-4-8-9 0,4 8-5 15,-7-7-8-15,7 7-4 0,-10-5-4 0,5 5-4 16,5 0-5-16,-11-3-3 0,11 3-4 0,-13 0-2 16,3 0-2-16,-1 3 3 0,2-1-10 0,-3 3 2 15,1 0-6-15,2 2 2 0,-2 0 0 0,3 0-4 16,-1 1 1-16,3 1 1 0,-3 2-5 0,4-3-3 16,-1 2 5-16,2-1 2 0,-2 2-7 0,4-1 4 15,1 1-1-15,2-2 2 0,0 1-2 0,3-1-1 16,4 1 1-16,0 0-5 0,7 0 7 0,1-1-2 15,7 5 3-15,2-2-2 0,0-2 1 0,1 2 0 16,-2-2-4-16,-3-3 4 0,-2 0-3 0,-3 3 1 16,2-3-4-16,-2 0 2 0,0 1-1 0,-6-2 0 15,1 0 3-15,-3 0-3 0,0-1 1 0,-1 0 1 16,-3-1-2-16,-1 3 2 0,2-1-2 0,-5-6 3 16,-7 16-3-16,-1-6 6 0,-2 2-6 0,-7-2 0 15,-1-3-6-15,-7 6-2 0,-1-4-3 0,1 1-4 16,-3-3 2-16,2 0 1 0,-1-1-5 0,5-3 3 15,3-1 5-15,1-1 1 0,4-1 0 0,1 0 2 16,2-1-2-16,3 1 4 0,1-4-3 0,7 4 1 16,-13-7-4-16,10 2 1 0,3 5-6 0,3-14 1 15,4 5 3-15,1 0 2 0,5-4-2 0,2 3 0 16,1-2 3-16,8-4 2 0,-5 5-2 0,7-4-1 16,-2 1 2-16,4 0 3 0,-1-1 2 0,-3 1 2 15,3 0 0-15,-3-1-1 0,-7 4-3 0,1-1 2 16,-3 2 1-16,-1-1 0 0,-2-2 1 0,-3 4-1 15,0-5 1-15,-4 3 3 0,-1 0 0 0,-2-1-1 16,-1 0-2-16,-2-1 1 0,-1 2-1 0,-2 0 2 16,0 0-5-16,-4 0 6 0,1 1-2 0,-1 1-1 0,0 0 1 15,-1 2 0-15,-1 1-2 0,1 1 1 0,-2 0-3 16,0 2 2-16,1 0 1 0,-1 3-1 0,-1 0-1 16,1 1 1-16,-2 3-4 0,0 1 2 15,0 1 0-15,-2 1 6 0,1 3-9 0,4-2 1 0,-3 3-15 16,2-1-22-16,3 0-15 0,0 5-11 0,3-4-12 15,2 2-34-15,2-1-4 0,1 3-21 0,3-2-20 16,-1-2-122-16,2 0-304 0,1-1 135 0</inkml:trace>
  <inkml:trace contextRef="#ctx0" brushRef="#br0" timeOffset="206706.18">17582 12017 138 0,'4'-8'192'16,"0"2"-5"-16,0 0-3 0,-4 6-7 0,3-9-15 16,-1 4-15-16,-2 5-15 0,5-5-17 0,-5 5-9 15,0 0-6-15,0 0-13 0,0 0 2 0,11 12 1 16,-8-4-5-16,-1 3-1 0,1 1-5 0,0 4-6 16,0 1-5-16,1 0-1 0,0 1-13 0,0 0-5 15,-2 1-3-15,0-1-4 0,-1 0-2 0,1 6 1 16,1-6-15-16,-2 0-23 0,1-1-29 15,-1 0-20-15,0-4-38 0,-1 3-32 0,1-6-17 0,-1 4-36 16,0-4-40-16,-1 1-105 0,1-4-339 0,0-7 150 16</inkml:trace>
  <inkml:trace contextRef="#ctx0" brushRef="#br0" timeOffset="206903">17924 12165 24 0,'0'0'241'16,"4"-9"-14"-16,-4 9-13 0,0 0-16 0,0 0-17 16,2-8-12-16,-2 8-18 0,0 0-11 0,0 0-16 15,0 0-10-15,0 0-13 0,0 0-6 0,0 0-14 16,0 0-4-16,0 0-35 0,0 0-42 0,0 0-20 16,4 19-44-16,-4-19-38 0,3 8-49 0,-3-8-156 15,4 9-334-15,-4-9 148 0</inkml:trace>
  <inkml:trace contextRef="#ctx0" brushRef="#br0" timeOffset="207926.01">18502 12054 32 0,'0'0'156'0,"0"0"-9"0,0 0-15 16,0 0 3-16,0 0-6 0,-11-19-7 0,11 19 2 16,0 0-8-16,-5-5-8 0,5 5-11 0,-4-7-9 15,4 7-3-15,0 0 1 0,-4-9 2 0,4 9-2 16,0 0-1-16,0 0-7 0,-1-9-12 0,1 9-8 15,0 0-1-15,7-8-9 0,-3 5-3 0,-4 3-3 16,12-7-2-16,-5 5-4 0,4-2-2 0,0 1-3 16,0 3-3-16,1-2-6 0,1 1 1 0,-2 2-6 15,2 1 2-15,1 1-4 0,-2 3 4 0,-1 1 0 16,-1 7 1-16,-1 0-5 0,-2 0 3 0,-6 4 0 16,-2-1-5-16,-6 8 0 0,-2 0 4 0,-4 0-3 15,-6 0 2-15,3 0 0 0,-7-1-5 0,0-1-1 16,-1-5 2-16,2 3-1 0,-1-4-4 0,1 0 2 15,5-5 0-15,1-1-4 0,-2-3 5 0,6-2-2 0,3 1-2 16,3-2 2-16,-1-1 7 0,3 0-2 16,4-4 7-16,-9 5 2 0,9-5 1 0,-7 3-4 15,7-3 4-15,0 0-4 0,-5 4-4 0,5-4-1 16,0 0-2-16,0 0-2 0,22 2 1 0,-7-2-2 16,4-1 1-16,8 0-2 0,1 2-4 0,3 0-10 15,4-2-20-15,3 1-36 0,0-3-29 0,1 3-49 16,-1-1-25-16,14 1-35 0,-12 0-190 0,-3-4-422 0,14 2 187 15</inkml:trace>
  <inkml:trace contextRef="#ctx0" brushRef="#br0" timeOffset="208737.75">19723 12028 6 0,'0'0'154'0,"0"0"-13"15,1-9-2-15,-1 9-13 0,0 0-8 0,4-8-10 16,-4 8 1-16,0 0-8 0,2-6-3 0,-2 6-10 0,0 0-1 16,0 0-3-16,0 0-5 0,0 0-3 15,0 0-8-15,0 0 0 0,2-8-4 0,-2 8-4 16,0 0 2-16,0 0-8 0,0 0-6 0,0 0 1 15,0 0-2-15,0 0-6 0,0 0-2 0,0 0-2 16,0 0-8-16,0 0-2 0,0 0-2 0,0 0-3 16,0 0-1-16,0 0-2 0,0 0-6 0,0 0 0 15,0 0-2-15,0 0 1 0,0 0-3 0,0 0 1 16,0 0-2-16,0 0 1 0,0 0-2 0,0 0-3 16,0 0 1-16,0 0 0 0,0 0 2 0,0 0 1 15,0 0-2-15,0 0-3 0,0 0 3 0,0 0 2 16,0 0-1-16,0 0 4 0,0 0-5 0,0 0 6 15,0 0 1-15,0 0 5 0,0 0-4 0,0 0 7 16,0 0 2-16,0 0 4 0,0 0-6 0,0 0 3 0,0 0-2 16,0 0 5-16,0 0-7 0,0 0 3 15,1-7 0-15,-1 7 1 0,0 0-1 0,0 0-1 16,0 0 1-16,0 0-1 0,0 0-3 0,0 0 1 16,0 0-4-16,0 0 1 0,0 0-5 0,0 0-4 0,0 0 2 15,0 0-3-15,0 0 0 0,0 0-4 0,0 0 0 16,0 0-2-16,0 0 0 0,0 0-2 0,0 0 1 15,0 0 0-15,0 0-1 0,0 0 2 16,-12 21 1-16,10-15-3 0,-3 4 3 0,0-1-3 0,-1 2-2 16,0 0 4-16,-3 3 3 0,3 1-5 0,-2-1 3 15,0 2 3-15,1-3-3 0,-1 3 3 0,2 0-3 16,-2 0 0-16,0 0 2 0,-1-2 1 0,3 1-1 16,-2 1-4-16,1 0 5 0,-1-3-3 0,0 1 1 15,2-2 4-15,-3 3-5 0,0-2 1 0,4-2 0 16,-2 1-1-16,-1 2 2 0,3-4-1 0,-2 0 5 15,3 0-9-15,-1-1 1 0,1 1 1 0,-3-3-17 16,3 1-20-16,0-1-13 0,1 2-12 0,0 0-30 16,0-3-20-16,-1 2-35 0,2-3-23 0,-1 1-14 15,3-6-18-15,-9 9-133 0,4-6-361 0,5-3 160 16</inkml:trace>
  <inkml:trace contextRef="#ctx0" brushRef="#br0" timeOffset="208941.09">19399 12085 122 0,'-4'-6'188'0,"4"6"-17"0,-5-4-17 16,5 4-15-16,-5-6-19 0,5 6-13 0,0 0-9 15,0 0-10-15,0 0-10 0,0 0-25 0,0 0-26 16,0 0-35-16,35 18-33 0,-19-11-49 0,1 3-111 15,1-2-218-15,1 1 96 0</inkml:trace>
  <inkml:trace contextRef="#ctx0" brushRef="#br0" timeOffset="209116.04">19861 12437 174 0,'0'0'239'0,"5"6"-12"16,-5-6-10-16,5 3-16 0,-5-3-18 0,0 0-16 15,5 4-12-15,-5-4-21 0,0 0-11 0,3 6-9 0,-3-6-12 16,3 7-10-16,-3-7-9 0,3 10-28 16,-3-4-43-16,0-6-38 0,1 12-41 0,-1-12-46 15,-1 10-34-15,1-10-175 0,-6 12-347 0,3-8 154 16</inkml:trace>
  <inkml:trace contextRef="#ctx0" brushRef="#br0" timeOffset="209688.99">17034 12822 25 0,'-5'1'123'0,"5"-1"-3"0,-11 2 6 0,11-2 26 16,0 0 7-16,0 0-9 0,0 0 2 0,30 9-7 15,0-7-8-15,22-1-10 0,9 1-7 0,36-9-9 16,6 3-9-16,4-2-12 0,6 1-4 0,10-5-5 15,11-1-4-15,9 2 2 0,3 3-9 0,2-4 0 16,6 1 2-16,-5-2-10 0,-3 3 2 0,-3 2-8 16,-9 0 0-16,-6 1-5 0,-10 0-7 0,-7 1 2 15,-8 0-9-15,-7 2-2 0,-31 0-1 0,26-2-3 16,-33 3-3-16,-2-2-4 0,-4 2-4 0,-12-1-1 16,-1 2 0-16,-4-2-4 0,-2 0 2 0,-3 2-6 15,-4 0-5-15,-5 0-16 0,-8-1-20 0,-3-1-24 16,-3 2-28-16,-7 0-35 0,0 0-32 0,0 0-31 15,0 0-19-15,0 0-173 0,-57 3-402 0,24-2 178 16</inkml:trace>
  <inkml:trace contextRef="#ctx0" brushRef="#br0" timeOffset="210030.95">17545 13118 11 0,'0'0'141'0,"0"0"6"0,0 0 1 0,20 9-1 16,-7-8 2-16,8 1-5 0,12 0-1 0,1-1-1 15,6-4-5-15,15 0-7 0,6-2-9 16,6 1-6-16,30-3-8 0,3-3-7 0,4 7-8 0,2-5-5 15,7-7-6-15,-1 5-6 0,10 2-2 16,2-3-7-16,6 8-8 0,-4-7-6 0,0 6-6 0,-5-6-6 16,-3 0 1-16,-10 4-5 0,0-2-7 15,-7 1-7-15,-5 1-8 0,-4-3-11 0,-31 7-14 0,0 0-17 16,2-1-16-16,-6 3-16 0,-2-3-8 0,-15-1-30 16,-4 2-18-16,0-2-19 0,-6 0-20 0,-2 0-27 15,-9 2-118-15,-7-1-325 0,-3-4 143 0</inkml:trace>
  <inkml:trace contextRef="#ctx0" brushRef="#br0" timeOffset="212471.15">12938 12341 87 0,'0'0'122'0,"-9"-6"-2"0,9 6-9 0,-4-5 4 0,4 5-11 16,-5-4-6-16,5 4-6 0,-7-8-7 0,7 8 8 16,-4-5 5-16,4 5-3 0,-3-8-1 0,3 8-1 15,0 0-5-15,-4-6-4 0,4 6-3 0,0 0-5 16,-5-5-7-16,5 5 0 0,0 0-6 0,0 0-3 16,0 0-5-16,0 0-4 0,0 0-8 15,-2-7 1-15,2 7-5 0,0 0-4 0,0 0-7 0,0 0-1 16,0 0-2-16,0 0-4 0,0 0-8 0,0 0 2 15,0 0-1-15,0 0 1 0,0 0 2 0,20 8 1 16,-6-5-3-16,-3 0 2 0,3 1-1 0,3 2-2 16,2 2-1-16,-2 1-2 0,2-1 3 0,1 1-5 15,-3 0 1-15,-2 1-2 0,2 1-2 0,-3 0 0 16,1-1-1-16,-3 2 4 0,-3-2-1 0,-1-1-5 16,-1 1 2-16,2-1-3 0,-4 1-3 0,-1-1 5 15,0 1-1-15,1-1 1 0,-5 1 4 0,4-3 0 16,-4 3-5-16,0-2 1 0,0-8 1 0,-2 14-2 15,0-8 0-15,-2 0-1 0,-1 0 2 0,1 1 5 16,-6 0-5-16,1-1 0 0,3-2 0 0,-3-1 1 16,0-2-1-16,2 0-1 0,7-1 0 0,-11-1 19 15,11 1 0-15,-14-4-5 0,10-3-4 0,-1-2-1 16,5-1-1-16,3-6 1 0,1-2-4 0,6-6-4 16,1 1-2-16,2-1-4 0,5 1 0 0,-3 0-4 15,1 1-1-15,0 1 2 0,-2 6-1 0,-1 2-2 16,1-3 3-16,-1 3-3 0,1 0 1 0,-3 1-2 15,-3 4-15-15,0 1-21 0,-4 4-32 0,-4 3-21 16,11-8-7-16,-11 8-26 0,0 0-16 0,13 4-12 16,-13-4-23-16,8 10-119 0,-8-10-326 0,6 7 145 15</inkml:trace>
  <inkml:trace contextRef="#ctx0" brushRef="#br0" timeOffset="212844.05">13877 12276 78 0,'4'-3'181'0,"-4"3"-8"0,2-7-9 0,-2 7-11 15,0 0-10-15,0 0-3 0,3-7-1 0,-3 7 4 16,0 0-21-16,0 0-13 0,0 0-9 16,0-6-6-16,0 6-14 0,0 0-3 0,0 0-12 0,0 0-7 15,0 0-5-15,0 0-1 0,0 0-6 0,0 0-9 16,0 0-3-16,0 0-4 0,0 0-6 0,0 0-8 15,0 0-22-15,0 0-21 0,0 0-18 16,0 0-18-16,0 0-34 0,0 0-18 0,0 0-25 0,0 0-23 16,-9 16-114-16,4-10-298 0,5-6 132 0</inkml:trace>
  <inkml:trace contextRef="#ctx0" brushRef="#br0" timeOffset="213852.37">12691 12175 90 0,'-5'-4'101'16,"5"4"-14"-16,-8-4-12 0,8 4-6 0,0 0 1 0,-8 11 7 15,6-2-3-15,2 11 2 0,0 9 10 16,4 0-9-16,2 20 4 0,2-1-5 0,1 5 8 16,-2 4-5-16,2-1-3 0,2-2-10 0,-2 1-4 15,0-3-6-15,2 0-1 0,-2-4-4 0,3-3-6 0,-6-11-9 16,3 12-4-16,-2-13 0 0,0 1 0 15,0-6-6-15,-1 2-3 0,-1-3-2 0,1 1-11 0,0-4-15 16,-4-6-28-16,0-3 0 0,0-2-26 0,0-2-20 16,0-1-25-16,0-3-29 0,-2-1-98 0,0-6-248 15,0 0 110-15</inkml:trace>
  <inkml:trace contextRef="#ctx0" brushRef="#br0" timeOffset="-214368.26">12709 11939 103 0,'5'-11'134'0,"7"-2"-20"15,7-1-8-15,10-1-9 0,5 2-11 0,18-7-18 16,8 3 3-16,25-8-12 0,-22 11 1 0,29-7-2 15,-2 7-6-15,4-3-7 0,0 4-2 0,0-3 1 16,6 3-6-16,1 0-9 0,2 1 0 0,1-2 1 16,-1 4-2-16,10-4 0 0,8 1 6 0,4-4-13 15,8 1 10-15,4-1-3 0,2 2-1 0,-1 1-5 16,5-4 0-16,2 2-1 0,6 6-2 0,-3-4-1 16,-1 0-7-16,0 0 2 0,4 3-1 0,2 3-4 15,-1-2 4-15,-4-1-11 0,3 3 1 0,-9-1-1 16,4 1-2-16,-7 3-9 0,-1 1 2 0,-6-3-5 15,-6 2-1-15,-2 1 4 0,-5-4 5 0,0 3-3 16,-8-3-2-16,-2 1 2 0,-3 0 2 0,-7-2-3 16,-3 6 2-16,-5-2-3 0,-2-4 7 0,-25 7 0 0,27-3 1 15,-28 4-5-15,-1-1 5 0,4-1 2 0,-1 2 0 16,-1 1 7-16,-2-1-5 0,-2 1-2 16,-3-2 2-16,-4 2-7 0,-16 0 8 0,3 0 1 15,1 0-2-15,9 0-2 0,-13 0 5 0,-3 0-13 16,2 0 10-16,-3 0-9 0,-1 2 12 0,-1-2-9 15,-3 1 7-15,1-2-8 0,1 1 3 0,-5 0 4 16,4 0-5-16,-8 0 11 0,7 0-11 0,-7 1 3 0,7 0 6 16,-8 2-3-16,-1-3-3 0,-1 2 1 0,2-1 4 15,-3-1-4-15,0 1 2 0,-4-1-3 0,-2 0-2 16,1 0 0-16,2 0 5 0,-4 0 1 0,2 0 8 16,0 2-6-16,1 0 6 0,2-1 4 0,2 2-7 15,1-2 2-15,2 0-1 0,0 3-3 0,1-1 3 16,1 1-4-16,5 3 3 0,4-1-6 0,-1-1 2 15,1 0-1-15,-2 1-1 0,1 2 2 0,-2 2 0 16,1-3-6-16,-2 3 4 0,-1-3 5 0,-1 5-1 16,-7-5-4-16,3 1 3 0,5 4-4 0,0 2 2 15,-3-4 1-15,3 2 3 0,-6-3 3 0,5 3 6 16,1 0-2-16,-4 2 4 0,-1 0-1 0,1 2 3 16,0 0 0-16,-5-2 7 0,2 5 0 0,-1 0-1 15,-1 1-5-15,-2 1 0 0,1 4 1 0,-3-1-4 16,1 4 4-16,-5 1 1 0,-1 1-2 0,-2-1 1 15,2 3-2-15,-3-1 3 0,-1 1-6 0,-1-1 6 16,-3 1 2-16,2 1-1 0,-2-1 2 0,1 3 1 16,0-1-1-16,1 1-2 0,-2 0 2 0,1 0 4 15,2 0-4-15,-1 9-8 0,-1-8 4 0,3-2 0 0,-1 14-3 16,-2-12-1-16,0-2-2 0,2 0-2 0,-1 0 2 16,-2 2 0-16,2-4-2 0,-1 2-5 15,1-3 1-15,1 0 4 0,-2-2 4 0,2 0 0 16,-2 1-2-16,-1-1-3 0,-1-2-1 0,0 1-3 0,-2 2 6 15,-1-1-4-15,-1 2-1 0,-4 0-2 0,-2 0 1 16,-1-3-3-16,-2 2 1 0,1 2-2 0,-3-2-3 16,2-1 2-16,-4-2-1 0,1 1-2 0,-2 0 1 15,1 0 1-15,-4-1-2 0,3-2 1 0,0-1 1 16,-2-2-1-16,0-2 3 0,1 2-3 0,0-6-1 16,-1 2 3-16,1-1-4 0,-3 0 2 15,-1-6 2-15,-3 0-2 0,-3 1 0 0,-4-2 0 0,-2-1 2 16,-16 2-1-16,2-1-1 0,-1-5-1 0,-3 1 3 15,2 0 1-15,-7-3-3 0,-2 0 0 0,-3 1 0 16,-28-2-1-16,28-1 2 0,-27 2-4 0,26-4 2 16,-33 1-1-16,7 0 2 0,25 0-3 0,-35-4 6 15,-2 3-5-15,1 1 2 0,-3-3-2 0,-1-1 1 16,-5 4 0-16,-3-4 2 0,-6-2-3 0,-4 4 2 16,-6-5-2-16,-6 6 1 0,-3-3-4 0,-7 2 2 15,1-6 2-15,-1 1-3 0,-13 1 1 0,7 0-1 16,-1 4-2-16,0-1 1 0,1-1 4 0,-2 2 18 15,2 1 3-15,5 2-1 0,3 1 1 0,3-4 5 16,3 8-4-16,5-3 1 0,2 1-2 0,5 0 0 16,4 0-1-16,7 2-2 0,0-1 1 0,3 1-4 15,3 1-5-15,2-2 1 0,-1-3 2 0,5 3-5 16,0-2-3-16,2-2 0 0,6 1 0 0,30 2 3 16,-32-4-4-16,4 4 2 0,30-4-3 0,-29 0-1 15,31 0-1-15,0-3-1 0,2 1 1 0,3 0 1 16,2-1-1-16,3-1-2 0,15 2-3 0,3-3 0 15,-4 2 0-15,5-3-5 0,3 1-7 0,2-1-6 0,1-1-3 16,6 3-5-16,1-2-6 0,0 2-14 16,2-1-15-16,0 1-17 0,-1-1-21 0,-1 0-18 15,4 4-22-15,-5-2-22 0,4 0-3 0,2 1-25 16,-5 1-15-16,2-1-118 0,-2 0-349 0,0-1 156 16</inkml:trace>
  <inkml:trace contextRef="#ctx0" brushRef="#br0" timeOffset="-213809.47">12785 13027 99 0,'0'0'98'0,"0"0"-3"0,0 0 6 0,0 0-4 15,0 0-5-15,0 0-7 0,0 0 2 0,6 23 4 16,-6-11-10-16,3-3-1 0,0 2-13 0,1 3 3 16,0 3-19-16,1 0 2 0,-1 3 3 0,1 5 6 15,1-1 0-15,-3-5-4 0,2 6-8 0,-1 1 0 16,-2-2-3-16,0-4-2 0,0 6-11 0,1-7 0 15,1 2 3-15,-4-2-6 0,2 0-1 0,0-2-2 16,0-1-2-16,-2 0 2 0,3-5-9 0,2 3 4 16,-3-4 3-16,2 1-9 0,-1-1 3 0,1-2 4 15,2 1-3-15,-1-1-1 0,4-2-2 0,2 1 3 16,1-1-7-16,6-1 1 0,2-1 0 0,0 0-3 16,9-2-1-16,2-2 3 0,3 1-13 0,3-2-13 15,1-1-21-15,11-2-10 0,5-2-19 0,0 0-17 16,2 0-31-16,3-2-17 0,1-2-4 0,3-1-31 15,0 0-82-15,2-5-262 0,27-4 116 0</inkml:trace>
  <inkml:trace contextRef="#ctx0" brushRef="#br0" timeOffset="-206191.01">6745 14785 189 0,'0'-10'178'15,"0"1"-2"-15,1 1-2 0,-2-1-10 0,1 9-9 16,-3-12-15-16,3 12-13 0,0-7-14 0,0 7-15 0,0 0-11 15,2-10-7-15,-2 10-10 0,0 0-10 0,0 0-5 16,0 0-2-16,3 24-7 0,-1-6-1 0,0-1-5 16,1 9 1-16,-1 2-5 0,-3 0-6 0,1-1 0 15,1 3-7-15,-2 0 4 0,0-3-2 16,0 0-2-16,2-2 2 0,-4 2-7 0,3-4-4 0,-2 3 2 16,0-7-6-16,4 6 1 0,-2-9 0 0,1 1-35 15,0-2-14-15,1 2-23 0,-1-5-27 0,0-1-26 16,2 4-30-16,-3-7-18 0,1 0-132 15,3 2-317-15,-4-10 140 0</inkml:trace>
  <inkml:trace contextRef="#ctx0" brushRef="#br0" timeOffset="-205780.88">6846 14772 57 0,'23'-17'139'0,"4"6"0"16,3 0-5-16,1 1-9 0,-2 5-11 0,1-1-6 16,-10 5-4-16,3 1-10 0,-4 1-11 0,-1 4-5 15,-4-1-11-15,-2 2-3 0,1 1-8 16,-4 3-2-16,-2-1-10 0,-2 2 3 0,0 1-11 16,-2 1-5-16,-3 0 1 0,-1 5-1 0,-4-1-5 15,1-3-3-15,0 2 2 0,-2 0-1 0,0-1-7 0,1-4 3 16,-1 0-5-16,1 0-3 0,0 1-1 15,1-4 0-15,0 1-7 0,0 0 6 0,2-3-7 16,0 1-6-16,2-7-2 0,0 11-11 0,0-11-1 16,3 14 11-16,1-8-3 0,0-1-4 0,3 4 0 15,0-2-1-15,3 2 7 0,-2-1-1 0,1 0 1 0,1 0 2 16,-1 2-2-16,2 1-1 0,-1 3 1 0,1-3 3 16,-2-2-2-16,-2 0 3 0,0 3-5 15,-1-1 2-15,-2-2 5 0,0 3-2 0,-2-2 4 16,-2 0 0-16,0 0-5 0,-1 0 8 0,-2 1-4 15,0-3 3-15,-3 2-14 0,1 0 10 0,-2-3-24 16,0-1-14-16,2 0-30 0,-1-3-32 0,-1 0-28 16,0-1-87-16,7-2-233 0,-18 0 103 0</inkml:trace>
  <inkml:trace contextRef="#ctx0" brushRef="#br0" timeOffset="-205364.75">7372 15030 132 0,'13'2'143'15,"-1"1"-14"-15,-1 0-6 0,-1 3 8 0,1 0-7 16,0 3-2-16,-1-2-13 0,-2 3-16 0,0-1-3 16,0 0-8-16,0 1-4 0,-1 1-13 0,-2 0-2 0,-1-3-7 15,-1-2-8-15,0 1-3 0,-3-1-3 16,2 1-3-16,-2-7-3 0,-1 10 1 0,1-10-9 15,-9 6-2-15,9-6-1 0,-10 4-1 0,5-3 1 16,5-1-6-16,-10 0-1 0,10 0-2 0,-12-6-1 16,12 6 3-16,-5-9-5 0,1 3-1 0,3-1-1 15,0-1 0-15,-1-3-1 0,5 3-1 0,1-3-5 0,0 0 6 16,1-2-2-16,6 2-3 0,1-2-2 16,-3 0 0-16,1 3 0 0,0 1-3 0,4-1 5 15,2 1-4-15,-6 4-2 0,2 1 8 0,-1-1-8 16,-1 1 0-16,1 3-5 0,-2-1 7 0,2 5 2 15,-1 0 3-15,-1 0-3 0,-1 2 2 0,-1 1 2 0,2 2-2 16,-2 1 2-16,-2-3-2 0,0 4 0 16,-1 0 0-16,-1 4-1 0,0-2 1 0,-2 3 0 15,-1-3-24-15,0 5-22 0,0-5-20 0,1 4-32 16,-2-5-39-16,0 2-46 0,-4-2-98 0,1-2-297 16,4-9 133-16</inkml:trace>
  <inkml:trace contextRef="#ctx0" brushRef="#br0" timeOffset="-205203.44">7553 14785 10 0,'16'8'6'0,"2"4"-9"16,0 0-3-16,5 4 1 0</inkml:trace>
  <inkml:trace contextRef="#ctx0" brushRef="#br0" timeOffset="-204775.7">8058 15047 1 0,'0'0'190'0,"3"-7"-14"0,-3 7-8 0,0 0-15 15,0 0-6-15,0 0-9 0,-10-14-11 0,10 14-4 16,-6-3-9-16,6 3-7 0,0 0-14 0,-13 2-9 15,13-2-8-15,-13 7-11 0,5-4-2 0,-1 5-2 16,2 2-9-16,-2 0-4 0,1 0-5 0,2 3-4 16,-2 3-4-16,3-6-4 0,4 1-3 0,-1 0-2 15,4 0-1-15,-1-2-5 0,0 0 0 0,3-1 2 16,1 0-5-16,0-4-1 0,4 2-3 0,3-4 2 16,-1 0-3-16,1-4 1 0,2 0-6 0,-1-1 6 15,3-4-3-15,-6 1-4 0,-1-2-1 0,1 0 3 16,-1-8 0-16,1 2-4 0,-3-4 3 0,-2 2-2 15,0-10-1-15,-1 0-1 0,-1 1 1 0,1-3 1 16,-3 1-2-16,-2 1 2 0,-1-2-3 0,2 3 1 16,-2-2 3-16,0 2-3 0,1 10-5 0,0-4 6 15,0 6 1-15,2 2 11 0,-2 1 4 0,1 2 2 16,0 8-4-16,-2-11-8 0,2 11-4 0,0 0 6 16,0 0-9-16,0 0 1 0,0 0 2 0,0 0 3 15,7 34 1-15,-6-9-2 0,3 3 1 0,-4 4 5 16,1-1-10-16,-1-1 1 0,0 4-4 0,0-2 3 15,-1-2-1-15,1-1-3 0,0 2-30 0,-1-2-26 16,1-3-27-16,2 0-29 0,1-7-41 0,-1-3-33 16,6 0-12-16,-2-5-110 0,2-3-333 0,5-4 148 15</inkml:trace>
  <inkml:trace contextRef="#ctx0" brushRef="#br0" timeOffset="-204189.78">8611 14982 141 0,'-13'-3'181'0,"1"3"-6"0,-2 3-7 0,-4 0-12 16,1 3 0-16,-1 0-13 0,0 2-8 0,-1 2-14 15,2-2-11-15,2 3-9 0,1 0-14 0,2-2-4 16,3 0-10-16,4 1-9 0,0-1-4 0,4-3-4 16,-3 1-8-16,2 1 0 0,2-8-4 15,3 9-7-15,-3-9-1 0,6 10-5 0,-2-6-2 0,3-2-1 16,-7-2-3-16,20-3 2 0,-10 0-3 0,3 0 2 15,0-1-7-15,3-3 7 0,-4 2-8 0,0 1 8 16,0-2-11-16,0-1-1 0,1 5 1 0,-4-2 1 16,1 1-8-16,-1 2 1 0,-9 1-1 0,15 4 1 15,-8-1-1-15,1 4 6 0,3 6 0 0,-2 3 2 16,0 8 1-16,-1 0-5 0,-1 6 0 0,-2 3-1 16,0 0 6-16,-4 2-3 0,2 1-3 0,-4 0 3 15,-2 9 0-15,-2 2-1 0,-1-14-4 0,-3 1 3 16,-1 0-1-16,-1-3-2 0,-5 1 8 15,2-4-10-15,-3-1 33 0,-2-3-5 0,1-4-8 0,-3-4 2 16,7-6-4-16,1-1-3 0,2-2 1 16,3-3 0-16,1 0-4 0,0-3-2 0,7-1 0 0,-15-4-5 15,7-1-4-15,4-2 0 0,1-2-5 0,5-4-5 16,1-3-3-16,7-8-3 0,4-2-3 0,5-3 3 16,12-7-3-16,2-4 0 0,4 6-3 15,4-1 4-15,-1 0 1 0,1-3 2 0,3 2 0 16,-7-1 3-16,4 3-1 0,-1 1 0 0,-13 7 2 15,-2 0-1-15,9-9 3 0,-13 7-3 0,-2 3-1 0,-3-2 6 16,0-2-3-16,-5 6 3 0,-6-5 1 0,2 3 0 16,-3 7 5-16,-3 3 4 0,-1 4 6 0,0 0 8 15,-1 0 3-15,-3 4-3 0,-1 2-4 0,5 5-1 16,-13-4-3-16,2 7-5 0,-2 3-2 16,-2 5 3-16,-9 4-5 0,3 4-1 0,3 1-2 15,2 1-18-15,3 0-19 0,5-2-22 0,2-1-45 0,3 0-47 16,6-1-57-16,1-2-35 0,7 9-174 0,2-10-445 15,11 3 197-15</inkml:trace>
  <inkml:trace contextRef="#ctx0" brushRef="#br0" timeOffset="-203601.13">9660 15373 84 0,'0'0'217'0,"0"-16"-15"0,2 4-13 15,0 0-19-15,-1 0-12 0,-1-7-16 0,0 1-8 16,3-8-11-16,-3 8-2 0,0-1-9 0,-2-8-7 16,-2-1-10-16,2 2-5 0,2-1-5 0,-4-1-2 15,2 0-3-15,-2 1 2 0,0 9 8 0,0-3-3 16,3 3-3-16,-4 2-4 0,1 3-2 0,-1-2-4 16,-2 4-3-16,5 4-7 0,-3 1-8 0,1 2-4 15,-3 1-5-15,0 1-15 0,7 2 3 0,-19 5-4 16,7 1-1-16,1 2-5 0,-1 2 0 0,4 0-5 15,2 0-2-15,4 3-4 0,2-2-1 0,2 0 3 16,7 3-3-16,4-1-5 0,2-2 0 0,3 0-7 16,1-3 2-16,7 3-2 0,-3-1 1 0,-2-4-2 15,0-1 3-15,-1-1-2 0,2 2 0 0,-3 0-3 16,-5-3 2-16,2 6-6 0,-6-4 3 0,0 1-3 16,0 2 4-16,-2-1-1 0,-2 1 1 0,1 2-1 15,-2 1 0-15,1-1 0 0,-2 4-1 0,0-2 0 16,1 3 4-16,2 0 2 0,-4-5-2 0,5 6-2 15,-2-6 2-15,2 2-1 0,1-3 3 0,0-3-2 16,1 2 2-16,2-6-2 0,2 2-1 0,-3-3-6 16,7 1 6-16,-1-4-5 0,1-1-3 0,1-1 7 15,-4-4-3-15,3 0 3 0,-3-2 1 0,-1 1-1 16,2-2-2-16,-6 2 1 0,1-4 0 0,-4 1 1 16,1-2-2-16,-2-1-1 0,-2 0 1 0,-2 0-3 15,-1-1 1-15,-3 3 1 0,-1 3 2 0,1-2-3 16,-1 3 3-16,0 2-4 0,0 0 2 0,3 7-3 15,-6-7 0-15,6 7 0 0,0 0 1 0,-21 4 0 16,12 3 2-16,-1-1-2 0,-2 9 1 0,3-4 1 16,-1 4 2-16,1-1-3 0,3 3 4 0,-1 1-2 15,4-3-15-15,0 3-18 0,3-2-21 0,3 0-28 16,0-4-24-16,1 2-27 0,5-5-26 0,4-1-23 16,5-1-28-16,1-3-141 0,9-3-384 0,2-1 169 15</inkml:trace>
  <inkml:trace contextRef="#ctx0" brushRef="#br0" timeOffset="-203408.65">10507 15073 70 0,'-5'-10'128'0,"-1"1"9"0,-1 2 29 0,-3-2-23 16,0 5-2-16,-2 1-4 0,-3 3 3 0,0 0-3 0,-4 3-6 16,1 4-7-16,1 0-10 0,-1 5-3 0,4 0-8 15,0 2-6-15,4-1-11 0,1 1-5 16,0 1-10-16,9 0-2 0,-1-1-11 0,2 0-5 0,0 3-2 15,7-2-15-15,0 1-38 0,2-2-37 16,5-3-51-16,9 1-54 0,-3-6-62 0,-2-2-112 16,3-1-343-16,-2-5 152 0</inkml:trace>
  <inkml:trace contextRef="#ctx0" brushRef="#br0" timeOffset="-203154.76">10695 14833 243 0,'0'0'271'16,"0"-12"-25"-16,0 5-26 0,0 7-20 0,0 0-5 15,0 0 4-15,0 0-2 0,-2 33 0 0,2-10-14 16,-2 6-10-16,1 2-5 0,0 0-5 0,-1 1-24 16,0 2-9-16,-2-3-12 0,1 1-15 0,1-4-2 15,1 2-13-15,2-2-7 0,-4-1-11 0,0-2-21 16,3-6-39-16,-2-1-33 0,2 0-28 0,0-2-24 15,0-3-37-15,2-4-33 0,-2 0-34 0,0-9-26 16,0 13 1-16,0-13 3 0,0 0 6 0,0 0-18 16,-3 11-111-16,3-11-350 0,0 0 154 0</inkml:trace>
  <inkml:trace contextRef="#ctx0" brushRef="#br0" timeOffset="-202914.81">10606 15125 152 0,'-3'-12'160'0,"3"12"-16"0,0 0-9 0,0-9-17 15,0 9-2-15,8-3-6 0,-8 3 5 0,16-3-8 16,-2 0-4-16,6 2 0 0,0-3-5 0,8 2-2 16,-7 2-8-16,7-3 7 0,1 0-5 0,-8 1-7 15,0-1-5-15,-3 2-6 0,1 2 1 0,-6-1-8 16,5 0-4-16,-6 2-5 0,-12-2-8 0,17 5 2 16,-8-3-2-16,-2 2 3 0,0 0 1 0,-2 3 0 15,3 0 3-15,-4 1-6 0,0 1-3 0,-1-2-6 16,0 2-4-16,1 2-1 0,-3-1-5 0,2 1-15 15,-3 1-29-15,0 0-31 0,1-2-45 0,-1-10-58 16,-1 20-59-16,2-10-197 0,-1-10-437 0,0 0 194 16</inkml:trace>
  <inkml:trace contextRef="#ctx0" brushRef="#br0" timeOffset="-202749.44">11048 15013 1526 0,'-9'-15'-6'0,"1"5"8"16,2-1 24-16,-1 3-15 0,1 1-15 0,0 2-25 15,2-2-29-15,0 2-31 0,4 5-18 16,-4-7-105-16,4 7-230 0,0 0 101 0</inkml:trace>
  <inkml:trace contextRef="#ctx0" brushRef="#br0" timeOffset="-202436.51">11576 14779 216 0,'-4'-4'222'0,"0"1"-19"0,4 3-17 15,-11-5-14-15,11 5-8 0,-16 3-11 16,6 3-10-16,-5 8-6 0,-3 3-9 0,-2 6-8 15,1 4-6-15,0 2-10 0,5 3 2 0,-8 11-10 16,10 1 0-16,-2 1-7 0,6-12-3 0,4 1-7 0,2-1-12 16,-1 2 0-16,3 2-3 0,1-5-8 15,-1 3-4-15,0-4-1 0,2 1-4 0,0-1-2 16,2-5-2-16,-4 2-5 0,2-1-3 0,0-8-4 16,-2 0-4-16,0-1-1 0,-2 0 1 0,0-2-12 15,1-4-28-15,1-2-18 0,-2-3-21 0,2-7-18 16,-1 11-10-16,1-11-54 0,-1 5-51 0,1-5-50 0,0 0-183 15,0 0-453-15,-18-17 202 0</inkml:trace>
  <inkml:trace contextRef="#ctx0" brushRef="#br0" timeOffset="-202167.99">11189 15180 37 0,'8'-1'144'0,"9"-2"-19"16,5 2-10-16,8-1-9 0,2 1-9 0,2 1-5 15,0-2-4-15,2 2-1 0,1 0 1 0,0-1-6 16,-3-1 3-16,2 1-6 0,-3-3 3 0,-2 2-3 16,0 1 3-16,-12 0 3 0,-5 1 3 0,4-1 0 15,-7 0 1-15,-1-2-2 0,-10 3-7 0,12-1-1 16,-12 1-4-16,11-2-10 0,-11 2-8 0,0 0-5 0,0 0-6 16,11 6-5-16,-11-6 1 0,3 9-1 15,-3-9 0-15,2 18-3 0,-2-7-2 0,0-1-5 16,0 4-3-16,-2-2-17 0,-1 1-29 0,3-13-30 15,0 24-23-15,0-12-64 0,0 0-44 0,0-3-34 16,-3 3-121-16,3-12-363 0,0 0 161 0</inkml:trace>
  <inkml:trace contextRef="#ctx0" brushRef="#br0" timeOffset="-201580.66">11910 15241 167 0,'15'-4'170'0,"-15"4"-7"16,11-6-6-16,-11 6-4 0,11-10-10 16,-5 2-12-16,1-2-11 0,1 0-4 0,-4 1 2 15,0-3-6-15,1 2-8 0,-3-2-8 0,1 0-2 0,0 1 5 16,-2-1-4-16,-1-1-5 0,-1 1-5 0,-1 2-2 16,0 3-6-16,2 7-4 0,-2-13-9 15,2 13-9-15,-7-6-5 0,7 6-8 0,-6-3-2 16,6 3-4-16,0 0-5 0,-17 15-3 0,11-4-3 15,-4 3-4-15,4-1-3 0,-2 4 1 0,5-1-3 16,-1 0-1-16,2 1 1 0,1 1-5 0,1-3-2 0,1-3 2 16,1 0 0-16,0-4-2 0,2 2 2 0,0-2-5 15,-4-8 2-15,13 12 1 0,-9-8 1 0,2-2-1 16,3-1 2-16,-4 0-5 0,-5-1 3 16,20-3 1-16,-11-2-3 0,1-1-2 0,1 0 1 15,-5-3 0-15,6 2-1 0,-2-2 1 0,3-2-1 16,-3 1 0-16,3 0 0 0,1-3-1 0,-5 4-6 0,4-3 5 15,-1 5-3-15,-5-1 1 0,3 1-2 0,-6 3 2 16,2-1-8-16,-1 3 5 0,-5 2-4 16,10-1 1-16,-10 1 1 0,9 5 6 0,-4-1 1 15,-2 5 1-15,1 1-1 0,0-1 0 0,-2 2 5 16,1 5-2-16,-1-1 0 0,-2 1-2 0,2-3-1 16,0 3 3-16,-2 0-18 0,2-1-26 0,0-1-36 0,-2-4-39 15,1 0-58-15,4 1-52 0,-1-1-196 16,-4-10-453-16,4 13 201 0</inkml:trace>
  <inkml:trace contextRef="#ctx0" brushRef="#br0" timeOffset="-201300.61">12417 15118 155 0,'0'0'163'0,"0"0"-20"0,0 0-24 15,0 0-24-15,0 0-47 0,0 0-32 0,0 0-29 16,0 0-15-16,6 34-17 0,-1-24-5 0,-5 1-7 16,4 0 9-16,-1 3 0 0,3 0 4 0,-4 0 13 15,3-3 9-15,-1 2 18 0,4 0 17 0,-6-1 24 16,2-3 11-16,3 1 6 0,-5-2-4 0,0 2 18 16,-2-10 20-16,4 12-7 0,-4-12-8 0,2 10-4 15,-2-10-3-15,3 10-4 0,-3-10-6 0,3 8-4 16,-3-8-11-16,0 0-32 0,0 0-20 0,4 11-18 15,-4-11-24-15,0 0-33 0,0 0-88 0,0 0-187 16,0 0 84-16</inkml:trace>
  <inkml:trace contextRef="#ctx0" brushRef="#br0" timeOffset="-201163.83">12751 15213 124 0,'0'0'219'0,"9"-5"-20"15,-9 5-14-15,4-4-12 0,-4 4-16 0,0 0-9 16,0 0-22-16,0 0-11 0,10-5-13 0,-10 5-15 15,0 0-32-15,0 0-31 0,0 0-42 16,0 0-52-16,0 0-48 0,0 0-134 0,0 0-272 0,0 0 121 16</inkml:trace>
  <inkml:trace contextRef="#ctx0" brushRef="#br0" timeOffset="-200726.88">8425 16020 37 0,'0'0'177'0,"25"4"-13"0,9-2-8 16,25 0-7-16,32-3-7 0,10 0-12 0,10-3-10 16,4 0-21-16,14 1 0 0,11-3-4 0,6-1-8 15,11-1-6-15,-3-2-4 0,0 5-2 0,6-4 3 16,1 2 8-16,0 0 0 0,0-1 6 0,0 1-5 15,-10 1 17-15,-4 0-14 0,-3 4-3 0,-2 1 21 16,-10-3-2-16,0 6-9 0,-15-4-5 0,-2 8-9 16,-12-6-6-16,-2 4-6 0,-9-1-8 15,-29 0-9-15,5 3-2 0,21 3-4 0,-35-5-20 0,0 0-34 16,-1 5-25-16,-3-6-44 0,-13 1-44 0,-1 0-59 16,0 0-70-16,-5-3-189 0,-2-3-474 0,-1-1 211 15</inkml:trace>
  <inkml:trace contextRef="#ctx0" brushRef="#br0" timeOffset="-195858.83">14258 15422 19 0,'0'0'119'0,"-8"3"13"16,8-3 0-16,-8 5 8 0,8-5 13 0,0 0-7 15,0 0-8-15,0 0-5 0,0 0-10 0,0 0-5 16,16-25-4-16,-7 15-5 0,7-10-5 0,2 2-5 0,2-2 4 15,-1 1-14-15,-4-3-7 0,4 1-4 16,-2 0-19-16,-3 4-10 0,1-5-2 0,-1 1-5 16,-1-2-2-16,-4-1-5 0,5 0 0 0,-6 6-1 15,-1-4-7-15,1-3-1 0,-4 4-5 0,0 3 1 16,-4 1-3-16,2 3-2 0,-2 1-1 0,0 2 4 0,-2 4-8 16,2 7-4-16,0-14-1 0,0 14-3 15,-4-8 0-15,0 4 1 0,4 4 1 0,-19 0-1 16,10 3-7-16,-2 1 6 0,0 2-3 0,0 0 2 15,-1 2-1-15,1-3-1 0,3 2 2 0,-2 0-4 16,1-1 6-16,4 1-4 0,1-2-5 0,0 2 1 0,4-7 2 16,0 11 1-16,0-11-1 0,6 12 3 15,1-6-3-15,1-1 1 0,4 2 8 0,1-2-13 16,-1 1 4-16,4-1-4 0,2 2 0 0,0-3 2 16,-3 3 0-16,1-1 0 0,-4-1 3 0,-1 1-5 15,-1 2 3-15,0-2-2 0,-3 2 3 0,1-1-3 0,-1 1-1 16,2 2 2-16,-4 1 2 0,3-2-1 15,-3 2 1-15,1 0 1 0,-5 1-3 0,6 5 0 16,-5-5 4-16,1 4-3 0,-1-4 3 0,0-1-2 16,0 3 0-16,0 3-1 0,0-2 5 0,2-2-13 15,-3 2-10-15,1-2-19 0,-2 3-23 0,2-5-34 16,3 2-13-16,-1-2-33 0,1-1-27 0,1 1-19 0,-1-2-115 16,-1-1-327-16,3-3 146 0</inkml:trace>
  <inkml:trace contextRef="#ctx0" brushRef="#br0" timeOffset="-195683.06">15115 15176 152 0,'8'-6'149'15,"-8"6"-22"-15,9-3-19 0,-9 3-25 0,21 0-27 16,-21 0-30-16,20 3-34 0,-10 0-18 0,-1 3-33 15,-4-2-43-15,-5-4-110 0,10 11 49 0</inkml:trace>
  <inkml:trace contextRef="#ctx0" brushRef="#br0" timeOffset="-195539.85">15132 15327 116 0,'0'0'136'0,"-6"0"-18"0,6 0-6 16,0 0-14-16,0 0 0 0,0 0-14 0,0 0-3 15,0 0-9-15,0 0-22 0,0 0-30 0,51 1-30 16,-31-1-58-16,7-3-84 0,0-2-164 0,4 0 73 16</inkml:trace>
  <inkml:trace contextRef="#ctx0" brushRef="#br0" timeOffset="-192754.47">17080 14618 18 0,'5'-14'129'0,"-1"4"8"0,0 0-5 16,-1 1 1-16,0-3 2 0,0 7 6 0,-2-3-1 15,-1 8-4-15,2-11-9 0,0 6-12 0,-2 5-3 16,0-10-6-16,0 10-5 0,2-7-8 0,-2 7-2 0,0 0-11 15,0 0-6-15,1-9-4 0,-1 9-6 16,0 0-6-16,0 0-7 0,0 0-5 0,0 0-4 16,0 0-7-16,0 0-5 0,0-9-2 0,0 9-2 15,0 0-2-15,0 0-3 0,0 0-1 0,0 0-6 16,0 0 0-16,0 0 0 0,0 0-4 0,0 0 1 0,0 0-3 16,0 0-1-16,0 0 2 0,0 0-5 15,0 0 3-15,0 0-3 0,0 0 0 0,0 0 1 16,0 0-2-16,0 0 0 0,0 0 2 0,0 0-4 15,0 0 2-15,0 0-1 0,0 0 2 0,0 0-3 0,0 0 0 16,0 0 1-16,0 0-1 0,0 0 2 0,0 0 2 16,0 0-5-16,0 0 0 0,0 0 8 15,0 0-5-15,0 0-3 0,0 0 0 0,0 0 1 16,0 0-1-16,0 0 1 0,0 0 0 0,0 0-1 16,0 0 6-16,0 0-5 0,0 0 1 0,0 0-2 0,0 0 1 15,3-8 1-15,-3 8 0 0,0 0 1 0,0 0 0 16,0 0-1-16,0 0-1 0,0 0-1 0,0 0 2 15,0 0-1-15,0 0 2 0,0 0-1 16,0 0-2-16,0 0 3 0,0 0 0 0,0 0-3 0,0 0 1 16,0 0 0-16,0 0 0 0,0 0 2 0,0 0 1 15,0 0-1-15,0 0 1 0,0 0 3 0,0 0 3 16,0 0-1-16,0 0 7 0,0 0-3 0,0 0 0 16,0 0-1-16,0 0 0 0,0 0-2 15,0 0 0-15,0 0-1 0,0 0 2 0,0 0-1 0,0 0-3 16,0 0-2-16,0 0 1 0,0 0-1 0,0 0-1 15,0 0-2-15,0 0-1 0,0 0-1 0,0 0 0 16,0 0 1-16,0 0 2 0,-23 17-3 0,13-10 1 16,0 0-2-16,-3 5 2 0,0 2 2 0,0 0-3 15,0 1 1-15,-3 4 7 0,5-2-3 0,-4 4-1 16,1-1-2-16,3-4 2 0,2 1-4 0,1-2 5 16,2 1-4-16,2 0-1 0,-1 0 4 0,4-3-2 15,2 3 1-15,-2-4 0 0,3-1 2 0,3 2-1 16,0-3 1-16,2 1-17 0,2-2 2 0,2 3 2 15,2-2 2-15,3-1-3 0,-3-6 7 0,5 0 1 16,-1-2 1-16,2-2 1 0,0 2-3 0,-1-5 5 16,1 1 1-16,-2-4 2 0,1 4-2 0,-3-5-1 15,0-3 0-15,2 0 1 0,-2-2 0 0,-2-3 1 16,1 3-3-16,-2-2 5 0,-3 0-3 0,-2 0 2 16,0-4-2-16,-5 4 1 0,1-2 1 0,-6-1-2 15,1 1-3-15,-6-1-1 0,0 1-3 0,-1 1 5 16,-2 2-1-16,-5 0-2 0,4 2 0 0,-4 1 3 15,0 2-5-15,-3 0 0 0,-2 3-3 0,4 1 2 16,0 3-8-16,0 2-5 0,3 1-14 0,1 2-25 16,-1 0-18-16,4 4-28 0,1 2-21 0,1-1-32 15,3 8-19-15,4-4-20 0,2 3-146 0,2-2-367 16,4 1 162-16</inkml:trace>
  <inkml:trace contextRef="#ctx0" brushRef="#br0" timeOffset="-192569.29">17502 14711 125 0,'0'0'194'0,"8"-3"-10"0,-8 3-12 15,0 0-14-15,7-3-7 0,-7 3-16 0,0 0-12 16,0 0-14-16,0 0-10 0,0 0-15 0,9 0-5 16,-9 0-12-16,0 0-26 0,0 0-31 0,0 15-27 15,0-15-30-15,1 10-28 0,0-3-21 0,-1-7-8 16,6 11-16-16,-5-5-92 0,-1-6-230 0,6 12 101 15</inkml:trace>
  <inkml:trace contextRef="#ctx0" brushRef="#br0" timeOffset="-192074.64">17905 14571 75 0,'5'-10'176'0,"-5"10"-11"0,2-5-16 16,-2 5-16-16,0 0-17 0,0 0-13 0,0 0 1 15,0 0-2-15,0 0 8 0,0 0-6 0,0 0-11 16,-7 26 0-16,9-15-12 0,-1 4-1 0,4 2 5 16,0-3-16-16,4 1 5 0,0-1-4 0,5 7-2 15,3-1 0-15,-2-6-2 0,7 4-6 0,0-2 0 16,-1-1-2-16,-3-2 1 0,-3-2-9 0,2 1-4 16,-2 0 2-16,1-1-15 0,-5 1 2 0,-4-6-9 15,-1 2-3-15,-2-2 0 0,-4 0 0 0,0 2-3 16,-8 1-6-16,-1-1-4 0,-2-3-10 0,-6 3-5 15,0-3-3-15,-3 0-1 0,1-4 0 0,1-1 2 16,1-2-5-16,-1-1-2 0,2-5 0 0,-2 6 4 16,8-3-5-16,-2-2 1 0,2 1-6 0,4-3-2 15,-2-1 0-15,4-1-4 0,1 1-3 0,3-1 4 16,4-5 0-16,0 0 2 0,4 3 0 0,1-4-3 16,1 0-2-16,3 5-3 0,2-4 4 0,3-2 3 15,-1 5 3-15,3-6 2 0,-5 7 5 0,6-6-4 16,-6 5 2-16,-1 2 6 0,-1-3-2 0,-1 1 1 15,-1-1 4-15,-2 0 5 0,0 2-4 0,-3 0 1 16,-1 0 1-16,1 2 9 0,-4 0 4 0,-1 2 1 16,1-2 3-16,-2 2-9 0,0 8 1 0,-7-11 0 15,3 7-1-15,-3 2 0 0,-5-1 0 0,-1 3-1 16,0 1-2-16,-6 4 3 0,-1 2-6 0,0 0 0 16,2 2 3-16,-5 4-10 0,7 0-19 0,2 0-14 15,4 1-23-15,0 1-29 0,1 2-37 0,4-1-18 16,2 0-137-16,1 0-308 0,3-3 137 0</inkml:trace>
  <inkml:trace contextRef="#ctx0" brushRef="#br0" timeOffset="-191842.78">18415 14489 65 0,'4'-10'249'0,"-3"2"-17"0,1 2-14 0,-1-1-27 0,-1 7-15 15,4-8-24-15,-4 8-15 0,0 0 0 16,0 0-4-16,0 0 6 0,2 19-5 0,0-2-9 16,-4 2-5-16,1 8-11 0,2 0-8 0,1-1-12 15,-4 2-7-15,2-1-9 0,0 2-7 0,2-2-7 0,0-2-2 16,2 1-29-16,-3-9-37 0,0 10-40 0,1-10-26 16,-1 1-53-16,0-1-54 0,-1-1-42 0,2 0-144 15,-2-5-398-15,0-11 176 0</inkml:trace>
  <inkml:trace contextRef="#ctx0" brushRef="#br0" timeOffset="-191531.33">18850 14469 192 0,'8'-2'201'0,"3"1"-6"16,-1 2-8-16,-1 4-5 0,4 0-7 15,-3 2-15-15,0 0-13 0,3 6-12 0,-1-2-12 0,-5 4-6 16,3 0-12-16,-3 2-9 0,-2 0-9 16,-2-1-9-16,-2 0-3 0,0-1-3 0,-3 0-1 15,-2-2-13-15,-4 2 0 0,0-2-4 0,-3 3-4 16,-1-5-5-16,0 0 0 0,-2 0-3 0,3-3-7 0,1 0 2 16,1-2-4-16,3-2-8 0,1 1-2 15,-2-1-4-15,4 0-2 0,3-4-2 0,-8 7-1 16,8-7 1-16,-2 9-4 0,2-9 3 0,10 9-2 15,3-3-5-15,7-3-22 0,10-2-27 0,9 1-31 16,12 2-33-16,1-4-36 0,4-3-35 0,1 3-35 0,-2 6-165 16,-4-4-409-16,0-2 182 0</inkml:trace>
  <inkml:trace contextRef="#ctx0" brushRef="#br0" timeOffset="-191056.89">16768 15567 82 0,'-10'0'155'0,"2"-1"2"0,8 1-12 0,-10-3-14 16,10 3-5-16,0 0-10 0,0 0-4 0,23-5 2 15,9 1 1-15,24-3-3 0,39-4-3 0,13 1-11 16,11 0-6-16,14 1-8 0,10-3-4 0,10 2-13 15,8-5 2-15,8 2-6 0,-3 0-8 0,-6-2-3 16,4 7-3-16,-6 2 5 0,-2-5 5 0,-1 1 4 16,-7 2 0-16,-8-2 3 0,-1 4-1 0,-7-3 3 15,-9 2-4-15,-10-6-2 0,-9 9-7 0,-13 1-7 16,-28 2-3-16,-7-3-5 0,-2 3-5 0,-16 1-7 16,-5 0 2-16,-2-1-14 0,-13 1-20 0,-3 0-22 15,-5 0-17-15,-2 1-8 0,-8-1-6 0,0 0-10 16,0 0-32-16,0 0-26 0,-51 12-27 0,1-4-30 15,-7 1-33-15,-35 7-123 0,2-6-365 0,-3-4 162 16</inkml:trace>
  <inkml:trace contextRef="#ctx0" brushRef="#br0" timeOffset="-190640.59">16749 15948 155 0,'1'-7'206'0,"-1"7"-7"16,1-13 3-16,1 7-2 0,-2 6-9 0,1-7-14 15,-1 7-16-15,1-7-18 0,-1 7-12 0,0 0-18 16,0 0-10-16,5-3-10 0,-5 3-8 0,0 0-3 16,8 13-5-16,-4-5-5 0,1 6-4 0,-1 2-6 15,1-1-1-15,-1 4-10 0,1 0 2 0,-1 6-6 16,4-7-3-16,-2 6-5 0,-6-5-1 15,5-1-8-15,0 7-2 0,0-8-1 0,-1 1-1 0,0-1-23 16,1 2-21-16,-3-2-30 0,0-4-30 0,1-1-29 16,-1-1-33-16,-1 0-33 0,2 0-24 0,-2-2-171 15,1 1-399-15,0-4 177 0</inkml:trace>
  <inkml:trace contextRef="#ctx0" brushRef="#br0" timeOffset="-190448.45">17185 16094 76 0,'3'-4'168'15,"-3"4"-4"-15,13-6-7 0,-1 5-12 16,1-3-11-16,4 0-9 0,4 1-10 0,4-2-14 16,5 4-5-16,-1 1-9 0,2-3-8 0,1-1-27 0,1 2-26 15,-2-1-39-15,-3 1-41 0,-7 1-29 0,0 0-16 16,-7 2-114-16,-8-1-231 0,-6 0 102 0</inkml:trace>
  <inkml:trace contextRef="#ctx0" brushRef="#br0" timeOffset="-190248.6">17471 15928 31 0,'0'0'194'0,"-4"-6"-14"15,4 6-17-15,0 0-19 0,0 0-11 16,0 0 1-16,0 0 8 0,0 0-3 0,0 0-5 15,-5 23-5-15,6-11-2 0,0 3-12 0,2 3-3 16,0-2-13-16,-2 4-6 0,4 5-8 0,-1-5-11 16,-2-2-4-16,2 2-6 0,3 5 4 0,-5-6-40 15,1-1-34-15,-2-1-43 0,2-2-57 0,-1-2-56 16,3-2-195-16,-4 5-385 0,2-8 172 0</inkml:trace>
  <inkml:trace contextRef="#ctx0" brushRef="#br0" timeOffset="-189860.22">18335 15809 248 0,'9'-9'272'0,"5"1"-31"0,2 0-22 0,2 5-19 15,4 1-15-15,0 2-14 0,-2 2-15 0,7 3-12 16,1 4-15-16,-10-1-11 0,-4 2-14 0,1 2-5 16,-7 3-9-16,-3-1-14 0,-2 3-4 0,-6 0-6 15,-3 0-6-15,-3 0-3 0,-3 0-8 0,-4 2-2 16,-6 3-7-16,-1-5-3 0,-2-1-3 0,0-1-3 16,1-4-3-16,-2 0-3 0,9-5-2 0,0 1-1 15,2-4-6-15,2 0 4 0,0-1-3 0,3 2-1 16,2-3 0-16,2 2-5 0,6-3 1 0,-11 2 1 15,11-2-4-15,0 0-2 0,0 0-2 0,0 0 3 16,0 0-3-16,0 0 0 0,0 0-1 0,40-10-2 16,-19 9 1-16,8-3-3 0,-1 1-8 0,3 2-18 15,1 1-16-15,0-3-35 0,-2 1-24 0,-2 1-38 16,-6 1-45-16,0-2-26 0,-2 2-30 0,-2-1-125 16,-6-1-394-16,2-4 175 0</inkml:trace>
  <inkml:trace contextRef="#ctx0" brushRef="#br0" timeOffset="-189637.68">18838 15838 121 0,'1'-6'228'15,"3"-1"-1"-15,-1 3-12 0,1-1-7 0,-4 5-10 16,4-8-12-16,-4 8-13 0,0 0-18 0,4-8-15 16,-4 8-14-16,0 0-9 0,0 0 21 0,0 0 5 15,10 16-5-15,-8-6-4 0,1 5-8 0,-1 2-13 16,1 0-10-16,-2 1-6 0,0 0-15 0,1 0-5 15,-1 1-6-15,0 0-8 0,-1 0-7 0,0 0-4 16,2-2-27-16,-2 1-38 0,2 0-23 16,-3-5-37-16,1-1-40 0,1 3-42 0,-1-5-54 0,-1 0-42 15,0 1-193-15,-2-5-481 0,-1-1 213 0</inkml:trace>
  <inkml:trace contextRef="#ctx0" brushRef="#br0" timeOffset="-189342.72">18972 15716 180 0,'22'-1'219'0,"-1"-1"-7"0,-1 5-16 16,-1 2-12-16,-2 2-14 0,-4 0-20 16,-4 2-12-16,-2 0-12 0,-2 2-13 0,-1 0-11 15,-1 0-9-15,-7 5-6 0,0-3-6 0,-4-1-5 16,-4 2-9-16,-2-1-3 0,-2 0-2 0,-2-3-9 15,2 4-2-15,-1-5-2 0,6-3-2 0,-1 1-8 16,3-2 1-16,3-1-5 0,-1-1-3 0,2 0-7 16,5-3 2-16,-6 6-3 0,6-6-1 0,0 0 1 15,10 9-3-15,-1-5-2 0,5-2 3 0,7 2-6 16,5-3-11-16,4 1-30 0,-2 0-24 0,3-1-41 16,-3-2-36-16,0 0-40 0,-8 1-32 0,1 0-21 15,-5-1-115-15,-3-1-360 0,-1-1 159 0</inkml:trace>
  <inkml:trace contextRef="#ctx0" brushRef="#br0" timeOffset="-189086.83">19461 15793 2 0,'0'0'214'0,"0"-13"0"16,0 13-1-16,-2-10-7 0,2 10-9 0,0 0-12 15,0-11-12-15,0 11-17 0,0 0-13 0,0 0-16 16,0 0 1-16,0 0-6 0,0 0-5 0,-15 17-5 15,9-3 5-15,-3 1-4 0,1 2-1 0,-1 1-17 16,3 0-3-16,-1 0-5 0,2 0-2 0,3 0-4 16,-5 1-6-16,4 0-8 0,0-1-9 0,2-1-2 15,-2 0-4-15,3-1-6 0,-1 1-2 0,-1-5-5 16,0 4-12-16,1-4-17 0,1-3-30 0,-2 1-31 16,1-2-31-16,-3 1-24 0,3 1-45 0,1-10-51 15,-6 10-46-15,1-3-204 0,-2-6-487 0,7-1 215 16</inkml:trace>
  <inkml:trace contextRef="#ctx0" brushRef="#br0" timeOffset="-188923.27">19342 15994 84 0,'8'-1'219'0,"4"-2"-10"15,5 0-14-15,2 1-14 0,0 1-12 0,0-2-18 16,-3 3-15-16,12 0-13 0,-8 0-14 0,2 0-47 15,-2 3-52-15,0-1-56 0,-1 1-56 0,-6-2-148 16,-1-1-272-16,-1 3 121 0</inkml:trace>
  <inkml:trace contextRef="#ctx0" brushRef="#br0" timeOffset="-188634.29">18967 16405 1903 0,'-29'6'79'0,"2"-1"33"0,7 0-57 0,2-4-16 15,0 3-13-15,5-3-5 0,2 1-6 16,3-1-4-16,0 0 0 0,2 1 3 0,6-2 2 16,-9 2 12-16,9-2 7 0,0 0 13 0,0 0 12 15,0 0 0-15,45 1 5 0,-11-4-28 0,24-4-4 16,8 0-1-16,30-1-5 0,-5-5-1 0,1 5-2 15,-3-3-3-15,-24 7-3 0,26-2-24 0,-35 6-23 16,0-3-27-16,-4 4-18 0,-14-1-28 0,-4 3-19 16,-3 0-18-16,-12 3-27 0,1-2-6 0,-9-1-12 15,-2 3 9-15,-3-1-91 0,-4 0-287 0,-2-5 127 16</inkml:trace>
  <inkml:trace contextRef="#ctx0" brushRef="#br0" timeOffset="-188394.7">19693 16454 330 0,'-33'1'-15'0,"1"2"21"0,-2-4 7 0,0 1 10 16,1-2 9-16,0 0 14 0,2-3 16 0,2 0 0 15,7 3 17-15,2-1 9 0,-1-1 10 0,3-1 13 16,8 1-2-16,-2 1 17 0,2 0-4 0,0 0 7 16,4 2-4-16,6 1-9 0,-9-4-7 0,9 4-6 15,-9-3-15-15,9 3-9 0,0 0-9 0,0 0-5 16,0 0 8-16,-7 13 0 0,9-4 4 0,-2 2-3 16,2 9-3-16,2 5-2 0,-3-2-9 0,2 5-1 15,-2-2-7-15,3 1-4 0,-5-1-3 0,2-1-3 16,0 1-2-16,-1 1-4 0,-1-2-5 15,0-3-1-15,-2-2-4 0,2-1-8 0,-3 2-13 0,4-2-23 16,-4-1-31-16,2 0-33 0,-5-3-33 0,3 0-40 16,1-3-37-16,-2-1-38 0,-2-1-148 0,0-4-409 15,1-3 181-15</inkml:trace>
  <inkml:trace contextRef="#ctx0" brushRef="#br0" timeOffset="-188095.02">19406 16515 74 0,'14'-12'202'0,"0"4"-7"15,-4 3-13-15,4 1-15 0,-1 4-11 0,-2 2-14 0,1 0-13 16,-1 4-10-16,-2 1-13 0,-1 3-7 16,-5 1-12-16,0 4-6 0,-4 2-10 0,-1 0-5 15,-4 3-5-15,-1-2-8 0,-5 4-2 16,-4-3-6-16,3-4-8 0,0 1 0 0,0-2-4 0,-1-3-1 15,4 0-5-15,1-5-2 0,1 3-5 0,1-2 0 16,2-3 0-16,1 0-9 0,4-4-1 0,-6 5 1 16,6-5 2-16,0 0-1 0,-2 12 2 0,2-12-1 15,10 10 1-15,-10-10-6 0,18 7 1 0,-1-4 1 16,1 1-6-16,5-3-13 0,5 2-37 0,0-2-31 16,0 2-30-16,0-2-42 0,2 1-21 0,-4-2-148 15,0 0-345-15,-6-3 152 0</inkml:trace>
  <inkml:trace contextRef="#ctx0" brushRef="#br0" timeOffset="-187832.72">19885 16676 9 0,'0'0'200'0,"5"-5"-16"0,-5 5-17 16,0 0-12-16,0 0-1 0,0 0 16 0,0 0 3 0,4 15-5 15,-4-4-11-15,-4-1-5 0,1 2 3 16,-2 4-10-16,0 0-9 0,0 0-9 0,0 3-9 15,0 0-4-15,0 0-14 0,0-2-5 0,0-1-9 0,3 0-4 16,1-4-9-16,1 0-1 0,1-1-13 16,-1-1 5-16,5-1-13 0,-1-1-3 0,1 1-5 15,4-2 6-15,2 0-8 0,6 0-10 0,3-3 4 16,10-3-5-16,5-2 6 0,1-2-31 0,16-1-26 0,0-4-28 16,7-3-42-16,-1-1-39 0,2-1-59 15,0-6-63-15,1 5-207 0,-3-6-497 0,-2-1 220 16</inkml:trace>
  <inkml:trace contextRef="#ctx0" brushRef="#br0" timeOffset="-186038.87">22470 15245 53 0,'0'0'81'0,"-8"-2"1"0,8 2 0 15,0 0-12-15,0 0 11 0,0 0 0 0,-8-2 0 16,8 2 6-16,0 0 0 0,-8-4-8 0,8 4 3 16,0 0 7-16,0 0-3 0,-8-3 3 0,8 3-1 15,0 0-4-15,0 0 1 0,0 0-2 0,-7-3-3 16,7 3-5-16,0 0-6 0,0 0-2 0,0 0-7 16,-4-7 3-16,4 7-3 0,0 0-1 0,0 0-5 15,0 0-3-15,-3-6-4 0,3 6-4 0,0 0-4 16,0 0-7-16,0 0-2 0,0 0-8 0,0 0-3 15,0 0-3-15,0 0-3 0,0 0 0 0,0 0-1 16,0 0-3-16,-1 25 2 0,1-14 1 0,-1 2-1 16,1-1-3-16,1 5 1 0,-2 2 2 0,1-4 2 15,-1 4-6-15,1-2 1 0,-2 0-2 0,2 2-1 16,0-3-1-16,0-3 0 0,2 4 4 0,-1-1-3 16,-1 1-1-16,1-2-3 0,-3 1 3 0,2-1-2 15,-3-2 3-15,3 2-5 0,0-4 6 0,0 2-15 16,-3-3-17-16,3 2-32 0,-2-1-19 0,0-2-9 15,1 4-16-15,0-6-18 0,0 3-27 0,1-4-13 16,0-6-19-16,-5 13-99 0,3-10-300 0,2-3 133 16</inkml:trace>
  <inkml:trace contextRef="#ctx0" brushRef="#br0" timeOffset="-185459.43">22447 15234 65 0,'3'-6'110'16,"-3"6"-7"-16,9-15 0 0,0 7-10 0,0 2 3 0,2-2-10 15,3 2-3-15,4 1 0 0,1 1-7 0,-2 3-4 16,-3-1-10-16,-1 4-2 0,1 0-10 16,-1 2 0-16,-3 0-5 0,-4 1-1 0,2 4-9 15,-4-1-4-15,-2 2 2 0,-2 0-3 0,0 3-7 16,-6 1 2-16,1 3-3 0,-7-3-1 0,2 0 3 16,-1 2-6-16,-2-5-4 0,0 0 0 0,-1 0 1 0,1-2-5 15,2-1 3-15,-1-3-2 0,1-3 0 16,2 1-3-16,-1 2 5 0,3-2 3 0,1-1 11 15,6-2 6-15,-9 4 5 0,9-4 1 0,-8 2 0 16,8-2-11-16,0 0 0 0,-6 3-3 0,6-3-5 16,0 0 0-16,0 0-5 0,0 0-1 0,0 0 4 15,24 7-15-15,-16-6 7 0,2 2 0 0,1 0-3 16,0 2 0-16,1 0 2 0,0-1-9 0,-2 3 0 16,7 1-12-16,-3 0-29 0,1 2-18 0,1 1-28 15,0-2-30-15,0 1-26 0,-1-1-124 0,-6-1-288 16,2-2 127-16</inkml:trace>
  <inkml:trace contextRef="#ctx0" brushRef="#br0" timeOffset="-184999.87">21858 15312 76 0,'0'0'117'0,"0"0"-7"16,0 0-5-16,0 0 14 0,0 0-19 0,0 0-9 16,0 0 1-16,28 25-4 0,-23-13-5 0,3 2-8 15,-4 2 3-15,1 1-12 0,-2 2-10 0,-1 0 2 16,-4 0-7-16,-1-2-4 0,-1 1-6 0,0 1-1 16,-1-4-5-16,-4 1 2 0,3-3-11 0,-3 0 6 15,1-1-3-15,1-3-3 0,-2-1 2 16,1-2-3-16,4 0 1 0,-1 0-3 0,5-6 4 0,-5 5 2 15,5-5-1-15,-6 5-3 0,6-5 3 0,0 0-5 16,0 0-10-16,29-1-5 0,-10-1-20 0,9 0-12 16,3 1-23-16,2 1-14 0,3-2-14 0,-5 5-15 15,6-1-22-15,2 1-22 0,-3 2-101 0,0-1-254 16,-3 0 113-16</inkml:trace>
  <inkml:trace contextRef="#ctx0" brushRef="#br0" timeOffset="-184650.87">23047 15520 184 0,'-3'-5'180'16,"3"5"-6"-16,-6-10-11 0,2 3-8 0,4 7-15 0,-3-5-16 15,3 5-11-15,0 0-15 0,0 0 4 16,0 0-4-16,-7 14 1 0,2-3-5 0,3 1-9 16,-1 7-5-16,1-1-7 0,0 7-4 0,-1 1 2 15,3-8-13-15,0 0-3 0,-1 7-1 0,0-7-9 16,-1 1 0-16,2-3-8 0,-4 3 0 0,2-3-6 15,2 1-1-15,-1 1-4 0,-2-2-16 0,2-4-26 16,-2-1-30-16,2 2-26 0,-2-4-43 0,1 0-27 16,1-2-28-16,1-7-159 0,-6 11-355 0,6-11 158 15</inkml:trace>
  <inkml:trace contextRef="#ctx0" brushRef="#br0" timeOffset="-184484.72">22869 15723 65 0,'0'0'137'0,"0"0"-16"0,14-12-7 0,-6 12-11 15,2 0-18-15,3 0 3 0,5-2-38 0,1 1-34 16,8 1-35-16,2-2-35 0,1 2-64 0,-2-1-127 16,2-1 55-16</inkml:trace>
  <inkml:trace contextRef="#ctx0" brushRef="#br0" timeOffset="-183987.11">23921 15362 136 0,'0'0'173'0,"-9"-12"-17"0,9 12-7 0,-12-1-6 0,12 1-9 16,-20 1-3-16,10 3-8 0,-9 3-13 16,2 0-8-16,-2 0-4 0,-7 4-14 0,2-1-7 15,-4 5-4-15,0-4-8 0,1 2-3 0,-1-1-9 0,0-1-3 16,2 1-7-16,2 1-1 0,6-7-5 0,1-1-1 16,6-1-4-16,-1 1-4 0,5-1 5 15,0-3-8-15,2 3-6 0,5-4-3 0,-9 3 1 16,9-3 1-16,-2 3-8 0,2-3 7 0,0 0 3 15,12 15 2-15,-3-8 0 0,8 2 0 0,0-1-1 16,3-1 1-16,0 4-5 0,6-3 1 0,1 5 0 0,0-4-1 16,1 1-4-16,1 1 0 0,1-2-1 0,-2 0-16 15,0 0-23-15,-3-1-33 0,2-3-27 0,-6 2-38 16,6-4-38-16,-7 1-20 0,0 0-131 16,-7-3-339-16,8-1 150 0</inkml:trace>
  <inkml:trace contextRef="#ctx0" brushRef="#br0" timeOffset="-183697.59">24385 15399 101 0,'0'0'175'0,"0"0"-6"15,0 0-8-15,0 0-7 0,-26 16-7 0,11-9-7 16,0 4-12-16,-11 0-5 0,2 3-8 0,-3-4-11 15,3 5-11-15,-3-3-7 0,7-4-8 0,1 2-9 16,2-2-11-16,4-3-5 0,1 0-3 0,3 0-6 16,3-1-6-16,1-3-7 0,5-1 1 0,-8 8 0 15,8-8-5-15,0 8 3 0,0-8-7 0,12 10-1 16,-3-7-2-16,2 6 9 0,7-3-10 0,9 1-2 16,1 0-3-16,1-1-14 0,2 2-20 0,0-3-20 15,-1 0-34-15,2 1-38 0,-1-1-22 0,-3-2-24 16,-1-1-16-16,-5-1-105 0,-2-1-302 0,7-1 135 15</inkml:trace>
  <inkml:trace contextRef="#ctx0" brushRef="#br0" timeOffset="-183459.64">24924 15298 24 0,'1'-8'201'0,"-1"8"-11"0,7-13-17 15,-7 13-18-15,0 0-19 0,5-5 8 0,-5 5-2 16,0 0-3-16,10 19-8 0,-6-8-4 0,-1 7-7 16,1 1-10-16,2 5-13 0,-4 2-9 0,4-3-7 15,-8-4-10-15,4 7-7 0,-2 0-5 0,2-7-6 16,-2-3-5-16,0 2-9 0,0 0-26 0,0-2-30 16,-2-1-29-16,0-2-44 0,2-2-32 0,-3-2-28 15,1 0-16-15,-3-1-137 0,-1-3-328 16,6-5 147-16</inkml:trace>
  <inkml:trace contextRef="#ctx0" brushRef="#br0" timeOffset="-182996.38">25064 15222 46 0,'0'0'158'0,"9"-5"-8"16,-9 5-3-16,0 0-4 0,0 0-4 0,18 5-10 15,-18-5-7-15,9 15-10 0,-5-5-8 0,-4-1-8 16,0-9-7-16,-4 28-9 0,1-16-3 0,0 0-9 16,0 1-5-16,-3 1-1 0,0 1-6 15,2-3 2-15,-2-2-6 0,2 1-3 0,1-3-4 16,-2 0-5-16,4 0 0 0,-3-2-5 0,4-6-2 16,0 12-8-16,0-12-2 0,7 12 2 0,0-5-8 15,2 0-6-15,-1-3-26 0,6 2-25 0,-1-4-16 0,-1 1-25 16,6-2-23-16,0 0-5 0,0-1-4 0,0 2-5 15,0-5-3-15,-2 3 3 0,2-3 0 16,-5 1 8-16,1 1 8 0,-1-2 7 0,5-1 11 16,-7 2 4-16,1-2 12 0,0 0 21 0,-12 4 7 15,21-7 17-15,-11 1 12 0,-3 0 13 0,-7 6 14 0,12-5 6 16,-12 5 22-16,10-7-4 0,-10 7 3 0,0 0 4 16,11-5 7-16,-11 5-7 0,0 0 16 15,0 0 14-15,0 0 3 0,0 0 3 0,4 16 12 16,-4-16 1-16,-2 15-7 0,2-15 2 0,-6 18-2 15,7-8-6-15,-5-1-6 0,0 1-2 0,4 2-12 16,-2-3-4-16,4 2-7 0,-4 0-1 0,6 0 1 0,0-2-10 16,3 1-4-16,1-3-8 0,5 2-33 15,2-1-37-15,3-3-55 0,0-2-41 0,2-2-46 0,-6 0-133 16,-1-2-340-16,0 0 151 0</inkml:trace>
  <inkml:trace contextRef="#ctx0" brushRef="#br0" timeOffset="-182274.72">14964 17390 154 0,'0'0'185'0,"0"0"-7"0,0 0 0 0,0 0-10 16,0 0-11-16,15-2-14 0,-15 2-11 0,19-2-10 15,-1 0-16-15,0 2-6 0,2 0-25 0,2-1-27 16,0 1-37-16,7 0-35 0,-10 1-37 0,2 2-40 16,-4-2-34-16,-4 1-105 0,0 2-259 0,-4 0 115 15</inkml:trace>
  <inkml:trace contextRef="#ctx0" brushRef="#br0" timeOffset="-182116.7">14946 17592 134 0,'-13'5'130'0,"13"-5"7"0,0 0-26 0,0 0-15 15,0 0-3-15,0 0-29 0,46 11-37 0,-19-12-37 16,6-4-43-16,6 2-69 0,-4-4-132 0,15-2 59 16</inkml:trace>
  <inkml:trace contextRef="#ctx0" brushRef="#br0" timeOffset="-181592.58">16229 17055 139 0,'-12'-3'204'15,"12"3"-21"-15,0 0-11 0,0 0-9 0,0 0-9 16,0 0-4-16,-14 20-14 0,14-20-15 0,0 19-8 15,3-8-7-15,1 2-9 0,6 1-1 0,0 2-3 16,1 0-7-16,9 3-6 0,-3 0-6 16,-3-3-10-16,2-2-10 0,3 2 1 0,-4-2-2 15,-3 0-11-15,1 0-4 0,-3-1-2 0,-1-4-6 16,-3 3 2-16,-2-2-7 0,2 0-4 0,-2 1 2 16,-4-2 0-16,0-9-2 0,-7 18-8 0,-1-8-8 15,-5 0-5-15,0-2-10 0,-2 0-2 0,-4-3-8 16,1 1-1-16,0-3-3 0,1-2 3 0,0-1 8 15,1-3-2-15,6 0-4 0,0-1 7 0,2-3 4 16,2 1 0-16,6 6-3 0,-1-21 2 0,4 9-1 16,5-4 4-16,-3 6-10 0,4-4 6 0,4-3-6 15,-2 2 1-15,3 1 0 0,-1-1-3 0,1-1 8 16,0 1 0-16,-1 0-1 0,2 1 2 0,-4 2 2 16,0-2-3-16,0 0 4 0,-4 3-1 0,-1 0 1 15,-2-2-3-15,-1 2 4 0,1-4 4 0,-4-1 5 16,0 16-2-16,-2-24 1 0,-3 7-4 0,1 6 5 15,-1 0 1-15,-1 0-6 0,-3 2 8 16,0-1-5-16,-1 5 2 0,-3-3 1 0,0 4-2 16,0 1 1-16,13 3 0 0,-25 0-5 0,10 1 5 15,-1 3-6-15,-2 5 6 0,2-1-1 0,0 3-5 16,5 2 2-16,-3-1 0 0,5 5-11 0,2-1-17 16,5 0-25-16,2 2-23 0,1-2-40 0,7 1-37 15,3-2-167-15,2-1-345 0,0 0 152 0</inkml:trace>
  <inkml:trace contextRef="#ctx0" brushRef="#br0" timeOffset="-181361.69">16724 16997 61 0,'2'-16'268'0,"-2"16"-20"0,1-11-24 0,-1 11-20 16,0 0-24-16,0 0-20 0,4-12-13 0,-4 12-12 15,0 0-9-15,0 0-5 0,0 0-13 0,18 41-10 16,-14-23-7-16,-2 8-6 0,1 0-12 16,-2-1-6-16,4 2-5 0,-1 1-6 0,1-2-24 15,1-2-30-15,0 0-24 0,-3-5-29 0,1 1-39 16,1-3-48-16,2-2-45 0,0 0-161 0,-4-2-373 16,1-2 164-16</inkml:trace>
  <inkml:trace contextRef="#ctx0" brushRef="#br0" timeOffset="-181190.73">16989 17202 171 0,'0'0'207'0,"0"0"-20"0,-3-17-22 16,3 17-14-16,0 0-16 0,0 0-13 0,0 0-19 15,0 0-40-15,0 0-27 0,0 0-44 16,0 0-55-16,0 0-47 0,0 0-84 0,0 0-209 15,13 38 93-15</inkml:trace>
  <inkml:trace contextRef="#ctx0" brushRef="#br0" timeOffset="-180897.61">17303 17013 60 0,'0'0'217'0,"12"-7"-7"0,-1 3-11 16,2 4-14-16,-13 0-14 0,22 1-20 0,-22-1-9 16,20 10-9-16,-10-2-13 0,0 0-8 0,-5 2-13 15,0 2-9-15,-1 0-3 0,-4 4-13 16,0 0-6-16,-2 0-3 0,-1 0-5 0,-4 0-10 16,1-1 2-16,-1-5-8 0,-3 3-7 0,4-4-1 15,1-1-4-15,-2 0-2 0,7-8-7 0,-6 11-3 16,6-11 0-16,-7 8-7 0,7-8-5 0,0 0-3 15,0 0-3-15,13 12-4 0,-5-10-22 0,2-1-11 16,-10-1-26-16,33-1-17 0,-12 0-23 0,8 0-25 16,1-3-31-16,-2 2-19 0,1-2-134 0,0-1-334 15,-11 3 148-15</inkml:trace>
  <inkml:trace contextRef="#ctx0" brushRef="#br0" timeOffset="-180694.99">18029 17024 146 0,'0'0'189'16,"12"-8"1"-16,-12 8 1 0,7-7-7 0,-7 7-12 16,0 0-15-16,0 0-17 0,0 0-12 0,0 0-4 15,0 0-3-15,0 0-5 0,0 0-6 16,-15 49-5-16,4-31-12 0,-1 7-8 0,-1-1-9 16,3-1-7-16,1 2-6 0,3-6-11 0,-2 5-8 0,2 0-32 15,2-7-30-15,0 1-37 0,-1-3-40 0,5-3-51 16,-1 1-58-16,-2 0-138 0,3-13-370 15,-4 16 164-15</inkml:trace>
  <inkml:trace contextRef="#ctx0" brushRef="#br0" timeOffset="-180537.22">17895 17060 108 0,'0'0'184'15,"0"0"-14"-15,12-3-44 0,-12 3-52 0,0 0-51 16,19 15-72-16,-19-15-57 0,14 17-116 0,-8-8 52 16</inkml:trace>
  <inkml:trace contextRef="#ctx0" brushRef="#br0" timeOffset="-180383.28">18332 17289 121 0,'0'0'219'0,"0"0"-20"0,13 1-15 0,-13-1-23 16,0 0-18-16,8 3-16 0,-8-3-19 0,0 0-24 16,0 0-40-16,0 0-25 0,0 0-40 0,9 12-58 15,-9-12-46-15,0 0-73 0,0 0-214 0,0 0 95 16</inkml:trace>
  <inkml:trace contextRef="#ctx0" brushRef="#br0" timeOffset="-180137.77">16562 17713 2268 0,'-54'9'48'0,"16"-9"62"0,6 3-28 16,10-2-39-16,8 2-13 0,6-3-1 0,8 0-10 15,0 0-3-15,0 0-5 0,73-4 2 0,-16-2-10 16,5-5-5-16,41-6-9 0,2 0-7 0,4 1-17 16,10-4-29-16,5 8-25 0,5-3-44 0,3-1-52 15,6 4-172-15,-10-4-385 0,2-2 172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1T07:12:44.3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21328 12064 131 0,'0'0'164'0,"-5"-6"-5"0,5 6-1 0,0 0-6 16,0 0-12-16,0 0-17 0,0 0 1 0,0 0-11 15,-1-8-15-15,1 8-15 0,0 0-8 16,0 0-3-16,0 0-13 0,0 0-4 0,0 0-12 0,0 0-4 16,0 0-8-16,0 0-9 0,0 0 6 0,0 0-6 15,0 0-1-15,0 0-2 0,10 19-2 0,-10-19-1 16,3 9-6-16,0-2 6 0,0-1-9 0,-1 1 1 15,2 3-2-15,0 0 7 0,-2-2-2 0,2 2-5 16,1 0 2-16,0-2 1 0,1 1-6 0,-1-1 2 16,0 2-2-16,-1-4 0 0,-1 2 0 0,1-3 4 15,0-1-6-15,-4-4 0 0,4 9 4 0,-4-9-2 16,4 6 7-16,-4-6 5 0,2 6 13 0,-2-6 11 16,0 0 3-16,3 5 7 0,-3-5 3 0,0 0-9 15,0 0 0-15,20-12-8 0,2-5-2 0,5-2-6 16,19-13-1-16,6-3-9 0,26-16-17 0,5-4-35 15,5 2-42-15,4-3-31 0,3-5-27 0,6 0-43 16,3 1-159-16,-1 0-364 0,-2 7 162 0</inkml:trace>
  <inkml:trace contextRef="#ctx0" brushRef="#br0" timeOffset="1093.83">20129 12580 25 0,'0'0'65'0,"0"0"-7"0,0 0-13 15,0 0-9-15,0 0-13 0,0 0-6 0,0 0-30 16,0 0-30-16,0 0-46 0,0 0 20 0</inkml:trace>
  <inkml:trace contextRef="#ctx0" brushRef="#br0" timeOffset="4803.43">29508 11862 22 0,'0'0'28'0,"0"0"-19"0,0 0-20 0,0 0-9 16,0 0 4-16</inkml:trace>
  <inkml:trace contextRef="#ctx0" brushRef="#br0" timeOffset="5307.56">30693 11909 97 0,'0'0'89'0,"0"0"-14"15,0 0-6-15,0 0-3 0,0 0-17 0,0 0-21 16,0 0-29-16,0 0-40 0,0 0-32 16,0 0-77-16,0 0 35 0</inkml:trace>
  <inkml:trace contextRef="#ctx0" brushRef="#br0" timeOffset="8862.46">21383 12107 22 0,'0'0'53'0,"0"0"7"16,0 0-5-16,0 0-1 0,0 0 0 0,0 0-10 16,0 0 1-16,-1-9-2 0,1 9 2 0,0 0 0 0,0 0-12 15,0 0 1-15,0 0 1 0,0 0-4 16,0 0-9-16,0 0-2 0,0 0 0 0,0 0-4 16,0 0-2-16,0 0 1 0,0 0-2 0,0 0-9 15,0 0 0-15,0 0 0 0,0 0-6 0,0 0-14 16,0 0-3-16,0 0-6 0,0 0-7 0,0 0-11 0,0 0-11 15,0 0-45-15,0 0-108 0,0 0 48 16</inkml:trace>
  <inkml:trace contextRef="#ctx0" brushRef="#br0" timeOffset="24607.91">19186 16113 69 0,'-1'-11'88'0,"1"11"-3"0,0 0-9 0,0-7-13 15,0 7-11-15,0 0 4 0,0 0-13 0,0 0-18 16,0 0-23-16,0 0-15 0,0 0-10 0,0 0-17 0,0 0-41 15,0 0-87-15,0 0 38 0</inkml:trace>
  <inkml:trace contextRef="#ctx0" brushRef="#br0" timeOffset="25566.76">19686 17044 26 0,'0'0'55'0,"0"0"4"0,0 0 5 15,0 0-19-15,0 0 2 0,0 0-12 0,0 0 3 16,0 0-13-16,0 0 6 0,0 0-12 0,0 0 7 15,0 0-15-15,0 0 6 0,0 0 3 0,0 0-7 16,0 0-1-16,0 0-2 0,0 0 7 0,0 0-6 16,0 0 0-16,0 0-3 0,0 0-3 0,0 0 0 15,-3 7 3-15,3-7-2 0,0 0 1 0,0 0 1 16,0 0-3-16,0 0 1 0,0 0 0 0,0 0 4 16,0 0 1-16,0 0-1 0,0 0-2 0,0 0-11 15,0 0 12-15,0 0-1 0,0 0-8 0,0 0 11 16,0 0 1-16,0 0-10 0,0 0 4 0,0 0-9 15,0 0 8-15,0 0-13 0,0 0 6 0,0 0 0 16,0 0 1-16,0 0 2 0,0 0 1 0,0 0-2 16,0 0 7-16,0 0-8 0,0 0 3 0,0 0-2 15,0 0-3-15,0 0 3 0,0 0-11 16,0 0 4-16,0 0-4 0,0 0-10 0,0 0-13 16,0 0-17-16,0 0-50 0,0 0-108 0,0 0 48 15</inkml:trace>
  <inkml:trace contextRef="#ctx0" brushRef="#br0" timeOffset="27163.71">25214 15666 28 0,'0'0'90'16,"0"0"-12"-16,0 0-6 0,0 0-31 0,0 0-22 15,0 0-18-15,0 0-25 0,0 0-28 0,0 0-54 16,0 0 24-16</inkml:trace>
  <inkml:trace contextRef="#ctx0" brushRef="#br0" timeOffset="27512.79">25486 15691 70 0,'0'0'109'0,"0"0"-18"0,0 0-10 0,0 0-2 16,0 0-8-16,0 0-7 0,0 0-3 0,0 0-5 16,0 0-7-16,0 0 2 0,0 0-7 0,0 0-6 15,0 0-1-15,0 0-6 0,0 0 3 0,0 0-6 16,0 0 2-16,0 0-10 0,0 0-3 0,0 0 2 16,0 0-6-16,0 0-3 0,0 0 0 0,0 0-4 15,0 0 5-15,0 0-2 0,0 0 0 0,0 0-6 16,0 0 6-16,0 0-4 0,0 0 3 0,0 0-7 15,0 0 2-15,0 0-9 0,0 0-14 0,9 2-15 16,-9-2-16-16,0 0-25 0,0 0-15 0,0 0-59 16,0 0-162-16,0 0 72 0</inkml:trace>
  <inkml:trace contextRef="#ctx0" brushRef="#br0" timeOffset="30814.74">18406 17271 31 0,'0'0'113'0,"0"0"-10"16,0 0-6-16,0 0-3 0,0 0-12 0,9-4-8 16,-9 4-8-16,0 0-3 0,0 0-3 0,8-2-2 15,-8 2 10-15,0 0-1 0,11 0-19 0,-11 0 0 16,0 0-8-16,8 4 2 0,-8-4 9 0,4 6 2 16,-4-6-3-16,5 8-4 0,-4-3-1 0,-1-5-10 15,4 10 2-15,-4-10 1 0,2 9-12 0,-2-3-2 16,0-6 10-16,2 9-8 0,-2-9-3 0,4 8-4 15,-4-8-2-15,2 6-3 0,-2-6 3 0,0 0-6 16,3 8 3-16,-3-8-4 0,0 0 0 0,5 5-1 16,-5-5 1-16,9 0-2 0,-9 0 0 0,26-11 2 15,-9-1-3-15,13-7-14 0,12-9-5 0,9-4-21 16,17-25-36-16,2 8-38 0,-1-1-30 0,-15 16-104 16,19-18-259-16,1 1 115 0</inkml:trace>
  <inkml:trace contextRef="#ctx0" brushRef="#br0" timeOffset="82365.85">27171 8803 8 0,'0'0'11'0,"0"0"-1"15,0 0-5-15,0 0-3 0,0 0-8 0,0 0-7 0,-7 0 3 16</inkml:trace>
  <inkml:trace contextRef="#ctx0" brushRef="#br0" timeOffset="94514.02">28096 12091 26 0,'0'0'46'0,"0"0"-9"0,0 0-1 16,0 0-13-16,0 0-4 0,0 0-17 0,0 0-17 0,0 0-14 16,0 0-32-16,0 0 14 0</inkml:trace>
  <inkml:trace contextRef="#ctx0" brushRef="#br0" timeOffset="97781.03">28121 12013 49 0,'0'0'49'0,"0"0"-12"0,0 0-11 0,0 0-27 15,0 0-26-15,0 0-29 0,0 0 13 0</inkml:trace>
  <inkml:trace contextRef="#ctx0" brushRef="#br0" timeOffset="102003.68">29991 11983 40 0,'0'0'83'0,"0"0"-4"0,0 0-14 0,0 0-5 16,0 0-5-16,0 0-4 0,0 0-10 0,0 0 5 15,0 0-6-15,0 0-6 0,0 0-2 0,0 0-6 16,0 0-3-16,0 0 2 0,0 0-6 0,0 0 0 15,0 0 3-15,0 0-11 0,0 0 6 16,0 0-5-16,0 0 5 0,0 0-2 0,0 0 16 0,0 0-7 16,0 0 0-16,0 0-1 0,0 0-3 0,0 0 0 15,0 0-3-15,0 0-6 0,0 0 8 0,0 0-10 16,0 0 4-16,0 0-5 0,0 0 2 0,0 0-5 16,0 0 4-16,0 0-3 0,0 0 0 0,0 0-2 15,0 0-1-15,0 0 3 0,0 0 1 0,0 0-6 16,0 0 0-16,0 0-4 0,0 0-5 0,0 0-6 15,0 0-9-15,0 0-5 0,0 0-14 0,0 0-13 16,0 0-20-16,0 0-69 0,0 0-155 0,0 0 68 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6T04:10:25.7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7372 3249 109 0,'0'0'138'0,"-2"-8"-17"0,2 8-2 0,0 0-11 15,0 0-11-15,0 0-15 0,0 0-9 0,0 0-12 16,0 0 1-16,0 0-6 0,0 0 4 0,0 0 5 15,0 0-5-15,-1 25-7 0,1-8 8 0,0 0-4 16,-2 0 1-16,0 9-1 0,2-1-4 0,-2 3-4 16,1-3-7-16,-1 3 5 0,-1 1-2 0,-1-1-5 15,1 2 3-15,0-2-1 0,-4-1-3 0,2 3-5 16,0-2-1-16,0 1-4 0,2-3-1 0,0-2-3 16,0 1-3-16,-2 1 0 0,4-9-6 15,-2 1 3-15,3-1-2 0,-1 0 0 0,1-1-1 0,2-5-3 16,-3 5-16-16,0-6-28 0,2 0-31 0,-1-10-18 15,0 16-28-15,0-16-10 0,-2 12-16 0,2-7-24 16,-4 0-91-16,4-5-270 0,0 0 119 0</inkml:trace>
  <inkml:trace contextRef="#ctx0" brushRef="#br0" timeOffset="391.88">7430 3217 95 0,'27'-11'145'0,"-1"5"-11"0,-5 1-12 16,-3 3-7-16,0 4-8 0,0 1-9 0,-4 1-7 16,1 5-7-16,-4 3-7 0,0 2-14 0,-5 4 13 0,-3 0-11 15,-1 7 2-15,-3 2-7 0,-2-1-10 16,-3 2 1-16,-4 0-3 0,-5 0-7 0,-1-1-5 15,-4-4 1-15,-1 4-4 0,1-8-2 0,-2-2-5 16,-1 2-1-16,0-4-1 0,4-5-8 0,1-2-11 16,1 0 3-16,-2-2 2 0,5-3 1 0,0-1-3 15,3-2-3-15,2 1 13 0,-4-2-11 0,13 1-2 16,-13-2 1-16,7-1-2 0,6 3 1 0,-10-3 0 16,10 3 3-16,0 0-14 0,0 0 4 0,0 0-1 15,0 0-1-15,0 0 3 0,0 0-3 0,0 0 3 16,24 10 3-16,-14-4-3 0,4 4 2 0,1-1-4 15,2 0 7-15,0 2-5 0,0 0 5 0,8 5 0 0,-9-5-30 16,11 3-23-16,-3 1-27 0,-1-2-26 16,3 0-22-16,-3 2-132 0,-5-4-277 0,2-3 123 15</inkml:trace>
  <inkml:trace contextRef="#ctx0" brushRef="#br0" timeOffset="592.04">7839 3714 73 0,'0'0'158'0,"0"0"-18"0,0 0-10 0,0 0 13 15,0 0-4-15,0 0-15 0,0 26-4 0,-3-11-7 16,1 3-10-16,0 1-6 0,0 6-10 0,-1-1-9 16,-1-5-7-16,2-1-3 0,-1 7-13 0,2-5-31 15,-2-1-37-15,3-2-25 0,-1-2-38 0,2 0-48 16,-1-2-122-16,0-1-266 0,0-3 118 0</inkml:trace>
  <inkml:trace contextRef="#ctx0" brushRef="#br0" timeOffset="771.08">7874 3391 74 0,'-1'-7'90'0,"1"7"-20"0,0 0-18 0,0 0-32 16,0 0-23-16,18 15-48 0,-9-7-54 0,-3 0 23 15</inkml:trace>
  <inkml:trace contextRef="#ctx0" brushRef="#br0" timeOffset="1032.03">8198 3379 4 0,'1'-9'224'16,"1"4"-5"-16,-2 5-15 0,3-12-15 0,-3 12-12 15,4-7-23-15,-4 7-17 0,0 0-17 0,3-4-15 16,-3 4-6-16,0 0 0 0,5 24 6 0,-1 1 6 0,-4 1-11 16,-3 6-2-16,4 1-15 0,-5 2-3 0,2 0-8 15,-2 0-3-15,-1 10-8 0,-1-11-3 16,-1-1-5-16,2 15-3 0,0-14-7 0,-1-1-1 15,2-2-2-15,0 2-8 0,0-5-5 0,2-2-9 16,-2-1-22-16,1-5-24 0,2-4-29 0,0 1-19 16,-1 1-9-16,1-4-2 0,1-1-67 0,1-2-36 0,-1-3-20 15,0 1-121-15,0-9-358 0,-9 10 159 16</inkml:trace>
  <inkml:trace contextRef="#ctx0" brushRef="#br0" timeOffset="1258.26">8309 3579 143 0,'13'3'151'0,"1"0"-6"0,-1 3-8 0,-4-1-12 0,1 4-11 16,-4 0-9-16,1 1-3 0,-2 2-4 0,-3-1-3 15,-3 3-9-15,0 3-9 0,-6-3-9 0,-2 3-5 16,-7 6-3-16,-1-3-4 0,-1 1-5 0,-3-3-4 15,1 0-6-15,6-7-26 0,-1 0-26 0,1 1-43 16,2-5-25-16,3-1-54 0,-3 0-118 0,3-4-271 16,9-2 120-16</inkml:trace>
  <inkml:trace contextRef="#ctx0" brushRef="#br0" timeOffset="1496.72">8510 3387 124 0,'0'0'198'16,"4"-8"-25"-16,-4 8-12 0,5-5-25 0,-5 5-10 15,0 0 0-15,0 0 6 0,0 0-2 0,1 35-2 0,-1-16-9 16,-1 5-8-16,1 2-2 0,-3 2-11 16,1 0-6-16,-1 2-7 0,2-3-5 0,-2 2-10 15,1 2-4-15,0 0-7 0,-1-3-5 0,0 4-2 16,-1-1-4-16,-1-2-23 0,0-1-24 0,1-2-32 15,3-5-41-15,-2-2-37 0,1 6-33 0,0-5-33 16,0-2-154-16,-5-7-357 0,4 1 157 0</inkml:trace>
  <inkml:trace contextRef="#ctx0" brushRef="#br0" timeOffset="1717.12">8603 3583 90 0,'14'-4'151'0,"-4"2"-4"0,3 2-11 0,-1 1-11 16,-1 2-4-16,0 1-10 0,-3 4-4 0,0 0-8 15,-2 2-4-15,1 2-11 0,-4 3-7 0,-3 0 1 16,-1 2-10-16,-3-2-6 0,-2 2-11 0,-2-2-1 16,-1 2-4-16,-3-2 4 0,0-1-12 0,-1-1-25 15,-1-2-28-15,1 0-51 0,3-3-39 0,-2 0-56 16,-1-3-81-16,1 0-263 0,12-5 117 0</inkml:trace>
  <inkml:trace contextRef="#ctx0" brushRef="#br0" timeOffset="1937.5">8861 3459 1543 0,'16'-26'45'0,"-3"-1"11"0,-5 9 32 0,-1 2-20 15,-3 5 4-15,-1 1-18 0,2 5-7 0,-2-2-18 16,1 2-5-16,-4 5-6 0,0 0 3 15,0 0 5-15,0 0 15 0,6 18 11 0,-5-2 3 16,-2 4 0-16,0 7 1 0,-3-1 1 0,3 2-9 16,-1 1-1-16,1 0-4 0,-1-3-9 0,0 3-1 0,2 0-1 15,-3 1-13-15,4-5-22 0,-1 0-22 0,2 0-30 16,0 0-33-16,-2-6-36 0,3-1-28 0,0-1-29 16,1-2-159-16,-3-5-367 0,2 0 163 15</inkml:trace>
  <inkml:trace contextRef="#ctx0" brushRef="#br0" timeOffset="2181.92">9025 3881 97 0,'0'0'160'0,"15"-10"-3"15,-6 3-14-15,1-1-3 0,4-3-9 16,-5 3-7-16,4-4-6 0,2 1-3 0,0-5-11 16,-3 3-5-16,4-6-3 0,-2 5-4 0,-2-1 1 15,-1-2-10-15,0 1-3 0,-1-6 8 0,-1 5-9 16,-2-1 6-16,-2 3 0 0,-3 4 0 0,0 0 0 15,-1 2 1-15,0 0-1 0,-1 4-6 0,0 5-8 0,0 0-9 16,0 0-11-16,-8-5-7 0,8 5 1 16,-26 18-7-16,5-3 1 0,-2 6-8 0,3 0-2 15,-1 1-7-15,0 0-17 0,8-6-38 0,0 7-28 16,4 1-33-16,7-6-49 0,2 0-49 0,5-1-226 16,2-3-451-16,2-2 200 0</inkml:trace>
  <inkml:trace contextRef="#ctx0" brushRef="#br0" timeOffset="2590.19">10038 3302 191 0,'-5'-10'223'0,"1"1"-10"0,-2 3-14 15,2-2-18-15,-1 4-14 0,5 4-24 16,-10-3-14-16,10 3-13 0,-18 12-3 0,2 8-5 0,1 3 5 15,2 9 1-15,-3 11-6 0,3 2-5 0,-1-12-7 16,0 12-10-16,2 2-7 0,1-1-9 0,2-11-4 16,0 11-2-16,-2 0-4 0,7-11-6 0,0-3-6 15,0 2-2-15,0 0-6 0,1-3-2 0,1-2-3 16,1 0-3-16,-3-1-1 0,1-1-11 16,0 0-22-16,1-2-26 0,0-6-34 0,-2-6-32 15,1 0-36-15,3-3-44 0,-2 0-39 0,2-4-17 0,0-6-130 16,0 0-388-16,0 0 173 0</inkml:trace>
  <inkml:trace contextRef="#ctx0" brushRef="#br0" timeOffset="3077.37">9758 3685 9 0,'31'0'134'0,"1"-3"-15"0,1 1-5 0,2 0-9 15,1-1 1-15,-1 1-6 0,2-1-5 0,-4 1-13 16,2-1 1-16,-2 1-6 0,-2-2-3 0,-3 0-9 16,-9 2-5-16,2 0-4 0,-2 0 1 0,-8-1-1 15,0 3 0-15,-1-2 2 0,-4 1 2 0,-6 1 0 16,11-1-7-16,-11 1-9 0,0 0-5 0,0 0-5 16,0 0-3-16,0 0-3 0,0 0-1 0,0 0-3 15,-52 5-1-15,34 3-2 0,-1 0-8 0,4 1 2 16,-9 7 0-16,2 2 2 0,1 0-1 0,1 3-1 15,2 4 0-15,1 0-2 0,6-3 1 0,2-2-3 16,3-1 3-16,2-1-3 0,1-1-2 0,6-1 2 16,-3-3 1-16,2-1-4 0,4-1 0 0,1-1 1 15,5-3-3-15,-2-1 5 0,8-3 0 0,-2 1-5 16,2-4-3-16,-1-1 1 0,3-5-3 0,1-1 2 16,-3-2-3-16,-2-2 3 0,-2 2-3 0,0-6 3 15,-3 0-3-15,-5 0 2 0,3 1-3 0,-3-4 6 16,-2 2-4-16,0-2 1 0,0 1-3 0,-1 0 1 15,-2 6 4-15,1-1 1 0,0 2 4 0,-2 3-2 16,0 7-6-16,2-12 2 0,-2 12 0 0,0 0-4 16,0 0 3-16,0 0-3 0,0 0-1 0,0 0 0 15,0 0 5-15,6 40-3 0,-4-22 2 0,-2 1 1 16,2 5 1-16,0-5-2 0,0 1-3 0,2-4-26 16,-1 1-29-16,2 0-45 0,4-3-43 0,-4-4-42 15,-1 0-108-15,2-1-318 0,2-3 141 0</inkml:trace>
  <inkml:trace contextRef="#ctx0" brushRef="#br0" timeOffset="3325.77">10696 3661 109 0,'0'0'204'0,"-1"-12"-15"0,-1 7-16 16,2 5-25-16,-11-3 0 0,11 3-11 0,-16 5-1 15,4 2-4-15,-3 5-2 0,-4 7-3 0,0 1-10 16,2-1-5-16,0 3-11 0,6 2-7 0,1 0-9 16,3-5-7-16,3-1-5 0,2 2-3 0,2-1-12 0,1-1-1 15,3-2-10-15,2 1 0 0,3-3-4 16,3 1-12-16,-1-4-28 0,3-1-25 0,3 0-40 16,2-3-30-16,1-2-41 0,1-2-28 0,1-3-36 15,-2 0-134-15,-2-2-358 0,-1-3 159 0</inkml:trace>
  <inkml:trace contextRef="#ctx0" brushRef="#br0" timeOffset="3561.67">10993 3555 69 0,'4'-19'184'0,"0"3"-3"0,-2 1-3 16,-1 3-4-16,-1 4 3 0,3 1-9 0,-3 7-21 15,1-10-13-15,-1 10-13 0,0 0-4 0,0 0-4 16,0 0-1-16,-9 24 0 0,3-6 4 0,-3 6-6 15,-1 4-1-15,-1 1-7 0,7-1-9 0,-4 4-9 16,2 1-3-16,-4 1-9 0,7 0-3 0,-4-4-9 16,6 0-6-16,-3 0-5 0,3-2-6 0,-2-3-4 15,2-1-22-15,1-6-35 0,1 1-25 0,2-3-39 16,-3 1-25-16,0-4-30 0,0-1-44 0,2-5-37 16,-2-7-166-16,0 0-415 0,-7 19 185 0</inkml:trace>
  <inkml:trace contextRef="#ctx0" brushRef="#br0" timeOffset="3927.76">10897 3755 2 0,'14'-8'149'0,"4"2"-10"0,-1 0-6 0,2 3-7 0,1-2-14 15,-2 2-4-15,0 0-5 0,1 2-1 16,-3 1-10-16,-1 1-4 0,-1-1-10 0,-4 4-3 15,3 3-10-15,-5-1 0 0,-1 1-8 0,0 4 1 0,-1-1 4 16,-1 2-1-16,-5 6-7 0,1-2 2 0,2 0-6 16,-3 1-4-16,0-6-10 0,1 6 1 15,1-5-2-15,-2 1-5 0,1-4-1 0,4 1-3 0,-4-2 1 16,2 0 5-16,1-2-3 0,1 1 2 16,0-4-6-16,2 1 3 0,0-2-5 0,3-2 5 15,-10 0-2-15,19-5-1 0,-7 1 5 0,-2-3-1 16,0 0-1-16,3-5 0 0,-4 2 4 0,-1 1 1 0,1-5 1 15,-3 2-5-15,-4-6-7 0,5 1 0 0,-3-3 0 16,-2 1-2-16,-3 1-4 0,1 1-2 16,-3 1-7-16,-2 0-2 0,3 6-18 0,-2 1-13 15,0 0-18-15,-2 4-26 0,6 5-28 0,-18-5-28 16,18 5-38-16,-15 3-36 0,2 5-130 0,-3 1-357 16,4 5 158-16</inkml:trace>
  <inkml:trace contextRef="#ctx0" brushRef="#br0" timeOffset="4315.89">11309 4002 10 0,'7'-5'225'16,"3"-3"-17"-16,-2 1-1 0,-1-1-7 0,2-1-3 16,-2-1-12-16,-2-1-15 0,2-5-15 0,-1 2-13 15,0-2-11-15,1-1-7 0,-1-2-11 0,-1 0-14 16,-1 1-9-16,0-1-7 0,-3 1-9 0,2 3-6 15,-3-1-13-15,0 2-1 0,0 4-8 0,-3 0-3 16,1 0-4-16,0 3-3 0,0 0-4 0,2 7-3 16,-3-11-3-16,3 11-3 0,-4-8-2 0,4 8-4 15,-1-6-2-15,1 6-2 0,0 0-3 0,0 0-3 16,-1-8-6-16,1 8 2 0,0 0-6 0,0 0 5 16,18 0 0-16,-8 0-1 0,3 3-2 0,6 0-1 15,1-2-2-15,0 1 3 0,0 2-1 0,-1-1-2 16,3 3-2-16,-6-1 0 0,0 3-4 0,-3-3 8 15,1 5-4-15,-5-1 4 0,4 6-2 0,-7 2 1 16,-1 0 1-16,-2 4 1 0,-2-2 2 0,-1-2 0 16,-2 2 3-16,-4 4-2 0,0-7 1 0,1 4 0 15,-3-2-1-15,0 1 0 0,2-2 2 16,1-2 2-16,-2 2-22 0,2-6-32 0,-1 4-37 0,3-3-53 16,-1-3-61-16,2 1-208 0,-1-2-440 0,3-8 195 15</inkml:trace>
  <inkml:trace contextRef="#ctx0" brushRef="#br0" timeOffset="4498.78">11868 3798 41 0,'7'-9'235'0,"-7"9"-17"0,3-8-21 0,-3 8-21 15,0 0-17-15,0 0-23 0,0 0-17 16,4-8-18-16,-4 8-19 0,0 0-26 0,0 0-30 15,0 0-40-15,9 25-53 0,-5-13-29 0,-1 2-26 16,-2 2-87-16,-1-3-224 0,1-1 100 0</inkml:trace>
  <inkml:trace contextRef="#ctx0" brushRef="#br0" timeOffset="4616.75">11873 4052 160 0,'0'0'146'15,"0"0"-5"-15,0 0-13 0,-3 11-10 0,3-11-12 16,0 0-11-16,0 0-6 0,0 0-10 0,0 0-26 15,0 0-59-15,17 3-64 0,-17-3-104 0,21-7-187 16,-11 3 83-16</inkml:trace>
  <inkml:trace contextRef="#ctx0" brushRef="#br0" timeOffset="4771.1">12282 3903 2184 0,'11'-7'33'15,"1"2"37"-15,-5-1-29 0,-7 6 1 0,12-6-6 16,-8 1-1-16,-4 5 0 0,11-5-1 0,-11 5-7 15,6-5 0-15,-6 5-4 0,0 0-12 0,8-7-5 16,-8 7-37-16,0 0-40 0,0 0-32 0,0 0-56 16,0 0-63-16,0 0-115 0,0 0-364 0,0 0 162 15</inkml:trace>
  <inkml:trace contextRef="#ctx0" brushRef="#br0" timeOffset="5442.24">7687 4282 27 0,'0'0'171'0,"0"0"-15"0,-12 0-18 0,12 0-8 0,0 0-20 16,0 0-9-16,0 0 0 0,0 0 1 15,0 0-5-15,0 0 3 0,0 0 2 0,37 10-7 16,-10-6-5-16,8-1-4 0,16 0-8 0,8 1 5 15,3 0-9-15,34 0-6 0,2-1-4 0,6-2-5 0,-2 2 0 16,8-1-5-16,-3 0-9 0,6 1-3 0,-3 2-4 16,2-1-2-16,-9 0-8 0,9 0-3 0,2 1 1 15,-6 0 1-15,6 1 0 0,-3-1-4 16,4 3-6-16,2-5-2 0,4 7-3 0,4-4 6 16,2-3 1-16,11 5-9 0,1 2 0 0,2-3 3 0,2 5-4 15,-1-4 4-15,2-2-4 0,-1 0-1 0,4-3 4 16,-5 6-4-16,-5-2 0 0,-7 0 2 15,-7-5 0-15,-3 2-4 0,-5-3 1 0,-10 4-3 16,-9-10-1-16,-33 5 0 0,1-3-3 0,-5 3 5 16,-6 0 1-16,-15-2-3 0,-1 0 2 0,-8 1 4 0,-8 1-10 15,-3 0-10-15,-7 1-5 0,-2-2-9 0,-3 0-21 16,-6 1-34-16,0 0-28 0,0 0-40 0,0 0-53 16,-44-11-146-16,15 9-375 0,-5-3 166 15</inkml:trace>
  <inkml:trace contextRef="#ctx0" brushRef="#br0" timeOffset="14391.91">10649 5201 45 0,'-6'-4'182'0,"-1"0"-6"16,7 4-12-16,-9-8-6 0,6 5-22 0,3 3 7 16,-6-7-24-16,6 7-2 0,0 0-11 0,2-9-14 15,-2 9-6-15,15-10-11 0,3 3-7 0,2 0-7 16,10-6-7-16,2 4-4 0,3-1-7 0,4 0-1 15,-2-1-5-15,1 4-7 0,1-2-24 0,-3 3-11 16,-6 0-35-16,-3 1-25 0,-8 2-28 0,-1 3-27 16,-6-3-25-16,-4 3-109 0,-1 1-275 0,-7-1 121 15</inkml:trace>
  <inkml:trace contextRef="#ctx0" brushRef="#br0" timeOffset="14755.2">10919 5056 64 0,'0'0'96'0,"0"0"-12"0,0 0 7 0,-8 9-9 16,8-9 15-16,0 10 2 0,1 0-3 0,1 1-1 15,0 1-7-15,2 5-3 0,-3 3-4 0,2-1-8 0,-2 2-6 16,0 4-6-16,3 3 5 0,-4 0 0 16,2-1-16-16,-2-6 0 0,1 2-9 0,-1-5 3 15,-1 0-10-15,1 0-6 0,0-1 1 0,0-1 0 16,0-4-5-16,-2-1-5 0,0 3 0 0,-2-5 3 15,1 0-4-15,1 1-3 0,-3-4 4 0,2 0-2 16,1-1-1-16,0 2-4 0,2-7-3 0,-10 5 2 16,7-2 1-16,3-3-4 0,-11 3 1 0,11-3 2 15,-12-1-3-15,12 1 3 0,-10-2-2 0,10 2-1 16,-10-5-1-16,5 3-2 0,5 2 4 0,0 0-2 16,-8-4 5-16,8 4-1 0,0 0-5 0,0 0 2 15,-5-5-11-15,5 5 9 0,0 0-3 0,0 0 3 16,16-4-6-16,-4 2 4 0,1 0-7 0,1 2 2 15,5-2-30-15,2 0-22 0,0 1-20 0,6 0-19 16,-5-1-20-16,6-1-22 0,-6-1-126 0,6 2-281 0,-9-3 125 16</inkml:trace>
  <inkml:trace contextRef="#ctx0" brushRef="#br0" timeOffset="14961.9">11261 4696 125 0,'0'0'157'15,"-1"-9"-15"-15,1 9-26 0,1-8 1 0,-1 8-13 16,0 0-16-16,0 0-12 0,0 0 3 0,-3 25-5 0,3-12-15 16,-3 1 5-16,6 6-17 0,-2 7-34 0,2 3-38 15,1 0-39-15,-1 4-42 0,-3 0-72 16,2 1-192-16,-4 0 84 0</inkml:trace>
  <inkml:trace contextRef="#ctx0" brushRef="#br0" timeOffset="15358.09">11273 5621 32 0,'9'-7'169'0,"-2"-2"-16"0,1-1-6 15,-2 1-13-15,5-6 0 0,-1 1-2 0,0-1-18 16,-5 1-4-16,3-4-14 0,-1 3-7 0,-4-3-3 0,1 1-13 16,-1-1-6-16,-2 1-7 0,-2 2-6 15,-1 3-4-15,1 0-1 0,-3 0-7 0,0 3-5 16,1 1-5-16,-6 1-4 0,2 3-2 0,-1 0-3 16,1-1-3-16,0 2-4 0,7 3-2 0,-10-3-1 15,10 3 0-15,-10 0-5 0,10 0 3 0,0 0 0 16,-10 0-5-16,10 0-1 0,0 0-1 0,0 0 1 15,0 0-1-15,0 0 1 0,28 10-4 0,-14-9 5 16,4 2-3-16,2-5-2 0,1 2 1 0,-2 0 0 16,1 0-2-16,-2 2 1 0,-4-2 2 0,-1 2-3 0,1 1-2 15,-2 0 1-15,0 3 0 0,-4 2 4 16,0 2-5-16,0-1-6 0,-2 3 6 0,-4-1 4 16,2 1-2-16,-1 6 5 0,-2 3-3 0,0-3-5 15,-2-1-9-15,1 1-25 0,0-2-11 0,0 1-36 16,0-6-18-16,1 2-13 0,1-2-24 0,1 0-5 0,0-4-91 15,-1 0-252-15,1-2 112 0</inkml:trace>
  <inkml:trace contextRef="#ctx0" brushRef="#br0" timeOffset="16171.65">11715 5463 59 0,'0'0'115'0,"6"-13"0"15,-6 13-7-15,4-7-7 0,-4 7-13 16,0 0 22-16,5 0-10 0,-5 0-11 0,0 0 2 15,4 20 7-15,-2-9 1 0,0 1-8 0,-1 4 3 16,1 1-2-16,-4-1-8 0,4 1-8 0,-2-5-4 16,1 0-6-16,0 0-8 0,-1-4-8 0,0 2-2 0,0-4-3 15,0-6 5-15,0 11 17 0,0-11 13 16,0 0 2-16,1 8-7 0,-1-8-5 0,0 0-10 16,0 0-4-16,0 0-9 0,0 0-2 0,-2-32-5 15,2 22-3-15,1-1-3 0,-1-1-4 0,4-5-4 16,1 0-3-16,0-1-1 0,3-7-7 0,1 6 1 0,-5 0-2 15,8-7-6-15,-3 9 3 0,7-5-3 0,-1 1 1 16,-1 6-3-16,-1 3 0 0,3 2-4 16,-2 0 1-16,-2 7-3 0,-1 0-3 0,1 2 2 15,-1 1-1-15,1 4-4 0,-4 4 8 0,-1 0-9 16,1 2 8-16,-3 2 6 0,3 4-2 0,-4 1-6 16,-2-3-1-16,1-1 1 0,-1-1 1 0,0-1 3 0,-2-1 2 15,0 0-5-15,0-2 2 0,0-8 0 16,3 11 1-16,-3-11 2 0,-3 8 11 0,3-8 9 15,0 0 10-15,0 0 8 0,3 8-6 0,-3-8-6 16,0 0-3-16,0 0-2 0,0 0-3 0,0 0-1 16,0 0-4-16,0-27-3 0,2 20-2 0,0-3 0 15,3 0-4-15,2-2-1 0,-1-3 1 0,3 1 0 16,1 0-2-16,0 1-9 0,2-1 0 0,1 2-6 16,0 0 1-16,3 2-3 0,-7 3 2 0,3 2-3 15,-2-2-2-15,0 7 2 0,-1-2-7 0,-9 2 8 16,13 4-2-16,-9-1-2 0,1 5 2 0,2 1 7 0,-3 3-3 15,-1 0 2-15,1 5-3 0,-2 0 2 16,2-1 0-16,-3-5 1 0,3 1 5 0,-2-2-1 16,0 0 3-16,-1-5-2 0,4 2 0 0,-1 3-1 15,0-7 6-15,0 3-5 0,-4-6 3 0,14 2 2 16,-6-4-2-16,2-2 1 0,3-1 0 0,2-2-1 0,0-2 0 16,1 0-2-16,-1-4 2 0,-1 2 1 0,-3 0-3 15,0-3 1-15,-2 2 2 0,-2-2 0 16,1 1-2-16,-2 1-4 0,1 2 2 0,-3-3 0 15,-2 3 3-15,2-2-1 0,-1 4-4 0,1-2 1 16,-4 5 1-16,0 5-6 0,0-10-4 0,0 10-7 0,0 0-6 16,0 0 0-16,0 0 10 0,0 0-8 15,0 0-1-15,0 0 6 0,-24 18 3 0,17-8-3 16,4 2 2-16,-1-1 2 0,1-1 2 0,1 3 1 16,4-2 0-16,-1 0-1 0,1 0 4 0,2 5 1 15,-1-4 2-15,1 0-2 0,1 0 0 0,0 0 2 0,1 1 1 16,1-4-1-16,-3 4 0 0,6-1 0 15,-8-1 11-15,4-1-11 0,-4-1 4 0,0-1 0 16,3 0 5-16,-1 2-8 0,-4-1 2 0,2 0 0 16,-4-2-1-16,2-7 1 0,-6 14-16 0,2-6-22 15,-3 0-26-15,0-1-29 0,-2-1-43 0,5-1-22 0,-1-1-37 16,-1-1-156-16,6-3-380 0,-10 3 168 0</inkml:trace>
  <inkml:trace contextRef="#ctx0" brushRef="#br0" timeOffset="16330.99">13001 5381 171 0,'0'0'153'0,"18"-2"-16"16,-7 4-14-16,-3 0-29 0,2 1-49 0,-5-1-31 15,5 2-45-15,-7 3-87 0,3-1-127 0,-1-1 55 16</inkml:trace>
  <inkml:trace contextRef="#ctx0" brushRef="#br0" timeOffset="16491.52">12948 5531 1796 0,'-6'2'62'16,"6"-2"13"-16,0 0-42 0,-7 1-17 0,7-1 1 16,0 0-9-16,0 0-2 0,0 0 5 0,0 0-3 0,0 0 9 15,0 0 4-15,0 0-4 0,19 9-1 16,-8-5-3-16,2-4-11 0,7 3-31 0,-1 1-41 15,2-2-48-15,2-1-59 0,-2 1-111 0,0-2-311 16,2 0 138-16</inkml:trace>
  <inkml:trace contextRef="#ctx0" brushRef="#br0" timeOffset="21004.02">14979 5514 51 0,'-5'2'126'0,"5"-2"-9"0,0 0-4 16,0 0-7-16,0 0-3 0,0 0-3 0,-6 5-6 0,6-5 2 15,0 0 1-15,0 0-2 0,0 0 8 16,0 0 4-16,0 0 2 0,0 0-14 0,0 0-9 15,0 0-4-15,18-17-9 0,-11 9-1 0,2-1-6 16,-3 1-8-16,2-2-1 0,1 1-4 0,-5-1-6 16,5-6-7-16,1 1-1 0,-2 1-4 0,0-3-6 0,1-1-1 15,-1 1-2-15,-2 2-2 0,1 0-2 0,-1-1-4 16,2 1-1-16,-4-1-6 0,2 0 1 16,-3 6-3-16,2-6 1 0,-4 5 3 0,2 2-5 15,-2 1 2-15,0 3-2 0,-1 5 0 0,4-12 1 0,-4 12-2 16,2-7 0-16,-2 7-1 0,0 0-2 0,0-8-2 15,0 8 0-15,0 0-4 0,3-8 0 16,-3 8-3-16,0 0-1 0,0 0 6 0,0 0-4 16,0 0 0-16,0 0-1 0,-11 23 3 0,5-13 1 0,1 0 0 15,1-1 0-15,-3 6 1 0,0-1 0 0,2 2-2 16,0-2 3-16,1-2 0 0,2 1 1 0,-2-1 0 16,4 1 3-16,2 2 0 0,0-4 0 15,-1 2 1-15,4-1 0 0,-2-2 1 0,4 1 2 16,4-2-1-16,1 2-1 0,4-2 2 0,-1-1-8 0,3-2-28 15,1-1-28-15,2-1-39 0,0-2-43 0,-1 0-36 16,-1-2-32-16,-6 0-105 0,0-2-335 0,-1-2 147 16</inkml:trace>
  <inkml:trace contextRef="#ctx0" brushRef="#br0" timeOffset="21201.05">15141 4906 84 0,'-9'-4'137'0,"9"4"-7"16,0 0-17-16,0 0-13 0,-8 0-25 0,8 0-16 16,0 0-28-16,0 0-41 0,0 0-31 0,18 18-72 15,-12-14-123-15,5 3 54 0</inkml:trace>
  <inkml:trace contextRef="#ctx0" brushRef="#br0" timeOffset="21559.9">15714 5361 140 0,'0'0'171'0,"0"0"4"0,0 0 4 15,0 0-3-15,0 0-12 0,0 0-12 0,0 0-15 16,0 0-9-16,0 0-2 0,0 0 9 0,-18 0-9 16,18 0-6-16,0 0-2 0,0 0-9 0,-16-5-7 15,16 5-6-15,0 0-8 0,0 0-9 0,-9-1-12 16,9 1-4-16,0 0-9 0,0 0-4 15,0 0-6-15,0 0-4 0,0 0-2 0,31-2-4 0,-18 2-5 16,6-2 0-16,1 2-5 0,0-1-4 0,0 1-1 16,-1 0 0-16,0 0-5 0,-5 0-1 0,-1 0-6 15,-1 1-13-15,2-1-17 0,-4 2-24 0,-2-2-26 16,-8 0-31-16,12 2-37 0,-12-2-37 0,12 1-46 16,-8 2-158-16,-4-3-414 0,0 0 184 0</inkml:trace>
  <inkml:trace contextRef="#ctx0" brushRef="#br0" timeOffset="21941.52">16402 5056 141 0,'-8'-3'189'0,"8"3"-10"0,0 0-6 0,-11-3-16 0,11 3-17 16,0 0-13-16,0 0-16 0,0 0-8 0,0 0-10 16,0 0-11-16,30-8-6 0,-7 7-11 0,8-4-8 15,5 2-22-15,3 1-15 0,-3-2-22 0,-3 0-24 16,-4 2-21-16,-6 0-25 0,-1 1-20 0,-9 0-21 16,1 1-26-16,-4-2-71 0,-5 1-227 0,-5 1 101 15</inkml:trace>
  <inkml:trace contextRef="#ctx0" brushRef="#br0" timeOffset="22303.88">16535 5018 97 0,'-2'6'113'0,"2"-6"-3"16,0 13-8-16,-3-2 1 0,3 0 14 0,-1 0-8 15,0 3-7-15,1 2-1 0,1 2-12 0,-2-2-3 16,1-1-8-16,0 2 1 0,0-5-8 0,0-1-8 15,1 2-4-15,0-1-7 0,-1-2-2 16,1 1-1-16,1-1-10 0,-2 1-1 0,0-3-1 16,0 1-6-16,0-9 0 0,-2 14-7 0,1-6-5 0,0-1 1 15,1-7-2-15,-4 12-1 0,-1-5-2 0,5-7 0 16,-5 11-4-16,2-7-6 0,3-4 1 0,-4 9-5 16,4-9 4-16,-5 6-5 0,5-6 6 0,-5 2-3 15,5-2 5-15,-5 4-7 0,5-4-2 16,0 0-2-16,-9 4 0 0,9-4-2 0,0 0 0 0,0 0 0 15,0 0 6-15,-6 3-9 0,6-3 9 0,0 0 1 16,0 0-6-16,0 0-3 0,0 0-1 0,0 0 4 16,0 0 1-16,19 3 3 0,-10 0-11 0,3-1-15 15,0-1-18-15,5 0-18 0,2 1-23 0,1-2-19 16,-2 1-15-16,4-1-18 0,-3 1-87 16,0-1-241-16,3-1 106 0</inkml:trace>
  <inkml:trace contextRef="#ctx0" brushRef="#br0" timeOffset="22762.27">16975 5312 132 0,'0'0'163'0,"4"-6"-11"0,-4 6-11 16,0 0-3-16,0 0-3 0,-9-11-8 0,9 11-7 16,-5-4-8-16,5 4-4 0,-12-2-14 0,12 2-2 15,-13 0-13-15,13 0-6 0,-11 3-8 16,6 0-4-16,-4-2-9 0,0 3-8 0,0 0-4 15,3 1 0-15,-2 0-4 0,0 0-3 0,2 4-5 0,-1-1-3 16,1 1 2-16,4-3-7 0,-1 0-3 16,2 4 1-16,-1-3-3 0,2-7 5 0,3 14-4 15,0-9-3-15,0 2-3 0,5-1 2 0,0-2-1 0,2 3-1 16,-2-3-5-16,0-2-2 0,3-1-6 16,-1-1 0-16,1-1 3 0,-11 1-1 0,12-4-2 0,-6 0 1 15,2-2-4-15,-3-1 7 0,0-4-8 0,-1 1 3 16,-1-2 4-16,-1-4-4 0,0 4 0 15,1-4 5-15,-1 1-2 0,-2-3-3 0,3 0 1 16,1-2 7-16,-3 1-6 0,1 2 0 0,-1-2 2 16,-1 2 11-16,1 5 2 0,2 1 2 0,0-1 2 0,-1 3 5 15,-1 3 3-15,-1 6-3 0,0-11-5 0,0 11 4 16,0 0-14-16,-1-10 5 0,1 10-9 0,0 0 1 16,0 0 0-16,0 0-5 0,0 0 5 15,-2 31-5-15,0-20 11 0,2 2-6 0,-1 3 0 16,1 1 4-16,0-1-2 0,3 2 0 0,-2 0 0 0,0 1 5 15,2-1-16-15,-1 1-32 0,2-1-19 0,2 0-32 16,1-2-55-16,2-3-18 0,1 1-35 0,3-2-106 16,-4-3-326-16,3-3 144 0</inkml:trace>
  <inkml:trace contextRef="#ctx0" brushRef="#br0" timeOffset="22958.84">17398 5240 157 0,'-14'1'156'16,"4"0"-1"-16,-1 4-7 0,-5 2-16 0,0 5 1 15,0-2-6-15,2 3-15 0,0 0-5 0,2 0-15 0,2 3-3 16,4-5-9-16,1 3-12 0,2-1-7 0,3 0-11 16,3-2-25-16,2 2-24 0,4-4-45 0,5 1-37 15,5-1-36-15,6 3-126 0,1-5-261 16,2 0 116-16</inkml:trace>
  <inkml:trace contextRef="#ctx0" brushRef="#br0" timeOffset="45413.28">22225 3437 124 0,'0'0'143'0,"0"0"-16"15,0 0-9-15,0 0-13 0,0 0-13 0,0 0-8 16,0 0 1-16,0 0-12 0,0 0-8 0,23 6 0 16,-12 2 2-16,-2 0-10 0,3 4-1 0,1 2 0 15,1-1-3-15,2 3-2 0,-3-1 3 16,0 1-3-16,0-1-4 0,1 0-7 0,1 6-1 0,-5-6 1 15,3 1-7-15,-4-4-5 0,0 0-2 0,0 0-2 16,-3-5 0-16,-2 0-5 0,0-2 0 0,-1-2 10 16,-3-3 21-16,6 8 21 0,-2-4 17 0,-4-4 9 15,0 0-5-15,0 0-7 0,0 0-6 16,0 0-7-16,0 0-3 0,6-15-11 0,-6 15 0 16,3-16-6-16,-2 6-4 0,2-2 27 0,-1-2-7 0,1 3-9 15,2-5-3-15,-1 1-6 0,1-2-5 16,0 1-9-16,0 2-5 0,0-3-4 0,0 7-2 0,0-3-2 15,3 3-5-15,-3 1-11 0,0 1-21 16,-1 0-21-16,-1 4-29 0,-3 4-17 0,10-6-13 16,-10 6-31-16,10 1 3 0,-10-1-21 0,10 12-8 15,-6-2-15-15,0 3-10 0,-3 5-16 0,-3-1-137 16,-3 2-355-16,-6 4 157 0</inkml:trace>
  <inkml:trace contextRef="#ctx0" brushRef="#br0" timeOffset="45615.44">22452 3721 26 0,'0'0'137'0,"-5"7"-9"0,5-7-11 16,0 0-13-16,0 0-5 0,0 0-4 0,0 0 12 15,0 0-2-15,-4 14 3 0,4-14-1 0,-1 11-5 16,1-11-7-16,-2 13-6 0,2-13-6 0,-3 17-1 16,-1-5-11-16,3 2-6 0,-3 1-3 0,2 1-6 15,-1 0-8-15,2-3-4 0,-3 3-2 0,1 0-6 16,1-3-24-16,2 3-25 0,-2 0-40 0,1 1-45 15,2-1-33-15,-1 1-37 0,0-2-92 0,0-3-281 16,0-12 125-16</inkml:trace>
  <inkml:trace contextRef="#ctx0" brushRef="#br0" timeOffset="45778.43">22969 3759 82 0,'0'0'126'0,"9"-2"-21"16,-9 2-33-16,0 0-44 0,0 0-39 0,19 5-56 15,-19-5-74-15,10 7 33 0</inkml:trace>
  <inkml:trace contextRef="#ctx0" brushRef="#br0" timeOffset="45923.45">22966 3900 113 0,'0'0'178'0,"0"0"-22"16,0 0-14-16,0 0-12 0,0 0-15 0,9 13-8 15,-9-13-14-15,17 2-17 0,-2 0-33 0,7 0-49 16,7-1-60-16,2 2-115 0,3-5-194 0,2-2 86 0</inkml:trace>
  <inkml:trace contextRef="#ctx0" brushRef="#br0" timeOffset="48286.68">24801 3440 90 0,'0'0'132'0,"0"0"-11"0,0 0-11 16,0 0-2-16,0 0-11 0,0 0-11 0,25-5-5 16,-11 3-11-16,8 2-4 0,-2-3-29 0,2 3-27 0,6-2-38 15,-9 2-32-15,2-1-94 0,-8 2-166 16,-1-1 74-16</inkml:trace>
  <inkml:trace contextRef="#ctx0" brushRef="#br0" timeOffset="48671.71">24897 3434 7 0,'0'0'139'0,"0"0"-15"15,0 0-7-15,-4 7-4 0,4-7-2 0,0 10 8 16,2 1-3-16,-2 1 10 0,0 5 0 0,0 1-13 16,0 2 2-16,0 4 3 0,-2-4-17 0,2-2-8 15,-3 2-6-15,0 5-8 0,1-6-5 0,-1 1-7 16,1-3-8-16,-3 1-2 0,3-1-7 0,-1-1-6 15,1 3-1-15,-2-3-6 0,2 1 1 0,-2-7-6 16,3 0-3-16,-1-1-2 0,2-9-5 0,-5 14-4 16,1-6-6-16,4-8-4 0,-9 10-2 0,3-3-15 15,6-7 3-15,-13 6-7 0,5-4 1 0,8-2-1 16,-18 0-4-16,7 0 6 0,11 0-4 0,-20-4 3 16,9 2-4-16,-1 0 3 0,1-1 2 0,11 3 0 15,-21-5 1-15,13 5 4 0,8 0 3 0,-13-5-1 16,13 5-3-16,-10-2-2 0,10 2 1 15,0 0 8-15,0 0-13 0,0 0 4 0,0 0 3 0,0 0 1 16,0 0 2-16,0 0-2 0,0 0 5 0,36 5-1 16,-17-2 1-16,3-2-3 0,7 2-1 0,-1-3-19 15,5 3-30-15,-3-3-30 0,3 1-51 0,1-3-29 16,-3 2-123-16,-10-3-311 0,9 1 138 0</inkml:trace>
  <inkml:trace contextRef="#ctx0" brushRef="#br0" timeOffset="49563.5">24679 4352 32 0,'-27'5'214'0,"10"-2"-22"0,8 0-22 15,2 0-7-15,7-3 0 0,0 0 2 0,0 0-2 16,57 8-2-16,1-9-14 0,32-8-6 15,9-2-13-15,-4 3-8 0,8-3-16 0,-7 4-3 16,-2-4-11-16,-29 4-6 0,25-4-9 0,-34 5-7 16,-2 1-6-16,-15 0-5 0,14 2-6 0,-17 3-6 15,-2-2-10-15,-5 0-19 0,-2 1-25 0,-9 1-30 16,-4-1-29-16,-1 1-31 0,-2 0-47 0,-11 0-24 16,12-1-32-16,-12 1-134 0,0 0-364 0,0 0 161 15</inkml:trace>
  <inkml:trace contextRef="#ctx0" brushRef="#br0" timeOffset="50161.84">24849 4582 134 0,'-12'1'213'0,"12"-1"-20"15,-11 2-16-15,11-2-8 0,0 0-6 0,0 0-13 16,0 0-9-16,0 0-14 0,62-7-11 0,-28 6-10 16,2-4-12-16,3 1-11 0,-1 2-29 15,-3-1-32-15,-3 0-28 0,-11 3-38 0,0 0-45 16,-2 1-12-16,-6 1-19 0,-13-2 2 0,20 0-1 16,-20 0 1-16,9 5 6 0,-9-5 9 0,0 0 10 0,0 0 8 15,0 0 12-15,0 0 18 0,0 0 19 0,-22 20 16 16,22-20 17-16,-13 5 20 0,13-5 25 0,-13 4 4 15,13-4 21-15,0 0 14 0,-21 2 3 16,16 0 10-16,5-2 7 0,0 0-1 0,-10 3-4 16,10-3-8-16,0 0-11 0,0 0-4 0,-11 6 0 15,11-6 0-15,-3 10-2 0,3-10-2 0,-3 18 0 16,3 1 5-16,-4-2 1 0,4 0-2 0,-2 2-2 0,-2 0-1 16,1 2-11-16,1 3-1 0,0-6-8 0,-2 3 0 15,1-6-8-15,1 3-2 0,2-1-4 16,-1-2-2-16,1-4 0 0,0 2-3 0,0-1-6 15,-2-2 0-15,2 1 0 0,0-11-8 0,0 16 2 16,-4-10-4-16,4-6-6 0,-5 14-8 0,1-8-9 16,4-6-11-16,-10 10 2 0,4-6-8 0,6-4-3 15,-16 5-3-15,5-5 3 0,11 0-5 0,-20 0 1 16,20 0 1-16,-19-1 3 0,9-1 4 0,0 0 2 16,10 2 2-16,-19-3 2 0,12 0 3 0,7 3 1 15,-16-2 4-15,16 2 1 0,0 0 3 0,-14-2 3 16,14 2 0-16,0 0 2 0,-9-3-3 0,9 3 3 15,0 0-1-15,0 0 2 0,0 0 2 0,0 0-1 16,0 0 4-16,0 0-2 0,0 0 0 0,47 1-4 16,-25-1 0-16,-1-1-7 0,6 0-27 0,1-1-40 15,-6 2-33-15,7 0-73 0,-12 1-165 0,2 0-374 16,-2-1 165-16</inkml:trace>
  <inkml:trace contextRef="#ctx0" brushRef="#br0" timeOffset="50795.55">25513 4931 211 0,'0'0'237'0,"-6"-13"-8"16,3 9-18-16,-1-1-10 0,-5 0-13 15,1 2-14-15,0 1-18 0,-3-1-6 0,-1 0-13 16,2 3-18-16,-1 0-7 0,11 0-13 0,-19 6-9 16,10-3-13-16,-1 4-5 0,0-1-5 0,1 0-10 0,1 4-6 15,2-2-7-15,0 0-2 0,1 1-3 16,1-1-7-16,0 1-1 0,4-3-4 0,0-6 0 16,1 14-1-16,0-5-4 0,3-4 0 0,-2 0-1 15,3-2-1-15,-1 3-2 0,-4-6 1 0,18 3-4 16,-11-3 2-16,4 0 0 0,-2 0-3 0,0-3-1 15,0 0 4-15,3-3-6 0,-3 0 2 0,1 0 1 16,-2-2-3-16,0-2 0 0,-1-1 1 0,1-3 0 16,0 0 4-16,-1 1 1 0,-1 1-3 0,-2-5 8 15,4-1 1-15,-4 3 2 0,-2 0-2 0,1-2-3 16,-1 0 1-16,4 0 0 0,-4 4 12 0,-1 1 1 16,1 1 4-16,-2 2 0 0,2 3 3 0,-2 6-6 15,0-10-7-15,0 10-1 0,0 0-18 0,4-7 9 16,-4 7-1-16,0 0-5 0,0 0 0 0,5 17 1 15,-4-5-2-15,-1-2-1 0,4 8 9 0,-6 0 3 16,2 0-25-16,0 1 16 0,0-2 2 0,0 2-8 16,2 0-26-16,-2-2-26 0,4 0-31 0,-1-2-36 15,-1-2-36-15,2-1-39 0,0-2-47 0,1-2-36 16,2 1-192-16,-3-2-499 0,5-2 222 0</inkml:trace>
  <inkml:trace contextRef="#ctx0" brushRef="#br0" timeOffset="50982.96">25883 4811 2 0,'0'-6'248'0,"0"-1"-7"0,0 7-8 0,-2-10-9 15,2 10-13-15,-4-7-22 0,4 7-11 0,-7-4-17 16,7 4-15-16,0 0-11 0,-13 7-12 0,6-2-11 16,3 2-8-16,-1 2-17 0,1-1-2 0,1 3-11 15,1-1-4-15,2 0-7 0,1-1-19 0,1 1-38 16,6-3-36-16,-3 2-48 0,5-5-51 0,3 0-78 15,-1 0-175-15,7-6-415 0,-3 0 184 0</inkml:trace>
  <inkml:trace contextRef="#ctx0" brushRef="#br0" timeOffset="51527.32">25194 3356 2 0,'1'-9'202'0,"-1"9"-15"0,1-8-7 0,-1 8-8 16,0 0-11-16,2-9-15 0,-2 9-20 0,0 0-12 15,0 0-11-15,0 0-8 0,0 0-16 0,0 0-11 16,0 0-5-16,0 0-21 0,-6 30-31 0,4-13-41 16,-3 1-34-16,1 1-47 0,-1 6-38 0,-1 2-85 15,3-8-252-15,-3 0 113 0</inkml:trace>
  <inkml:trace contextRef="#ctx0" brushRef="#br0" timeOffset="56844.14">25552 3735 1568 0</inkml:trace>
  <inkml:trace contextRef="#ctx0" brushRef="#br0" timeOffset="58225.84">25246 4030 86 0,'0'0'155'0,"1"-14"-14"0,-1 14-16 16,3-12-4-16,-2 4 0 0,3-3-20 0,0 3-5 15,-1-3-12-15,0 1-5 0,5-5-4 0,-3 4 3 16,1-6-2-16,-2 2-2 0,3-1-6 0,-3 0-1 15,2 0-4-15,-4 0-1 0,2 1-5 0,-4 5 0 16,0-1-4-16,2 0 7 0,-2 3-5 0,-2 0 4 16,-2 1-10-16,4 7-4 0,-5-12-4 0,0 9-7 15,1-3-6-15,-2 2-1 0,-2 2-4 0,8 2-6 16,-16-3 1-16,10 2-3 0,6 1 0 0,-15 2-3 16,6 0-2-16,9-2-4 0,-10 1-7 0,10-1 3 15,-9 2-6-15,9-2-4 0,-4 5-3 0,4-5 8 16,0 0 2-16,0 0-1 0,13 14-4 0,-4-10 0 15,5-1 4-15,-3 0-6 0,6-3 3 0,2 2-1 16,-1-2-4-16,-7 3 5 0,3-3-3 0,-3 1 0 16,0 2 1-16,-2-3-6 0,2 4 4 0,-2 1-1 15,3 0-2-15,-6 1 3 0,1 2 1 0,-1 1 1 16,0 1-2-16,-2 1 2 0,-1 1 4 0,3 5 2 16,-4 0-6-16,1-1-9 0,-2 1-4 0,-1-5-31 15,0 4-19-15,1 0-11 0,-1-6-12 0,2 3-22 16,0-3-14-16,-2 0-10 0,4-1-103 0,0 1-260 15,-2-4 116-15</inkml:trace>
  <inkml:trace contextRef="#ctx0" brushRef="#br0" timeOffset="58972.14">25640 3882 86 0,'0'0'108'0,"0"0"-4"0,0 0 4 0,8 14-8 16,-6-7-9-16,-2-7-13 0,1 11 1 0,-1-4-11 16,0-7-2-16,0 12-2 0,2-7-9 0,-2-5 2 15,0 0-8-15,-2 11 0 0,2-11 7 0,0 0 7 16,0 0 3-16,0 8 11 0,0-8-1 0,0 0 0 16,0 0-8-16,0 0-6 0,0 0-3 0,0 0-7 15,0 0-2-15,0 0-4 0,-19-16-6 0,17 11-6 16,2 5-2-16,-3-15-2 0,2 7-4 15,-1-3-5-15,2 1-2 0,0 0-5 0,2 0-3 0,-1 3 5 16,2-5-2-16,1 4-6 0,2-3-1 0,2 4-3 16,-2-3 0-16,2 5-4 0,3-1 0 0,-6 6 7 15,5-2-9-15,-3 2-1 0,4 0-1 0,-1 3 0 16,1 1 2-16,0 0-1 0,-4 4 1 0,2-2 1 16,0 1-5-16,0 2 4 0,-3-2 1 0,1 1-1 15,-3 1 0-15,1-3 0 0,0 1-1 0,-3-1 2 16,0-2 3-16,2 2-4 0,-4-6 6 0,5 7 2 15,-5-7-1-15,2 4 1 0,-2-4 1 0,0 0 2 16,0 0-2-16,5 4-1 0,-5-4-1 0,0 0-1 16,0 0-2-16,5-15-4 0,-3 8 2 0,0 0-3 15,0-3 0-15,3 1-1 0,1-3 5 0,3-1-6 16,1-2 1-16,0 2-6 0,-3-1-1 0,0 4 4 16,2 1 1-16,-4 4-7 0,1-1 7 0,-2 2-7 15,0-1 0-15,-4 5 1 0,10-4-4 0,-10 4 5 16,13 1-3-16,-13-1 3 0,9 7 0 0,-3-2 4 15,-2 5-5-15,0-5 5 0,1 4-1 0,3 1 2 16,-6-2 0-16,6-1-2 0,-6 1 6 0,2-2-1 16,3-3 6-16,-5 3-4 0,5-3-1 0,0 1 6 15,-7-4 1-15,13 3-6 0,-6-6 8 0,4 1-6 16,0-2 2-16,-2 0-3 0,3-3 4 0,-4 2-1 16,-3 0-4-16,4-3 6 0,-2 1-8 0,-3-2 1 15,3 1 0-15,-3 2-2 0,-2-1 7 0,1 1-6 16,-3 6 4-16,4-12-1 0,-4 12 3 0,2-8 1 15,-2 8-2-15,0-8-9 0,0 8-5 0,0 0-5 16,0 0-5-16,0 0-3 0,0 0 0 0,0 0 7 16,0 0-2-16,0 0 7 0,-6 34 0 0,2-22-3 15,3 1 4-15,-1-1 0 0,-2 6-1 0,4-2 8 16,-2-5-4-16,0 6 0 0,-1-2 9 0,1 2-9 16,-1-8-1-16,-1 8 2 0,1-2 6 0,1-2-8 15,0-1-24-15,0 3-1 0,-3-3-38 0,1 3-20 16,-5-4-26-16,4 1-111 0,-4 2-248 0,1-5 110 15</inkml:trace>
  <inkml:trace contextRef="#ctx0" brushRef="#br0" timeOffset="59209.33">26787 4152 14 0,'0'0'186'0,"0"0"-12"0,7-2-19 16,-7 2-19-16,0 0-14 0,0 0-13 0,12 0-12 16,-12 0-14-16,12-2-31 0,-3 2-39 0,2 0-42 15,1-1-42-15,-1 4-103 0,-3-3-188 16,4 2 84-16</inkml:trace>
  <inkml:trace contextRef="#ctx0" brushRef="#br0" timeOffset="59353.27">26791 4259 104 0,'21'-4'103'16,"-8"2"-32"-16,7-2-39 0,-2 1-35 0,2 0-49 15,-1-1-55-15,3 1 25 0</inkml:trace>
  <inkml:trace contextRef="#ctx0" brushRef="#br0" timeOffset="67821.25">28518 3291 121 0,'0'0'122'0,"-11"-2"-10"0,11 2-5 0,-7-4-22 16,7 4-7-16,0 0-5 0,0 0-7 16,-9-3-10-16,9 3 6 0,0 0-13 0,0 0 5 15,0 0-1-15,0 0 10 0,32 7-2 0,-11-5-4 16,16-2-4-16,3 0 3 0,22 0-8 0,5-6 4 16,34 0-10-16,-2-1 3 0,4-3-2 0,7 0 1 15,-9 4-8-15,2-4-2 0,-6 3-1 0,-1-3-4 16,-1 5-2-16,0-3-4 0,-5 0-3 0,-27 3 0 15,30 0-4-15,-29 2-7 0,0-4 4 0,-5 3-1 16,1-2-6-16,-4 3 2 0,-2-2 1 0,-17 4-1 16,0 1-5-16,-1-3 3 0,-4 2-4 0,-4-2-1 15,-9 3-12-15,-1 0-12 0,-4-1-18 0,-4-1-13 16,0 2-20-16,-2 0-11 0,-8 0-17 0,12 0 5 16,-12 0-5-16,5 3-1 0,-5-3-9 0,0 0-74 15,0 0-201-15,0 0 90 0</inkml:trace>
  <inkml:trace contextRef="#ctx0" brushRef="#br0" timeOffset="68499.07">28429 3325 59 0,'0'0'165'16,"0"0"-1"-16,0 0-20 0,0 0-10 0,-5-5-15 15,5 5-6-15,0 0-18 0,0 0-1 0,0 0-21 16,0 0-6-16,0 0-11 0,0 0-5 0,-2 18 5 16,2-7-16-16,-2 6 1 0,0 8-3 0,-1 1-8 0,-4 3 5 15,3 3-1-15,1 2-4 0,-3 0-2 16,-3 11 2-16,1-9-6 0,0-3-2 0,-2 14-2 15,1-1 5-15,1-11-5 0,-1 10 3 0,0 0-9 16,0-12 3-16,4 2-1 0,1-2 1 0,0 1-4 16,-1 0 5-16,2-2-6 0,-3 1 1 0,2-2 0 15,2-2-3-15,-1-1-1 0,-1-1 0 0,-1-1 4 16,4 0-4-16,-4-3-2 0,2-4 3 0,0 0-5 16,-3-2 1-16,4-1 11 0,-1-1-11 0,-1-5 0 15,2 2-2-15,0-3 3 0,-2-1-7 0,4-8 5 16,-2 13-2-16,2-13-4 0,-3 10 3 0,3-10 5 15,0 0 2-15,-2 10 13 0,2-10-1 0,0 0 0 16,0 0 0-16,0 0 6 0,0 0-3 0,0 0 0 16,-25-20-1-16,19 13 8 0,1-9-5 0,-2 1 1 15,2-2-8-15,-1 0-1 0,-6-9-1 0,6 1 0 16,-1-1-6-16,-1 0 6 0,-4-2-6 0,1 4-4 16,-1 2-2-16,1 5 1 0,2 2-2 0,-1-1-1 15,-4 2-4-15,-2 2-2 0,0 0-12 0,1 2-8 16,0 2-14-16,4 2-17 0,-2 3-21 0,4 0-29 15,-1 2-19-15,10 1-21 0,0 0-24 0,-22 5-126 16,14 1-318-16,3 0 141 0</inkml:trace>
  <inkml:trace contextRef="#ctx0" brushRef="#br0" timeOffset="-194546.91">29034 3938 69 0,'-4'27'91'0,"3"-20"-12"0,-1 3-13 16,0 3 0-16,-1 3-10 0,1 0-1 0,1 0-1 16,-2 0-9-16,0 0-1 0,2-3-1 0,-1 1-5 0,0-1-1 15,0 0-2-15,0-3-3 0,1 2-3 16,-1 0-4-16,-1-2-2 0,-1 1-4 0,3-2-1 0,-1 1-7 16,0-1-23-16,0-1-30 0,0-2-26 15,2-6-68-15,-3 13-147 0,3-13 65 0</inkml:trace>
  <inkml:trace contextRef="#ctx0" brushRef="#br0" timeOffset="-194377.82">29259 3908 39 0,'4'-7'75'0,"-4"7"-24"15,0 0-26-15,2-6-18 0,-2 6-41 0,0 0-35 16,0 0 16-16</inkml:trace>
  <inkml:trace contextRef="#ctx0" brushRef="#br0" timeOffset="-194031.83">29030 3801 201 0,'0'0'187'0,"0"0"-22"0,-1-10-9 16,1 10-21-16,0 0-12 0,0 0-13 0,0 0-15 15,0 0-14-15,0 0-8 0,0 0-6 0,0 0-5 16,0 0-8-16,2 32 0 0,0-14-10 0,-2 8 1 15,-2-1-2-15,2 2-1 0,-2 0-4 0,-2 0-2 16,0 1-4-16,2-1 1 0,0 1-1 0,0-1 0 16,-1 0-4-16,3-1-1 0,1-2-2 0,-1-3-3 15,0 3 0-15,0-5-6 0,3-1 5 0,-2-1-3 16,1-1-3-16,-1 1-1 0,1-4 2 0,0-1-1 16,1 1-1-16,0-3-20 0,0 1-15 0,-1-2-24 15,-1-1-22-15,1-1-28 0,-1-1-36 0,-1-6-21 16,3 8-128-16,-3-8-302 0,0 0 133 0</inkml:trace>
  <inkml:trace contextRef="#ctx0" brushRef="#br0" timeOffset="-193701.12">29306 3905 65 0,'4'-7'127'15,"-4"7"-17"-15,0 0-5 0,0 0-23 0,0 0-3 16,0 0 0-16,0 0-5 0,-17 29 4 0,4-18-17 16,-3 4 0-16,-1-3 7 0,-3 6-18 0,-2-3-4 15,7-3-6-15,-2-1-4 0,2 0-8 0,1-3 2 16,4 1-2-16,-1-3-3 0,1-1 1 0,2 1 3 16,2-2-3-16,2-1-7 0,4-3 4 0,-10 3 0 15,10-3-10-15,-8 2-4 0,8-2 9 0,0 0-1 16,-9 0-4-16,9 0 8 0,0 0-2 0,0 0-4 15,0 0-4-15,0 0-5 0,0 0 2 0,0 0 0 16,0 0 0-16,0 0-4 0,25 10 1 0,-16-3-5 16,1-4 1-16,5 6 4 0,-2 1-4 0,2 2-16 15,-1-3-20-15,0 3-27 0,2 0-27 0,0-1-25 16,0 0-101-16,-1 1-232 0,-5-5 103 0</inkml:trace>
  <inkml:trace contextRef="#ctx0" brushRef="#br0" timeOffset="-193437.7">29500 4025 47 0,'0'0'205'16,"2"-7"-27"-16,-2 7-15 0,0 0-21 0,1-7-18 16,-1 7-7-16,0 0-18 0,0 0-8 0,-9 21-1 15,1-7 3-15,-1 3-12 0,0 8-8 0,-3-1 6 16,3 1-8-16,-2 3-2 0,1-2 0 0,3 0-3 15,-1 0-6-15,1-3-4 0,4-4-6 0,-4 7-10 16,5-6-2-16,-1-1-1 0,3 1-2 0,-1-2-1 16,1 0-6-16,3 3 3 0,-1-5-5 0,2 4-8 15,1-5-28-15,-3 2-17 0,1-5-34 16,-2-1-27-16,2 1-24 0,-2-3-22 0,0-2-19 16,-1 0-135-16,0-7-311 0,0 0 137 0</inkml:trace>
  <inkml:trace contextRef="#ctx0" brushRef="#br0" timeOffset="-193293.05">29370 4359 128 0,'0'0'133'0,"8"-7"-14"16,-1 5-4-16,2-2-16 0,4 0-9 0,4 0-8 0,1-1-14 16,2 3-24-16,2-1-37 0,6-2-34 0,-1 0-43 15,1 2-62-15,-1-5-142 0,-7 3 63 0</inkml:trace>
  <inkml:trace contextRef="#ctx0" brushRef="#br0" timeOffset="-192955.54">29590 3541 81 0,'4'-4'132'0,"2"1"-7"15,1 2-14-15,-7 1-5 0,20-2-19 0,-11 4 1 16,2-1-10-16,0 3-8 0,-5 4-1 0,2-2-21 16,-3 4 6-16,-2-2-8 0,1 3-4 0,-5 0-5 15,1 0 3-15,-4 0-10 0,0-1 7 0,1-1 4 16,1 1 2-16,-1-2 2 0,-1-2 1 0,0 0 6 15,1-1-5-15,3-5 2 0,-2 9-3 0,2-9-7 16,-3 5-8-16,3-5-1 0,0 0 2 0,-2 5-3 16,2-5-5-16,0 0-4 0,0 0-13 0,11 11-16 15,-4-8-42-15,6 0-32 0,6-1-36 0,2 1-148 16,2 1-289-16,6-3 128 0</inkml:trace>
  <inkml:trace contextRef="#ctx0" brushRef="#br0" timeOffset="-192681.07">30125 4081 75 0,'0'0'210'16,"-4"4"-6"-16,4-4-8 0,0 0 11 0,-5 3-10 15,5-3-19-15,0 0-14 0,0 0-17 0,0 0-15 16,0 0-12-16,-2 7-15 0,2-7-7 0,0 0-6 16,19 3-10-16,-5-5-9 0,6 4-3 0,9-2-9 15,-1 0-4-15,2 0-8 0,4 2-13 0,1-4-22 16,-4 2-30-16,0-2-35 0,-1-1-36 0,0 1-40 16,-3 2-48-16,3-2-178 0,-9 2-380 0,0-4 169 15</inkml:trace>
  <inkml:trace contextRef="#ctx0" brushRef="#br0" timeOffset="-192485.31">30822 3741 49 0,'0'-11'295'0,"-2"2"-1"0,5-1-15 16,-3 10-17-16,1-10-33 0,-1 10-26 0,0-9-29 15,0 9-19-15,0 0-13 0,0 0-14 16,-6 31-13-16,5 1-4 0,-1 4-13 0,-3 13-8 15,3 2-2-15,2 2-8 0,1 0-17 0,8 6-32 16,-3-6-46-16,2-2-55 0,2 0-54 0,4-2-74 16,-6-2-216-16,-3-11-447 0,-2-4 198 0</inkml:trace>
  <inkml:trace contextRef="#ctx0" brushRef="#br0" timeOffset="-182120.99">23056 6799 85 0,'1'-10'244'0,"0"3"-13"16,-1 7-12-16,3-9-16 0,-3 9-20 0,1-8-17 16,-1 8-17-16,0 0-17 0,3-6-12 0,-3 6-14 15,0 0-12-15,0 0-7 0,0 0-2 0,0 0-6 16,1 22-2-16,-1-11 0 0,0 1-4 0,1 6-4 16,0 0-3-16,-1-1-7 0,2 0-4 0,-1 1-3 15,-2 0-6-15,2 7-5 0,-1 0-1 0,0-6-5 16,0 8 0-16,0-2-6 0,0-6-24 0,-1 5-30 15,-1 1-37-15,0 1-28 0,1-2-46 0,-2-6-40 16,-1 1-28-16,2 0-172 0,-3-1-405 0,2-6 180 16</inkml:trace>
  <inkml:trace contextRef="#ctx0" brushRef="#br0" timeOffset="-181921.33">23347 7099 2408 0,'8'-9'-14'0,"-2"5"43"0,-1-4-12 0,-2 1-1 16,1 4 8-16,-2-2 13 0,-2 5 5 0,4-10-3 16,-4 10 4-16,3-7-7 0,-3 7-4 0,0 0-2 0,4-6-8 15,-4 6-2-15,0 0 0 0,0 0-15 0,0 0-13 16,0 0-15-16,0 0-19 0,0 0-26 16,12 11-41-16,-9-5-21 0,1 1-30 0,1-2-19 0,1 3-170 15,-3-2-376-15,5-1 167 0</inkml:trace>
  <inkml:trace contextRef="#ctx0" brushRef="#br0" timeOffset="-181687.02">23693 6825 163 0,'2'-10'244'0,"-2"0"-10"0,0 0-5 15,0 3-12-15,0 7-12 0,0-10-20 0,0 10-13 16,0 0-24-16,1-8-13 0,-1 8-18 0,0 0-12 15,0 0-15-15,0 0-3 0,0 0-9 0,0 0-11 16,0 0-6-16,0 34-5 0,1-16-3 0,-1 0-5 16,3-1-6-16,-1 2-1 0,1 5-8 0,1-5 0 15,-2 6-9-15,-2-6-20 0,3 7-15 0,-1-6-32 16,1-2-41-16,0-1-47 0,-1-1-42 0,2 2-46 16,0-3-150-16,-2-5-399 0,1-3 177 0</inkml:trace>
  <inkml:trace contextRef="#ctx0" brushRef="#br0" timeOffset="-181469.25">23987 6867 2085 0,'8'-17'104'0,"0"5"21"0,-3 2-43 0,0 2-18 16,-4 1-3-16,3 1-6 0,-4 6-13 0,4-10-8 16,-4 10-6-16,1-6-7 0,-1 6 1 0,0 0-7 0,0 0 2 15,0 0 9-15,0 0 8 0,0 0-3 16,0 0 0-16,-1 33-4 0,0-15-1 0,-1-3-6 15,1 1 5-15,0 3-5 0,-2 3-2 0,2-4 1 16,1 6-6-16,0-5-23 0,-1 8-29 0,1-8-35 16,2 5-32-16,-2 1-36 0,0-6-47 0,1 1-39 15,-2-1-149-15,2 0-407 0,-1-3 181 0</inkml:trace>
  <inkml:trace contextRef="#ctx0" brushRef="#br0" timeOffset="-181163.55">24505 6735 75 0,'15'3'179'0,"-1"1"-5"0,-2 1-18 0,-1 2-8 16,2 4-12-16,-3 3-5 0,1 0-10 0,-3 6-11 15,1 5-11-15,-5 2-7 0,-2 0-7 0,-2 5-4 16,-6-3-11-16,-1 3-13 0,-6-2 3 0,-2 1-6 16,-2 1-14-16,-3-1-25 0,-9 7-32 0,-3-1-34 15,4-12-40-15,-1 0-45 0,-11 5-129 0,-2-5-287 16,-6-6 127-16</inkml:trace>
  <inkml:trace contextRef="#ctx0" brushRef="#br0" timeOffset="-180859.07">22520 6789 58 0,'-18'25'158'0,"2"-1"-3"0,0 5-11 0,5 3-6 15,4 3-11-15,6 10 0 0,0-10-5 0,7 14-5 16,2-15-12-16,11 10-11 0,3-3-6 0,6-1-6 15,3-2-8-15,2-2-2 0,8-3-20 0,2-4-30 16,2-4-34-16,5-1-42 0,4-6-33 0,4 1-52 0,0-3-102 16,3-9-261-16,0 3 117 0</inkml:trace>
  <inkml:trace contextRef="#ctx0" brushRef="#br0" timeOffset="-180290.92">25192 7018 123 0,'0'0'238'0,"-6"6"-4"0,6-6-4 0,0 0-22 16,-3 7-11-16,3-7-14 0,0 0-8 0,0 0-9 15,13 3-6-15,1 0-16 0,4-2-11 0,4 2-13 16,7-2-14-16,3 2-29 0,0-1-32 0,3 0-41 16,-1-1-41-16,0-1-48 0,1-1-46 0,2-2-39 15,-3 3-184-15,-3-5-383 0,1 2 170 0</inkml:trace>
  <inkml:trace contextRef="#ctx0" brushRef="#br0" timeOffset="-180097.18">26010 6739 37 0,'4'-10'306'0,"-1"2"-15"0,1 2-13 16,-4 6-24-16,4-10-24 0,-2 7-23 0,-2 3-21 15,0 0-27-15,0 0-19 0,0 0-10 0,0 0-10 16,0 0-13-16,-4 35-8 0,0-11-8 0,2 6-8 0,-3 1-6 15,0 3-4-15,3-2-12 0,2 2-24 0,-2-1-26 16,2 0-33-16,-1-2-36 0,1-1-37 16,0-1-36-16,-2-2-46 0,0-3-37 0,-2 0-166 15,-3-7-412-15,1-1 182 0</inkml:trace>
  <inkml:trace contextRef="#ctx0" brushRef="#br0" timeOffset="-171569.11">24676 6405 61 0,'0'0'168'0,"5"-6"-3"0,-5 6-9 15,0 0-9-15,6-6-9 0,-6 6-1 0,0 0-9 16,0 0-4-16,1-8-11 0,-1 8-6 0,3-5-6 16,-3 5-5-16,0 0 1 0,4-6-1 0,-4 6-2 15,0 0-6-15,0 0-1 0,0 0-5 0,0 0-4 16,0-11-4-16,0 11-4 0,0 0-1 0,0 0-11 15,0 0-5-15,0 0-7 0,3-6-7 0,-3 6 0 16,0 0-10-16,0 0-2 0,10-1-2 0,-10 1-5 16,0 0 0-16,19 5-3 0,-12-3-3 0,-1 1 0 15,2 1-5-15,-2-1 16 0,1 4-2 0,-1 2 0 16,0-1-7-16,1 1 3 0,-6 1-4 0,1 1-1 16,0 0 0-16,-4 2-3 0,0 3 0 0,-2-1-2 15,-6 0 1-15,0 1-3 0,3-2 1 0,-7-1 1 16,5-3-2-16,2-1-1 0,-2-1 3 0,4-5-5 15,2 3 1-15,0-1-1 0,3-5-4 0,-9 6 1 16,9-6 0-16,-3 4-4 0,3-4-3 0,0 0 0 16,-1 9 1-16,1-9-6 0,0 0-14 0,20 3-20 15,-2-4-21-15,10-2-27 0,5-1-28 0,5-4-29 16,13-3-52-16,2 2-34 0,2-3-126 0,1-3-391 16,-4-4 173-16</inkml:trace>
  <inkml:trace contextRef="#ctx0" brushRef="#br0" timeOffset="-170823.75">22316 6111 1 0,'0'0'132'0,"-12"2"-10"15,12-2-5-15,0 0-2 0,0 0-3 16,0 0-8-16,0 0 7 0,32-9-4 0,-2 1-1 15,5-3 2-15,20 3 1 0,7-3-13 0,31-4 1 16,7 0-3-16,6 1-4 0,12-2-9 0,9 1-10 0,7 3 0 16,8-2 11-16,0-3-15 0,8 5-5 0,7-3-5 15,10 0-7-15,-1 2-5 0,9-3-6 0,-3 3 0 16,4-2-4-16,-4 0-4 0,-7 2-5 16,-2 1-3-16,-9 2 6 0,-7 0-6 0,-1 0-2 15,-4 1-2-15,-10 2-4 0,-6 0-2 0,-7 4 11 0,-2-4-12 16,-12 3-9-16,-11 4 0 0,-29 1 1 15,0 0-3-15,-9 0-1 0,-17 0-9 0,-4 0-3 16,-8 1-10-16,-8-1-8 0,-6 0 0 0,-2-1 1 0,-4 0 2 16,-1 2 12-16,-6-2-12 0,0 0-9 0,0 0-25 15,-27 10-25-15,-2-6-28 0,-7 2-40 16,-20 3-166-16,-5-2-346 0,-3 1 154 0</inkml:trace>
  <inkml:trace contextRef="#ctx0" brushRef="#br0" timeOffset="-170049.46">22506 6031 38 0,'-6'-6'125'0,"6"6"-12"0,-7-3-1 16,7 3-20-16,-5-4 4 0,5 4-11 16,0 0-6-16,-7-5-15 0,7 5-10 0,0 0 8 15,0 0-22-15,-13 5-5 0,7 2 10 0,-2 2-9 16,-3 7-6-16,-1 7 3 0,-2 6 2 0,-2 0 8 15,-5 13 1-15,-1 2-3 0,0 3 2 0,0 0-9 0,-3 3 6 16,1 2 2-16,-1-1-8 0,1 3-2 16,1 1-5-16,-14 19 12 0,15-21 3 0,-14 24-2 15,13-19-1-15,-7 22-2 0,7-25 1 0,-8 22-4 0,12-22-10 16,2 0 7-16,1-2 0 0,4 1-9 0,-1-7 2 16,-1 2-1-16,5-5-2 0,3-9-5 0,1-2-4 15,0 0 5-15,0-3-1 0,1-2 2 0,0-1-6 16,1-6-2-16,2-4 4 0,-1 0-1 0,0 1-5 15,-4-3 1-15,5-3 1 0,0-1-5 0,-1-5 4 16,2 2-1-16,0-8 0 0,-2 10 2 0,2-10 11 16,-2 7 8-16,2-7-3 0,0 0 1 15,-5 3 2-15,5-3-1 0,0 0-5 0,0 0 2 0,0 0 1 16,-14-13-2-16,10 9 10 0,1-3-3 0,3 7-5 16,-6-11 2-16,3-1-2 0,-1 2-2 0,0-3-3 15,0-1 0-15,1-4-4 0,0-2-1 0,-1-3 4 16,0-3 1-16,0 0 8 0,0 7-10 0,-2-5-2 15,-2-1-3-15,-2 1 0 0,0 0 2 0,-4-2-5 16,0 4 0-16,-4 0-3 0,0-1 1 0,3 3-4 16,-7 0-5-16,-4 4 5 0,-1-2-6 0,1 5 1 15,-1-2-6-15,-3 2-13 0,2 2-9 0,0 1-16 16,0 3-16-16,9 2-17 0,-2 3-25 0,5 0-21 16,4 2-36-16,3 0-24 0,3 3-22 0,1 0-110 15,0 1-341-15,5-4 151 0</inkml:trace>
  <inkml:trace contextRef="#ctx0" brushRef="#br0" timeOffset="-169415.25">19801 7069 138 0,'-8'-5'236'0,"8"5"-22"0,0 0-23 16,0 0-19-16,13-18-17 0,5 10-17 0,6-5-11 15,9 0-12-15,3 0-13 0,14-7-14 0,1 6-10 16,-1 2-5-16,-2 2-6 0,-13 5-16 0,-1-2-26 16,-2 1-33-16,-2 3-38 0,-2 3-28 0,-8 0-26 15,-1 2-29-15,-2 1-26 0,-7 2-88 0,3 0-264 16,-5 1 117-16</inkml:trace>
  <inkml:trace contextRef="#ctx0" brushRef="#br0" timeOffset="-169255.25">19862 7258 148 0,'0'0'184'0,"-5"3"-12"0,5-3-21 15,0 0-12-15,0 0-17 0,34-4-5 16,-11 2-16-16,7-2-18 0,2 0-23 0,0-2-39 15,1 0-36-15,0-2-38 0,2 5-38 0,-5-2-100 0,1-1-204 16,-3 3 90-16</inkml:trace>
  <inkml:trace contextRef="#ctx0" brushRef="#br0" timeOffset="-168762.11">18774 6789 111 0,'3'-8'194'0,"-3"8"-6"0,2-7-9 15,-2 7-13-15,0 0-16 0,4-7-17 0,-4 7-13 16,0 0-10-16,12 0 5 0,-12 0-8 0,16 3-9 0,-4 3-1 16,4 3-10-16,9 2-6 0,-9 2-6 15,7 6-8-15,2-2-3 0,-3 5-5 0,0-3-8 16,-1 0-4-16,-2 0-4 0,0 2-4 0,-1-2-6 16,-6-4-2-16,1-3-1 0,-5-2-5 0,1-1-5 0,-2-3 1 15,-3 0-3-15,-1-1 1 0,5-1 4 0,-8-4 16 16,4 7 12-16,-4-7 5 0,5 2-6 15,-5-2 0-15,0 0-11 0,0 0-1 0,0 0-6 0,0 0-3 16,-6-31-4-16,4 14 2 0,4 0-7 0,0-2-2 16,1 1-1-16,1-2-1 0,5-6-2 0,2 1-3 15,-1 1-2-15,2-2 5 0,2 2-7 0,1 1 0 16,0-3-18-16,1 2-1 0,0 3 4 0,-3 5-9 16,-1 3-19-16,-2 3-22 0,-2 4-22 0,-3-1-37 15,1 6-14-15,-6 1-11 0,9 0-2 0,-9 0-7 16,8 10-4-16,-6-1-8 0,-3 5-8 15,-3 3-125-15,-5 7-321 0,-2 0 143 0</inkml:trace>
  <inkml:trace contextRef="#ctx0" brushRef="#br0" timeOffset="-168535.72">19001 7025 47 0,'0'0'144'0,"-9"3"-7"0,9-3-15 0,0 0-11 0,-7 4 0 16,7-4 18-16,0 0-10 0,3 12 0 0,-3-12 4 15,6 13-4-15,-2-5 2 0,2 5-3 0,0-2-7 16,0 6-11-16,-1-1-6 0,0 3-9 0,-2 0-6 16,-1 1-3-16,1 0-11 0,-1 4-5 0,0 2-6 15,-2-9 1-15,0 3-10 0,-2-1-8 0,1 0-8 16,0 1-15-16,0-4-17 0,-1 3-27 0,2-4-24 16,0 4-11-16,0-4-18 0,2 2-36 0,0 0-33 15,1-4-31-15,-2-1-107 0,0 1-313 16,3 0 139-16</inkml:trace>
  <inkml:trace contextRef="#ctx0" brushRef="#br0" timeOffset="-167884.44">18610 8313 59 0,'1'-13'197'16,"1"1"-19"-16,1 2-17 0,1 5-13 0,-2-1-5 0,3 2-8 16,4 2-11-16,2-1-6 0,0 4-6 0,2 3-5 15,6 0-4-15,-2 4-5 0,8 4-8 16,-2 4-10-16,0 3-3 0,-2 0-12 0,-1 3 0 0,-1 0-8 16,-1-3-4-16,-5-1-5 0,2 2-4 0,-3-4-4 15,-2-1-5-15,-4-5-5 0,1 0-1 16,-2 0-6-16,1-3 4 0,-3-2-1 0,2 1 4 0,-2-1 16 15,-3-5 18-15,5 5 20 0,-5-5 14 0,4 4-6 16,-4-4-14-16,0 0-1 0,0 0-2 0,2-17-12 16,-1 6-6-16,3-6-9 0,0 5-4 0,2-7-5 15,-1 1-7-15,6-7-2 0,0 1-4 0,-2 0 0 16,3 1 1-16,3 0 1 0,-2-2-11 0,3 5-3 16,-3 4-1-16,-1 2-15 0,-3 3-9 0,-2 4-22 15,1 0-34-15,0 4-30 0,-3 1-30 0,-5 2-12 16,0 0-32-16,13 11-9 0,-12 0-20 0,-4 8-14 15,-4 9-177-15,-6 1-421 0,-10 14 187 0</inkml:trace>
  <inkml:trace contextRef="#ctx0" brushRef="#br0" timeOffset="-167626.9">18815 8639 185 0,'2'-7'199'0,"0"0"-1"0,1-3-15 0,-1 1-11 15,1 3-1-15,1-1-4 0,-4 7-6 0,5-9-12 16,-5 9-15-16,2-9-16 0,-2 9-16 0,0 0-9 16,0 0-9-16,0 0-7 0,0 0-5 0,9 14-9 15,-9-4-2-15,1 2 2 0,-2 8-4 0,1-1 1 16,-1 9-5-16,-2-1-5 0,-1 0-6 0,3 0 3 16,-1-2-10-16,0 3 0 0,0-1-4 0,2 2 6 15,-3-8-13-15,3 4-3 0,0 0-6 0,2-6-18 16,-2 0-15-16,1 0-19 0,-1 0-35 0,2-1-35 15,0 3-30-15,1-4-31 0,0-2-34 0,1-5-176 16,2-3-406-16,2 0 180 0</inkml:trace>
  <inkml:trace contextRef="#ctx0" brushRef="#br0" timeOffset="-167446.95">19654 8735 2 0,'12'-7'213'0,"0"1"-17"0,0 2-23 0,7-3-18 16,-3 3-16-16,5 2-21 0,7-3-22 0,-8 2-39 15,1 3-32-15,-1-2-34 0,2 2-41 0,-3 0-19 16,0 2-32-16,-6 1-57 0,1-2-171 16,-2 1 76-16</inkml:trace>
  <inkml:trace contextRef="#ctx0" brushRef="#br0" timeOffset="-167294.92">19895 8822 179 0,'-6'3'172'0,"1"0"-10"16,5-3-12-16,-9 4-11 0,9-4-4 0,-5 7-8 15,5-7-11-15,0 0-5 0,0 0-5 0,0 0-14 16,17 6-5-16,-5-5-11 0,7-2-37 0,0-1-28 16,10-2-34-16,-3-2-42 0,2 1-33 0,-7 1-30 15,-2-1-104-15,1 0-250 0,-3 0 110 0</inkml:trace>
  <inkml:trace contextRef="#ctx0" brushRef="#br0" timeOffset="-161603.66">22923 8563 102 0,'2'-12'176'0,"0"0"-16"0,-1 0-6 16,-1 2-5-16,0-3-2 0,0 6-5 0,0 7-3 15,0-13-7-15,0 6-10 0,0 7-8 0,-1-12-11 16,1 12-14-16,1-10-9 0,-1 10-11 0,0 0-9 15,0 0-6-15,0 0-8 0,0 0-4 0,0 0-5 16,0 0-5-16,-17 26 1 0,10-11-2 0,-5 8-1 16,-1 0 1-16,-3 2-3 0,-2 3-2 0,1-1-1 15,2 1-9-15,-2-4 0 0,4 1 3 0,1-1-5 16,4-6-3-16,2-2 1 0,4 1 0 0,-2-1-3 16,4 0-2-16,2-5 4 0,-1 1 4 0,7 1 1 15,-2-4 0-15,4-2-2 0,6 2 5 0,3-5 4 16,9-2 4-16,3-2-3 0,-2-4 1 0,4-2 0 15,-1-3-1-15,-1 1-4 0,-1-3 2 0,0-2-4 16,-3 3 1-16,-9-1-4 0,-1-2 1 0,-1-1-4 16,-1 1 3-16,-5-1-3 0,0 0-3 0,-2-2-1 0,-3 0-2 15,-3 0 2-15,-2-4-4 0,-3 4-2 0,-1-2 4 16,-2 1-6-16,-3 2 3 0,-1-3-3 16,-4 4-1-16,0 1-4 0,-2 2 4 0,1 1-4 0,-1 2 2 15,0 1 1-15,2 3-2 0,-4 2-4 0,-1 0 0 16,2 6-3-16,-4 0-4 0,0 0-14 0,-6 5-7 15,2 2-11-15,0 3-12 0,2 1-5 16,6-2-27-16,-3 3-25 0,8-2-11 0,3 0-15 0,2 1-12 16,6-2-19-16,-2 2-128 0,3 1-325 0,3-4 144 15</inkml:trace>
  <inkml:trace contextRef="#ctx0" brushRef="#br0" timeOffset="-161380.25">23361 8690 143 0,'6'-3'202'0,"-2"-2"-7"15,0 1-1-15,-4 4-9 0,5-4-11 0,-5 4-10 16,6-5-14-16,-6 5-13 0,0 0-12 0,7-5-13 16,-7 5-12-16,0 0-15 0,0 0-8 0,0 0-8 15,0 0-5-15,0 0-5 0,8 9-13 0,-8-9-26 16,0 10-38-16,0-10-37 0,1 14-3 0,2-5-34 15,-2-1-30-15,0 1-30 0,2 1-25 0,-2-4-95 0,0 1-294 16,2-1 131-16</inkml:trace>
  <inkml:trace contextRef="#ctx0" brushRef="#br0" timeOffset="-160887.93">23681 8479 98 0,'1'-5'203'16,"-1"5"-3"-16,0-10-15 0,0 10-13 0,0-10-14 16,0 10-17-16,1-8-16 0,-1 8-14 0,0 0-12 15,0 0-15-15,0 0-4 0,0 0-8 0,0 0 2 16,-4 28-4-16,0-18-5 0,1 7-8 0,-2-1 0 16,1 0-5-16,0-1-9 0,1 2 1 0,1-7-1 15,1 2-10-15,1 1-2 0,1-2 1 0,0-3-8 16,2 4 0-16,1-2 0 0,-2-1-6 0,4-1 2 15,1-1-3-15,-2-1-3 0,1 0 0 0,6-2 1 16,-6 0 2-16,4-3-3 0,2 0-6 0,-1-2 4 16,0 1 0-16,1-3-3 0,0 0 1 0,-3-3 0 15,2-1-1-15,-2-2-3 0,4-2 2 0,-4 1-4 16,1-2 1-16,-1-3 0 0,-2 0 2 0,0-1-4 16,-2 5 0-16,0-6 2 0,-2 7-2 0,0-3 1 15,1 2-1-15,-2 1 3 0,-1 2 0 0,2-1 0 16,-1 3-1-16,-2 6 2 0,2-9-2 0,-2 9-4 15,1-7-2-15,-1 7 0 0,0 0 2 0,0 0-1 16,0 0 3-16,1 22-2 0,-1-11 3 0,-2 6 0 16,-1-2 3-16,-2 5 5 0,1-2 2 0,-1 1 0 0,2 0 3 15,1-1-2-15,-2 0 0 0,1 0-2 16,1-1-1-16,-1 0 1 0,2-1 0 0,-4-1-1 16,4-4-3-16,1 4 6 0,-1-2-5 0,1-2-2 15,0 1-3-15,0 1 1 0,0-2-26 0,1 0-30 0,0 1-18 16,0-1-28-16,-1-1-44 0,4-1-32 15,-3-1-18-15,1 0-174 0,-1-1-392 0,-1-7 174 16</inkml:trace>
  <inkml:trace contextRef="#ctx0" brushRef="#br0" timeOffset="-160388.68">24179 8561 149 0,'0'0'163'0,"3"-6"-11"0,-3 6-19 16,4-5-15-16,-4 5-1 0,0 0-1 0,0 0-9 16,10 11-5-16,-7-2-1 0,3 0 0 0,0 1 2 15,0 1-8-15,3 3-6 0,2-1-3 0,-1 2-6 16,2-1 0-16,0 1 0 0,2-3-4 0,-1 2-8 16,-2-2-7-16,3-2-3 0,-5 0-6 0,-1 0-3 15,3 2-9-15,-4-4 0 0,1 1-4 0,-3-3-4 16,-1 2 4-16,-1 0-7 0,-1 2-4 0,-4 0 2 15,-1-1-7-15,-4 0 1 0,-2-1-3 0,-2-1-3 16,-5 0-1-16,0 1 1 0,-2-3-3 0,-1-3-3 16,2 0-4-16,2-2 3 0,2-2-1 0,-1 0 3 15,2-3-5-15,2 1 5 0,0-1-10 0,4-3-3 16,0-1-1-16,5-3-1 0,0-5-5 0,3 1-5 16,5-3-3-16,4-3 0 0,1-2-2 0,2 1 6 0,3-1-2 15,0 4-4-15,-2-3 5 0,-3 1 7 16,5 2-9-16,-4-2 3 0,-3 8 0 0,0-2 6 15,-2-1 1-15,-1 6 1 0,0-6-1 0,-5 7-1 0,2 0-1 16,-2 0 2-16,-2-1 3 0,0 2-3 0,0 9 2 16,-7-15 0-16,3 10-6 0,-6-1 4 0,1 3 1 15,-1-1 1-15,-3 7-1 0,-1-1 3 16,-4 1-8-16,-2 3 4 0,1 1 0 0,-1 0 5 0,4 4-3 16,-1-1 2-16,1 0 0 0,2 2 3 15,2 0-5-15,4-2 2 0,-3 2-11 0,6 0-28 0,1 0-10 16,4 0-33-16,2 0-34 0,5 2-31 15,3-1-36-15,-1 0-107 0,5-3-316 0,3-1 140 0</inkml:trace>
  <inkml:trace contextRef="#ctx0" brushRef="#br0" timeOffset="-160073.62">24711 8477 141 0,'11'0'176'0,"-1"1"-1"0,2 3-3 16,-1-2-20-16,0 4-6 0,0-3-16 0,-1 7-8 16,2 1-10-16,1 1-9 0,-4 1-9 0,0 2-9 15,-3 1-4-15,0 0-8 0,-3 1-2 0,-3 0-7 0,-3 0-4 16,3 0-2-16,-6 0-3 0,0-2-2 16,-3 0 4-16,0 1-5 0,-4-2 8 0,0-2-6 15,-1 2-2-15,5-3-4 0,-2-2-5 0,0 0 1 16,4-4-10-16,2 0-4 0,-1 0-2 0,6-5-1 0,-5 6-1 15,4 0-3-15,1-6-2 0,0 0 2 0,12 13-2 16,0-10-4-16,17 1 2 0,4 0-6 0,6-4-16 16,18-2-13-16,-2 0-26 0,-1 2-29 15,0 0-20-15,-16 0-26 0,2 0-31 0,-4-1-29 0,0 2-182 16,-6 1-388-16,-10 0 172 0</inkml:trace>
  <inkml:trace contextRef="#ctx0" brushRef="#br0" timeOffset="-159393.42">18134 8341 149 0,'-4'-6'174'0,"0"2"-14"16,4 4-16-16,-7-6-22 0,7 6-10 0,-5-3-8 15,5 3-14-15,0 0-13 0,-4 16 2 0,1 1 2 0,-1 10 1 16,-1 8 0-16,-5 17 3 0,-1 5 9 0,-1 3-4 16,-3 21-11-16,6-24-4 0,-1 1-3 0,-1 1-5 15,4-1-7-15,0-6-6 0,-2-2-6 16,6-1-4-16,-4-3-3 0,6 0-9 0,0-13 3 0,-2 2-3 16,3-3-2-16,-1 0-4 0,-2-1-1 0,1-1-4 15,-1-4-15-15,-1 0-23 0,2-6-34 0,-1-4-24 16,2-3-31-16,-2-3-31 0,2-1-40 15,-2-3-142-15,3-6-344 0,-6 4 152 0</inkml:trace>
  <inkml:trace contextRef="#ctx0" brushRef="#br0" timeOffset="-157814.93">18318 8125 54 0,'-5'-7'124'16,"5"7"-3"-16,0 0-12 0,-6-7-4 0,6 7-1 16,0 0-3-16,0 0-7 0,8-11 0 0,-1 8-8 15,5-3-2-15,4 1-8 0,12-5-3 0,5 1-2 16,3-4 5-16,23-3-8 0,28-7-5 0,-23 8-1 15,33-3-6-15,-1 1-3 0,0-2-7 0,0 2 4 0,-3 5-10 16,-5 0-2-16,1-3-6 0,9 1 0 16,-1 1-11-16,4 2 0 0,0 2 0 0,3 1-2 15,5 0 5-15,-5 0-7 0,0 5 0 0,9-3-3 16,-5 1-1-16,1 0-1 0,5 4-4 0,-2-2-1 0,0 0 1 16,0 2-3-16,3-1-2 0,-3-2-2 0,3 1-4 15,3 2 1-15,-3 1-2 0,-2 1 1 0,-4-1-2 16,0-1 4-16,1 3-3 0,-3-4 4 15,3 4-4-15,3-2 2 0,-1 0 1 0,3-1 1 0,-1 1-5 16,0 0 9-16,3-3-2 0,3 3 0 0,0-1-5 16,1-1 2-16,-1 2-1 0,-4 0-2 0,-2-2 0 15,3 0 4-15,-2-2-6 0,0 6 6 0,-2-4-2 16,-2 4 1-16,-1-2-1 0,-7 2-4 0,-3-1 6 16,0 3 3-16,-4-2-3 0,-28-2-1 0,25 0 0 15,-29 2-3-15,26-1 12 0,-30 2-12 0,2 1 0 16,-2-2 7-16,-3 3-5 0,-2 0 1 15,3-1 2-15,-6 1-2 0,-13 0 2 0,0 0 0 0,0-2 11 16,-5 1-15-16,-5 0 8 0,-3 1-4 0,-5-2-5 16,-1-1 8-16,-2 1-2 0,-2-2-1 0,-3-1-1 15,1 1 6-15,-1-1-3 0,1 3 5 0,-3-2 8 16,0-1-4-16,0 1-1 0,1-1 3 0,-1 2 0 16,2-4-2-16,-4 2-1 0,3 2-2 0,-1-2 0 15,-3 0-2-15,2 0 1 0,4 2-3 0,-2-2 2 16,0 1-4-16,1 0-2 0,1-1 4 0,-3 3-3 0,0-1 1 15,-1-2-2-15,0 2 1 0,1 0 3 16,-3 0-7-16,-3 0 1 0,-5-2 2 0,13 3-2 16,-7 1-3-16,1 0 3 0,-2 0 0 0,-5-4-1 15,9 7 8-15,-5-1-7 0,2 1-2 0,0 0-1 0,-2-1 4 16,2 4 0-16,-1 0 2 0,-3 2 1 16,4 4 1-16,-3-5 2 0,2 4 0 0,-1 2 0 15,-1 1 0-15,-1 0 0 0,0 0 2 0,2 7 4 16,-2 0 2-16,-1-1 3 0,3 5 0 0,-4-4 0 0,2 5 1 15,0 2 3-15,-2 0-2 0,4 4 5 16,-4 0-4-16,1 10 7 0,2 1-1 0,-1-2 2 16,0-10-3-16,-2 1-1 0,2 10 0 0,2-1-1 15,-4-8 0-15,3 7-2 0,-1-9 4 0,2 1-4 0,-2 12 2 16,4-15 2-16,0 2-3 0,-4 0-1 16,5-2 2-16,-3 2-4 0,3-4 1 0,0 5-5 0,-2-1-1 15,3-1 4-15,-5-3-6 0,3 1 0 0,-4-2-2 16,4-1-2-16,-2 1-1 0,0-1 1 0,-2-1-1 15,1-3 1-15,1 0-2 0,-4 0-1 0,0 0 0 16,-2-5 0-16,2 0-4 0,-2-2 2 0,-1 0 0 16,-3-1 1-16,-2-1-2 0,0-2 2 0,-3 3-1 15,2-5 0-15,-1-1 1 0,-1 2-4 0,1-5-1 16,-2 1 4-16,3-2-1 0,-7 1 1 16,-1 1 0-16,-2 0 1 0,2-2-5 0,-2 0 5 0,1 2-4 15,-3-4 1-15,0 0 1 0,-6 1-1 16,4-2-1-16,-5 2 1 0,0-1-6 0,-1-1 3 0,0 0 1 15,-4-1-4-15,1 1 5 0,-4 1-2 0,1-1-3 16,-17 2 6-16,0-4-9 0,12 2 3 0,-13-2-4 16,-1 0 3-16,0 0 0 0,-1-1 0 0,-2 3-2 15,-5-4-2-15,1 0 0 0,-2 0 3 0,0-1-3 16,-1-2 2-16,-3 3 0 0,-25 0-3 0,3-3 6 16,-6 3 0-16,-3-2 1 0,-6 2 6 0,-6-1-7 15,2 2-1-15,-5-1 3 0,5 0-1 0,-1 0 0 0,5-1 3 16,2-1-3-16,0 2 5 0,2-3-1 15,2 2 0-15,-2-2 1 0,5 2-1 0,-4-1 3 16,-2 4 1-16,-4-4 6 0,2 2 0 0,-7 2 2 16,0-2 0-16,0 0 1 0,4-3 2 0,-3 6-1 0,1-2 3 15,-3-1 4-15,2 2-1 0,-5-1-1 0,2-2 0 16,0 3-3-16,0 3 5 0,-5 1-2 16,3-2 1-16,4-1-2 0,4 2 1 0,5 0-4 15,5-1 0-15,3 0-3 0,29 0 2 0,-32-2-1 0,4-1-1 16,27 2 0-16,-27 0-2 0,28-2-2 0,-28 0 1 15,25-2-3-15,-25-2 2 0,26 2-7 16,-2-2 3-16,-23-3 4 0,27 5 5 0,-26-1-1 16,25 2 0-16,1-1 0 0,-27 2-2 0,27-2-2 0,-29 1 2 15,27 1-1-15,0 2-1 0,-25-1 0 0,26 2-3 16,-26-5 11-16,31 1-11 0,-1 1 2 0,0 1 0 16,2-2-3-16,0-2 3 0,4 2-6 0,1 0 4 15,2-2-3-15,14 1 4 0,-2-2 3 0,3-1-1 16,2-2-6-16,4 0 8 0,0-1-5 0,1-1 4 15,10 2-6-15,1-2 3 0,0 1 2 0,3 1-3 16,5 1-1-16,-1-1 0 0,3 0 2 0,-1 1-3 16,2 3-1-16,3-2 2 0,5 4-1 0,-9-6-3 15,9 6 4-15,-8-3-3 0,8 3-2 0,-6-4-1 16,6 4 2-16,0 0 0 0,-6-2 1 0,6 2-4 16,0 0 1-16,0 0 12 0,-9-3-15 0,9 3-1 15,0 0 0-15,-13-1 1 0,13 1-1 0,-10 1-1 16,10-1 3-16,-14-1 1 0,14 1-2 0,-14-1 5 15,7-1-4-15,7 2 2 0,-11-1 0 0,11 1-3 16,-9-2-1-16,9 2 7 0,-8-2-5 0,8 2-9 16,0 0-9-16,-9-1-13 0,9 1-18 0,0 0-20 15,0 0-24-15,-11 0-22 0,11 0-24 0,0 0-20 16,0 0-29-16,0 0-23 0,0 0-26 0,-1-10-125 16,1 10-395-16,10-13 175 0</inkml:trace>
  <inkml:trace contextRef="#ctx0" brushRef="#br0" timeOffset="-157168.95">18101 9036 76 0,'-12'-3'80'0,"12"3"-7"0,-10-2-4 0,10 2-4 16,-8-3-9-16,8 3-12 0,-10-2 3 0,10 2-1 15,0 0-3-15,-11 0-9 0,11 0 0 0,-9-2-5 0,9 2-2 16,0 0-1-16,-14 2 2 0,14-2-1 16,-8 2-9-16,8-2 0 0,0 0-8 0,-10 3-2 15,10-3 9-15,-5 2-8 0,5-2 5 0,0 0-5 16,0 0 13-16,-8 5-8 0,8-5 3 0,0 0-3 0,-5 4 7 16,5-4-6-16,0 0-4 0,-3 9 14 15,3-9-3-15,-2 8 14 0,1 0 5 0,1 1-7 0,-3 2 7 16,-1 7 2-16,0 0 0 0,-1 1-4 0,1 4 3 15,1 5 1-15,-3 1 6 0,4 1-8 0,-1 0-1 16,1 2 6-16,-2-1-3 0,1 0 0 0,3 0-1 16,-1 1-6-16,1-2-5 0,1 4 4 0,-2-5 4 15,2 2-6-15,1-2-4 0,-1-2-2 0,0 1-1 16,2-4 3-16,-2-5-1 0,0 1-2 0,1-1-5 16,-1-2 1-16,-1 2-1 0,1-1-2 0,0-2 0 15,-1-1 2-15,2-4 1 0,-4 1-4 0,4-2 2 16,-2 1 2-16,0-2-6 0,-2-2 4 0,1 0-3 15,1-7 2-15,-1 13 0 0,1-13 2 0,-1 9 2 16,1-9-4-16,0 0-5 0,1 8 8 0,-1-8-7 16,0 0-3-16,0 0-2 0,0 10 2 0,0-10-4 15,0 0 2-15,0 0-3 0,2 5 2 0,-2-5-3 0,0 0 2 16,0 0-20-16,9 2-17 0,-9-2-23 16,9 3-27-16,-9-3-31 0,9 0-28 0,-9 0-26 15,12-3-167-15,-7-2-357 0,2 1 158 0</inkml:trace>
  <inkml:trace contextRef="#ctx0" brushRef="#br0" timeOffset="-156207.08">18094 8452 8 0,'0'0'73'0,"0"0"1"0,0 0 8 0,0 0-11 15,7 11-2-15,-7-11 6 0,0 0-6 0,0 0 4 0,0 0-1 16,0 0 5-16,0 0-12 0,0 0 12 15,0 0-5-15,0 0 4 0,0 0 6 0,0 0-19 16,0 0 6-16,0 0-3 0,0 0-10 0,0 0-15 0,17-17 1 16,-15 12 0-16,4-1-2 0,-2 0-3 0,1-1-2 15,-2 0-6-15,1-2 4 0,1 0-1 0,-1 2-5 16,1-3-2-16,-1 1-4 0,-2-1 3 0,2 0-8 16,-1 3 2-16,-1-2-2 0,-1-3 1 0,1 2-2 15,0 0-2-15,1-1 0 0,-2 3 2 0,2-3-1 16,-2 1 0-16,0 1 0 0,2 2-2 0,-2-2 4 15,2 0 2-15,-1 2-5 0,-1-1 1 0,1 1-2 16,-1 0-3-16,2 0 0 0,-3 7-8 0,1-12 10 16,0 5-2-16,-1 7 3 0,3-11-3 0,-2 5-2 15,-1 6-4-15,3-12 5 0,-2 6 0 0,-1 6 2 16,4-8 4-16,-4 8-3 0,1-8 3 0,-1 8 3 16,2-7-3-16,-2 7-2 0,0 0 1 0,3-7 1 15,-3 7-7-15,0 0 4 0,2-6-1 0,-2 6-3 16,0 0-2-16,0 0 0 0,0 0 1 0,0 0-4 15,0 0 2-15,3-8-2 0,-3 8 2 0,0 0 3 16,0 0-6-16,0 0 1 0,0 0-2 0,0 0 3 16,0 0-3-16,0 0 2 0,0 0-6 0,0 0 0 15,0 0 3-15,0 0 0 0,0 0 2 0,0 0-4 16,0 0 3-16,0 0 1 0,0 0 1 0,0 0-3 16,0 0-3-16,0 0 4 0,0 0 1 0,0 0 0 0,0 0 1 15,0 0-4-15,0 0-8 0,0 0 16 0,0 0-3 16,0 0-6-16,5-5 0 0,-5 5 4 15,0 0 1-15,13-1 0 0,-2 1 0 0,1 0 0 16,6-2 0-16,0 0-2 0,10-1-1 0,0 1-12 16,8-1-19-16,-3 0-21 0,3 2-3 0,1-1-37 0,0 1-24 15,17-1-28-15,-17 1-26 0,2 1-103 0,0 0-297 16,13-4 133-16</inkml:trace>
  <inkml:trace contextRef="#ctx0" brushRef="#br0" timeOffset="-151885.89">26773 8570 51 0,'-4'9'53'0,"-1"2"-4"16,1-2-11-16,-1-2-4 0,1 0-3 0,-3-2-6 15,2-1-25-15,1 2-48 0,-5-1-50 0,-3-1 23 0</inkml:trace>
  <inkml:trace contextRef="#ctx0" brushRef="#br0" timeOffset="-151658.99">26553 8897 76 0,'-2'6'225'0,"2"-6"-15"0,0 0-19 15,0 0-12-15,0 0-16 0,0 0-16 0,0 0-14 16,0 0-19-16,0 0-13 0,23-10-19 0,-8 2-16 16,12-2-19-16,4-4-27 0,3-2-26 0,18-7-25 15,6-3-34-15,24-11-40 0,-22 13-26 0,27-14-105 16,-1-1-256-16,4-5 113 0</inkml:trace>
  <inkml:trace contextRef="#ctx0" brushRef="#br0" timeOffset="-141423.08">7545 10039 5 0,'0'0'140'15,"-1"-10"0"-15,1 10-4 0,-2-6-6 0,2 6 0 16,-1-10-15-16,1 10-5 0,-1-9-7 0,1 9-3 16,-2-10-5-16,2 10-4 0,-1-8-4 0,1 8-9 15,0-10-6-15,0 10-8 0,0 0-5 0,1-9-5 16,-1 9-6-16,0 0-1 0,0 0-4 0,2-9-2 16,-2 9-4-16,0 0 0 0,0 0 5 0,0 0-8 15,1-7 4-15,-1 7-5 0,0 0-2 0,0 0 2 16,0 0-6-16,1-9-1 0,-1 9 1 0,0 0-2 15,0 0-8-15,3-9 2 0,-3 9 5 0,0 0 0 16,0 0-2-16,2-5-2 0,-2 5-3 0,0 0-3 16,0 0 0-16,0 0-6 0,0 0-3 0,0 0-1 15,0 0 2-15,0 0-4 0,0 0-1 0,0 0-1 16,0 0 0-16,0 0 2 0,3 26-1 0,-2-13 1 16,1 1 1-16,0 4 2 0,-1 0-5 0,-1 6 0 0,-1 3 3 15,0 4 0-15,-2-3-1 0,1 3 0 0,-1-2 0 16,1-2-4-16,-1-1 4 0,2 1 1 15,-2-3-3-15,2 2 3 0,-2-7-3 0,3 0-1 16,-1 1 4-16,0-4-3 0,-2 2-2 0,2 0 2 0,1-3 2 16,0 1-8-16,0-3 7 0,1-2 0 0,-1 1-9 15,-1-1-8-15,5 0-10 0,-7-3-19 16,3 0-13-16,0-8-15 0,0 13-23 0,0-7-13 0,0-6-17 16,3 8-11-16,-3-8-4 0,2 6-23 0,-2-6-88 15,0 0-271-15,0 0 121 0</inkml:trace>
  <inkml:trace contextRef="#ctx0" brushRef="#br0" timeOffset="-141013.02">7583 9854 54 0,'12'-7'123'0,"-1"5"-16"0,1 1 1 0,0 1-1 16,0 0-9-16,1 3-15 0,-2 4 14 0,0 0-5 15,0 7-10-15,-2 1-5 0,-1 0-4 0,-4 3-12 16,-1 0-8-16,-1 8 4 0,-4-2-3 0,0 3-9 16,-5-3 1-16,0 1-5 0,-6 2-4 0,1-2-3 15,-4-2-3-15,-1 3 2 0,-6-6-2 0,4-1-13 16,-3-2 3-16,-2 0 1 0,0-4-8 0,8-3 0 15,-3-3-1-15,4-2-4 0,2 0 1 0,2-4 0 0,1 0-3 16,0-2 3-16,10 1-2 0,-12-5-3 0,6 2 0 16,6 3-1-16,-5-9 1 0,5 9-2 15,-1-7 4-15,1 7-1 0,0 0-5 0,0 0 3 16,10-8 0-16,-10 8 6 0,11 0 0 0,-11 0 1 0,17 5-2 16,-6-1 1-16,5 5-4 0,0-2 3 0,-1 1-4 15,2 0 0-15,2 4-1 0,-3-1-1 16,2 1-23-16,4 3-36 0,-8-1-12 0,3-1-33 15,-2 1-34-15,-1 1-120 0,-4-1-276 0,1 0 124 0</inkml:trace>
  <inkml:trace contextRef="#ctx0" brushRef="#br0" timeOffset="-140251.04">7814 10560 52 0,'8'-5'164'15,"0"0"-14"-15,5-2 0 0,1-3-14 0,3 1-9 16,-1-1-11-16,3 3-9 0,-1-4-14 0,0 1-4 16,1-1-12-16,3-3 0 0,-4 2-8 0,-3-1-7 15,2-1-2-15,-5 0-7 0,2 0-6 0,-2-1 0 16,1 0-6-16,-4-1 1 0,-3 0-1 0,1 1 7 16,-6 5-2-16,1-4 2 0,-2 3 0 0,-1 1 0 15,0 0-4-15,-3 5-4 0,0-3-3 0,-1 2-2 16,-2 0-5-16,0 4-2 0,-3-2-3 0,-1 5 0 15,-3 0-2-15,0 7 2 0,-3 1-3 0,0 2-4 16,-1 0 2-16,0 7-3 0,-1-1-5 0,7-2 4 16,2-1-6-16,2 0 4 0,5 0-3 0,0 0 0 15,4 2 3-15,2-3-2 0,2-1-4 0,5 2 0 16,3-1-6-16,0-3-13 0,2-1-9 0,3 1-5 16,1-3-4-16,3-1-16 0,5 0-5 0,-5-3-1 15,-1-1-5-15,9 0 5 0,-2-3 4 0,-2-2 0 16,3 0 0-16,-1-3 5 0,-1-2 6 0,0 0-7 15,-2-3 12-15,1-1 5 0,-4-1 4 0,-1-3 1 16,-4 4 1-16,3-7 7 0,-3-1-1 0,-2-1 8 16,-6 2 12-16,-3 3 3 0,1-2 7 0,-2 1 5 15,-1 1 13-15,-2 1 16 0,-2 5-2 0,-2 1-4 16,-1 3 5-16,-1-2-4 0,-2 1-5 0,0 5-2 16,-5 0 0-16,0 2-6 0,-7 4-2 0,1 2 0 0,-3 0-4 15,2 6-1-15,-4 2-1 0,-2 1-1 16,3 2-8-16,5-4 5 0,3 2 1 0,0 0-9 15,4-2 3-15,3 0-6 0,2-1 1 0,0-3-1 16,4 2 2-16,0-2-5 0,3 0-12 0,1-1-4 0,0-2 0 16,2-2 3-16,7 1 2 0,0-2 0 0,-2-2 0 15,3-1 0-15,-1-2 1 0,5-2 2 16,-7 0 1-16,3 0-2 0,-3-2 4 0,-2 0-1 16,1-2 0-16,-4 1-3 0,0 0 4 0,1-3 4 0,-3 6 3 15,-2-1 6-15,-2 5 3 0,8-8-1 0,-6 3-1 16,-2 5-7-16,6-4-3 0,-6 4-2 0,0 0-2 15,0 0 1-15,9 10 6 0,-7-1-4 16,-1 2-2-16,2 6-1 0,2 2 4 0,-2 6-1 0,-1 3 0 16,-1-5-3-16,2 3 2 0,1-3-1 0,-4 2-1 15,2 2 4-15,-3-1-2 0,-1 3 0 0,0-2 0 16,1 1-6-16,-3 0 7 0,-1-1 0 0,-6-2 1 16,-4 0-2-16,-2-1 2 0,0-2-1 15,-3-1-1-15,-2 0-1 0,1-3-2 0,3-7-6 0,1 1-10 16,1-3-17-16,0-1-19 0,0-2-23 0,1 0-21 15,3-2-37-15,2-3-32 0,-1 1-32 0,-1-4-117 16,4-3-340-16,1 0 151 0</inkml:trace>
  <inkml:trace contextRef="#ctx0" brushRef="#br0" timeOffset="-139824.83">8614 10355 14 0,'3'-5'215'0,"-3"5"-22"16,5-7-16-16,-5 7-17 0,3-4-18 0,-3 4-8 15,0 0-12-15,0 0-11 0,0 0-5 0,0 0-6 16,1 23-3-16,0-13-9 0,-1 2-4 0,-1-2-4 16,2 3-11-16,2-1-4 0,0-2-6 0,-1 3-5 15,3-4-7-15,-1 2-4 0,2-1-2 0,1-2-2 16,-1-1-7-16,3 0-1 0,0-1-1 0,-1-1-3 15,2-1-3-15,1-2-1 0,2 0-4 0,0-4 1 16,-3 1-3-16,2-4-3 0,0-1-5 0,0-1 8 16,3-4-4-16,-4-1-1 0,0 1 0 0,0-3-1 15,-3-2-3-15,-1-1 1 0,-2 2-4 0,0-2 3 0,-3 5-2 16,1-4 6-16,-2 4 7 0,2 4 3 16,-2 1 7-16,-1 7-3 0,1-12-6 0,1 7-2 15,-2 5-3-15,0 0-1 0,0 0-3 0,0 0 2 16,0 0-3-16,0 0 4 0,-2 28-1 0,0-13-4 0,0 2 0 15,0 0-1-15,1 0 0 0,-1 2 6 0,1 0-8 16,2-3 0-16,2 2 0 0,-2-3 3 16,4 1-16-16,2 1-12 0,-2-6-17 0,4 0-31 15,-2 0-41-15,2 2-22 0,7-4-33 0,-5-2-35 0,3 0-17 16,-2-4-112-16,-1-3-352 0,3-2 156 0</inkml:trace>
  <inkml:trace contextRef="#ctx0" brushRef="#br0" timeOffset="-139595.18">9149 10113 11 0,'0'-16'212'0,"0"5"-12"0,0 3-5 0,-2 2-15 0,2 6-16 16,-2-12-15-16,2 12-16 0,0 0-13 0,0 0-1 16,0 0-6-16,0 0 6 0,-3 34-5 0,3-14-9 15,-1 8-7-15,-3 1-5 0,2-3-8 0,0 5-6 16,-1-2-8-16,0-1-10 0,3-1-5 0,-1 0-3 15,1-1-7-15,-1 1-6 0,-1-2-3 16,1 0-5-16,1-5-37 0,-1-2-29 0,1 1-24 0,1 0-24 16,-1 0-30-16,1-3-30 0,-1 0-33 0,3 1-172 15,-3-2-375-15,2-3 167 0</inkml:trace>
  <inkml:trace contextRef="#ctx0" brushRef="#br0" timeOffset="-139202.84">9498 10307 115 0,'-5'-10'208'0,"-3"4"-9"0,-1 1-12 15,-1 1-8-15,-3 3-6 0,1 3-12 0,-7 5-10 16,0 0-7-16,1 3-14 0,0 3-10 0,-3 4-13 16,6-3-12-16,4 2-10 0,-3-2-6 0,6 1-8 15,2 0-6-15,2 0-6 0,3-2-6 0,1-2-6 16,3 1-1-16,3-2-5 0,1-1-4 0,1 0-5 15,2-5 0-15,6 3-7 0,0-4-3 0,2-2-5 16,0-3-4-16,0-1-1 0,0-1 1 0,0-2-3 16,-2-3 1-16,1-1-3 0,-4-2-1 0,-3 2 1 15,1-2-1-15,-3-4 1 0,1 3-1 0,-3-3 4 16,-2-1-5-16,-1 0-5 0,-1 2 3 0,-2 4 2 16,2 2 10-16,0-1 5 0,-2 4 0 0,0 6-3 15,0-10-4-15,0 10-5 0,1-7 1 0,-1 7-3 0,0 0 0 16,0 0-3-16,0 0 1 0,-2 29 10 15,1-13 2-15,-1-1-12 0,1 2 1 0,1 0 0 16,1 0 2-16,-1 1-8 0,4 0 5 0,-1-1-7 16,2 0-21-16,1-2-18 0,2 0-27 0,-3-2-21 0,1-3-28 15,5 2-31-15,-3-2-28 0,2-2-22 0,-1 0-160 16,-1-3-387-16,3-3 172 0</inkml:trace>
  <inkml:trace contextRef="#ctx0" brushRef="#br0" timeOffset="-138959.08">9862 10140 139 0,'0'-18'218'0,"0"-1"-6"0,0 7 0 0,0 3-1 0,0 2-7 16,0 7-15-16,-1-13-21 0,1 13-21 0,-2-7-12 16,2 7-15-16,0 0 5 0,0 0-12 0,0 35-3 15,-1-10-3-15,1 2-7 0,-3 2-9 0,0-1-1 16,0 5-14-16,0-1-7 0,1-2-5 0,-1 2-8 15,-2-4-4-15,4 1-3 0,1-1-8 0,-1 0-6 16,0-4 8-16,-1-5-25 0,2-1-27 0,0 1-28 16,0 1-32-16,2-4-22 0,-4 0-42 0,4-5-47 15,-2-2-20-15,0 1-43 0,-3-3-129 16,3-7-403-16,0 0 178 0</inkml:trace>
  <inkml:trace contextRef="#ctx0" brushRef="#br0" timeOffset="-138617.28">9666 10286 148 0,'-4'-5'207'15,"4"5"-16"-15,-3-9-25 0,3 9-14 0,0 0-7 16,0 0-6-16,11-5-3 0,1 5-14 0,6-2-13 16,2 4-9-16,11-1-2 0,1 0-15 0,2 1-4 15,2-2-11-15,-2-2-5 0,5 4-8 0,-1-4-5 16,-3 1-3-16,-2 0-5 0,-4-2-6 0,-7 1-4 15,0 1 2-15,-3-1-5 0,-6 0-1 0,-3 0 6 16,1 1 4-16,-3 0 8 0,-8 1 3 0,15-1-2 16,-15 1-2-16,9 0 0 0,-9 0-5 0,0 0-7 15,9 0-4-15,-9 0-5 0,0 0-4 0,7 3 1 16,-7-3 1-16,5 10-2 0,-4-3 2 0,1 3 4 16,-2 1-2-16,3 1-4 0,-2 0-3 0,1 3 0 15,-2 2 0-15,0-1 3 0,-2 0-5 0,1 0-1 16,0 0-1-16,-1 0-2 0,2 1 1 0,-1 0-23 15,-1-2-25-15,-1 1-28 0,2 0-31 0,-2-4-43 16,1-1-43-16,-1 2-51 0,-2-4-159 0,3 1-423 16,-5-3 187-16</inkml:trace>
  <inkml:trace contextRef="#ctx0" brushRef="#br0" timeOffset="-138447.84">10213 10082 73 0,'-5'-8'82'0,"5"8"-40"0,0 0-32 16,0 0-45-16,0 0-37 0,0 0 17 16</inkml:trace>
  <inkml:trace contextRef="#ctx0" brushRef="#br0" timeOffset="-137840.89">10488 10251 118 0,'6'1'211'0,"-6"-1"-6"0,0 0 2 0,0 0-15 16,-10 20-14-16,5-10-14 0,0 2-14 0,-1 3-12 15,-1-1-9-15,0 2-9 0,2 0-13 16,-1 0-10-16,1-2-7 0,1 0-9 0,3 1-8 0,0-2-8 15,2-1-2-15,3-1-7 0,-1 2-3 0,2-3-3 16,0 0-4-16,2-1-4 0,1-2-3 0,1-1 1 16,0-1-7-16,2-1-6 0,0-1-2 0,-1-3-3 15,-1-1 0-15,1-1-2 0,0-1-1 0,0-3-3 16,-1 0 0-16,-1-2-1 0,-1-1-2 0,-1 0-3 16,-2-3 5-16,0 1-8 0,-2-4-2 15,1-1 0-15,-2 0-5 0,0-2 0 0,-1 0 1 0,3 2-1 16,-3 0 0-16,0 4-4 0,1-1 4 15,-1 2-2-15,1 2-1 0,1 1-4 0,0 1 2 0,-2 7 0 16,7-10-1-16,-2 6-2 0,-5 4 2 0,14 4-1 16,-2 2 3-16,-1 4-1 0,-1 2 2 0,4 4 1 15,-4 1 1-15,2-1 1 0,-3 2-1 0,0-1 2 16,-3 0-2-16,3-2 0 0,-3 1 4 0,1-2-3 16,-3-3 2-16,-2 0-1 0,2-3 0 0,-3 0 1 15,1-3 2-15,-1 1 5 0,-1-6 17 0,4 8 12 16,-4-8 5-16,0 0-2 0,0 0-4 0,0 0-3 15,0 0-6-15,0 0-5 0,0 0 12 0,-13-19-13 16,12 9-3-16,1 10-2 0,4-18 1 0,-2 6-8 16,6-4 4-16,-1 0-9 0,4 1 4 0,1-2-3 15,1 2-3-15,4-4-8 0,-2 6 3 0,0-1-5 16,2 3 1-16,-2 3 0 0,3 3 3 0,-5 2-3 16,0 1 2-16,5 2 2 0,-2 4-1 0,1 2 0 15,-3 2-4-15,-4 1 5 0,2 4 5 0,-2 0 3 16,0 1-3-16,-2 1 1 0,-2-1-1 0,-1 1 2 15,-2-2 3-15,-2 3-2 0,-1 1 0 0,0-3-3 0,-1 3 1 16,1-2-3-16,-5-1-14 0,1 0-36 0,0-4-38 16,-1 2-52-16,0-1-60 0,1-1-51 15,-2 0-188-15,2-6-474 0,4-4 210 0</inkml:trace>
  <inkml:trace contextRef="#ctx0" brushRef="#br0" timeOffset="-137656.22">11237 10307 157 0,'4'-6'207'0,"-4"6"-20"0,4-5-22 0,-4 5-12 16,0 0-20-16,0 0-9 0,0 0-14 16,0 0-14-16,0 0-28 0,0 0-35 0,6 21-33 15,-5-12-43-15,2 0-25 0,0 1-28 0,-1 0-22 0,0 0-67 16,0 2-201-16,0-3 90 0</inkml:trace>
  <inkml:trace contextRef="#ctx0" brushRef="#br0" timeOffset="-137520.06">11266 10555 97 0,'-2'9'170'0,"2"-9"1"16,0 0-4-16,-4 7-8 0,4-7-5 0,0 0-16 16,-1 5-13-16,1-5-11 0,0 0-9 0,0 0-13 15,-4 7-7-15,4-7-29 0,0 0-31 0,0 0-44 16,0 0-33-16,0 0-46 0,6 8-151 0,-6-8-268 15,12-1 118-15</inkml:trace>
  <inkml:trace contextRef="#ctx0" brushRef="#br0" timeOffset="-137359.45">11532 10483 205 0,'0'0'223'15,"9"-3"-2"-15,-9 3-6 0,4-3-15 0,-4 3-11 16,0 0-21-16,0 0-18 0,0 0-19 0,9-2-12 15,-9 2-19-15,6-2-28 0,-6 2-38 0,12 0-40 16,-12 0-54-16,14 0-49 0,-6 0-54 0,-8 0-119 16,14-1-305-16,-14 1 136 0</inkml:trace>
  <inkml:trace contextRef="#ctx0" brushRef="#br0" timeOffset="-136605.28">7211 11107 75 0,'0'0'107'0,"-13"-3"2"15,7 2 5-15,6 1-7 0,-15-2 21 0,8 0-17 16,7 2 2-16,-12-2 0 0,12 2-9 0,-11-2 0 15,11 2-5-15,-7-1-4 0,7 1-15 16,0 0-4-16,0 0-9 0,0 0-4 0,0 0-4 0,0 0-3 16,0 0 4-16,0 0-3 0,29 1 0 0,-8 1 0 15,9 0-5-15,5 0-5 0,2 0-6 0,15 2 0 16,3-2-4-16,8-2-3 0,2 1 3 0,27 2-3 16,-28-3-6-16,32 4 0 0,-3-3-3 0,0 3-2 15,3-2 2-15,0 2 3 0,5 0 3 0,-1 0 2 16,1 0-1-16,2 2-2 0,3-1-2 0,4 3 1 15,-5 0-1-15,9-2 1 0,-7-1 5 0,7 3-1 16,1 0 1-16,-2 1 2 0,6-4 0 0,-2 1 1 16,-2 0-2-16,6 0-1 0,-2 0 9 0,0 2-1 15,0-5-2-15,-6 0 2 0,1-3 5 0,-4 4-7 16,1-3 2-16,-7 3-1 0,-7-4-1 0,-4 1 4 16,-2 1-4-16,-29-2-3 0,1 1-1 0,-2 0 6 15,1-1-4-15,-5 2-2 0,-8-2 1 0,-13 2-5 16,-2-1-5-16,-3-1-2 0,-2 0-2 0,-8 0-2 15,-1 0-2-15,-7 2-12 0,-1-2-23 0,-5-2-21 16,-7 2-39-16,12 0-40 0,-12 0-47 0,0 0-59 16,0 0-56-16,0 0-213 0,0 0-531 0,0 0 235 15</inkml:trace>
  <inkml:trace contextRef="#ctx0" brushRef="#br0" timeOffset="-136471.34">11684 11226 95 0,'0'0'96'0,"0"0"-54"0,0 0-59 0,0 0-19 15,0 0-39-15,0 0 17 0</inkml:trace>
  <inkml:trace contextRef="#ctx0" brushRef="#br0" timeOffset="-133131.54">13149 11672 132 0,'0'-11'228'16,"0"4"-20"-16,0 7-6 0,-2-14-15 0,2 14-13 15,-2-10-16-15,2 10-14 0,2-7-15 0,-2 7-14 16,0 0-13-16,0 0-3 0,0 0-4 0,0 0-2 0,-21 20 4 16,10-5-4-16,-9 9-2 0,2 1-9 0,-4 1-3 15,-1 1-5-15,2 1-7 0,0-2-6 16,2 3-2-16,0-7-4 0,2 3-10 0,2-2-5 16,1-1-1-16,4-4-6 0,-2 0-3 0,3-2-2 0,0 2-1 15,2-2-4-15,0-1-2 0,-2-1-27 0,3-4-18 16,0 6-26-16,3-6-26 0,-2-3-44 0,1-2-28 15,3 2-23-15,1-7-37 0,-8 8-177 0,8-8-417 16,-5 2 186-16</inkml:trace>
  <inkml:trace contextRef="#ctx0" brushRef="#br0" timeOffset="-132951.03">12770 11752 2044 0,'4'-9'-17'0,"0"-1"46"0,-1 5-3 15,1 0-17-15,-2-1-4 0,-2 6 2 0,5-4-6 16,-5 4 6-16,9-2-7 0,-9 2 0 0,13 3-1 16,-4 2 5-16,0 2-15 0,2 0-16 0,0 3-17 15,3 5-27-15,-3-4-25 0,5 5-24 0,4 2-34 16,0 0-112-16,1 1-287 0,-3-3 128 0</inkml:trace>
  <inkml:trace contextRef="#ctx0" brushRef="#br0" timeOffset="-132810.87">13273 12014 27 0,'0'0'175'0,"6"5"-6"0,-6-5-22 0,0 0-4 15,6 3-14-15,-6-3-11 0,0 0-16 0,0 0-11 16,6 5-29-16,-6-5-26 0,2 5-47 0,-2-5-41 16,6 8-138-16,-6-8-205 0,3 9 91 0</inkml:trace>
  <inkml:trace contextRef="#ctx0" brushRef="#br0" timeOffset="-131700.09">13865 12105 79 0,'0'0'220'0,"-8"-5"-10"0,1 0-15 0,7 5-15 16,-2-8-13-16,2 0-2 0,0 8-13 0,0-17-10 16,2 7-14-16,5-2-7 0,-1-1-11 0,3-3-11 15,0-1-6-15,5-5-3 0,-6 5-12 0,6-5-4 16,-5 4-8-16,3-5-6 0,-3 0-4 0,-3 5-7 15,0 0-5-15,-1 0-2 0,-3-1-5 0,1 1-6 16,-3 2-1-16,0 4 0 0,-3-1-8 0,1 4 0 16,0 0-6-16,-1 1 2 0,-1 2-3 0,0 1-3 15,4 5 0-15,-11-5-1 0,3 5-1 0,8 0-3 16,-15 5-1-16,7-2 2 0,0 1-7 0,2 3 10 16,1-3-5-16,1 4-3 0,4-8-1 0,0 13 2 15,0-13-4-15,10 14 3 0,0-8 2 0,6 3-2 16,2-5-3-16,2 2 3 0,8-1-3 0,-2-1-3 15,3-1 0-15,-8 1-1 0,-2 0-6 0,-1 2 7 16,-7-2-3-16,1 2 0 0,-1 2 1 0,-2-3 2 16,0 5-2-16,-4-1 2 0,-1 1-3 0,1 1 1 15,-2 4 4-15,-2-1-4 0,-1 1 5 0,-1 0-3 16,1 2 1-16,-3-5 2 0,3 1-1 0,1-1-1 16,1 0 4-16,-1 0-6 0,1-2 3 0,4 2-2 0,0-3 5 15,0-1 0-15,1-2-2 0,4-1-2 16,2-1 3-16,-1 0 0 0,3-4-2 0,1 0 2 15,5-2-4-15,-4 1-4 0,1-3-2 0,1-1 4 16,-4 0 1-16,5-3 1 0,-4-2-4 0,2 0-1 0,-3 2-1 16,-1-3 4-16,-1-2-3 0,-3 0 2 0,-4 2-1 15,-1 0 0-15,-3 0-2 0,2-2 1 0,-3 1 1 16,-1-1-1-16,-1 3 1 0,-3 1 2 16,4 2-2-16,-4-3 4 0,-1 7-5 0,5 3-2 0,-9-9 5 15,2 7 0-15,7 2-1 0,-15 3 2 0,8-1-2 16,-2 5-2-16,0 2 0 0,1 1 6 15,-2 2-4-15,1 5 0 0,2-5 4 0,1 1 2 0,3 1 0 16,2-1 0-16,2-1-3 0,2 4 2 0,1-6 1 16,1 2 1-16,1-3-1 0,1-1-1 0,6 1 2 15,1-2 4-15,4-3-2 0,1 1-2 0,2-2-3 16,0-3 4-16,1 0-8 0,5-3 9 0,2 1-4 16,-2-1 2-16,2-4-1 0,-4-1 1 0,-3 3-2 15,-4-4 2-15,1 2-3 0,-2-2 2 0,2-2 0 16,-5 2 2-16,2 0-1 0,-5-3 0 0,2-1-1 15,-5 3 2-15,-3-1-3 0,-1 1 2 0,1-2 2 16,-2 2-3-16,0 1 0 0,-3-1 3 0,-1 3 6 16,1 7-2-16,-10-12-3 0,2 8 1 0,-4 2 0 15,0 2 1-15,-1 0 0 0,-1 2 0 0,-3 4 0 16,1-1 1-16,0 3 2 0,1-1-6 0,5 1-2 16,-1-1 0-16,0 1 0 0,4 1 1 0,1-1 0 15,3-2 0-15,1 2-1 0,1-3 0 0,1-5-2 16,-2 13 1-16,2-13 1 0,4 8-1 0,-4-8 0 15,8 7 1-15,-4-3-1 0,-4-4 3 0,14 2 2 0,-9-1-7 16,3 1 1-16,-8-2-3 0,10 2-1 0,-10-2 3 16,9 3-3-16,-4 0 2 0,-5-3 0 15,8 8 1-15,-3-4-2 0,-1 1 2 0,0 5-3 16,4 0 6-16,-4 0-3 0,0 3 0 0,0 1 1 0,-3-2-2 16,3 5 3-16,1 1-6 0,0-1 4 0,-3-1 4 15,0 2-2-15,0-1-3 0,0-1 1 0,-1 2 5 16,-2-6-4-16,-1 4 0 0,0 1 2 15,-3-2 2-15,-4 1-3 0,1-2 1 0,-1 1 2 16,-5-1-1-16,1-2-2 0,-2 1-8 0,5-4-12 0,-1-2-11 16,1-1-18-16,1-3-26 0,1 1-24 0,1-1-36 15,0-2-23-15,7-1-53 0,-13-1-111 16,13 1-348-16,-9-7 155 0</inkml:trace>
  <inkml:trace contextRef="#ctx0" brushRef="#br0" timeOffset="-131321.47">15006 11887 22 0,'5'-6'231'0,"-3"0"-21"15,1 0-21-15,-3 6-19 0,0 0-6 0,0 0-4 16,0 0-14-16,0 0-7 0,0 0-13 0,9 17-2 16,-9-9-7-16,0 3-9 0,2 2-13 0,0-3-8 15,3 2-7-15,0 3-4 0,1-4-8 0,2-1-7 16,1-3-3-16,0 2-5 0,3-2-8 0,-1-1 3 15,9 0-10-15,-3-6 1 0,2 2-8 0,-4-4 0 16,4-1-4-16,-1-2-2 0,-2-3-3 0,0 1-4 16,-4 1 3-16,-3-1-4 0,3-6-3 0,-5 4 0 15,-1-3-1-15,-2 1 1 0,-1-2-4 0,3-3 3 16,-5 4 2-16,1 1 1 0,-2-2 2 0,0 3-2 16,-2 0-1-16,1 1 10 0,1 9 4 0,0-10-1 15,0 10 2-15,-1-11-9 0,1 11-6 0,0 0-2 16,0 0 2-16,0 0-2 0,0 0 1 0,0 0-2 15,-6 26-2-15,7-16 2 0,-4 4 7 0,5-2-10 16,-4 3-3-16,2 2 2 0,0-3 2 0,3 3-7 16,-1-2-9-16,2-4-16 0,0 1-20 0,0 0-24 15,1-2-20-15,0 1-25 0,0-4-26 0,4-1-42 16,-1 0-11-16,0-3-38 0,-2 1-144 0,1-2-402 16,1-2 177-16</inkml:trace>
  <inkml:trace contextRef="#ctx0" brushRef="#br0" timeOffset="-131095.93">15518 11656 200 0,'-1'-12'238'0,"1"3"-9"0,-2 1-15 0,2 8-23 0,2-8-22 16,-2 8-14-16,0 0-11 0,0 0 11 0,0 0 0 16,0 0-4-16,2 35-10 0,0-11-14 0,-2 2-13 15,0 2-9-15,0-1-6 0,0 2-11 0,0-2-8 16,0 1-6-16,2-2-12 0,-2-1 0 15,4 1-11-15,1-1-23 0,-4-6-24 0,2-2-28 16,3 0-18-16,-1-2-31 0,1-4-25 0,2 2-21 0,1-1-19 16,-1-4-22-16,2 0-13 0,3-4-16 0,-1 2-148 15,1-3-365-15,1-3 162 0</inkml:trace>
  <inkml:trace contextRef="#ctx0" brushRef="#br0" timeOffset="-130752.13">15850 11911 109 0,'5'-17'147'16,"-3"1"0"-16,-1-2 4 0,-2 3 6 0,-2 2 7 15,0 3 2-15,-2-1-5 0,-1 4-6 0,1 1-4 16,-1 4-8-16,6 2-4 0,-23 5-9 0,10 1-6 16,-4 4-11-16,3 2-10 0,-5 5-7 0,6-1-10 15,-2 4-9-15,5-5-7 0,2 2-6 0,-1-1-6 16,4-1-3-16,0 1-9 0,3-4-3 0,2-2-4 16,2 1-2-16,0-2-6 0,2 1 3 0,1-5-14 15,2-1-3-15,-1 0-5 0,3-3-5 0,1-1-7 16,3-1 1-16,-1-1 1 0,-1-4-2 0,-1 1 1 15,1-3-1-15,-3 0-2 0,5-3 3 0,-5 1 0 16,-2-2 0-16,2 1-3 0,-3-1-1 0,-2 1 3 16,2 0 2-16,-3 1 1 0,2 1 3 0,-3 1 8 15,2 3 4-15,-3 5-4 0,2-9-2 0,-2 9-3 16,0 0 1-16,0 0-1 0,0 0 7 0,0 0 0 16,0 0-2-16,-3 25 0 0,1-15 0 0,2 3-6 0,-1 0 2 15,2-2-1-15,1 1 1 0,-1 1-6 16,4 2-15-16,-3-4-16 0,1 2-26 0,1-1-29 0,2-3-34 15,2-1-36-15,0-1-44 0,-2 0-29 16,3-2-176-16,0-1-433 0,1-2 191 0</inkml:trace>
  <inkml:trace contextRef="#ctx0" brushRef="#br0" timeOffset="-130513.05">16117 11678 25 0,'0'-24'243'0,"3"9"-11"0,-2 1 8 15,-1 3-3-15,3 1-9 0,-3 10-21 0,1-8-21 16,-1 8-19-16,0 0-5 0,0 0-7 16,0 0-2-16,0 0-2 0,4 29-9 0,-4-10-5 0,1 9-10 15,0 0-5-15,-1 2-15 0,3-1-9 0,-3-1-10 16,0-1-7-16,0-1-3 0,3-1-15 0,-3-6-2 16,3 5-8-16,-1-5-15 0,0-3-20 0,1 0-25 15,-1 1-26-15,1-5-28 0,-3 1-35 0,4-1-36 16,-2-3-33-16,1-1-26 0,-2-3-22 0,-1-5-24 15,4 10-174-15,-4-10-445 0,0 0 197 0</inkml:trace>
  <inkml:trace contextRef="#ctx0" brushRef="#br0" timeOffset="-130241.68">16055 11856 143 0,'0'0'184'0,"0"0"-18"0,-3-8-15 0,3 8-12 16,0 0-7-16,13-5-10 0,-3 5-5 0,3-2-9 15,5 1-4-15,2-2-8 0,0 1-7 0,3 0-8 16,3 0-4-16,-3 0-7 0,-2 0-2 0,1 1-1 16,-3 1 1-16,-1-4-1 0,-1 5 0 0,-5-3-1 15,-2 2-4-15,-1-2-5 0,-1 1-5 0,-8 1-4 16,11-1-7-16,-11 1-3 0,10 1 2 0,-10-1-1 16,10 5 8-16,-5-1 5 0,-1 1-2 0,1 4-5 15,-2 0-3-15,0 1-2 0,-2 1-1 0,0 0-1 16,1 1-7-16,-2-1-1 0,1 2-5 0,-2-3-22 15,1 2-31-15,-2-1-34 0,1 1-22 0,0 0-48 16,-2-4-46-16,2 3-69 0,-1-5-132 0,-1 2-410 16,1-2 182-16</inkml:trace>
  <inkml:trace contextRef="#ctx0" brushRef="#br0" timeOffset="-130082.14">16448 11622 26 0,'0'0'150'0,"-3"-5"-24"15,3 5-26-15,0 0-52 0,0 0-41 0,0 0-84 0,0 0-82 16,-3 22 37-16</inkml:trace>
  <inkml:trace contextRef="#ctx0" brushRef="#br0" timeOffset="-129537.96">16648 11811 46 0,'0'0'199'0,"0"0"16"0,0 10-5 0,0-4-10 0,0-6-20 16,-5 16-9-16,2-5-13 0,1 0-8 0,-1-1-18 16,3 1-8-16,-3 1-13 0,2-1-8 0,1 0-13 15,1-1-5-15,1 1-10 0,-1-1-7 0,3-2-6 16,-2-1-3-16,-2-7-8 0,4 10 0 15,0-6-3-15,-4-4-7 0,6 6-3 0,-6-6 0 0,8 1-4 16,-8-1-2-16,10-2 0 0,-10 2-2 0,10-7-6 16,-2 1-2-16,-1-3-4 0,-1 1 2 0,2 0-5 15,-1 0-1-15,1-3-1 0,-3 1 0 0,3-1-1 16,2-4-3-16,-1 1-2 0,0-1 0 0,4 2-1 16,-6 4 3-16,1 0-3 0,2 3-1 0,-1 1-1 15,-1-2 0-15,-2 6 1 0,-6 1 13 0,14 5-5 16,-7 3 11-16,-1-1 3 0,2 3 2 0,-3 0-5 15,-1 2 2-15,0 1-2 0,-3 3-1 0,0-1 4 16,0 1 2-16,-1-4-6 0,-2-2 3 0,2 0-9 16,-3-2 2-16,2-1 3 0,1-7-4 0,0 11-3 15,0-11 9-15,0 9 11 0,0-9 6 0,-3 6 7 0,3-6 8 16,0 0-1-16,0 0-5 0,0 0-6 16,0 0-11-16,0 0 5 0,23-16-13 0,-12 9 3 15,-1-2-4-15,3-1 14 0,-1-1-15 0,4 1-10 16,-3-3 7-16,1 0-6 0,2 1-7 0,-2 2 6 15,2 2-5-15,-6 2-1 0,3 1-10 0,-4 2 17 16,0 0-13-16,-1 1 1 0,-8 2 0 0,15 2-4 0,-10 1 2 16,0 1 1-16,1 2-5 0,-2 1 3 15,-2 0 4-15,2 2-1 0,-2 2-8 0,-1-1 7 0,-1 1 3 16,-1-1-2-16,1 0-15 0,0 2-21 0,-2-2-28 16,0-2-31-16,0-1-32 0,2-7-48 0,-2 12-53 15,2-12-47-15,-1 10-246 0,1-10-561 16,0 0 248-16</inkml:trace>
  <inkml:trace contextRef="#ctx0" brushRef="#br0" timeOffset="-129364.09">17454 11862 118 0,'0'0'232'15,"0"0"-19"-15,8-4-11 0,-8 4-14 0,0 0-16 16,6-3-19-16,-6 3-14 0,8-1-11 0,-8 1-9 15,13 1-15-15,-13-1-28 0,18 0-47 0,-8 1-50 16,-3 1-49-16,5-2-49 0,-1 1-159 0,-11-1-300 16,13 0 133-16</inkml:trace>
  <inkml:trace contextRef="#ctx0" brushRef="#br0" timeOffset="-129210.14">17461 11950 63 0,'-6'3'232'0,"6"-3"-2"0,-10 4-7 0,10-4-10 15,-7 4-15-15,7-4-11 0,-4 2-18 0,4-2-6 16,0 0-22-16,0 0-13 0,0 0-10 0,0 0-10 16,0 0-15-16,27 1-37 0,-13-2-50 0,0-3-56 15,2 2-60-15,3-2-67 0,-1-3-156 0,-1 0-359 16,0 0 160-16</inkml:trace>
  <inkml:trace contextRef="#ctx0" brushRef="#br0" timeOffset="-128640.08">18795 11587 2056 0,'1'-29'-12'0,"-2"0"31"0,-3 4 17 16,1 6 30-16,-2 1-6 0,1 2 1 0,1 1-4 15,0 0 7-15,-2 7 2 0,3 0 3 0,-1-2 2 16,3 10-10-16,-1-9-3 0,1 9-11 0,0 0 0 15,0 0-6-15,0 0 8 0,0 0-12 0,12 21 6 0,-4-4 1 16,2 8-5-16,4 1 5 0,-1 6 0 16,0-2-1-16,1 1-2 0,0 2-4 0,0-4-3 15,-2-1-4-15,2 1 3 0,-3-2-4 0,-1-1-5 16,3 1 5-16,-1-5-6 0,-5-3 1 0,2-1-8 0,-1-4 2 16,-3-3 4-16,0 0-8 0,0-2 3 0,0-3-6 15,-2-1 2-15,-1 0-1 0,-2-5 2 0,4 9 19 16,-4-9 12-16,4 5 18 0,-4-5-12 15,0 0-3-15,0 0-3 0,0 0-6 0,13-26-5 0,-7 10-3 16,2-8-6-16,2-3 2 0,3 0-2 0,0-2-3 16,2-2-5-16,-1-2 2 0,5-10-6 0,-5 11 0 15,0 1-2-15,0-2-1 0,2 6 2 16,-5-1 1-16,2 5-3 0,-3 5 3 0,-3 4-3 0,-1 5-12 16,1 0-3-16,-5 2-20 0,2 2-34 0,0 0-32 15,-4 5-21-15,0 0-17 0,0 0-28 0,0 0-18 16,10 14-44-16,-9-2-27 0,-1 9-24 0,-5 4-195 15,0 4-504-15,-3-1 223 0</inkml:trace>
  <inkml:trace contextRef="#ctx0" brushRef="#br0" timeOffset="-128268.05">19209 11882 159 0,'2'8'192'0,"1"-4"2"16,-3-4-9-16,4 10-9 0,-3-3-9 0,2-1-10 15,-1 2 2-15,1 2-9 0,-1-2-9 0,1 2-9 16,1-2-12-16,-3-1 1 0,0 0-14 0,0 0-4 16,2-1-8-16,-2 1-7 0,-1-7-4 0,2 12 2 15,-2-12-3-15,1 7-5 0,-1-7 0 0,0 8 7 16,0-8 7-16,0 0 8 0,0 0 7 0,3 6-1 0,-3-6-5 16,0 0-12-16,0 0-10 0,0 0-2 15,0 0-15-15,0 0 3 0,-8-20-8 0,8 9-3 16,1 1-15-16,0-2 0 0,2-4-5 0,3 0-6 15,5-7 0-15,0 4 0 0,3-3-11 0,1 1 5 0,-3 6 4 16,6-6-11-16,-7 7-9 0,5 2 6 16,-2 2-6-16,-3 3 0 0,6 0 0 0,-7 4-2 15,3 2 1-15,0 0-6 0,-1 3 3 0,0 2-3 0,0 2-1 16,-1 2 4-16,-2 0-3 0,-1 4-1 0,-1 2 1 16,0 1-2-16,-2 0 7 0,-1 1-6 15,-2-1 2-15,-1 1-24 0,1-3-28 0,-1-2-36 16,-1 3-42-16,1-3-44 0,1 3-58 0,1-4-43 0,0-1-270 15,1-1-591-15,-2-2 261 0</inkml:trace>
  <inkml:trace contextRef="#ctx0" brushRef="#br0" timeOffset="-127762.05">19690 11711 49 0,'0'0'271'0,"-2"-10"-18"16,2 10-21-16,-2-7-25 0,2 7-20 16,0 0-20-16,0 0-10 0,0 0-2 0,0 0 8 0,0 0-11 15,0 36 6-15,0-19-20 0,0 7-7 0,0-5-9 16,-3 6-10-16,3-7-7 0,-1 2-7 15,-1-2-2-15,1 0-6 0,0-2-5 0,2 0-9 16,-1 0-4-16,1-4-3 0,-1 0-6 0,2-2-5 0,-1-1-3 16,-1-2-2-16,3 0-1 0,-3-7-10 0,2 11 1 15,0-5 2-15,-2-6 0 0,3 7 1 0,-3-7 0 16,4 6 4-16,0-2-1 0,-4-4-7 0,8 2 0 16,-8-2-2-16,11 0 2 0,-11 0-8 0,14-2 0 15,-6 0-3-15,0 0-5 0,-1 0-41 0,-7 2-44 16,17-4-36-16,-11 3-46 0,3-2-54 0,0 0-50 15,3 0-50-15,-1-1-245 0,1 0-585 0,5-2 259 16</inkml:trace>
  <inkml:trace contextRef="#ctx0" brushRef="#br0" timeOffset="-127442.23">20409 11804 205 0,'-9'1'231'0,"9"-1"-7"0,-13 2-5 0,13-2-7 16,-13-2-5-16,7 4-8 0,6-2-14 0,0 0-12 0,0 0-7 15,0 0-22-15,-9-4-9 0,9 4-6 0,0 0 6 16,0 0-16-16,26-7-10 0,-11 4-6 15,5-2-9-15,1 0-5 0,-1 0-9 0,9 0-9 16,-8 4-3-16,1-2-3 0,-5 1-11 0,2-1-7 16,-8 1-8-16,1-1 1 0,-3 2-7 0,-3 1-4 15,-6 0-14-15,13-3-27 0,-13 3-31 0,9-1-42 0,-9 1-47 16,0 0-76-16,5-4-67 0,-5 4-203 0,0 0-517 16,0 0 229-16</inkml:trace>
  <inkml:trace contextRef="#ctx0" brushRef="#br0" timeOffset="-126971.48">20976 11423 6 0,'0'-6'291'0,"0"6"-9"0,-1-12-17 0,1 12-22 0,0-10-22 15,0 10-23-15,0 0-18 0,0 0-14 0,0 0-11 16,0 0-5-16,0 0-4 0,0 0-5 0,17 35-4 16,-11-11-10-16,3 0-8 0,-2-6-8 0,3 9-9 15,-1 0-9-15,0 0 0 0,3-3-10 0,-3 2-13 16,2-2 3-16,-1 0-6 0,-4-7-4 0,4 0 11 16,-3 0-17-16,-1-2-9 0,-1-3-1 0,0-1-10 15,2 0 2-15,-1 0 10 0,-2-2-21 0,1-3-2 16,-1 0 3-16,-2 0-5 0,1-1-4 0,-3-5-3 15,3 9 6-15,-1-5 12 0,-2-4-16 0,0 0 15 16,5 5 24-16,-5-5-21 0,0 0 7 0,0 0-7 16,10-10-5-16,-5-1 5 0,1 1-5 0,1-6-11 15,1 0 3-15,2-3-5 0,0-3 4 0,1-3-7 0,0-1 0 16,1-1-7-16,0-4 5 0,1 4-4 0,-2-2 3 16,1-1-9-16,-2 5 2 0,1 0 5 15,-2 7-6-15,0 1 4 0,-2 1-5 0,-2 4-2 16,2 2 4-16,-5 1-4 0,2 5 2 0,-1-2-21 15,-3 6-12-15,5-9-33 0,-5 9-29 0,4-5-17 0,-4 5-5 16,0 0-17-16,0 0-24 0,0 0-28 16,6 13-35-16,-5-3-27 0,2 0-20 0,1 9-23 0,-3 6-178 15,0-6-502-15,0 0 222 0</inkml:trace>
  <inkml:trace contextRef="#ctx0" brushRef="#br0" timeOffset="-126749.02">21558 11750 62 0,'0'0'269'0,"0"0"-15"0,0 0-11 0,0-24-21 15,0 24-14-15,4-7-16 0,0 4-12 0,2-2-16 16,5 1-15-16,1 1-12 0,6-1-10 0,1 1-16 16,3 0-5-16,-1-1-13 0,7-1-8 0,-8 1-7 15,3 1-8-15,-3 1-8 0,-2-1-17 0,0-1-25 16,-6 4-31-16,-2-2-32 0,-3 3-27 0,-7-1-30 15,11-4-34-15,-6 2-36 0,-5 2-16 0,0 0-15 16,0 0-126-16,0 0-355 0,0 0 157 0</inkml:trace>
  <inkml:trace contextRef="#ctx0" brushRef="#br0" timeOffset="-126524.95">21574 11683 169 0,'-7'2'168'16,"7"-2"-2"-16,0 0 12 0,-4 7 5 0,4-7 4 15,-3 15 1-15,2-5-2 0,0 3-4 0,0 2-4 16,-2 2-7-16,0 0-1 0,1 2-10 16,-3 1-14-16,0 1 9 0,1-4-23 0,-1 2-11 0,-2 0-11 15,3-2-6-15,1 0-12 0,0-1-9 0,-2-4-7 16,1 1-8-16,3-2-9 0,-2-3-3 0,2 2-11 16,1-3-20-16,1 1-26 0,-1-8-34 0,-1 10-28 15,1-10-49-15,0 10-41 0,0-10-32 0,0 0-43 16,-1 8-45-16,1-8-145 0,0 0-454 0,0 0 201 15</inkml:trace>
  <inkml:trace contextRef="#ctx0" brushRef="#br0" timeOffset="-126388.84">21545 11937 98 0,'4'-2'199'0,"-4"2"-6"0,9-7-11 16,1 4-8-16,1-1-10 0,2 2-12 0,6 0-13 15,2 0-16-15,-1 0-8 0,10 0-16 0,-3-1-20 16,2 3-46-16,-1-1-49 0,0-3-60 0,0 2-65 15,-8-1-113-15,6-1-273 0,-4 0 122 0</inkml:trace>
  <inkml:trace contextRef="#ctx0" brushRef="#br0" timeOffset="-126096.16">22106 11655 105 0,'3'-5'251'0,"-3"5"-10"0,1-8-16 0,-1 8-19 16,4-6-15-16,-4 6-2 0,0 0 4 0,0 0 12 15,0 0-15-15,5 22-6 0,-4-11-2 0,1 6 2 16,-2 0-14-16,0 2-13 0,0 6-6 0,-2 0-8 16,0-1-9-16,0-5-14 0,1-1-12 0,-1 2-11 15,0-2-2-15,1-2-11 0,-2 0-5 0,1-4-13 16,0-1 7-16,2 2-8 0,0-5-12 0,-1 1-5 16,0-3-2-16,1-6-9 0,1 13 5 0,-1-13-5 15,0 7 5-15,0-7-6 0,3 6-3 0,-3-6 7 16,5 6-12-16,-5-6 1 0,13 0-3 0,1 0-2 15,1-2-6-15,6 0-15 0,0-5-27 0,7 2-31 16,2-2-31-16,3-3-30 0,1-1-21 0,2 2-28 0,-2 1-24 16,-2 1-37-16,1 2-35 0,-5 2-28 0,-9 0-225 15,-1 2-556-15,-7 0 245 0</inkml:trace>
  <inkml:trace contextRef="#ctx0" brushRef="#br0" timeOffset="-125579.93">19128 12503 140 0,'-5'-3'251'0,"5"3"-18"16,-9-4-17-16,9 4-17 0,0 0-6 15,0 0-9-15,28-5-4 0,4 3-3 0,20-1-19 16,37-2-11-16,13-1-9 0,13-4-1 0,19 1-13 16,8 2-6-16,9-2-5 0,8-1-6 0,0 1-4 0,5 3 0 15,1 2-5-15,-5-3 4 0,-4 1-19 16,-8 1 13-16,-7 1-20 0,-6 1-4 0,-6 3 1 16,-10-4 0-16,-4 1 0 0,-8 1-8 0,-9-3 2 15,-4 2-8-15,-32 2 10 0,3-3-18 0,-1-2-4 0,-4 2-5 16,-3-1-11-16,-6 2-3 0,-14 0 1 0,-4-1 1 15,-6 1-2-15,-8 0-8 0,-1 3 0 16,-9-3 3-16,-1 3-4 0,-3-2-4 0,-5 2-5 16,6-5-22-16,-6 5-29 0,0 0-28 0,-29-9-44 0,1 8-42 15,-12 2-46-15,-12-1-52 0,-5 5-37 0,2 2-258 16,-7-3-594-16,-29-1 264 0</inkml:trace>
  <inkml:trace contextRef="#ctx0" brushRef="#br0" timeOffset="-124801.55">20216 12743 214 0,'-1'-7'223'16,"1"7"-11"-16,-3-12-4 0,3 12-6 0,-4-11-10 15,3 5-9-15,1 6-2 0,-3-9-7 0,3 9-8 16,0 0-12-16,-1-9-11 0,1 9-16 0,0 0-8 16,0 0-10-16,-2-8-11 0,2 8-7 0,0 0-7 15,0 0-9-15,0 0-9 0,0 0-7 0,0 0 0 16,0 0-5-16,0 0 5 0,0 0-12 0,0 0 8 15,0 0 6-15,3 31 0 0,-1-20 0 0,0-1-5 16,0 1 1-16,0 7-12 0,-1-7 4 0,2 2 4 16,-2 2-10-16,3-1-1 0,-1 1-3 0,-1 0-5 15,1 1-2-15,-1-2 4 0,0-3 1 0,1 1-1 16,0 1 18-16,2 3-23 0,1 0 6 0,-2 3 10 0,0-2-16 16,0-2-1-16,0-1-1 0,2 1-3 15,-1-4-1-15,-1 1-6 0,0 0 5 0,2-2-6 16,-2-1-3-16,0 0 0 0,0 0 0 0,-1-3-5 15,0 0-1-15,1-2 2 0,-4-4 0 0,3 7-2 0,-3-7 6 16,2 5-8-16,-2-5 6 0,0 0 13 0,4 7 15 16,-4-7 9-16,0 0 13 0,0 0-9 0,0 0-1 15,0 0-9-15,0 0-5 0,10-21-3 16,-3 12-3-16,0-2-4 0,4-5 4 0,1-8-7 0,4 2-3 16,0 0-2-16,3-2-2 0,2-2-6 15,-1 1 0-15,2 2-4 0,1-3 1 0,-1 0 0 0,-3 1 2 16,3-1-7-16,-6 3-2 0,1 1 4 0,-2 2-3 15,-2 4 2-15,-3 2 1 0,-3 5-1 0,0-1-2 16,-2 3-1-16,2 0 0 0,-3 2-3 0,-2 0 2 16,-2 5-4-16,7-7 3 0,-7 7-14 0,5-6-20 15,-5 6-25-15,0 0-5 0,0 0-36 0,0 0-22 16,0 0-26-16,0 0-36 0,-7 26-33 0,2-15-35 16,-1 6-36-16,-1-3-33 0,2 4-266 0,-1-1-634 15,1 2 281-15</inkml:trace>
  <inkml:trace contextRef="#ctx0" brushRef="#br0" timeOffset="-124477.58">20901 12975 244 0,'2'-12'268'15,"0"7"-9"-15,-2 5-9 0,0-11-11 0,0 11-8 16,0-8-13-16,0 8-5 0,0 0-10 0,0-9-16 15,0 9-15-15,0 0-18 0,0 0-16 0,0 0-10 16,0 0-9-16,0 0-8 0,0 0 6 0,0 0-21 16,-26 19-14-16,18-9 1 0,-2 4-6 0,1 1-9 15,0 2-4-15,-1 0-1 0,3 1-8 0,-1 0 0 16,0 1-7-16,1-2 2 0,2 0-5 0,1 0-5 16,0 1 3-16,1 0-8 0,-1-2 5 0,3-1-10 15,1-1-3-15,-1 0-4 0,-1-1-1 0,2-2-7 0,0-1-4 16,2 1 2-16,-1-4-8 0,-1 1-33 0,1-2-25 15,-1-6-4-15,2 11-34 0,-2-11-29 16,0 8-26-16,0-8-27 0,0 0-28 0,0 7-16 16,0-7-31-16,0 0-34 0,0 0-173 0,0 0-492 0,0 0 218 15</inkml:trace>
  <inkml:trace contextRef="#ctx0" brushRef="#br0" timeOffset="-124302.73">20648 13199 188 0,'14'-7'240'0,"-6"7"-5"16,3 0-5-16,3-2-7 0,4 2-16 0,1-4-11 16,9 4-17-16,-1-4-16 0,4 1-20 15,-2 0-5-15,3 0-19 0,-2 1-20 0,-2 2-40 0,-5-2-46 16,2-1-24-16,-6 1-75 0,3 0-34 0,-4-1-39 16,3 0-28-16,-2 1-125 0,-3-2-337 15,-2 1 149-15</inkml:trace>
  <inkml:trace contextRef="#ctx0" brushRef="#br0" timeOffset="-123983.83">21316 12943 241 0,'3'-6'271'0,"1"2"-10"0,-4 4-19 16,2-9-21-16,-2 9-24 0,0 0-5 0,0 0 7 0,0 0-8 15,0 0-4-15,10 13 1 0,-10-13 6 0,0 25-13 16,-1 0 3-16,-1-7-3 0,-2 2-26 0,0 5-2 15,-1 1-17-15,-2-7-11 0,4 1-9 0,-1-2-23 16,0 2 14-16,-2-4-11 0,3 1-15 16,1 0 1-16,0-2-9 0,-2-3-3 0,3-1-7 0,0 0-10 15,1-3-4-15,-1 0 0 0,1-8-6 16,0 11 6-16,-2-5-17 0,2-6 16 0,3 8 0 0,-3-8-7 16,1 8 4-16,-1-8-1 0,7 4 3 0,-2-1-8 15,3-2-2-15,1 1 0 0,4-4-6 0,6 1 3 16,2-2-8-16,-2-1-4 0,9-1-22 0,-7 0-25 15,8-3-33-15,0 2-48 0,-1-5-39 0,2 2-39 16,-3-1-37-16,0-1-35 0,1 1-50 0,1-2-42 16,2 2-254-16,-6 0-650 0,6-1 288 0</inkml:trace>
  <inkml:trace contextRef="#ctx0" brushRef="#br0" timeOffset="-46965">11887 13307 28 0,'0'0'171'0,"-3"-14"0"0,1 8-4 0,2 6-2 15,-6-11-9-15,5 4-6 0,-3 2-9 0,1-1-2 16,3 6-10-16,-4-9-3 0,4 9-12 0,-5-6-12 15,5 6-4-15,0 0-10 0,-2-8-6 0,2 8-11 16,0 0-10-16,0 0-5 0,-4-5-8 0,4 5-4 16,0 0-6-16,0 0 1 0,0 0 1 0,4 32 0 15,-3-21-6-15,2 7-4 0,2 2 1 0,-1-1-6 16,1 5-3-16,0 3-2 0,0-9-2 0,1 1 1 16,2 7-4-16,-2-8 1 0,-2 1-5 0,1-1 4 15,2-3-4-15,-1 4-3 0,0-2-3 0,1-3 3 16,0 1-4-16,-4-5 2 0,5-1-1 0,-4 4 3 15,2-7-4-15,-2 3 3 0,1-3-3 0,-1-1-2 16,0 1 2-16,0-2 1 0,-1-1-2 0,-3-3 4 0,7 5 4 16,-7-5 5-16,0 0-1 0,0 0 4 15,15-9-7-15,-8 2 3 0,3-8 14 0,-1-2-1 16,-1-1-3-16,0 0-2 0,2-8-5 0,-1 2 1 16,0-4-5-16,5 1 2 0,-6 0-3 0,-1-1 2 15,3-1-6-15,-3 2 1 0,1-1-3 0,-2 5 1 16,4 0 1-16,-4 5-3 0,-1 2 4 0,-3 4-9 15,0 0 1-15,3 3-3 0,-3 3-15 0,-2 1-20 16,0 5-25-16,7-8-4 0,-7 8-10 0,0 0-14 16,0 0-14-16,14 10-19 0,-12-3-25 0,4 3-21 0,1 5-27 15,-4 1-153-15,-3 2-376 0,2 2 167 16</inkml:trace>
  <inkml:trace contextRef="#ctx0" brushRef="#br0" timeOffset="-46422.08">12502 13524 124 0,'0'0'196'0,"0"0"-3"0,-9-12-16 0,9 12-6 0,-12-4-4 15,4 1-6-15,-1 0-6 0,-3 2-9 0,1 2-10 16,-1-1-6-16,1 2-10 0,-1 1-10 15,0-1-8-15,1 3-8 0,0 0-7 0,-3 4-10 16,3-2-5-16,-3 5-8 0,3-1-8 0,-2 2-1 0,3-1-6 16,2 3-6-16,3-5-7 0,1 3-1 15,2-4-4-15,0 4-3 0,1-2-5 0,4 0-1 0,1 0-2 16,1-2 5-16,1 1-10 0,1-4 1 16,0 2-2-16,2-2 2 0,-1-1-3 0,3 0 1 0,-1-3-6 15,1-1 3-15,-1 2 0 0,2-3 0 0,-2-1-3 16,1-3 4-16,-2-2-2 0,-1 1-1 15,2-2 1-15,-5 0 2 0,1-2 1 0,-2-1-2 16,1 1-2-16,-1-2 2 0,-2-2-2 0,-1-4 5 0,-1 6 5 16,0-6-5-16,0-1-3 0,-3-8 5 0,1 7-4 15,-2-6-1-15,-1-1-3 0,1 0 2 0,0 2-4 16,0-1 5-16,0 9 1 0,2-1 1 0,-2 1 6 16,3 5-1-16,-2 2 1 0,3-1 4 0,0 10-1 15,-1-12-5-15,1 12-4 0,-2-10-3 0,2 10-2 16,0 0-1-16,0 0 5 0,0 0-4 0,0 0-3 15,7 29 1-15,-3-14 0 0,-2 4-1 0,2 5-1 16,-2 3 1-16,0 0 0 0,2-2 3 0,-4 0-8 16,5 1 6-16,-6 0-4 0,1 2 5 0,0-11-5 15,1 4 3-15,0-3-10 0,-1 1-15 0,0 0-22 16,0-1-25-16,3-2-30 0,-3 1-35 0,0-2-26 16,0-2-33-16,4-3-27 0,-4-1-25 0,2 0-153 15,-2-1-429-15,0-8 190 0</inkml:trace>
  <inkml:trace contextRef="#ctx0" brushRef="#br0" timeOffset="-46191.13">12828 13512 177 0,'-5'-7'217'0,"0"2"-7"15,-3 0-8-15,-3 3-5 0,1 0-4 0,10 2-4 16,-22 3-12-16,9 1-6 0,1 2-3 0,-1 4-15 15,-2 2-14-15,0-1-12 0,4 2-11 0,0 3-7 16,0 0-17-16,4 0-12 0,5-3-8 0,-3 2-4 16,3 2-3-16,2-3-7 0,3-3-6 0,1 0-11 15,1 0-24-15,5-2-33 0,0-1-34 0,3-2-45 16,5-1-50-16,-2-1-41 0,4-3-42 0,-2-1-167 16,-2 0-429-16,4-2 190 0</inkml:trace>
  <inkml:trace contextRef="#ctx0" brushRef="#br0" timeOffset="-46020.68">13182 13493 181 0,'5'-1'189'16,"-5"1"-22"-16,16-1-16 0,-9 0-23 0,-7 1-32 15,18 0-35-15,-18 0-32 0,11 0-26 0,-7-1-37 16,-4 1-22-16,0 0-13 0,11 2-72 0,-11-2-153 15,2 4 67-15</inkml:trace>
  <inkml:trace contextRef="#ctx0" brushRef="#br0" timeOffset="-45901.15">13239 13564 63 0,'0'0'113'0,"2"7"-6"0,-2-7-2 16,2 8-1-16,-2-8-10 0,7 6-5 0,-5-5-7 15,-2-1-6-15,16 4-17 0,-5-5-22 0,9 1-29 16,10-3-45-16,1-4-113 0,3 3-163 0,6-5 72 15</inkml:trace>
  <inkml:trace contextRef="#ctx0" brushRef="#br0" timeOffset="-45323.18">14524 13230 163 0,'0'0'269'16,"-4"-7"-27"-16,4 7-26 0,0 0-18 0,0 0-21 15,22-9-20-15,-5 6-14 0,3 1-16 0,8 0-16 16,-6-1-25-16,3 0-21 0,-3 2-23 0,-2 0-24 16,-2 0-22-16,-5 1-20 0,-2 0-11 0,0 0-12 15,-5 0 7-15,-6 0 0 0,13 0 3 0,-13 0 7 16,5-3 3-16,-5 3-6 0,0 0 6 0,0 0 7 15,0 0-2-15,0 0 3 0,0 0 9 0,0 0-4 16,0 0 8-16,-19-9-6 0,19 9 11 0,-8-1 9 16,8 1 0-16,0 0 1 0,-12-2 7 0,12 2-4 15,0 0-1-15,-7 7 3 0,7-7 5 0,-4 7 13 16,4-7 13-16,-4 15 14 0,4-3 3 0,-2 0-3 16,2 7 8-16,0 1 0 0,0 8 12 0,-2-2-2 15,2 0-7-15,-1 1-1 0,-1 0-8 0,0 0 6 16,0-2-14-16,4-5-3 0,-2-1-6 0,3 0-5 15,-3-1-4-15,2 0-5 0,0 0 0 0,2-2-3 16,-4-1 0-16,3-5-6 0,-1 1 1 0,-2-5-6 16,0 2-7-16,0-8-7 0,1 10 3 0,-1-10-2 15,0 0 1-15,-3 10-7 0,3-10-2 0,0 0-2 16,-10 0 1-16,10 0 1 0,0 0-3 0,-18-6 3 16,12 2-1-16,6 4 5 0,-12-8-1 0,6 4 5 15,1 1-3-15,5 3 2 0,-7-7-4 0,7 7 2 16,-6-3-3-16,6 3 0 0,0 0 5 0,0 0-4 15,0 0-1-15,0 0 4 0,0 0 1 0,0 0-4 16,36 6 1-16,-26-4 0 0,5 2-1 0,2-4-8 16,3 3-19-16,3-2-21 0,-3 2-21 0,9-3-23 15,-6 1-20-15,4 1-24 0,-4-5-17 0,-4 3-17 16,0 0-12-16,-1-2-120 0,-3 1-328 0,-2 0 145 16</inkml:trace>
  <inkml:trace contextRef="#ctx0" brushRef="#br0" timeOffset="-44915.43">15126 13594 5 0,'10'-8'75'0,"-1"3"2"15,-3-1 3-15,-1 0 6 0,-2 1 14 0,-3 5 0 16,0-12 12-16,0 12 4 0,-5-13 6 0,-1 8 4 0,-1 1-2 16,-2 0 6-16,3 2 2 0,-5-3 0 0,0 4-1 15,1 0-3-15,-3 0-3 0,-1 3-6 0,-2 3-6 16,3-1 0-16,-2 4-10 0,-2 0-12 16,4 2-4-16,5 0-5 0,-5 2-11 0,2-1-9 15,3 1-4-15,2-3-8 0,3 2-3 0,-2 0-2 0,5 0-10 16,0-3 1-16,4 2-6 0,0-2-1 0,2 1-1 15,3-4-3-15,0 0-5 0,4-3-2 0,0 0 3 16,3-4-6-16,2-1-1 0,4-1-3 16,-6-1-2-16,5-1-1 0,-7-1 0 0,-1-1-2 0,1-2 2 15,-2-3-4-15,1 1 3 0,-4-2-1 0,1-1-1 16,-2-2 2-16,0 1 0 0,-2-1 0 16,-3-2-3-16,1-1 1 0,-3 0 2 0,-2-4-2 0,-3 4-6 15,4-4 9-15,-4 5-2 0,3 2 4 0,-1 5 1 16,1 1 20-16,1 1 3 0,-2 2 1 0,2 8-2 15,-2-11 1-15,2 11-10 0,-2-6-3 0,2 6-5 16,0 0-1-16,0 0 2 0,0 0 5 0,0 0 1 16,-4 35-7-16,1-18 1 0,5 1 0 15,-4 1-4-15,1 1 2 0,1-1-2 0,-1 9-5 0,-1-9 2 16,5 1-3-16,-2-1-5 0,1 0-19 0,0-2-24 16,1 0-36-16,-1 1-35 0,0-1-53 0,-1-2-50 15,1-4-55-15,0 0-212 0,0-1-521 0,1-1 231 16</inkml:trace>
  <inkml:trace contextRef="#ctx0" brushRef="#br0" timeOffset="-44609.15">15555 13477 213 0,'0'0'237'0,"-2"-11"-4"0,2 11-8 15,-5-8-8-15,5 8-18 0,-7-3-12 0,7 3-17 16,-13 0-10-16,4 4-10 0,0 3-7 0,-2 0-9 16,-3 3-9-16,-1 5-4 0,0-2-12 0,-2 6-7 15,5-5-13-15,-1 2-7 0,3-1-7 0,0-1-6 16,7 1-7-16,-2 0-5 0,1-4-7 0,4 0-7 15,4 5-4-15,-1-7-23 0,2 0-25 0,1-2-37 16,1 2-36-16,3-2-45 0,0-4-57 0,3 0-37 16,1-2-219-16,-3-1-477 0,2-1 212 0</inkml:trace>
  <inkml:trace contextRef="#ctx0" brushRef="#br0" timeOffset="-44059.52">15808 13403 208 0,'-5'-7'208'15,"5"7"-13"-15,0 0-14 0,-3-6-14 0,3 6-15 16,0 0-4-16,0 0 4 0,0 0 6 0,0 0-6 15,20 15-5-15,-11-6-9 0,2 4-13 0,3 0-1 16,0 1-15-16,5 4-6 0,-7-3-16 0,2-1 1 16,0 2-12-16,0-2-4 0,-1 0-16 0,-2-1-2 0,2-2-19 15,0 3-22-15,1-1-27 0,-6-4-34 16,3 1-32-16,-2-2-37 0,-1-1-37 0,-1-1-25 16,0-2-20-16,0 0-161 0,-3-1-389 0,-4-3 172 0</inkml:trace>
  <inkml:trace contextRef="#ctx0" brushRef="#br0" timeOffset="-43854.88">16088 13464 126 0,'0'0'223'0,"0"0"-12"16,-6-5-11-16,6 5-7 0,0 0-4 15,0 0-11-15,-22 17-5 0,14-10-11 0,-2 7-13 16,-3-2-13-16,2 2-15 0,-2 0-11 0,0 3-11 0,3-2-8 15,0-2-13-15,-2 1-18 0,2 1-37 16,1-2-34-16,0-3-41 0,4 0-43 0,0 0-38 16,1-2-52-16,0 1-156 0,-1-1-370 0,5-8 163 15</inkml:trace>
  <inkml:trace contextRef="#ctx0" brushRef="#br0" timeOffset="-43587.17">16342 13327 122 0,'4'-9'286'0,"-1"0"-7"0,1 4-18 15,-3-1-18-15,-1 6-21 0,2-8-19 0,-2 8-19 16,0 0-19-16,0 0-5 0,0 0 11 16,0 0-7-16,6 17-6 0,-6-1-4 0,-2 4-10 0,1 3-15 15,-3 2-7-15,0-5-14 0,2 5-7 16,-2-6-9-16,-1 6-2 0,1-6-13 0,1-1-15 0,1 1-1 15,-1-1-10-15,2 0-5 0,1-2-3 16,-1 0-5-16,-1-1-21 0,1-3-35 0,1 0-27 0,-1-2-27 16,1-3-35-16,-3 1-39 0,2 3-43 0,1-11-38 15,0 7-22-15,0-7-235 0,-5 6-523 0,5-6 231 16</inkml:trace>
  <inkml:trace contextRef="#ctx0" brushRef="#br0" timeOffset="-43289.86">16364 13258 58 0,'1'-8'235'0,"2"3"-10"0,-3 5-17 15,5-12-21-15,-5 12-19 0,2-5-13 0,-2 5-3 16,8-2-8-16,-8 2 5 0,13 2-15 0,-5 1-9 16,-1 2-13-16,1 4-9 0,1 0-7 0,1 5-10 15,-5-3-7-15,2 4-3 0,-3-4-11 0,-2 6-1 16,-3 0-4-16,-2-6-5 0,-1 5-5 0,-5 0 1 15,-2 0-6-15,2-1-3 0,-4-2-1 0,1-2-2 16,-1 2-2-16,4-4-1 0,-1 5-2 0,2-7-4 16,0-1-4-16,4-1-6 0,-1-1 1 0,1 2 0 15,4-6-6-15,-1 11 3 0,1-11-2 0,4 10-2 16,2-6-1-16,2 0-1 0,5-1-13 0,6-2-24 16,3 0-30-16,3 0-39 0,3-2-47 0,3-3-54 15,-3 1-34-15,-1-2-201 0,-8 1-466 0,-1-1 207 16</inkml:trace>
  <inkml:trace contextRef="#ctx0" brushRef="#br0" timeOffset="-42981.64">16802 13381 176 0,'5'-2'213'0,"-5"2"-7"16,0 0-22-16,0 0-12 0,0 0 12 0,0 0-6 15,0 0 4-15,7 11 14 0,-7-11-12 0,-1 14 2 16,-1-3 1-16,1-1-14 0,0 1-11 0,-2 0-3 15,1 1-1-15,-1 1-7 0,-1 2-11 0,3-3-3 16,-1 1-21-16,0 3 10 0,1 0-8 0,0-5-7 16,-2 5 2-16,1 1-7 0,-1-5-6 0,0-1-6 15,1 1-5-15,2-3-15 0,-3 2-10 0,2-1-6 16,0 0 6-16,-1 2-9 0,-1-5-20 0,1 1 6 16,2-8 3-16,0 11-10 0,0-11-3 0,0 10-2 0,0-10 0 15,2 7 0-15,-2-7-5 0,5 7 5 0,-5-7-5 16,9 2-2-16,1-2 0 0,5 1-1 15,5-4-8-15,6-1-13 0,4-2-33 0,-1-4-27 16,2 3-33-16,1-5-54 0,-3 1-47 0,2-2-76 0,-2-2-71 16,-2-1-311-16,-2 0-704 0,-4 1 312 0</inkml:trace>
  <inkml:trace contextRef="#ctx0" brushRef="#br0" timeOffset="-27785.34">13367 14508 81 0,'0'0'118'0,"-7"4"-8"0,7-4 7 15,0 0-7-15,0 0 3 0,0 0-4 0,0 0-3 16,0 0-4-16,0 0-4 0,0 0-1 0,0 0-7 16,0 0-3-16,0 0-4 0,0 0 1 0,0 0-8 15,0 0-7-15,0 0-4 0,0 0-4 0,0 0-7 16,20-8-6-16,-2 4-2 0,1-1-6 0,10 0-16 16,-8 1-13-16,7 0-26 0,-1-1-30 0,-7 3-15 15,0-2-29-15,2 2-37 0,-8 2-21 0,-1 0-107 16,-6 0-273-16,0 2 122 0</inkml:trace>
  <inkml:trace contextRef="#ctx0" brushRef="#br0" timeOffset="-27605.07">13319 14679 78 0,'0'0'144'15,"21"3"-15"-15,-9-4-13 0,5 0-17 0,3 0-26 0,0-5-36 16,9 1-35-16,-4 2-27 0,7 0-32 16,-5 2-43-16,2-3-107 0,-2 1 47 0</inkml:trace>
  <inkml:trace contextRef="#ctx0" brushRef="#br0" timeOffset="-26486.14">14685 14373 122 0,'0'0'108'15,"0"0"2"-15,0 0-6 0,0 0 3 0,0 0-11 0,0 0 8 16,0 0-11-16,-4-4-5 0,4 4-4 16,0 0 1-16,0 0-5 0,0 0-6 0,0 0-4 15,0 0-1-15,0 0-11 0,0 0-1 0,0 0-1 16,0 0-8-16,0 0-1 0,0 0-4 0,0 0-4 0,0 0-1 16,0 0 3-16,0 0-12 0,0 0-1 15,0 0-5-15,0 0 0 0,0 0 1 0,0 0-10 16,0 0 3-16,0 0-4 0,0 0 4 0,0 0-2 15,0 0-3-15,0 0-4 0,0 0 0 0,0 0 1 0,0 0-1 16,0 0 1-16,0 0-4 0,0 0-2 0,0 0 0 16,0 0 0-16,0 0 9 0,0 0-10 0,0 0 0 15,0 0 3-15,0 0 0 0,0 0-5 16,0 0 8-16,0 0-6 0,0 0-1 0,0 0-2 16,0 0 2-16,0 0 2 0,0 0-1 0,0 0-1 0,0 0 3 15,0 0-2-15,0 0-2 0,0 0 1 0,0 0 1 16,0 0-4-16,0 0 2 0,0 0 0 15,0 0 2-15,0 0-2 0,0 0 4 0,0 0-2 16,0 0 2-16,0 0 5 0,0 0 0 0,0 0 2 0,0 0 2 16,0 0 0-16,0 0 3 0,0 0 10 0,0 0-10 15,0 0 5-15,0 0-3 0,0 0 3 0,0 0 0 16,0 0 1-16,0 0-1 0,0 0 3 0,0 0 1 16,0 0 2-16,0 0 0 0,0 0 1 0,0 0-23 15,0-12 1-15,0 12-1 0,0 0 0 0,0 0-3 16,0 0 5-16,0 0-3 0,5-8-1 0,-5 8 0 15,4-5-1-15,-4 5 5 0,13-4-1 16,-13 4-7-16,14 0 4 0,-7-1-4 0,-7 1 0 0,19-2 0 16,-11 4 0-16,0-1 2 0,2 2-2 0,-2 1-3 15,-3 2 1-15,3 0 0 0,-3 1 5 0,1 2-3 16,-2 0-1-16,-2 0 2 0,-2 3-3 0,-2 4 2 16,-2-1 4-16,-2-1-6 0,-1-1 2 0,-2-4 1 15,1 1-3-15,-4 5 3 0,-3-3 1 0,1 1 2 16,-1-3-1-16,-1-1-1 0,-2 0-2 0,2 0 3 15,5-3 0-15,-3-2 8 0,3 2-8 0,-2-2-3 16,3-1 3-16,3 1 2 0,1-3 0 0,6-1-3 16,-14 3 1-16,14-3-2 0,-7 0 2 0,7 0-1 15,-6 3 4-15,6-3-5 0,0 0 0 0,-7 3-2 16,7-3 0-16,0 0 1 0,0 0 1 0,0 0 0 16,0 0-4-16,0 0 0 0,16 6 2 0,-7-4-2 15,-4 2 1-15,6 0 0 0,0 2 4 0,0 0 0 16,1-2-3-16,-1 2-1 0,3 3 3 0,-2-2-2 15,4-3-13-15,0 3-21 0,2-2-29 0,-1 1-31 16,2-5-38-16,2 3-32 0,1-4-29 0,-3 0-116 16,0 0-336-16,4-1 149 0</inkml:trace>
  <inkml:trace contextRef="#ctx0" brushRef="#br0" timeOffset="-25412.9">14974 14366 122 0,'0'0'172'0,"0"0"-13"16,0 0-16-16,0 0-16 0,17-5-14 0,-6 4-9 16,7-2-17-16,2 0-5 0,2 0-7 0,7-1-10 15,-7 2-24-15,-3 0-19 0,3-1-22 0,-3 2-23 16,-6-1-8-16,1 1 8 0,-5-1-19 15,-9 2 11-15,15-2-1 0,-15 2 5 0,14-2 5 0,-14 2-4 16,0 0 6-16,9-3-8 0,-9 3-1 0,0 0 11 16,0 0-6-16,0 0 5 0,0 0 10 0,0 0-10 15,0 0 8-15,0 0 3 0,-32-9 3 0,32 9 4 16,-13 0 4-16,13 0 24 0,-16 4-13 0,16-4 6 16,-9 6-2-16,2 0 5 0,7-6 16 0,-9 10 6 15,6-1 4-15,0 0 4 0,1-1 2 0,0 4 0 16,-1-1-3-16,3 1 5 0,0-12-8 0,2 25 4 15,-1-16-6-15,-1 2-4 0,3 4 4 0,-2-1-3 16,0-2-6-16,2-1-4 0,-3-1-4 16,2 1 1-16,0-2-5 0,-1 3-4 0,0-2-6 15,-2 2 4-15,1-12-2 0,-3 16-4 0,3-16 1 0,-5 13-1 16,3-6-1-16,-4-1 1 0,6-6-2 0,-6 10 2 16,6-10-6-16,-10 8-4 0,8-4-11 0,2-4 4 15,0 0-2-15,-9 4-1 0,9-4 5 16,0 0-4-16,0 0 0 0,-9 3-1 0,9-3-2 15,0 0 0-15,0 0 4 0,0 0-4 0,0 0 1 0,0 0 0 16,0 0-2-16,0 0-1 0,0 0-4 0,0 0-3 16,24-14-6-16,-14 8-18 0,3 4-11 0,1 0-17 15,4-2-3-15,0 2-10 0,0-3 1 16,1 1-12-16,-2 1 10 0,-2-1 2 0,1 0 3 0,1 2 2 16,0-2-5-16,-6 2 18 0,1-2 4 15,-1 0 5-15,1-1 17 0,-2 0-1 0,-3 1 12 0,-7 4 8 16,12-10-1-16,-7 4 14 0,-5 6 11 15,9-11-1-15,-9 11 9 0,3-9 7 0,-3 9 8 16,3-9 8-16,-3 9 5 0,0 0-2 0,4-8-1 0,-4 8-11 16,0 0 5-16,0 0-6 0,0 0 0 15,0 0 19-15,0 0 3 0,0 0 5 0,0 0 4 16,0 0 1-16,4 26-5 0,-2-17 1 0,-2 0-6 0,-2 1-2 16,4-3-5-16,-4 4 3 0,2-11-4 0,0 13-4 15,0-6-2-15,0-7-3 0,-1 11 1 16,1-11 6-16,1 6 6 0,-1-6 8 0,0 8 15 15,0-8 11-15,0 0 10 0,0 0-12 0,0 0-6 16,0 0-5-16,0 0-6 0,0 0-7 0,0 0-5 0,0 0-5 16,0 0-6-16,0-31-3 0,4 23-4 0,-1-2-4 15,0-1 1-15,5 0-7 0,0-5-3 16,1 3 0-16,0-1 1 0,1 1-4 0,1 1 0 16,1 3-3-16,-2 1-3 0,0 0-1 0,7-1-2 15,-7 5 0-15,4 0 2 0,-2 1-5 0,-1 3 3 16,3 2-5-16,-1 2 3 0,1 0 0 0,-1 3 0 0,-3-1 2 15,1 1-1-15,-3 3-1 0,1-1-1 0,-1-1 3 16,-2 0-1-16,1 1-2 0,-5-3-2 16,1 0 3-16,1 1-3 0,-3-3 2 0,1 3 1 15,-2-7 2-15,4 7-1 0,-4-7 1 0,5 6 4 16,-5-6-1-16,0 0 1 0,0 0-4 0,0 0 0 0,0 0 2 16,0 0-2-16,0 0 1 0,0 0-3 0,-5-26 2 15,9 20 1-15,-1-1-5 0,-1-4 2 0,5 1 2 16,-1 1 0-16,0-1-5 0,2 1 10 15,0 0-9-15,2 2-1 0,-2 1-1 0,2-1 1 16,-1 4-2-16,0-1 2 0,2 2 0 0,-4 2 0 16,-7 0 0-16,14 4 2 0,-7-1-2 0,0 1 1 0,-1 4 2 15,2-1 0-15,-1 1 1 0,0-1 1 0,-2 3-3 16,-1 1 1-16,-3 1-31 0,-1-2-14 16,1 2-27-16,-1 0-17 0,0 4-28 0,-2-5-34 15,0 2-29-15,-1-2-26 0,-3 2-151 0,1-4-383 16,0 4 170-16</inkml:trace>
  <inkml:trace contextRef="#ctx0" brushRef="#br0" timeOffset="-24935.16">15087 14902 88 0,'0'0'152'0,"0"0"6"0,12 7 1 16,1-4 0-16,7-2-3 0,11 1-9 0,3-2-3 16,4-2-6-16,14 2-3 0,-11-2-6 0,10-1-5 15,1 0-7-15,-15 0-5 0,-2 2-6 0,-2-2-4 16,0 0-2-16,-6-1-2 0,0 2-2 0,-7-1 3 15,-2 0-5-15,-5 2-3 0,-1-2-5 16,-2 1-4-16,-1 0 0 0,-2 0-8 0,1 1-8 16,-8 1 2-16,10-3-12 0,-10 3-3 0,8-2-8 0,-8 2-2 15,0 0-15-15,8-1-20 0,-8 1-25 0,0 0-29 16,0 0-39-16,0 0-45 0,0 0-52 0,0 0-45 16,0 0-225-16,0 0-488 0,0 0 216 0</inkml:trace>
  <inkml:trace contextRef="#ctx0" brushRef="#br0" timeOffset="-24552.09">15347 15162 67 0,'0'0'142'0,"-3"-6"-3"0,3 6 14 15,0 0 5-15,-4-8 0 0,4 8 2 0,0 0-11 16,-3-7-9-16,3 7-6 0,0 0-17 0,0 0-13 16,0 0-8-16,0 0-3 0,0 0-4 0,0 0 5 15,0 0-7-15,22 9-1 0,-16-1-11 0,1 3 0 16,-1-1-4-16,0 0-7 0,-1 1-5 15,-1 6-5-15,0-1-7 0,-2-5-5 0,-1-1-2 0,1 2-1 16,-4-1 0-16,-1 2-3 0,-1-3-1 0,-4 5-2 16,-1-4-4-16,1-2 3 0,-1 1-5 0,-1-2-3 15,2-2-3-15,2 2-4 0,2-5-10 0,-1 2-22 16,-1-1-30-16,6-4-28 0,-6 6-38 16,6-6-49-16,0 0-42 0,0 0-27 0,0 0-138 0,0 0-396 15,0 0 175-15</inkml:trace>
  <inkml:trace contextRef="#ctx0" brushRef="#br0" timeOffset="-24293.61">15615 15145 37 0,'0'0'219'0,"7"-5"-18"16,-7 5-11-16,4-6-15 0,-4 6-11 0,0 0-10 15,0 0 1-15,0 0 6 0,0 0 5 0,11 9-6 0,-11-9-5 16,0 10 0-16,0-10-3 0,1 16-10 0,-1-5-4 15,1-1-6-15,-2 2-15 0,1-2-9 0,0 2-9 16,0-1-11-16,-1 6 3 16,1-7-18-16,0 3-8 0,-1-2-13 0,2-1 6 0,-1 2-5 15,1-2-13-15,-1-1 1 0,1 1-9 0,-1-3-17 16,1 2-16-16,1-3-25 0,-2-6-30 0,3 13-33 0,-3-13-32 16,3 8-29-16,-3-8-26 0,0 0-16 0,6 9-40 15,-6-9-193-15,0 0-459 0,0 0 204 0</inkml:trace>
  <inkml:trace contextRef="#ctx0" brushRef="#br0" timeOffset="-24069.01">15473 15167 179 0,'0'0'196'0,"0"0"-18"0,0 0-8 0,17-14 3 16,-4 11-6-16,6-2-3 0,6-3-8 0,3 1-10 15,1 0-6-15,1-1-12 0,0 1-8 0,-2 3-12 16,-9-1-8-16,0 1-9 0,2-1-10 0,-2 3-11 16,-8 0-6-16,1 0-4 0,-2 1-18 0,-5-2-26 15,-5 3-29-15,17-1-36 0,-17 1-34 0,9-4-47 16,-9 4-36-16,0 0-36 0,0 0-116 0,0 0-344 16,0 0 152-16</inkml:trace>
  <inkml:trace contextRef="#ctx0" brushRef="#br0" timeOffset="-22848.77">16309 14528 55 0,'-4'-4'177'0,"4"4"-6"0,-2-9-1 0,2 9-9 15,-3-7-2-15,3 7 15 0,0 0-11 0,0 0-14 16,-1-8-14-16,1 8-14 0,0 0-15 0,0 0-8 16,0 0 0-16,0 0-5 0,0 0-5 0,22 12-3 15,-15-3-6-15,6 2-7 0,-4-2-4 0,3 4-10 16,1-2-2-16,2 1-10 0,-3 1-1 0,1-1-5 15,1 1-4-15,0-2-8 0,-1 0-6 0,2-1-28 16,-6-1-33-16,0 0-40 0,3-2-33 0,-2 1-35 16,-2-3-36-16,-1-1-26 0,-2 1-121 0,-2-1-357 15,-3-4 158-15</inkml:trace>
  <inkml:trace contextRef="#ctx0" brushRef="#br0" timeOffset="-22652.16">16543 14558 5 0,'-3'-8'200'0,"3"8"-16"16,0 0-18-16,-2-7-8 0,2 7 2 0,0 0-3 15,0 0-7-15,-18 14-8 0,9-6-10 0,0 2-12 16,-2 1-11-16,-1 3-10 0,2 1-9 0,-3-2-11 16,2 3-6-16,0-1-16 0,0 2-27 0,3-3-30 15,3-2-35-15,-1 3-33 0,3-4-26 0,-1 1-35 16,3-2-35-16,0 1-107 0,-2-3-292 0,3-1 129 15</inkml:trace>
  <inkml:trace contextRef="#ctx0" brushRef="#br0" timeOffset="-22393.73">16786 14466 123 0,'1'-7'217'15,"-1"7"-15"-15,4-9-24 0,-4 9-16 0,1-5-15 16,-1 5-3-16,0 0-5 0,0 0-1 0,0 0-2 16,4 24 3-16,-3-8-12 0,1 1-3 0,-4 0-11 15,2 0-7-15,-1 4-10 0,2 3-14 0,4-3-7 16,-3-2-3-16,-1-3-10 0,-1 1-3 0,1-3-9 16,0 4-4-16,-1-5-5 0,0-1-5 0,2-1-17 15,-1 1-27-15,-2-2-37 0,1-1-37 0,0-1-38 16,0-8-19-16,0 12-27 0,-2-6-24 0,0 1-158 15,2-7-376-15,-10 6 167 0</inkml:trace>
  <inkml:trace contextRef="#ctx0" brushRef="#br0" timeOffset="-22077.38">16820 14403 137 0,'4'-6'156'0,"0"1"-7"15,-4 5-5-15,11-3 1 0,-4 2-6 0,-7 1-7 16,16 2-2-16,-7-1-5 0,-1 2-16 0,1 2-8 16,0 1-7-16,-1 2-8 0,-2 1-7 0,1-1-6 15,-4 3-6-15,2 0-2 0,-2 0-6 0,-2 1-2 16,-2 3 4-16,-2-3-3 0,-2 1 0 0,0-1-2 16,0-2-4-16,-5 5 0 0,3-6 0 0,0-1-6 15,0 2-3-15,4-5-6 0,-1 1-2 0,0-2-8 16,4-4 0-16,-5 8-1 0,5-8-6 0,-4 9 2 15,4-9 4-15,0 0-7 0,4 11-1 0,-4-11-4 16,6 6 2-16,1-4-4 0,3 2-9 0,4-2-29 16,3-1-22-16,3-1-28 0,2-1-26 0,7-1-32 15,0 2-25-15,-2-1-6 0,0-4-1 0,-5 1-17 16,-1 1-112-16,-2-3-319 0,1 3 140 0</inkml:trace>
  <inkml:trace contextRef="#ctx0" brushRef="#br0" timeOffset="-21851.54">17204 14595 794 0,'15'-8'-62'0,"-5"3"22"15,2 0 7-15,-2 0 18 0,-1-1 11 0,1-1 11 0,-3 5 11 16,2-5 9-16,-6 4 11 0,-3 3 22 15,10-6-5-15,-10 6 3 0,7-5 18 0,-7 5-1 16,4-4-3-16,-4 4 3 0,0 0-9 0,0 0 15 16,0 0 16-16,8 12 15 0,-8-4 2 0,-2 1 1 15,0 2 4-15,-1 4-9 0,1 0-5 0,-1 1-7 0,-1 2 1 16,1 0-2-16,0-2-5 0,-2 1-11 16,3-2-2-16,1 1-3 0,1-3-11 0,0 3 4 15,1-6-14-15,2 0-6 0,2-1-2 0,0 0-4 16,4-3 4-16,0-1-12 0,4 0-1 0,3-1-6 15,6-4 0-15,0 0-8 0,7-3-30 0,3-1-25 0,-1-1-36 16,-2-2-31-16,-1 2-32 0,-2-1-32 16,-7-1-23-16,0 2-33 0,-7-1-168 0,-2 1-421 15,1 1 188-15</inkml:trace>
  <inkml:trace contextRef="#ctx0" brushRef="#br0" timeOffset="-19782.85">14698 14743 1 0,'0'0'6'16,"0"0"-8"-16,0 0-1 0</inkml:trace>
  <inkml:trace contextRef="#ctx0" brushRef="#br0" timeOffset="-19385.87">14769 14735 19 0,'0'0'65'0,"0"0"-9"0,0 0 0 16,0 0-6-16,0 0-6 0,0 0-8 16,0 0 9-16,0 0-7 0,0 0-11 0,0 0 1 15,0 0-8-15,0 0 3 0,0 0-10 0,0 0-2 0,0 0-16 16,0 0-7-16,0 0-5 0,0 0-16 0,0 0-6 15,0 0-33-15,0 0-76 0,0 0 35 0</inkml:trace>
  <inkml:trace contextRef="#ctx0" brushRef="#br0" timeOffset="-18087.65">15081 14552 15 0,'0'0'62'0,"0"0"-5"0,0 0-6 16,0 0-3-16,0 0-10 0,0 0-5 16,0 0-8-16,0 0-11 0,0 0-11 0,0 0-12 15,0 0-16-15,0 0-27 0,0 0-57 0,0 0 25 16</inkml:trace>
  <inkml:trace contextRef="#ctx0" brushRef="#br0" timeOffset="-17483.43">15654 14430 26 0,'0'0'107'0,"0"0"-9"0,0 0 0 0,0 0-5 0,0 0 5 16,0 0-7-16,0 0-19 0,0 0-9 0,0 0-5 16,0 0-6-16,0 0-4 0,0 0-3 0,0 0-7 15,0 0-3-15,0 0-6 0,0 0 5 0,0 0-13 16,0 0-12-16,0 0-10 0,0 0-15 0,0 0-4 15,0 0-4-15,0 0-6 0,0 0-6 0,0 0-3 16,0 0-9-16,0 0-19 0,0 0-10 0,0 0-50 16,0 0-136-16,0 0 60 0</inkml:trace>
  <inkml:trace contextRef="#ctx0" brushRef="#br0" timeOffset="143410.81">25671 11401 185 0,'-3'-7'186'0,"-1"-1"-18"0,4 8-12 16,-5-11-2-16,3 8-3 0,2 3-10 0,0 0-9 15,-2-11-4-15,2 11-19 0,0 0-6 0,-2-6-15 16,2 6-7-16,0 0-14 0,0 0-6 0,0 0-9 16,0 0-2-16,0 0-10 0,0 0-7 0,0 0-10 15,0 0 3-15,0 0-4 0,0 0-3 0,0 0-2 16,0 0-2-16,0 0-3 0,0 0-1 0,6 30-1 15,-4-21-5-15,2 6 2 0,4 0 3 0,-4 4-2 16,3-3-1-16,-3 0 4 0,3 0-7 0,0 1-6 16,-2 1 8-16,3-1 1 0,-1 0 0 0,-1-2-1 15,2 4-4-15,-3-4 5 0,1 2-3 0,2 0-1 16,0-2-1-16,-3 2 5 0,1-4-4 0,-2 0 0 16,0-1 1-16,1-3-2 0,0 2-4 0,0-3-4 15,-3-2-4-15,2 0 3 0,-4-6 0 0,3 7 6 0,-3-7-3 16,4 8 2-16,-4-8 3 0,0 0 11 15,2 5 15-15,-2-5 11 0,0 0-3 0,0 0-6 16,0 0 2-16,0 0-4 0,0-23-2 0,-2 12-3 0,1 0-1 16,-1 0-5-16,1-2-1 0,0-3 10 0,-1 0-7 15,2-2-2-15,0 0 2 0,0 0-3 0,3 0 0 16,-3-1-4-16,4 0 1 0,-2 0-2 0,2 2-1 16,-1-2-2-16,2 1 5 0,-1-2-7 0,2 4-2 15,-1 2-2-15,1-1 1 0,-1 0-1 0,0 3 1 16,-2 2-3-16,1-1-6 0,2 3-10 0,-2-2-7 15,1 1-10-15,-1 3-5 0,4-1-6 0,-6-1-16 16,5 2-11-16,-3 2-16 0,0-3-18 0,2 4-11 16,2-4-1-16,1 0-14 0,0 2-15 0,3 0-6 15,0 0-120-15,-1 1-295 0,-1 0 131 0</inkml:trace>
  <inkml:trace contextRef="#ctx0" brushRef="#br0" timeOffset="143905.59">26077 11656 74 0,'0'0'145'0,"0"0"-18"0,0 0-15 0,0 0-13 15,0 0-4-15,0 0-17 0,0 8-9 0,0-8-5 16,0 0-4-16,2 9-12 0,-2-9-4 0,3 10-6 16,-3-3 2-16,4 0 2 0,-4 0-10 0,0 0 2 15,0-7-9-15,2 13-6 0,0-4 5 0,0-1-8 16,-2-8 0-16,0 12 3 0,0-6-10 0,0-6 8 16,3 10-3-16,-3-10 2 0,0 8-3 0,0-8 8 0,0 6-5 15,0-6 1-15,0 0 14 0,0 0 0 16,0 0 7-16,2 7 12 0,-2-7-3 0,0 0 6 15,0 0 5-15,0 0 1 0,0 0-5 0,0 0-7 16,0 0-6-16,0 0 0 0,0 0-9 0,5-31 3 0,-3 21-8 16,0-7-3-16,3-1-3 0,1 1 1 0,-1 1-6 15,3-1 1-15,0 0-2 0,-1 3-4 0,-1 4 0 16,-1 0-3-16,2 2-2 0,-1 1 5 16,-1 1-9-16,1 1-2 0,-2 2-1 0,-4 3 0 0,13-3 4 15,-7 3-3-15,-6 0-1 0,15 4-1 0,-3-2-1 16,-3 3-2-16,-1 3 2 0,2 1-3 15,-1 0 0-15,-3 0 4 0,1 3-3 0,0 2-16 0,-2 1-13 16,3-1-4-16,-5-2-25 0,3 3-30 0,-2-2-7 16,-1-2-25-16,0 1-11 0,-3-3-20 0,0 2-87 15,2-1-262-15,-2-4 117 0</inkml:trace>
  <inkml:trace contextRef="#ctx0" brushRef="#br0" timeOffset="144182.81">26438 11600 95 0,'3'-8'166'0,"-3"8"-29"0,0 0-12 0,2-7-18 15,-2 7-7-15,0 0-12 0,0 0-5 0,0 0-4 16,0 0-13-16,9 24-9 0,-7-13-8 0,0-1-2 0,-2 4-1 16,5 3-5-16,-3-3-5 0,0 3-4 15,0-6-1-15,2 4 0 0,-2-3-8 0,-2 1 4 16,4 2-10-16,-4-4-3 0,2-2 6 0,-2-1-3 15,3 1-7-15,-1-4 5 0,0 2 2 0,-2-7-4 16,4 10-1-16,-2-5-1 0,-2-5 4 0,5 8-2 16,-3-5-5-16,-2-3 5 0,9 7-5 0,-9-7 1 15,7 6-6-15,-3-6-18 0,3 3-13 0,5-2-32 16,-1-2-16-16,2-2-26 0,5 0-15 0,0-3-98 0,10-2-230 16,-5-3 101-16</inkml:trace>
  <inkml:trace contextRef="#ctx0" brushRef="#br0" timeOffset="144348.17">27032 11586 28 0,'0'0'128'0,"6"-4"-31"0,-6 4-13 0,9-1-23 15,-9 1-24-15,14-4-25 0,-3 2-19 0,0 2-17 16,1 2-46-16,-2-2-75 0,1 0 34 0</inkml:trace>
  <inkml:trace contextRef="#ctx0" brushRef="#br0" timeOffset="144502.49">27112 11656 142 0,'-6'2'149'0,"6"-2"-10"0,0 0-9 0,0 0-15 15,-5 5-8-15,5-5-16 0,0 0-2 0,0 0-15 16,0 0-1-16,0 0-14 0,13 15-23 0,-3-15-52 15,3 4-36-15,5-4-34 0,4 1-89 0,-1-1-191 16,1-3 85-16</inkml:trace>
  <inkml:trace contextRef="#ctx0" brushRef="#br0" timeOffset="145605.73">28130 11395 5 0,'7'-3'154'0,"-7"3"-7"0,0 0-1 0,0 0-12 15,0 0-1-15,0 0-6 0,0 0-11 0,0 0-9 16,0 0-2-16,0 0-7 0,0 0-5 0,0 0 1 16,0 0 1-16,0 0 0 0,0 0 3 0,0 0-4 15,0 0-4-15,0 0-6 0,0 0 2 0,0 0-6 16,0 0 1-16,0 0-9 0,0 0-7 0,-2-12-10 15,2 12-3-15,2-5-8 0,-2 5-1 0,2-10-7 16,-2 10-8-16,5-7-2 0,-1 3-3 0,-4 4-3 16,11-8-3-16,-4 6-2 0,0-3-3 0,4 2-3 15,-3 2-2-15,0-1-3 0,3-1-1 0,-1 3-10 16,2 3 1-16,-2 0-4 0,-2 1 2 0,2 2-2 16,-4 3 3-16,3 1-6 0,-4 1 2 0,0 5-2 0,-1 2 4 15,-4 2-2-15,0-4 4 0,-1 9 0 16,-3-6 0-16,-3 1 2 0,2-1 3 0,-1-2-3 15,-3-1 2-15,-2-1 3 0,2-2-2 0,2-3-1 16,0-2 2-16,3 1-2 0,-1-4 3 0,1 0 6 0,3 0 0 16,1-5 4-16,-6 5 6 0,6-5 3 0,-4 5 5 15,4-5-4-15,0 0 0 0,0 0-1 16,-2 7-1-16,2-7-5 0,0 0 0 0,0 0-7 0,0 0-4 16,0 0-5-16,0 0-7 0,22-6-14 0,-9 5-11 15,-3-1-18-15,5 1-19 0,3 1-15 0,5 0-13 16,4 0-32-16,4 0-24 0,2 0-38 0,-5 0-135 15,-1 0-355-15,-5 0 158 0</inkml:trace>
  <inkml:trace contextRef="#ctx0" brushRef="#br0" timeOffset="145969.87">28662 11337 64 0,'4'-7'177'0,"-4"7"-19"0,4-5-16 0,-4 5-15 16,0 0-9-16,0 0-17 0,10 10-9 0,-4-3-6 15,2 2-16-15,1 4-8 0,0 1-6 0,0 5-2 16,-2-6-10-16,1 5 4 0,0 0-6 0,2 5-8 0,2 1 10 16,-6-5 3-16,3-1 3 0,0 0 17 15,0-1 7-15,0 2 2 0,5-3-6 0,-8-7-5 16,1 1-3-16,-2-4-6 0,0-1 7 0,-1 1 2 15,3-3 7-15,1-2 1 0,-8-1-8 0,14-1-4 16,-5-5-6-16,1 0-4 0,4-4-5 0,-1-4-6 0,1 0-2 16,0 0-3-16,4-6-4 0,-3-2-1 15,3 1-5-15,-1 0 0 0,-2-1-4 0,-2 3-1 16,0 2-5-16,1-5-16 0,-5 8-7 0,-2 3-10 0,1 0-12 16,-3 1-16-16,-1 3-18 0,-1 0-26 0,-1 2-36 15,-2 5-24-15,2-7-18 0,-2 7-4 0,0 0-8 16,0 0-131-16,0 0-337 0,-15 15 150 0</inkml:trace>
  <inkml:trace contextRef="#ctx0" brushRef="#br0" timeOffset="146481.54">29141 11695 16 0,'3'6'142'0,"-3"-6"-5"0,0 0 1 16,0 0-5-16,2 6 10 0,-2-6 2 0,0 0 2 16,0 0 3-16,0 0 0 0,0 0-10 0,0 0-10 15,0 0-9-15,0 0-15 0,0 0-7 0,0 0-11 16,3-21 2-16,-3 21-9 0,0-13-7 0,0 7-7 16,2-3-9-16,1 1-6 0,0-3-3 0,-1-1-8 15,-1 0-1-15,5 1-7 0,-3 1-5 0,4-6-2 16,2 2-1-16,-3 3-3 0,2 3-5 0,0-1-1 15,2 2-2-15,-1 1-1 0,-3 0-2 0,3 1-5 16,2 3 0-16,-3 2 1 0,-8 0-1 0,17 2-3 16,-10 1 0-16,2 4-2 0,0-2 1 0,0 3 0 15,-1 0 0-15,-4-1-3 0,2 2 6 0,-2 0-2 16,2 1-1-16,-2-3 2 0,-1-1-3 0,-1 0 0 16,1 0 1-16,-3-6-4 0,4 8 5 0,-4-8 0 15,1 8 0-15,-1-8 0 0,4 6 13 0,-4-6 4 16,0 0 3-16,0 0-3 0,0 0-3 0,0 0-1 0,0 0 1 15,0 0-3-15,12-17-2 0,-9 10-6 16,1 2 5-16,2-5-4 0,2 1-2 0,1-3-1 16,-1 6-3-16,1-4 5 0,-3 2-1 0,3 2 0 15,0 1-5-15,-4 1 1 0,1 2 1 0,1 0-3 0,-7 2 2 16,14 0-4-16,-14 0 0 0,14 4 8 0,-9 3-7 16,1 3-2-16,-1-2 2 0,1 3-11 0,-4 0-13 15,1 1-21-15,-1 4-13 0,-3 1-22 0,0 1-36 16,0-1-36-16,-1-5-32 0,0 4-201 0,-2 0-419 15,0-4 185-15</inkml:trace>
  <inkml:trace contextRef="#ctx0" brushRef="#br0" timeOffset="146742.66">28666 11972 123 0,'0'0'158'0,"-7"3"-10"16,7-3-3-16,0 0-4 0,26 3-6 0,-4-3-3 15,12 0-10-15,20 0-2 0,5 0-6 0,1-3-5 16,2-1-10-16,2-2-3 0,1 4-11 0,-2-3-9 16,-5 2-7-16,-4-2-7 0,-15 2-7 0,-5 2-4 15,0 0-8-15,-2-1-15 0,-11 0-16 0,-4 0-26 16,1 0-23-16,-4 4-33 0,-4-5-23 0,-2 3-31 15,-2-1-15-15,-6 1-8 0,0 0-104 0,5 4-269 16,-5-4 119-16</inkml:trace>
  <inkml:trace contextRef="#ctx0" brushRef="#br0" timeOffset="147014.67">29066 12095 129 0,'0'0'157'0,"0"0"-15"0,0 0-4 0,0 0-1 0,0 0-13 16,23 8-2-16,-17-4 1 0,3 1-12 16,-1 0-8-16,1 2-5 0,-2 1-10 0,0 1-12 15,-2 0-8-15,0 1-4 0,-1-1-7 0,0 3-4 16,-4-2-1-16,0 0-5 0,-2 2-6 0,-5 2-4 0,2-2 2 16,-3-1 4-16,-2 1-2 0,0-2-6 0,-3 0-1 15,-2 2-4-15,0-2-5 0,-1-1 1 16,4-3-3-16,1 2-3 0,-1-2-3 0,2-2-2 15,0 2-10-15,0-4-24 0,5 2-19 0,-1-3-20 0,6-1-15 16,-7 3-34-16,7-3-18 0,0 0-17 0,0 0-151 16,0 0-318-16,0 0 140 0</inkml:trace>
  <inkml:trace contextRef="#ctx0" brushRef="#br0" timeOffset="147249.81">29402 12100 177 0,'4'-5'212'0,"-4"5"-11"16,5-7-14-16,-5 7-12 0,0 0-21 0,4-5-17 0,-4 5-15 16,0 0-1-16,0 0 10 0,0 0-5 0,6 13-13 15,-6-13-5-15,-1 14-9 0,1-6-3 0,-1 1-11 16,1 3-6-16,-2-1-9 0,2 1-11 0,-1 4 0 16,0-5-8-16,-1 0-5 0,2 0-1 0,0 5-7 15,-1-6-4-15,-1 2-4 0,0-2-6 0,1 0-10 16,-2-1-20-16,2 2-17 0,-3-3-24 0,-1 0-23 15,2-2-26-15,-3-1-29 0,3 0-24 0,-3-2-31 16,6-3-170-16,-10 6-379 0,1-6 168 0</inkml:trace>
  <inkml:trace contextRef="#ctx0" brushRef="#br0" timeOffset="147463.81">29250 12101 92 0,'0'0'150'0,"2"-13"-15"0,5 8-5 0,3 0-7 16,9-4-3-16,0 5-7 0,2-1-6 0,7-2-3 16,1 3-7-16,-1-2-4 0,-6 3-14 0,0 0-9 15,-3 2-8-15,0-2-6 0,-6 3-5 0,1-1-4 16,-4 1-7-16,2-2-8 0,-3 2-6 0,-9 0-20 16,13-2-16-16,-13 2-17 0,9 0-28 0,-9 0-15 15,10 0-30-15,-10 0-17 0,0 0-109 0,0 0-244 16,0 0 107-16</inkml:trace>
  <inkml:trace contextRef="#ctx0" brushRef="#br0" timeOffset="150409.97">29140 12126 12 0,'0'0'70'15,"3"-9"-2"-15,-3 9-1 0,0 0-10 0,0 0-5 16,0 0-10-16,0 0-1 0,0 0-4 0,0 0-3 15,0 0 4-15,0 0-2 0,0 0-8 0,0 0 3 16,0 0-1-16,0 0-1 0,0 0 5 0,0 0-11 16,0 0-4-16,0 0 7 0,-3-9-8 0,3 9 0 0,0 0-3 15,0 0 0-15,0 0-1 0,-6-4-1 16,6 4-5-16,0 0-4 0,0 0 3 0,-11-3 4 16,11 3 4-16,0 0-2 0,-12-3-1 0,12 3 5 0,0 0-6 15,0 0 1-15,-13 3-3 0,13-3 3 0,0 0-7 16,-9 2 2-16,9-2 2 0,-9 1-7 15,9-1 8-15,-9 1-9 0,9-1 2 0,0 0 3 16,-7 3 8-16,7-3-18 0,0 0 12 0,0 0 2 16,-11 2-1-16,11-2-1 0,0 0-2 0,0 0 7 0,0 0-10 15,0 0 4-15,-6 2-3 0,6-2 3 0,0 0-8 16,0 0 8-16,0 0 3 0,0 0-4 0,0 0-2 16,0 0 5-16,0 0 5 0,0 0 4 0,0 0-2 15,0 0 3-15,27 0-4 0,-16 0 0 16,4 1 0-16,6-2-7 0,-1 1 0 0,8-1-1 0,-1 0 2 15,-4 1-5-15,7 0 4 0,-1-3 0 0,0 1-3 16,-3 0-3-16,2-3-6 0,0 5-7 0,2-3-20 16,-9 2-14-16,7-4-11 0,-10 3-17 0,0 0-20 15,-5 0-78-15,0 0-183 0,-3 0 81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1T07:14:44.5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2578 7611 122 0,'0'0'125'16,"-3"-8"-5"-16,3 8-6 0,0 0-12 0,0 0-13 15,-5-8-4-15,5 8-11 0,0 0 4 0,-5-5-5 0,5 5 4 16,0 0-8-16,-6-5 0 0,6 5-13 16,-5-6-5-16,5 6-9 0,0 0 0 0,-6-5-3 15,6 5-5-15,-8-2-3 0,8 2-6 0,0 0 0 16,-10-4 9-16,10 4-14 0,-8-4 4 0,8 4-3 15,-7-1 3-15,7 1 2 0,-12-3-2 0,12 3-4 16,-10-1 4-16,10 1-6 0,-10-2 3 0,10 2 2 16,-14 0-3-16,14 0 3 0,-11 0-5 0,11 0-3 15,-11 0 4-15,11 0-3 0,0 0-3 0,-10 0-4 16,10 0-4-16,0 0 4 0,0 0-7 0,0 0-1 16,-7 2-2-16,7-2 2 0,0 0 4 0,0 0-2 15,0 0 0-15,26 13 2 0,-6-8-2 0,11 0 2 16,6 1-2-16,14-1 1 0,8-3-5 0,5 2 1 15,27-2 3-15,1-3-4 0,5 0 2 0,-1-3 3 16,7 4 5-16,5-3-3 0,4-1-3 0,0-1 1 16,-2 0-4-16,3 3 5 0,-1 0-2 0,3-2 1 0,-2 4-1 15,3 3 4-15,-5-3-6 0,4 1 5 0,-4 1-1 16,1 1 0-16,4 0 4 0,-4 3 7 16,-4-2-8-16,1 3 1 0,-2-3 0 0,-5-1-1 15,0 2 0-15,-2-4-2 0,-34 0-2 0,31 0 1 16,-30-1-4-16,-1 4 6 0,-1-4-1 0,-1 4-1 0,-2-4-1 15,-5 3-2-15,-2 1 5 0,-4-1-2 16,-15-2 0-16,-3 4-4 0,-3-3-6 0,-7 0 6 16,-3-2-6-16,-2 3 4 0,0-3-1 0,-6 1 5 15,-6 0-3-15,3 1 0 0,-9-2-4 0,0 0-16 16,0 0-33-16,15-5-48 0,-15 5-34 0,0 0-34 0,-24-11-116 16,-3 3-307-16,-9-1 137 0</inkml:trace>
  <inkml:trace contextRef="#ctx0" brushRef="#br0" timeOffset="617.27">2660 6529 14 0,'0'-8'179'16,"0"1"-5"-16,2 1-10 0,-2 6-9 0,0-13-8 15,0 13-14-15,0-9-18 0,0 9-9 16,0 0-24-16,0-8-3 0,0 8-16 0,0 0-10 16,0 0-1-16,0 0-6 0,0 0-13 0,0 0 1 0,-8 30-3 15,7-6 1-15,-4 8-7 0,-1 14-4 0,-4 9-2 16,-3 30 3-16,1 2-2 0,-4-2 0 0,2 8 0 16,-5 1-4-16,5-1-2 0,-3 1 5 15,1 1-5-15,0-5 3 0,4 5 6 0,0-2 8 16,4 1 16-16,-1-3-5 0,2-3 1 0,1-6-5 15,2-23 1-15,-3 22-6 0,5-21-2 0,2 22-2 0,1 2 2 16,-5-28-6-16,2 4-3 0,-5-1-6 0,3 19-2 16,1-22-1-16,-3-1-8 0,1-2-15 0,-1 1-10 15,-3-4-12-15,3-3-35 0,0-13-34 0,1 0-23 16,1 0-26-16,-1-1-33 0,-5-3-103 16,9-10-309-16,-2-7 136 0</inkml:trace>
  <inkml:trace contextRef="#ctx0" brushRef="#br0" timeOffset="1534.97">2691 6941 5 0,'-4'-3'47'0,"4"3"-4"0,0 0-3 15,0 0-10-15,0 0 0 0,0 0-3 16,0 0-2-16,0 0-2 0,0 0 1 0,0 0-3 16,0 0-1-16,0 0-6 0,0 0 3 0,0 0 5 15,0 0-7-15,-10-1 2 0,10 1-4 0,0 0 0 16,0 0-8-16,0 0 2 0,0 0-5 0,0 0-4 0,-14 5-3 16,14-5-9-16,-10 3-4 0,10-3-6 15,-11 4-4-15,4 1-1 0,0-2-28 0,2 1-62 16,0-1 28-16</inkml:trace>
  <inkml:trace contextRef="#ctx0" brushRef="#br0" timeOffset="1667.58">2587 6981 109 0,'0'0'2'16,"0"0"2"-16,-5 2 7 0,5-2 1 0,0 0 5 16,0 0 12-16,0 0 0 0,0 0 5 0,0 0 3 0,-6 3-10 15,6-3 11-15,0 0 1 0,0 0-9 16,0 0 1-16,0 0-7 0,0 0 1 0,0 0-3 0,0 0-2 16,0 0-9-16,0 0 7 0,0 0-5 15,0 0 0-15,0 0-1 0,0 0-14 0,0 0-4 16,0 0-19-16,0 0-18 0,22 2-46 0,-22-2-96 15,12 2 43-15</inkml:trace>
  <inkml:trace contextRef="#ctx0" brushRef="#br0" timeOffset="2251.25">2727 6950 5 0,'0'0'39'16,"0"0"-2"-16,-12 0-6 0,12 0 2 0,0 0-17 15,-10 1 5-15,10-1-2 0,-6 2 3 0,6-2-8 16,0 0-2-16,-12 2 3 0,12-2-4 0,-8 2-4 16,8-2-1-16,0 0 1 0,-9 0 6 0,9 0 2 15,0 0-6-15,-10 2 9 0,10-2 9 0,0 0 5 16,0 0 18-16,0 0-3 0,0 0 12 0,-11-2-2 15,11 2 2-15,0 0 0 0,0 0 3 0,0 0 0 16,0 0 6-16,0 0-8 0,0 0 3 0,0 0 0 16,0 0-7-16,0 0 3 0,0 0-9 0,0 0-1 15,0 0-7-15,0 0-2 0,0 0-4 0,0 0-6 16,0 0 4-16,0 0-9 0,0 0 3 0,-9 2-11 16,9-2 4-16,0 0-4 0,0 0-2 0,0 0 1 15,0 0 3-15,0 0-12 0,0 0 2 0,0 0-1 16,0 0-12-16,0 0 8 0,0 0-2 0,0 0-11 15,0 0-19-15,0 0-5 0,0 0-7 0,0 0 7 16,0 0-8-16,0 0 6 0,0 0 0 0,0 0 1 16,0 0 12-16,20 11-21 0,-12-9 7 0,0 0-12 15,2 1 9-15,1 2 1 0,1-2 2 0,1 0-14 16,1 1-7-16,2 0 0 0,2 1 1 0,0 0-1 16,-1-2-9-16,3 0-1 0,-1-2 6 0,2 1 7 15,-1 1 1-15,-2-3 3 0,3 0 1 0,-1 0 7 16,-2 0 7-16,1 0 5 0,-1 0 3 0,0 0-1 15,-5 0 4-15,1 1 6 0,-3-2 0 0,2 1-1 16,-3 0-3-16,-2 1 10 0,0 1 5 0,-8-2 4 16,19-2 2-16,-13 2 3 0,3 2-1 0,-9-2-1 15,13 0 5-15,-5-2-1 0,3 2 0 0,-1 0 5 16,-10 0-4-16,19 0 2 0,-7 2-4 16,-1-2-14-16,2 0-25 0,-1 1-39 0,-12-1 17 0</inkml:trace>
  <inkml:trace contextRef="#ctx0" brushRef="#br0" timeOffset="2414.41">3693 7044 15 0,'14'-2'80'15,"-5"1"4"-15,1 0-33 0,2-1 3 0,3 2-11 16,-2-1-10-16,5 1-19 0,-2-2-29 15,2 4-21-15,-4-1-19 0,4-1-57 0,0 0 26 16</inkml:trace>
  <inkml:trace contextRef="#ctx0" brushRef="#br0" timeOffset="2567.46">4229 7038 36 0,'15'0'66'0,"-5"0"-13"0,3-3-5 0,0 5-1 16,4-4 1-16,-4 2-23 0,8 0-16 0,-1 0-23 0,2 2-39 16,-1-2-58-16,8 0 25 0</inkml:trace>
  <inkml:trace contextRef="#ctx0" brushRef="#br0" timeOffset="2734.87">5019 7040 32 0,'22'0'53'0,"-1"-2"-1"0,7-1-1 15,4 2-20-15,-1-1-8 0,-1 1-22 0,2-2-20 16,1 2-19-16,2 2-40 0,-1-1 18 0</inkml:trace>
  <inkml:trace contextRef="#ctx0" brushRef="#br0" timeOffset="2833.59">5701 7051 15 0,'11'-2'66'0,"5"2"-7"0,-1 1-5 0,4-2-14 16,3 1-21-16,-2-2-32 0,10 1-27 0,-2 0-44 15,2-2 20-15</inkml:trace>
  <inkml:trace contextRef="#ctx0" brushRef="#br0" timeOffset="2982.53">6537 7063 8 0,'6'2'146'0,"-6"-2"-5"16,0 0-5-16,0 0-17 0,10 5-9 0,-10-5-13 15,0 0-8-15,10 3-8 0,-10-3-15 0,0 0-31 16,14 5-43-16,-14-5-57 0,8 0-95 0,-8 0-172 16,0 0 76-16</inkml:trace>
  <inkml:trace contextRef="#ctx0" brushRef="#br0" timeOffset="8684.54">2570 7573 55 0,'0'0'57'0,"0"0"-2"0,0 0-7 0,0 0 4 16,0 0-13-16,0 0 2 0,0 0-7 0,0 0 2 0,0 0-4 15,0 0-3-15,0 0-5 0,0 0 9 0,0 0-16 16,0 0-3-16,0 0 2 0,0 0-5 0,0 0-1 16,0 0 0-16,0 0 3 0,0 0-5 0,0 0-1 15,0 0 1-15,0 0-4 0,0 0 10 16,0 0-5-16,0 0-3 0,0 0 5 0,0 0 6 15,0 0-14-15,0 0 3 0,0 0-2 0,0 0 2 0,0 0 2 16,-22 5-6-16,22-5 0 0,0 0 6 0,0 0-10 16,0 0 5-16,0 0 0 0,0 0-1 0,0 0-3 15,0 0-2-15,0 0 7 0,0 0-2 16,-8 3 1-16,8-3-6 0,0 0-5 0,0 0 10 16,0 0-11-16,0 0 12 0,0 0-2 0,0 0 4 15,0 0-6-15,0 0 4 0,0 0 4 0,0 0-10 0,0 0 11 16,0 0-3-16,0 0 3 0,0 0-1 0,0 0 6 15,0 0 8-15,-6 2-3 0,6-2 8 0,0 0-8 16,0 0 7-16,0 0-5 0,0 0 8 16,0 0-2-16,0 0 2 0,0 0 1 0,0 0-3 15,-9-7 3-15,9 7 1 0,0 0-2 0,0 0 8 0,0 0-1 16,0 0 5-16,0 0-3 0,0 0-4 16,-5-6-2-16,5 6-5 0,0 0-2 0,-3-9-1 0,3 9 3 15,0 0 3-15,0 0-11 0,5-13 2 16,-2 7-7-16,-1 2 0 0,1-3 1 0,-3 7-4 15,4-13-6-15,2 5 6 0,-3 3 0 0,-1-1 2 0,3-4-4 16,-1 2-6-16,1-1 7 0,-1 1-9 0,1-1 10 16,2 1-8-16,-4-1 2 0,1-2-3 15,0 1 1-15,3-1 1 0,-4 0 1 0,5-4-13 16,-4 5 15-16,1-3-1 0,-1 2 0 0,1-6 4 16,0 6 2-16,0-5-6 0,1 3 0 0,1-2-4 0,-1-1-3 15,1 3 5-15,0-4 8 0,-3 7-8 0,1-2-1 16,0 1-2-16,1-4 6 0,-1 4-3 15,1-1 5-15,-2 2-3 0,1-1-2 0,-1 3 12 16,1-2-14-16,-1 0 1 0,0 1 5 0,3-3-5 16,-3 0 5-16,1 2-7 0,-2 2 9 0,-1-2-1 15,2 0 4-15,0 0 2 0,0 1-8 0,1 0 7 0,-1-1-2 16,0-1-10-16,1 0 4 0,0-1 4 16,-2 4-2-16,2-3-2 0,1 3 4 0,-4 1 4 15,2 0-3-15,0-2 3 0,0 0-7 0,0-1 6 0,1 1-3 16,0 0 2-16,0 1-3 0,0-1 1 15,-1 4-5-15,1-4 4 0,0 2-5 0,2-2-1 0,-1 2 3 16,-1 0-2-16,2 0 1 0,-1-1-5 16,0 1 4-16,1 0 0 0,-1-2-4 0,1 3 0 15,0-4 1-15,1 1-1 0,0 2 7 0,-2-2-3 0,3 0 0 16,0 2-3-16,-1-1 3 0,-1-1 3 16,1 3-4-16,2-1 0 0,-5 1-1 0,2-1 4 15,0 2-7-15,1 0 6 0,1-1-3 0,-4 2 0 0,1-1 7 16,1 1-8-16,-2 1 2 0,1-2-6 15,1 1 3-15,-2 1-2 0,2 0 4 0,0-2-1 16,-2 2-2-16,0-1 1 0,-5 4 2 0,10-5-5 16,-3 4 6-16,-7 1-2 0,11-4-3 0,-6 2 4 15,2 0-3-15,2-2 0 0,-9 4 1 0,12-3-4 0,-4 1 6 16,-8 2-4-16,17-4-8 0,-13 4 8 16,-4 0 0-16,12-1 5 0,-4 0-5 0,-8 1-3 0,13-2 1 15,-6 2 0-15,2 2 3 0,2 0 4 16,-1 0-5-16,0 0 1 0,-2 1 4 0,-2-1-4 15,-1 1-3-15,2 0 5 0,3-1 0 0,-1 3-3 16,-3-1-1-16,4 0 4 0,-3-2-2 0,0 5 0 16,1-1 6-16,0-2-6 0,1 1 1 0,-2 2 3 15,0-1-6-15,2-1 2 0,-2 4 4 0,-2-4-2 0,2 1 0 16,-2-2-4-16,-2 2 7 0,3-1 4 16,0 3 6-16,1-1-7 0,-1 0 11 0,-3-1-9 15,3 1-4-15,-1 3 4 0,-1-4 0 0,-1-1-5 0,3 4 0 16,-2 0-1-16,1 0 2 0,0 0 0 15,0 1 2-15,-1 1-5 0,0-1 1 0,0-1 3 16,0 5-1-16,1-4-8 0,-2 1 9 0,0-1-4 16,-1 2 3-16,1-1-2 0,2-1-1 0,-4 0 0 15,3 1 2-15,-1-3 0 0,-3 2-1 0,4 1 3 0,-3-4 11 16,3 3 4-16,-3-1-4 0,2-2 5 16,-1-1-7-16,1 5 0 0,-2-3 0 0,2-1-4 0,-1-1-2 15,-1 1-1-15,2-1 8 0,0 1-5 16,-2-1-1-16,1 4 2 0,1-2 1 0,1 1-4 15,-3-3 0-15,0 1-2 0,-1-7 1 0,3 12-1 16,-2-7 0-16,2 3-2 0,-3-8 2 0,1 12-3 16,0-6 2-16,1 1 2 0,-1 0-4 0,0 0 2 0,0 1-1 15,-1 0 5-15,2-2-6 0,-1 1 2 16,2 2 3-16,-2-5-1 0,0 3 3 0,0 2 1 16,2-3-2-16,-3-6 0 0,0 12-1 0,2-6 0 15,-2-6-1-15,2 12 3 0,-2-6-4 0,0-6 3 0,2 10-5 16,-2-10 2-16,0 10-1 0,1-5 0 0,-1-5-2 15,2 10-1-15,-2-10 1 0,2 10 2 16,0-5-1-16,-2-5-2 0,1 9 1 0,-1-9-3 16,1 9 7-16,2-3-4 0,-3-6 1 0,1 8-2 15,0-2 1-15,-1-6-1 0,2 6 4 0,-2-6-5 16,1 8-1-16,-1-8 2 0,1 7-5 0,-1-7 5 0,2 8-2 16,-2-8 1-16,2 8-3 0,-2-8 3 15,1 7-1-15,-1-7 2 0,4 10-1 0,-4-10-1 0,0 8-1 16,0-8-1-16,3 8-4 0,-3-8 4 15,2 6 2-15,-2-6 3 0,0 8-1 0,0-8 1 16,0 0-9-16,1 11 9 0,-1-11-6 0,0 0 2 0,0 6 1 16,0-6 1-16,0 0-1 0,0 0 2 15,3 7-2-15,-3-7 0 0,0 0 3 0,0 0 0 0,1 10-2 16,-1-10-1-16,0 0-4 0,0 7 7 16,0-7-4-16,0 0-1 0,0 0 2 0,2 9 0 15,-2-9 2-15,0 0-1 0,1 7-3 0,-1-7 5 0,0 0-3 16,2 10 2-16,-2-10 0 0,0 0 1 0,0 9-4 15,0-9 3-15,2 6-5 0,-2-6 3 16,0 0 3-16,0 7 0 0,0-7-1 0,0 0 0 16,1 9 0-16,-1-9-3 0,0 0 5 0,3 7-3 15,-3-7-2-15,0 0 2 0,0 0 5 0,0 0-3 16,0 0-3-16,0 7-2 0,0-7 1 0,0 0-1 16,0 0 5-16,0 0-3 0,0 0-1 0,0 0 4 15,0 0 2-15,0 0-5 0,0 9 0 0,0-9 1 0,0 0-2 16,0 0 3-16,0 0-2 0,0 0 2 15,0 0 0-15,0 0 2 0,0 7-2 0,0-7 0 16,0 0-2-16,0 0 6 0,0 0-6 0,0 0 4 0,0 0 1 16,0 0-1-16,0 0 1 0,0 0-1 15,0 0 0-15,0 0-2 0,0 0 1 0,0 0 3 0,0 0-5 16,0 0 1-16,0 0 0 0,0 0-2 16,0 0-2-16,0 0 1 0,0 0 0 0,0 0 2 15,0 0-1-15,0 0-2 0,0 0 0 0,0 0 0 0,0 0-3 16,0 0 1-16,0 0 2 0,0 0 5 15,0 0-4-15,0 0 5 0,0 0-7 0,3 6 5 16,-3-6-2-16,0 0 0 0,0 0-1 0,0 0-2 16,0 0 0-16,0 0 1 0,0 0 5 0,0 0-1 15,0 0-4-15,0 0-1 0,0 0 1 0,0 0 0 16,0 0 1-16,2 7-1 0,-2-7 2 0,0 0-1 16,0 0 2-16,0 0-4 0,2 7-2 0,-2-7 5 0,0 0-3 15,0 0 3-15,0 0 0 0,0 0 2 16,0 0-2-16,0 9 0 0,0-9-7 0,0 0 8 15,0 0-2-15,0 0 3 0,0 0 1 0,0 0-1 16,0 0-2-16,0 0 3 0,0 0 0 0,0 0-2 0,0 0 1 16,0 0 1-16,0 0-2 0,0 0 3 15,0 0 0-15,0 0-4 0,5 3 1 0,-5-3 0 16,0 0-3-16,0 0 2 0,0 0 2 0,0 0-6 16,0 0 1-16,0 0 3 0,0 0-3 0,0 0 5 15,0 0-3-15,0 0 2 0,0 0-1 0,0 0 0 0,0 0-2 16,0 0 4-16,0 0-3 0,0 0 2 0,0 0-2 15,0 0 2-15,0 0-3 0,0 0 1 16,0 0 2-16,0 0-1 0,0 0-1 0,0 0 3 16,0 0-1-16,0 0-1 0,0 0 6 0,0 0 1 15,0 0-6-15,0 0 0 0,0 0 2 0,3 7 2 16,-3-7 0-16,0 0-1 0,0 0-1 0,0 0 0 16,0 0-3-16,0 0 4 0,0 0-2 0,0 0 1 0,0 0-5 15,0 0 4-15,0 0-1 0,0 0 1 16,0 0-1-16,0 0 0 0,0 0 5 0,0 0-6 15,0 0 3-15,0 0 0 0,0 0-3 0,0 0 2 16,0 0 0-16,0 0 5 0,0 0-5 0,0 0 0 0,0 0-2 16,0 0 1-16,0 0 4 0,0 0-3 15,0 0 1-15,0 0 0 0,0 0-1 0,0-26 0 0,0 26 0 16,0 0-2-16,0-9 4 0,0 9 0 16,0 0-3-16,-2-8 6 0,2 8-2 0,0 0-6 15,0-15 6-15,0 15-4 0,0-7-3 0,0 7 1 0,2-10-2 16,-2 10-2-16,2-9 1 0,0 3 2 0,-2 6 2 15,2-13 1-15,1 7-4 0,-3 6 2 0,1-12 6 16,0 6-7-16,-1 6 1 0,3-10 1 16,-3 10-2-16,3-11-2 0,-3 5 4 0,0 6 0 15,2-8 1-15,-2 8-3 0,1-11 1 0,-1 11 1 16,2-8 2-16,-2 8-2 0,1-9-2 0,-1 9 2 0,4-8-3 16,-4 8 2-16,1-10-1 0,-1 10 4 15,2-10-6-15,0 4 3 0,-2 6 2 0,1-9 0 16,-1 9-3-16,3-10 2 0,-3 10-1 0,2-8 5 15,1 2-7-15,-3 6 2 0,4-10 0 0,-3 5 3 16,-1 5-4-16,1-8 4 0,-1 8-3 0,3-10 1 0,-3 10-4 16,2-10 2-16,-2 10 1 0,2-9 3 15,-2 9-4-15,3-10 1 0,-3 10-2 0,3-8 10 0,-3 8-9 16,1-9 2-16,2 2-1 0,-3 7 1 16,1-10-3-16,2 6 3 0,-3 4-4 0,2-11-1 15,-2 11 7-15,3-8-4 0,-3 8-3 0,1-9-4 16,-1 9 1-16,3-9 4 0,-3 9-3 0,2-7 1 0,-2 7 1 15,3-9 2-15,-3 9-2 0,2-7 2 16,-2 7-1-16,3-6 4 0,-3 6-2 0,0 0-6 16,2-8 6-16,-2 8 3 0,0 0-6 0,0 0 3 15,3-8-4-15,-3 8 3 0,0 0 3 0,0 0 5 16,0 0-6-16,0 0 2 0,0 0-3 0,0 0 5 0,0 0-7 16,0 0 1-16,0 0 0 0,2-5 1 15,-2 5 1-15,0 0 0 0,0 0 0 0,0 0 1 16,0 0-4-16,0 0 6 0,0 0-6 0,0 0 2 15,0 0-7-15,0 0 7 0,0 0 3 0,0 0-3 16,0 0 1-16,0 0-1 0,0 0-1 0,0 0 3 16,0 0-1-16,0 0 2 0,0 0-3 0,0 0 4 0,0 0-2 15,0 0 0-15,0 0 0 0,0 0 0 0,0 0-2 16,0 0 5-16,0 0-4 0,0 0-1 16,0 0 4-16,0 0-1 0,0 0-3 0,0 0 3 15,0 0 3-15,0 0-1 0,0 0-1 0,0 0 0 16,0 0-2-16,0 0 1 0,0 0-2 0,0 0 2 0,0 0 1 15,0 0-1-15,0 0 0 0,0 0 1 16,0 0 0-16,0 0 0 0,0 0 1 0,0 0-5 16,0 0 0-16,0 0 1 0,-1-11 1 0,1 11 2 15,0 0-4-15,0 0 2 0,0 0 0 0,1-7 0 16,-1 7-1-16,0 0 3 0,0 0 1 0,2-9-3 16,-2 9 2-16,0 0-2 0,1-8 2 0,-1 8-4 15,0 0-1-15,1-10 5 0,-1 10-2 0,3-9 2 16,-3 9-3-16,2-10 1 0,1 4-3 0,-3 6 4 15,4-9 2-15,-3 3 3 0,-1 6-5 0,4-12-3 16,0 7 1-16,-2-2-2 0,2-2 0 0,0 3 2 16,0-2-1-16,0-1 3 0,1 0-4 0,-3 0 6 0,5 0-3 15,-4 2-3-15,3-2 4 0,-1-2-1 0,0 3-1 16,0-3-1-16,1 3 1 0,-1-1 1 16,1-1-4-16,-3 1 0 0,3 0 4 0,-3 1 1 15,4-2-2-15,-2 1 1 0,1 2-2 0,-1-2 1 16,2 0 5-16,-3 1-3 0,2 0-2 0,-1 1-1 15,-1-1 0-15,1 1-1 0,-2 2 3 0,2-1-2 16,-5 6 2-16,7-10-1 0,-2 3-1 0,-1 2 2 16,0 1-2-16,0-1 0 0,1 1-1 0,-5 4 0 15,9-9 3-15,-5 7-2 0,1-4-1 0,-1 1 2 16,2 1 0-16,-6 4 1 0,10-7-2 0,-5 2 3 16,2 1-3-16,-3-1 1 0,1 1 1 0,-5 4 1 0,13-6-5 15,-8 1 4-15,1 3-2 0,1-2 4 16,-1 2-2-16,-6 2-4 0,13-6 1 0,-7 2 2 15,2 1 0-15,-2 1-2 0,-6 2 2 0,13-4-2 16,-8 2 3-16,-5 2-3 0,10-3 7 0,-10 3-5 16,12-2-2-16,-12 2-1 0,7 0 4 0,-7 0-4 15,12 4 0-15,-12-4 2 0,11 1-1 0,-11-1-1 0,9 4-5 16,-2-2 9-16,-1 0-3 0,-6-2 0 16,13 5 3-16,-7-2-2 0,1 0 0 0,0 1 5 15,-2 0 0-15,2 1-5 0,-2-2 0 0,3 3 0 16,1-1 4-16,-3-2-4 0,0 1 2 0,1 4-1 15,-1-4-5-15,2 2 6 0,-3-2-1 0,1 1 2 0,0-1-1 16,0-1 3-16,-1 4-3 0,3-1 2 16,-2 2-4-16,1 0 4 0,-4-2 0 0,2-3 2 15,0 4-2-15,1 2 0 0,-3 0 2 0,3-1-2 16,-1-1 3-16,1 1-6 0,-2-1 2 0,1 2 1 16,-1 0 0-16,0-3 1 0,-2 2-3 0,3-1 1 15,-1 4 2-15,1-2-4 0,-2 0-2 0,1 0-1 16,-2-2 5-16,2 2 2 0,0 1-2 0,-1-2-1 15,0 3 2-15,1-5 6 0,-3 4-2 0,3-1 3 16,-3 0-3-16,2 0-1 0,0 1-4 0,0 0 2 16,0 1-2-16,0-3 2 0,0 2-1 0,0-3 2 15,1 1-3-15,-3 0 2 0,2 1-1 0,-1 0 1 0,2-1 0 16,-3 0 0-16,2 0-3 0,1 1 3 16,-2-1-1-16,0-1-2 0,0 1 0 0,1 1 0 15,-3-1 2-15,2 0 0 0,1-1-1 0,-1 3-4 16,-1-4 3-16,2 2 3 0,0 0 0 0,-3-8-4 15,1 13 2-15,2-4 6 0,-2-2-5 0,1 0-1 16,-2 2-4-16,0-9 2 0,3 16 1 0,-2-13 1 16,1 5 0-16,-1-1 0 0,0 0-2 0,2 0 0 15,-2 0 0-15,-1-7 1 0,2 12-3 0,1-4 2 16,-3-8 0-16,1 9 0 0,-1-3 1 0,0-6 2 16,1 10-1-16,1-4-1 0,-2-6 1 0,0 11 0 15,0-11-3-15,0 13 5 0,1-9-1 0,-1-4-4 16,1 13 2-16,-1-7-1 0,0-6 2 0,3 12 2 15,-2-6-4-15,-1-6 1 0,0 8-2 0,0-8 2 16,0 11-1-16,0-11 2 0,1 7-1 0,-1-7 0 16,2 9 1-16,-2-9-1 0,1 9-2 0,-1-9 3 15,1 5-2-15,-1-5 0 0,0 0 1 0,0 9 0 0,0-9-1 16,0 0 1-16,0 0 0 0,2 11 2 16,-2-11 0-16,0 0 0 0,1 6-3 0,-1-6 3 15,0 0-3-15,0 0 4 0,0 0 7 0,0 0-6 16,0 0-5-16,0 8 1 0,0-8-5 0,0 0 6 15,0 0-2-15,0 0 0 0,0 0 1 0,0 0 1 16,0 0-1-16,0 0-1 0,1 9 2 0,-1-9 0 16,0 0 2-16,2 6-7 0,-2-6 6 0,0 0-1 15,0 0 1-15,1 8-3 0,-1-8 1 0,0 0 1 16,0 0 0-16,0 0 1 0,0 0 5 0,0 0-6 16,0 0-3-16,0 0 5 0,0 0 2 0,0 0 1 15,0 0 2-15,0 0-3 0,0 0 0 0,0 0 15 16,0 0 17-16,0 0 15 0,0 0 7 0,0 0-5 15,0 0-4-15,0 0-2 0,0 0-11 0,0 0-2 16,0 0-16-16,0 0 3 0,0 0-8 0,-4-28 1 16,4 28-10-16,0-9 3 0,0 9-2 0,0-11-1 15,0 11 0-15,0-12-2 0,0 12 1 0,-1-13 1 16,1 6-3-16,0 7-1 0,1-10-2 0,0 2-3 16,1 1 3-16,-2 7 2 0,3-13-1 0,-1 6-4 15,0 0 1-15,1-4-3 0,-1 0-1 0,2 3 3 16,0-3 1-16,1 0-2 0,-1-2-3 0,5 0 10 15,-4 1-1-15,3-3-7 0,-1 1-12 0,3-2-1 16,-1 0 0-16,-1-1 7 0,1 2 1 0,1-2-2 16,-1 2 1-16,-1-2 0 0,2 1-1 0,-1 0 9 15,0 3-6-15,-1-2 3 0,2 1 2 0,-4-2 2 16,2 2-3-16,-2 5 0 0,3-4-2 0,0 1 3 16,-2 2 0-16,3-4 1 0,-4 6 4 0,2-3-6 15,2-1 1-15,0-1 2 0,-3 1 8 0,3 0-8 16,-1-3-3-16,-2 4 3 0,1 2-1 0,0-2 4 15,2 1-1-15,-2 2 0 0,-1-2-1 0,0 1 7 16,-1 2-9-16,3-2 4 0,-2 2-3 0,-4 2 1 16,5-2-1-16,-2 0 2 0,2 1-1 0,-2-1-3 15,1-1 10-15,1 3-6 0,-2-1 1 0,-1 2 1 16,1-1-3-16,1 0 7 0,-3 0-8 0,3 2-1 16,-2-1 3-16,4-3-2 0,-1 1 1 0,3 1-1 15,-4 3 2-15,2-3-2 0,-1 2 0 0,2-2 2 16,-1 0-1-16,0 1 2 0,1-1 0 0,-1 3 7 15,1-1-2-15,0-1 1 0,2 0 1 0,-6 2-3 16,4-2-2-16,-1 0 6 0,-1 3-5 0,1-2 1 16,0 2 0-16,-3-2-6 0,3 2 5 0,-9 1-5 15,15-2 4-15,-7 2-2 0,0 0-1 0,-8 0-2 16,14 0 3-16,-6 0 1 0,-8 0-1 0,13 2 0 16,-5-1 0-16,-1 2-1 0,0-1 4 0,-7-2-5 15,12 5 2-15,-4-3-4 0,-2 2 8 0,0 1 2 16,1-4-3-16,-1 4-3 0,0-1 1 0,3 4 3 15,-3-4-4-15,0 3 4 0,3 1-3 0,-1-2 2 16,-1 5-1-16,1-2 1 0,1 1 1 0,-1 0 1 16,2 4-1-16,-1-1 0 0,-2 1 6 0,2-1-9 15,-1 2 3-15,1-1-1 0,-1 2 0 0,-2-6 0 16,2 4 0-16,-2-4 3 0,2 3-4 0,-3-4 4 16,1 1-1-16,1 2-3 0,-1-2 2 0,0 3 2 15,1-3 4-15,-1 2-2 0,-1 1-1 0,4-4-3 16,-4 1 0-16,4 4-1 0,-2 0 4 0,3 1 0 15,-5-3-4-15,3 0 3 0,-1 3-4 0,1-4 4 16,0 6-3-16,1 0-1 0,-2-4 10 0,2 2-8 16,-1 1 1-16,0 0 4 0,-1-2-5 0,0 0 2 15,-1-2 10-15,-2 0 2 0,2-2 2 0,1 1-3 16,2 4 0-16,-3-4-3 0,0 0 0 0,0-1 5 16,0 0-5-16,1 0-1 0,-1 0-4 0,-1-1 1 15,0 1-2-15,0-1 0 0,1-1-2 0,-1 1 1 16,-1 1-3-16,-1-4 4 0,3 3-5 0,0 1 0 15,0 0 2-15,-1-1 4 0,0 0-9 0,-1 2 1 16,1-1-1-16,0-2 1 0,-1 3 1 0,1-2 1 16,0 0-3-16,2-1 1 0,-4 1 4 0,1 0-4 15,0 3 2-15,2-3-3 0,-2 0 1 0,1-3-2 16,-2 3 1-16,-3-9 0 0,5 12 0 0,-5-12 2 16,5 11-4-16,-5-11 5 0,4 10 0 0,-4-10 0 15,3 7-4-15,-3-7 4 0,5 8 1 0,-5-8-5 16,0 0 5-16,0 0-1 0,0 0 1 0,2 10-27 15,-2-10-26-15,0 0-16 0,0 0-25 0,0 0-42 16,0 0-66-16,-16 8-280 0,16-8-516 0,-32 3 228 16</inkml:trace>
  <inkml:trace contextRef="#ctx0" brushRef="#br0" timeOffset="12602.01">4349 6843 5 0,'0'0'28'0,"0"0"1"0,0 0 11 0,0 0-7 16,0 0 3-16,0 0-10 0,0 0 6 0,-9-1-4 16,9 1 0-16,0 0-4 0,0 0-1 0,0 0 2 15,0 0 0-15,0 0 2 0,0 0-5 0,0 0 2 16,0 0 0-16,0 0-2 0,0 0 1 0,0 0 5 16,0 0-1-16,0 0-6 0,0 0 3 0,-8-4-2 15,8 4 3-15,0 0-12 0,0 0 9 0,0 0-2 16,0 0 4-16,0 0-6 0,0 0 2 0,0 0-1 15,0 0-1-15,0 0 0 0,0 0 3 0,0 0-3 16,0 0 1-16,0 0 6 0,0 0-3 0,0 0 1 16,0 0-6-16,0 0 2 0,0 0-2 0,0 0 2 15,0 0 6-15,0 0-3 0,0 0-2 0,0 0 3 16,0 0 0-16,0 0 7 0,0 0-1 0,0 0-4 16,0 0 1-16,0 0-1 0,0 0 1 0,0 0 2 15,0 0-2-15,0 0-5 0,0 0 1 0,0 0 6 16,0 0-8-16,0 0-1 0,0 0 3 0,-9-1 7 15,9 1 0-15,0 0 4 0,0 0 5 0,0 0-8 16,0 0 0-16,0 0-5 0,0 0 0 0,0 0 1 16,0 0-5-16,0 0 0 0,0 0 2 0,0 0-5 15,0 0-3-15,0 0 4 0,0 0-1 0,0 0-4 16,0 0-3-16,0 0-2 0,0 0 1 0,0 0 1 16,0 0-4-16,19-8 0 0,-19 8-1 0,0 0-1 15,9-4 0-15,-9 4-5 0,9-3 6 0,-9 3-4 16,8-5 3-16,-8 5-1 0,10-3 3 0,-6 0-2 15,-4 3-1-15,11-2 1 0,-4-1 4 0,-7 3-5 16,9-4-1-16,-3 3 4 0,-6 1 2 0,11-5-6 16,-5 2 2-16,-6 3-2 0,7-1 3 0,-7 1 2 15,0 0-2-15,12-3-1 0,-12 3 0 0,0 0 1 16,6-2-1-16,-6 2-2 0,0 0 4 0,0 0-2 16,0 0 4-16,0 0 8 0,0 0-1 0,0 0 3 15,0 0-6-15,0 0 3 0,8-1-3 0,-8 1-3 16,0 0 0-16,0 0 0 0,0 0-5 0,0 0 2 15,0 0 3-15,0 0-4 0,0 0-3 0,0 0 2 16,0 0-3-16,0 0 0 0,0 0 1 0,0 0-1 16,0 0 0-16,0 0 2 0,0 0-2 0,-32 1-3 15,25 0 5-15,7-1-3 0,-12 3 0 0,7-2 0 16,5-1-4-16,-9 1 3 0,9-1 2 0,0 0-1 16,0 0 0-16,-12 2-2 0,12-2 1 0,-5 2 1 15,5-2-2-15,0 0 3 0,0 0-5 0,0 0 2 16,0 0 2-16,0 0-1 0,0 0 3 0,0 0-3 15,-9 2 3-15,9-2-4 0,0 0 0 0,0 0-1 16,0 0 0-16,0 0 0 0,0 0 1 0,0 0 0 16,0 0 0-16,0 0 1 0,0 0 0 0,0 0 2 0,0 0-1 15,0 0 2-15,0 0-3 0,31-6 3 16,-25 5 1-16,1-2-3 0,-7 3 3 0,16-2-2 16,-9 0 0-16,-7 2-1 0,14-2-18 0,-9 1 5 15,-5 1-4-15,10-1 8 0,-10 1-2 0,8-2 3 16,-8 2 0-16,0 0 2 0,7-3-2 0,-7 3 4 15,0 0-4-15,0 0 1 0,0 0 8 0,0 0-9 0,0 0 1 16,0 0 1-16,0 0 2 0,0 0-4 16,0 0 8-16,-25 5-4 0,25-5 1 0,-19 4 1 15,10-1-7-15,1-2 5 0,-1-1-2 0,9 0 8 16,-15 4-4-16,7-4 3 0,0 2-2 0,8-2-2 16,-10 1 1-16,10-1-1 0,-8 0 0 0,8 0-4 0,0 0 7 15,0 0 3-15,-10 1-4 0,10-1 3 16,0 0-6-16,0 0-3 0,0 0 7 0,0 0-2 15,0 0 5-15,0 0-1 0,0 0 3 0,0 0-6 16,0 0 1-16,0 0-2 0,0 0 3 0,0 0 1 0,26-4-6 16,-17 3 3-16,-3-2-6 0,-6 3-8 0,16-2-33 15,-11 1-32-15,3-2-42 0,-8 3-45 0,11-4-127 16,-6 3-316-16,-5 1 140 0</inkml:trace>
  <inkml:trace contextRef="#ctx0" brushRef="#br0" timeOffset="13355.2">4558 6635 146 0,'0'0'154'0,"0"0"-5"0,0 0-15 0,0 0 0 16,0 0-10-16,0 0 0 0,0 0-11 0,0 0-5 16,0 0-7-16,0 0-6 0,0 0-10 0,0 0-5 15,0 0-3-15,0 0-4 0,0 0-11 0,0 0-4 16,0 0-3-16,0 0-4 0,0 0-4 0,0 0-5 16,0 0-6-16,0 0-1 0,0 0-5 0,0 0-3 15,0 0-2-15,0 0 3 0,4-6-10 0,-4 6-2 16,0 0 0-16,0 0 0 0,0 0-3 0,0 0-2 15,0 0 3-15,0 0 1 0,0 0-6 0,0 0 3 16,0 0-4-16,0 0 1 0,0 0-3 0,0 0 3 16,0 0-1-16,0 0 3 0,0 0-2 0,0 0 2 15,0 0-4-15,0 0-1 0,0 0-1 0,0 0 0 16,0 0-3-16,0 0 3 0,0 0 1 0,0 0 0 16,0 0 0-16,0 0 0 0,0 0-4 0,0 0 2 15,0 0-2-15,0 0-1 0,0 0 0 0,0 0-1 16,0 0 1-16,0 0-2 0,0 0 5 0,0 0-3 15,0 0 3-15,0 0-3 0,0 0 0 0,0 0 2 16,0 0 2-16,0 0 2 0,0 0 1 0,0 0 1 16,0 0-1-16,0 0-2 0,0 0-5 0,0 0 5 15,0 0-1-15,0 0 3 0,0 0-5 0,-14-6-1 16,14 6 1-16,0 0 0 0,0 0-3 0,0 0 4 16,0 0-2-16,0 0 2 0,0 0-3 0,0 0 1 15,0 0-1-15,0 0-1 0,0 0 0 0,0 0 0 16,0 0 0-16,0 0-3 0,0 0 3 0,0 0-1 15,0 0 0-15,11-6 0 0,-11 6-2 0,13-6-1 16,-3 3 4-16,1 1-1 0,-2-2 3 0,2 1-7 16,1 3-10-16,-3-4-5 0,-1 2-17 0,0 1-19 15,-8 1-26-15,9-3-20 0,-9 3-22 0,9-2-17 16,-9 2-7-16,0 0-16 0,9-1-114 0,-9 1-300 16,0 0 133-16</inkml:trace>
  <inkml:trace contextRef="#ctx0" brushRef="#br0" timeOffset="14001">4677 6586 105 0,'0'0'112'0,"0"0"-6"0,-22 9 1 16,22-9-8-16,0 0-6 0,0 0-9 0,0 0 5 15,0 0-2-15,0 0-17 0,0 0-9 0,0 0-14 16,0 0-1-16,0 0 0 0,0 0-5 0,0 0-10 15,0 0-16-15,0 0 1 0,-2 10 3 0,2-10-8 16,0 6 8-16,0-6-3 0,0 11 2 0,0-11 1 16,0 10-6-16,0-10-1 0,1 11-1 0,-1-11-1 15,0 11 6-15,0-11-12 0,-1 7 8 0,1-7 0 16,0 11-4-16,0-11 0 0,0 9 1 0,0-9 3 16,0 8-4-16,0-8-5 0,1 10 1 0,-1-10-2 15,1 7 2-15,-1-7 0 0,2 9 4 0,-2-9-8 16,-2 10 2-16,2-10 2 0,0 8-1 0,0-8-4 15,0 0 3-15,2 9 2 0,-2-9 2 0,1 6-7 16,-1-6 7-16,0 0 1 0,0 8 2 0,0-8-1 16,0 0-2-16,0 0-4 0,0 0 1 0,0 0-2 15,0 8 9-15,0-8 0 0,0 0-7 0,0 0 3 16,0 0-3-16,0 0 3 0,0 0 10 0,0 0-10 16,0 0-1-16,0 0 4 0,0 0-3 0,0 0-2 15,0 0-2-15,-8 4-1 0,8-4 3 0,0 0-1 16,0 0-3-16,-13 0 0 0,13 0-1 0,0 0-1 15,-10 2 8-15,10-2-7 0,0 0 2 0,-9 0 0 16,9 0-5-16,0 0 4 0,0 0 3 0,0 0-1 16,0 0 8-16,-10 0-11 0,10 0-2 0,0 0 3 15,0 0 12-15,0 0-6 0,0 0-1 0,-10 0-7 0,10 0 1 16,0 0 1-16,0 0 0 0,0 0-5 16,0 0 7-16,0 0-4 0,0 0 8 0,0 0 4 15,0 0 1-15,0 0 1 0,0 0 3 0,0 0 0 16,0 0-2-16,0 0 0 0,0 0 1 0,0 0-2 15,0 0-3-15,0 0-1 0,0 0 1 0,0 0 0 16,0 0-6-16,0 0 7 0,0 0-9 0,0 0 4 16,0 0-2-16,0 0-3 0,0 0 4 0,0 0 1 15,0 0 0-15,0 0-15 0,0 0-10 0,31-3-27 16,-23 1-15-16,0 1-24 0,2 0-12 0,3-1-14 16,-4 0-22-16,1 0-87 0,-3 1-238 0,0-1 106 15</inkml:trace>
  <inkml:trace contextRef="#ctx0" brushRef="#br0" timeOffset="14284.43">4810 6325 91 0,'0'0'193'0,"0"0"-17"0,-1-7-18 0,1 7-22 16,0 0-16-16,0 0-12 0,0 0-14 0,0 0-5 16,0 0-13-16,0 0-3 0,0 0-8 0,-8 32-14 15,1-16-34-15,0 3-41 0,1 6-60 0,-5 2-42 16,-5 0-77-16,-1-2-219 0,-1 1 98 0</inkml:trace>
  <inkml:trace contextRef="#ctx0" brushRef="#br0" timeOffset="15567.4">2259 6600 79 0,'0'0'146'0,"0"0"-5"0,-2-11-12 0,2 11-9 16,0 0 0-16,0 0-9 0,0 0-10 0,0 0-10 15,-3-5-9-15,3 5-11 0,0 0-9 0,0 0-9 16,0 0-2-16,0 0-7 0,0 0-7 0,0 0 3 15,0 0-10-15,0 0-10 0,0 0 3 0,-14 19-5 16,9-9 3-16,-2-1-3 0,1 1-5 0,2 3-4 16,0-3 3-16,-1 2 1 0,3 0-5 0,-2 0 4 15,0-1-8-15,1 3 6 0,1-2-9 0,-1 4 2 16,2-3-1-16,0 0 7 0,1-2-4 0,-2 4-4 16,4 4 4-16,-2-3 0 0,1 3 1 0,0-2-1 15,2 3 0-15,-1-2-1 0,1 1-5 0,2-2 1 16,-2 2-4-16,-2-1-3 0,0 0 6 0,1 1-6 15,-2 1 1-15,-2 0-3 0,1 4 1 0,-3-3 2 16,-1-2-16-16,0 0-6 0,-5 3 11 0,3-2-11 16,-2 3-2-16,-1-1 8 0,-3 3 1 0,3-8 4 15,-3 5 0-15,3-5 6 0,-1 0 4 0,2 2-6 16,-2-1 6-16,1-4 0 0,0 4-3 0,5-3 6 16,-2-3-8-16,2-2 4 0,1-1 1 0,1-1 2 15,1 0 3-15,2-8-5 0,-1 10 0 0,1-10 7 16,4 9-4-16,-2-4 4 0,-2-5-5 0,11 8 7 15,-4-6-6-15,1 0 4 0,1-2 7 0,4 0-40 16,-2-1-7-16,2 1-27 0,0-2-21 0,1 1-104 16,-1-2-208-16,0 1 92 0</inkml:trace>
  <inkml:trace contextRef="#ctx0" brushRef="#br0" timeOffset="16217.44">1380 7112 118 0,'0'0'140'0,"7"-13"1"16,-1 2-17-16,6-2-8 0,0-3-12 0,2-5-8 15,2 7-9-15,4-7-13 0,-2 3-2 0,-4 5-10 16,-1-4 10-16,2 4-14 0,-5 0-8 0,1 4 8 15,-3-1 7-15,-2 2-8 0,-2 3-2 0,-1-1-8 16,-1 1-3-16,2 0 1 0,-4 5-9 0,4-8 1 16,-4 8-6-16,0 0-2 0,1-8-6 0,-1 8-8 15,0 0 2-15,0 0-8 0,0 0 3 0,-20 16-7 16,12-8 5-16,2 2-2 0,-1 1-1 0,0 3-1 16,-2 0 1-16,1 3-1 0,1-2-4 0,0 3 1 15,1-1 0-15,2-4-1 0,1-3-1 0,2 0 1 16,-1-2-2-16,2 0 3 0,2 2 6 0,-1-5-6 15,3 1 2-15,-1 1-7 0,-3-7 5 0,9 11 2 16,1-5 2-16,-1-2 0 0,3-1-2 0,-1-1 1 16,3-1-28-16,-1 0-39 0,1-1-36 0,-1-1-56 15,-2 0-126-15,2-1-303 0,-3-2 134 16</inkml:trace>
  <inkml:trace contextRef="#ctx0" brushRef="#br0" timeOffset="16390.18">1583 6625 105 0,'0'0'212'0,"-4"-3"-22"0,4 3-20 16,0 0-20-16,-2-7-15 0,2 7-18 0,0 0-17 16,0 0-21-16,0 0-23 0,0 0-33 0,0 0-56 15,0 0-35-15,15 13-42 0,-10-5-78 0,-5-8-204 16,10 13 91-16</inkml:trace>
  <inkml:trace contextRef="#ctx0" brushRef="#br0" timeOffset="19523.24">16298 5567 42 0,'0'0'12'16,"6"-6"-21"-16,-6 6-10 0,0 0 4 0</inkml:trace>
  <inkml:trace contextRef="#ctx0" brushRef="#br0" timeOffset="20902.11">6712 6909 14 0,'0'0'165'0,"-8"-7"2"16,3 6-1-16,5 1-3 0,-13-2-15 0,7-1-9 15,6 3 0-15,-11-1-6 0,11 1-9 0,0 0-10 16,-12 1-12-16,12-1-9 0,-8-4-11 0,8 4-4 16,0 0-15-16,0 0-3 0,0 0-9 0,0 0-5 15,0 0-5-15,-7-4-6 0,7 4-3 0,0 0 3 16,0 0-8-16,27-2 0 0,-15 1-2 0,1-1-10 16,5 2-24-16,-6-1-31 0,4 4-14 0,-6-3-37 15,4 2-27-15,-4-2-19 0,1 1-22 0,-1 2-121 16,-5 1-302-16,-5-4 133 0</inkml:trace>
  <inkml:trace contextRef="#ctx0" brushRef="#br0" timeOffset="21284.56">6734 6945 48 0,'0'0'126'0,"0"0"-9"16,0 0-8-16,0 0-6 0,-7 2-15 15,7-2-18-15,0 0-2 0,0 0 5 0,-3 13-14 16,3-13 1-16,0 12-3 0,0-2-2 0,-1 0-8 15,0 0-8-15,0 2-1 0,-1 1 2 0,1-2-4 16,1 2-1-16,0 0-10 0,1-3-5 0,-1 2 7 0,-1-2-3 16,2 0-7-16,-2-2-2 0,1 1 5 15,0-9-6-15,0 15 3 0,-1-8-3 0,1-7 1 0,-2 12-5 16,2-12-7-16,-2 8 8 0,2-8-1 16,-3 8-3-16,3-8 2 0,0 0 9 0,-4 7-5 0,4-7-6 15,-6 4-2-15,6-4-3 0,-8 2 12 0,8-2-9 16,-7 1 1-16,7-1-1 0,0 0-5 15,-9 5 3-15,9-5-5 0,-9 0 7 0,9 0 3 16,0 0-7-16,-9 0 4 0,9 0-2 0,0 0-2 16,0 0-3-16,0 0 3 0,0 0-2 0,-8 1 4 0,8-1-4 15,0 0 2-15,0 0-6 0,0 0 0 0,0 0 2 16,0 0 4-16,0 0 1 0,0 0-5 16,0 0 0-16,0 0 0 0,28 6 0 0,-16-6-24 0,1 0 5 15,1 0-16-15,3-3-11 0,0 0-17 0,1 3-15 16,1-3-18-16,0 0-3 0,3 0-9 0,-1 1-58 15,-2-2-181-15,2-1 80 0</inkml:trace>
  <inkml:trace contextRef="#ctx0" brushRef="#br0" timeOffset="21717.37">6994 7140 253 0,'14'-6'-6'0,"-4"0"17"0,1 3 15 0,-4-3 2 15,2 0 12-15,-4 3 15 0,0-1 15 0,-5 4-3 16,6-7 11-16,-6 7 3 0,2-6 5 0,-2 6-2 16,0 0 2-16,1-6-1 0,-1 6-14 0,0 0-3 15,-10-5-6-15,10 5-1 0,-9-4-11 0,9 4-4 16,0 0 5-16,-19 6-2 0,13-4-14 0,-2 1-4 15,-1 1 1-15,3 2-5 0,-1-2-6 16,1 2-2-16,-1-2 5 0,1 2-1 0,2 0-11 0,-1 0-12 16,5-6 11-16,-5 9 0 0,4-3-3 0,-2-1 0 15,3-5 7-15,-1 9-14 0,1-9 10 0,2 9-3 16,-2-9-3-16,0 0 2 0,7 9 2 0,-2-7 1 16,-5-2-3-16,9 4 8 0,-3-2-5 0,-6-2 6 15,12-2-5-15,-12 2-4 0,14-4 10 0,-9 2 9 16,-1-3 3-16,-4 5 4 0,9-10 2 0,-5 4 7 15,-1 0-1-15,-1-4-1 0,3 1-3 0,-4-1-3 16,0 2 1-16,0 0-8 0,1-2 1 16,-1 0-2-16,0 1 6 0,1-1 3 0,-2 10 4 15,-2-12-7-15,2 12 6 0,2-10-6 0,-2 10-2 0,0-7-1 16,0 7-4-16,0 0-3 0,1-10-9 0,-1 10 3 16,0 0-8-16,0 0-2 0,0 0-4 0,0 0-2 15,0 0 0-15,0 0-2 0,0 0-2 0,0 0 4 16,0 0 1-16,0 0-1 0,4 23 0 15,-3-15 0-15,0 2-10 0,2 0-16 0,-2 0-11 0,2 1-11 16,-2-3-16-16,2 1-32 0,2 2-25 0,0-1-23 16,0-2-14-16,0 0-3 0,2-3 0 0,3 0-118 15,-1-2-303-15,1 0 134 0</inkml:trace>
  <inkml:trace contextRef="#ctx0" brushRef="#br0" timeOffset="21901.11">7225 7149 349 0,'11'-7'-12'0,"-1"0"17"0,0 1 16 15,-4-2 17-15,1 2 5 0,-2 0 14 0,0-3 16 16,-2 2 8-16,0 3 15 0,-3 4 13 0,4-11-1 15,-4 11 4-15,1-7-4 0,-1 7-3 0,0 0-8 16,0 0-11-16,0 0-9 0,0 0-9 0,-5-7-7 16,5 7-3-16,0 0-4 0,0 0-7 0,-21 10-4 15,15-6 3-15,-1 5-2 0,1-3-6 0,-1 0-1 16,5 0-6-16,-2-1-2 0,0 0-2 0,4-5-2 16,-3 14-2-16,3-8-5 0,0-6-1 0,5 14-1 15,1-9-32-15,0 1-44 0,3 1-67 0,2-3-55 16,1 2-127-16,6-4-334 0,-5-1 148 15</inkml:trace>
  <inkml:trace contextRef="#ctx0" brushRef="#br0" timeOffset="22050.52">7498 7097 171 0,'0'-8'278'0,"0"8"-5"0,0 0-19 0,-2-10-6 0,2 10-14 15,0 0-23-15,0 0-22 0,-3-9-15 0,3 9-21 16,0 0-28-16,-4-6-40 0,4 6-45 0,0 0-54 15,0 0-68-15,0 0-53 0,0 0-52 0,0 0-150 16,-22 9-363-16,12-4 161 0</inkml:trace>
  <inkml:trace contextRef="#ctx0" brushRef="#br0" timeOffset="25793.67">1803 7177 41 0,'-8'-7'122'0,"8"7"-10"0,0 0-2 0,0 0-6 16,-5-7-7-16,5 7-13 0,0 0-11 0,0 0-8 15,0 0-5-15,0 0-7 0,0 0-15 0,0 0-25 16,0 0-26-16,0 0-13 0,0 0-10 0,0 0-8 15,0 0-17-15,0 0-17 0,0 0-41 0,1 21-130 16,-1-21 58-16</inkml:trace>
  <inkml:trace contextRef="#ctx0" brushRef="#br0" timeOffset="26398.31">6079 7156 52 0,'0'0'65'0,"6"3"-17"15,-6-3-12-15,0 0-17 0,0 0-19 0,0 0-12 16,0 0-23-16,0 0-38 0,0 0 18 0</inkml:trace>
  <inkml:trace contextRef="#ctx0" brushRef="#br0" timeOffset="29501.02">4484 6771 23 0,'0'0'24'15,"0"0"0"-15,0 0-3 0,0 0-4 0,0 0 4 16,0 0-6-16,0 0 3 0,0 0-5 0,-24 8 0 15,11-1-5-15,1-1 6 0,-3-1-3 0,1 2 0 16,-1-1-1-16,1-1-9 0,1 2 5 0,0-4 8 0,0 3-3 16,-1-2-1-16,5-1-5 0,0 1 9 15,2-2 5-15,-1-1 2 0,8-1 1 0,-10 5-1 0,10-5 14 16,-7 1-6-16,7-1-7 0,0 0-4 16,0 0 3-16,0 0-1 0,0 0-3 0,0 0-1 15,0 0-1-15,0 0 5 0,25-9-2 0,-15 2 0 0,0 1 2 16,8 0-4-16,-6 2-1 0,4-4-4 15,-6 3-11-15,1 1 9 0,-1-1 0 0,-4 3 0 16,-1 0-4-16,-5 2-1 0,9-4 1 0,-9 4 1 16,7-2 9-16,-7 2-12 0,0 0-3 0,0 0-10 15,0 0 14-15,0 0-7 0,0 0 3 0,0 0-2 0,0 0 3 16,-19 14 11-16,13-13-9 0,0 2 0 16,6-3 8-16,-13 8-11 0,7-6 3 0,-1 2 5 0,0-1-13 15,-1-1-2-15,8-2 8 0,-10 5-1 16,10-5 3-16,-9 2-2 0,9-2 7 0,-9 4 0 15,9-4-3-15,0 0 7 0,0 0-4 0,-6 2-2 16,6-2 7-16,0 0 0 0,0 0-5 0,0 0 1 0,0 0 2 16,0 0-3-16,0 0 6 0,23-14-3 0,-16 11 0 15,0 2-14-15,2-3 6 0,-3 3 3 0,-6 1 6 16,8-7-13-16,-8 7 6 0,7-3-10 16,-7 3 11-16,0 0-5 0,8-2 0 0,-8 2-4 15,0 0-3-15,0 0 7 0,0 0 16 0,0 0-22 16,0 0 19-16,0 0-17 0,0 0 3 0,0 0-5 15,-20 13 4-15,20-13 1 0,-11 7 3 0,6-7-8 16,5 0 2-16,-7 5 2 0,7-5 2 0,-7 1 3 16,7-1-4-16,0 0 1 0,0 0-1 0,-5 3 12 15,5-3-2-15,0 0-4 0,0 0 5 0,0 0 3 16,0 0 1-16,0 0-4 0,0 0-5 0,0 0 1 16,0 0 4-16,0 0-6 0,0 0 6 0,0 0 4 0,0 0-12 15,19-9-1-15,-19 9 3 0,0 0-7 16,7-3 2-16,-7 3 3 0,0 0-5 0,0 0 1 15,0 0 6-15,0 0-8 0,0 0 2 0,0 0 0 16,0 0 6-16,0 0-13 0,0 0 11 0,0 0-3 0,0 0 0 16,0 0 0-16,0 0 6 0,0 0-4 15,0 0-2-15,0 0-1 0,0 0 0 0,0 0 0 16,0 0 6-16,0 0-10 0,0 0 9 0,0 0-8 16,0 0 15-16,0 0 1 0,0 0 2 0,0 0-6 15,0 0 20-15,0 0-6 0,0 0 7 0,0 0-15 16,0 0 3-16,0 0-3 0,0 0-4 0,0 0-1 15,0 0 3-15,0 0-4 0,0 0 1 0,3-8 0 16,-3 8-8-16,0 0 2 0,7-2-4 0,-7 2-1 16,0 0 0-16,0 0 4 0,0 0-1 0,6-3 2 15,-6 3-2-15,0 0 6 0,0 0-5 0,0 0 0 16,0 0 0-16,0 0 1 0,0 0-4 0,0 0 4 16,0 0-4-16,0 0 0 0,0 0 3 0,0 0 3 0,0 0-3 15,0 0-12-15,0 0 16 0,0 0-3 16,0 0 5-16,0 0-10 0,0 0 2 0,0 0 6 15,0 0-13-15,0 0 4 0,0 0-1 0,0 0-2 16,0 0 4-16,0 0-4 0,0 0 11 0,0 0-5 16,0 0 2-16,0 0 7 0,0 0-6 0,0 0-9 0,0 0 0 15,8-4 9-15,-8 4-5 0,0 0-5 16,0 0 6-16,0 0 3 0,0 0 1 0,0 0-9 16,13 0 9-16,-13 0-9 0,7-3 7 0,-7 3 0 15,9-3-3-15,-9 3 3 0,12-3 2 0,-12 3 4 0,7-1-24 16,-7 1 15-16,0 0 2 0,9-1-2 15,-9 1 2-15,0 0 2 0,0 0 1 0,0 0 3 16,0 0-14-16,9-2 21 0,-9 2-18 0,0 0 10 16,0 0-5-16,0 0-15 0,0 0 8 0,0 0-6 15,0 0 3-15,0 0 8 0,0 0 0 0,-20 15-1 0,15-12-5 16,-2 1 10-16,0 0-8 0,0 0 1 0,-2 1-1 16,2-1 5-16,-1 0 5 0,0-1-6 15,8-3 12-15,-11 7-14 0,7-6 0 0,4-1-14 0,-9 3 26 16,9-3-5-16,0 0-1 0,-8 2-7 15,8-2 1-15,0 0 2 0,0 0 10 0,0 0-3 0,-6 2 0 16,6-2-17-16,0 0 14 0,0 0-3 0,0 0 3 16,0 0-8-16,0 0 12 0,0 0-6 15,0 0 2-15,19-12-7 0,-19 12 1 0,0 0 7 0,8-3 1 16,-8 3-5-16,0 0-6 0,0 0 4 16,5-4 3-16,-5 4-9 0,0 0 9 0,0 0-4 0,0 0 6 15,0 0-2-15,0 0-3 0,0 0 0 16,0 0 5-16,0 0-8 0,0 0 7 0,0 0-4 15,0 0 3-15,0 0-10 0,0 0 10 0,0 0-1 16,0 0 0-16,0 0 1 0,0 0 9 0,0 0-16 16,0 0 10-16,0 0-4 0,0 0 7 0,0 0-9 0,0 0-2 15,0 0 10-15,10 0-7 0,-10 0-5 0,9-3-10 16,-9 3-6-16,10-3-27 0,-10 3-12 0,0 0-8 16,9 2-12-16,-9-2-73 0,0 0-165 0,0 0 73 15</inkml:trace>
  <inkml:trace contextRef="#ctx0" brushRef="#br0" timeOffset="-194880.31">26589 6877 42 0,'0'0'42'0,"0"0"1"0,0 0-8 15,0 0 0-15,0 0-4 0,0 0-3 0,0 0-3 16,0 0-8-16,0 0-17 0,0 0-7 0,0 0-11 16,0 0-28-16,0 0-50 0,0 0 23 0</inkml:trace>
  <inkml:trace contextRef="#ctx0" brushRef="#br0" timeOffset="-190111.11">26465 8776 81 0,'0'-11'79'0,"0"11"-5"0,2-11-16 0,-2 4 1 15,0 7-8-15,1-11 9 0,-1 11 8 0,3-8-7 16,-3 8-11-16,2-9-2 0,-2 9-6 0,0 0-3 15,2-6-18-15,-2 6 1 0,0 0 0 0,0 0-1 16,0 0-3-16,0 0 0 0,0 0-1 0,0 0-2 16,0 0-7-16,0 0 8 0,9 15 4 0,-7-8-17 15,0 3-1-15,0 0 0 0,0 3 5 0,1-2 2 16,-1 0-6-16,3 0 5 0,-3 0-2 0,2 1-1 16,-1-3 1-16,1 3-5 0,2-2 2 0,-3 0-2 15,3-3-3-15,-2 3-5 0,2-2 10 0,-2-2-2 16,-1 1 2-16,3-2 8 0,-2 0-14 0,-1 2 11 15,2-2 6-15,-1-2-13 0,-4-3-1 0,5 7 5 16,-5-7 1-16,6 4 19 0,-6-4 15 0,9 2-9 16,-9-2-3-16,23-12-5 0,1-2-2 0,3-4 2 15,0-4-10-15,14-8 4 0,1-3-6 0,3-2-2 16,0-1 1-16,7-1 0 0,19-15-12 0,-17 18-15 16,24-17-15-16,-3 2-21 0,1 5-32 0,3 2-18 15,3 0-70-15,0-1-186 0,-3 2 83 0</inkml:trace>
  <inkml:trace contextRef="#ctx0" brushRef="#br0" timeOffset="-178397.89">21412 13847 19 0,'0'0'31'0,"0"0"-2"15,0 0-1-15,0 0-6 0,0 0 1 0,0 0-8 16,4 3 1-16,-4-3-8 0,0 0-4 0,0 0 1 15,0 0-6-15,0 0-4 0,0 0 9 0,0 0-8 16,-8 16 5-16,8-16 0 0,0 0-3 0,-2 5-2 16,2-5 2-16,0 0-4 0,0 0-2 0,-3 6 1 15,3-6-1-15,0 0 0 0,0 0-3 0,0 0 0 0,0 0-11 16,0 0-24-16,-5 5 12 0</inkml:trace>
  <inkml:trace contextRef="#ctx0" brushRef="#br0" timeOffset="-178362.58">21398 13882 67 0,'0'0'-12'0,"0"0"-12"0,0 0 6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6T04:20:39.3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11109 3497 106 0,'-5'-4'171'0,"-1"-1"-6"0,-2 0-13 0,-1 0-7 15,4 2-12-15,-6-1 2 0,2 1-13 0,-2-2-6 16,0 2-4-16,1-1-5 0,-2 1 1 0,2-1-2 16,2 2-8-16,0-2 0 0,8 4-4 0,-13-2-4 15,7 1-6-15,6 1-6 0,-8-2-7 0,8 2-5 16,-8-3-10-16,8 3-6 0,0 0 3 0,0 0-12 15,0 0-5-15,0 0-2 0,30-14-3 0,-9 10 25 16,12 0-5-16,5-4-9 0,16-1-1 0,-2-2-16 16,0 5-18-16,-14 0-25 0,14-1-24 0,-19 4-21 15,-1 0-26-15,-2 2-26 0,-2-1-28 0,-6 2-18 16,-4 0-16-16,-4 2-5 0,-2-2-133 0,-3 0-342 16,-1 1 151-16</inkml:trace>
  <inkml:trace contextRef="#ctx0" brushRef="#br0" timeOffset="403.03">11344 3332 106 0,'0'0'121'16,"-7"0"-7"-16,7 0 5 0,-5 7 7 0,5-7 3 16,-3 13-9-16,0-4 1 0,1 3-3 0,-1 3-9 15,3 4 1-15,-5-2-7 0,3 4-8 0,2 5-1 16,-3 1-4-16,2-1-7 0,-2 2-4 15,2-3-7-15,0-1-6 0,1-4-9 0,-4 0 0 16,4 4-7-16,0-7-1 0,0 2-5 0,-1-2-4 16,1 2-4-16,0 0-4 0,0 0-2 0,-3-3-4 0,2 2-6 15,-2-7 3-15,1 3-2 0,-3-1 3 16,1-4-8-16,-1 0-3 0,1-3-4 0,0 2-2 16,-4-3-3-16,1 0-6 0,-1-2 2 0,-2 3-6 15,-2-4-2-15,12-2-4 0,-23 3 3 0,5-3-3 16,2-1 5-16,-3 0-3 0,3 2 1 0,3-2 1 15,2 0 2-15,-1-1 0 0,12 2 5 0,-20-2-2 16,10 2 1-16,10 0-3 0,-12-3 4 0,12 3-4 0,0 0 5 16,-11-1-7-16,11 1 3 0,0 0-1 0,0 0 1 15,0 0 2-15,0 0 3 0,0 0-2 16,39 6 3-16,-17-4-2 0,6-1 4 0,3-2-4 16,2 2-22-16,0-2-29 0,0-1-37 0,5-1-48 15,-4 3-44-15,-2 1-142 0,-5-5-348 0,1 1 155 16</inkml:trace>
  <inkml:trace contextRef="#ctx0" brushRef="#br0" timeOffset="866.14">11813 3810 50 0,'0'0'227'0,"-10"-10"-12"16,10 10-4-16,-13-7-8 0,2 3-8 0,-1 2-10 15,1 0-8-15,-3 2-14 0,14 0-15 0,-28 7-14 16,12 1-10-16,-3-1-13 0,4 3-9 0,0 2-9 16,1 0-7-16,1-1-11 0,1 1-8 0,2 1-3 15,2-2-10-15,1-1 1 0,3 2-13 0,0-2-2 16,3 0-1-16,-1 2-5 0,2-5-3 0,4 1-2 16,-1-2-2-16,5 3 0 0,2-4-4 0,0-3 1 15,3 1-8-15,1-5 3 0,-1 1-3 0,-1-1 1 16,0-2-1-16,7-1-5 0,-8-2 5 0,2-4-8 15,0-1 2-15,-3 1-3 0,3-6-1 0,-7 2 1 16,3-2 1-16,-2-8-1 0,2-1-2 0,-2 0-1 16,-3 0 0-16,-1-2 1 0,-1 2-4 0,2 1 1 15,-2-1 1-15,-1 2-1 0,-1-3 5 0,-1 9 1 16,2-2-7-16,-2 4 15 0,1 3 7 16,1 3 9-16,-4-1 0 0,3 4-12 0,0 7 8 15,0-12-8-15,0 12-3 0,0 0-9 0,0 0 3 0,0 0-3 16,0 0 1-16,0 0 1 0,0 36 0 0,0-11 1 15,2 0-3-15,-4 1 1 0,2 3 0 0,0 0 1 16,0 2-3-16,0-1-1 0,0 2 4 16,-4-1 0-16,4-3-1 0,-2 1-8 0,4-4-36 15,-2-7-34-15,2 1-44 0,-4 0-50 0,4-2-48 16,0 0-59-16,-2-2-186 0,0-4-494 0,0-11 219 16</inkml:trace>
  <inkml:trace contextRef="#ctx0" brushRef="#br0" timeOffset="1117.94">12249 3697 210 0,'0'0'239'0,"-14"0"-11"0,14 0-6 0,-22 7-7 0,7 5-12 15,-2-3-11-15,1 4-7 0,-7 6-13 16,6 2-6-16,-1 2-10 0,3-4-16 0,2-2-16 15,3-1-11-15,3 0-10 0,0-1-7 0,3-3-8 16,3 1-9-16,1 3-5 0,0-3-9 0,4-2-4 16,4 0-2-16,-1-2-13 0,3 0-25 0,7 1-36 15,0-3-36-15,4-3-41 0,2-1-48 0,5-3-51 16,0 0-51-16,3 0-179 0,-7-3-457 0,7-1 202 16</inkml:trace>
  <inkml:trace contextRef="#ctx0" brushRef="#br0" timeOffset="1291.91">12751 3762 2127 0,'0'0'92'0,"9"-7"-29"15,-9 7-14-15,10-8-23 0,-10 8-10 0,8-4 2 16,-1 1-5-16,2 0-6 0,2-2 10 0,-2 3-2 16,5-3-3-16,3 1-6 0,-3 3 1 0,4-3-12 15,1 3-24-15,-6 1-29 0,1-1-51 0,-2 3-52 16,1-2-45-16,-5 4-111 0,-8-4-344 0,9 3 153 15</inkml:trace>
  <inkml:trace contextRef="#ctx0" brushRef="#br0" timeOffset="1437.94">12781 3882 219 0,'0'0'221'0,"-3"6"-11"0,3-6-4 0,0 0 7 0,0 0-7 15,0 0-17-15,14 14-12 0,-1-11-19 0,0-1-15 16,6 1-17-16,3 1-45 0,5-4-48 15,2 3-55-15,-2-1-79 0,2-4-89 0,-10 2-122 16,10-3-337-16,-10 0 149 0</inkml:trace>
  <inkml:trace contextRef="#ctx0" brushRef="#br0" timeOffset="2351.89">14116 3466 98 0,'0'0'236'0,"-6"-7"-16"0,6 7-11 15,-4-10-15-15,3 4-8 0,1 6-6 0,0-9-16 16,0 9-13-16,0 0-13 0,3-15-17 0,5 7-11 0,2 3-7 16,8 0-14-16,-4 1-5 0,1 2-2 0,5 1-15 15,-2 3-8-15,0 1-2 0,-9 2-8 16,7 5-7-16,-3 0-3 0,-1 4-4 0,-3 1-1 15,-3 1 0-15,-1 0-7 0,-3 3 0 0,0 1-3 16,-4-2 1-16,-5 9-3 0,-1-4 0 0,-5 0-5 16,1-5 2-16,1-2-1 0,-5 4-3 0,-7-4 1 15,10-2-4-15,-5 0 1 0,2-6 1 0,0 1-4 0,3-4 2 16,2 1-3-16,-1-1 2 0,2-2 2 16,1 0-1-16,1-2 3 0,1 2 8 0,7-3 1 15,-10 1 2-15,10-1 1 0,-7 2-3 0,7-2-4 16,0 0-2-16,0 0-5 0,0 0-4 0,0 0 1 15,0 0-1-15,0 0-1 0,0 0-3 0,31 5-1 16,-15-6 2-16,2 2-16 0,2 1-18 0,7-2-26 16,0 5-19-16,2-2-40 0,2-1-34 0,-1 0-38 15,3-1-58-15,-1 1-176 0,3-5-451 0,-5 3 199 16</inkml:trace>
  <inkml:trace contextRef="#ctx0" brushRef="#br0" timeOffset="2595.94">14887 3407 176 0,'0'0'195'0,"-4"-5"-15"16,4 5-22-16,0 0-12 0,14-7-19 0,-3 4-8 15,11-1-18-15,7 1-4 0,2-2-12 0,4 2-9 16,0 0-28-16,3 1-13 0,-6 2-39 0,-3 0-32 16,-7 0-39-16,-3 1-18 0,-6 0-22 0,-3-1-89 15,-3 1-220-15,-7-1 98 0</inkml:trace>
  <inkml:trace contextRef="#ctx0" brushRef="#br0" timeOffset="3436.33">15146 3382 19 0,'-14'0'104'0,"14"0"3"0,-11-2-12 0,11 2-7 15,-7-1-9-15,7 1-11 0,0 0 2 16,-13 6 17-16,11 0 2 0,1 2 17 0,-3 3-2 0,0 3 4 16,1 3 6-16,1 1-4 0,0-1-6 15,0 2-2-15,1 1-4 0,-2 6-6 0,-1-7-9 0,3 9-2 16,0-9 2-16,-3 6-5 0,0-1-5 16,5-5-8-16,-3-1-5 0,-2-1-5 0,0-6-9 15,3 6-1-15,-3-2-3 0,0 1-3 0,1-7-5 16,0 1-3-16,0 0-3 0,3-10 0 0,-7 12-4 15,7-12-2-15,-7 5 0 0,7-5-3 0,-10 5-2 0,10-5-4 16,-13 0 2-16,13 0-4 0,0 0-1 0,-20-6-1 16,20 6 4-16,-11-8-7 0,7 3 2 15,1 0-2-15,-2 2-1 0,5 3 1 0,-6-6-2 16,6 6-3-16,0 0-1 0,-6-5 0 0,6 5-1 16,0 0-2-16,0 0 4 0,0 0-1 0,0 0 3 15,31-3-5-15,-17 5-10 0,3-4-16 0,6 5-16 0,-2-2-16 16,7-1-30-16,-7 0-17 0,8 2-16 15,1 0-22-15,-9-2-7 0,7-2 15 0,-7 2-10 16,0-2 9-16,0-2 2 0,-4 1 3 0,1 1 19 16,-7-2 14-16,3 0 13 0,-3 0 14 0,2-1 17 15,-4-1 18-15,0-2 18 0,-2 3 20 0,0-3 17 16,0-1 25-16,-2 5 17 0,-3-2 6 0,2 1 16 16,-4 5 13-16,5-7 2 0,-5 7-9 0,4-6-12 15,-4 6-4-15,0 0-12 0,0 0-3 0,7-2 0 16,-7 2 11-16,0 0 1 0,3 13-3 0,-3-13 4 15,2 12 6-15,-2-5 2 0,0-7-3 0,-2 17-1 16,2-17-7-16,-3 15-1 0,3-15-3 0,0 14-3 16,0-4-3-16,0-10-1 0,-2 12 8 0,2-12 15 15,0 0 5-15,-2 10 25 0,2-10 7 0,0 0-10 16,0 0-5-16,0 0 0 0,0 0-21 0,0 0-5 16,0 0 0-16,0 0-7 0,0 0-14 0,-8-35-4 15,8 35-3-15,5-21-24 0,2 6 18 0,2-1-6 16,0-1-2-16,3 2-9 0,1-1 0 0,-1 1-4 15,2 2-16-15,-2 2 11 0,4 1-2 0,-5 3-3 16,-3 2 0-16,10 0-6 0,-7 3-2 0,2 4 1 16,-1 0 0-16,0 4-4 0,-1 1 4 0,-1 2-7 15,5 3 3-15,-5 2 2 0,-1 1 0 0,0 0-4 16,-2 0 8-16,-4 0-8 0,1-4 14 0,-1 1-5 16,0-2 0-16,-2 4-2 0,-1-2 1 0,0-12 1 15,2 16-2-15,-2-16-1 0,-1 10 7 0,1-10-3 16,0 0 8-16,0 0-5 0,0 0 1 0,0 0-1 15,0 0-5-15,0 0 1 0,0 0-6 0,0 0 7 16,0 0-6-16,6-36-4 0,-2 23 1 0,3-1-17 16,0-1 13-16,1 0-3 0,2 1-17 0,-2 4 14 15,2-2 10-15,-1 3-17 0,3 2 7 0,-3 0-3 16,2 2 3-16,-2 3 1 0,1 2-2 0,4 1-1 16,-2 1 5-16,-2 3-4 0,3 2-2 0,-6 3 10 15,6 3-6-15,-4 1 0 0,-4-3-23 16,3 6-16-16,-3-3-21 0,0 6-26 0,-1-2-37 15,-3 7-45-15,-2-6-45 0,1-2-36 0,-3 4-222 0,-3-4-522 16,0 0 230-16</inkml:trace>
  <inkml:trace contextRef="#ctx0" brushRef="#br0" timeOffset="3752.18">14742 4225 149 0,'-29'-2'270'0,"10"2"-16"0,6-2-21 16,3 1-22-16,-1 1-27 0,11 0-15 0,-6 1-14 16,6-1-16-16,0 0-6 0,33 4 1 0,3-2-9 15,20-1-7-15,3-1-13 0,9 2-7 0,26-1-8 16,2-1-8-16,-33-3-8 0,29 3-4 0,-29-1-3 0,-2 1-16 15,-3-2-3-15,-1 2-7 0,-17 0-4 16,-1 0-5-16,-4-1 4 0,-3 2-5 0,-4-1-6 16,-8 0-4-16,-2 0-5 0,-6 0-5 0,-1 0-21 15,-3 0-20-15,-3 2-26 0,-5-2-27 0,0 0-34 16,0 0-37-16,0 0-35 0,8 4-36 0,-8-4-167 16,0 0-422-16,-40 13 186 0</inkml:trace>
  <inkml:trace contextRef="#ctx0" brushRef="#br0" timeOffset="4033.93">15036 4478 1893 0,'-7'1'111'0,"7"-1"-3"0,-17 5-50 16,17-5-22-16,-10 1-10 0,10-1-5 0,0 0-7 16,-11 1 3-16,11-1 11 0,0 0 13 0,-1 12 9 15,1-12 5-15,0 0 5 0,9 16 9 0,-2-5 1 16,-1 5-5-16,2 0 8 0,-2 1-10 0,-1-2-4 15,0 2-2-15,-2 0-5 0,-1 1-1 0,2 0-3 16,-7-1-5-16,2 0-3 0,-2 0-2 0,-4-2-2 16,2 1-2-16,-8-1-3 0,2-1-2 0,0-1 0 15,-5 0-11-15,0-1 4 0,0 0 4 0,-2-2-3 16,1-3-18-16,2 0 19 0,1-4-14 0,1 3-10 16,1-3-26-16,1-2-20 0,11-1-25 15,-19-1-34-15,19 1-43 0,0 0-52 0,-15-9-46 0,15 9-203 16,2-10-486-16,-2 10 215 0</inkml:trace>
  <inkml:trace contextRef="#ctx0" brushRef="#br0" timeOffset="4305.79">15265 4569 123 0,'9'-10'276'0,"-4"-2"-12"0,-2 3-5 15,3-1 4-15,-2 5-9 0,-4 5-4 0,4-14-4 0,-4 14-19 16,0 0-13-16,3-13-28 0,-3 13-16 15,0 0-13-15,0 0-39 0,0 0 6 0,0 0-3 16,0 0-6-16,0 0 0 0,2 36-22 0,-2-36 8 16,-3 31-6-16,2-14-9 0,0-1-20 0,-3-1 8 15,0 2-8-15,4-2-4 0,-1 1-3 0,0 0-9 16,-1-4-5-16,2-12 0 0,0 25-6 0,-2-12 0 16,0-1-11-16,2-12-14 0,-2 19-37 0,2-8-5 15,-2-1-33-15,2-10-31 0,-2 12-31 0,2-12-21 16,-3 10-25-16,3-10-23 0,0 0-26 0,0 0-30 15,-6 9-38-15,6-9-191 0,0 0-517 0,0 0 229 16</inkml:trace>
  <inkml:trace contextRef="#ctx0" brushRef="#br0" timeOffset="4537.28">14920 4491 86 0,'0'0'212'0,"0"0"-18"0,0 0 1 0,0 0 2 16,0 0-6-16,54 4-1 0,-22-6-5 0,2 1-13 16,20-2-7-16,-16 2-12 0,14-5-7 0,-14 3-17 15,-3-2-10-15,5 1-14 0,-7 1-11 0,-4 0-6 16,0-1-11-16,-9 3-7 0,-6 1-14 0,0-2 0 16,-1 2-5-16,-13 0-19 0,17-2-19 0,-10 0-24 15,-7 2-32-15,0 0-44 0,0 0-52 0,18-3-93 16,-18 3-179-16,0 0-445 0,0 0 197 0</inkml:trace>
  <inkml:trace contextRef="#ctx0" brushRef="#br0" timeOffset="6943.81">16721 4150 5 0,'-6'-3'196'0,"6"3"-9"0,-12-5-11 0,7 4-8 16,5 1-10-16,-13-4-7 0,6 1-7 0,7 3-5 15,-10-1-16-15,10 1-3 0,0 0-9 0,-10-2-15 16,10 2-4-16,0 0-8 0,-6-2-13 0,6 2-6 16,0 0-6-16,0 0-4 0,0 0-8 0,0 0 0 15,0 0-4-15,26 0-2 0,-14-1-5 0,7 0-5 16,0-2-5-16,3 2-20 0,-2-3-24 15,0 2-31-15,0-1-27 0,-2 1-48 0,0 1-27 0,1 0-24 16,-2 0-139-16,-5-1-341 0,0 2 151 0</inkml:trace>
  <inkml:trace contextRef="#ctx0" brushRef="#br0" timeOffset="7125.18">16723 4250 20 0,'-6'3'141'0,"-1"1"-12"0,0-1 3 16,7-3-14-16,-4 5 0 0,4-5-6 0,0 0-7 0,16 4-15 15,-4-2-8-15,7-2-11 0,2 1-28 0,9-2-40 16,2-2-30-16,1 1-53 0,2-1-97 16,-3 3-190-16,2-6 84 0</inkml:trace>
  <inkml:trace contextRef="#ctx0" brushRef="#br0" timeOffset="16302.91">18785 3294 112 0,'0'0'171'0,"-7"-16"-3"15,5 12-4-15,2 4 8 0,-3-7-13 16,3 7-5-16,-5-8-13 0,5 8-3 0,-2-6-14 0,2 6-9 16,0 0-15-16,-2-8-10 0,2 8-12 0,0 0-5 15,0 0-13-15,0 0-6 0,0 0-5 0,0 0-5 16,0 0-4-16,0 0-2 0,19 4-7 16,-8 3-4-16,-1 1 0 0,-1 0-4 0,2 5-1 15,4 0-4-15,-3 0-3 0,3 3 1 0,-2-2-1 16,4 6-1-16,-6-6-1 0,2 2-3 0,0-1 0 15,-4 0 2-15,4-1-4 0,-2 2 6 0,1 1-8 16,-1 0 3-16,-2-4-5 0,0 3-1 0,0-3 2 16,1 1 0-16,-3-3-1 0,-1-1 0 0,0 0 4 15,2 0-5-15,-3-1-1 0,-1-2 2 0,1 1 1 16,-2-1-2-16,2 0 1 0,-3-2-5 0,3 0 5 16,-5-5-2-16,0 0 4 0,4 7 1 0,-4-7 5 15,0 0-1-15,7 2 1 0,-7-2-2 0,0 0-3 16,9-16-4-16,-6 6 2 0,4-1-1 0,0-3 1 15,0-3-4-15,3-6 1 0,1-1 2 0,-2 0-2 16,2-1-3-16,0-1 1 0,1-2-2 0,-3 3 1 16,2 1-2-16,-2-1 3 0,-2 8-3 0,1 1 0 15,1-2 3-15,-3 3-2 0,-1 0 1 0,0 4-1 16,1 1-6-16,-1 2 9 0,-2 2-5 0,2 2-13 16,-3-2-16-16,-2 6-11 0,6-6-10 0,-6 6-4 15,0 0-7-15,7-1-5 0,-7 1-21 0,0 0-12 16,12 13-15-16,-7-6-12 0,-1 5-22 0,0-2-8 15,-1 3-100-15,4 3-282 0,-5 1 124 0</inkml:trace>
  <inkml:trace contextRef="#ctx0" brushRef="#br0" timeOffset="16915.75">19337 3665 102 0,'0'0'119'16,"-2"12"-8"-16,2-12-12 0,-2 11-6 0,2-11 10 15,-3 17-12-15,3-17 0 0,-1 12-11 0,1-12-4 16,0 13-7-16,0-13-5 0,-1 10-6 0,1-10 1 16,0 0-5-16,-2 15 3 0,2-15-3 15,0 0 6-15,0 0 6 0,0 0 4 0,0 11 11 0,0-11 9 16,0 0 1-16,0 0-6 0,0 0-6 0,0 0-6 15,0 0-8-15,0 0-3 0,0 0-6 0,0 0-6 16,4-39-3-16,-3 29-8 0,3-5-2 16,2 2-5-16,-4-1-1 0,2 2-2 0,2-5-4 15,2 1-4-15,-3 0 2 0,3 0-5 0,-2 1-4 16,3-1-3-16,3 2 1 0,-3 0-1 0,2 2-3 16,-1 2-3-16,1 3-1 0,2-2-1 0,0 5 2 0,-1-1-4 15,1 4 1-15,-2-1-1 0,4 4 0 16,-2 0-1-16,4 3-3 0,-6 1 0 0,5 4 4 0,-6-4-3 15,-1 3 1-15,4 3 2 0,-4-3-2 16,1 5 3-16,-5-6-1 0,4 2 4 0,-4-1-4 16,0 0-1-16,-1-4 0 0,0 1 4 0,-2 0-3 15,-2-6 0-15,7 7 1 0,-7-7 6 0,2 6 7 16,-2-6 14-16,0 0 9 0,3 6 0 0,-3-6-1 16,0 0-8-16,0 0-1 0,0 0-1 0,0 0-1 15,2-21-6-15,-2 21-1 0,-1-15-6 0,5 4 0 16,-2 1-5-16,5-5 5 0,-3 4-8 0,3 0 3 15,0-1-5-15,2-1 1 0,-2 5-5 0,2-3 2 16,-1 4-2-16,-2-1-3 0,1 3-1 0,-1 2-2 16,0 1-1-16,1-1 2 0,-7 3 2 0,15 0-4 15,-15 0-1-15,13 6 4 0,-7-1 2 0,2 2-1 16,-3 0-1-16,3 3 1 0,-3 0-3 0,-1 2-10 16,-2-2-12-16,2 5-21 0,-2-2-17 0,-2 3-23 15,-2-5-23-15,2 5-29 0,2 0-24 0,-5 1-24 16,-1-2-11-16,2 2-122 0,-4-3-349 0,1-3 155 15</inkml:trace>
  <inkml:trace contextRef="#ctx0" brushRef="#br0" timeOffset="17687.41">18686 4232 28 0,'-10'2'112'0,"10"-2"-4"0,0 0-7 0,0 0 2 15,-18-2-6-15,18 2 7 0,0 0-4 0,-15 0-2 16,15 0-7-16,0 0 0 0,0 0 8 0,0 0-20 15,-13 0-5-15,13 0-1 0,0 0 1 0,0 0-13 16,0 0-7-16,0 0-5 0,0 0-4 0,0 0-2 16,0 0-6-16,0 0 3 0,0 0 6 0,0 0 6 15,42 2 0-15,-10-4-3 0,9 0-5 16,18-1 0-16,6-5 0 0,28 3-4 0,-28 0-1 0,30-3-3 16,-3 0-4-16,-28 4-2 0,29-2 1 0,-29-2-7 15,32 4 2-15,-33-1 0 0,1 1 0 0,25-3-2 16,-28 5 3-16,2-1 1 0,-3 1-1 0,1-1-1 15,1-2-4-15,-6 2 7 0,-5 2-9 0,-13-1 0 16,-1 2-3-16,-1-1 0 0,-2-1-2 16,-6 2 0-16,-7-2-4 0,7 1 0 0,-10 2 0 15,-5-1-1-15,-1 0 0 0,-6 0 5 0,-6 0 1 16,13 0 4-16,-13 0 0 0,10 0 2 0,-10 0-1 0,0 0-5 16,9 0 0-16,-9 0 4 0,0 0-9 0,0 0-4 15,0 0-10-15,0 0-17 0,0 0-16 0,0 0-21 16,0 0-22-16,0 0-23 0,0 0-22 0,0 0-27 15,0 0-26-15,-26 13-18 0,26-13-136 16,-10 8-358-16,10-8 159 0</inkml:trace>
  <inkml:trace contextRef="#ctx0" brushRef="#br0" timeOffset="21217.83">18910 4642 5 0,'0'0'130'0,"-17"-12"-6"0,17 12-11 15,0 0-7-15,0 0 4 0,0 0-11 16,0 0-9-16,0 0 0 0,0 0-5 0,0 0-4 0,0 0 1 15,0 0-4-15,0 0-5 0,0 0-7 0,-2-9-1 16,2 9-7-16,0 0-4 0,0 0-2 0,0 0-6 16,0 0-1-16,0 0-1 0,-3-7-2 0,3 7-3 15,0 0 0-15,0 0-3 0,0 0-4 0,-1-10-1 16,1 10-1-16,0 0-3 0,0 0 0 0,0 0 4 16,0 0 0-16,-4-7-8 0,4 7 0 0,0 0-1 15,0 0-3-15,0 0-1 0,0 0-11 0,0 0 2 16,0 0 3-16,0 0-7 0,0 0-2 0,0 0 4 15,0 0-3-15,5 37 3 0,-4-22-3 0,-1 2 3 16,2 2-4-16,-1 2 1 0,-1 6-1 0,1-3 1 16,-2 2-2-16,1-6 0 0,1-2 1 0,-1 7 0 15,4 1 1-15,-4-7-3 0,1 0 4 0,1-1-1 16,-2-3-1-16,1 1 0 0,0 1-3 0,0-5-3 16,1 0 4-16,0-1 5 0,0-1-1 0,-1 0-3 15,1-1 4-15,-2-2-4 0,2-1-1 0,0 2 3 16,-2-8 0-16,0 12 0 0,2-7-9 0,-2-5 6 15,2 8 4-15,-2-8-3 0,0 0-4 0,1 9-16 16,-1-9-25-16,0 0-33 0,0 0-12 0,0 0-23 16,0 0-41-16,0 0-22 0,0 0-101 0,0 0-297 15,-6-28 131-15</inkml:trace>
  <inkml:trace contextRef="#ctx0" brushRef="#br0" timeOffset="21709.87">18852 4601 120 0,'0'0'123'0,"6"-9"0"16,0 5-9-16,1-2-3 0,4-1-1 16,0 2-5-16,2-1-6 0,4 1 5 0,1 1-12 0,-6 4-16 15,4-2 0-15,-2 4-7 0,2 2-10 0,-2 0-7 16,2 2-1-16,-6 3-10 0,0 0 3 0,-2 1-7 16,-1 4 2-16,-1-2-8 0,-2 4-1 15,-2-3 0-15,-3-1-4 0,0 0 1 0,-3 4-4 16,-2-1-2-16,-1 2-3 0,-1-3-3 0,-3-1 5 0,0 1-3 15,-3-2-1-15,2-3-1 0,1-2-1 0,0 0-5 16,-1-2 2-16,-2-1-1 0,4-2 1 16,0 2 0-16,0-2 4 0,3-1-3 0,7-1 8 15,-11 1-4-15,11-1 7 0,-8 0 1 0,8 0 1 16,0 0-2-16,0 0-6 0,-11 0 0 0,11 0-3 16,0 0-5-16,0 0 0 0,0 0-3 0,0 0-5 0,0 0 0 15,0 0 1-15,14 19 5 0,-8-15-4 0,0 0 1 16,3 3 3-16,1-1-1 0,1 1-9 15,-1-1 3-15,1 1 3 0,0-1-3 0,0 0-22 16,2 0-24-16,-1 1-27 0,0-2-36 0,-1 2-33 16,0-2-32-16,-2 4-109 0,-1-2-306 0,-1-2 135 0</inkml:trace>
  <inkml:trace contextRef="#ctx0" brushRef="#br0" timeOffset="24717.76">19372 4823 71 0,'-2'-8'182'0,"2"8"-16"0,-5-6-5 16,5 6-15-16,-8-7-4 0,3 5-14 0,-1-2-4 15,6 4-10-15,-12-1-3 0,12 1-17 0,-14 0-24 16,14 0 1-16,-13 3-7 0,4 1-6 16,2 0-1-16,-1 1-5 0,2 3-1 0,-2 1-4 15,0 2-2-15,2 0-3 0,1 5-3 0,-2 0 0 0,2 1 0 16,-2 0 1-16,4 1 2 0,-1 1-2 0,2-1-9 16,2 0 8-16,0 0-7 0,-2-1-2 0,5 0-1 15,-3-1-2-15,3 1-3 0,-1-2 6 0,1-1-9 16,0-2 1-16,0 2-3 0,2 2-3 15,-2-5 0-15,1-1-3 0,-2 1-24 0,1-2-16 16,-1 1-28-16,1-4-24 0,-1 5-19 0,-2-11-28 0,4 10-32 16,-3-8-10-16,-1-2-17 0,3 9-95 0,-3-9-303 15,0 0 134-15</inkml:trace>
  <inkml:trace contextRef="#ctx0" brushRef="#br0" timeOffset="24882.94">19237 5081 27 0,'0'0'136'0,"9"-4"-19"0,-3 2-15 15,-6 2-3-15,18-3 5 0,-10 1-27 16,2 2-33-16,2-3-24 0,0 2-23 0,0-1-35 16,6 1-21-16,0-3-46 0,-6 1-113 0,6 0 50 15</inkml:trace>
  <inkml:trace contextRef="#ctx0" brushRef="#br0" timeOffset="25063.34">19540 4982 136 0,'13'-4'159'0,"-2"2"-9"0,2-1-1 16,-3-1-18-16,9 1-8 0,-2-3-11 15,1 3-15-15,0-2-8 0,1 4-10 0,3-4-10 16,-3 0-33-16,1 1-36 0,1 0-25 0,-9 1-15 15,1-2-26-15,-1 1-11 0,-2 1-23 0,-4 3-71 16,1-4-185-16,-7 4 83 0</inkml:trace>
  <inkml:trace contextRef="#ctx0" brushRef="#br0" timeOffset="25255.46">19723 4789 99 0,'-4'-4'160'0,"4"4"-3"0,-7-6-6 0,7 6-12 0,-5-5-9 16,5 5-12-16,0 0-19 0,0 0-15 0,0 0 8 15,0 0 8-15,-9 12-5 0,7-3 1 0,-1 2 2 0,2 1-10 16,0 4-5-16,0-1-6 0,-1 2-5 16,2 0-6-16,0 2-8 0,2-1-6 0,-1-1-4 15,0 0-4-15,3 0 1 0,-3 1-13 0,0 0-41 16,2-6-41-16,-1 2-40 0,2-4-44 0,1 2-39 16,-1 0-132-16,0-2-330 0,0-1 146 0</inkml:trace>
  <inkml:trace contextRef="#ctx0" brushRef="#br0" timeOffset="25518.76">20101 4731 195 0,'1'-6'225'0,"-1"6"-15"0,3-11-18 0,-3 11-18 15,1-8-15-15,-1 8-21 0,4-5-17 0,-4 5-13 16,0 0-5-16,0 0-2 0,0 0-3 0,5 23-7 15,-4-11-10-15,1 0-1 0,-2 5-8 0,1 0-3 16,-1 0-8-16,1-1 2 0,-1 1-6 0,-1 0-11 16,0 0-5-16,2 0-2 0,-1-1-4 0,-1 0-1 15,-1 0-5-15,2-6-2 0,0 1-15 0,-1 1-21 16,1-1-7-16,-1-1-30 0,1 0-30 0,-2 0-34 16,1-3-39-16,0 0-22 0,1-7-19 0,-5 12-126 15,1-9-342-15,4-3 152 0</inkml:trace>
  <inkml:trace contextRef="#ctx0" brushRef="#br0" timeOffset="25829.72">20144 4621 34 0,'6'-7'158'0,"-4"-2"-17"0,1 3-7 15,-3 6-16-15,10-6-11 0,-10 6-4 0,10-4-5 16,-10 4-12-16,14 3-1 0,-8 1-7 0,3-1-2 15,-1 4-8-15,1 1-6 0,-5-1-4 0,1 5-9 16,-2-2-1-16,0 3-1 0,-1-1-7 0,-4-1 5 16,1 5 0-16,-1-4 3 0,-4-1 0 0,0 4-8 15,-2-5 10-15,2 0 4 0,-2 0-1 0,-6 0-7 16,5 0 0-16,3-4-3 0,-2 3-3 0,2-6-6 16,2 2-2-16,0-2-3 0,4-3-3 0,-6 6-6 15,6-6-3-15,-4 6 0 0,4-6 0 0,0 0-5 16,0 9 4-16,0-9-2 0,8 7 0 0,2-3-3 15,1-2-11-15,4 1-29 0,0-3-20 0,1 0-29 16,6 0-38-16,-2 0-32 0,1-2-32 0,-1 2-122 16,0-1-326-16,-8 0 145 0</inkml:trace>
  <inkml:trace contextRef="#ctx0" brushRef="#br0" timeOffset="26217.93">20459 4769 104 0,'4'-6'219'0,"-4"6"-8"0,3-6-8 16,-3 6-4-16,0 0-17 0,0 0-11 0,4-7-13 16,-4 7-17-16,0 0-13 0,0 0-14 0,0 0-10 15,0 0-11-15,0 0-10 0,0 0-6 0,0 0-6 16,0 0-7-16,0 0-1 0,0 0-2 16,4 20 6-16,-4-20 3 0,0 13 3 0,0-4-4 15,0 2 4-15,0 0-3 0,0 2-5 0,-1-3-1 0,-1 2-6 16,2-1-7-16,-2-1-1 0,2 2-6 0,0-1-4 15,-1 0-3-15,-1-1-4 0,2 0-2 16,0 0-1-16,-2 1-2 0,2-2-3 0,0-2-3 16,0 3-3-16,0-10 1 0,0 14 3 0,2-6-9 15,-2-1 6-15,2 0-9 0,-1 0 5 0,-1-7-9 0,1 13 1 16,0-9-3-16,-1-4 1 0,4 11 3 0,-4-11-1 16,3 9 1-16,-2-4-1 0,-1-5 0 0,4 7 0 15,-4-7-2-15,5 6 12 0,-1-3-15 0,-4-3 7 16,14 2-4-16,-4-2 1 0,4-1 3 15,3-2-4-15,2 0 0 0,0 1-1 0,3-3-10 16,5 0-17-16,0 0-27 0,-1-2-36 0,-5 0-33 0,-1 0-48 16,6-5-53-16,-1 0-55 0,-8 3-190 0,2-2-503 15,-2 0 222-15</inkml:trace>
  <inkml:trace contextRef="#ctx0" brushRef="#br0" timeOffset="27008.92">20982 4419 113 0,'0'0'167'0,"0"0"-11"15,11-1-10-15,-1 4-7 0,-1 1-10 0,4 2 0 16,2 4-7-16,4 6-4 0,-4-3-8 15,5 8-6-15,-2 1-13 0,-2 3 0 0,1 3-15 16,-5 1 1-16,-3 0-9 0,-4 2-7 0,1 1 1 0,-5 0-5 16,-2-1-10-16,-5 3-2 0,-2-3-4 0,-5 0-5 15,0 1 0-15,-2-2-11 0,-10 9-19 16,5-12-26-16,-3-1-27 0,-2 1-28 0,-3-4-41 16,0 0-29-16,-3 0-30 0,-10 8-104 0,6-15-303 15,-11 5 134-15</inkml:trace>
  <inkml:trace contextRef="#ctx0" brushRef="#br0" timeOffset="27447.27">18631 4553 31 0,'-9'-7'152'0,"9"7"-9"0,-14 3-4 15,5 1-6-15,0 6 1 0,-3 4-12 0,-3 7 0 0,-1 4-9 16,2 3 6-16,0 4-4 0,1 16-7 0,-1-5-7 16,8 4-10-16,0-2-8 0,8-9-3 0,0 11-12 15,3-11-4-15,4-2-9 0,4 0 1 0,5-2-7 16,9 8-1-16,1-2-2 0,-1-12-8 15,12 6-18-15,0-1-29 0,-6-10-33 0,11 4-40 0,1-5-38 16,-10-6-35-16,-1 1-149 0,-2-2-329 0,2-3 146 16</inkml:trace>
  <inkml:trace contextRef="#ctx0" brushRef="#br0" timeOffset="31926.06">18349 3424 8 0,'0'0'78'0,"0"0"-10"16,0 0 4-16,0 0 7 0,0 0-3 0,0 0-1 0,0 0-8 15,0 0-2-15,0 0 2 0,0 0-5 0,0 0-2 16,0 0 2-16,0 0-3 0,0 0-4 0,0 0 3 16,0 0-7-16,0 0 7 0,0 0-5 0,0 0-7 15,0 0 3-15,0 0 0 0,0 0-2 16,0 0-1-16,0 0 1 0,0 0 1 0,0 0-9 16,0 0 13-16,0 0-8 0,0 0 2 0,0 0-1 0,0 0 3 15,0 0-1-15,0 0-1 0,0 0-4 16,0 0 0-16,0 0-7 0,-8-3-2 0,8 3-5 15,0 0 0-15,0 0-2 0,0 0-1 0,0 0-14 16,0 0 14-16,-2-10-7 0,2 10 0 0,0 0 1 16,0 0 0-16,0 0 0 0,-3-6 2 0,3 6 0 15,0 0-3-15,0 0 0 0,0 0 0 0,0 0-1 16,1-10 1-16,-1 10 0 0,0 0-1 0,0 0-7 16,0 0 0-16,0 0 0 0,4-10-2 0,-4 10-1 0,5-3 0 15,-5 3 1-15,8-5-2 0,-8 5-1 16,8-4 1-16,-2 0-6 0,-6 4 4 0,11-3-4 15,-4 0 1-15,-7 3 2 0,13-2-3 0,-6 1 0 16,1-2 2-16,-8 3 0 0,13-1-1 0,-7-2 1 16,-6 3 0-16,13-1-2 0,-7 1-3 0,-6 0 0 15,12 3 11-15,-12-3-10 0,10 2 2 0,-5 0 0 16,0 2-1-16,0-1-1 0,-1 3-1 0,1-1 2 16,-1 2 3-16,3 0-3 0,-4 1 0 0,0 2 2 15,0 0-2-15,-2 1 2 0,0 0 0 0,-1 3-2 16,0 1 0-16,0-2 2 0,0-1-1 0,-1 4 2 15,0 0 0-15,-2-1-3 0,0-4 1 0,1 2 0 16,-1-1 3-16,-1 1-2 0,1-2 4 0,-1 2-2 16,-1-1 1-16,0 0-5 0,-2 2 2 0,2-2 0 15,-1-2 2-15,-2 0 0 0,3 0 3 0,-2-3 1 16,1 2-4-16,0 0-1 0,1-4-1 0,0 0 2 16,-1 0 3-16,3 1-2 0,-3 0 0 0,1-2-4 15,5-4 1-15,-9 8 0 0,6-5-2 0,3-3 1 16,-7 4 1-16,7-4-3 0,-6 4 2 0,6-4 0 15,-7 6-1-15,2-3 5 0,5-3-4 0,-5 6 1 16,5-6-1-16,-6 6 1 0,6-6-3 0,-4 4 9 16,4-4-6-16,-7 7-1 0,4-4 1 0,3-3 3 15,-8 9-3-15,6-6 0 0,2-3-1 0,-7 7 3 16,3-3-1-16,4-4-1 0,-8 6 0 0,8-6-1 16,-7 6 0-16,7-6 0 0,-6 6 0 15,6-6-1-15,-4 4 3 0,4-4-2 0,0 0 1 16,-8 3 2-16,8-3-2 0,0 0 0 0,0 0-1 0,0 0 0 15,-5 4 2-15,5-4-4 0,0 0 2 0,0 0 2 16,0 0-2-16,0 0 2 0,0 0-2 0,-8 6 2 16,8-6-1-16,0 0-3 0,0 0 2 0,0 0-2 15,0 0 4-15,0 0-3 0,0 0 0 0,0 0 2 16,0 0 2-16,0 0-1 0,0 0-1 0,0 0-1 16,0 0 2-16,0 0-2 0,0 0 1 15,0 0-1-15,0 0 0 0,0 0 1 0,0 0-1 0,0 0-3 16,0 0 1-16,0 0 3 0,0 0-2 0,0 0 2 15,0 0 2-15,0 0 0 0,0 0 1 0,0 0-1 16,0 0-3-16,0 0-1 0,0 0 3 0,0 0 0 16,0 0 0-16,0 0 3 0,0 0-4 15,0 0 3-15,0 0-3 0,0 0 4 0,0 0-2 16,0 0 0-16,0 0 3 0,0 0 3 0,0 0 2 16,0 0-2-16,0 0 1 0,0 0 0 0,0 0 0 0,0 0-4 15,0 0 2-15,0 0 2 0,0 0-4 0,0 0 0 16,0 0 0-16,0 0-2 0,0 0 1 15,25-4-2-15,-25 4 1 0,0 0-1 0,12-4 2 16,-12 4-1-16,9-2-1 0,-4-1 4 0,-5 3-4 16,17 0 5-16,-9 0 1 0,1-2 0 0,5 0 0 15,-3 1 2-15,4-2-1 0,-2 3 0 0,-1-1-2 16,2 0 2-16,0-2-2 0,5 0 3 0,-2 3 2 16,3 0-1-16,-3-3-1 0,-5 2 1 0,5 1 0 15,-4-1-2-15,-13 1 4 0,22-2-6 0,-12-1 6 16,-10 3 1-16,16-3 0 0,-16 3-2 0,12-2 3 15,-12 2 1-15,12-2-1 0,-12 2 4 0,11 0 0 16,-11 0 0-16,0 0 1 0,15 0-5 0,-15 0 8 16,0 0 2-16,0 0-2 0,13-3-2 0,-13 3 6 15,0 0-8-15,0 0-1 0,12 0-5 0,-12 0 2 16,0 0 1-16,0 0-6 0,10-2-2 0,-10 2-3 16,0 0 0-16,0 0-3 0,0 0-2 0,0 0-18 15,0 0-22-15,0 0-25 0,0 0-26 0,0 0-30 16,11 5-36-16,-11-5-44 0,7 6-44 0,-7-6-176 15,0 0-455-15,9 10 201 0</inkml:trace>
  <inkml:trace contextRef="#ctx0" brushRef="#br0" timeOffset="32445.08">20037 3512 55 0,'4'3'36'0,"-4"-3"-27"16,4 6-26-16,-4-6-19 0,0 0 9 0</inkml:trace>
  <inkml:trace contextRef="#ctx0" brushRef="#br0" timeOffset="34439.65">17832 4875 34 0,'-6'-6'191'0,"0"0"-14"15,-1 2-2-15,7 4-4 0,-6-9-4 0,1 5-9 16,1-1-10-16,4 5-3 0,-5-5-5 0,5 5-8 16,0 0-4-16,-7-8-23 0,7 8-11 15,0 0-11-15,0 0-9 0,0 0-8 0,0 0-5 0,0 0-9 16,0 0-2-16,15-5-3 0,-15 5-10 0,12 2-1 15,0 0-7-15,-3 1-1 0,1 1-2 0,-2 0-3 16,1 4-4-16,0-3 0 0,-2 4-3 0,2-1 2 16,-2 2-6-16,-2-3-2 0,0 3 2 15,-1-1-2-15,-1 0 0 0,0-1 1 0,-2 3-4 0,0-2 0 16,-1 1 4-16,-1 0-5 0,-1 2 2 0,-3-3 4 16,1 2-3-16,0-2-2 0,-2 1-1 0,-1-1-1 15,2-1-1-15,-3-1 1 0,2 0-8 0,0-2-16 16,0 0-24-16,1 2-17 0,0-2-27 15,5-5-30-15,-6 5-21 0,6-5-25 0,-4 5-28 16,4-5-139-16,-4 6-358 0,4-6 158 0</inkml:trace>
  <inkml:trace contextRef="#ctx0" brushRef="#br0" timeOffset="34735.65">18071 4799 190 0,'6'-8'201'0,"-6"8"-17"0,2-5-17 0,-2 5-15 16,0 0-18-16,0 0-16 0,0 0-10 15,0 0-3-15,0 0-4 0,0 0 7 0,8 14-2 16,-7-7 0-16,0 4 0 0,1-2-3 0,-1 2-8 16,-1 0-8-16,2 1-2 0,-2-3-11 0,2 3-6 15,-2-1-8-15,1 1-3 0,-1 1-8 0,0-6-4 16,1 5-1-16,0-3-6 0,-1 2-1 0,0-4-6 15,2 2-3-15,-4-1-1 0,4 3-6 0,-2-4 3 16,0 1-3-16,0-8-6 0,0 14-15 0,0-7-26 16,1-1-18-16,-1-6-31 0,0 0-26 0,1 14-28 15,-1-14-36-15,0 0-25 0,2 8-22 0,-2-8-114 16,0 0-353-16,0 0 157 0</inkml:trace>
  <inkml:trace contextRef="#ctx0" brushRef="#br0" timeOffset="34960.92">17825 4810 83 0,'0'0'161'0,"0"0"-8"0,0 0-5 0,0 0-12 15,50-10-7-15,-22 2-5 0,4 5-8 0,0-3-9 16,0 2-11-16,-2-1-10 0,0 1-4 0,-2 1-8 15,-1 0-10-15,-7 2-10 0,-2-2-18 0,2 2-24 16,-2 1-30-16,-6 0-24 0,-1-3-28 0,2 3-20 16,-1 1-28-16,-5-1-103 0,-7 0-239 0,0 0 106 15</inkml:trace>
  <inkml:trace contextRef="#ctx0" brushRef="#br0" timeOffset="41965.49">25222 3836 36 0,'0'0'106'0,"0"0"11"0,-15-15-6 16,15 15-3-16,0 0-2 0,0 0 3 0,0 0-3 15,0 0-5-15,-11-2-17 0,11 2-7 0,0 0-10 16,0 0 1-16,0 0-10 0,27-8 2 0,-8 3-11 15,1 0-10-15,9-1 2 0,6 2-14 0,-1-4-16 16,-5 3-22-16,1 2-18 0,-1 1-22 0,-8-1-31 16,-1 2-14-16,-5 1-17 0,-1 0-71 0,-14 0-198 15,13 1 88-15</inkml:trace>
  <inkml:trace contextRef="#ctx0" brushRef="#br0" timeOffset="42323.68">25343 3828 14 0,'-2'10'101'16,"2"-10"-5"-16,0 17-12 0,0 0 12 0,-2 2 1 15,2 5-10-15,-3 4-5 0,3-1-7 0,-2 2-9 16,-3 2 0-16,3-1-2 0,1 2-14 0,-1-3-4 16,-2-2-4-16,0 3-3 0,3-10-4 0,-1-4-5 15,0 4 7-15,2-3-5 0,0-2-3 0,0 1-2 16,-2-5-5-16,0-2-2 0,2-9-7 0,0 18-1 15,0-18-6-15,-3 13-7 0,3-13 9 0,-7 9-7 16,7-9-2-16,-4 7 8 0,4-7-27 0,-11 2 12 16,11-2-1-16,-14 0-3 0,14 0 1 0,0 0-2 15,-19-6 6-15,12 3 0 0,-2 1 12 0,9 2-16 16,-10-2 8-16,10 2 7 0,-9-5-2 0,9 5 4 16,-7-1-6-16,7 1 5 0,0 0 10 0,-7-4-17 15,7 4-5-15,0 0 7 0,0 0 0 0,0 0-3 16,0 0 0-16,0 0 0 0,32-1-5 0,-18 1-10 15,3-2-15-15,6 1-12 0,2-2-13 0,3 3-32 16,-7-3-5-16,2 1-65 0,-1 0-171 16,1-2 76-16</inkml:trace>
  <inkml:trace contextRef="#ctx0" brushRef="#br0" timeOffset="42811.51">25596 4246 59 0,'0'0'95'15,"0"0"-6"-15,0 0 13 0,14 9-11 0,-14-9-9 16,0 8-1-16,0-8-5 0,5 9-8 0,-1-4-4 0,-4-5-4 16,4 10-1-16,-3-6-4 0,-1-4 3 0,2 7-6 15,-2-7 17-15,2 6-2 0,-2-6 24 0,0 0 15 16,0 0 0-16,0 0-12 0,0 0-10 0,0 0-5 16,0 0-6-16,0 0-7 0,0 0-5 15,0 0-1-15,-18-13-10 0,13 7-10 0,5 6 0 16,-2-13-1-16,2 4-8 0,0-1 2 0,2 1-7 0,3-1-6 15,4-1-3-15,0-2-1 0,-1 5-1 0,6-3-2 16,-3 5 1-16,1 0-8 0,-6 2-1 0,5 2 1 16,1 2-7-16,-3 1-1 0,2 2 7 15,-1-1-2-15,-1 3-8 0,1 0 4 0,-4 4 0 16,2-2 0-16,-3-1 0 0,-1 3 0 0,-4-2-2 16,4-2 7-16,-4 1-2 0,2 0 0 0,-2-6-2 0,2 11 2 15,1-6 0-15,-3-5 0 0,2 6 3 16,-2-6 4-16,0 0 1 0,0 0 0 0,2 6-1 0,-2-6-4 15,0 0-2-15,0 0 0 0,0 0 1 16,10-19-2-16,-3 10-3 0,1-1 0 0,8-4-1 16,-3 1 9-16,2-1-11 0,-1 3 1 0,3-4 0 15,-2 3 3-15,3 2-4 0,-4 1 2 0,0 4-2 0,-2-1 0 16,5 2-5-16,-9 0 8 0,3 4-3 0,-4 0-1 16,3 2-1-16,-2 3-3 0,1 0 7 15,-1 2-2-15,-2 2-4 0,0-1 6 0,-1 4-1 16,-3-2-6-16,2 3-18 0,-2-3-17 0,0 3-25 15,-1 0-30-15,2 0-33 0,-1-1-59 0,-2 2-116 16,4-4-332-16,-4-1 147 0</inkml:trace>
  <inkml:trace contextRef="#ctx0" brushRef="#br0" timeOffset="42983.28">26456 4147 125 0,'0'0'188'0,"9"-7"-25"16,-6 3-14-16,6 2-13 0,-4-1-19 0,3 1-21 16,-8 2-24-16,19-1-37 0,-9 1-36 0,1 1-35 15,1 3-34-15,-3-1-18 0,-5 3-60 0,0 0-160 16,-4-6 71-16</inkml:trace>
  <inkml:trace contextRef="#ctx0" brushRef="#br0" timeOffset="43101.73">26515 4253 13 0,'0'0'155'0,"-4"10"-11"15,4-10-12-15,0 0-10 0,0 0-10 0,0 0-14 16,0 0-10-16,0 0-7 0,6 6-7 0,-6-6-5 16,19-1-6-16,-6-1-35 0,16-1-37 0,0-1-44 15,5-4-134-15,-3 1-201 0,5-3 89 0</inkml:trace>
  <inkml:trace contextRef="#ctx0" brushRef="#br0" timeOffset="43518.28">27481 3720 151 0,'2'-7'258'0,"-2"7"-17"16,0-11-18-16,0 11-21 0,0-10-23 0,0 10-17 15,0 0-21-15,0-7-18 0,0 7-12 0,0 0-12 16,0 0-10-16,0 0-11 0,24 19-7 16,-15-6-7-16,3 0-4 0,-1 3-8 0,5 7-2 0,0 1-5 15,-1 0-5-15,-1 0-6 0,0-1 1 0,-1 0-4 16,-4-7-3-16,0 1-3 0,-2-1-4 0,1-2-2 16,-1-1 0-16,-2-4-1 0,1 1 0 0,-1-3-2 15,0 2-4-15,-1-3 2 0,0-1-1 0,-2-1 0 16,-2-4 2-16,6 7 1 0,-6-7 14 15,4 4 18-15,-4-4-7 0,0 0-7 0,0 0 1 0,11-11-2 16,-7 0-8-16,0 2 2 0,1-6-5 0,2 0-2 16,0-4-2-16,0-4-5 0,-1 0-2 0,4-2-3 15,1-1-6-15,0-2-22 0,5 1-14 16,-4 3-13-16,1-2-18 0,-3 11-22 0,-1-1-23 16,1 4-36-16,0 2-27 0,-3 5-34 0,5 0-19 15,-6 4-114-15,-6 1-368 0,0 0 163 0</inkml:trace>
  <inkml:trace contextRef="#ctx0" brushRef="#br0" timeOffset="43957.78">27948 4173 129 0,'0'0'163'0,"0"6"-2"0,0-6 18 0,0 0 14 0,0 0 7 15,5 8 9-15,-5-8 1 0,0 0 0 0,0 0-12 16,0 0-17-16,0 0-26 0,0 0-12 15,0 0-13-15,2-25-13 0,-2 16-12 0,0-3-11 16,4 0-7-16,-4-3-9 0,1-1-15 0,3-1 0 16,0 0-12-16,4-1 0 0,-2 2-7 0,-1 6-5 15,-1-3-9-15,5 3-2 0,-1 0-5 0,2 3-3 16,-2 2-6-16,1 2-2 0,-1 1 0 0,0 2-4 16,1 4-3-16,2 0-1 0,-1 3-1 0,0 0 0 15,-3 2-3-15,3-1 5 0,-3 1-4 0,1 0-1 16,-1-1 2-16,0 3 4 0,-2-5-6 0,-1 1 1 15,-2-2-1-15,2 1 2 0,-1-1 0 0,-3-5 0 16,2 7 9-16,-2-7-2 0,0 0-8 0,0 0 2 16,0 0-5-16,0 0-3 0,0 0-4 0,0 0 3 15,0 0-1-15,0 0-3 0,4-23-2 0,-2 16-7 16,4-3-2-16,-3 1-1 0,3-1 1 0,0 2 0 16,3 0 2-16,0 2 4 0,0 0-7 0,0 0 2 15,1 2 3-15,-2 1 2 0,-1 1-1 0,-7 2 1 16,17 0-1-16,-12 2-1 0,4 3-8 0,0 1-6 0,1 3-16 15,-2-4-15-15,0 4-29 0,-3 2-14 16,2 0-29-16,0 0-29 0,-2 4-40 0,-3-3-22 16,-4 5-117-16,1-4-369 0,-3-2 163 0</inkml:trace>
  <inkml:trace contextRef="#ctx0" brushRef="#br0" timeOffset="44193.83">27546 4398 205 0,'0'0'184'0,"0"0"-8"0,0 0-4 15,0 0-5-15,58 0-9 0,-17-3-9 0,22-4-8 16,27-4-10-16,2 0 1 0,-2 1-13 0,-25 0-5 16,33-1-9-16,-35 6-9 0,2-1-3 0,-6 0-18 15,-5 2-7-15,-16-3-2 0,-2 6-8 0,-3 0-8 16,-5 0-9-16,-8 1-23 0,-7-2-28 0,1 2-31 15,-6 0-35-15,-8 0-46 0,13 0-35 0,-13 0-32 16,5 2-132-16,-5-2-347 0,0 0 153 0</inkml:trace>
  <inkml:trace contextRef="#ctx0" brushRef="#br0" timeOffset="44637.17">27479 4957 190 0,'-3'-16'214'0,"3"5"1"16,0-1-7-16,0 3-2 0,0 2-7 0,0 7-12 15,-2-13-22-15,2 13-17 0,2-9-22 0,-2 9-13 16,0 0-15-16,0 0-10 0,0 0-7 0,0 0-8 15,9 31-5-15,-9-11-5 0,5 6-8 0,-2 2-6 16,-3 1 1-16,-3 0-2 0,-2-2-9 0,3 3-1 16,-2-3-3-16,1 1 2 0,-1-4-9 0,2-4 3 15,-1-1-4-15,-1-2-3 0,2 1-13 0,0-1-28 16,0-4-22-16,-1-1-38 0,0-2-33 0,1-1-42 16,2-9-13-16,-4 11-27 0,1-7-169 0,3-4-390 15,-10 5 173-15</inkml:trace>
  <inkml:trace contextRef="#ctx0" brushRef="#br0" timeOffset="44903.66">27474 4940 94 0,'19'-9'132'0,"-5"-1"-21"0,-2 5-4 0,0 3-9 16,0 2-10-16,-2 0-9 0,1 2-6 0,-2 3 3 15,0-1-10-15,-2 4-6 0,-3-2 6 0,2 5-7 16,-5-1 0-16,-1 3 7 0,-1-1-8 0,-3-1 1 15,-2 2-6-15,-3 1 7 0,-3 0 1 0,3-1-4 16,-1-3-6-16,2 0-1 0,2-3-6 0,1 0 0 16,-1-3-9-16,3 1-2 0,3-5-3 0,-9 7-1 15,9-7-12-15,-3 6 3 0,3-6-4 0,0 0 2 16,0 11 0-16,0-11-1 0,13 6-1 0,-1-2-17 16,0-2-19-16,6 3-33 0,5-3-26 0,-2-1-23 15,6-2-29-15,1 2-19 0,-2-1-98 0,-7-1-267 16,1-1 118-16</inkml:trace>
  <inkml:trace contextRef="#ctx0" brushRef="#br0" timeOffset="45151.65">27903 5019 81 0,'0'-12'209'0,"0"12"-10"16,0 0-8-16,-2-11-7 0,2 11-1 0,-2-7-11 15,2 7-13-15,0 0-19 0,0 0-6 0,-3-6-22 16,3 6-11-16,0 0-14 0,0 0-4 0,0 0 0 15,-11 29-4-15,6-12-7 0,-1 1 5 0,-1 5-11 16,-6 3-5-16,6-1-7 0,0-7-2 16,-1 6-5-16,0 0-6 0,4-5-3 0,1 0 2 0,1 6-6 15,2-7-3-15,-2 1-1 0,0 0-4 0,4-1-1 16,0-1-4-16,-1-1-13 0,2 0-26 16,-2 0-28-16,3-5-37 0,-1 0-30 0,-1 1-38 0,-1-4-37 15,1 0-33-15,-2-8-129 0,2 14-380 16,-2-14 169-16</inkml:trace>
  <inkml:trace contextRef="#ctx0" brushRef="#br0" timeOffset="45303.64">27748 5252 178 0,'4'-5'165'0,"-4"5"-13"0,9-7-16 15,3 0-13-15,-1 1-17 0,7 0-9 0,0 0-7 0,5 1-17 16,4-4-32-16,-7 7-42 0,9-6-41 0,-2 4-33 15,0 0-100-15,-5 3-187 0,-2-3 83 0</inkml:trace>
  <inkml:trace contextRef="#ctx0" brushRef="#br0" timeOffset="45449.75">28148 5156 26 0,'0'0'175'0,"11"-3"-18"0,-11 3-16 15,11 0-6-15,-11 0-19 0,15-4-22 0,-3 1 0 16,1 1-8-16,4-1-7 0,-2 0-14 15,2 1-27-15,0-2-17 0,2 1-41 0,-2 1-27 16,-3 0-18-16,-3 1-34 0,-2-2-67 0,-1 2-181 16,-8 1 80-16</inkml:trace>
  <inkml:trace contextRef="#ctx0" brushRef="#br0" timeOffset="45617.38">28334 5070 21 0,'0'0'167'0,"-7"-6"-6"15,7 6 5-15,-6-5 1 0,6 5-5 0,0 0-20 16,-8-6-11-16,8 6-16 0,0 0-13 0,0 0-9 15,0 0-6-15,-11 10-2 0,8-4-3 0,-1 2-5 0,-1 1-6 16,0 3-6-16,1-1-7 0,1 1-2 0,1 5-6 16,1-2-2-16,-1 1-17 0,1 1-34 0,1-4-39 15,1-1-51-15,2 4-37 0,-1-5-53 16,1 2-98-16,2-1-305 0,-1-1 134 0</inkml:trace>
  <inkml:trace contextRef="#ctx0" brushRef="#br0" timeOffset="45871.71">28597 5010 261 0,'2'-12'267'0,"0"1"-8"16,-2 3-2-16,0 2-12 0,1-1-20 0,-1 7-18 16,0-10-24-16,0 10-20 0,0 0-19 0,0 0-14 15,0 0-16-15,0 0-10 0,0 0-10 0,0 27-5 16,0-11-8-16,-1 3-7 0,-1 0-5 0,-3 0-9 15,4 7-6-15,0-6-3 0,-1-1 3 0,2 1-14 16,0 3-3-16,-2-5-14 0,2-1-28 0,0-3-23 16,0 2-19-16,0 2-24 0,-1-8-25 0,1 7-14 15,-3-5-38-15,2-5 3 0,1-7-20 0,-4 12-4 16,4-12-15-16,-4 9 0 0,4-9-139 0,0 0-349 16,0 0 155-16</inkml:trace>
  <inkml:trace contextRef="#ctx0" brushRef="#br0" timeOffset="46125.84">28649 4957 3 0,'9'-7'146'0,"-1"-3"-7"0,0 4-22 15,-2-1-12-15,3 4-6 0,-4 0 1 0,-5 3-7 16,10 0-6-16,-10 0 1 0,10 9-4 0,-5-5 3 16,-3 3 3-16,0 3-7 0,1-1-2 0,-3 4-5 15,-1-1 1-15,-1 2 0 0,-2-2 3 0,-2 4 1 16,1-5-1-16,0 1-2 0,0-2-5 0,-1 0-3 15,0 1-5-15,3-3-3 0,0 1 0 0,0-2-3 16,0 1-9-16,0-3-8 0,3-5-1 0,-1 11-7 16,-2-4-3-16,3-7-3 0,7 11 0 0,-2-5-12 15,0-2-26-15,7 2-30 0,1-3-42 0,6 0-32 16,8-2-26-16,1 1-22 0,-1-2-36 0,-6 0-113 16,-3-3-338-16,1 0 150 0</inkml:trace>
  <inkml:trace contextRef="#ctx0" brushRef="#br0" timeOffset="46338.14">29015 5077 104 0,'5'-7'188'0,"-5"7"-16"16,0 0-11-16,0 0-18 0,5-4-14 0,-5 4-21 15,0 0 14-15,0 0 11 0,0 0-2 0,0 0 1 16,2 23 3-16,-7-13-9 0,3-1-8 0,-3 3-9 16,1 4 3-16,-1-6-16 0,2 3-2 0,-1-3-8 15,2 3-8-15,-2-2-3 0,2-2-8 0,0 2-7 16,2-3-4-16,-1 2-4 0,4-3-2 0,0 0-4 15,4 1-4-15,0 0-12 0,5-3-25 0,4 0-29 16,1 0-40-16,2-2-44 0,3-1-46 0,-1-1-35 16,0-4-42-16,0 0-134 0,-2 0-396 0,1-4 175 15</inkml:trace>
  <inkml:trace contextRef="#ctx0" brushRef="#br0" timeOffset="46557.38">29439 4946 90 0,'1'-5'214'16,"-1"5"-23"-16,4-6-16 0,-4 6-14 0,0 0-24 16,4-5-8-16,-4 5-11 0,0 0 4 0,0 0 5 15,8 19-12-15,-5-9-14 0,0 7-4 0,2 2-13 16,-4-2-6-16,5 7-6 0,-4-5-1 0,1-1-14 16,-1 1-1-16,1 7-9 0,-3-10-5 0,-1 3-6 15,-2 0-19-15,-1-2-13 0,-2 2-13 0,-8 2-19 16,-2-1-21-16,-4 1-27 0,-6-2-38 0,-1 2-33 15,-7-2-29-15,-11 8-115 0,-3-5-315 0,2-2 141 16</inkml:trace>
  <inkml:trace contextRef="#ctx0" brushRef="#br0" timeOffset="46911.31">27256 4906 140 0,'-18'5'136'16,"3"4"-3"-16,-2 4 2 0,-4 10-9 0,-4 4-2 15,-2 17 3-15,6 1-7 0,4 3-7 0,5 5-14 16,5-1-5-16,12 6-9 0,7-4-6 0,9 1-6 16,9-2-6-16,11-6-4 0,1-1-11 0,27 4-26 15,-19-17-36-15,6-4-35 0,3-5-47 0,2 0-31 16,-3-7-131-16,-2-7-275 0,0 1 121 0</inkml:trace>
  <inkml:trace contextRef="#ctx0" brushRef="#br0" timeOffset="62385.73">12005 6627 50 0,'0'0'186'0,"-1"-8"-4"0,1 8-5 0,-4-6-4 15,4 6 7-15,0 0-8 0,-3-8-11 0,3 8-16 16,0 0-11-16,0 0 1 0,-5-5-15 0,5 5-17 16,0 0-9-16,0 0-11 0,0 0-5 15,0 0-9-15,5 25-7 0,-1-9-1 0,-3 0-8 0,3 3-2 16,0 0-6-16,-1 0-3 0,-1 6-2 0,2-7-5 15,0 2 0-15,0 5-8 0,-2 0-2 0,2-9-1 16,-2 2 3-16,1 0-9 0,-3-1-1 16,3-6 1-16,-1 1-2 0,1 0-5 0,1-2 4 15,-3-1-5-15,2 1-9 0,-2-5-21 0,4 5-26 0,-3-3-9 16,0-1-37-16,-2-6-32 0,2 9-23 0,-2-9-23 16,5 8-20-16,-5-8-149 0,0 0-366 0,0 0 161 15</inkml:trace>
  <inkml:trace contextRef="#ctx0" brushRef="#br0" timeOffset="62719.25">12165 6552 115 0,'9'-5'126'0,"3"3"-8"0,1 2-2 15,1 1 0-15,-2 1-9 0,2 3-6 0,-3 1-9 16,0 0-4-16,-2 2-6 0,1 0-11 0,-1 2 0 15,-3 1-10-15,1 0-6 0,-2 3-6 0,-3-2 4 16,-2-1-7-16,0 2-2 0,-2-2-7 0,-5 1 5 16,2-1-5-16,-6 2 0 0,-1-2-8 0,2-3 2 15,-4 2-6-15,-1-2 3 0,3-1 2 0,-2-4-1 16,2 1 8-16,1-2 4 0,-2-2 0 0,5 0 1 16,-3 1 3-16,11-1-1 0,-10 3-2 0,10-3-7 15,-10 1-4-15,10-1-4 0,-7 2-6 0,7-2-2 16,0 0-3-16,0 0 0 0,0 6-3 0,0-6-2 15,0 0 0-15,9 13-2 0,-1-5-1 0,-3 1-2 16,5-1-20-16,3 3-17 0,1 1-24 0,0 1-28 16,3-4-36-16,-2-1-27 0,3 3-20 0,-3-3-124 15,-2-3-314-15,4 1 139 0</inkml:trace>
  <inkml:trace contextRef="#ctx0" brushRef="#br0" timeOffset="63026.7">12666 6686 187 0,'0'0'229'0,"-3"-10"-3"0,3 10-9 0,-4-9-9 0,4 9-8 16,0 0-15-16,-2-8-10 0,2 8-20 0,-5-4-16 16,5 4-13-16,0 0-16 0,0 0-10 0,-18 8-7 15,12-1-8-15,-1 2-6 0,1 5-2 0,-2 1-8 16,2 2 0-16,1 2-12 0,-1 0 0 0,2 5-6 15,-2 4-5-15,2-3-6 0,4 0 1 0,-2-4-8 16,1-4-3-16,1 2 0 0,1 1-6 0,-1-1-3 16,0 1 4-16,2-4-6 0,-2 0-1 0,0 2-3 15,2-8-1-15,0 3 2 0,-2-2-4 0,0 1-16 16,3-3-27-16,-1 1-28 0,-2-4-23 0,0-6-19 16,1 13-24-16,-1-6-19 0,0-7-21 0,4 9-15 15,-4-9-6-15,2 4-11 0,-2-4-137 0,0 0-363 16,0 0 161-16</inkml:trace>
  <inkml:trace contextRef="#ctx0" brushRef="#br0" timeOffset="63191.21">12588 6872 25 0,'0'0'121'0,"0"0"-3"0,0 0-3 0,0 0-9 16,19 0-12-16,-19 0-14 0,17-2 5 0,-5 2-2 15,7 0-35-15,-2-2-28 0,6 1-39 0,8-2-49 16,-4-2-67-16,-6 3-146 0,8-5 65 0</inkml:trace>
  <inkml:trace contextRef="#ctx0" brushRef="#br0" timeOffset="63562.8">13178 6791 162 0,'0'0'192'0,"9"-4"-11"16,-1 2-7-16,-2-1-7 0,3 2-9 0,1-3-13 16,2 1-15-16,-1 0-12 0,2 2-10 0,1-2-13 15,-1 0-11-15,6 0-16 0,-6-1-27 0,5 3-20 16,-5-1-29-16,-1 2-21 0,-1-3-21 0,-11 3-17 16,21-1-14-16,-21 1-2 0,13 0 1 0,-9 0 3 15,-4 0 0-15,0 0 14 0,9-6-2 0,-9 6 13 16,0 0 8-16,0 0 15 0,-7-12 14 0,7 12 11 15,-7-11 10-15,5 5 11 0,-2 0 14 0,4 6 9 16,-7-10 9-16,3 4 8 0,-1 2 23 0,5 4-2 16,-5-9 6-16,5 9 5 0,-6-6-5 0,6 6-9 15,-4-4-3-15,4 4-15 0,0 0-5 0,0 0-7 16,0 0 2-16,0 0 4 0,0 0-10 0,-7 19 4 16,7-9 3-16,0 0-3 0,0 1-4 0,0 4-3 15,-2 1-2-15,2 0 0 0,-4-1-4 0,6 2-4 16,-4-5-4-16,4 5-22 0,0 0-25 0,-2-2-28 15,2 1-39-15,0-6-39 0,0 0-34 0,1 0-153 16,-3 0-344-16,0-10 153 0</inkml:trace>
  <inkml:trace contextRef="#ctx0" brushRef="#br0" timeOffset="63835.92">13708 6573 92 0,'2'-13'241'16,"-2"5"-6"-16,0 1 1 0,0 7-11 0,0-13-17 16,0 13-19-16,0-9-20 0,0 9-20 0,0 0-15 15,0 0-7-15,0 0-7 0,0 0-2 0,4 27 0 16,-3-10-2-16,-1 2-8 0,0 1-13 0,2-1-7 16,0 2-8-16,-2-3-7 0,0 7-7 0,0-6-5 15,0 1-1-15,0-3-12 0,3 1 0 0,-1-2-6 16,-2 1-3-16,2 0-4 0,-1-2-4 0,1-5-12 15,-2 2-20-15,0-2-21 0,2-2-25 0,0 2-29 16,-2-2-31-16,2-2-37 0,-2-6-36 0,2 10-21 0,-2-10-35 16,3 8-157-16,-3-8-426 0,0 0 189 15</inkml:trace>
  <inkml:trace contextRef="#ctx0" brushRef="#br0" timeOffset="64147.09">13821 6421 77 0,'8'-5'151'0,"1"2"-6"0,-2 0-6 0,0 2-4 15,0 0-8-15,-7 1-1 0,13 4-11 0,-4 2-1 0,-2 0-5 16,0 4-3-16,-3-3-12 0,0 4-2 0,-4 1-1 16,3 3-3-16,-6-2-5 0,-1 3-6 15,0-5-4-15,-3 5 1 0,2-4-1 0,-1 0-4 16,-2-4 1-16,2 1-8 0,2-1 0 0,-3-1-5 0,1 1-5 15,4-2-4-15,-4-1-3 0,4 2-5 0,2-7-2 16,-5 8 0-16,5-8-8 0,-4 10-4 16,4-10-1-16,2 8-2 0,-2-8 1 0,7 7-3 15,1-3 1-15,0 1-2 0,3-1-4 0,3-2-5 16,4 2-20-16,0-3-29 0,1-1-25 0,4 0-29 0,4-1-32 16,-4-1-26-16,-1-1-30 0,5 2-17 0,-7-1-2 15,-1 1-107-15,-6-2-332 0,0 0 147 0</inkml:trace>
  <inkml:trace contextRef="#ctx0" brushRef="#br0" timeOffset="64481.62">14248 6564 126 0,'2'-5'179'0,"-2"5"1"0,0 0-9 0,4-7-15 0,-4 7-13 16,0 0-9-16,0 0-16 0,0 0-9 0,0 0 11 16,0 0 6-16,0 0 3 0,7 15 7 15,-5-6 1-15,-2 2-4 0,0 2-3 0,-3 4-9 0,2-2-3 16,1 0-9-16,-1 1-7 0,-3 0-8 0,2 0-5 15,0-1-5-15,0 0 2 0,0 2-2 0,-4-2-5 16,6-2-5-16,-2 2-5 0,2 1-6 0,-2-4 1 16,1-1-14-16,1 0 0 0,-1-1-7 0,-1 2-7 15,4-4-1-15,-4 1-1 0,4 0 0 0,-1-3-8 16,-1-6-5-16,-1 11-1 0,1-11 0 0,0 9-3 16,0-9-1-16,2 6 4 0,-2-6 0 0,0 0-3 15,0 0-3-15,4 9 1 0,-4-9 9 16,6 1-10-16,-6-1-3 0,0 0 1 0,0 0 2 0,21 0-4 15,-11 0-3-15,-10 0 24 0,24-6-26 0,-10 5-13 16,-1-5-14-16,5-1-26 0,-1-1-24 0,4 2-28 16,-3-2-26-16,0 2-31 0,1-1-19 0,-2 0-40 15,3 1-17-15,-2-1-19 0,-5 4-194 0,0-1-481 16,1-2 214-16</inkml:trace>
  <inkml:trace contextRef="#ctx0" brushRef="#br0" timeOffset="68921.05">15860 6725 81 0,'2'-7'140'0,"-2"7"2"0,0 0 0 0,0 0-11 16,-8-10-7-16,8 10-9 0,-10-6-3 0,10 6-13 16,-8-3 11-16,3 1 3 0,5 2-6 0,-8-4-6 15,8 4-8-15,0 0-6 0,0 0-9 0,-5-4-7 16,5 4-6-16,0 0-1 0,0 0-6 0,0 0-4 16,26-3-6-16,-13 2-4 0,5-3-6 0,3 1-4 15,7 2-10-15,1-2-24 0,1-1-29 0,1 3-38 0,-4 2-39 16,-6-2-18-16,-3 1-32 0,0 1-144 0,-6-1-323 15,-2 0 144-15</inkml:trace>
  <inkml:trace contextRef="#ctx0" brushRef="#br0" timeOffset="69091.19">15982 6783 110 0,'-5'4'132'0,"5"-4"-14"0,0 0-8 0,0 0-5 15,0 0-5-15,0 0-7 0,0 0-11 0,14 8-6 0,-3-7-6 16,1-1-16-16,1 0-24 0,7-1-35 16,0 1-40-16,1-2-33 0,1 2-81 0,7-2-172 0,-1 0 76 15</inkml:trace>
  <inkml:trace contextRef="#ctx0" brushRef="#br0" timeOffset="72142.63">17515 6313 28 0,'0'0'115'0,"-19"9"-2"0,19-9-7 0,0 0-5 15,0 0-1-15,0 0-3 0,0 0-7 0,0 0-4 16,0 0 4-16,0 0 5 0,0 0-13 0,0 0 0 15,0 0-6-15,0 0-3 0,-9 2-1 0,9-2 4 16,0 0-2-16,0 0-6 0,0 0 3 0,0 0-3 0,0 0-1 16,0 0-5-16,0 0-6 0,0 0 0 15,-11-5-4-15,11 5-3 0,0 0 14 0,0 0-1 16,-5-4 0-16,5 4-1 0,0 0-3 0,0 0-7 16,0 0-5-16,0 0-2 0,-1-9-6 0,1 9-3 0,0 0-8 15,0 0-2-15,0 0-2 0,8-13-3 0,-8 13-5 16,8-5-1-16,0 3 0 0,0-1-2 0,3 1-3 15,-2 0-3-15,1 2 0 0,2-1-4 16,-5 4 1-16,5-2-1 0,-2 3-2 0,-1-1 0 0,-3 4 2 16,2-2 3-16,0 0-4 0,-1 3 0 0,-3 2-3 15,0 1 1-15,-1-1 3 0,-2 2-2 0,-1 1 1 16,-4-1-1-16,2 3 6 0,-5 2-4 0,1-2 2 16,-4 1-2-16,-2-4-1 0,-2 1 0 15,-1-1 0-15,-1 1-1 0,2-2-1 0,0-2 2 16,1 0-2-16,4-2 3 0,2-2-3 0,-3 0 4 0,3-1-3 15,1-1 0-15,1 1 3 0,5-4-4 0,-9 3-2 16,9-3 3-16,-5 4-1 0,5-4 2 16,0 0-3-16,0 0 2 0,0 0-2 0,0 0 0 0,0 0 3 15,23 1-3-15,-12-2 2 0,3 1-7 0,5-4-9 16,2 3-16-16,-1 0-20 0,1-1-30 0,8-1-28 16,-7 1-21-16,8-1-26 0,-1 2-28 0,1-1-157 15,-2 0-371-15,0-2 164 0</inkml:trace>
  <inkml:trace contextRef="#ctx0" brushRef="#br0" timeOffset="72628.25">17964 6274 88 0,'-2'-9'196'0,"2"9"-8"0,0 0-4 16,-2-11-10-16,2 11-8 0,0 0-11 0,0 0-14 16,-1-6-11-16,1 6-15 0,0 0-15 0,0 0-11 15,0 0-7-15,0 0-12 0,0 0-7 0,0 0-4 16,0 0-8-16,0 0-1 0,15 17-6 0,-11-8-4 16,3 1-3-16,-1 2-2 0,-1-2-2 0,1 2-6 15,-1-5 3-15,1 5-7 0,-1-2 0 0,0 2-3 16,0-3 3-16,1 2 1 0,-2-1-2 0,3-2-3 15,-4 1 1-15,1-2-2 0,-1-2-1 0,1 1 0 16,-2 1-3-16,3-1 1 0,-1-2 0 0,-1 2-3 16,-3-6-3-16,5 10-1 0,-3-7 3 0,-2-3 5 15,4 7-6-15,-4-7-2 0,4 6 3 0,-4-6 9 16,0 0 13-16,0 0 9 0,0 0 1 0,0 0 0 16,0 0-7-16,14-9-1 0,-9 2-5 0,2-3-2 15,-1 0-3-15,2-2-5 0,-2-4 3 0,0-1-5 16,2 2-1-16,1-3-5 0,-1 1-3 0,-2 0 3 15,2 0-5-15,-2 1 0 0,2 2 3 0,-3 5-3 16,0-3 1-16,-1 3-5 0,1-1 0 0,-2 3 2 16,0 1-3-16,0 0-4 0,-3 6-17 0,4-9-19 15,-4 9-31-15,4-6-31 0,-4 6-29 0,0 0-3 16,0 0-24-16,7-2-25 0,-7 2-17 0,0 0-165 16,4 15-393-16,-4-15 174 0</inkml:trace>
  <inkml:trace contextRef="#ctx0" brushRef="#br0" timeOffset="73203.73">18368 6454 75 0,'1'10'147'15,"-1"-10"-1"-15,3 6-5 0,-3-6-7 0,1 8-9 16,-1-8-3-16,0 0 4 0,0 9-18 0,0-9-5 15,0 0-2-15,1 6-2 0,-1-6 3 0,0 0 3 16,0 0 6-16,0 0 8 0,0 0 5 0,0 9 10 16,0-9 5-16,0 0 1 0,0 0-7 0,0 0-1 15,0 0-24-15,0 0-8 0,0 0-12 0,0 0-8 16,0 0-8-16,-5-26-7 0,5 17-9 0,3-1-4 16,-1 0-6-16,1 1-1 0,-1-2-11 0,1-1 11 15,1-1-18-15,4 0-1 0,-3 1-6 0,2 1-4 16,-2 1-1-16,3 1 1 0,-1 2-6 0,1-1-3 15,0 1 2-15,0 3 2 0,0 3-9 0,3-1-3 16,-11 2 0-16,18 2 1 0,-7 3 0 0,0 1 0 16,-1 1-2-16,-3 0 5 0,2 2-5 0,-2 0 1 15,1 1-4-15,-2 1 4 0,-1 0 4 0,1 0-3 16,-2-1 1-16,-3-3 1 0,3 2-5 0,-4-3 4 16,3 0-1-16,-3-6 1 0,1 10 0 0,-1-10 0 15,3 6 4-15,-3-6 3 0,0 0 2 0,0 0-3 16,0 0-1-16,-7 7 5 0,7-7-5 0,0 0 2 15,0 0-4-15,0 0 4 0,0 0 1 0,-11-17-7 16,9 11 0-16,0-4 3 0,2 10-7 0,4-21 5 0,0 10-1 16,1 0-8-16,0 0 0 0,4-2 2 0,-2 2-5 15,4-1 4-15,-4 4-1 0,3 0-3 16,-4 5 1-16,1-1-1 0,-1 2-1 0,2 1 4 16,0-2-5-16,-8 3 2 0,14 4 1 0,-6-2 1 15,-1 2 1-15,-1 0-1 0,0 4 1 0,2-1 2 16,-1 2 0-16,-3-2-6 0,1 3-14 0,-2-2-12 15,-1 0-26-15,-2 1-22 0,3-2-22 0,-3 3-28 16,-1-3-38-16,1 3-28 0,-2-1-41 0,-1 0-176 16,-1-2-451-16,-2-2 200 0</inkml:trace>
  <inkml:trace contextRef="#ctx0" brushRef="#br0" timeOffset="74875.1">18957 6219 78 0,'1'-9'159'0,"-1"-2"-4"0,0 0 4 16,0-1-3-16,0 3-4 0,0-1-7 0,-1 0 3 16,1 10-3-16,0-13-8 0,0 13-14 0,-2-10-13 15,2 10-16-15,0 0-8 0,0-8-13 0,0 8-5 16,0 0-8-16,0 0 0 0,7 21-9 0,-4-6 0 16,1 10 2-16,-2 0 3 0,-2 5 20 0,1 2-5 15,-1 1-1-15,2 1-8 0,-4 1-4 0,0-1-5 16,-1-2-6-16,1-3 1 0,0-1-10 15,0-2 2-15,-2 0-5 0,0-7-2 0,3 0-5 0,0-3-1 16,0 0-3-16,-1 1-4 0,1 0 1 0,-2-7 0 16,3 2-7-16,-1 0-12 0,0-2-18 0,1 0-23 15,1-3-25-15,-1 2-24 0,0-2-30 0,0-7-19 16,1 13-20-16,2-6-22 0,-3-7-32 0,4 8-139 16,-4-8-379-16,9 4 167 0</inkml:trace>
  <inkml:trace contextRef="#ctx0" brushRef="#br0" timeOffset="75145.58">19242 6350 92 0,'7'-3'151'0,"-7"3"0"0,19 3 0 15,-10 1 6-15,0 1-6 0,2 0-13 0,-2 3 4 16,3 4-8-16,0-1-11 0,-5 0-7 0,0 2-7 15,1 3-7-15,-2-4-6 0,-1 5-6 0,-2-2-10 16,-3-4-6-16,0 7-5 0,-1-7-2 0,-2 1-7 16,-1 0 4-16,-4-1-13 0,1 0 0 0,-1-2-8 15,-1 0-2-15,-1 0-2 0,1-1-7 0,0-2-5 16,4-1-9-16,-1-1-12 0,1 0-29 0,5-4-26 16,-7 5-40-16,7-5-39 0,0 0-32 0,0 0-34 15,0 0-137-15,0 0-358 0,-7-13 159 0</inkml:trace>
  <inkml:trace contextRef="#ctx0" brushRef="#br0" timeOffset="75371.75">19429 6370 183 0,'4'-6'197'0,"-2"1"-4"16,1 0-9-16,-3 5-10 0,4-9-19 0,-4 9-16 16,3-5-13-16,-3 5-8 0,0 0-1 0,0 0 8 15,0 0 5-15,17 14-1 0,-13-5-5 0,1 2-7 16,-1 1-8-16,-3 1-11 0,4-3-8 0,-4 5-6 15,2 1-9-15,1 0-3 0,-3-1-10 0,0 0-4 16,3-5-6-16,-1 5-5 0,-2-5-4 0,2 3-3 0,-1-4-11 16,-1 1-22-16,1 0-23 0,-2-3-25 15,0 0-26-15,0-7-37 0,0 12-29 0,0-12-41 16,0 8-28-16,0-8-28 0,0 0-122 0,-5 8-381 16,5-8 169-16</inkml:trace>
  <inkml:trace contextRef="#ctx0" brushRef="#br0" timeOffset="75537.16">19337 6315 95 0,'10'-4'144'0,"9"-1"-22"0,-1 4-5 16,10-4-10-16,0 2-11 0,-1 2-17 15,1-2-27-15,-6 6-42 0,-3-3-30 0,2 4-44 16,-9-2-59-16,2 1-134 0,-3 0 59 0</inkml:trace>
  <inkml:trace contextRef="#ctx0" brushRef="#br0" timeOffset="75993.85">17776 7056 166 0,'0'0'176'0,"0"0"-15"16,-10 1-7-16,10-1-9 0,0 0-7 15,0 0 3-15,0 0 2 0,0 0-7 0,38 2-9 0,0-4-9 16,18-1-7-16,5-5-10 0,34 0-10 0,1-2-8 16,-1 0-7-16,11-2-6 0,-2 2-6 0,2 0-8 15,1 1-2-15,-1-1-7 0,-2 4-5 16,-6-4-5-16,-8 5 0 0,-30 3-5 0,0-1-4 0,-8 0-3 15,-1 3-4-15,-14-1 6 0,-3 1-9 0,-2 0 3 16,-4 1-5-16,-8-2-4 0,-2-2-2 0,-5 6-14 16,-2-2-14-16,-3-1-23 0,-2 0-16 0,-6 0-13 15,11 0-20-15,-11 0-14 0,7 3-17 0,-7-3-31 16,0 0-31-16,0 0-125 0,0 0-332 0,-33 13 147 16</inkml:trace>
  <inkml:trace contextRef="#ctx0" brushRef="#br0" timeOffset="76359.22">18385 7250 211 0,'0'0'205'0,"0"0"-5"16,0 0-6-16,-2-9-2 0,2 9-9 0,0 0-4 16,0 0-12-16,0 0-8 0,0 0-8 0,0 0-14 15,0 0-14-15,0 0-12 0,0 0-13 0,0 0-5 16,0 0-10-16,9-7-5 0,-2 5-4 0,5-1-10 15,3 1-4-15,2-1-5 0,13-2-5 0,-11 1-6 16,12-2-6-16,-3 2-4 0,2-1-13 0,0 1-32 16,-1 1-29-16,-1 0-25 0,-6 0-38 0,7 0-28 15,-7 2-34-15,-1-2-32 0,-1 1-29 0,-3 1-119 16,-3 1-373-16,-3 0 165 0</inkml:trace>
  <inkml:trace contextRef="#ctx0" brushRef="#br0" timeOffset="76829.45">18703 7202 40 0,'-12'1'156'0,"12"-1"2"16,0 0 17-16,0 0-30 0,-5 3-6 0,5-3-4 15,0 0-9-15,-4 7-9 0,4-7-5 0,-1 9-10 16,0 1-1-16,1-1 1 0,0 2-7 0,-3 2-9 15,1 2 2-15,2 4-2 0,-1 0-6 0,-1 0-6 0,1-2-9 16,1 3-6-16,0 6-1 0,-1-7 0 0,1-1-5 16,0-1-4-16,2-1-2 0,1 0-9 15,-2-6-3-15,3 3-5 0,-3-2-1 0,2 0-2 16,-3-1-3-16,1-1-2 0,-1-2 1 0,0-7-4 0,1 10-4 16,-1-10 2-16,3 9 1 0,-3-9-3 0,1 6-1 15,-1-6 0-15,0 8 0 0,0-8-2 0,0 0 4 16,0 0-6-16,0 0-8 0,0 0-7 15,-14 1-4-15,14-1-8 0,-15-4 3 0,15 4 0 16,-18-5-5-16,6 1 1 0,3 3 1 0,-5-2 3 0,3 1-1 16,-2 0 2-16,1-1-2 0,2 1 3 0,-2 2-1 15,4-1 2-15,8 1 3 0,-14-1 0 0,14 1 4 16,-12 0-2-16,12 0 0 0,-10-2 0 16,10 2 3-16,0 0-6 0,-8-1 0 0,8 1 6 0,0 0 2 15,0 0-3-15,0 0 4 0,0 0 3 0,0 0-4 16,26 5 4-16,-13-5-3 0,6 0 1 0,0-1 8 15,1 1-13-15,1-1-5 0,7 1-30 0,0 1-35 16,-5-1-34-16,4-3-47 0,-4 3-32 0,-2 0-158 16,-2 0-373-16,1-1 165 0</inkml:trace>
  <inkml:trace contextRef="#ctx0" brushRef="#br0" timeOffset="77345.89">19123 7542 96 0,'0'-7'227'0,"0"7"-9"0,0 0-12 0,-6-10-4 0,6 10-3 15,-8-3-9-15,2-1-5 0,6 4-11 0,-10-3-7 16,3 2-9-16,7 1-14 0,-14 0-16 0,14 0-9 16,-14 2-16-16,6 0-6 0,-2 2-12 0,0 1-7 15,0 1-10-15,0 2-5 0,-1-1-9 0,4 0-3 16,-3 2-3-16,3 1-6 0,2-1-4 0,-2 1-3 15,4 0-3-15,0 0-4 0,-1-1-3 0,2 0-1 16,1 0 6-16,1 0-10 0,0-9-4 0,3 10 1 16,1-5-1-16,1 1-1 0,2-2-1 0,2-1 3 0,1-2-3 15,1-1 0-15,0 0 3 0,2 0-8 16,-1-3 1-16,0-2 1 0,-1 2 1 0,-1 0-1 16,2-4-2-16,-3 1 1 0,0-3-3 0,-2 0 3 15,4 0 2-15,-5-2-6 0,-1-1 3 0,3-2-2 16,-1-1 1-16,-3-2 0 0,-1 0-3 0,-1 1-2 15,0-3 2-15,-2 1 0 0,2-2-2 0,-3 2 3 16,1 0 3-16,-1 6 10 0,2 0 1 0,-2 2 5 16,1 2 9-16,0 8-1 0,0-11-8 0,0 11 1 0,0-8-8 15,0 8-3-15,0 0-2 0,0 0-2 0,0 0-6 16,0 0 9-16,0 0 9 0,3 25 3 0,-1-11 0 16,-1 1-10-16,2 2 1 0,-2-2-2 15,2 1-3-15,-1 0-3 0,2 2 11 0,-3-2-5 0,3-1-9 16,-3-3 7-16,2 4-5 0,-1 0-2 0,2-5 0 15,-3 2 0-15,3-1-2 0,-1-2-23 0,-1 3-24 16,1-2-30-16,1-4-32 0,-2 2-31 16,1 3-33-16,-1-3-38 0,1-3-28 0,-2 1-30 15,2-1-216-15,-3-6-521 0,2 8 232 0</inkml:trace>
  <inkml:trace contextRef="#ctx0" brushRef="#br0" timeOffset="77583.48">19516 7531 1875 0,'7'-9'114'16,"1"1"-16"-16,-5 0-35 0,2 1-10 0,-4 1 5 16,3 0-2-16,-4 6 2 0,0 0-1 0,0 0 1 15,-9-13 11-15,9 13 14 0,-14 3 1 16,2 1 5-16,2 1 10 0,-4 4-1 0,-1-1-4 0,-1 4-5 16,4-2-7-16,-1 3-7 0,0-2-12 0,5 0-4 15,4-1-5-15,-2 7-5 0,2-3-3 0,3-2-2 16,2-1-3-16,2 0-7 0,3-1-1 0,6 1-7 15,6-3-20-15,7-2-23 0,6 2-29 0,2-5-38 16,2-2-33-16,0 0-62 0,2-1-41 0,2-1-54 16,-5-3-205-16,-3 1-518 0,-4-4 229 0</inkml:trace>
  <inkml:trace contextRef="#ctx0" brushRef="#br0" timeOffset="78321.69">15523 8918 142 0,'0'0'189'0,"0"0"-3"16,0 0-8-16,-5 2-13 0,5-2-14 0,0 0-4 16,0 0-16-16,0 0-10 0,0 0-11 15,0 0-10-15,0 0-6 0,0 0-10 0,18 3-7 16,-6-3-11-16,0-1-7 0,2 1-17 0,2 0-31 0,-2 0-30 15,0-2-31-15,4 1-33 0,-2 0-33 0,-2-2-23 16,-2 3-136-16,-2-1-297 0,0 2 131 0</inkml:trace>
  <inkml:trace contextRef="#ctx0" brushRef="#br0" timeOffset="78502.92">15536 9055 100 0,'0'0'167'0,"-4"6"-18"16,4-6-2-16,0 0 0 0,-2 6 2 0,2-6 1 16,0 0-9-16,11 7-13 0,-11-7-13 0,19 0-6 15,-1 0-12-15,1-3-13 0,9-1-39 0,2 1-33 16,-1-3-42-16,1 2-53 0,-1-3-42 0,-2 1-126 16,1 1-271-16,-6 1 120 0</inkml:trace>
  <inkml:trace contextRef="#ctx0" brushRef="#br0" timeOffset="82147.63">13158 8709 89 0,'-5'-12'181'16,"1"5"-12"-16,2-1 2 0,-3 0 0 0,3 2-12 16,-5-4 4-16,4 4-9 0,-3-3-12 0,2 5-7 15,1-7-5-15,-1 5 1 0,2-2-6 0,2 8-6 16,-6-8-10-16,6 8-5 0,-6-6-17 0,6 6-10 16,-2-5-11-16,2 5-11 0,0 0-2 0,0 0-3 0,0 0-7 15,4 30-5-15,-2-12 5 0,2 7-3 16,-2 0-4-16,2 4-2 0,-2 1-3 0,0-1 2 15,-2-3-1-15,0 0-4 0,1 1 1 0,-1-2-2 0,4 0-4 16,-4-7 0-16,0 1-3 0,-2-3-3 0,4 1 0 16,-4-1 0-16,4-3-4 0,-4-1 1 15,2 0-6-15,0 0 2 0,2-2-5 0,-2 2-17 16,0-5-23-16,0 0-25 0,0-7-25 0,0 12-25 0,0-12-28 16,0 10-16-16,0-10-10 0,2 6-23 0,-2-6-14 15,0 0-146-15,0 0-373 0,0 0 165 0</inkml:trace>
  <inkml:trace contextRef="#ctx0" brushRef="#br0" timeOffset="82469.88">13095 8620 118 0,'6'-7'136'15,"2"0"-5"-15,1 1-10 0,3 2-5 0,-2 0-12 16,-1 2-8-16,2 1-9 0,1 2-7 0,-2 2-8 15,-1 0-5-15,3 1-4 0,-5 2-4 0,1 2 2 16,-3 0-5-16,0 2 3 0,-1 0-10 0,-2 0-7 16,1 2-1-16,-6 4 8 0,-1-1-6 0,-3-1-4 15,-2 1-2-15,0-1-3 0,-1 0 2 0,-3-2 0 16,5 0-1-16,-4-4 4 0,5 1-10 0,1-1 0 16,-3-2-6-16,5 0-3 0,-2-1 0 0,2-1 0 15,4-4-3-15,-6 6-1 0,6-6-7 0,-5 4 2 16,5-4-3-16,0 0 1 0,0 0 0 0,5 13 2 15,1-10 1-15,4-1-5 0,3 2-2 0,2-3-23 16,3-1-23-16,1 3-23 0,3-3-20 0,0 2-30 16,8-4-13-16,-3-1-16 0,2 3-119 0,-8-2-283 15,7-2 124-15</inkml:trace>
  <inkml:trace contextRef="#ctx0" brushRef="#br0" timeOffset="82749.75">13607 8751 68 0,'0'0'175'16,"0"0"-11"-16,0 0-22 0,0 0-14 0,0 0-4 0,0 0-8 16,0 0 3-16,11 20 7 0,-9-9-1 15,1 7-4-15,-3-3-6 0,2 5-1 0,-3-2-6 16,4 2 1-16,-3-1-9 0,-2 0-8 0,1-2-7 16,1 1-9-16,-1-3-3 0,1 1-4 0,0 0-6 15,0-4-3-15,0-1-11 0,0-1 0 0,0 2-3 0,0-3 0 16,1-1-8-16,0 0 1 0,-1-8-4 15,2 14 0-15,3-9-7 0,-3 0 2 0,3-2-3 16,-5-3-2-16,8 7-2 0,-1-4-1 0,0 0-3 16,4-5-1-16,0 2-3 0,3-1-10 0,4-3-19 0,2 1-24 15,11-2-26-15,-1-5-27 0,1 3-32 0,5-3-41 16,0 1-35-16,-3-1-32 0,8 1-119 16,-7-2-379-16,2 0 168 0</inkml:trace>
  <inkml:trace contextRef="#ctx0" brushRef="#br0" timeOffset="85389.38">17027 8044 91 0,'-5'-3'157'16,"5"3"-11"-16,-9-8 2 0,6 4-2 0,3 4-2 15,-6-6-8-15,6 6-11 0,-6-3-13 0,6 3-10 16,0 0-10-16,-7-5-15 0,7 5-8 0,0 0-4 16,0 0-13-16,0 0 1 0,0 0-2 0,8 27-3 15,-5-15 1-15,2 5 3 0,4-1 1 0,-4 2-6 16,1 1-4-16,1-2 0 0,2 6-6 0,0-4 3 15,-3-2-3-15,2 1-5 0,-2-3-2 0,2 1 2 16,-2-2-2-16,2 0 1 0,-2-3-5 0,-1-2-5 16,4 0 1-16,-4 0-2 0,3-1-2 0,-3-2 1 15,0 1-6-15,0-1 0 0,0-2 2 0,-2 1-1 16,-3-5 0-16,8 7 5 0,-8-7 10 0,5 1 6 16,-5-1 5-16,0 0 2 0,11-1 2 0,-11 1-4 15,9-9-2-15,-1 1-2 0,-2-4-6 0,6-1-4 16,-3-2 6-16,1-2-10 0,5-4-1 0,-3-3-4 15,1 3-1-15,-2-2-2 0,-3 4-2 0,2 1-2 16,-2-1 0-16,-2 3-3 0,3-1 7 0,-3 2-7 16,-3 4 4-16,1 2-4 0,0-1-2 0,-2 5-4 15,-1-1-3-15,-1 6-18 0,4-8-20 0,-4 8-28 16,0-7-30-16,0 7-25 0,0 0 3 0,0 0-20 16,0 0-15-16,0 0-11 0,0 0-18 0,-5 28-155 0,-1-17-368 15,1 1 163-15</inkml:trace>
  <inkml:trace contextRef="#ctx0" brushRef="#br0" timeOffset="86007.79">17461 8329 24 0,'0'0'147'0,"0"9"-10"0,0-9-2 16,0 12-2-16,0-6 3 0,0-6-7 0,0 11-13 15,0-11-9-15,0 11-9 0,0-11-11 0,-2 8-2 0,2-8 3 16,0 0-7-16,-1 10-5 0,1-10-5 0,0 0-5 16,-1 8-3-16,1-8-1 0,0 0-4 0,0 0 3 15,0 0 1-15,0 0 7 0,0 10 4 16,0-10 7-16,0 0 2 0,0 0 4 0,0 0-2 0,0 0-7 16,-2 7-7-16,2-7-8 0,0 0-6 0,0 0-5 15,0 0-1-15,-13-20-4 0,10 16-6 0,-1-6-6 16,0 4-4-16,3-4 1 0,-2-1-8 0,2 1-2 15,0-2-3-15,-1 1-1 0,2-1-2 16,2 3-1-16,-1-1-1 0,0 0-3 0,1 2 0 0,0 3-4 16,1-3-2-16,2 4-3 0,1-3 2 0,4 2 6 15,-1 3-9-15,2-1 0 0,1 1-2 0,-1 2 1 16,1 2-2-16,-1 2 3 0,0-1-3 16,-1 2 1-16,1 2 1 0,-1 0 1 0,0-2-2 0,-1 3 10 15,-3-1-9-15,2-1-2 0,-4 1 1 0,1-3 0 16,-3 3 2-16,2-2-3 0,0-1 0 0,-4-4 2 15,4 8 5-15,-4-8-3 0,3 7-1 0,-3-7 2 16,0 0 5-16,0 0-2 0,-2 8 2 0,2-8 2 16,0 0 2-16,0 0-2 0,0 0 1 0,0 0-1 15,0 0-1-15,0 0-2 0,-13-17 0 0,13 17-1 16,0-12 0-16,0 2 0 0,3 2-3 0,1-3 1 16,0 1-1-16,1-1-3 0,1 1 0 15,3 0 3-15,-4 2-5 0,3 0 1 0,-2 1-3 0,3 1 1 16,-2 2 1-16,-1 2 1 0,-1 0-3 0,-5 2-2 15,14 0 1-15,-14 0 5 0,9 5-3 0,-4-1 3 16,1 1-3-16,-3 2 4 0,2 1-5 0,-2 1-2 16,-1 0 5-16,1 2-3 0,0-1-2 0,-2 0-18 15,0 2-18-15,0-1-17 0,-1 0-17 0,0-11-25 16,-3 20-24-16,1-9-32 0,4-1-28 0,-2-10-40 16,1 17-145-16,-1-17-403 0,0 0 179 0</inkml:trace>
  <inkml:trace contextRef="#ctx0" brushRef="#br0" timeOffset="86294.83">17905 8109 139 0,'2'-6'234'0,"-2"6"-13"0,-2-12-16 0,2 12-20 15,0 0-25-15,-1-10-15 0,1 10-15 0,0 0-7 16,0 0-9-16,0 0 1 0,0 0 4 0,8 26 2 15,-6-10-10-15,1 2 15 0,-1 1-19 0,1 6-10 16,-1 0-2-16,1-2-10 0,-3 2-5 0,4 1-2 16,-3-1-5-16,-1 1-4 0,0-1-8 0,2 1-6 15,-2-2-5-15,0-2 0 0,0-3-8 0,1 1-6 16,-2-3-2-16,1-1 0 0,0 2 3 0,-2-5-12 16,2-1-5-16,0-1-9 0,-1-1-20 0,2-1-22 15,-2 0-31-15,1-2-39 0,0-7-26 0,-3 13-42 16,2-6-28-16,1-7-35 0,-6 9-179 0,6-9-443 15,-8 3 196-15</inkml:trace>
  <inkml:trace contextRef="#ctx0" brushRef="#br0" timeOffset="86573.68">18125 8322 14 0,'5'-6'202'0,"-1"1"-4"0,1 0-13 0,-1 2-10 15,1-1-15-15,-5 4-17 0,12-7-5 16,-7 5-11-16,-5 2-11 0,11 0-2 0,-11 0-11 16,16 5-4-16,-9-1-4 0,1 1-4 0,0 1-2 15,-3 1-3-15,0 1-3 0,0 2-12 0,-1-4-3 0,-2 2 1 16,1 1-4-16,-3 2-2 0,1 0-4 16,-3-1-6-16,-1 1 2 0,-1-2-8 0,0 0-3 0,0 1-4 15,-1-1-4-15,-1-1-5 0,1 0-1 16,0-3-3-16,1 1-13 0,-1-2-23 0,5-4-22 0,-10 6-28 15,5-2-30-15,-1-1-22 0,6-3-37 0,0 0-25 16,-9 1-31-16,9-1-157 0,0 0-392 0,0 0 174 16</inkml:trace>
  <inkml:trace contextRef="#ctx0" brushRef="#br0" timeOffset="86811.43">18322 8253 156 0,'3'-5'223'0,"-3"5"-17"15,3-6-20-15,-3 6-20 0,0 0-16 16,4-6-8-16,-4 6-3 0,0 0 12 0,0 0 2 0,9 19-1 16,-8-10-3-16,2 2-12 0,-1 1-11 15,0 1-12-15,2-2-9 0,-1 5-7 0,0-1-5 16,-2 1-9-16,2 3-9 0,0-4-6 0,-1 0-3 16,2-1-10-16,-2-3-6 0,0 0-3 0,0 0-4 15,1-2-6-15,-1 1-17 0,1-4-19 0,-3 1-22 0,0-7-30 16,1 10-21-16,-1-10-25 0,0 0-32 0,0 0-29 15,0 0-30-15,-6 14-44 0,1-14-143 0,5 0-406 16,0 0 181-16</inkml:trace>
  <inkml:trace contextRef="#ctx0" brushRef="#br0" timeOffset="86964.5">18213 8242 143 0,'0'0'150'0,"9"-9"-2"0,-4 7-21 15,2 0-6-15,1-1-19 0,4-1-8 0,0 4-13 16,2-2-3-16,-3 2-20 0,0 2-55 0,1-2-28 16,-3 2-45-16,-2 0-99 0,-7-2-182 0,0 0 81 15</inkml:trace>
  <inkml:trace contextRef="#ctx0" brushRef="#br0" timeOffset="87626.72">16569 8154 174 0,'7'-7'178'15,"2"-2"-15"-15,1 3-11 0,6-6-7 0,-4 7-5 0,5-3-11 16,0 2-8-16,2 1-8 0,-5 4-8 0,4 1-9 15,-5 2-3-15,-1 4-13 0,4 2-9 16,-7-1-6-16,3 8-6 0,-1-2-3 0,-4 1-5 16,-1 3-3-16,-4 2 1 0,-2 0-6 0,-4 1 1 0,-2 3-9 15,-3 2 1-15,-3-2-2 0,1-1-5 16,-2 0-5-16,3-8 0 0,-3 0 0 0,-1-2 0 16,3-1-1-16,-1-2 4 0,-2 0-2 0,1 1 5 15,3-6-4-15,0 1 8 0,-1 0 3 0,1-2 1 0,3 2 11 16,1-2 1-16,6-3 4 0,-10 3-2 15,10-3-6-15,-7 1-2 0,7-1-6 0,0 0-4 0,-8 2-3 16,8-2-3-16,0 0-8 0,0 0 1 0,0 0-5 16,0 0 0-16,0 0-4 0,27-2-4 0,-13-1-13 15,-1 2-22-15,3 1-28 0,2 0-29 0,1 0-26 16,-1 3-32-16,1-2-37 0,-1 2-39 0,0 3-173 16,0 1-423-16,-1 0 186 0</inkml:trace>
  <inkml:trace contextRef="#ctx0" brushRef="#br0" timeOffset="88057.05">16690 8967 112 0,'-12'2'172'0,"5"0"-14"15,7-2-24-15,-12 6-4 0,10-5 4 0,2-1-2 16,0 0-7-16,0 0-2 0,23 12-5 0,-1-6-4 16,9-5-5-16,8-1-8 0,22-1-1 0,5-5-8 15,30-3-6-15,2-1-8 0,-4 0-8 0,1-1-8 16,1 0 1-16,4 0 1 0,-4 2-1 0,4-4 2 15,6 1 0-15,-1 0-9 0,-7 4-3 0,-1-3-4 16,-7 3-3-16,-30 6-5 0,0-4 2 0,-4 4-3 16,-3-2 2-16,-13 2-7 0,-1 2-1 0,-3 0-5 0,-6-2 0 15,-2 2-6-15,-11 2 1 0,-4-2-6 16,-2 0 3-16,1 0-1 0,-4 0-3 0,-8 0 0 0,12 0 3 16,-12 0-2-16,10-2-1 0,-10 2-3 0,0 0 0 15,0 0-6-15,0 0-8 0,0 0-14 0,0 0-22 16,-30 8-35-16,11-5-37 0,-2 3-32 0,-4 0-35 15,-4 1-43-15,0 3-188 0,-2-2-441 0,-2-1 195 16</inkml:trace>
  <inkml:trace contextRef="#ctx0" brushRef="#br0" timeOffset="88397.8">17175 9245 52 0,'0'0'228'0,"0"0"-14"15,-3-4-11-15,3 4-15 0,0 0-13 0,0 0-11 16,0 0-12-16,0 0-6 0,0 0-4 0,15-9-10 0,-1 6-8 16,3 1-1-16,3 0-18 0,7-1-10 15,2 0-8-15,-2-1-6 0,4 2-10 0,-4-1-9 16,-4-1-14-16,-4 4-19 0,0-2-29 0,0 4-30 16,-2-2-31-16,-4 0-40 0,-3 3-24 0,3-3-23 0,-4 2-34 15,-4 1-147-15,-5-3-357 0,5 5 157 0</inkml:trace>
  <inkml:trace contextRef="#ctx0" brushRef="#br0" timeOffset="88785.87">17357 9256 61 0,'0'0'161'0,"0"0"-4"0,0 0 3 0,-5 8-1 0,5-8-7 15,1 13-6-15,2-4-3 0,-1 2 0 0,0 2-6 16,0 3-5-16,1 3-7 0,-2 0-11 0,2 7-7 15,-1-3-8-15,-2-4-13 0,0 2-3 0,1-3-7 16,1 0-6-16,-4 0-10 0,4-3-7 0,-2-1-2 16,1-3-4-16,-1 0-5 0,-1-1-5 0,1-3 0 15,0-7-3-15,0 13-5 0,0-13-3 0,-2 9-1 16,2-9-3-16,-1 8 0 0,1-8 0 0,0 0-4 16,-1 9 3-16,1-9-6 0,0 0-2 0,-7 3 1 15,7-3 0-15,-10 1-5 0,10-1 3 0,-11-2-4 16,11 2-1-16,-13-3-2 0,4 0-1 0,3 0-2 15,6 3 1-15,-13-4 6 0,8 1-5 0,5 3-4 16,-10-3 5-16,10 3-3 0,-8-3-3 0,8 3 2 16,0 0 0-16,-7-2-3 0,7 2-1 0,0 0 2 15,0 0-1-15,0 0 0 0,0 0 1 0,0 0 1 16,0 0-1-16,0 0-1 0,35-2 2 0,-17 2-5 16,-2-2-13-16,4 4-24 0,-2-5-20 0,2 2-33 15,0 1-25-15,-3-1-42 0,2-2-22 0,-2 3-28 16,-3-1-133-16,3 0-374 0,0-1 165 0</inkml:trace>
  <inkml:trace contextRef="#ctx0" brushRef="#br0" timeOffset="89281.84">17760 9517 165 0,'0'0'215'0,"-2"-9"-4"0,2 9-2 0,0 0-8 16,-10-9-9-16,8 4-3 0,2 5-11 0,-9-2-12 15,9 2-14-15,-8-2-6 0,8 2-18 16,-13 1-10-16,13-1-11 0,-17 8-9 0,9-4-14 0,-1 3-5 16,-2 1-7-16,4 1-6 0,-3 0-9 0,3 0 3 15,-1 1-11-15,2 0-3 0,0 0-6 0,2 1-3 16,0-1-6-16,2-1-2 0,-1-1-4 16,0-2 0-16,2 1-3 0,1-7 2 0,0 11-5 0,0-11-2 15,4 8-1-15,-4-8 1 0,5 7-1 0,2-6-6 16,-7-1 5-16,12 0-2 0,-3 2-1 15,-9-2 10-15,13-2-11 0,-5 0-3 0,-2-3-3 16,0-1 2-16,2-1 8 0,-2 0-14 0,1-3 7 0,-1 1-4 16,-2-1-2-16,1-2 3 0,0 0 0 0,0-3 0 15,-5-2-2-15,2-1 2 0,-4 2-2 0,2-2 3 16,-3 0 2-16,3 1 0 0,-4-1 11 0,1 4 5 16,1 1-1-16,0 1 0 0,1 3 0 0,-1 2 3 15,2 7-2-15,-2-12-2 0,2 12-3 0,-1-10 2 16,1 10-10-16,0 0-3 0,0 0-1 0,0 0 3 15,0 0-2-15,0 0 0 0,10 31 6 0,-7-20-4 16,1 3 1-16,2 3 9 0,-2 0-8 0,0 1-7 16,-2-1 9-16,-1-5-6 0,3 0-4 0,-1 5 7 15,0-5-3-15,-1 3 2 0,-1-2-5 0,2-1-2 16,-1-2-10-16,1 0-21 0,-2 0-27 0,0 0-25 16,1-1-29-16,-1 1-28 0,2-4-26 0,-1 2-25 15,1-4-24-15,-3-4-24 0,5 8-17 0,-3-3-152 16,-2-5-439-16,12 4 194 0</inkml:trace>
  <inkml:trace contextRef="#ctx0" brushRef="#br0" timeOffset="89511.06">18064 9458 30 0,'1'-7'240'0,"0"2"-13"16,-1 5-14-16,0 0-11 0,-7-13-12 0,7 13-9 0,-9-1-3 15,9 1-7-15,-16 5-2 0,6 1-4 0,1 0-14 16,0 3-11-16,-3 1-5 0,1 3-11 15,1-2-13-15,-1 3-10 0,3-1-8 0,3-1-11 16,-2 2-8-16,5-3-5 0,-2 1-5 0,3-2-9 0,2 0-4 16,3-1-4-16,0 1-6 0,2-2-6 0,2-2-14 15,3-1-26-15,2-2-36 0,4 1-33 16,3-2-32-16,2-4-43 0,8-2-37 0,0-3-43 16,-1 1-200-16,2-1-464 0,-3-5 206 0</inkml:trace>
  <inkml:trace contextRef="#ctx0" brushRef="#br0" timeOffset="90341.3">19371 8704 28 0,'0'0'177'15,"0"0"-5"-15,0 0-7 0,0 0-6 0,0 0-4 0,0 0-7 16,0 0-3-16,0 0-10 0,0 0-4 0,0 0-3 16,0 0-10-16,0 0-2 0,0 0-3 0,0 0-6 15,0 0-4-15,0 0-3 0,0 0-7 0,0 0-4 16,0 0-7-16,-27 5-4 0,27-5 1 0,0 0-8 15,0 0 2-15,0 0-14 0,0 0-2 0,0 0-2 16,0 0-9-16,0 0 0 0,0 0-8 0,0 0 0 16,0 0-8-16,-7 2 3 0,7-2-4 0,0 0-4 15,0 0-2-15,0 0-1 0,0 0 0 0,0 0 4 16,0 0-5-16,0 0 5 0,0 0-5 0,0 0 6 16,0 0-8-16,0 0 10 0,0 0-7 0,0 0 4 15,0 0-10-15,0 0-2 0,0 0-2 0,0 0 2 16,0 0-5-16,0 0 2 0,0 0 0 0,0 0 1 15,0 0-3-15,0 0-1 0,0 0 0 0,0 0 1 16,0 0 0-16,0 0 3 0,0 0 0 0,0 0-3 16,0 0 0-16,0 0 1 0,0 0 5 0,0 0 7 15,0 0-10-15,0 0-1 0,0 0-3 0,0 0-2 16,0 0-1-16,0 0 14 0,0 0-17 0,0 0 3 16,0 0-1-16,0 0-1 0,0 0 1 0,24 8 2 0,-13-5-1 15,1-3-2-15,7 1 4 0,0-1-6 0,1 0 2 16,-1 0 3-16,1-1-3 0,-2 1-2 15,2 0 6-15,-3 0 0 0,2 0-3 0,-1-1 4 16,-5-1-2-16,-2 1 1 0,2 2-1 0,-3-2-2 0,-10 1 7 16,16 0-5-16,-11-1 1 0,-5 1 0 0,0 0 3 15,13 0 7-15,-13 0 10 0,6 1-5 0,-6-1-1 16,0 0-1-16,0 0 2 0,0 0 2 16,10 0 1-16,-10 0 3 0,0 0-7 0,0 0-1 0,0 0 3 15,0 0-9-15,0 0-3 0,0 0 0 0,9 0 2 16,-9 0-8-16,0 0 7 0,0 0-6 0,0 0 3 15,0 0-32-15,0 0-6 0,0 0-22 0,0 0-30 16,0 0-34-16,4 7-35 0,-4-7-34 0,0 0-39 16,0 10-37-16,0-10-41 0,0 0-178 0,-1 11-520 15,1-11 231-15</inkml:trace>
  <inkml:trace contextRef="#ctx0" brushRef="#br0" timeOffset="93694.39">20429 8331 36 0,'0'0'130'0,"0"0"-9"0,-3-6-11 15,3 6-6-15,0 0-6 0,0 0 3 0,0 0-7 16,0 0-4-16,0 0-5 0,0 0-3 0,0 0-8 16,0 0-2-16,0 0 0 0,0 0-7 0,0 0-3 15,0 0-5-15,0 0 1 0,-4 20-3 0,4-20-5 16,0 0-5-16,0 0 1 0,0 0-2 0,0 0 0 0,0 0-4 15,0 0-2-15,0 0 4 0,0 0-1 16,0 0-1-16,0 0-3 0,0 0 2 0,0 0-3 16,0 0-2-16,0 0 0 0,0 0-1 0,0 0-1 0,0 0-1 15,0 0 3-15,0 0-6 0,0 0 3 0,0 0 2 16,0 0-3-16,0 0-2 0,0 0-3 0,0 0-3 16,0 0-3-16,0 0-2 0,0 0 0 15,0 0-3-15,0 0 1 0,0 0-4 0,0 0 0 0,0 0 2 16,0 0-4-16,0 0 0 0,0 0-3 0,0 0 0 15,0 0 3-15,0 0-2 0,0 0 0 0,0 0 1 16,0 0-1-16,0 0-4 0,0 0 0 0,0 0 2 16,0 0-3-16,0 0 4 0,0 0-1 0,0 0 6 15,0 0-4-15,0 0 2 0,0 0 0 0,0 0 2 16,0 0-1-16,0 0-2 0,0 0 1 16,0 0-2-16,0 0-1 0,0 0-8 0,0 0 1 0,0 0 1 15,0 0 0-15,0 0-3 0,-2-22 2 0,2 22 2 16,0 0 1-16,0 0-2 0,-1-8 2 0,1 8-1 15,0 0 8-15,0 0-6 0,0 0 0 0,1-12 2 16,-1 12 4-16,0 0-3 0,0 0 2 0,0 0 5 16,2-8-1-16,-2 8-1 0,0 0 0 0,0 0 0 15,0 0 1-15,0 0-4 0,0 0-2 0,0 0-1 16,0 0 4-16,0 0-5 0,0 0 1 0,0 0-4 16,0 0-3-16,0 0 0 0,0 0 2 0,0 0-3 15,0 0 4-15,0 0-3 0,0 0 1 0,0 0-4 16,2 27 8-16,1-18-3 0,-2 2 1 0,3 5 1 15,-4 1 2-15,4-2 0 0,-2-2 3 0,-2 2-1 16,3 3-1-16,-2 0 4 0,2 1 1 0,-3-2 0 0,1-3-2 16,0 1 6-16,-2 3-2 0,1-2-1 0,-1-1 1 15,1-2-5-15,-2-1 6 0,2-1-6 16,-1-1 3-16,2-1-3 0,-2-1 2 0,2 2-3 0,-2-2-1 16,2-1 2-16,-1-7 0 0,0 12-2 0,2-7-1 15,-2-5-3-15,0 12-7 0,0-12-15 0,1 7-12 16,-1-7-19-16,1 8-20 0,-1-8-24 15,0 0-23-15,0 7-20 0,0-7-15 0,0 0-19 0,0 0-23 16,0 0-151-16,-6 6-376 0,6-6 167 0</inkml:trace>
  <inkml:trace contextRef="#ctx0" brushRef="#br0" timeOffset="94031.19">20461 8291 39 0,'10'-9'153'0,"1"1"-5"16,-2 1-4-16,2 3-15 0,-2 0-2 0,-1 3-14 16,1 0-14-16,-9 1-7 0,14 6 1 0,-6-4-10 15,-3 4-6-15,1-2-6 0,0 3-2 0,-3-1-15 16,1 3 3-16,-4 1 9 0,-3 0-6 0,-1 2-7 16,-2 4-4-16,-2-5-4 0,1 4-5 0,-4-1 0 15,-1-2-6-15,0 1-4 0,-1-2-2 0,3-1-4 16,1-3-2-16,0 1 1 0,-1 0-6 0,5-3-3 15,0-1 7-15,0 0-4 0,5-4-5 0,-8 4-1 16,8-4 3-16,-6 3 0 0,6-3-4 0,0 0-1 16,-7 4-5-16,7-4 1 0,0 0-3 0,0 0-1 15,0 0 2-15,13 9 2 0,-7-6-3 0,3 0-2 16,2 1 3-16,0 2 0 0,5 1 3 0,-1 2-3 16,1-1 0-16,1 0-9 0,-3 0-23 0,3-1-34 15,-3 3-22-15,2-2-21 0,0-2-40 0,2 2-155 16,-8-3-327-16,4-1 145 0</inkml:trace>
  <inkml:trace contextRef="#ctx0" brushRef="#br0" timeOffset="94350.04">20989 8381 20 0,'-5'-8'251'0,"3"2"-13"0,-2 0-15 0,4 6-13 16,-9-6-13-16,3 2-12 0,6 4-16 0,-12 0-8 16,12 0-11-16,-12 7-13 0,5-2-9 0,-1 5-12 15,2 0-8-15,-2 8-11 0,3 0-4 0,-2 8-7 16,1-2-7-16,4 0-6 0,-2 2-4 16,1 1-10-16,1-2-1 0,2 1-5 0,-2-1 0 0,1 0-6 15,1-1-2-15,0-3-5 0,0-4-1 0,1 3-5 16,1-2-3-16,-1-2-3 0,0 0-3 0,-1-4-2 15,1 0-1-15,1-1-4 0,-1 0-2 16,-1 0-16-16,1-1-25 0,-1-2-23 0,0-1-24 0,0-7-24 16,-1 14-32-16,0-7-18 0,1-7-42 0,-4 8-27 15,1-4-196-15,3-4-444 0,-8 3 196 0</inkml:trace>
  <inkml:trace contextRef="#ctx0" brushRef="#br0" timeOffset="94520.09">20795 8699 153 0,'1'-7'208'0,"-1"7"-14"0,10-5-5 0,-3 3-8 15,0 0-13-15,4-1-14 0,3 0-9 0,-1-3-16 16,4 4-13-16,3-2-11 0,8 0-11 0,-7 1-33 16,8 0-47-16,-8 0-45 0,9-3-51 0,-2 2-61 0,-9 1-134 15,3 1-298-15,-6-3 132 0</inkml:trace>
  <inkml:trace contextRef="#ctx0" brushRef="#br0" timeOffset="94656.69">21203 8635 152 0,'0'0'163'0,"0"0"-11"0,0 0-39 0,0 0-35 15,0 0-39-15,-11-22-41 0,11 22-23 0,0 0-87 0,0 0-121 16,0 0 54-16</inkml:trace>
  <inkml:trace contextRef="#ctx0" brushRef="#br0" timeOffset="105493.4">11756 10758 87 0,'-6'-11'197'15,"-2"3"-19"-15,4 1-17 0,-2 1-7 0,0 0-2 16,3 1-10-16,-4 0-2 0,7 5-3 0,-5-9-6 15,1 5-3-15,4 4-13 0,0 0-7 0,-5-7-10 16,5 7-10-16,0 0-8 0,-2-6-11 0,2 6-8 16,0 0-4-16,0 0-9 0,0 0-4 0,0 0-4 15,0 0-3-15,0 0-1 0,14 24-2 0,-7-14-5 0,0 0-1 16,1 1-5-16,3 4 2 0,-2-2-2 16,4 0 4-16,-3 4-5 0,1-3-10 0,-2 4-1 0,0-2 2 15,1-1-4-15,-2 0 0 0,0 0 0 16,2 0-1-16,-5-5-1 0,2 2 0 0,-4-2-3 0,4-1 3 15,-3 0-1-15,1 1 0 0,2-2-4 0,-4 2 1 16,-1-4 0-16,4-1 1 0,-4 1-1 16,-2-6 2-16,4 7-2 0,-1-3 1 0,-3-4 0 0,0 0 2 15,5 6 2-15,-5-6 2 0,0 0-1 0,0 0-2 16,0 0-2-16,13-18 3 0,-8 5-2 0,1-1-1 16,2-3-1-16,0-1 2 0,-1-6-3 0,1-3 0 15,0 1-4-15,0-1 5 0,-3-2-1 0,2 3-2 16,0 1 0-16,-3-2-1 0,1 9 7 0,-1-1-4 15,-2 2-3-15,-1 5 0 0,1 1-2 0,0 1 4 16,0 4-3-16,-2 0-3 0,0 6-18 0,2-9-20 16,-2 9-15-16,0 0-8 0,2-5 3 0,-2 5-19 15,0 0-15-15,0 0-26 0,8 26-19 0,-6-15-26 16,2 6-15-16,-4 2-134 0,3 0-342 0,-1-2 152 16</inkml:trace>
  <inkml:trace contextRef="#ctx0" brushRef="#br0" timeOffset="106013.42">12331 10941 170 0,'-9'-15'179'16,"9"15"-12"-16,-11-6-8 0,5 3-3 0,-6 0-5 15,3 2-10-15,0-2-7 0,-3 3-11 0,2 0-6 16,1 2-11-16,-3 0-6 0,1 1-11 0,2 2-6 15,0 0-10-15,-2 3-4 0,2 2-6 0,0-1-4 16,0 5-11-16,1-4-1 0,3 2-5 0,-4 2-4 16,4 1-4-16,1-4-10 0,3 2 5 0,1 0-1 15,0-2-3-15,1-1-4 0,3 0-2 0,1 0 1 0,2-2-3 16,0 0 0-16,3-4-3 0,-3 0 4 0,4-1-2 16,-1-1-5-16,0-2 3 0,2 0-3 15,-1-3-1-15,0 1 3 0,-1-2-8 0,0-2 7 16,-1-2-2-16,-1-1 5 0,-2-2 1 0,5-1 0 0,-5-4 1 15,2 0-2-15,-3-3 3 0,-1 0 1 0,-2 1 1 16,-2-1 0-16,2 0 2 0,-2-8-4 16,0 2 2-16,-2 4-4 0,2 2 1 0,-2-8 7 15,2 10 0-15,-2-1-3 0,-1 0 0 0,1 1 0 16,2 5 3-16,0 3 1 0,-4-1 3 0,4 3 3 0,0 7-8 16,-5-11-2-16,5 11-8 0,-1-7 9 15,1 7 0-15,0 0-13 0,0 0 0 0,0 0-4 0,0 0-2 16,10 25 5-16,-6-10-1 0,-1 3 3 0,1-1-4 15,0 2 2-15,-2 5-2 0,-1-3-1 0,0-2 1 16,4 6 1-16,-2-5-5 0,-3 4 3 0,3-6-3 16,-2-1 3-16,0 0 1 0,3-2-3 0,-4 2 1 15,2-5-10-15,0 1-21 0,-2-2-24 0,0 1-36 16,1 0-29-16,0-3-22 0,1 1-27 0,3-3-27 16,-3-1-18-16,1 0-18 0,2-2-131 0,-5-4-386 15,9 3 170-15</inkml:trace>
  <inkml:trace contextRef="#ctx0" brushRef="#br0" timeOffset="106243.61">12738 10801 160 0,'0'0'189'0,"0"0"-8"16,-2-11-1-16,2 11-17 0,-10 0 5 0,10 0-9 15,-17 7-1-15,5 0-5 0,-1 3-3 0,-3 2-9 16,5-1-10-16,-2 5-7 0,-1-2-8 0,3 2-11 15,-1-2-8-15,6 3-14 0,-1-2-9 0,1 2-3 16,1-4-6-16,5-1-9 0,0-1-4 0,1-2-6 16,1 1-7-16,2 3-17 0,5-5-24 0,-1-2-30 15,9 2-28-15,0-2-35 0,1-3-32 0,5-3-47 16,8-2-18-16,-4 1-176 0,-7-2-396 0,9-6 175 16</inkml:trace>
  <inkml:trace contextRef="#ctx0" brushRef="#br0" timeOffset="106404.78">13216 10823 7 0,'7'-1'182'0,"0"-2"-17"0,0 1-14 16,-7 2-10-16,17-4-16 0,-7 1-17 0,-4 2-27 16,-6 1-23-16,0 0-37 0,23-2-33 0,-23 2-18 15,15 0-24-15,-8 0-22 0,2 2-69 0,-9-2-157 16,0 0 71-16</inkml:trace>
  <inkml:trace contextRef="#ctx0" brushRef="#br0" timeOffset="106524.84">13306 10881 84 0,'0'0'135'0,"-4"7"-6"0,4-7-7 15,0 0-2-15,-5 8-8 0,5-8-11 0,0 5 0 16,0-5 3-16,0 0-8 0,0 0-8 0,9 6-11 0,-9-6-6 16,11 1-2-16,1-1-25 0,-12 0-52 15,27 0-56-15,-14-1-167 0,-2-1-249 0,9-2 111 16</inkml:trace>
  <inkml:trace contextRef="#ctx0" brushRef="#br0" timeOffset="106927.69">14530 10532 66 0,'0'0'180'0,"-10"-4"-13"0,10 4-17 0,0 0-14 16,0 0-13-16,0 0 2 0,0 0-14 0,0 0-7 16,0 0-3-16,26-2-16 0,-6 2-9 0,3-2-8 15,6 0-9-15,2-1-26 0,1 0-24 0,-3 1-31 0,2-2-32 16,-4 1-22-16,-7 1-25 0,1 0-30 15,-10-1-71-15,2 2-219 0,-3-1 98 0</inkml:trace>
  <inkml:trace contextRef="#ctx0" brushRef="#br0" timeOffset="107289.98">14726 10533 18 0,'0'9'149'0,"1"1"-10"0,-1 6 6 0,1 1-7 0,3 1-2 15,-4 1-5-15,2 5-4 0,1 3-10 0,0-1 3 16,-2-7-4-16,0 5-12 0,0-5-6 0,2 0-6 16,0-2-6-16,-2 0-7 0,1-1-10 15,-2 1-4-15,3-5-7 0,-3 1-7 0,2 0-4 0,0-3-4 16,-2-1-3-16,0-3-4 0,0 2-2 0,0-8-2 16,0 11-4-16,0-11-1 0,-4 10-2 0,1-4-2 15,3-6-3-15,-10 5-3 0,5-2 0 0,-6-2-1 16,2-1-5-16,9 0 2 0,-19-3-2 0,7 2 0 15,-1-1-4-15,3 0 2 0,-1-1-3 0,5 3 5 16,-2-4-2-16,8 4 2 0,-13-3-4 0,13 3 6 16,-7-3 0-16,7 3-5 0,0 0-1 0,-9-1 2 15,9 1-2-15,0 0-1 0,0 0 0 0,0 0 3 16,0 0-6-16,22 11 0 0,-11-9 5 0,7-1-3 16,3-1-4-16,-1 2-12 0,9-1-23 0,-2 0-26 15,2-2-33-15,-1 0-19 0,-8-1-26 0,7 1-31 16,1-1-17-16,-6 2-122 0,-2-2-332 0,2 0 147 15</inkml:trace>
  <inkml:trace contextRef="#ctx0" brushRef="#br0" timeOffset="107723.86">15159 10871 142 0,'-4'-11'176'0,"2"6"7"0,2 5-2 15,-7-6 1-15,3 2-6 0,4 4-10 0,-8-5-11 16,8 5-13-16,-11 0-9 0,11 0-12 0,-11 3-11 15,3 1-6-15,2 0-9 0,-2 3-3 0,-1 2-10 16,0 0-6-16,1 1-8 0,0-1-12 0,2 3 1 16,1-4-9-16,0 3-3 0,4 0-8 0,0 0 2 15,-1-4-6-15,2 0-3 0,0-7-3 0,4 13-2 16,-2-7-1-16,5-2 0 0,-2 0-4 0,3-2-4 16,-3-1 2-16,-5-1-1 0,20-2-1 0,-13 1 1 15,3-3-4-15,3 0 2 0,-4-2-4 0,-4-2 1 16,2-1-1-16,1-1-3 0,-1-1-1 0,-2 0 0 0,-2-5 0 15,0-1-2-15,2-1-1 0,-4-2-1 0,-1 5 2 16,0-4-1-16,-1-6-1 0,-4 6 1 0,5-2-3 16,-5 4 3-16,5-1-4 0,-3 2 3 15,1 3 2-15,1 3 2 0,-4 1 4 0,3 0-1 0,2 1-3 16,0 8 7-16,-1-10-3 0,1 10-5 0,-3-5-3 16,3 5 0-16,0 0 0 0,0 0 2 0,0 0 3 15,0 0 6-15,4 32 4 0,-4-15 1 16,2-2-2-16,1 2-1 0,-1 3-2 0,-1-3-1 0,1 2-3 15,1 0 1-15,-1-2 3 0,1 2-4 0,-2 0-3 16,3-3-14-16,0 1-29 0,-2-1-32 0,2 1-38 16,-1-2-31-16,1 0-29 0,1-4-36 0,0-1-28 15,-1 2-164-15,0-6-428 0,1 1 190 0</inkml:trace>
  <inkml:trace contextRef="#ctx0" brushRef="#br0" timeOffset="107957.51">15519 10782 64 0,'0'0'225'15,"-5"-11"-12"-15,5 11-9 0,-13-3-3 0,6 4-4 16,7-1-2-16,-23 8-11 0,10-2-7 0,-2 5-12 16,1 0-15-16,-2 1-11 0,3 3-12 0,3-1-12 15,-1 0-10-15,2 1-13 0,1 0-7 0,3-5-9 16,1 2-6-16,0-1-6 0,4-1-6 0,4 0-11 0,0 0-15 15,1-1-16-15,3-3-29 0,1 3-33 16,2-4-41-16,5 0-58 0,4-1-28 0,2-4-48 16,-2 1-165-16,8-1-419 0,-1-3 186 0</inkml:trace>
  <inkml:trace contextRef="#ctx0" brushRef="#br0" timeOffset="108189.05">15867 10637 244 0,'0'0'257'0,"1"-8"-23"0,-1 8-21 0,0 0-17 15,4-3-14-15,-4 3-1 0,0 0-10 16,0 0-7-16,13 11-4 0,-9-5-14 0,1 2-11 0,1 0-11 16,2 2-14-16,1 0-1 0,-3 0-17 0,4 2-9 15,2 0-7-15,-3-3-10 0,4 1-13 0,-5-3-23 16,3 1-33-16,-1 1-34 0,0-3-41 15,-1 0-37-15,0 1-52 0,1-2-22 0,-2 1-38 0,-4 0-142 16,0-4-399-16,-4-2 177 0</inkml:trace>
  <inkml:trace contextRef="#ctx0" brushRef="#br0" timeOffset="108383.9">16034 10629 206 0,'0'0'244'0,"-6"-6"-12"0,6 6-18 15,-6-4-13-15,6 4-1 0,0 0-10 0,-18 10-7 16,8-2-4-16,-2 1-17 0,-1 5-13 0,0 1-13 16,2 1-15-16,-2 0-10 0,2-2-10 0,0 4-8 15,-3 2-14-15,4-4-11 0,2 1-29 0,1-2-30 16,0 0-40-16,1-1-48 0,2 2-46 0,1-6-48 16,1 2-50-16,1-4-158 0,1 1-413 0,2-4 182 15</inkml:trace>
  <inkml:trace contextRef="#ctx0" brushRef="#br0" timeOffset="108655.66">16406 10510 208 0,'1'-10'311'15,"-1"10"-18"-15,0-10-20 0,0 10-27 0,0-9-19 16,0 9-26-16,0 0-10 0,0 0-1 0,0 0-8 15,0 0-13-15,-5 26-14 0,4-10-6 0,1 1-10 16,-2 2-13-16,2 0-17 0,-2 2-12 0,2 4-4 16,0-7-8-16,0 5-15 0,0-3-8 0,2-2-1 15,-2 0-5-15,2 3-2 0,-1-5-4 0,1 1-10 16,0-2-17-16,-2-2-26 0,3-2-24 0,-2-1-29 16,2 1-27-16,-3-3-33 0,0 1-31 0,0-9-28 15,0 13-37-15,1-7-16 0,-1-6-30 0,0 0-169 0,0 0-460 16,-4 6 204-16</inkml:trace>
  <inkml:trace contextRef="#ctx0" brushRef="#br0" timeOffset="108947.85">16491 10458 2 0,'5'-6'206'0,"-3"3"-17"0,-2 3-12 0,7-7 0 0,-7 7-5 16,10-2-6-16,-10 2-1 0,0 0-3 0,14 12-2 15,-12-6-12-15,2 0-12 0,-1 5-12 0,-1-1-16 16,1 1-10-16,-2 4-8 0,-2-3 0 0,-2-2-7 16,2 3-6-16,-3-2-7 0,2-1-7 0,-2-1-4 15,0 1-5-15,-1-1 2 0,3-3-13 0,-2 1-4 16,1-1-3-16,0 3-4 0,2-3-3 0,1-6-1 16,-4 10-4-16,4-10-4 0,0 7 0 15,0-7 1-15,0 0-6 0,5 14-1 0,1-10 3 0,-1 0-4 16,4-3-2-16,1 2-18 0,-1 0-17 0,5 0-35 15,-1 1-34-15,1-2-33 0,-2-1-31 0,6-1-26 16,-5 0-21-16,0 0-187 0,1-1-422 0,-2 1 187 16</inkml:trace>
  <inkml:trace contextRef="#ctx0" brushRef="#br0" timeOffset="109210.84">16837 10627 38 0,'0'0'191'0,"8"-7"2"0,-6 2 1 0,-2 5 6 16,4-5-2-16,-4 5-5 0,5-3-10 0,-5 3-11 15,0 0-18-15,0 0-16 0,0 0-5 0,0 0 13 16,0 0-4-16,0 0-2 0,4 20 9 0,-5-8-14 16,-2 2-4-16,-2 1-8 0,-1 2-6 0,2-1-6 15,1 1-12-15,-2 1-3 0,0 0-4 0,3-1-2 16,-4-1-11-16,6 1-4 0,-1-4-6 0,1-2-8 16,0 1-7-16,1-1 1 0,2 0-6 0,-2-1-5 15,3-1-5-15,1 0 3 0,0-2-8 0,3 3-4 16,1-7-2-16,3 1-2 0,1 0-8 0,8-3-14 15,-2-1-39-15,1-1-25 0,1-2-34 0,7 0-38 16,-10-2-37-16,2 1-45 0,1-2-28 0,-2-3-41 16,0 3-223-16,-1-1-549 0,0-1 243 0</inkml:trace>
  <inkml:trace contextRef="#ctx0" brushRef="#br0" timeOffset="109458.88">17937 10605 1 0,'-10'-12'303'0,"10"12"-10"0,0 0-9 0,-5-6-11 16,5 6-14-16,0 0-24 0,0 0-10 0,0 0-20 15,-4-8-21-15,4 8-19 0,0 0-16 0,0 0-15 16,0 0-12-16,12-4-15 0,-12 4-12 0,15-3-16 15,-7 2-27-15,2-1-34 0,1 0-37 0,0 0-45 16,-2 1-55-16,-1-1-41 0,3 2-48 0,-4 0-37 16,-7 0-150-16,11-2-428 0,-11 2 190 0</inkml:trace>
  <inkml:trace contextRef="#ctx0" brushRef="#br0" timeOffset="109631.26">17930 10665 19 0,'-6'3'220'0,"6"-3"2"15,-9 4-5-15,9-4-9 0,-5 3-2 0,5-3-11 16,-6 4-12-16,6-4-13 0,0 0-15 0,0 0 1 16,0 0-19-16,1 10-10 0,-1-10-16 0,12 3-8 15,-5-1-11-15,0 0-23 0,6-2-28 0,-2 1-44 16,1 1-46-16,0-1-56 0,1-1-48 0,1 0-49 16,-3-1-152-16,1-1-382 0,1-1 169 0</inkml:trace>
  <inkml:trace contextRef="#ctx0" brushRef="#br0" timeOffset="112206.92">19140 10454 19 0,'0'0'158'0,"0"0"-13"16,0 0-9-16,0 0-7 0,0 0-20 0,0 0-6 0,0 0-14 15,0 0 2-15,20-8-6 0,-7 6-15 0,5 0-1 16,2-1-10-16,7-3 7 0,3 3-18 15,-2 0-16-15,-3 1-22 0,-3-2-18 0,5 2-18 0,-8 1-21 16,-1-3-26-16,-4 3-17 0,-1 1-17 0,-3-2-72 16,-1 2-191-16,-9 0 84 0</inkml:trace>
  <inkml:trace contextRef="#ctx0" brushRef="#br0" timeOffset="112595.26">19382 10410 132 0,'0'0'145'0,"0"0"-14"0,0 0-15 0,0 0 10 16,-8 4 3-16,8-4 9 0,-2 8-16 0,1-1-3 16,-1 4 3-16,-1 1 7 0,2 3-1 0,-2 3-5 15,1 2-8-15,-1-1-10 0,-1 6-7 0,1-2-5 16,0 4-8-16,-1-2-4 0,4-6-11 0,-4 5-5 16,4-5-4-16,0-1-5 0,0 0-1 0,-1-1-9 15,1 0-5-15,0-1-5 0,0-5-2 0,-1 3-7 16,-1-4-2-16,2-3 0 0,0 1-2 0,0-8-5 15,-2 13 0-15,2-8-2 0,0-5-6 0,0 0 2 16,-3 11-13-16,3-11-1 0,0 0-4 0,-10 2 0 0,10-2-8 16,-11-2 4-16,11 2-2 0,-13-6 5 15,6 1-2-15,0-2 1 0,-1 0 1 0,3 4 1 16,-1-1-1-16,1-1 0 0,5 5 2 0,-9-7 2 16,9 7-5-16,-7-3-1 0,7 3 1 0,0 0 2 15,0 0 1-15,0 0 0 0,0 0 1 0,0 0 1 16,0 0 0-16,0 0 2 0,28 3-1 0,-18-3 0 0,11 0-3 15,-4 0-2-15,3 0-16 0,3 0-24 0,5 0-21 16,-1 0-22-16,1-3-20 0,-1 2-15 16,1-2-24-16,-6 0-8 0,-1 2-7 0,6-1-10 15,-5 0-91-15,0 0-288 0,-4-1 128 0</inkml:trace>
  <inkml:trace contextRef="#ctx0" brushRef="#br0" timeOffset="113021.64">19762 10758 92 0,'7'-4'130'0,"-7"4"-1"0,0 0-2 16,3-4 3-16,-3 4 7 0,0 0-3 0,0 0-3 15,0 0 5-15,-10-13 5 0,10 13-6 0,-10-1-3 16,10 1 0-16,-11-1-6 0,11 1-4 0,-16 2-8 16,9 0-6-16,-4 3 0 0,2 2-13 15,-5 3-5-15,1 1-6 0,0 0-4 0,1 2-13 0,2 0-3 16,-2 0-6-16,3 0-3 0,4-2-1 0,1-2-11 16,-1 1-4-16,4 0-8 0,2 0 0 0,-1-4-1 15,5 3-1-15,-2-2-5 0,1-2 0 0,5 1-5 16,-3-4 1-16,5 2-2 0,0-2-1 0,-1-2-4 15,1 0 0-15,0-3-1 0,0 0 2 0,-1 0-4 16,-2 0-3-16,1-4 1 0,-1 1 0 0,-2-2-3 16,1-2 0-16,-4-1 0 0,1 1-2 0,1-6 2 15,-3 0-3-15,1 0 0 0,0-1 9 0,-4-2-6 16,1-1-5-16,-2-3 0 0,1 3 2 0,-1 2-1 16,0 2-1-16,2-3 0 0,-1 6 5 0,-1 1-3 15,2 2 7-15,0 0 3 0,-3 3 8 0,3 7 4 16,-1-11-6-16,1 11-1 0,-2-6-5 0,2 6-3 15,0 0-1-15,0 0 2 0,0 0 3 0,0 0 0 16,0 0 4-16,2 33-5 0,-1-16 3 0,-1 2-2 16,-1-2 6-16,1 3-2 0,0-2-6 0,0 1 12 0,-2-1-12 15,2 3-4-15,2-2 1 0,-1-2 4 0,0 1-18 16,1-5-22-16,1 2-26 0,2-3-32 0,-1 2-35 16,1-3-31-16,0 0-30 0,3-3-36 15,2 1-29-15,1-4-188 0,-2 0-472 0,3-2 209 0</inkml:trace>
  <inkml:trace contextRef="#ctx0" brushRef="#br0" timeOffset="113239.36">20120 10758 134 0,'-4'-11'201'0,"4"11"-1"16,-6-5-6-16,6 5-6 0,-12-2-2 0,12 2-1 15,-19 5-9-15,9 3-4 0,0 0-5 0,-6 3-6 16,2 2-9-16,0-1-11 0,3 4-10 0,-1-3-11 15,3 2-8-15,3-1-15 0,-3 0-5 0,4-2-10 16,2 0-11-16,5-2-2 0,-1 0-7 0,3 1-16 16,2-2-19-16,3-3-28 0,1 1-22 0,7 0-33 15,2-2-31-15,2-1-42 0,8-2-38 0,2-4-40 16,-2-1-209-16,0-1-451 0,1 0 199 0</inkml:trace>
  <inkml:trace contextRef="#ctx0" brushRef="#br0" timeOffset="114558.49">10661 10975 81 0,'-8'-7'219'0,"8"7"-15"0,-4-4-22 16,4 4-20-16,0 0-15 0,0 0-16 15,-5-5-13-15,5 5-17 0,0 0-8 0,0 0-25 16,0 0-23-16,0 0-17 0,0 0-22 0,0 0-37 0,0 0-40 15,0 0-43-15,21 12-115 0,-14-10-246 0,3 0 109 16</inkml:trace>
  <inkml:trace contextRef="#ctx0" brushRef="#br0" timeOffset="114720.4">11053 10937 11 0,'0'0'171'0,"0"0"-11"0,9-2-19 15,-9 2-17-15,0 0-10 0,0 0-9 0,6 4-15 16,-6-4-9-16,8 7-3 0,-8-2-16 0,1 6-31 16,0-1-31-16,1 0-48 0,-1 2-48 0,-1 3-75 15,-1-2-185-15,-2 4 82 0</inkml:trace>
  <inkml:trace contextRef="#ctx0" brushRef="#br0" timeOffset="114872.5">10942 11322 78 0,'0'0'162'0,"0"0"-17"15,0 0-15-15,0 0-24 0,17 1-46 0,-17-1-28 16,16-3-42-16,-5 2-56 0,-3-1-41 0,4 0-115 16,2 0 52-16</inkml:trace>
  <inkml:trace contextRef="#ctx0" brushRef="#br0" timeOffset="116586.03">20800 10294 135 0,'0'0'176'0,"-4"-4"-6"15,4 4-7-15,0 0-15 0,-4-7-7 0,4 7-16 16,0 0-9-16,0 0-13 0,0 0-10 0,0 0-8 16,0 0-12-16,0 0-8 0,0 0-6 0,0 0 2 15,0 0-4-15,0 0 2 0,0 0 4 0,0 0-6 16,7 29 4-16,-6-18-5 0,0 1-2 0,3 1 0 15,-1 3-2-15,-1-1 0 0,-1 2 0 0,2 1 0 16,1 0-4-16,-4 1-1 0,1-1-4 0,0 9 4 16,-1-2 0-16,2-1 0 0,-1 2-3 0,0-1-1 15,1 2-4-15,-1-1-2 0,1 0-2 0,1-1 0 16,2 0-4-16,-4-6-1 0,2 5-4 0,-2-6-2 16,2 0-1-16,-1 1 0 0,1 0-3 0,2 1-1 15,-4-4 2-15,3 2-1 0,-1 0-1 0,0 0 4 16,0-1-5-16,1-1 5 0,1 3-2 0,-2-7-1 15,0 5-1-15,1-2 1 0,-1 1-6 0,-1-4 1 16,0 0 0-16,0-2-3 0,1 2 0 0,-2-3-1 16,0-1-2-16,0-1 1 0,1 0-1 0,-1 0-4 15,-1-7 1-15,1 12-2 0,-1-6-1 0,0-6 1 16,3 7 2-16,-3-7-4 0,0 0 3 0,0 9-2 16,0-9 1-16,0 0-2 0,1 7 2 0,-1-7 1 0,0 0 3 15,0 0-2-15,0 0 0 0,0 0-3 0,0 0 2 16,3 6 1-16,-3-6 0 0,0 0 1 15,0 0-3-15,0 0 13 0,0 0-12 0,0 0 1 16,0 0-3-16,0 0 0 0,0 0 3 0,0 0-5 0,0 0 2 16,18-10-2-16,-18 10 2 0,0 0-4 0,9-1 3 15,-9 1-7-15,7-2 14 0,-7 2-8 0,8 0-1 16,-8 0 0-16,9-3 0 0,-9 3 2 0,8-1-7 16,-8 1 7-16,9-1 1 0,-9 1-2 0,7-3-2 15,-7 3 2-15,0 0 0 0,0 0-3 16,9-2 4-16,-9 2 0 0,0 0-2 0,0 0 2 0,0 0-1 15,8-1 1-15,-8 1-2 0,0 0-3 0,0 0 4 16,0 0-2-16,0 0-1 0,0 0 7 0,0 0-2 16,0 0-3-16,0 0-3 0,0 0-1 0,0 0 5 15,0 0-4-15,0 0-2 0,0 0 12 0,0 0-14 16,0 0 9-16,0 0 7 0,0 0-11 0,14 1 2 16,-14-1-2-16,7 0 0 0,-7 0 5 0,13-1-7 15,-6 0 5-15,4 0-3 0,1-2 1 0,3 2-1 16,2-1 1-16,2-1-1 0,1-1 6 0,2-2-8 15,5 2 3-15,-7-1-7 0,0 0-1 0,8 0-10 16,-9 3 1-16,1-3-4 0,-3 1-5 0,1 1-5 16,-6 1-2-16,1 1-5 0,1-1-2 0,-3 1-2 15,-1 1 4-15,-4-1-3 0,-6 1-1 0,12-3 1 16,-12 3 8-16,10 1 2 0,-10-1 2 0,6-2 5 16,-6 2 3-16,0 0 0 0,0 0 2 0,0 0 2 15,9 0 7-15,-9 0-2 0,0 0 9 0,0 0-5 16,0 0 1-16,0 0-1 0,0 0 3 0,0 0-2 15,0 0 5-15,0 0-4 0,0 0-13 0,0 0-26 0,0 0-24 16,0 0-31-16,0 0-33 0,0 0-29 0,0 0-22 16,0 0-165-16,0 0-379 0,0 0 168 0</inkml:trace>
  <inkml:trace contextRef="#ctx0" brushRef="#br0" timeOffset="118193.28">21532 10119 113 0,'0'0'176'16,"0"0"-12"-16,0 0-12 0,0 0-13 0,0 0-10 16,9-9 2-16,-1 7-16 0,-8 2-5 0,18-1-2 0,-4-3-9 15,-1 4-9-15,2 1-8 0,2 2-4 0,0-1-1 16,-2 2-10-16,-3 1-4 0,0 2-7 0,-2-1 3 16,0 2-12-16,-1 0 1 0,-2 3-2 15,-2-2-5-15,0 6 0 0,-5-3 0 0,-3 5-3 0,1-2-1 16,-3 2-5-16,-3-1 0 0,-2 1-4 0,-4-2-4 15,-3 4 3-15,2-5-3 0,1-1-3 0,-4-1-3 16,2-1-1-16,1-4-1 0,3 1-2 16,1-4 1-16,1 1 5 0,3-2 5 0,2 1 6 0,5-4 1 15,-10 3 7-15,10-3-8 0,-5 3 0 0,5-3-6 16,0 0-3-16,-6 3-1 0,6-3-5 0,0 0-5 16,0 0 9-16,0 0-5 0,0 0-5 0,0 0-3 15,34-8 1-15,-22 7-3 0,3 1 2 0,4-1-5 16,-4-3-7-16,7 3-13 0,-3 0-19 0,8-1-26 15,1-1-30-15,-1 1-29 0,0-3-37 0,2 0-29 16,-2 2-197-16,-7-1-417 0,0 0 185 0</inkml:trace>
  <inkml:trace contextRef="#ctx0" brushRef="#br0" timeOffset="118577.48">21978 10081 151 0,'0'-12'222'16,"-1"7"-3"-16,1 5-9 0,-1-11-19 0,1 11-13 16,-4-7-23-16,4 7-17 0,0 0-10 0,0 0 0 15,0 0 1-15,0 0-7 0,13 19-8 0,-6-5-6 16,1 1-3-16,0 2-10 0,-1 0-8 0,2 1-8 16,-2 0-6-16,3 0-3 0,-2-1-9 0,1 1-3 15,-2-2-5-15,3 1-7 0,-6-6 1 0,1 5-6 16,1-6-3-16,-1 0-4 0,-2 0-7 0,1-3-1 0,0-1-2 15,0-2-4-15,-4-4 1 0,3 9 2 16,-3-9 2-16,3 6 9 0,-3-6 8 0,0 0 7 16,3 4 1-16,-3-4-3 0,0 0-7 0,0 0-7 15,15-17 3-15,-10 9-4 0,0-1-6 0,2-6-1 0,-1 0-3 16,3 0-4-16,0-2 2 0,-2-2-4 0,4-5-1 16,-2 1-4-16,0-2 0 0,-3 8-10 15,3-2 7-15,-1 2-7 0,0-1-16 0,-1 1-17 16,5-1-16-16,-6 9-14 0,2-1-22 0,-2 5-25 15,1 1-23-15,-4 1-15 0,-3 3-20 0,0 0-21 0,15 3-7 16,-10 3-19-16,1 2-19 0,-5 2-127 16,2-1-389-16,-1 1 172 0</inkml:trace>
  <inkml:trace contextRef="#ctx0" brushRef="#br0" timeOffset="119128">22427 10285 84 0,'1'6'177'0,"-1"-6"1"16,2 8-1-16,-2-8-10 0,0 0-2 0,-3 11-2 16,3-11-3-16,0 0-8 0,-1 9-9 0,1-9-8 15,-2 7-6-15,2-7-8 0,0 0-4 0,0 0-10 16,-1 10-2-16,1-10-3 0,0 0-4 0,0 0-1 16,-2 7-2-16,2-7-3 0,0 0 4 0,0 0 4 15,0 0 5-15,0 0-3 0,0 0-10 0,0 0-6 16,0 0-11-16,0 0-9 0,0 0 4 0,0 0-15 15,-11-20-3-15,10 12-4 0,0 0-12 0,-1-3-2 16,2 0-4-16,2-2-2 0,-1 1 10 0,3-3-16 16,0-1-5-16,0 1 3 0,2 0 5 0,-1 6-17 15,3-1 2-15,-1 1 2 0,1 3-3 0,0 0-6 0,2 2-2 16,-2 3 4-16,2-1 6 0,2 4-4 16,0 0-12-16,0 1 5 0,-1 3 12 0,-1 2-11 15,-1 0-3-15,4 5 0 0,-3-2 4 0,-3 0-4 16,-1-1-1-16,0 0 4 0,0 0-1 0,-3-1-1 15,1 1-1-15,-2 0 0 0,-1-3 0 0,0-1 2 16,-1-6 3-16,1 9-2 0,1-3 2 0,-2-6 2 16,0 0 1-16,0 0-2 0,0 0 0 0,-5 9 18 15,5-9-17-15,0 0 3 0,0 0-5 0,0 0-4 16,0 0 4-16,-11-22 0 0,11 13 0 0,0 9 5 16,4-20-13-16,0 10-4 0,1-2-1 0,4-3 12 15,-1 2-14-15,-1 3-2 0,5-3 0 0,-3 5 5 16,-2-1-3-16,2 2-2 0,2 1 6 0,-5 2-2 0,0 1 3 15,2 1-3-15,-8 2 4 0,13 1-1 0,-13-1 2 16,11 6-4-16,-4-3 17 0,0 2-16 16,-2 2 0-16,-1 2 2 0,0-2 0 0,0 2 2 0,-1-2-21 15,-2 1-20-15,-1 3-15 0,0-1-35 16,1-1-39-16,-2 1-39 0,-2-3-60 0,2 0-33 16,-2 3-216-16,1-4-521 0,2-6 230 0</inkml:trace>
  <inkml:trace contextRef="#ctx0" brushRef="#br0" timeOffset="119553.57">23057 9947 132 0,'-1'-7'231'0,"1"-1"1"0,0 8-2 0,-3-13-2 16,3 13-16-16,0-9-11 0,0 9-23 0,0 0-18 15,0 0-14-15,0 0-4 0,0 0 1 0,0 0-2 16,-14 32-11-16,10-14-3 0,-2 1 0 0,1 7-10 16,-3 0-11-16,2 1-6 0,-1 0-13 0,2 1-8 15,1-2-7-15,-1-1-4 0,0 1-8 0,3-7-7 16,-2 1 1-16,1-2 4 0,1 0-19 0,2-1-4 16,1 0-4-16,-2-2-4 0,1 0 0 0,0-3-14 15,1 0-18-15,0-1-26 0,-1-2-18 0,1 2-23 16,1-1-37-16,-2-3-38 0,1 0-40 0,-1-7-36 15,1 10-17-15,2-6-215 0,-3-4-490 0,1 7 216 0</inkml:trace>
  <inkml:trace contextRef="#ctx0" brushRef="#br0" timeOffset="119825.81">23173 10152 96 0,'4'-5'192'0,"1"2"-8"0,0-1-6 0,-5 4-11 16,12-1-6-16,-2 1-2 0,0 1-4 0,-1 4-8 16,3 1-5-16,-3 1-4 0,1 3-8 0,1 0-6 15,0 4-5-15,-5-3-3 0,0 3-4 0,1-2-11 16,-3 0-3-16,-4 5-7 0,1-4-5 0,-2-3-9 16,-2 2-7-16,-2 0 0 0,1-2-6 0,-4 1-6 15,1 2 4-15,-2-3-14 0,0-1-3 0,-1-2-5 16,2 3-6-16,-1-4-11 0,3-2-23 0,-2 1-21 15,2-1-27-15,6-4-39 0,-13 2-32 0,13-2-33 16,-8 0-50-16,8 0-21 0,0 0-184 0,0 0-438 16,1-17 193-16</inkml:trace>
  <inkml:trace contextRef="#ctx0" brushRef="#br0" timeOffset="120066.25">23451 10120 122 0,'5'-5'258'0,"-5"5"-10"15,5-7-14-15,-5 7-18 0,0 0-19 0,5-5-15 16,-5 5-4-16,0 0 4 0,0 0-3 0,0 0-3 16,6 17-18-16,-4-11-3 0,-2 4-8 0,0-1-14 15,-2 4-8-15,2-2-4 0,0 2-13 0,0-1-3 16,-2 5-16-16,-1-4-8 0,2 0-9 0,0 0-8 0,-1 2-7 16,0-2-7-16,0-1 4 0,0-1-11 0,1-2-6 15,-1 1-11-15,2-1-22 0,-3-1-7 16,3-8-44-16,-3 12-31 0,3-6-28 0,0-6-32 15,-1 10-24-15,1-10-25 0,-4 7-36 0,4-7-31 16,0 0-181-16,-10 3-469 0,10-3 208 0</inkml:trace>
  <inkml:trace contextRef="#ctx0" brushRef="#br0" timeOffset="120251.85">23270 10103 142 0,'0'0'186'16,"-1"-7"-19"-16,1 7-16 0,0 0-13 0,8-7-7 16,-8 7-13-16,16-6-12 0,-3 5-5 0,1-2-10 0,4 2-13 15,-1 0-18-15,1 1-29 0,-5 0-37 0,7-3-44 16,-9 6-32-16,3-3-47 0,-6 1-77 16,2 0-223-16,-2 1 99 0</inkml:trace>
  <inkml:trace contextRef="#ctx0" brushRef="#br0" timeOffset="120705.82">22001 10817 118 0,'-7'0'212'0,"7"0"-11"0,-11 1-22 0,11-1 0 16,0 0-3-16,0 0-6 0,0 0-2 0,47-1-8 15,-16-2-10-15,23-2-9 0,4 0-13 0,5-2-7 16,31-4-15-16,-3 0-7 0,-25 3-14 0,26-5-5 16,-29 4-7-16,3 3-10 0,26-5-3 0,-33 8-4 0,2-7-9 15,-2 4-5-15,2-2-5 0,-6 4-4 16,0 1 2-16,-4 0-7 0,-16 1-3 0,-1 0-2 16,-3 1-5-16,-10 0 2 0,-1 0-1 0,-8 2-4 15,0-1-2-15,-2-1-2 0,-2 0 0 0,-8 1-2 0,14 0 8 16,-14 0-9-16,8 0 1 0,-8 0-4 0,0 0-1 15,9-1-14-15,-9 1-26 0,0 0-33 16,0 0-47-16,0 0-39 0,-23 8-41 0,4-6-45 16,-9 3-148-16,-2 5-421 0,-3-2 187 0</inkml:trace>
  <inkml:trace contextRef="#ctx0" brushRef="#br0" timeOffset="121051.34">22625 11010 225 0,'1'-6'213'0,"-1"6"-4"0,1-12 8 0,1 5-9 15,-2 7-6-15,1-12-4 0,-1 12-9 0,0-11-8 16,0 11-7-16,1-8-11 0,-1 8-13 0,0 0-10 15,3-8-16-15,-3 8-12 0,0 0-8 0,0 0-14 16,0 0-8-16,1-7-11 0,-1 7-9 0,0 0-5 16,0 0 9-16,0 0-20 0,0 0-4 0,0 0 6 15,0 0-13-15,0 0-2 0,11 19-6 0,-5-17-1 16,0 0 0-16,4 1-1 0,3-3-3 0,5 0-2 16,1-1 2-16,1-1-6 0,8-2-3 0,0 1-12 15,-5-1-23-15,-3-1-22 0,2 4-32 0,-3-5-37 16,-1 2-39-16,-5 0-35 0,0 0-28 0,-2 1-22 15,-5 2-196-15,-2-3-467 0,-4 4 207 0</inkml:trace>
  <inkml:trace contextRef="#ctx0" brushRef="#br0" timeOffset="121419.58">22799 10926 60 0,'0'0'170'0,"0"0"-6"0,-5 5 6 0,5-5-2 16,-2 8-9-16,2-8 1 0,0 11 11 15,2 1-9-15,0-2-11 0,-2 5-10 0,2 2-10 16,-2 0-12-16,2 2-7 0,-2-1-11 0,-1-1-10 16,2 2-9-16,-1 0-4 0,0-2-8 0,0 0-6 0,1-2-7 15,-2-2-5-15,2-1-9 0,-1-3-2 0,2 2-2 16,-1-4-6-16,-1-7 1 0,0 12-4 0,0-12-1 16,-1 9-3-16,1-9-4 0,1 8-4 0,-1-8 4 15,0 0-3-15,-5 8-3 0,5-8-9 0,-7 2-10 16,7-2-9-16,-12 0 2 0,12 0-1 0,-14-2-3 15,14 2 5-15,-15-6 0 0,7 4-1 0,1-1 0 16,0-1 2-16,7 4 6 0,-11-4-8 0,5 1 3 16,6 3-2-16,-6-3 5 0,6 3-3 0,0 0 0 15,-7-4 2-15,7 4 0 0,0 0-3 0,0 0 5 16,0 0 0-16,0 0 0 0,0 0-1 16,0 0 3-16,35 5-2 0,-16-5 2 0,-1 0-7 0,5 0-8 15,4-1-15-15,1-1-31 0,-2 0-26 0,-6-1-42 16,1-1-24-16,2 1-32 0,-2 1-175 0,-5-1-389 15,2 0 173-15</inkml:trace>
  <inkml:trace contextRef="#ctx0" brushRef="#br0" timeOffset="121872.21">23163 11164 33 0,'0'0'232'0,"-8"-13"-10"15,8 13-8-15,-7-4-11 0,7 4-9 16,-14-2-4-16,14 2-5 0,-16 1-8 0,5 3-7 15,1-3-11-15,-1 1-10 0,0 3-11 0,-1 1-11 16,-4 1-14-16,2 1-9 0,1 4-11 0,1 0-6 0,0 0-9 16,1 0-7-16,2 2-9 0,3-5-3 15,2 3-11-15,0-3-3 0,2 1-5 0,2-1 2 16,0 1-3-16,1-3-2 0,3-3-4 0,0 4-7 16,1-4-3-16,0 0 3 0,3-1-5 0,2-3-4 0,-10 0-1 15,15 0 6-15,-3-2-11 0,-5 0-1 0,1-3 2 16,0 2-3-16,-1-4 3 0,1 1-5 0,0-2-1 15,-2-2 5-15,2 1-3 0,-4-1-2 16,1-2 2-16,-1 1 1 0,1-7 2 0,-3 6 0 0,2-5 2 16,0 1-2-16,0 1 0 0,-2-2 2 0,-1 0 3 15,2 2-5-15,0 4 9 0,-2 1 10 0,2-1 0 16,-2 3 6-16,-1 8 3 0,1-10-4 16,-1 10-2-16,1-7-4 0,-1 7-4 0,0 0-3 0,0 0 2 15,0 0 9-15,0 0 5 0,0 0-2 0,11 20 3 16,-11-9-8-16,2 1-1 0,-2 0 1 0,1 0-8 15,-1 3-9-15,-1 1 9 0,1 0 2 0,0-4-8 16,1-1 2-16,1 3-17 0,-2-3-29 0,2-1-26 16,-1 2-26-16,2-3-34 0,-2 2-28 0,2-1-36 15,-1-3-31-15,1-2-33 0,2 0-17 0,3-1-40 16,-3 0-167-16,3-3-504 0,3-1 223 16</inkml:trace>
  <inkml:trace contextRef="#ctx0" brushRef="#br0" timeOffset="122069.53">23449 11124 85 0,'2'-7'234'16,"-2"7"-2"-16,-2-10-13 0,2 10-10 0,-3-8-3 15,3 8-11-15,-9-2-5 0,9 2-7 0,-15 7-5 16,5-1-8-16,0 1-10 0,-4 2-8 0,4 4-16 16,-3-1-8-16,3 2-9 0,0 0-12 0,3 0-12 15,1 0-7-15,1-2-13 0,1-2-5 0,3 2-7 16,1 0-14-16,1-3-11 0,1 0-15 0,5-1-41 15,2-2-30-15,1 0-45 0,4-3-46 0,-1 0-53 16,6-6-41-16,-2 3-215 0,2-4-483 0,-1-2 214 16</inkml:trace>
  <inkml:trace contextRef="#ctx0" brushRef="#br0" timeOffset="122353.79">24230 10673 2471 0,'-1'-13'54'0,"1"13"76"0,-4-10-44 15,4 10-20-15,-1-7-13 0,1 7-2 0,0 0 0 16,0 0 2-16,0 0-3 0,4-10 6 16,-4 10 10-16,11-4-1 0,-1 1-1 0,3-1-1 15,5 2-4-15,4 1-7 0,-3-1 0 0,1 0-6 0,2 0-5 16,-2 2 1-16,-2 0-9 0,-4 0-3 0,-1 1-3 15,0-1-4-15,-1-1 0 0,-5 2-4 0,-7-1-5 16,14 1-19-16,-7 1-16 0,-7-2-27 0,0 0-32 16,11 1-31-16,-11-1-38 0,0 0-37 0,8 2-37 15,-8-2-36-15,0 0-201 0,0 0-498 0,0 0 221 16</inkml:trace>
  <inkml:trace contextRef="#ctx0" brushRef="#br0" timeOffset="122689.2">24941 10304 282 0,'0'-10'306'0,"0"1"-24"0,0 9-12 0,-2-14-8 15,2 14-18-15,0-12-12 0,0 12-21 0,0-7 1 16,0 7-38-16,0 0-10 0,0 0-24 0,0-10-8 15,0 10-12-15,0 0-2 0,0 0-12 0,0 0 0 0,8 29-9 16,-5-15 4-16,-2 2-8 0,-1 1-3 0,1 0-11 16,-1 3-1-16,0-2-3 0,-1 1-10 0,-2-1-10 15,2 0 3-15,-1 0-4 0,2 1-11 16,-2-3-1-16,1-3-5 0,1 0-3 0,0-3 5 0,-1 2-13 16,1-2 1-16,0 1-4 0,0-3-6 0,1 2-2 15,0-2-17-15,1-2-23 0,-2-6-23 0,2 14-31 16,-1-9-27-16,-1-5-34 0,0 0-31 15,-1 11-27-15,1-11-34 0,0 0-31 0,1 6-43 0,-1-6-185 16,0 0-529-16,0 0 234 0</inkml:trace>
  <inkml:trace contextRef="#ctx0" brushRef="#br0" timeOffset="123033.39">25033 10247 215 0,'6'-8'210'0,"-3"2"-6"0,3 2-7 16,-2 1-13-16,-4 3-15 0,10-7-13 0,-5 6-8 16,-5 1-2-16,12 5-6 0,-2-2-10 0,-6 0-11 15,1 3-8-15,1 0-10 0,-2 2-9 0,1 0-8 16,-2 3-7-16,-3-3-9 0,0 3-6 0,-3-2-3 16,0 2-3-16,-3-1-7 0,0-1-4 0,-1 0-3 15,-6 5-5-15,-1-5-4 0,0 0-1 0,3-3-5 16,1-1-2-16,-1 1-4 0,1-3 0 0,4 0-1 0,1-1-6 15,5-2 3-15,-8 7-3 0,8-7-1 16,-4 2-3-16,4-2-3 0,-6 4-4 0,6-4 6 16,0 0-3-16,0 0 3 0,0 0-4 0,0 0 6 15,8 12-5-15,-8-12 1 0,12 6 0 0,-5-3-3 16,2 1 1-16,2 2-2 0,-2-2 5 0,8 2 2 16,-4 0-13-16,-1-3-19 0,4 3-31 0,2 0-31 15,0-2-26-15,3 0-42 0,-1-1-40 0,2-1-34 16,-2 0-175-16,-2 1-435 0,2-3 192 0</inkml:trace>
  <inkml:trace contextRef="#ctx0" brushRef="#br0" timeOffset="123389.27">25675 10246 78 0,'0'0'256'0,"0"-13"-8"0,0 13-3 0,-2-9-8 0,2 9-14 15,-5-7-14-15,5 7-16 0,-4-4-19 0,4 4-19 16,0 0-8-16,0 0-9 0,-16 8-9 0,8 0-10 16,0 0-7-16,-3 7-5 0,0 2-7 0,1 1-3 15,-4 4-6-15,3 0-2 0,3-4-8 0,-5 5-9 16,3 1-4-16,0-1-4 0,3-5-7 0,1 1-1 15,-2-2-8-15,3 2-1 0,1-1-11 0,2-2 1 16,-2-1 1-16,1-2-4 0,2 0-7 0,1-2-4 16,0-1-1-16,0 2-2 0,0-2 3 0,1-2 3 15,-1-8-30-15,3 13-24 0,-3-8-28 0,0-5-27 16,0 10-32-16,0-10-36 0,2 8-30 0,-2-8-22 16,2 6-41-16,-2-6-21 0,0 0-168 0,0 0-469 15,0 0 208-15</inkml:trace>
  <inkml:trace contextRef="#ctx0" brushRef="#br0" timeOffset="123535.71">25518 10507 61 0,'0'0'202'0,"4"-7"-15"16,-4 7-10-16,7-6-20 0,-2 3-9 0,3-1-11 16,2 2-18-16,1-1-10 0,1-1-5 0,7 1-29 15,-3-1-37-15,2-2-42 0,4 2-50 0,5-5-63 16,-9 4-107-16,9-2-242 0,0 0 108 0</inkml:trace>
  <inkml:trace contextRef="#ctx0" brushRef="#br0" timeOffset="123818.19">26111 9922 150 0,'0'-6'243'0,"0"6"-20"0,4-9-21 16,-4 9-25-16,0 0 1 0,0 0-2 0,0 0-2 0,15 17 0 16,-7 2-10-16,5 9-7 0,-1-2-13 0,-1 6-9 15,-2 1-14-15,7 11-7 0,-6-13-15 0,-1 3-9 16,1 0-4-16,-1-2-7 0,1-1-12 16,-5-2-5-16,0 0-1 0,0-2-8 0,-5-2-6 15,-1-7-7-15,-1 0-1 0,-3 7-1 0,1-6-4 0,-3-2-5 16,-2-2-14-16,-4-1-16 0,2 1-21 0,-2-1-34 15,-2-1-38-15,0-2-43 0,-5-1-39 16,3-2-49-16,-4-1-219 0,0-2-480 0,6-1 213 0</inkml:trace>
  <inkml:trace contextRef="#ctx0" brushRef="#br0" timeOffset="123987.48">26090 10541 53 0,'2'-6'222'0,"-2"6"-26"0,0 0-16 16,3-9-25-16,-3 9-32 0,0 0-33 0,2-7-40 15,-2 7-44-15,0 0-50 0,0 0-129 0,-5-10-185 16,5 10 83-16</inkml:trace>
  <inkml:trace contextRef="#ctx0" brushRef="#br0" timeOffset="126787.16">13103 12688 30 0,'0'0'200'0,"-4"-12"-3"0,0 5-15 15,2 2-13-15,-1-2-2 0,3 7-3 0,-4-11 13 16,0 6-8-16,4 5-5 0,-5-8-7 0,5 8-11 16,-5-7-15-16,5 7-14 0,-2-5-12 0,2 5-14 15,0 0-3-15,0 0-14 0,0 0-4 0,0 0-3 16,0 0-8-16,0 0-1 0,8 22 3 0,-4-10-1 15,2 4-4-15,-1 0-5 0,1-2-6 0,4 2-2 16,-4-2-4-16,-1 1 0 0,1 1 0 0,4-1-11 0,-6-3 3 16,3-1 0-16,-3 0-9 0,3-1 0 0,-3-1-7 15,3 0-1-15,-2 1 4 0,-1-4-4 16,0 1 2-16,-1-1-3 0,1 1-3 0,-2-2 0 16,2 1 1-16,-4-6 2 0,6 8-1 0,-4-4-3 15,-2-4-2-15,0 0 7 0,5 6 3 0,-5-6 0 0,0 0 0 16,0 0-3-16,13-7 2 0,-6-1 1 0,4-5-4 15,-3-2 0-15,1-1 6 0,1-1 1 16,1 0-11-16,0-4-1 0,-4 2-2 0,0-4 0 16,1-2 2-16,-5 7-3 0,3-8 0 0,-1 7 2 15,0 0 4-15,-3 0-7 0,0 2-1 0,0 1 0 0,-2 3-2 16,3 3-9-16,-1 2-16 0,0 1-23 0,-2 1-24 16,0 6-18-16,0 0-13 0,0 0-9 15,0 0-17-15,0 0-27 0,0 0-20 0,10 26-24 16,-10-10-22-16,2 2-185 0,-2 1-439 0,0 0 193 15</inkml:trace>
  <inkml:trace contextRef="#ctx0" brushRef="#br0" timeOffset="127287.68">13625 12907 108 0,'0'0'212'0,"-9"-13"-14"0,5 8-4 0,4 5 3 0,-11-9-6 15,5 5-15-15,0 1-9 0,6 3-11 16,-11-7-9-16,5 5-10 0,-2-1-13 0,8 3-11 16,0 0-12-16,-13 1-13 0,4 3-2 0,0 3-9 0,0 2-4 15,-4 3-8-15,1 2-6 0,1 1-3 0,2 1-7 16,-2-1-3-16,6 3 0 0,-1 1-9 0,3-1-6 16,-1-1-3-16,4-3 0 0,0-1-3 0,0-3 0 15,2 3-3-15,0-3-1 0,1 0-4 0,1-2-4 16,2-1 0-16,2 0 6 0,-1-4-4 0,-1-2-4 15,1 0 2-15,-7-1 1 0,22-6-4 0,-13 0 0 16,3-2-1-16,1-1-1 0,0-6 0 0,-1-1-1 16,-1-1 1-16,0-5-2 0,-4 5 2 0,0-1-3 15,-3 0 4-15,0 0-1 0,0-2-4 0,-1-2 0 16,2 2-4-16,-5 1 4 0,0-7 1 0,-2 7-3 16,-1 0-1-16,1 1 3 0,0 0-3 0,-1 4 2 15,1 2 0-15,2 0 0 0,0 4 4 0,-2 1 3 16,2 7 1-16,-2-11-4 0,2 11-4 15,0-8-5-15,0 8 2 0,0 0 0 0,0 0-1 0,0 0 5 16,0 0-2-16,4 26 4 0,-4-12-3 0,0 2 6 16,0 3-1-16,0 1 3 0,0-1-2 0,0 1 2 15,0 4-3-15,0-6-1 0,0 3 1 0,0-2 2 16,0-2-5-16,0 2 0 0,2 1 4 0,-4-2-16 16,2 1-17-16,2-3-22 0,-2-2-38 0,0 1-30 15,2-3-37-15,0-1-35 0,-1-2-30 0,1 0-26 16,3-1-160-16,0-4-435 0,-1 0 193 0</inkml:trace>
  <inkml:trace contextRef="#ctx0" brushRef="#br0" timeOffset="127518.3">13964 12798 192 0,'0'0'204'0,"-7"-6"-4"16,7 6-8-16,0 0-8 0,-19 8-11 0,11-1 3 15,-1 1-10-15,-2 4 2 0,0 4-7 0,-2 0-12 16,2 5-6-16,-1-4-12 0,7 0-11 0,-3-1-10 16,4 1-9-16,-2 7-13 0,4-7-6 0,0-1-8 15,4 1-7-15,-2-6-5 0,2 0-2 0,4 1-10 16,0-1-8-16,1-2-22 0,5-2-38 0,-2-2-30 16,6 3-64-16,2-3-53 0,4-5-47 0,-2 0-215 15,7-8-462-15,2 5 204 0</inkml:trace>
  <inkml:trace contextRef="#ctx0" brushRef="#br0" timeOffset="127702.49">14531 12808 243 0,'0'0'235'15,"8"-3"-9"-15,-8 3-10 0,9-1-16 0,1 0-11 16,-2-1-20-16,3 2-16 0,3-3-14 0,-3 3-17 15,5 0-29-15,1-2-40 0,0 4-52 0,-4-2-56 16,5-2-57-16,-7 2-50 0,0 0-123 0,-3 0-309 16,-8 0 136-16</inkml:trace>
  <inkml:trace contextRef="#ctx0" brushRef="#br0" timeOffset="127863.8">14597 12931 16 0,'-12'6'243'16,"4"-2"-4"-16,-1 1-9 0,3-1-7 0,2-1-16 15,4-3-14-15,-10 4-15 0,10-4-12 0,0 0-11 16,-1 6-12-16,1-6-11 0,0 0-8 0,0 0-11 16,24 0-12-16,-9-1-20 0,3-2-35 0,3-2-39 15,6-2-44-15,2 0-60 0,-2-2-50 0,2 1-47 16,-11 2-160-16,2-2-383 0,-2 0 169 0</inkml:trace>
  <inkml:trace contextRef="#ctx0" brushRef="#br0" timeOffset="132205.37">16094 12414 39 0,'0'0'185'0,"-1"-7"-10"0,1 7-11 16,0 0-9-16,0 0-4 0,0 0-9 0,0 0-9 15,4-12-14-15,-4 12-14 0,11-4-3 0,-4 3-11 16,3 0-7-16,3 1-4 0,-2 1-9 0,3 2-5 16,2 2-4-16,-4 0-10 0,0 2-2 0,-2 0-7 15,4 5 0-15,-3 0 1 0,-5 3-4 0,1 0 0 16,-4 1 0-16,-3 2-2 0,-3 0-5 0,0 2-1 15,-9 2-4-15,1 3-3 0,-1-7-3 0,-2 4-2 0,-2-3 3 16,2-4-4-16,-8 2-5 0,8-5 2 16,-4 0-8-16,0-4 8 0,0 2-7 0,3-2 5 15,2-3-1-15,4-1 5 0,0 0 10 0,0-2 7 16,4 0 2-16,5-2-3 0,-9 2-4 0,9-2 4 0,0 0-12 16,-9-1 0-16,9 1-2 0,0 0-3 0,0 0-6 15,0 0 6-15,0 0-8 0,22-10-2 16,-11 7 0-16,3 0 2 0,4 2-3 0,0 0 1 15,5 0-15-15,4 0-18 0,1 1-21 0,0 0-33 0,-7 0-32 16,7 1-44-16,1-1-29 0,-1 1-44 0,-6-1-127 16,5 0-385-16,-7 0 171 0</inkml:trace>
  <inkml:trace contextRef="#ctx0" brushRef="#br0" timeOffset="132563.13">16710 12378 132 0,'3'-10'204'0,"-2"0"5"0,2 4-6 0,-2-1-22 15,-1 7-17-15,3-10-22 0,-3 10-12 0,0 0-2 16,0 0 9-16,0 0-9 0,16 24-10 0,-11-7-7 16,3 1-3-16,-2 5 2 0,1 3-14 0,0-2-8 15,0 0-4-15,-3 2-11 0,1-8-1 0,-1-2-4 16,2 1-5-16,-1-2-2 0,-2-4-5 0,0 0-5 15,1-2-6-15,-1-4-4 0,-2 2-2 0,-1-7-6 16,4 9 2-16,-4-9 19 0,3 8 0 0,-3-8 6 16,4 2 0-16,-4-2-12 0,0 0-2 0,15-12-7 15,-8 3-8-15,4-4-2 0,0-3-1 0,5-3-2 16,-4 2-3-16,1-5-6 0,2 2-3 0,1-5 4 16,-5 1-3-16,5 0 1 0,-4-2 5 0,2 2-18 15,-1-1-4-15,-3 9-12 0,-1-2-24 0,-1 4-9 16,-3 4-22-16,-1-1-33 0,1 5-44 0,-2 2-36 15,-3 4-31-15,5-4-2 0,-5 4-12 0,0 0-186 16,4 18-445-16,-6-6 196 0</inkml:trace>
  <inkml:trace contextRef="#ctx0" brushRef="#br0" timeOffset="133045.66">17070 12704 151 0,'0'0'187'0,"0"0"9"15,3 7 4-15,-3-7 0 0,0 0 1 0,0 0-5 16,0 0-4-16,0 0-20 0,0 0-9 0,0 0-7 16,0 0-3-16,0 0-10 0,0 0-5 0,0 0-12 15,0 0-9-15,0 0-7 0,2-29-12 0,-1 19-8 0,1 0-8 16,-2 0-3-16,3-2-11 0,-2 0-7 16,4-2-5-16,1-2-4 0,0-1-6 0,2 4-7 15,2-1-4-15,0 1-6 0,-2 4-4 0,3-1 1 16,-1 3-9-16,2 1 0 0,2 2-1 0,0 2-4 15,3 0-1-15,-3 4 0 0,0-1-2 0,-1 4 1 16,-1 0-6-16,0 2 0 0,-3-1 2 0,1 0-3 16,-2 2 9-16,-1 0-8 0,0 0 1 0,-1-1-3 15,-2 0 1-15,0-2 2 0,-2 1-4 0,0 1 33 16,-2-7-2-16,0 9-5 0,0-9 1 0,0 0 0 16,-6 9 15-16,6-9-25 0,-5 4 2 0,5-4-1 0,0 0 0 15,-11 0-1-15,11 0-5 0,0 0-2 0,0 0-2 16,-5-13-2-16,5 13-5 0,0-13 2 0,0 13 0 15,6-17-1-15,-1 7-1 0,3-1-7 0,0-1-2 16,1-3 1-16,2 3-3 0,2 0 0 0,-4 3 3 16,2 3-6-16,0-2 1 0,-1 3 2 0,0 2 4 15,-2 0-4-15,-1 3 6 0,5 3-3 0,-3-1 1 16,-2 4-3-16,1 0 6 0,1 2-5 0,-3 1 5 16,0 2 7-16,-3 0-8 0,3 1 0 0,-5-1-29 15,-1 5-25-15,-3-2-24 0,1 1-39 0,-3 2-38 16,-2-1-54-16,1-2-51 0,-3 3-244 0,4-2-547 15,-2-4 242-15</inkml:trace>
  <inkml:trace contextRef="#ctx0" brushRef="#br0" timeOffset="134059.24">16538 13040 68 0,'-12'1'188'16,"4"1"-14"-16,0-2-17 0,8 0-12 0,-12 1-15 15,12-1-1-15,-1 5 3 0,1-5 5 0,0 0 2 16,33 8-9-16,-5-3-9 0,4-5-9 0,7 0-9 15,19-3-9-15,2-3-9 0,2-3-7 0,27-3-7 16,-27 4-4-16,3 1-7 0,0-1-6 0,-1 2-4 16,-2-2-8-16,-1 1-2 0,-5 1 1 0,-18 3-8 15,2-3-2-15,-3 4-5 0,-5 0-2 0,-12 1-2 16,8-3-3-16,-10 4 0 0,-4 0-4 0,-1 0-3 16,-1-1 2-16,-5 0-3 0,3 1 1 0,-10 0-3 15,12-2-5-15,-12 2-7 0,8 0-16 0,-8 0-18 16,6 3-17-16,-6-3-31 0,0 0-22 0,0 0-33 15,0 0-29-15,0 0-30 0,-22 8-133 0,12-7-357 16,-1 2 158-16</inkml:trace>
  <inkml:trace contextRef="#ctx0" brushRef="#br0" timeOffset="134477.81">16847 13283 215 0,'0'0'209'0,"0"0"-11"0,-8 2-12 0,8-2-9 15,0 0-13-15,0 0-7 0,0 0-8 0,0 0-5 16,0 0-1-16,0 0 1 0,30-2-13 0,-20 2-9 15,-1-1-8-15,0 2-4 0,2 2-15 0,-1-1-5 16,2 0-6-16,-3 3-1 0,0 1-11 0,3 0-2 16,-5 1-8-16,1 2-6 0,-2-2-7 0,1 2 0 15,-4 0-3-15,-1 1-1 0,0 0-6 0,-2 1 1 16,0-1-1-16,-1 0-5 0,-2 0 1 0,1-1-4 16,-4 3 2-16,2-3 4 0,-5 1-6 0,1-1 2 15,-2-1-3-15,2-1-3 0,-1 0 0 0,0 2-3 16,-3-4-5-16,4 1-1 0,-1-1-4 0,-1-1 2 15,2-1 1-15,2 1 0 0,-1-2-9 0,7-2-16 16,-12 4-23-16,12-4-25 0,-7 1-29 0,7-1-31 16,0 0-45-16,-10-5-41 0,10 5-20 0,0 0-22 15,0 0-16-15,10-16-132 0,-2 9-423 0,2 1 187 16</inkml:trace>
  <inkml:trace contextRef="#ctx0" brushRef="#br0" timeOffset="134757.91">17181 13295 78 0,'2'-6'224'16,"-2"6"-6"-16,7-8-3 0,-7 8-3 0,4-8-11 0,-4 8-9 15,3-5-19-15,-3 5-15 0,0 0-18 16,5-4-7-16,-5 4 10 0,0 0 5 0,0 0 3 16,7 17-2-16,-5-8-10 0,0 2-3 0,-1-1-9 15,0 2-9-15,-1-2-6 0,3 3-5 0,-1-2-13 0,2 4-10 16,-2-3-7-16,0-1-1 0,2-1-12 15,-3 2-11-15,2-3 0 0,-1 1-5 0,-1-3-6 0,2 3-1 16,-2-5-7-16,2 3 2 0,-3-8-5 16,1 11-4-16,-1-11-7 0,0 8-5 0,0-8-16 15,1 6-27-15,-1-6-18 0,0 0-20 0,0 0-11 0,2 8-46 16,-2-8-46-16,0 0-45 0,0 0-46 16,0 0-49-16,0 0-154 0,-17-14-501 0,17 14 221 15</inkml:trace>
  <inkml:trace contextRef="#ctx0" brushRef="#br0" timeOffset="135061.23">16888 13279 97 0,'0'0'199'0,"23"-8"-7"0,-9 3-13 16,4 2-9-16,2-3-7 0,10 1-5 0,0 0-11 15,1-1-7-15,1-2-6 0,1 3-4 0,1-1-6 16,-2 1-3-16,-2 0-6 0,-2-2-7 16,0 2-7-16,-8 2-4 0,-2 0-9 0,-6 1-4 0,0 1-6 15,-5 0 2-15,4-2-6 0,-4 3-1 16,-7 0 5-16,11 0-2 0,-11 0-2 0,0 0 2 16,9-1-6-16,-9 1-5 0,0 0-3 0,0 0-8 15,10-1-4-15,-10 1 0 0,0 0-12 0,0 0-5 16,0 0-17-16,0 0-33 0,0 0-35 0,0 0-50 0,5-5-56 15,-5 5-66-15,0 0-71 0,0 0-163 0,0 0-496 16,0 0 219-16</inkml:trace>
  <inkml:trace contextRef="#ctx0" brushRef="#br0" timeOffset="139325.75">18860 12798 43 0,'0'0'119'0,"0"0"8"0,0 0-14 0,0 0-1 0,0 0-25 16,0 0 7-16,0 0-8 0,0 0-10 0,0 0-11 15,0 0-4-15,0 0-5 0,0 0-3 0,0 0-11 16,0 0 9-16,0 0 1 0,0 0 0 0,0 0 2 16,0 0 2-16,0 0-7 0,0 0-1 0,-23 5 2 15,23-5-3-15,-11 5 0 0,5-2-1 0,0 0 5 16,-4 1-6-16,1-1-7 0,2-1 4 0,7-2-1 16,-11 5-2-16,6-3-4 0,5-2-4 0,-9 3-3 15,9-3-3-15,0 0-2 0,-5 4 0 0,5-4 7 16,0 0 3-16,0 0-2 0,23 6 0 0,-7-6-2 15,5 1-1-15,0-2-5 0,6-1 2 0,0 1-5 16,0 0-1-16,1-1-2 0,-1 2-1 0,-5-3 0 16,-3 3 2-16,-1-1-3 0,-5 0-3 0,1 1 1 15,-5 0-2-15,-2 0 1 0,-7 0 1 0,16-2-7 0,-16 2 5 16,10 0 4-16,-10 0 1 0,0 0 10 16,10 0 2-16,-10 0 3 0,0 0 9 0,0 0-6 15,0 0-3-15,9 0 3 0,-9 0-3 0,0 0-4 16,0 0 0-16,0 0-6 0,0 0-10 0,0 0-25 0,0 0-28 15,0 0-28-15,0 0-30 0,0 0-48 16,6-3-32-16,-6 3-39 0,0 0-138 0,0 0-385 16,6-6 172-16</inkml:trace>
  <inkml:trace contextRef="#ctx0" brushRef="#br0" timeOffset="139641.25">19783 12383 2 0,'-12'-1'181'0,"12"1"-15"15,-8-1-11-15,8 1-9 0,0 0-17 0,0 0-6 16,0 0-19-16,0 0-12 0,0 0 2 0,0 0-11 16,0 0-3-16,29 4-5 0,-17-3-11 0,11-1-3 15,-2-1-6-15,7 1-9 0,-6 0-8 0,-1-2-17 16,-1 1-14-16,-2 0-20 0,-7 1-32 0,2-2-15 16,-4 1 0-16,-1 0-34 0,-8 1-19 0,11-1-111 15,-11 1-240-15,4-5 106 0</inkml:trace>
  <inkml:trace contextRef="#ctx0" brushRef="#br0" timeOffset="140407.67">19909 12373 40 0,'-7'6'96'0,"4"0"1"0,3-6 11 0,-4 11 4 16,4 0 7-16,0-1-2 0,-1 8 14 0,0-2-2 16,-1 5-11-16,1 3-1 0,0-3-5 0,-2 2-1 15,2 2-4-15,-2-5-11 0,5 0-6 0,-2 5-5 16,-3-8-11-16,1 1-1 0,2 0-4 0,0-1-4 15,0 0-8-15,0-5-4 0,-2 0-8 0,2-2-2 16,2 1-6-16,-4-5-3 0,2-6-1 0,-1 14-5 16,1-7-1-16,0-7-1 0,-1 9-4 0,1-9 1 0,-3 6-5 15,3-6-1-15,-5 7 2 0,5-7-10 16,-8 2-1-16,8-2-6 0,-14 1-6 0,4-1-3 16,1-1-1-16,-2-1-4 0,-1 2-1 0,6-3 5 15,6 3-1-15,-18-4 1 0,13 3 0 0,5 1 0 0,-11-3 4 16,11 3 1-16,-11-2-1 0,11 2-4 0,0 0 3 15,0 0-4-15,0 0 6 0,0 0-1 16,0 0 1-16,0 0-6 0,0 0 7 0,36-7-4 16,-18 6-12-16,1 0-11 0,1-1-12 0,9 0-13 15,-8-1-20-15,7 0-33 0,-6 1 15 0,6 0-12 0,-7-1-3 16,2-1 0-16,-3 1 2 0,-1 0 0 16,0 0 6-16,-1-1 8 0,0 0 9 0,0 1 10 15,-6-1 9-15,-1 1 8 0,-1-1 19 0,-1 1 3 16,-1 1 23-16,-3 0 11 0,1-2 3 0,-6 4 18 0,7-7 17 15,-7 7 8-15,4-7 4 0,-4 7 7 0,0 0 9 16,-3-9 1-16,3 9 8 0,-5-8 6 16,5 8 2-16,-9-6-2 0,9 6-1 0,-8-4-5 0,8 4-2 15,-10-2-7-15,10 2-5 0,0 0-3 0,-16 4-3 16,8 0 5-16,0 3-3 0,-1 2-2 0,0-1-1 16,0 2-14-16,3 1 4 0,-2-1-4 0,2 2-9 15,1-2-3-15,0 1 1 0,3-1-3 0,0 1-6 16,0 0-1-16,2-2 3 0,3 1-4 0,-2-3-4 15,3 0-2-15,0-4 5 0,3 1-5 0,-7-4 8 16,12 4-8-16,-5-3-1 0,-7-1-2 0,20-5-4 16,-11 0 2-16,0 0 4 0,0-2-3 0,-2-1 0 15,0 0 1-15,-3-5-3 0,1 3 0 0,0-6 2 16,0 0-4-16,-1-1 2 0,-4-2-3 0,2 1-1 16,-2-1 1-16,-1-6-3 0,2 6 4 0,-2 0 4 15,-1 0-3-15,0 1-2 0,2 3 7 0,0 1 7 16,0 3 0-16,2 1 8 0,-4 3 5 0,2 7-2 15,-1-11-4-15,1 11-4 0,0 0-4 0,0 0 2 16,0 0-4-16,0 0 2 0,0 0 5 0,0 0 9 16,3 35 0-16,-3-17 0 0,0 1-2 0,1 1 1 15,-1-1-2-15,0 5-7 0,1-5 1 0,0 0-2 16,2 0-1-16,-2 0-3 0,2-2-13 0,-1 1-33 16,1-1-22-16,0-1-28 0,-1 0-34 0,1-6-40 15,2 0-27-15,0-1-21 0,1 0-21 0,-1-1-178 16,-1-3-435-16,3-1 192 0</inkml:trace>
  <inkml:trace contextRef="#ctx0" brushRef="#br0" timeOffset="140626.71">20456 12698 30 0,'0'0'235'0,"-1"-11"-6"0,1 11-11 15,-3-8-10-15,3 8-16 0,0 0-13 16,-3-6-4-16,3 6-8 0,0 0-14 0,-18 13-8 15,11-6-11-15,2 1-8 0,0 2-10 0,0 0-5 16,1 0-13-16,-1 2-8 0,3-1-7 0,0 1-6 0,1-1-13 16,2-1-3-16,3 1-2 0,1-1-21 0,-1-1-18 15,5-4-30-15,0 3-38 0,2-4-36 16,1-1-34-16,6-3-39 0,1 0-24 0,3 0-31 16,-2-3-155-16,-3-1-397 0,4-1 176 0</inkml:trace>
  <inkml:trace contextRef="#ctx0" brushRef="#br0" timeOffset="140788.66">20772 12641 74 0,'-3'-10'230'0,"3"10"0"15,-3-8-10-15,3 8-12 0,-3-6-11 0,3 6-11 16,0 0-16-16,-4-6-20 0,4 6-16 16,0 0-16-16,0 0 7 0,0 0-21 0,0 0-28 0,0 0-42 15,0 0-39-15,0 0-42 0,0 0-54 0,0 0-40 16,0 0-186-16,0 0-355 0,24 8 157 0</inkml:trace>
  <inkml:trace contextRef="#ctx0" brushRef="#br0" timeOffset="141065.94">21071 12316 104 0,'3'-5'249'0,"-3"5"-20"0,5-7-26 0,-5 7-5 16,0 0-2-16,0 0 4 0,0 0-1 0,5 19 0 0,-4-6-8 16,-1 4-16-16,1 2-13 0,-1 7-6 0,-1-1-14 15,-2-5-13-15,0 5-9 0,1-1-8 16,0 2-10-16,1-7-12 0,-1-1-6 0,0 2-8 16,3-4-5-16,-4 2-10 0,2-3-2 0,1-2-5 0,-1-1-9 15,1-1-8-15,0 0-5 0,2-1-4 0,-2-1-26 16,0-3-26-16,0-6-37 0,0 13-39 0,0-13-39 15,2 10-38-15,-2-10-36 0,0 6-33 0,0-6-212 16,0 0-496-16,0 0 220 0</inkml:trace>
  <inkml:trace contextRef="#ctx0" brushRef="#br0" timeOffset="141367.34">21108 12285 153 0,'10'-10'202'0,"0"3"-2"0,1 2-9 16,-1 1-11-16,1 4 15 0,1 3-7 0,-1 0-11 16,0 5-18-16,0-1-15 0,-3 2-6 0,1 1-12 15,-1 4-10-15,-2-3-10 0,-2 0-7 0,-1 1-10 16,-1 3-7-16,-2 1-2 0,-3-5-5 0,-1 5-3 16,-2-6-9-16,1 2 0 0,-2-2-8 0,2-1 2 15,-1 0-7-15,-3-2-5 0,3 2 0 0,2-5-4 16,-1 2 3-16,1-2-13 0,4-4-3 0,-5 6-1 15,5-6 1-15,-5 5-10 0,5-5-2 0,-4 5 1 16,4-5-5-16,0 0-1 0,0 0 4 0,5 13-3 16,0-9 5-16,1 0-12 0,2 0-17 15,2 0-25-15,4-1-30 0,7 0-34 0,-3-2-49 0,11-1-53 16,-1 0-34-16,0 0-208 0,0-2-480 0,2-3 212 16</inkml:trace>
  <inkml:trace contextRef="#ctx0" brushRef="#br0" timeOffset="141642.54">21695 12378 132 0,'-4'-10'247'0,"1"4"-1"0,3 6-10 15,-6-7-10-15,6 7-12 0,-7-5-20 0,7 5-1 16,0 0-7-16,-19 8-6 0,10-2-2 0,-1 3-14 16,-3 4 1-16,-2 8-2 0,2-4-14 0,2-1-24 15,-5 6-6-15,7 2-5 0,-2 1-7 0,1 1-12 16,3 0-6-16,1 1-4 0,1-3-9 0,1 2 2 15,3-1-6-15,-1-4 6 0,2 4-25 0,-1-2-2 16,2-3-5-16,2-2-5 0,-3 1-5 0,4-1-1 16,-3 0-5-16,2 0 4 0,-2-5-8 0,0 2 7 15,0-3-10-15,2-3-6 0,-3 1-24 0,3 0-15 16,-3-2-29-16,0 0-28 0,0-8-31 0,0 11-35 16,0-11-40-16,-3 9-44 0,3-9-37 0,-5 3-275 15,5-3-585-15,0 0 259 0</inkml:trace>
  <inkml:trace contextRef="#ctx0" brushRef="#br0" timeOffset="141921.81">21470 12723 183 0,'0'-10'230'0,"0"10"-16"16,6-2-5-16,-6 2-12 0,17-4-10 0,-4 1-16 0,6 0-16 15,2 0-15-15,9-1-16 0,-3 0-11 16,3-1-11-16,1 1-16 0,0-4-23 0,-1 4-22 15,-2-1-24-15,2-1-22 0,-3 0-20 0,-1 0-12 0,1-1-12 16,-10 3-2-16,1-1 4 0,-5 1 5 16,-1 0 12-16,-1 1 5 0,-5 2 21 0,3-1 18 15,-9 2 6-15,8-3 7 0,-8 3 8 0,6-4 7 0,-6 4 6 16,0 0-2-16,5-4 0 0,-5 4-3 0,0 0-5 16,0 0-6-16,0 0 1 0,0 0-5 0,0 0-5 15,0 0-16-15,0 0-23 0,0 0-28 16,0 0-46-16,0 0-45 0,0 0-62 0,-10-15-123 15,10 15-346-15,-4-7 153 0</inkml:trace>
  <inkml:trace contextRef="#ctx0" brushRef="#br0" timeOffset="143619.74">7928 14027 38 0,'0'0'169'15,"0"0"-19"-15,0 0-16 0,0 0-16 0,0 0-9 16,0 0-10-16,0 0 6 0,0 0-8 0,0 0 0 16,0 0-9-16,12 29-3 0,-10-19-3 0,1 5-2 15,1-4-5-15,-3 2-8 0,0 3 4 0,2-4-9 16,-2 0-6-16,0 0-4 0,2-2-3 0,-3 0-1 16,1-1 2-16,2-1-1 0,-3-1-3 0,0-7 0 15,1 13-1-15,-1-13 11 0,0 5 7 0,0-5 9 16,1 7 8-16,-1-7 6 0,0 0 3 0,0 0 6 15,0 0-10-15,0 0-5 0,0 0-8 0,0 0-10 16,0 0 2-16,0 0-13 0,-10-19-4 0,10 8-8 16,3-2-4-16,2-4-2 0,2-8-7 0,2 1-1 15,5-1 0-15,0-3-7 0,4 1-1 0,0 1-1 16,3 0-1-16,0 3-4 0,0 0 3 0,-1 5-6 16,2-1 1-16,-5 10-1 0,-2-3 1 0,-2 3-4 15,0 3-5-15,-2 3 2 0,1 2 6 0,-1 1-9 16,-11 0-2-16,23 6 6 0,-10-1-5 15,-3 4 0-15,5 0 1 0,-3 5 2 0,-2-1 0 0,-1 1 7 16,0 2-13-16,-5 1 2 0,1-1 6 0,0 1-7 16,-1-2 4-16,0 3-15 0,-2 0-26 0,1-5-40 15,-1 2-19-15,0 1-33 0,0-4-45 0,1-1-24 16,-1 1-30-16,2-4-186 0,-2 4-453 0,-2-12 202 16</inkml:trace>
  <inkml:trace contextRef="#ctx0" brushRef="#br0" timeOffset="143951.74">8585 14051 82 0,'0'0'168'0,"0"0"-3"0,0 0-18 0,0 0-1 16,0 0 0-16,0 0-4 0,0 0-10 0,-9 26 0 16,9-16-6-16,0 2-9 0,3 0-13 15,-3 2-6-15,5 0-1 0,0-3-13 0,3 5-6 0,1-5-4 16,2 1-4-16,2 0-5 0,1-2-1 0,0-2-3 15,2-2 3-15,1-1-5 0,1-3 0 0,0 0 0 16,0-4 2-16,0-1-1 0,-2-1-3 16,1 0-5-16,-5-2-1 0,2-4 0 0,-4 3 4 15,-1-2 0-15,-3-1 8 0,-1 1-10 0,0-2-3 16,-3 0-7-16,-2-1 2 0,-2 1 0 0,-3-5-16 0,-1 5 0 16,-2-5-8-16,-2 3 0 0,-3 1-3 0,2 3-1 15,-2 0-3-15,1 4-3 0,-3-3-1 16,2 4-9-16,0 3-8 0,-2 0-14 0,2 2-14 0,-1 2-16 15,3 1-19-15,-3 2-25 0,-2 4-29 16,6-4-31-16,-4 6-27 0,6-2-41 0,1 0-192 0,0 1-449 16,2-3 198-16</inkml:trace>
  <inkml:trace contextRef="#ctx0" brushRef="#br0" timeOffset="144225.1">9252 13773 65 0,'2'-7'270'0,"-2"7"-11"0,2-9-21 0,-2 9-19 0,0 0-23 16,0 0-19-16,-2-10-17 0,2 10-10 16,0 0 4-16,0 0 5 0,11 26-2 0,-7-8-10 0,0 7-10 15,-3-5-1-15,2 6-10 0,-1-2-16 0,1 1-19 16,-1 0-7-16,1-1-8 0,-1 1-6 15,-1-6-11-15,2 7-2 0,0-7-8 0,-2 0-2 16,2-1-24-16,-1-3-25 0,1 1-34 0,-1 0-33 16,3-1-34-16,-3-4-32 0,3 0-40 0,0-2-27 0,1-2-37 15,-1 3-171-15,-1-4-443 0,3 0 197 0</inkml:trace>
  <inkml:trace contextRef="#ctx0" brushRef="#br0" timeOffset="144522.74">9509 14025 112 0,'0'0'184'16,"0"0"-16"-16,0 0 4 0,0 0-3 0,0 0-8 15,0 0-10-15,0 0-15 0,-4 24-10 0,4-12-3 16,4-2-12-16,-1 0-10 0,1 2-8 0,1-1-7 16,1-1-6-16,3-2 0 0,0 0-1 0,3-2-1 0,0-1 1 15,1 1-5-15,1-5-2 0,0-1-1 0,4-3-7 16,-1-3-2-16,-3 2-3 0,1-1-2 0,-6-2-1 15,1 1 11-15,-2-2-8 0,0-1 1 16,-3 0-4-16,1-1-5 0,-4 0-6 0,0-2 0 16,-1 1-5-16,-4 0-5 0,2 1-3 0,-5 0 0 15,1-2-10-15,-2 3 0 0,1-1-5 0,-3 3-9 0,-1-1-22 16,0 2-21-16,-2 1-23 0,-1 2-23 0,0 3-30 16,-4 0-27-16,4 3-37 0,0-1-35 15,3 3-21-15,0 3-160 0,2-2-423 0,4-2 188 16</inkml:trace>
  <inkml:trace contextRef="#ctx0" brushRef="#br0" timeOffset="144891.65">9908 13917 219 0,'0'0'220'0,"0"0"-10"0,0 0-12 0,-14-8-3 15,14 8-11-15,0 0-7 0,-22 12-6 0,12-6-12 16,-4 4-10-16,1 2-14 0,2 1-8 0,-1 1-8 15,1-1-9-15,3-3-13 0,0 6-8 0,2-3-9 0,1-1-2 16,2 1-13-16,2-2-10 0,2 2-4 16,2-3-4-16,2 1-1 0,1-4-7 0,1 0-2 15,3-2-1-15,0 0-2 0,-1-2-3 0,1-2-4 16,3-2 1-16,-2-2-3 0,1-1-3 0,-2-2-3 0,0 1-2 16,-1-3-4-16,0 0 0 0,-2-2 3 15,-1 2-4-15,-1-3-3 0,3-3 2 0,-3 2-1 16,-1 1 1-16,-2-1-2 0,2-3-2 0,-1 2-3 15,-2 3 4-15,2-2-6 0,-1 6-1 0,1-2 3 16,-3 8-1-16,2-9-4 0,-2 9-3 0,4-6 5 16,-4 6 0-16,0 0 8 0,0 0-9 0,6 20 0 15,-4-8 1-15,-1 4 1 0,-2 0-1 0,1 1 1 16,-2 1-3-16,2-1-27 0,2-1-44 0,-2 3-48 16,2-4-46-16,2-3-53 0,-1-2-56 0,-1 2-152 15,6-3-462-15,3-3 204 0</inkml:trace>
  <inkml:trace contextRef="#ctx0" brushRef="#br0" timeOffset="145338.04">10357 13949 52 0,'0'0'249'0,"-8"-12"1"0,4 7-5 0,-1 0-7 16,-4 4-14-16,9 1-10 0,-17 0-9 0,7 4-7 15,-3 2-16-15,-2 4-9 0,-2 3-19 0,1-1-9 16,-3 4-16-16,-1 2-9 0,9-2-10 0,-1 0-11 15,-2 0-12-15,5-3-12 0,3 2 0 0,-2 2-10 16,6-4-5-16,-1-2-10 0,3 0 0 0,3 0-6 16,-1-3-1-16,3-2-8 0,2 0 11 0,-1-1-6 15,3-2-17-15,4-3 5 0,-2 1 0 0,2-2-5 16,1-2-8-16,2-4-5 0,-1-2 5 0,-1 1 4 16,-1-4-5-16,-2 0 1 0,-2-1-4 0,3-2-5 15,-6 1 5-15,-1-4-8 0,-1 1 6 0,-1-2-2 16,-3 1-2-16,-2-8 2 0,1 0-1 0,-1 1 2 15,-1-4-1-15,0 1 1 0,0 0-5 0,-1 0 1 16,1 1 1-16,-2 0-6 0,0 1 2 0,1 7 2 16,2-1-3-16,-1 4 2 0,0 5 4 0,1 2 6 15,1-2-4-15,-1 6-1 0,2 5-8 0,-1-9 1 16,1 9 3-16,0 0 0 0,0 0 5 0,0 0 0 16,3 36 7-16,-1-17-1 0,-1 7 7 0,1 3 0 15,-2 0 12-15,2 3-7 0,0-3-5 0,-1 2 7 16,0-4 2-16,-1 1-19 0,3-2-3 0,-2 0 4 15,0-3-7-15,2-3-1 0,-2-1-24 0,2-2-48 16,-1 2-38-16,-2 0-39 0,0 0-56 0,1-3-72 16,2 0-61-16,-6 0-184 0,5-3-562 0,-2-2 249 15</inkml:trace>
  <inkml:trace contextRef="#ctx0" brushRef="#br0" timeOffset="146392.78">11076 13758 83 0,'0'0'224'0,"-9"-5"-27"0,9 5-20 0,0 0-12 16,0 0-16-16,0 0-11 0,24-10-13 0,-10 8-16 15,8 2-7-15,-1-2-12 0,7 2-8 0,-5 0-22 16,2-2-21-16,-3 2-29 0,-2-1-18 0,-2-1-31 16,-5 2-20-16,-1-3-17 0,0 2-6 0,-5 2-12 15,-1-5-3-15,-6 4-8 0,7-4 8 16,-7 4 11-16,0 0 18 0,1-10 7 0,-1 10 13 0,0 0 16 15,-10-12 13-15,6 9 8 0,4 3 8 0,-13-7 5 16,8 3 5-16,-2 2 13 0,7 2 14 0,-12-3 5 16,5 1-14-16,7 2 17 0,-11-1 3 0,11 1 5 15,-9 6 8-15,6 0 16 0,-3 4 4 0,2 6 7 16,2-1-2-16,-1 3 16 0,1 7-1 0,2 0 3 16,0-4 15-16,1 5-4 0,0-1-2 0,0 1-4 15,1-1-6-15,0 0-9 0,1-6-4 0,1 0-9 16,-3 0-27-16,1-2-2 0,1 0 3 0,-1 0-12 15,1-5-2-15,-3 1-4 0,2-1-3 0,-2 0-3 16,0-2-1-16,-2 1-5 0,-1-2 2 0,1 0-3 16,-4-1 2-16,-5-2-5 0,4 0-2 0,-2-1-2 15,-3-1-3-15,3 2 0 0,-1-6 1 0,2 2-4 16,-1-1 3-16,9-1-3 0,-16-1-2 0,7-1 0 16,0-1-3-16,9 3 2 0,-8-4-1 0,2 1 0 15,6 3-2-15,-8-3 0 0,8 3 3 0,0 0-8 16,0 0 4-16,0 0-3 0,15-14 3 0,-3 12-4 15,6 0 2-15,0-2-10 0,3 0-12 0,9-1-13 16,0 3-12-16,0-1-13 0,3-2-9 0,0 0-18 16,-1 0-20-16,-2 1-12 0,0-2-19 0,0 1 4 15,0 0 4-15,-1 0 6 0,-1-2 21 0,-2 3 5 16,1-2 6-16,-7 1 10 0,0 0 8 0,-5 0 13 16,2 1 16-16,-4-1 15 0,-2 2 17 0,-4-2 19 15,-1 3 19-15,-2-1 14 0,1-2 8 0,-5 5 17 16,0 0-7-16,0-13 8 0,0 13 5 15,0 0 9-15,-9-10 6 0,9 10-1 0,-9-4 8 0,3 2-3 16,6 2 2-16,-14 2-1 0,14-2-3 0,-16 5-2 16,5 1-5-16,2 0-3 0,0 1-6 0,3 2 2 15,-3 1-7-15,1-1-5 0,2 3-4 0,-1-3-8 16,1 3-4-16,3-3-3 0,-1 1-4 0,6-1-2 16,-4 0-3-16,2-9-3 0,4 14 0 0,-2-9-6 15,4 0-2-15,0-2 4 0,-1-1-3 0,3 0-5 16,-8-2 5-16,15 0-7 0,-7-4 2 0,1 1-2 15,0-3-4-15,2-2 0 0,-2 0-1 0,-1-3-4 16,3-2 5-16,-1 0 1 0,-4-3-4 0,2-1-4 16,-2-1 1-16,-1 0 9 0,-3 0-7 0,0-2-2 15,-2-4 2-15,0-2 0 0,-4 1 0 0,1 5-7 16,3-9 2-16,-2 10 0 0,-2-5 3 0,4 7-4 16,-5 2 2-16,0 3 1 0,5 2 7 0,0 10 3 15,-1-13-1-15,1 13-1 0,0 0-5 0,-2-9-2 16,2 9-2-16,0 0 10 0,0 0 4 0,4 32-1 15,0-15 2-15,-1 7 2 0,-1 2-3 0,0 0 2 16,0-1-1-16,0 3-2 0,1-3-1 0,-6 3-4 16,6-4 0-16,-3 1 13 0,4-6-20 0,-3 0 3 15,0-1-8-15,2 0-31 0,-2-2-32 0,2-4-20 16,-1 0-32-16,3 1-25 0,0-4-30 0,1 0-29 16,1-3-25-16,1-1-41 0,2-1-169 0,-1-3-469 15,4-1 208-15</inkml:trace>
  <inkml:trace contextRef="#ctx0" brushRef="#br0" timeOffset="146591.6">12185 13917 123 0,'0'0'221'16,"-4"-9"-10"-16,4 9-6 0,0 0 0 0,-16 4-2 16,5 5-2-16,1 0-3 0,-2 4-5 0,0 2-7 15,-1 0-5-15,4 1-8 0,-5 6-10 0,5-3-10 16,0-1-19-16,3 0-9 0,-2-2-13 0,6 0-11 15,-2-3-12-15,1 2-6 0,3-5-10 0,3 2-27 16,-1-3-35-16,1 0-35 0,2-2-42 0,4-1-48 16,1 0-57-16,1-5-68 0,1 1-224 0,5-2-501 15,4-2 221-15</inkml:trace>
  <inkml:trace contextRef="#ctx0" brushRef="#br0" timeOffset="146801.18">12841 13886 93 0,'-4'-5'279'0,"4"5"-30"16,0 0-23-16,0 0-26 0,0 0-19 0,0 0-19 16,0 0-10-16,0 0-16 0,0 0-15 0,0 0-11 15,29 5-13-15,-12-3-34 0,-3-1-41 0,6 4-47 16,-2-4-62-16,1-5-35 0,-2 6-50 0,-5 0-110 15,-1-2-304-15,-11 0 136 0</inkml:trace>
  <inkml:trace contextRef="#ctx0" brushRef="#br0" timeOffset="146955.09">12883 14033 25 0,'0'0'227'0,"-6"4"-7"15,6-4-5-15,-7 4-6 0,7-4-10 0,0 0-11 16,0 0-7-16,0 0-20 0,0 0-7 0,0 0-24 15,18 9-10-15,-6-10-21 0,1 1-41 0,3-5-52 16,3 1-66-16,9-2-76 0,-3 0-61 0,-7 0-104 16,2-1-324-16,9 0 144 0</inkml:trace>
  <inkml:trace contextRef="#ctx0" brushRef="#br0" timeOffset="147337">13452 13836 186 0,'-12'0'266'0,"12"0"-14"0,-15 5-7 16,7 1-11-16,-2 2-12 0,-1 5-7 0,5-2-9 15,-4 5-19-15,3 3-11 0,-1 6-7 0,-3-2-24 16,3 0-11-16,2 0-11 0,1-5-17 0,3-1 7 16,2 1-11-16,-2-2-26 0,4-1-4 0,-2-2-7 15,2-1-2-15,5-1-11 0,-3-2-2 16,6 2-5-16,-1-4-5 0,-1-2 8 0,6 1-9 0,2-3 0 15,2-2-1-15,-1-1-7 0,2 0-1 0,1-4 7 16,-2 1-5-16,4-3-2 0,-3-1-3 0,0 1-5 16,2-3 2-16,-2-1-1 0,0-1 0 0,-3-3-1 15,-1 1 5-15,1-1-5 0,-7-3 2 16,2 2-1-16,1-1-1 0,-6-2-1 0,-3 1-3 16,-3-1 4-16,0 0 1 0,-3 0-7 0,-3 1 7 0,-4 2-4 15,-3 0 0-15,-1 2-4 0,-1 3-2 0,-2 2-5 16,-4 0 14-16,0 5-12 0,-6 1-7 0,0 4 5 15,-2 4-3-15,2 0 6 0,3 4-18 0,-1 2-37 16,0 0-38-16,2 4-60 0,0-2-70 0,4-3-79 16,-4 7-311-16,10-5-650 0,-1-2 288 0</inkml:trace>
  <inkml:trace contextRef="#ctx0" brushRef="#br0" timeOffset="147493.87">13699 14051 1990 0,'0'0'92'0,"0"0"-34"0,0 0-43 0,0 0-25 15,0 0-27-15,0 0-23 0,0 0-20 0,0 0-27 16,0 0-18-16,0 0-165 0,0 0-313 0,-22-4 138 16</inkml:trace>
  <inkml:trace contextRef="#ctx0" brushRef="#br0" timeOffset="149381.97">12956 14631 16 0,'-4'-6'191'0,"-2"-1"-6"0,4 1-2 15,2 6-7-15,-6-10-9 0,1 8-20 0,5 2-15 16,0 0-15-16,-4-7-9 0,4 7-4 16,0 0 6-16,0 0-5 0,2 22 5 0,0-10-9 15,0 5-6-15,3 2-5 0,1 5-6 0,2 0-3 0,-2 2-9 16,1 0-5-16,-1 0-5 0,1 0-6 0,3-2-3 16,-2 0-5-16,-1-5 9 0,-1-2-15 0,4 2 0 15,-1 0-5-15,-1-2-9 0,2 1 3 16,-1-2-7-16,-3-2-1 0,1 0-1 0,0-4 1 15,-2 0-7-15,-1-1 2 0,1-1-3 0,-1-3-3 16,0 1 4-16,0-1-1 0,-4-5-3 0,6 7-2 0,-4-3 4 16,-2-4 0-16,4 6-2 0,-4-6 12 0,0 0 7 15,0 0 0-15,0 0-3 0,0 0-5 0,0 0 5 16,0 0-3-16,11-19-6 0,-9 10-5 16,0-1 4-16,1-1-3 0,2-5-2 0,2-1 1 15,3-5-4-15,-5-2 2 0,7 0-3 0,-2-2-4 16,-1 0 0-16,5-1 1 0,-3 1-3 0,1-1-2 0,1 1 5 15,-2 0-4-15,3-1 1 0,-1 6-2 0,-6 5-2 16,2 2-1-16,-2-2 5 0,-3 7-4 16,-2 1 1-16,3 3-5 0,-5 5-24 0,6-10-18 15,-6 10-14-15,0 0-2 0,0 0 1 0,0 0-13 16,0 0-33-16,0 0-31 0,5 23-18 0,-5-23-35 16,-2 23-43-16,-3-4-152 0,-2-4-417 0,1 2 185 0</inkml:trace>
  <inkml:trace contextRef="#ctx0" brushRef="#br0" timeOffset="149895.81">13536 15041 11 0,'4'-6'242'0,"-4"6"-6"16,0 0-3-16,0 0-18 0,-12-16-14 0,8 12-7 15,4 4-7-15,-9-7-14 0,9 7-16 0,-16-6-14 16,9 5-8-16,7 1-8 0,-15 0-15 0,6 2-12 16,2 0-7-16,-2 5-11 0,1-2-3 0,-2 4-12 15,3 0-5-15,1 3-6 0,1 0-5 0,-4 2-6 16,5-1-6-16,1 3-3 0,-1-6-1 0,2 3-7 16,2-1 0-16,0-2-6 0,4 0 1 0,0-2-3 15,-1-1 0-15,-3-7-3 0,11 13-2 0,-6-9 0 16,4 0 4-16,-9-4-3 0,18 1 1 0,-18-1-7 15,20-6 3-15,-6 0-1 0,-2-1 0 0,3-3-5 16,-2-1 2-16,-2-2 1 0,0 2-2 0,-2-2-2 16,-3-2 5-16,-1-1-6 0,0 2 0 0,-2-4 1 15,-1 0 3-15,0-2-4 0,0 2 3 0,0-7-3 16,-4 6 2-16,2-5 2 0,0 6 0 0,-2-1-7 16,0 2-1-16,2 0 2 0,-2 2 3 0,2 4 5 15,0 11 7-15,0-13-1 0,0 13 3 0,-3-13-1 16,3 13-6-16,0 0-6 0,0 0-3 0,0-11 3 15,0 11 0-15,0 0-4 0,0 0 2 0,3 35-1 16,-1-17 3-16,0-1 0 0,-2 3-3 0,2-1 0 16,-2 1 1-16,2 4 0 0,-2-4-4 0,-2 0 4 15,2-1-1-15,0 0 2 0,0-1-6 0,2 0 4 16,0-1-7-16,3 0-17 0,-1-6-40 0,-2 7-32 16,0-7-43-16,-2-1-44 0,6 0-50 0,-4-4-51 15,-2-6-173-15,4 12-491 0,-4-12 217 0</inkml:trace>
  <inkml:trace contextRef="#ctx0" brushRef="#br0" timeOffset="150131.71">14027 14959 70 0,'0'0'227'0,"-9"-1"-4"15,9 1-2-15,-17 4-3 0,4 0 5 0,1 3-9 16,0 4-11-16,-3-1-3 0,3 1-9 0,-3 3-11 15,2-1-11-15,1 0-15 0,5 1-11 0,-2 3-9 16,3-5-22-16,2-1-1 0,2-1-12 16,2 0-14-16,0 0-4 0,3 1-8 0,2-1-5 0,-1-1-10 15,5-2-9-15,0-1-28 0,5-1-35 0,1 2-47 16,3-5-42-16,0-2-53 0,9-1-69 0,-4-1-59 16,-5-1-164-16,4-4-484 0,-2 0 214 0</inkml:trace>
  <inkml:trace contextRef="#ctx0" brushRef="#br0" timeOffset="150296.84">14240 14962 1688 0,'0'0'154'0,"5"-8"-42"0,-5 8-44 0,3-5-37 16,-3 5 5-16,0 0 7 0,6-8 3 16,0 5 5-16,-6 3-13 0,21-6-1 0,-8 5-8 15,1 0 2-15,0 2-10 0,-1-1-24 0,2 0-38 16,-6 1-49-16,6-1-45 0,-2 2-35 0,-5-2-155 0,-8 0-351 15,14 4 156-15</inkml:trace>
  <inkml:trace contextRef="#ctx0" brushRef="#br0" timeOffset="150462.74">14290 15083 50 0,'-5'3'192'15,"-3"0"-7"-15,4 2-4 0,-2 0-4 0,6-5-6 0,-6 6-7 16,6-6-3-16,-1 6-6 0,1-6-14 15,0 0-9-15,0 0-13 0,23 5-5 0,-12-6-21 16,1-2-35-16,5-1-39 0,2 0-51 0,2-2-53 16,0-2-57-16,4 1-168 0,-6-3-334 0,7 0 148 15</inkml:trace>
  <inkml:trace contextRef="#ctx0" brushRef="#br0" timeOffset="151893.19">15779 14522 164 0,'0'0'229'0,"-5"-5"-14"0,5 5-12 15,0 0-19-15,0 0-20 0,1-10-17 0,-1 10-12 16,11-7-10-16,0 5-6 0,0-1-5 0,3 2-10 15,4 0 1-15,0 2-5 0,-1 5-6 0,0-1-5 16,0 5-10-16,-4-1-6 0,1 3-5 0,0 4-2 16,-6-1-2-16,1 2 0 0,-3 1-7 0,-4 3-7 15,1 3-2-15,-6-4-4 0,0-1-3 0,-4 0-1 16,-3 4-5-16,-1-1-24 0,-6 1 2 0,5-5-3 16,-7-1-3-16,8-2 1 0,-3-1 0 0,0-2 0 15,0 1-1-15,-3-3-1 0,-1-2 2 0,4 1 2 16,-2-3 1-16,5-2 4 0,1-1 7 0,2 0 7 15,1-3-1-15,7 0 0 0,-9 0-6 0,9 0-1 16,0 0 2-16,0 0-5 0,0 0-2 0,0 0-2 16,0 0-1-16,0 0-1 0,0 0-2 15,0 0-3-15,30-10 3 0,-12 11 2 0,1-2-8 0,1 1-11 16,0 0-16-16,8 1-30 0,3 1-34 0,-4-2-38 16,5 0-36-16,-3 0-38 0,0-2-39 0,-6 1-185 15,-2 0-459-15,-1-3 203 0</inkml:trace>
  <inkml:trace contextRef="#ctx0" brushRef="#br0" timeOffset="152240.69">16345 14541 152 0,'-1'-7'233'0,"1"7"-16"15,-3-10-21-15,3 10-19 0,-1-6-9 0,1 6 1 16,0 0-5-16,0 0-3 0,0 0-2 0,4 39-6 0,-2-21-6 15,2 0-11-15,-1 7-12 0,0-4-9 0,3 6-11 16,-3-8-5-16,5 5-6 0,-3-6-10 16,0 0-2-16,-1-2-8 0,1 0-11 0,0-3 0 15,0-2-7-15,-1-4-5 0,0 3-1 0,-1-4-7 16,-2 0-3-16,-1-6 1 0,4 9 9 0,-4-9 6 16,4 6 16-16,-4-6 3 0,0 0-7 0,0 0-8 15,0 0 0-15,16-14-7 0,-8 4-6 0,1-6-12 16,7-3 3-16,0-3-1 0,2-2-7 0,1-1-1 0,0 0 0 15,0-4-10-15,0-1 4 0,8-8-6 0,-5 8 0 16,-2 6-1-16,-2 0-3 0,-4 11-11 16,-3-3-16-16,-4 7-22 0,1 1-27 0,-3 1-39 0,-1 2-47 15,0 2-45-15,-4 3-34 0,0 0-24 0,0 0-28 16,0 0-203-16,0 0-523 0,-17 32 231 16</inkml:trace>
  <inkml:trace contextRef="#ctx0" brushRef="#br0" timeOffset="152723.56">16702 14932 91 0,'0'0'194'0,"0"0"-3"16,2 9 6-16,-2-9-1 0,1 7 1 0,-1-7-2 16,0 0 2-16,3 6 3 0,-3-6 3 0,0 0 16 15,0 0-10-15,0 0-14 0,0 0-25 0,0 0-13 0,0 0-9 16,0 0-4-16,-10-22-15 0,8 13-6 0,1 1-14 15,0-4-9-15,1 0-12 0,1 0-15 16,0-4 0-16,3 0-9 0,-1-1 0 0,2 2-12 16,0 2-2-16,0 3-7 0,3-1-2 0,1 2-11 15,5-2-5-15,-4 4-1 0,4 5-3 0,3 0-5 16,-1 2 1-16,2 2-8 0,0 3 5 0,-3 2-4 16,-1-2 0-16,1 3 2 0,-3 0 0 0,-2 0-8 15,0 1 2-15,0 0-1 0,-3-2-3 0,1 2-1 16,-2 0 4-16,1-1-5 0,-3-2 3 0,-1-1 3 15,0 2 7-15,-3-7-8 0,0 7 3 0,0-7 0 16,0 0 0-16,0 0 3 0,-5 10 0 0,5-10 1 0,0 0 2 16,0 0-4-16,0 0 8 0,-15-16-18 0,15 16 8 15,-2-14-5-15,5 4-2 0,-1-3-4 16,2 2 5-16,6-2 1 0,-2-3 3 0,4 2-3 16,2-3-3-16,0 6-1 0,2 0-2 0,-2 1 1 15,3 2 2-15,-5 4-5 0,1-2 0 0,0 5 1 16,0 1-1-16,-1 1-4 0,-2 3 9 0,1 1-3 15,0-1 1-15,-4 4 2 0,1 0 0 0,-1 3 9 16,1 2-16-16,-4-1-25 0,1 3-20 0,-3-2-33 16,-1 3-38-16,-1 0-52 0,-1-1-59 0,-1 4-62 15,-2-3-280-15,1 0-623 0,0-4 277 0</inkml:trace>
  <inkml:trace contextRef="#ctx0" brushRef="#br0" timeOffset="153051.65">16198 15205 155 0,'-13'2'234'15,"4"-2"-18"-15,-1 1-14 0,3 0-18 0,7-1-10 16,0 0 6-16,0 0-2 0,0 0-12 0,31 10-6 16,0-11-8-16,19 2-10 0,9-5-5 0,2 0-10 15,31-4-7-15,-29 3-9 0,2-3-10 0,-3 0-8 16,1 1-6-16,-4-2-6 0,-8 1-12 0,-14 3-5 16,-1 2-6-16,-6-2-6 0,-1 1 3 0,-8 3-10 15,0-1-4-15,-5 1-6 0,-4-2-30 0,-2 3-43 16,-4 0-50-16,-6 0-41 0,9 3-35 0,-9-3-58 15,0 0-243-15,0 0-502 0,0 0 223 0</inkml:trace>
  <inkml:trace contextRef="#ctx0" brushRef="#br0" timeOffset="153397.73">16505 15493 6 0,'-7'-5'230'0,"2"2"-22"0,5 3-15 0,-5-9-19 16,5 9-13-16,0 0-7 0,0 0-5 0,19-6-5 16,-8 6-1-16,0 3-3 0,6 3-7 0,-1 1-6 15,-4 0-4-15,2 2-7 0,-5 1-3 0,4 0-8 16,-3 3-5-16,0 0-5 0,-4-2-1 0,-1 0-3 15,-1 1-1-15,-1-1 0 0,-2 1-2 0,-1-1-5 16,-4 0 5-16,-1-1 0 0,1 1-5 0,-3-3-4 16,-2 0-2-16,-1 1-7 0,2-2-6 0,0 1 4 15,-1-1-15-15,2-3-7 0,-1 2-4 0,3-3-10 16,-2 0-25-16,7-3-32 0,-9 5-14 0,9-5-49 16,-6 4-47-16,6-4-56 0,0 0-73 0,0 0-53 15,0 0-165-15,0 0-521 0,0 0 230 0</inkml:trace>
  <inkml:trace contextRef="#ctx0" brushRef="#br0" timeOffset="153643.6">16862 15495 213 0,'0'0'232'16,"7"-6"-13"-16,-5 3-11 0,-2 3-16 0,0 0-22 16,0 0-15-16,0 0 4 0,0 0 28 15,0 0 10-15,8 10-1 0,-8-10-3 0,4 16-8 16,-4-7-5-16,1 3-8 0,1-1-6 0,-1 2 0 0,0-1-19 15,-1-1-6-15,3 6-15 0,-1-1-14 16,-1 0-7-16,2-5-11 0,-2 2-8 0,3-3-7 16,-3 0-11-16,2 1-6 0,-2-2-8 0,0 0 1 0,2-3-4 15,-3 2-33-15,0-8-22 0,3 10-34 16,-3-10-21-16,-2 8-30 0,2-8-19 0,2 6-26 16,-2-6-32-16,0 0-43 0,0 0-48 0,0 0-15 0,0 0-237 15,0 0-552-15,0 0 245 0</inkml:trace>
  <inkml:trace contextRef="#ctx0" brushRef="#br0" timeOffset="153896.03">16662 15485 33 0,'-7'-2'190'16,"7"2"-7"-16,-7-2-9 0,7 2 12 0,0 0 2 15,0 0 6-15,0 0-3 0,33-2-3 0,-11-1-9 16,10-1 0-16,6-2-10 0,-1-1 2 0,13-3-9 15,2 1-9-15,-16 0 10 0,0 0-18 0,1 2-12 16,-6 1-3-16,-12-1-6 0,1 3-14 0,-7 1-22 16,-2 1 15-16,0 0-2 0,-11 2-6 0,14-1-9 15,-14 1-9-15,10-3-5 0,-10 3-10 0,0 0-8 16,9-4-14-16,-9 4-32 0,0 0-45 0,0 0-45 16,0 0-50-16,0 0-44 0,0 0-58 0,-38 7-58 15,26-7-238-15,-2 1-574 0,14-1 254 0</inkml:trace>
  <inkml:trace contextRef="#ctx0" brushRef="#br0" timeOffset="155019.75">12277 14735 60 0,'0'0'146'0,"0"0"-20"0,0 0-6 0,0 0-7 0,0 0-3 15,0 0 7-15,0 0 8 0,0 0 2 16,3 44 2-16,-5-12 4 0,4 14-8 0,-2 4 3 16,-2 4-2-16,2 3-9 0,-1 23-2 0,0-20-5 15,2 26 2-15,-1-4-6 0,-1-22-8 0,-3 21-2 16,7-24 24-16,-1 2-5 0,1-2-8 0,-1 0-5 15,-2-6-7-15,0-1-7 0,7-5-12 0,-5-12-6 16,2 0-3-16,-4-2-11 0,3-1-2 0,-2-3-4 16,0-6-5-16,4 2 2 0,-3-3-14 0,0-2 1 15,0-3-4-15,0-4-9 0,-1 1-4 0,3-2-29 16,-4-2-10-16,2-3-29 0,0 2-22 0,-2-7-26 16,0 10-22-16,0-10-31 0,3 5-62 0,-3-5-51 15,0 0-179-15,0 0-479 0,0 0 213 0</inkml:trace>
  <inkml:trace contextRef="#ctx0" brushRef="#br0" timeOffset="155984.71">12385 14768 17 0,'-4'-6'118'0,"4"6"-1"15,2-12-16-15,-2 12-9 0,11-13 6 0,5 2-12 16,3 2 10-16,7-3-13 0,5 1-7 0,6-2 0 16,11 1-8-16,4-3-4 0,2 4 1 0,2 2-10 15,2-4-12-15,5 1 5 0,3 2-3 0,-1-4-5 16,20-3-1-16,-19 5-8 0,21-5 0 0,2 0-4 15,6-1 5-15,7-2-5 0,9-1-3 0,4 5 2 16,4-6-3-16,2 1 1 0,6 1 1 0,-6 2-7 16,5 1-2-16,4 2 6 0,5-2-7 0,-3-2-8 15,4 1 3-15,-2 4-2 0,3-3 2 0,6 4 0 16,0 1 1-16,-3-1-6 0,-3-2 2 0,4 4 1 16,-6-2 4-16,3 4-2 0,0-2 0 0,-4 0-1 15,-5 0-2-15,-1 6 0 0,-5-6 5 0,2 1-2 16,2-1 1-16,-2 3 0 0,-2 0-3 0,-6 0 0 0,2 1 4 15,-9 2 1-15,-3-1 0 0,-6 2 1 16,-9 0 0-16,-25 1-4 0,22 3 3 0,-29 0-1 16,-3 0-1-16,0 1 1 0,-17 2 2 0,11 2-3 15,-14-4 0-15,-3 3-2 0,0-1 1 0,0 1 1 16,-3 1-2-16,-3-3 1 0,-1 5-5 0,-8-3-2 16,-4 0 3-16,-2 0-1 0,-1-1-1 0,-5 2-1 15,0 2 1-15,0 2 6 0,-2-2 2 0,-2 5 1 16,-2-1 8-16,0 5 6 0,1 3 12 0,-2 0-4 15,-3 9-3-15,1-1 6 0,-5 2 0 0,2 5 4 16,-4-2 3-16,3 15-1 0,-5 0 0 0,6 2 0 0,2 0-1 16,-5 4-1-16,3-4-2 0,0 4 2 15,-2 3 8-15,2-2-6 0,3-2 3 0,-2 2-7 16,3-1 1-16,-5-3-2 0,6-3-3 0,-5 3-4 16,9 1 4-16,-3-1 0 0,6-2 5 0,-1 4-1 15,3-5-3-15,-1 1-3 0,1-1 2 0,3-2-5 0,0 2 2 16,-4-1 0-16,3-1 2 0,-4-13-14 0,3 15 0 15,-6-12-1-15,2 11-3 0,-5-14 0 16,-1 4 0-16,2-1-3 0,-4 0 0 0,0-1-3 16,-3 0 7-16,0 0-8 0,-3-2 1 0,-2 0-5 15,-2-1 2-15,1 0 3 0,-3-1 3 0,-4-1-8 0,-3-3 37 16,1 0-3-16,-5-2-4 0,0-1 0 16,-4-3-15-16,-20 4 6 0,0-2-4 0,-2-1-4 15,-5-4-9-15,-4-1 5 0,-5-3 1 0,-30 2 5 16,1-4-9-16,-1 3-6 0,-8-6 1 0,-6 0-1 15,-6-2-7-15,-3 2 2 0,-12-4-2 0,-3 1-5 16,-5 0 9-16,-12 0-10 0,-5-4 1 0,-8 2 2 16,0 1-14-16,-3-1 15 0,-8 2 0 0,-2 2-2 15,3 0-7-15,-2-1 5 0,-1 1 0 0,-5-4 3 16,13 4-3-16,-2-3 1 0,5 3-6 0,0-3 7 16,6-3 1-16,8 1 3 0,5 0-4 0,4 0-1 15,7-1 1-15,12-2 6 0,8-2-1 0,12 2-1 16,9-7 0-16,31 4-2 0,0-2-33 0,5 2 4 15,3-4 4-15,18 4 0 0,5 0 9 0,1 1-1 16,8 1-1-16,12 0 4 0,-3-1 0 0,5 2-23 16,1 0-29-16,8 1-29 0,-8-3-33 0,8 3-29 15,0 0-36-15,0 0-53 0,25-5-226 0,-6 0-514 16,14-5 227-16</inkml:trace>
  <inkml:trace contextRef="#ctx0" brushRef="#br0" timeOffset="156839.34">19087 15816 227 0,'0'0'246'0,"8"6"-15"0,-4-3-13 0,-1 3-15 16,-2 1-16-16,1-1-8 0,0 3-11 0,-1 0-9 16,0-1-12-16,2 2-9 0,-3 0-13 0,0-1-8 15,1 0-4-15,-1-2-4 0,1 0-15 0,-1-7 0 16,-1 12-3-16,1-12-2 0,1 9 2 0,-1-9 1 16,0 0 8-16,0 10-4 0,0-10 1 0,0 0 8 15,0 0-6-15,0 0-31 0,0 0 13 0,0 0-5 16,0 0-5-16,0 0-7 0,0 0-1 0,-10-22-6 15,10 12-8-15,1 0-6 0,3-3-9 0,3-1-6 16,0-1-1-16,1-1 2 0,1-1-1 0,5-4-4 16,-1 5-4-16,3-6-1 0,-3 8 1 0,1-1-7 15,2 4-17-15,-1 0 13 0,-5 5-6 0,2 1 3 16,0 2 5-16,1 0-1 0,0 5-6 0,0 2 13 16,-1-1-11-16,3 6-1 0,-3 1 1 0,2 0-5 15,-5 3 6-15,3 0-1 0,-2 2 4 0,-1 0-12 16,-3 0 4-16,3-2-5 0,-4-1 2 0,-2-1-39 15,1 2-5-15,2-3-31 0,-2 1-38 16,2-2-39-16,-3-1-39 0,-3-8-28 0,6 10-31 16,-2-4-26-16,0-1-18 0,1-3-182 0,-5-2-516 0,13 1 228 15</inkml:trace>
  <inkml:trace contextRef="#ctx0" brushRef="#br0" timeOffset="157097.14">19628 15851 78 0,'10'-8'92'15,"-3"1"13"-15,-2 2 1 0,-1 1 13 0,-4 4-6 16,6-5 0-16,-6 5-7 0,6-4 0 0,-6 4 12 15,0 0-12-15,0 0 1 0,0 0-6 16,0 0-3-16,3 18 9 0,-2-13-10 0,-1-5-1 16,3 12 1-16,1-5-7 0,1 2 4 0,3-3-3 0,0 0-4 15,3 1-5-15,0-2 0 0,4-4-9 0,1 2 3 16,-2-3-6-16,3 0 3 0,-4-2-1 0,4-3 2 16,1-2 1-16,-3 0 6 0,-3 2 2 15,-2-3 2-15,-2 1-5 0,-2-1 2 0,-2-2 1 16,-2 2-10-16,-2-1-4 0,-2-1-5 0,-2 1-12 15,-3 0 0-15,-2-1-7 0,-4 0-4 0,-4 3-14 0,-1 1-18 16,2 3-24-16,-3-1-29 0,0 4-32 16,0 1-31-16,5 2-40 0,0 0-48 0,5 1-57 0,2 2-247 15,-1-3-542-15,8-3 240 0</inkml:trace>
  <inkml:trace contextRef="#ctx0" brushRef="#br0" timeOffset="157415.41">20286 15634 118 0,'-5'-18'261'0,"-1"3"-1"0,1 3 2 0,0 2-6 16,1 0 3-16,1 3-12 0,0 0-18 0,1 1-24 15,2 6-23-15,-6-6-15 0,6 6-10 0,0 0-16 16,0 0-7-16,-5 27 8 0,2-8-37 0,0 8 13 16,1 0-10-16,1 3-5 0,-2-1-15 0,0 1-12 15,2-2-17-15,2 0 15 0,-1-3-15 0,3-4-1 16,0-2-9-16,-3 5-5 0,5-6-16 0,0-1-35 16,-3-4-27-16,7 1-29 0,-2 3-20 0,-1-7-31 15,3 4-33-15,0-4-38 0,0-3-40 0,0-2-29 16,1-1-17-16,0-1-164 0,-1-1-471 0,-9-2 210 15</inkml:trace>
  <inkml:trace contextRef="#ctx0" brushRef="#br0" timeOffset="157777.67">20655 15788 145 0,'-3'-9'206'0,"3"9"-10"15,-9-4-11-15,9 4 3 0,0 0 1 0,-23 11-10 16,11-2-6-16,-1 3-5 0,-2 0-15 0,2 3-10 15,1 2-13-15,1-2-15 0,1-1-11 0,1 2-10 16,3-1-8-16,5-4-8 0,-2 1-10 0,2-1-5 16,1 0-5-16,0-2-3 0,2-2-2 0,1 0-5 15,2-2-3-15,1 0-4 0,2-4 4 0,-8-1-1 16,17-3-2-16,-7 1-2 0,0-2 6 0,-2-2-1 16,2-2 5-16,-1-1-6 0,-1 0-2 0,-1-1 1 15,2 2-3-15,-2-2-1 0,-2 0-5 0,-1-2-3 16,1 3-3-16,-3-1-3 0,2 2-5 0,-4-2-4 15,2 2 1-15,0 2-3 0,0-1 9 16,-2 7-13-16,0 0-3 0,2-10-9 0,-2 10 7 0,0 0-4 16,0 0 3-16,0 0-1 0,0 0-9 0,0 0 9 15,6 21 3-15,-7-12-5 0,3 1 3 16,-2-4-7-16,3 5-17 0,0-2-27 0,-3-3-34 16,5 4-32-16,1-2-28 0,0-1-36 0,1-1-32 15,4-3-30-15,1-1-19 0,-2-1-149 0,3 2-440 16,0-5 195-16</inkml:trace>
  <inkml:trace contextRef="#ctx0" brushRef="#br0" timeOffset="158490.68">20635 15858 125 0,'0'0'208'16,"0"0"-6"-16,-2-7-7 0,2 7-8 16,0 0-12-16,0 0-17 0,0 0-12 0,0 0-8 15,0 0 2-15,0 0-6 0,0 0-2 0,-17 15-7 16,9-6-11-16,2-1-1 0,-3 0-14 0,-1 1-2 15,0 4-12-15,2-5-7 0,3 2-9 0,0-1-8 0,2 2 1 16,1-1-11-16,-2-1-6 0,2-3 2 0,2-6-6 16,2 11-6-16,0-5 5 0,5-2-3 15,0 1 0-15,4-3-4 0,1 0-4 0,6-4-4 16,1 2 2-16,1-1-3 0,-1-3-1 0,1 0 0 16,-3-1-2-16,1 1 1 0,-4-5-2 0,-3 3 2 15,1 1-1-15,-2-2 4 0,-2-1-5 0,-1 1 2 0,-3-2 0 16,0 1-3-16,-3-3-3 0,1 1-2 15,-4 0 3-15,-2 0-10 0,-3 0 3 0,-1 1 2 16,-1 1-5-16,-1 1-3 0,0-1-2 0,-2 4-4 16,1 0-9-16,1 2-11 0,-2 2-14 0,0-2-19 15,1 4-19-15,1-2-26 0,2 4-39 0,0-2-45 16,2 1-57-16,6-3-226 0,-9 7-505 0,6-4 224 0</inkml:trace>
  <inkml:trace contextRef="#ctx0" brushRef="#br0" timeOffset="158869.26">21039 15763 202 0,'-10'-3'200'0,"10"3"-3"0,-18 0-6 16,9 3 2-16,-1 0-12 0,-2 3-8 0,1 2-10 15,2-2-13-15,0 3-13 0,-3 1-8 0,6 1-15 16,-3 3-9-16,4-4-13 0,1 0-8 0,0 0-6 15,4 1-7-15,1-3-3 0,2 2-5 0,0-3-10 16,1-1 3-16,4 1-2 0,-1-3-3 0,2 1 0 16,3-5-5-16,0 0-3 0,-2 0-4 0,4 0 0 15,-2-3 0-15,-2-1 1 0,1-2 6 0,0 1-4 16,-2-1 1-16,1 0 7 0,-2-3-11 0,-2 0-2 16,0-1-2-16,1 2-1 0,-2-3-7 0,-1 2 0 15,0-1-3-15,-3 1-1 0,1 3 1 0,0 1 1 16,-2 5 0-16,1-12 2 0,-1 12-19 0,4-9 11 15,-4 9-6-15,0 0-3 0,0 0 1 0,0 0 0 16,0 0 0-16,0 0 6 0,0 0-10 0,2 28 0 16,-3-18-6-16,2 1-4 0,-2 0 10 0,1 0-16 15,0-1-42-15,4 1-36 0,-3-1-47 0,2 0-56 16,0-5-68-16,0 2-246 0,5-1-545 0,6-2 241 16</inkml:trace>
  <inkml:trace contextRef="#ctx0" brushRef="#br0" timeOffset="159287.84">21479 15761 177 0,'-5'-4'226'0,"-3"0"-4"16,0 3-11-16,-3 0-4 0,11 1-6 0,-21 3-11 16,9 1-7-16,-4 4-21 0,1 1-10 0,1 0-11 15,-3 4-11-15,4-2-14 0,-1 3-10 0,3 2-14 16,0-1-8-16,3-1-7 0,3 2-7 0,1-5-7 15,2 0-1-15,2-1-12 0,2-1-1 16,2-1-5-16,-2 0-2 0,4-1-5 0,1-4-1 0,0 0-4 16,1-2-1-16,4-2-8 0,0-2 4 0,0 0-11 15,2-1 6-15,-4-2-9 0,7-6 8 0,-8 3 0 16,2-2-7-16,1-3 0 0,-2-1 1 0,-4-2-4 16,3 1 2-16,-5-3-5 0,0 0 2 0,1-5-5 15,-2 3 1-15,-2 4-2 0,2-8 3 16,-1 5 2-16,-3 2-4 0,3-1-1 0,-2-1 1 15,0 5 2-15,0 2 11 0,0 5 13 0,0-4 3 16,0 12-1-16,-1-10-7 0,1 10-5 0,3-4 0 0,-3 4 8 16,0 0 15-16,0 0 2 0,0 29 13 0,1-11 2 15,-1 7-4-15,-1-1-3 0,-1 5 0 16,1-3-3-16,0 2-7 0,0-2-4 0,-1 2-4 16,2-4-6-16,-1-4-2 0,1 0-7 0,1-3-47 0,-1 1-45 15,-1-3-63-15,1 0-59 0,0-2-73 16,3-4-74-16,-5-1-208 0,2-8-591 0,0 14 261 0</inkml:trace>
  <inkml:trace contextRef="#ctx0" brushRef="#br0" timeOffset="159439.57">21728 15937 2009 0,'0'0'181'0,"6"-3"-95"0,-6 3-61 15,0 0 5-15,7-3-14 0,-7 3-4 0,0 0-2 0,0 0 0 16,0 0 1-16,0 0-15 0,0 0-32 0,0 0-41 15,0 0-54-15,0 0-55 0,0 0-140 0,0 0-354 16,0 0 157-16</inkml:trace>
  <inkml:trace contextRef="#ctx0" brushRef="#br0" timeOffset="162174.63">11836 16915 33 0,'0'0'92'0,"0"0"5"0,0 0-19 16,0 0-12-16,0 0-7 0,0 0-13 0,0 0-2 15,0 0-1-15,0 0 0 0,0 0-10 0,0 0-6 16,0 0-1-16,0 0-3 0,0 0 4 0,0 0-5 15,0 0 0-15,0 0 4 0,0 0-14 0,0 0 14 16,0 0 2-16,0 0 2 0,0 0 8 0,0 0-1 16,0 0-10-16,0 0 12 0,0 0 0 0,0 0 5 15,0 0-8-15,0 0-4 0,0 0 2 0,0 0 3 16,0 0-8-16,-3-7 6 0,3 7 5 0,0 0-7 16,0 0 9-16,0 0-9 0,0 0 0 0,0 0-3 15,0 0-9-15,0 0 12 0,0 0 1 0,0 0-3 16,0 0 5-16,0 0-1 0,0 0 10 15,0 0-5-15,0 0 8 0,0 0 10 0,0 0 0 0,0 0 3 16,0 0-2-16,0 0 7 0,0 0-4 16,0 0 2-16,0 0-2 0,0 0-1 0,0 0-6 0,0 0 0 15,0 0-7-15,0 0-5 0,0 0 0 0,0 0-10 16,0 0 0-16,0 0-10 0,0 0-1 0,0 0-5 16,0 0-3-16,0 0 0 0,0 0-2 0,0 0-3 15,15 22 1-15,-10-12-2 0,1-1 0 0,5 5 2 16,1 2-3-16,-3-2-1 0,0 0 2 0,1 1-4 15,1 4 7-15,-3-2-10 0,0-1 4 16,0 3 31-16,1-3-3 0,-1 2-4 0,3-1-2 16,-1-1-14-16,-1-1 12 0,1-1-4 0,-2 0-5 15,1-5 1-15,-3 2-3 0,2-1 0 0,-3-3-3 16,0 0 3-16,0 0-3 0,-1-3 0 0,-4-4-2 16,8 7-2-16,-6-3 2 0,-2-4 2 0,6 4-1 15,-6-4 13-15,5 4 7 0,-5-4 6 0,0 0 4 16,0 0-20-16,0 0 10 0,0 0-1 0,0 0-6 15,2-15 4-15,-2 4-18 0,0 11 8 0,-2-21-1 16,2 6-3-16,0-1 3 0,0-2-2 0,0 0-4 16,2-1-3-16,1-6 6 0,1 5-7 0,3-5 0 15,-3 6-4-15,1-5 1 0,2-1-5 0,-1 7-3 16,-2 3-4-16,1-2-14 0,-2 5-7 0,1-1-7 16,-1 4-23-16,-3 9-14 0,4-13-32 0,-4 13-32 15,0 0-33-15,8-11-4 0,-8 11-19 0,0 0-13 16,12 3-25-16,-12-3-132 0,0 0-393 15,11 25 174-15</inkml:trace>
  <inkml:trace contextRef="#ctx0" brushRef="#br0" timeOffset="162688.1">12370 17189 166 0,'0'0'219'16,"0"0"-7"-16,0 0-7 0,0 0-16 0,0 0-11 16,-10-16-7-16,10 16-9 0,-6-3-12 0,6 3-11 15,0 0-22-15,-9 0-8 0,9 0-6 0,-14 3-15 16,9 1-5-16,-1 0-11 0,-2 4-5 0,1-2-2 16,0 5-11-16,-2 0 1 0,2 0-9 0,0 0-3 15,0 4-3-15,1-4-6 0,3 0-2 0,1 0-6 16,0 0-12-16,0-2 11 0,2-9-2 0,2 19-3 15,0-11-5-15,-2-8 2 0,4 14 2 0,1-8-4 16,-5-6-1-16,10 9 1 0,-4-5-5 0,-6-4 2 16,15 3-2-16,-15-3-1 0,16-1-1 0,-16 1 0 15,20-7 1-15,-8 0-3 0,-3 0 6 0,0-2-10 16,2 3 5-16,-4-6-3 0,2 2 2 0,0-3-3 16,0-4 1-16,-3 1 1 0,-3-4-4 0,1 3 2 15,-2-2-13-15,-2-5 14 0,2 6 2 0,-6-8-7 16,2 6 7-16,2-5-1 0,-2 6-1 15,-1 0 1-15,-3-5 2 0,3 9 9 0,0 2 2 16,0 4 1-16,3 9 8 0,-2-14 3 0,2 14-4 0,0 0-4 16,-6-16-5-16,6 16-4 0,0 0-15 0,0 0 14 15,0 0 1-15,0 0-1 0,0 0-12 16,-1 41 10-16,1-23-2 0,0 10-1 0,-1-3-1 16,1 1 2-16,0 1 0 0,0 1-4 0,-2-8-2 15,2 6-9-15,0-2 12 0,0-6-6 0,0 1-10 16,0 2-28-16,0-4-29 0,2 0-30 0,0-1-28 15,-1-2-38-15,4-4-28 0,-3 2-30 0,1-3-195 16,-3-9-452-16,4 12 200 0</inkml:trace>
  <inkml:trace contextRef="#ctx0" brushRef="#br0" timeOffset="162917.51">12801 17106 211 0,'0'0'216'0,"0"0"-18"0,0 0-1 0,0 0-4 16,-20-9-4-16,20 9-7 0,-23 14-16 0,10-4 14 16,-1 2-12-16,1 4-10 0,-3 5-9 0,0-1-14 15,-2 1-8-15,9-4-12 0,0 0-8 0,3-1-11 16,0 0-9-16,4 0-9 0,0-4-4 0,2 0-8 16,2 0-7-16,3-2-9 0,2 0-23 0,0-1-23 15,4-2-29-15,-1 0-36 0,3-2-39 16,0-3-55-16,7 2-58 0,-2-3-234 0,-3-1-484 15,6-1 216-15</inkml:trace>
  <inkml:trace contextRef="#ctx0" brushRef="#br0" timeOffset="163211.4">13380 17185 8 0,'0'0'245'0,"5"-9"-6"0,-5 9-4 0,0 0-11 16,0 0-7-16,0 0-12 0,0 0-18 0,0 0-16 15,0 0-19-15,0 0-14 0,0 0-12 0,0 0-13 16,0 0-8-16,0 0-15 0,0 0-2 15,18-1-21-15,-18 1-19 0,24 2-34 0,-24-2-28 0,13 2-39 16,-13-2-41-16,21 2-41 0,-21-2-42 16,18 0-30-16,-18 0-125 0,13 0-360 0,-13 0 159 15</inkml:trace>
  <inkml:trace contextRef="#ctx0" brushRef="#br0" timeOffset="163362.87">13378 17248 79 0,'0'0'154'16,"0"0"4"-16,0 0-7 0,0 0-4 0,0 0-11 16,0 0-6-16,0 0-21 0,0 0-6 0,31 16-22 15,-15-15-35-15,3-1-51 0,7-1-59 0,7 0-141 16,-4-1-220-16,3-5 97 0</inkml:trace>
  <inkml:trace contextRef="#ctx0" brushRef="#br0" timeOffset="163863.73">14369 16897 231 0,'0'0'217'15,"0"0"-20"-15,-19 0-24 0,19 0-17 0,0 0-15 16,0 0-7-16,0 0-19 0,0 0-7 0,0 0-10 16,47 5-9-16,-24-6-17 0,-1 2-20 0,6-5-37 15,-6 4-36-15,0 0-34 0,-1-1-46 0,0 1-31 16,-5-2-117-16,-2 2-268 0,-14 0 118 0</inkml:trace>
  <inkml:trace contextRef="#ctx0" brushRef="#br0" timeOffset="164609.44">14634 16887 34 0,'-41'10'126'0,"41"-10"4"0,-2 14 5 0,0-3 2 0,0 7 3 15,1 0-2-15,1 1-7 0,0 6-7 0,0-1-9 16,-1-3-2-16,0 5 1 0,-4-2-14 0,7 3 4 16,-2 0-8-16,4-8-13 0,-4-2 3 0,1 0-13 15,0 0-8-15,1-4-6 0,0 0-2 0,0-2-6 16,-1 0-6-16,0-3-4 0,-1-2-6 0,0-6-2 15,0 12-2-15,0-12-1 0,-1 8-4 0,1-8 2 16,-7 6-2-16,7-6-7 0,-12 4 1 16,8-2-3-16,4-2-3 0,-18 0-2 0,8-4-4 15,2 2 5-15,-1-2-7 0,0 1 3 0,2-1-4 16,-2 1 5-16,9 3-6 0,-9-5 5 0,4 3-1 16,5 2-2-16,-9-5-6 0,9 5 3 0,0 0-2 0,-8-2 1 15,8 2-5-15,0 0 3 0,0 0 5 0,0 0-2 16,29 5 3-16,-16-5-3 0,5 2 1 15,0-1-3-15,2-1-3 0,7 1-13 0,-6-2-15 16,1 1-16-16,7-2-19 0,2-2-13 0,-2 0-3 16,-1-1-4-16,3 1-4 0,-3-3-7 0,-1 1 16 15,-1-2-1-15,-6 4 24 0,5-8-16 0,-9 7 9 16,2-3 4-16,-3-1 1 0,-1 0 3 0,1 0 15 16,-5 1 0-16,2-1 17 0,-2 0 5 0,-3 0 15 15,-2 2 9-15,0-3 8 0,-5 10 10 0,2-12 9 16,-2 12 9-16,0-11 1 0,0 11 1 0,-7-10 8 15,7 10 5-15,-12-3 3 0,12 3 5 0,-14-2 3 16,3 5-1-16,0 0 4 0,-1 3 8 0,0 0 3 16,-3 7-2-16,1 0-9 0,1 1-2 0,3 0-6 15,-1 0-10-15,1 0-1 0,5-4-11 0,0 6 3 16,0-5-5-16,5 0-5 0,-2 0-3 0,4-2 0 16,-2-1-2-16,4-1 0 0,0-1-4 0,1-3-2 15,4 1-2-15,1-3 1 0,0-1-12 0,2-2 5 16,-1-1 0-16,3-3 0 0,-4 1 3 0,-1-2-4 15,-2-1 0-15,3-2 1 0,0-2-3 0,-3 2-5 16,-1-6 2-16,0 1-4 0,-3-1 4 0,-3-3 0 16,1 2 0-16,0 0-2 0,-3-1-2 0,1-2 4 15,-1 0-6-15,0-4 0 0,-3-1 1 16,2 6-4-16,3 0 5 0,-2-2-4 0,4 4 2 16,-2 4-1-16,0 13-1 0,1-21 3 0,1 10 1 15,-2 11 0-15,0 0-4 0,0 0-2 0,0-16-8 16,0 16 18-16,0 0 2 0,0 0 4 0,9 36 0 0,-7-17 2 15,-1 9 2-15,1-2-1 0,0 2 2 16,-2-1-7-16,2 2 4 0,-2-3-7 0,0 1 3 16,-2 0-3-16,4-3-30 0,-2 2-29 0,0-9-32 0,2 2-31 15,1-4-52-15,-1-3-60 0,1-1-223 16,-3 1-484-16,2-5 214 0</inkml:trace>
  <inkml:trace contextRef="#ctx0" brushRef="#br0" timeOffset="164827.31">15455 17087 64 0,'0'0'222'0,"-12"-11"0"0,12 11-4 0,0 0-1 16,-27 12-14-16,13-4 5 0,-3 3-5 0,-2 1-12 16,6 2-3-16,-2 1-18 0,-3 7-13 0,8-5-10 15,-2-3-18-15,3 1-10 0,4 0-12 0,0-4-7 16,4 5-8-16,1-4-17 0,4 2-22 0,0-5-26 15,4 0-38-15,3-2-48 0,4 1-39 16,5-3-43-16,12-5-55 0,4 0-60 0,0-1-137 16,5-3-424-16,14-5 189 0</inkml:trace>
  <inkml:trace contextRef="#ctx0" brushRef="#br0" timeOffset="165051.68">15826 16986 182 0,'0'0'266'0,"-6"-7"-25"0,6 7-19 0,0 0-13 15,0 0-2-15,0 0-14 0,0 0-14 0,15 26-17 16,-4-14-13-16,-4-2-12 0,6 4-21 0,1 2 0 16,-2-3-15-16,4 0-7 0,-3-1-19 0,2 1-18 15,3-2-36-15,7 1-34 0,-7-4-37 0,0-3-30 16,0 2-25-16,-5-4-18 0,-3 1-44 0,0-2-11 15,-10-2-158-15,14 1-363 0,-14-1 162 0</inkml:trace>
  <inkml:trace contextRef="#ctx0" brushRef="#br0" timeOffset="165228.6">16117 16997 115 0,'0'0'144'0,"-3"-24"6"0,-1 18 15 0,4 6-2 15,-7-13-1-15,7 13-8 0,0 0-5 0,-19-6-3 16,19 6 17-16,-27 15-5 0,11-2-12 0,-2 6-3 15,0 5-15-15,-1-2-7 0,2 6-17 0,1-1-8 16,-2-1-9-16,5 1-5 0,1-3-28 0,4 4-35 16,4-10-44-16,1 2-48 0,2-3-69 0,1-3-63 15,-3-1-163-15,7-2-397 0,-1-3 175 16</inkml:trace>
  <inkml:trace contextRef="#ctx0" brushRef="#br0" timeOffset="165470.24">16407 16879 112 0,'0'-11'251'0,"0"11"-18"16,0 0-5-16,0 0-5 0,0 0-6 0,0 0-3 16,2 38-11-16,-4-17 0 0,0 8-18 0,-1-1-23 15,0 1-11-15,0-1-18 0,3 1-10 0,-4-3-11 16,2 0-13-16,0 0-8 0,2-1-8 0,0-8-9 15,2 1-6-15,-1 0-5 0,3-3-25 0,-4-4-24 16,1 2-31-16,2-3-36 0,-1-1-28 0,-1-3-46 16,-1-6-26-16,0 13-37 0,0-13-54 0,-7 8-159 15,7-8-436-15,0 0 193 0</inkml:trace>
  <inkml:trace contextRef="#ctx0" brushRef="#br0" timeOffset="165736.67">16432 16890 100 0,'0'0'200'0,"14"-7"-13"0,-14 7-10 15,16 1-17-15,-5 4-7 0,-2 1-4 0,0 2-16 16,-3 2-7-16,3 4-14 0,-4 2-9 0,-1-1-11 16,-1 2-5-16,-5 0-11 0,0-3-8 15,-4 4-4-15,-1-3-4 0,-1 0-4 0,1-4-3 0,0-2 0 16,1 0 7-16,-1 1 2 0,1-5-14 0,1 2 6 15,1-1-7-15,4-6-5 0,-5 8-2 0,5-8-6 16,-3 5-1-16,3-5-10 0,0 0 10 0,2 10-4 16,3-6-1-16,0-1-11 0,6 3-23 0,1-4-38 15,-1 0-45-15,5-1-55 0,0-1-51 0,3 0-186 16,-3 0-411-16,3-1 182 0</inkml:trace>
  <inkml:trace contextRef="#ctx0" brushRef="#br0" timeOffset="165979.57">16847 17035 153 0,'0'0'175'0,"0"0"-8"0,0 0-1 16,0 0 8-16,0 0-1 0,0 0 3 0,7 18 13 15,-7-18 4-15,-6 23 5 0,4-11-15 0,-1 5 1 16,-3 0-4-16,1 0-14 0,-3 2-14 0,3-1-11 16,1 0-11-16,0 0-12 0,2-2-3 0,3 1-5 15,-1-5-18-15,0 1-8 0,1-2-8 16,3 1-6-16,0-3 1 0,3 2-11 0,1-2-3 15,3-3-4-15,4 0-2 0,3-2-7 0,3-1-6 16,1-3-1-16,5 0-8 0,-5-3-28 0,7 1-23 0,-7-1-34 16,7-2-44-16,-9-1-37 0,0 3-45 0,-3-3-50 15,-1 0-65-15,-7 1-200 0,4 2-539 0,-5-3 239 16</inkml:trace>
  <inkml:trace contextRef="#ctx0" brushRef="#br0" timeOffset="166373.81">17522 16748 77 0,'-8'-5'265'0,"1"2"-27"0,2-1-16 0,1-1-22 0,4 5-21 15,-8-2-23-15,8 2-12 0,0 0-7 0,-4 11 16 16,5 1 4-16,1 7-6 0,2 7-5 0,-2 7-13 16,3 2 3-16,-2 12-5 0,3-14 3 0,-5 14-27 15,-1-17 17-15,3 5-12 0,-2-3-6 0,3 0-8 16,-1-2-11-16,-5 0-9 0,1 0 1 0,2-1-12 15,-2-3-3-15,4 0-9 0,-3-9-5 0,1 3-4 16,0-4-7-16,0-3-4 0,1 3 1 0,-1-3-11 16,0-4-5-16,-2 0-23 0,2-2-23 15,-1-7-29-15,2 12-36 0,-1-7-26 0,-1-5-32 16,0 0-22-16,0 0-45 0,-5 14-57 0,1-12-208 0,4-2-522 16,0 0 231-16</inkml:trace>
  <inkml:trace contextRef="#ctx0" brushRef="#br0" timeOffset="167725.72">11541 16912 93 0,'-12'-14'119'0,"1"0"7"0,-2-8-3 0,2 9 12 15,-1-2-13-15,3 6 5 0,-2-4-3 0,2 4-4 16,1 2 4-16,2 0-3 0,0-2-3 0,6 9-2 16,-9-9-9-16,9 9-9 0,-7-6-16 0,7 6-7 15,0 0-6-15,0 0-7 0,0 0 0 0,0 0 5 16,-9 32 4-16,14-3 3 0,-5 3-1 0,4 4-6 16,0 13-4-16,-4 1-2 0,5 0 0 0,-4 0-9 15,-1 0-4-15,3-1-1 0,-3-14-9 0,4 12 0 16,-1-14-1-16,-1 1-7 0,-2-1-1 0,0-1-4 15,0-1 2-15,-4-1-6 0,2-3-2 0,2 0-4 16,-2-1-18-16,0 0-24 0,2-9-19 0,1-1-26 16,-2-3-28-16,1-1-21 0,2-2-41 0,2 0-39 15,-4-10-192-15,8 12-425 0,-8-12 188 0</inkml:trace>
  <inkml:trace contextRef="#ctx0" brushRef="#br0" timeOffset="168175.77">11661 16629 48 0,'21'-1'118'0,"12"-1"-9"0,4-1-9 16,1 0-5-16,20-2-8 0,1 3 8 0,4 0-24 16,27-3 2-16,-25 5-6 0,27 0-1 0,-27 2-6 15,27-4-2-15,0 0-9 0,2 1-7 0,-4 1 4 16,5-1-4-16,3 2-5 0,3-3 2 0,1 0-9 16,3 1-5-16,6-7-1 0,-2 5 4 0,4-3-9 15,8 1 1-15,1-4-1 0,3-1-2 0,1 1-6 16,-1 0-1-16,-1-1 2 0,2 2 1 0,6-4-3 15,-1 4 1-15,-5-4 1 0,-3 4-7 0,0-3 1 16,-3 6 2-16,2-6 3 0,-3 2-5 0,-1 0 7 16,-4-1-6-16,-7 0 1 0,0-1-2 0,0 8-1 15,-12-9-2-15,2 6-4 0,-3 2 7 0,-28 3 9 16,27-5-12-16,-27 6-4 0,-1-3 5 0,-3 0-2 16,-2 3-3-16,-2 2 2 0,-2-2 5 0,-5 0-6 15,-11-2-17-15,-2 4-6 0,-3-4-19 0,-3 1-14 16,-2 1-20-16,-1 0-16 0,-9-1-17 15,-2 1-101-15,-5 0-228 0,-3-4 101 0</inkml:trace>
  <inkml:trace contextRef="#ctx0" brushRef="#br0" timeOffset="168934.34">11646 17869 28 0,'-46'1'61'0,"46"-1"-6"16,-17 4-2-16,17-4-2 0,0 0-12 0,-13 5 1 16,13-5-8-16,0 0 4 0,-11 4-1 0,11-4 11 15,0 0 7-15,0 0 5 0,0 0-7 0,9 17 5 16,-9-17 4-16,18 7 2 0,2-3 4 0,12 2-4 15,5-3 5-15,24 1 1 0,2 0 13 16,29-4-12-16,-2-2-1 0,4 0-6 0,14 0 0 16,-7-1-5-16,5-7-4 0,10 3 0 0,4-1-3 15,5-2 0-15,5 6-3 0,3-6-5 0,2-3-9 16,7 1 4-16,5 4-2 0,2-4-2 0,4 2-2 16,2 1-1-16,4-4 1 0,-2 4-3 0,-3-1 1 15,5-1-3-15,-4 2-6 0,-2 0-2 0,0-2-5 16,-2 2 9-16,1 3-2 0,-2-2-6 0,-4-4 0 15,3 9 6-15,-9 0-3 0,7-10 1 0,-2 7 3 16,-6 2-1-16,3-1 0 0,-13-2-2 0,-5 1 2 16,1 1-2-16,-7-3-1 0,-8 0-1 0,-12-1 0 15,-3 7-1-15,-31-2 1 0,-2-4 0 0,1 5-2 16,-2-2 1-16,-5-1 1 0,0 4 1 0,-2-3-1 16,-13 4-2-16,-4-1 2 0,-1 1-4 0,-5-1-2 15,1 1-2-15,-11 2-8 0,-3-1-15 0,-2 0-21 16,-16 0-13-16,17-2-23 0,-17 2-29 0,0 0-21 15,11-4-57-15,-11 4-162 0,0 0-367 16,0 0 163-16</inkml:trace>
  <inkml:trace contextRef="#ctx0" brushRef="#br0" timeOffset="169444.86">19234 17058 17 0,'-12'-1'241'0,"1"-1"-3"15,0 1-5-15,3 0-8 0,8 1-14 16,-11 0-19-16,11 0-15 0,-9-1-20 0,9 1-10 16,0 0-14-16,0 0-11 0,0 0-11 0,0 0-15 0,37-5-4 15,-17 2-12-15,10 0-8 0,0 0-12 16,0 0-17-16,1-1-31 0,1 0-31 0,-4 1-28 15,-7 0-31-15,1 1-39 0,-4-1-11 0,0-1-31 16,-5 3-32-16,-2 1-129 0,-11 0-347 0,13-2 153 16</inkml:trace>
  <inkml:trace contextRef="#ctx0" brushRef="#br0" timeOffset="169639.03">19296 17062 140 0,'0'0'150'0,"-7"17"12"0,6-6-1 15,0 5 11-15,-2 2-1 0,2 1-7 0,0 5 2 16,-2-4-9-16,-1 5-7 0,2 0-6 0,-2-1-20 16,1 2-1-16,0-8-15 0,0 1-7 0,-1 5-10 15,4-6-11-15,-2 2-3 0,-2-1-10 16,0-4-16-16,3-2-31 0,1-1-29 0,1 0-30 0,-1-1-37 16,0-11-48-16,0 17-56 0,0-10-179 0,0-7-388 15,0 0 172-15</inkml:trace>
  <inkml:trace contextRef="#ctx0" brushRef="#br0" timeOffset="170530.62">19382 17358 143 0,'13'0'136'0,"8"0"-8"0,6-1-9 0,2-1-10 16,-2 2-10-16,1-3-13 0,-1-1-3 0,-7 1-6 15,1 1-9-15,-7 0 5 0,-3-1 4 0,0 1 5 16,0-1 0-16,-3-2-7 0,-3-1-3 0,0 3-6 16,0-3 7-16,-5 6 1 0,5-11-1 0,-4 7-1 15,-1 4 3-15,0 0-3 0,0-11 0 0,0 11-6 16,0 0-7-16,0 0-8 0,0 0-2 0,0 0-1 16,0 0 3-16,0 0-2 0,0 0-6 0,-12 22 3 15,11-12-3-15,-1-1-4 0,2 1 2 0,-1 3-4 16,2-4-6-16,2 2 1 0,1-2-7 0,1 0 1 15,0 0 0-15,1-1-1 0,3 1 0 16,1-4-4-16,1 0-4 0,0-1 1 0,3-4-4 16,3-2 3-16,2 2-1 0,-5-3-7 0,0 1 5 15,-1-3-2-15,0 0 1 0,-2-2 1 0,-2 0-4 0,1-1-2 16,-1-2 1-16,-1 1-1 0,-3-2-5 16,1-1 3-16,-1-2 1 0,1-1-4 0,-3-1 6 15,0 0-4-15,1 0 2 0,0 4-2 0,-3 0-3 16,3 3 9-16,-3-1 6 0,-1 10 0 0,0-12-3 15,0 12-2-15,4-10-5 0,-4 10 2 0,0 0-1 16,0 0-3-16,0 0-10 0,0 0 13 0,0 0-3 16,1 41 2-16,-1-24 2 0,0-1-6 0,0-1 2 15,3 1 3-15,-2-1 2 0,3-3-4 0,-2 1 0 16,2-3 2-16,1 1 0 0,3-3-2 0,0 1 2 16,-2-2 2-16,3-2-1 0,1-3 8 0,0 1-3 15,3-3 0-15,1-1 1 0,-1-2-8 0,1 0 5 16,-2-1 0-16,-3-2 3 0,2 0-9 15,-3-3 11-15,0 0-2 0,-2-1 2 0,-1-1-8 16,0-2-1-16,-1-2 6 0,-2-2 0 0,1-2-7 0,-2 0-1 16,1-5 2-16,-1 4-1 0,0-7-4 0,-1 3 5 15,1 5-5-15,-1-7-1 0,0 10 7 0,0-3-5 16,0 3-2-16,0 16 1 0,0-21-1 0,0 21-10 16,0-11 8-16,0 11-3 0,0 0-5 15,0 0 2-15,0 0 7 0,0 0 2 0,7 34 6 16,-5-10 0-16,-2 2 6 0,3 3 3 0,-4 0-2 15,2-1-5-15,0-3 5 0,0 0-4 0,1 0 0 16,-1-6-4-16,3-2 4 0,1-1-2 0,0-6 2 16,1 3-1-16,1-5-3 0,2 0 2 0,-3-2 5 15,4 1-5-15,-1-4-6 0,-1 0 4 0,-8-3-4 16,20-4 5-16,-9-1-2 0,-11 5 5 0,19-12-4 16,-10 3-5-16,-1 0 5 0,-5-2-5 0,4-1 1 15,3-2-2-15,-6-3 1 0,1 0-1 0,0-3 1 16,5-5-2-16,-5 8-13 0,3-9 15 0,0 4-5 15,-2 6 4-15,-3 3 3 0,0 3-2 0,-3 10-10 16,4-16 10-16,-4 16-2 0,7-11-2 0,-7 11-4 16,0 0-1-16,0 0 4 0,0 0-8 0,0 0 7 15,0 0 1-15,0 0 1 0,2 37 1 0,-3-21 4 16,-2 3 0-16,1-3-3 0,1 2 1 0,2 0-7 16,0-1-31-16,-1 0-25 0,1-1-29 15,3-2-37-15,1-2-53 0,5 2-62 0,-2-5-281 16,1-1-566-16,3-1 250 0</inkml:trace>
  <inkml:trace contextRef="#ctx0" brushRef="#br0" timeOffset="170765.64">20852 17002 45 0,'0'0'263'16,"0"0"-30"-16,0-14-26 0,0 14-9 0,0 0 10 15,0 0 1-15,0 0-3 0,-3 37-11 0,-1-21-17 16,0 13-12-16,-4-1-14 0,3 1-17 0,1 1-10 16,0-3-16-16,2-2-13 0,-2 4-3 0,4-9-12 15,-1 5-10-15,1-8-29 0,1 0-39 0,0-1-31 16,-1-1-25-16,0-3-33 0,0-12-32 16,3 21-39-16,-1-11-35 0,0-3-25 0,-2-7-144 15,5 13-391-15,-5-13 173 0</inkml:trace>
  <inkml:trace contextRef="#ctx0" brushRef="#br0" timeOffset="171011.72">20938 17335 8 0,'8'-10'124'0,"-2"1"10"16,-6 9 17-16,11-14 5 0,-7 9-11 0,-4 5-7 15,7-8-17-15,-7 8-11 0,0 0 3 0,0 0-4 16,9-2-3-16,-9 2-7 0,0 0-5 0,0 0-10 16,16 7-1-16,-16-7 0 0,11 6 0 0,-4-4 0 15,5 1 1-15,-12-3-3 0,23 0-5 0,-12 0-3 16,2-3 2-16,0 1-2 0,-2 0 1 0,-11 2-5 15,17-9 0-15,-9 6-1 0,-3-3-3 0,-5 6-8 16,6-11-3-16,-6 11-5 0,4-13-4 0,-4 13-6 16,0 0-2-16,-4-23-5 0,4 23-3 0,-10-12-6 15,3 6-18-15,-4 0-21 0,11 6-18 0,-13-5-26 16,13 5-27-16,-13-2-28 0,13 2-29 0,0 0-37 16,0 0-49-16,-21 4-159 0,21-4-422 0,0 0 186 15</inkml:trace>
  <inkml:trace contextRef="#ctx0" brushRef="#br0" timeOffset="171747.87">21408 17115 156 0,'0'0'186'0,"0"0"-10"0,0 0-4 0,0 0-5 16,-14-9-5-16,14 9-1 0,0 0-7 0,-28 15-8 15,18-6-9-15,1-1-4 0,-1 8-5 0,1-2-13 16,-1-1-13-16,3 1-6 0,2 0-7 0,1-1-20 15,4-1 3-15,0-1-7 0,0-11-7 0,3 17-2 16,1-12-17-16,1 2 8 0,4-2-7 0,3-1 4 16,0-3-8-16,2-2-5 0,3 1-1 0,2-3 2 15,-8-1-18-15,3-1 10 0,-2 0-2 0,-3-2-2 16,1 0-1-16,-2 0-1 0,-1-3-3 0,0 2 0 16,0-2-3-16,-3 1 1 0,1-2-1 15,-2 1-2-15,0 0-2 0,-1 1 5 0,-2 9-4 16,4-12 7-16,-4 12-1 0,1-9 0 0,-1 9-4 15,0 0-2-15,0 0 0 0,0 0 3 0,0 0-6 16,0 0 8-16,0 0-3 0,0 0 0 0,0 0-1 0,-2 40-3 16,2-28 0-16,1 0 5 0,0 0-2 15,2 0-21-15,3 0-9 0,-2-2-6 0,1-1-8 16,1-1-1-16,2-1-6 0,2-1 8 0,1 0 1 16,0-4 1-16,8 1 5 0,-6-2 3 0,0-3-2 15,-2-1 8-15,2 2 0 0,-3-3 1 0,2-1 7 16,-1 1 7-16,-3 0 3 0,1-2 3 0,-4 1 4 15,3-1-4-15,-3-1 1 0,0-1 6 0,-5 8 1 16,8-13-3-16,-7 7 13 0,-1 6 8 0,4-12 5 16,-4 12 1-16,1-7 0 0,-1 7-1 0,0 0-1 15,0 0-2-15,0 0-8 0,0 0 4 0,-19-3-1 16,19 3-10-16,-21 12 9 0,7-2-3 16,0-1 0-16,4 1-1 0,0 0-8 0,0 0 3 15,3 0-3-15,1 0-4 0,1-1 5 0,0 0-4 0,5-9 1 16,-3 14 1-16,3-14-6 0,1 10 4 0,-1-10 0 15,9 8 0-15,1-6-1 0,1 0-3 0,-11-2-2 16,24-5 0-16,-11 1 5 0,-2-3-7 0,1 2 1 16,-1-3 6-16,1-2-5 0,-2-2-4 0,-1-2 4 15,0-3-2-15,-3 1 0 0,-2 1 2 16,0-6 0-16,0 2-4 0,-2 0 3 0,-3-8-1 16,2 3-2-16,2-3 1 0,-3-1 2 0,1 3-3 15,0 1 3-15,1 6-1 0,-1 2 0 0,-1 5 12 16,0 11 14-16,0-18-6 0,0 18-6 0,0 0 4 15,1-13-11-15,-1 13 6 0,0 0 15 0,0 0 2 16,0 0 9-16,-1 48-11 0,-2-24-1 0,1 3-3 16,-3 1-10-16,0 4 11 0,0-2-4 0,1 2-7 15,0-3-39-15,1 1-46 0,-3-4-56 0,2-1-57 16,0-7-72-16,1 0-87 0,0-1-174 0,0-6-556 16,3-11 247-16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1T07:19:20.6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20674 5066 12 0,'0'0'20'0,"0"0"-5"0,5-5 1 16,-5 5 1-16,0 0-5 0,0 0 1 0,0 0-2 15,0 0 0-15,0 0 1 0,0 0 4 0,0 0-4 16,0 0 1-16,0 0 5 0,0 0-12 0,0 0 1 16,0 0-2-16,0 0 6 0,3-6-4 0,-3 6-3 15,0 0-2-15,0 0 2 0,0 0-3 0,0 0 1 16,0 0 5-16,0 0-5 0,0 0 3 0,0 0-3 15,0 0 1-15,0 0-3 0,0 0 3 0,0 0 0 16,0 0-2-16,0 0-3 0,0 0 4 0,0 0-8 16,0 0-12-16,0 0-24 0,0 0-45 0,0 0 21 15</inkml:trace>
  <inkml:trace contextRef="#ctx0" brushRef="#br0" timeOffset="2033.6">14061 6961 5 0,'0'0'13'0,"0"0"-3"16,0 0-2-16,0 0 2 0,0 0-18 0,0 0-9 16,0 0 5-16</inkml:trace>
  <inkml:trace contextRef="#ctx0" brushRef="#br0" timeOffset="6577.78">13894 9287 5 0,'0'0'40'0,"1"-7"-8"0,-1 7-3 15,0 0 0-15,0 0-4 0,0 0-8 0,1-9 2 16,-1 9-3-16,0 0-2 0,0 0-1 0,0 0-1 15,0 0-2-15,0 0-6 0,0 0 0 0,0 0 2 16,0 0 0-16,0 0-1 0,0 0-1 0,0 0 0 16,12 19-5-16,-12-19 2 0,0 0-1 0,1 6-2 15,-1-6 5-15,0 0 1 0,0 0-5 0,0 0 4 16,0 0 0-16,1 7-2 0,-1-7 0 0,0 0-2 16,0 0 0-16,0 0 6 0,0 0 0 0,0 0-2 15,0 0-2-15,0 0 10 0,0 0-3 0,0 0-2 16,0 0-1-16,0 0 1 0,0 0 0 0,0 0 2 15,0 0-2-15,0 0-3 0,0 0 4 0,0 0-5 16,0 0 5-16,0 0-2 0,0 0-2 0,0 0 4 16,0 0-3-16,0 0 1 0,0 0-5 0,0 0 5 15,0 0-8-15,0 0 3 0,0 0-1 0,0 0 0 16,0 0 5-16,0 0-3 0,0 0-1 0,0 0 4 16,0 0-3-16,0 0-3 0,0 0 5 0,0 0-1 15,0 0 0-15,0 0-1 0,0 0 3 0,0 0 3 16,0 0 0-16,0 0 0 0,0 0-4 0,0 0 3 15,0 0-3-15,0 0 0 0,0 0-1 0,0 0 0 16,0 0 2-16,0 0 1 0,0 0-2 0,0 0-2 16,0 0 4-16,0 0-13 0,0 0 11 0,0 0-4 15,0 0 1-15,0 0 0 0,0 0 0 0,0 0-3 16,0 0 4-16,0 0 0 0,0 0 0 0,0 0 2 16,0 0-4-16,5 3 1 0,-5-3-15 0,6 5-3 15,-6-5-15-15,5 6-6 0,-5-6-26 0,6 7-69 16,-3-3 30-16</inkml:trace>
  <inkml:trace contextRef="#ctx0" brushRef="#br0" timeOffset="7795.31">21944 8519 44 0,'0'0'56'0,"0"0"-1"16,5 5-4-16,-5-5-4 0,4 7-8 0,0-1-7 16,-2 0 0-16,1 0 5 0,1-1-14 0,-4-5-3 15,3 10 1-15,-3-10-1 0,4 7-5 0,0-3 3 16,-4-4-1-16,4 7 10 0,-4-7 1 0,0 0 10 15,2 5 2-15,-2-5 3 0,0 0 10 0,6 4-7 16,-6-4-6-16,0 0 10 0,15-2-22 0,-4-1 7 16,0-2-9-16,3-1-2 0,4-2 1 0,8-3-6 15,3-2 1-15,4-2-7 0,15-7 3 0,5-3-14 16,6-2-18-16,27-9-36 0,1-3-40 0,-29 11-65 16,35-13-170-16,-7-4 76 0</inkml:trace>
  <inkml:trace contextRef="#ctx0" brushRef="#br0" timeOffset="13039.74">16828 11007 40 0,'0'0'36'0,"0"0"3"16,0 0-1-16,0 0-11 0,11-2-3 0,-11 2 6 15,0 0-5-15,0 0-1 0,0 0-5 0,0 0-1 16,0 0-1-16,0 0 0 0,0 0-5 0,0 0-6 15,0 0 10-15,0 0-2 0,0 0 0 0,0 0-1 16,0 0 0-16,0 0 2 0,0 0-2 0,0 0-1 16,0 0-2-16,0 0-2 0,0 0-2 0,0 0 0 15,0 0-1-15,0 0 2 0,0 0 1 0,0 0 0 0,0 0-6 16,0 0 4-16,0 0-5 0,0 0 1 0,0 0-2 16,0 0 5-16,0 0-6 0,0 0 6 0,0 0-4 15,0 0 3-15,0 0 1 0,0 0-5 16,0 0-3-16,0 0 1 0,0 0 3 0,0 0-3 15,0 0 1-15,0 0 7 0,0 0 0 0,0 0-4 0,0 0-2 16,0 0 3-16,0 0-9 0,0 0 9 0,0 0-3 16,0 0 1-16,0 0-2 0,0 0 1 0,0 0 0 15,0 0-7-15,0 0-3 0,0 0 6 16,0 0-1-16,0 0-18 0,0 0-1 0,0 0-10 0,0 0-45 16,0 0-85-16,0 0 38 0</inkml:trace>
  <inkml:trace contextRef="#ctx0" brushRef="#br0" timeOffset="14503.32">19068 10900 3 0,'0'0'-1'0</inkml:trace>
  <inkml:trace contextRef="#ctx0" brushRef="#br0" timeOffset="17455.59">22357 12964 93 0,'0'0'112'16,"6"-4"3"-16,-6 4-8 0,0 0-11 0,0 0-4 15,0 0-15-15,0 0-6 0,0 0-13 0,0 0 0 16,0 0-14-16,0 0-6 0,0 0-2 0,0 0-3 16,0 0-10-16,0 0 0 0,0 0-8 0,0 0-18 15,0 0 4-15,0 0-6 0,0 0-8 0,0 0 5 16,0 0-6-16,-1-10-8 0,1 10 2 0,0 0-11 16,0 0 10-16,0 0-8 0,0 0-5 0,0 0-2 15,0 0-5-15,0 0 3 0,0 0-8 0,0 0-12 16,0 0 4-16,0 0-4 0,0 0-36 0,0 0-102 15,0 0 46-15</inkml:trace>
  <inkml:trace contextRef="#ctx0" brushRef="#br0" timeOffset="20428.15">20038 13046 14 0,'0'0'35'0,"0"0"0"0,0 0-8 0,0 0-3 16,0 0 4-16,0 0-3 0,0 0-1 0,0 0 0 15,0 0-6-15,0 0 2 0,0 0-4 0,0 0-2 16,0 0-3-16,0 0-4 0,0 0 3 0,0 0-3 15,0 0 0-15,0 0-3 0,-7 14 3 0,7-14-2 16,0 0 2-16,-7 5-2 0,7-5 1 0,-7 2 2 16,7-2-4-16,-8 4 3 0,3-2-7 0,5-2 4 15,-12 6-2-15,7-4-3 0,5-2 5 0,-10 4 8 16,10-4-2-16,-13 2-3 0,7 1-1 0,6-3 2 16,-11 4-8-16,4-4 11 0,7 0-1 15,-9 4-4-15,9-4 1 0,-8 0 1 0,8 0 3 0,-9 3 0 16,9-3-1-16,0 0 1 0,-11 2 8 0,11-2-1 15,-8 1 3-15,8-1-7 0,-9 0 7 0,9 0-12 16,-10 1 2-16,10-1 2 0,0 0-5 0,-13-1 4 16,13 1-5-16,-10 0-1 0,10 0 4 0,-11 3-5 15,11-3 2-15,-11 1 2 0,11-1-6 0,-14 0 0 16,9 1-3-16,5-1 0 0,-13 2 3 0,13-2 2 16,-9 0 9-16,9 0-10 0,-10 0 15 0,10 0-10 15,0 0 7-15,-9 2-9 0,9-2 0 0,0 0 4 16,0 0-2-16,-9 1 5 0,9-1-3 0,0 0 0 15,0 0 0-15,0 0-3 0,0 0-1 0,0 0 7 16,0 0-11-16,0 0 5 0,0 0 2 0,0 0 0 16,0 0 0-16,0 0 5 0,0 0 1 0,0 0-14 15,0 0 11-15,0 0 3 0,33-3-9 0,-22 0 5 16,3 3 4-16,-1-3 1 0,-1 2 1 0,8 0-5 16,0-1 0-16,-2-1 9 0,2 0 2 0,3 0-3 15,-2 0 8-15,8-1 2 0,-7 1-5 0,0 0-19 16,7-1 21-16,-2 0-1 0,-5 1 3 0,-3-2-10 15,-1 1 5-15,1 3-10 0,1-2 14 0,-4-1-7 16,3 3 0-16,-3-3-7 0,-2 2 11 0,3-2-14 16,-3 1 3-16,3 0-1 0,-3 2-4 0,-1-1-1 0,-2 2 7 15,1-4-4-15,-3 2 5 0,-1 0-1 0,-1-2 5 16,-7 4-2-16,13-1 5 0,-8 0 3 16,-5 1-2-16,9-2-4 0,-9 2 13 0,0 0-7 15,9-2-1-15,-9 2 2 0,0 0-3 0,0 0-1 0,0 0-1 16,0 0-2-16,0 0 2 0,0 0-4 15,0 0 1-15,7-1-5 0,-7 1 1 0,0 0-4 16,0 0-1-16,0 0 2 0,0 0-3 0,0 0-3 16,0 0 2-16,0 0-2 0,0 0 0 0,0 0-7 0,0 0 2 15,0 0-8-15,0 0-24 0,0 0-29 16,0 0-28-16,0 0-16 0,0 0-20 0,-15 20-21 16,0-6-126-16,-6 2-291 0,-3-1 129 0</inkml:trace>
  <inkml:trace contextRef="#ctx0" brushRef="#br0" timeOffset="21505.52">12552 14528 107 0,'0'0'100'0,"0"0"-6"0,-6-9-13 0,6 9-5 15,0 0-5-15,-4-7-9 0,4 7-8 0,0 0-10 16,0 0-2-16,2-10-3 0,-2 10-7 0,0 0-9 15,5-5 2-15,-5 5 3 0,5-6-6 0,-5 6 1 16,7-2-10-16,-7 2-7 0,8-3-12 0,-8 3-22 16,7-1-10-16,-7 1-5 0,0 0-19 0,0 0-66 15,14 4-138-15,-14-4 61 0</inkml:trace>
  <inkml:trace contextRef="#ctx0" brushRef="#br0" timeOffset="22063.56">14849 15337 33 0,'0'0'53'0,"0"0"-2"15,0 0-2-15,0 0 7 0,0 0-9 0,0 0-2 0,-8 0 4 16,8 0-15-16,0 0-3 0,0 0-6 0,0 0-12 16,0 0 1-16,0 0-13 0,0 0-9 0,0 0-5 15,0 0-20-15,0 0-42 0,0 0-80 0,0 0 35 16</inkml:trace>
  <inkml:trace contextRef="#ctx0" brushRef="#br0" timeOffset="23543.04">16860 14634 16 0,'0'0'29'0,"0"0"-20"0,0 0-6 0,0 0-8 16,0 0-4-16,0 0-10 0,0 0 5 0</inkml:trace>
  <inkml:trace contextRef="#ctx0" brushRef="#br0" timeOffset="24169.45">16814 16105 39 0,'0'0'78'0,"0"0"-7"0,0 0-15 0,0 0-2 0,0 0-6 15,0 0 11-15,0 0-20 0,0 0 2 16,0 0-4-16,0 0 3 0,0 0-14 0,0 0 3 16,0 0-1-16,0 0 2 0,0 0 0 0,0 0-8 15,0 0-4-15,0 0 2 0,0 0-3 0,0 0-3 0,0 0-2 16,0 0 10-16,0 0 10 0,0 0 4 16,0 0-9-16,0 0 4 0,0 0-17 0,0 0 7 15,0 0 2-15,0 0 0 0,0 0-1 0,0 0 5 16,0 0-6-16,0 0-2 0,5-16 1 0,-5 16-4 15,0 0-3-15,0 0 16 0,0 0-20 0,0 0 8 16,0 0-9-16,0 0 2 0,0 0-2 0,0 0 0 0,0 0-7 16,0 0 4-16,0 0 0 0,0 0 1 0,0 0-5 15,0 0 9-15,0 0-7 0,0 0-4 0,0 0-10 16,0 0 17-16,0 0-6 0,0 0 9 16,0 0-7-16,0 0 2 0,0 0 0 0,0 0-6 15,0 0 0-15,0 0 2 0,0 0-6 0,0 0 7 0,0 0 10 16,0 0-3-16,0 0-1 0,0 0-1 15,0 0-9-15,0 0 1 0,0 0-1 0,0 0 6 0,0 0-2 16,0 0 2-16,0 0-3 0,0 0 0 16,0 0-11-16,0 0-5 0,0 0 5 0,0 0-9 15,0 0-11-15,0 0 0 0,0 0-11 0,0 0-4 16,0 0-10-16,0 0-7 0,0 0-6 0,0 0-9 0,0 0 1 16,0 0-54-16,0 0-139 0,0 0 61 15</inkml:trace>
  <inkml:trace contextRef="#ctx0" brushRef="#br0" timeOffset="25619.6">18974 14844 118 0,'0'0'134'0,"0"0"-9"15,0 0-10-15,0 0-9 0,0 0-15 0,0 0-6 16,0 0-11-16,0 0-10 0,0 0-11 0,0 0-1 16,0 0-6-16,0 0-6 0,0 0-3 15,0 0-3-15,0 0-6 0,0 0-1 0,0 0-11 16,0 0 2-16,0 0 4 0,0 0-4 0,0 0 0 0,0 0-4 15,0 0-4-15,0 0 9 0,0 0 0 0,0 0-10 16,0 0 1-16,0 0 0 0,0 0-16 0,0 0 13 16,0 0-3-16,0 0 0 0,0 0-1 0,0 0 6 15,0 0-7-15,0 0 1 0,0 0-1 0,0 0 3 16,0 0-7-16,0 0 8 0,0 0-8 0,0 0 5 16,0 0-4-16,0 0 3 0,0 0-3 0,0 0 2 15,0 0-2-15,0 0-4 0,0 0 10 0,0 0-2 16,0 0-1-16,0 0-2 0,0 0 9 15,0 0-6-15,0 0-5 0,0 0 0 0,0 0 3 16,0 0-1-16,0 0-5 0,0 0 1 0,0 0 1 16,0 0 1-16,0 0 4 0,0 0 1 0,0 0 0 0,0 0 1 15,0 0-2-15,0 0-2 0,0 0 0 0,0 0-18 16,0 0 19-16,0 0 0 0,0 0-2 0,0 0 1 16,0 0-2-16,0 0 1 0,0 0 1 15,0 0-6-15,0 0 0 0,0 0 4 0,0 0-1 16,0 0-5-16,0 0-2 0,0 0 3 0,0 0 0 0,0 0-7 15,0 0 4-15,0 0-14 0,0 0 0 0,0 0 2 16,0 0-14-16,0 0 7 0,0 0-8 0,0 0 6 16,0 0-2-16,0 0-7 0,0 0 2 0,0 0 0 15,0 0 5-15,0 0 5 0,0 0-8 0,0 0 10 16,0 0-13-16,0 0 9 0,0 0-6 16,0 0-3-16,0 0 4 0,0 0 6 0,0 0 2 0,0 0 5 15,0 0 0-15,0 0 2 0,0 0 2 0,0 0 0 16,0 0-2-16,0 0 1 0,0 0-5 15,0 0 0-15,0 0-6 0,0 0-2 0,0 0-1 16,0 0-5-16,0 0-20 0,0 0-61 0,0 0 200 16,0 0-123-16,0 0-44 0,0 0 21 0</inkml:trace>
  <inkml:trace contextRef="#ctx0" brushRef="#br0" timeOffset="27411.12">12406 17415 60 0,'0'0'63'0,"0"0"-2"0,0 0-26 0,0 0 4 16,0 0-29-16,0 0-5 0,0 0-16 0,0 0-33 0,0 0-48 16,0 0 22-16</inkml:trace>
  <inkml:trace contextRef="#ctx0" brushRef="#br0" timeOffset="27739.18">14018 17438 50 0,'0'0'73'0,"0"0"-14"0,0 0-1 15,0 0-11-15,0 0-12 0,0 0-20 0,7-5-4 16,-7 5-11-16,0 0-26 0,0 0-28 0,0 0-58 16,0 0 26-16</inkml:trace>
  <inkml:trace contextRef="#ctx0" brushRef="#br0" timeOffset="28444.58">15293 17321 68 0,'0'0'106'15,"0"0"-11"-15,-6-15-10 0,6 15-12 0,0 0 1 16,0 0-18-16,0 0-2 0,0 0-15 0,0 0-19 16,0 0 1-16,0 0-16 0,0 0-14 0,0 0-9 15,0 0-17-15,0 0-6 0,0 0-15 0,0 0-34 16,0 0-97-16,0 0 44 0</inkml:trace>
  <inkml:trace contextRef="#ctx0" brushRef="#br0" timeOffset="146848.01">16962 15841 20 0,'0'0'92'16,"0"0"-9"-16,0 0-11 0,0 0-8 0,3-7-6 16,-3 7-2-16,0 0-3 0,0 0-16 0,0 0-4 15,0 0 2-15,0 0 3 0,0 0-8 0,0 0-3 16,0 0-8-16,0 0-6 0,2-7-11 0,-2 7-6 15,0 0-17-15,0 0-30 0,0 0-59 0,0 0-118 16,0 0 52-16</inkml:trace>
  <inkml:trace contextRef="#ctx0" brushRef="#br0" timeOffset="147759.71">12624 17473 5 0,'10'0'4'0,"-10"0"12"0,0 0-4 16,0 0-3-16,0 0 6 0,0 0 1 0,0 0-3 15,0 0 0-15,0 0-1 0,0 0-1 0,0 0-8 16,0 0 3-16,0 0-4 0,0 0 3 0,0 0-5 16,0 0 8-16,0 0-7 0,12-2-1 15,-12 2-26-15,0 0-27 0,9 2 13 0</inkml:trace>
  <inkml:trace contextRef="#ctx0" brushRef="#br0" timeOffset="153565.89">12246 17433 100 0,'0'0'97'0,"0"0"-4"0,0 0-20 16,0 0 2-16,2-9-23 0,-2 9-18 0,0 0-24 15,0 0-28-15,0 0-31 0,0 0-30 0,0 0-83 16,-16 21 37-16</inkml:trace>
  <inkml:trace contextRef="#ctx0" brushRef="#br0" timeOffset="158985.81">12350 17655 43 0,'0'0'100'0,"0"0"-12"0,0 0-4 0,0 0-5 15,0 0-13-15,0 0-11 0,0 0 0 0,0 0-12 16,0 0 5-16,0 0-6 0,0 0-7 0,0 0-6 16,0 0-10-16,0 0-13 0,0 0 10 0,8 2-25 15,-8-2-4-15,0 0-5 0,0 0-3 0,-11 15 4 16,11-15-10-16,0 0 4 0,-8 9-1 0,8-9-2 16,0 0 4-16,-6 7-2 0,6-7 5 0,0 0-9 15,0 0-3-15,0 0 9 0,0 0-8 0,0 0 5 16,0 0-5-16,0 0 9 0,0 0 0 0,0 0 3 15,0 0-3-15,0 0 2 0,0 0 9 0,0 0-9 16,0 0-2-16,0 0-21 0,0 0-45 0,0 0 21 16</inkml:trace>
  <inkml:trace contextRef="#ctx0" brushRef="#br0" timeOffset="179374.77">29401 5421 10 0,'0'0'15'0,"0"0"0"0,0 0 1 16,0 0 1-16,0 0 0 0,0 0-3 0,0 0 3 15,0 0-3-15,0 0 1 0,5-4-3 0,-5 4-1 0,0 0-1 16,0 0-4-16,0 0 3 0,4-6-5 16,-4 6 4-16,0 0 4 0,0 0-5 0,0 0-4 15,0 0 1-15,1-8 4 0,-1 8-5 0,0 0 3 16,0 0-5-16,0 0 8 0,0 0-11 0,2-5 10 16,-2 5-7-16,0 0 4 0,0 0 0 0,0 0-10 0,0 0 5 15,3-7-3-15,-3 7 3 0,0 0-4 0,0 0 0 16,0 0 4-16,0 0-3 0,0 0 6 15,0 0-3-15,0 0-2 0,0 0-1 0,0 0 3 0,0 0 5 16,0 0-5-16,0 0-3 0,0 0 3 16,0 0 1-16,0 0 3 0,0 0-9 0,0 0 3 0,0 0 1 15,0 0 2-15,0 0 1 0,0 0-3 0,0 0 1 16,0 0 1-16,0 0-1 0,0 0 0 16,0 0 0-16,0 0 1 0,0 0 1 0,0 0 4 15,0 0-7-15,0 0-1 0,0 0 1 0,0 0 0 16,0 0 4-16,0 0-3 0,0 0-3 0,0 0 0 0,0 0 11 15,0 0-9-15,0 0 2 0,0 0-1 0,0 0-2 16,0 0 1-16,-1-9-2 0,1 9 2 0,0 0 0 16,0 0-2-16,0 0 3 0,0 0 2 0,0 0-4 15,0 0 4-15,0 0-3 0,0 0-2 16,0 0 6-16,0 0-4 0,0 0 2 0,0 0 2 0,0 0-2 16,0 0 2-16,0 0 0 0,0 0-4 0,0 0-3 15,0 0 7-15,0 0-2 0,0 0 3 0,0 0-4 16,0 0-1-16,0 0 0 0,0 0-2 0,0 0 5 15,0 0-4-15,0 0 4 0,0 0 1 16,0 0-5-16,0 0-1 0,0 0-6 0,0 0-3 0,0 0-2 16,0 0-8-16,0 0-14 0,0 0-38 0,0 0 18 15</inkml:trace>
  <inkml:trace contextRef="#ctx0" brushRef="#br0" timeOffset="188765.82">29159 5377 3 0,'0'0'6'0,"0"0"8"0,0 0 4 15,0 0-2-15,0 0-6 0,0 0-2 0,3-7-2 16,-3 7 6-16,0 0-8 0,0 0 4 0,0 0-4 16,0 0 1-16,0 0 1 0,0 0-1 0,0 0-5 15,0 0-10-15,0 0-10 0,0 0-21 16,0 0 10-16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6T04:23:37.2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9472 4016 11 0,'-1'-12'196'15,"-2"1"-20"-15,2 0-19 0,-2 2-16 0,2-1-9 16,-1 2-4-16,-2-1-8 0,2 2 4 0,2 7-6 16,-3-9-1-16,3 9-6 0,-3-6-7 0,3 6-14 15,-4-7-8-15,4 7-11 0,0 0-10 16,0 0-4-16,0 0-11 0,0 0-3 0,-14 15-3 0,8-1-6 16,-2 3 4-16,-7 8 1 0,5 5-1 0,-7 3-2 15,2-2-1-15,-3 1-5 0,1-1-1 0,-2-1-6 16,3 2 0-16,0-3-1 0,2-2-3 15,0-3-2-15,2 0 6 0,3 0-6 0,3-7-3 16,-3 0-6-16,1 1 4 0,1-3-6 0,-1-2-15 16,3 0-19-16,0-4-34 0,2 2-42 0,3-11-37 0,-2 17-34 15,-1-10-171-15,3-7-373 0,0 0 166 0</inkml:trace>
  <inkml:trace contextRef="#ctx0" brushRef="#br0" timeOffset="162.41">9127 4018 38 0,'0'0'50'0,"22"-1"-31"0,-11 2-38 0,7 1-18 0,1 1 8 15</inkml:trace>
  <inkml:trace contextRef="#ctx0" brushRef="#br0" timeOffset="319.94">9506 4429 31 0,'4'5'135'0,"2"-1"-22"0,-6-4-35 0,6 5-34 16,-6-5-29-16,11 2-28 0,-6-1-55 0,-5-1-73 15,9 0 33-15</inkml:trace>
  <inkml:trace contextRef="#ctx0" brushRef="#br0" timeOffset="612.73">10023 4032 132 0,'0'-11'201'0,"0"4"0"0,0 7-9 15,1-12-5-15,-1 12-19 0,-1-11-14 0,1 11-22 16,0 0-13-16,0 0-15 0,0 0-3 0,0 0 3 16,0 0-7-16,6 34-6 0,-5-7-7 0,-1 3-7 15,-3-1-8-15,-1 0-5 0,4 0-7 16,-3 0-1-16,2-3-7 0,1-1-8 0,0 0 0 0,0 0-5 15,-1-6-3-15,0 0-18 0,1-1-27 0,0 1-31 16,0-1-20-16,-2-1-33 0,1-3-21 0,1-1-38 16,0-1-29-16,-1-1-139 0,1 2-349 0,0-13 155 15</inkml:trace>
  <inkml:trace contextRef="#ctx0" brushRef="#br0" timeOffset="928.69">10024 3968 94 0,'8'-3'114'15,"-2"1"3"-15,5 2-7 0,-11 0-5 0,17 3-6 16,-8 3-12-16,0 0-4 0,1 3-3 0,1 3-7 16,-2 4-9-16,-2 2-4 0,1 6-5 0,-4 0-7 15,-2 4-1-15,-2-10-14 0,-2 1 3 0,-2-1-3 16,-1-1 5-16,-7 5-8 0,5-8-6 0,-4 0-3 15,-1-1 6-15,1-2-9 0,4-3 0 16,0-3-1-16,0 1 0 0,2-2 6 0,5-4-3 0,-8 4-4 16,8-4-2-16,-7 5 2 0,7-5-6 0,-3 2-2 15,3-2-2-15,0 0-3 0,0 0-3 0,0 0-8 16,0 0 14-16,19 6-2 0,-11-5 1 0,3 0-5 16,2 3-2-16,5-1-26 0,-2-1-24 0,5 2-25 15,-3 0-36-15,1 0-22 0,-3-1-76 0,-3 0-228 16,1 1 100-16</inkml:trace>
  <inkml:trace contextRef="#ctx0" brushRef="#br0" timeOffset="1574.82">10328 4415 142 0,'13'-4'151'0,"-1"-2"-5"0,5-3-7 0,0 1-7 0,0-2-6 15,-2 1-8-15,3-1-8 0,-1-2-9 0,4-3-8 16,-3 1-8-16,-4 1-8 0,0 0-8 0,-1 0-1 15,-1-1-9-15,0 0-6 0,-4 0-1 0,-3 2-5 16,-1 0-7-16,-1 1 2 0,-1 0-1 16,-4-1 1-16,0 3-6 0,-1-1-4 0,0 3 1 0,-2 2-5 15,-2 2-4-15,0-1 2 0,-3 3-6 0,10 1 2 16,-20 6-4-16,5 1-1 0,2 5 1 0,-2 1-3 16,2-2-5-16,0 6 2 0,4-2-1 0,2 2-4 15,-1-2-1-15,2 4 2 0,3-4-3 0,3-3 3 16,1 4 0-16,6 0-2 0,-2-6-1 15,3 0-1-15,3 2-3 0,6-4-9 0,-1 0-3 0,6-2-6 16,5-2 1-16,0-2-7 0,3-2-2 0,1-3 0 16,-2-3-1-16,1 2 1 0,-2-3 0 0,1-1-1 15,-4 0 6-15,1-4 1 0,-6 2 6 0,-1-2-4 16,-3 2 4-16,1 1-1 0,-4-2 9 0,0 0-1 16,-2-3-4-16,-5 3 0 0,0-3 5 15,0-2 4-15,-5 5 4 0,2-2 3 0,-3 1 9 0,-3 2 8 16,1 1 5-16,-2 3-4 0,1-3 0 0,-3 4-5 15,-1 3 0-15,7 2-3 0,0 0-1 0,-23 7-3 16,13 2 1-16,-5 2 1 0,2 2-6 16,-1 0 4-16,3 1-5 0,0 1 4 0,1-2-1 15,1 1-3-15,4 1 5 0,4-5-3 0,-2 0-3 16,4 0 0-16,1-2-2 0,0 0 3 0,2-2-2 0,1 1-6 16,0-4 7-16,6 2 1 0,-5-2-4 0,2-2 4 15,-1 1-4-15,-7-2 1 0,14-3 1 16,-14 3-3-16,13-2-1 0,-5 1 6 0,-8 1-4 0,11-4-2 15,-11 4-6-15,5-1 1 0,-5 1 2 16,0 0 0-16,0 0 0 0,0 0-3 0,12 4 3 16,-12-4 0-16,0 0-4 0,8 17 7 0,-5-8 2 0,-3 2-5 15,2 1 4-15,-2-1 1 0,1 8-2 16,0-2-1-16,-2 1 3 0,0-3 3 0,-3 6-3 16,-2-3 4-16,1 7 0 0,-7-1 1 0,4-5-3 15,-6 4 6-15,5-6-6 0,-5 6-1 0,4-9-19 16,-2 1-26-16,0 0-35 0,0-3-34 0,4-3-51 0,-2 0-168 15,0-1-355-15,0 0 157 0</inkml:trace>
  <inkml:trace contextRef="#ctx0" brushRef="#br0" timeOffset="1966.13">10993 4295 96 0,'0'0'157'16,"0"0"-15"-16,4-7-1 0,-4 7-8 0,0 0 3 16,0 0-1-16,0 0-13 0,-2 23-8 0,5-13-11 15,-2 1-8-15,3-1-9 0,0 1-4 0,1 0-8 16,3 0-10-16,-2-1-2 0,2-2-5 0,2 0-9 16,0-3-9-16,1 1 1 0,1-1 2 0,0-1-10 15,-1-2-2-15,1-1 1 0,-2-2-4 0,3-1-4 16,-3-1 1-16,-1-1-4 0,0-1 3 0,-2-4-10 15,-1 1 3-15,-3-1-3 0,1 0 0 0,-2-2-5 16,0-1 1-16,0-4 1 0,-2 4-4 0,-2-1 5 16,0-2 3-16,-1-1-5 0,0 0 6 0,3 4 6 15,-3 3 13-15,1 1 3 0,2 8-1 0,-2-10-6 16,2 10 0-16,-2-7-7 0,2 7-2 0,0 0-5 16,0 0 0-16,0 0 0 0,0 0 0 0,3 29-3 15,-3-18-2-15,4 6 3 0,-4 0-4 0,2 1 0 16,0 0-3-16,2-2-6 0,0 2-19 0,-1-2-23 15,-1 2-35-15,4-3-26 0,-2-4-39 0,0 2-45 16,1-1-167-16,-4-5-381 0,4 1 169 0</inkml:trace>
  <inkml:trace contextRef="#ctx0" brushRef="#br0" timeOffset="2190.98">11468 4047 173 0,'-1'-7'212'0,"1"7"-15"0,0-10-24 16,0 10-17-16,0 0-5 0,0 0-1 0,0 0-2 15,-1 30-3-15,1-5-12 0,0 2-7 0,-4 2-15 16,3 1-9-16,-2 1-13 0,1-2-1 0,3 1-12 16,-1 0-2-16,0 0-17 0,0-4-28 0,1 0-35 15,3-1-36-15,1-2-37 0,1-6-36 0,2-2-39 16,0 2-43-16,-3-5-103 0,3-3-324 0,0-2 143 15</inkml:trace>
  <inkml:trace contextRef="#ctx0" brushRef="#br0" timeOffset="2535.94">11790 4259 174 0,'-6'-10'203'15,"0"3"-9"-15,-3-1-16 0,1 6 1 0,-6 1-9 16,-4 4-4-16,0 4-11 0,1-1-12 0,0 4-12 15,-5 6-9-15,7-4-11 0,-1 4-10 0,3-1-11 16,4-1-6-16,-1-1-10 0,7 0-9 0,-3-3-2 16,6 1-5-16,2-1-5 0,-1-2-8 15,3 2-2-15,0-3-10 0,3-2-5 0,1 1-4 0,2-2-6 16,4-4-3-16,-14 0-10 0,21-2 2 0,-9 0-5 16,-1-2 2-16,-2 0-3 0,1 0 5 0,-5-2-3 15,1-1 3-15,-2 1 0 0,-1-1-4 0,-1-2-3 16,2 1 5-16,-3-3-4 0,1 4 2 15,-2 7 3-15,2-12 7 0,-1 6 4 0,-1 6 0 16,2-8-11-16,-2 8 1 0,0 0-3 0,0 0-3 0,0 0-1 16,0 0 1-16,0 0 2 0,0 0-1 0,14 17 2 15,-9-8 5-15,0 0-9 0,-1 1-6 16,1-1-18-16,-1 2-29 0,1-2-32 0,-5-9-39 16,11 20-37-16,-2-10-51 0,-6-2-149 0,-3-8-392 15,13 11 173-15</inkml:trace>
  <inkml:trace contextRef="#ctx0" brushRef="#br0" timeOffset="2778.99">12050 4081 104 0,'0'-18'211'0,"1"0"-12"0,-1 3 5 0,0 3 12 15,0 3-6-15,-1 2-14 0,1 7-22 0,0-10-16 0,0 10-14 16,0 0-12-16,0 0-5 0,0 0-3 0,5 35-4 15,-4-10-6-15,-1 2-6 0,4 6-11 0,-4 0-8 16,-4 0-6-16,4 2-7 0,-2-2-8 16,-1-2-10-16,2-2-1 0,-3 3-3 0,4-4-16 15,0-3-22-15,0-2-30 0,0-4-44 0,0-4-35 16,5 1-38-16,-5-6-43 0,3 0-39 0,-2 1-32 16,0-1-131-16,-1-10-405 0,0 0 180 0</inkml:trace>
  <inkml:trace contextRef="#ctx0" brushRef="#br0" timeOffset="3042.99">11931 4302 24 0,'8'-4'134'0,"-2"1"0"0,-6 3-6 16,19-4-4-16,-5 2-20 0,5 1-4 0,1 0-7 15,1-1-9-15,6 2-10 0,-3 0-5 0,2 2-4 16,1-1-6-16,-8-1-10 0,-2 3 3 0,2-1 0 15,-1-2-15-15,-7 2-7 0,2 0 4 0,-3-1-8 16,0 3 5-16,-3-2 3 0,-1 3 7 0,-1-1 0 16,2 3 4-16,-3-2-3 0,-1 5 6 0,1-2 2 15,-1 2-6-15,-2 1 0 0,0 1-3 0,-1 0-7 16,2 4 3-16,-4-5-9 0,2 1-15 0,0-1-36 16,0-11-30-16,5 22-38 0,-5-12-53 0,2-1-145 15,-2-9-314-15,0 0 139 0</inkml:trace>
  <inkml:trace contextRef="#ctx0" brushRef="#br0" timeOffset="3215.92">12262 4039 7 0,'0'0'141'0,"0"0"-32"15,0 0-49-15,0 0-37 0,0 0-47 0,10 27-29 16,0-14-58-16,1 1 27 0</inkml:trace>
  <inkml:trace contextRef="#ctx0" brushRef="#br0" timeOffset="3734.38">12517 4353 178 0,'-8'8'179'0,"1"1"-7"16,1-1-2-16,-1 2-2 0,1-2-13 0,2 2-12 16,0-1-10-16,4-9-13 0,-2 19-12 0,2-12-12 15,0-7-4-15,8 16-10 0,2-7-9 16,-3-3-4-16,2 0-9 0,5 4-4 0,-1-7-6 0,0-1-3 16,1 0-8-16,5-1-9 0,-5-1-6 0,-1-3-5 15,1-1-2-15,-5 0-1 0,-1 1 0 0,-8 3-5 16,15-12 0-16,-9 7-2 0,1-4 3 0,-5 1-5 15,2 0 1-15,-1-3 1 0,-2 1-6 16,-1 1 2-16,2-3-2 0,-2 2 1 0,2 0 0 16,0 0-2-16,2 1-1 0,-4 2-6 0,0 7 8 0,3-10-2 15,-3 10-1-15,6-5-1 0,-6 5 2 0,0 0-2 16,0 0 6-16,0 0 0 0,16 13-2 0,-14-8 3 16,3 1 0-16,-5-6 0 0,4 16-3 15,0-8-1-15,-4-8 1 0,5 15 3 0,-5-9 1 16,0-6 0-16,5 8-2 0,-5-8 1 0,0 0 5 15,4 9 0-15,-4-9-2 0,0 0-1 0,5 1 0 0,-5-1 0 16,0 0-1-16,0 0-1 0,10-15-2 0,-5 7-1 16,3 2 0-16,0-4 1 0,1 1 1 0,3-3-2 15,1 1 0-15,2 0-3 0,1 1 0 16,-3-1 1-16,3 3-2 0,0 0 7 0,-4 4-9 16,-1 0 4-16,2 2-1 0,-6 0 4 0,4 4 2 15,-5 0 7-15,4 2 2 0,-6 0 4 0,3 4 3 0,-3 0-2 16,-1 2 1-16,-1-1 1 0,0 1-6 15,-2-1 2-15,-2 2 2 0,0 0-3 0,-1 1-14 16,1 1-30-16,-2-2-48 0,4 0-48 0,0-11-64 16,-3 20-208-16,2-15-429 0,1-5 190 0</inkml:trace>
  <inkml:trace contextRef="#ctx0" brushRef="#br0" timeOffset="3922.91">13438 4217 182 0,'0'0'180'16,"0"0"-25"-16,8-4-13 0,-8 4-23 0,0 0-25 16,17-2-37-16,-17 2-41 0,19-1-46 0,-11 2-51 15,-1 2-58-15,-7-3-152 0,16 1 68 0</inkml:trace>
  <inkml:trace contextRef="#ctx0" brushRef="#br0" timeOffset="4071.83">13398 4378 126 0,'-9'7'200'0,"9"-7"-17"0,0 0-11 16,-9 4-11-16,9-4-17 0,-3 3-8 0,3-3-20 15,0 0-8-15,0 0-6 0,0 0-24 0,23 3-47 16,-23-3-57-16,34-4-81 0,-16 1-131 0,0-2-257 15,2 0 114-15</inkml:trace>
  <inkml:trace contextRef="#ctx0" brushRef="#br0" timeOffset="4816.63">16148 3647 118 0,'0'0'203'16,"-10"-4"5"-16,5 0-11 0,5 4-1 0,-7-5-9 15,7 5-10-15,-6-4-20 0,6 4-14 0,0 0-11 16,0 0-17-16,10-13-11 0,-1 11-9 0,3 1-10 16,3-2-6-16,4 6-6 0,-4 0-6 0,3 3-10 15,0 1-5-15,0 4-6 0,-4 1-7 0,1 0-1 16,-4 2-2-16,-2 3-2 0,-2 1-2 0,-3 1-4 16,-3 5 0-16,-3-5-6 0,-2 5 3 0,-3 1-2 15,-3-7 1-15,-4 4-5 0,2-5 1 0,-10-1-4 16,3 1-1-16,-4 0-2 0,0-3-1 15,6-4 1-15,-10 0-2 0,7-3 0 0,3-2 8 0,-1-1-8 16,7-1-4-16,1-3 2 0,3 2 3 0,1-1 0 16,6-1-6-16,-9 1 0 0,9-1-3 0,0 0-5 15,0 0 7-15,0 0-6 0,0 0 6 16,20-11-3-16,-2 8 2 0,3-2-6 0,-1 3 2 16,11-3 0-16,2 3 1 0,0 0-11 0,4-2-21 15,0 0-30-15,2 0-32 0,12 1-31 0,-13 2-33 0,14 0-29 16,-16-2-31-16,0 5-145 0,-5-4-391 0,1 1 173 15</inkml:trace>
  <inkml:trace contextRef="#ctx0" brushRef="#br0" timeOffset="5165.92">16796 3643 117 0,'0'-10'197'0,"0"10"-7"16,-1-12-10-16,0 6-17 0,1 6-17 15,0 0-19-15,-3-9-13 0,3 9 11 0,0 0-4 16,0 0 1-16,8 21-7 0,-5-9-9 0,4 4-1 16,-1 2-7-16,2-2-3 0,1 2-6 0,2 9-6 15,-4-9-6-15,8 5-5 0,-9-5-10 0,3 0 6 0,0-2-16 16,-1 0-6-16,1-2-4 0,-3-2-1 16,1 0-4-16,-1-4-3 0,2 3-5 0,-4-4-3 15,-1 0-2-15,0-2-2 0,1 0-5 0,-4-5 5 16,4 8 0-16,-4-8-3 0,2 6 5 0,-2-6 14 15,0 0-6-15,0 0-1 0,0 0-3 0,16-21-5 16,-7 9-2-16,-3-4-5 0,1-1 9 0,3-2-13 16,1-4 0-16,0-1-3 0,1-1 2 0,-3 1 3 15,4-1-24-15,0-1-17 0,-1 4-7 0,-3 4-18 16,0 5-14-16,0 4-21 0,-3 2-37 0,-2 0-33 16,1 5-22-16,-5 2-24 0,8 0-22 0,-8 0-132 15,4 10-385-15,-4-1 170 0</inkml:trace>
  <inkml:trace contextRef="#ctx0" brushRef="#br0" timeOffset="5662.98">17140 4039 137 0,'2'6'176'16,"-2"-6"8"-16,3 5 0 0,-3-5 6 0,0 0 1 15,0 0 2-15,0 0-1 0,2 6-6 0,-2-6 1 16,0 0-7-16,0 0-11 0,0 0-14 0,0 0-19 15,0 0-7-15,0 0-5 0,0 0-19 0,0-26-6 16,0 17-16-16,2-1-6 0,-2 0-6 0,1-2-10 16,0-3-10-16,1 4 3 0,1-5-8 0,0 1-2 15,2-3-7-15,1 7-6 0,-3-1-1 0,5-4-4 16,-1 4-7-16,2 2 0 0,1 0-4 0,3 1-6 16,0 3 4-16,-3 2-4 0,2 3-1 0,2 1-2 15,0 2-3-15,2 2-1 0,-4 1-2 0,1 1 4 16,0 4-2-16,-2 2 0 0,2-2-4 0,-3 3 3 15,-3-2 3-15,3 2 0 0,-7-2-4 0,3-1 3 16,-4-1-1-16,1-2 9 0,-3 2-7 0,0-1-1 16,0-8 0-16,2 10-1 0,-2-10 2 0,-2 9 0 15,2-9 2-15,0 0 6 0,-3 6-4 0,3-6-4 16,0 0-5-16,0 0 4 0,0 0 2 0,0 0 6 16,0 0-10-16,-6-22 1 0,6 22-7 0,6-16 5 15,-1 7 1-15,2-2-7 0,2-6 1 0,2 2-4 16,1 1 2-16,0 1-1 0,1-1-1 0,-1 4 12 15,-2 1-10-15,-1 4-3 0,1 1 0 0,-2-2-1 16,-2 4-1-16,-6 2 6 0,14 2-3 0,-7 2 1 16,0 2-2-16,0-1 0 0,-2 4 2 0,1-1-6 15,1 2-5-15,-2 4-22 0,-1-2-28 0,-2 4-22 16,-1 1-30-16,-2 0-43 0,1 1-37 0,-1-3-25 16,-4 2-36-16,-4 1-135 0,0-3-430 0,1 1 191 15</inkml:trace>
  <inkml:trace contextRef="#ctx0" brushRef="#br0" timeOffset="5978.95">16503 4334 171 0,'-5'3'175'0,"5"-3"-6"0,0 0-4 0,0 0 5 0,40-2-4 16,-3 1-4-16,26-5-6 0,32-5-11 15,8-2 0-15,0 1-15 0,-2 2-9 0,3 2-7 16,-6 0-3-16,-9 2-15 0,-26-1-9 0,-5 3-8 0,2 1-9 16,-8 0-6-16,-1-2-5 0,-15 3-4 0,-3 0-3 15,-2-1-8-15,-2 2-2 0,-10-1-8 0,-2 2 1 16,-6 2-8-16,0-2 2 0,-3-2-5 15,-8 2-8-15,13-1-20 0,-13 1-28 0,6 1-44 16,-6-1-51-16,0 0-34 0,0 0-58 0,-28 9-164 16,7-4-414-16,-11 2 183 0</inkml:trace>
  <inkml:trace contextRef="#ctx0" brushRef="#br0" timeOffset="6287.21">16944 4585 147 0,'-13'-2'273'0,"13"2"-26"16,-5-1-21-16,5 1-22 0,0 0-16 0,0 0-9 16,0 0-11-16,0 0-4 0,0 0-2 0,36 3-19 15,-24 4-12-15,3 2-10 0,-1-1-17 0,0 3-6 16,-2 0-10-16,-3-2-9 0,-2 0-8 0,2-1-5 0,-2 6-6 15,-4-4-11-15,1 0-3 0,-2 0-1 16,-4-1-5-16,-2 0 3 0,-1 3-4 0,-5 0 4 16,-4 0-10-16,1-2 3 0,-2-1-6 0,-1 2 3 15,1-4-4-15,4 0-12 0,-1-3-15 0,1 0-33 0,0-1-27 16,4 0-31-16,-2-2-29 0,9-1-37 16,-10 1-47-16,10-1-43 0,0 0-173 0,0 0-452 15,0 0 199-15</inkml:trace>
  <inkml:trace contextRef="#ctx0" brushRef="#br0" timeOffset="6530.28">17270 4527 230 0,'4'-4'271'0,"-4"4"-26"0,6-5-22 0,-6 5-26 16,0 0-19-16,6-4-23 0,-6 4-4 0,0 0 2 15,6 10 12-15,-6-10-3 0,4 13-6 0,-3-3-1 16,1 3-14-16,1-1-6 0,-2 3-11 0,2 2-9 15,0 0-2-15,-2-1-23 0,1-2-9 0,0-2 0 16,-2 0-1-16,1 1-18 0,-1-3-9 0,1 2 1 16,-1-1-3-16,0 1-7 0,0-3-5 0,0 0-19 15,0-1-30-15,0-1-41 0,0-7-29 0,-1 12-37 16,1-12-37-16,-3 11-33 0,1-8-31 0,2-3-34 16,-4 10-191-16,-1-6-479 0,5-4 212 0</inkml:trace>
  <inkml:trace contextRef="#ctx0" brushRef="#br0" timeOffset="6712.3">17044 4560 86 0,'-6'-7'164'0,"6"7"-11"0,-4-4-14 15,4 4-19-15,0 0 1 0,0 0-12 0,0 0-4 16,21-3-7-16,-8 3-16 0,6-3-9 0,4 2-19 15,9-2-35-15,1-2-67 0,3 2-47 0,-2 0-102 16,0-2-214-16,1-3 96 0</inkml:trace>
  <inkml:trace contextRef="#ctx0" brushRef="#br0" timeOffset="7026.98">18473 4237 59 0,'0'0'253'0,"0"0"-16"0,-5-10-12 0,5 10-13 16,0 0-7-16,-8-4-7 0,8 4-1 0,0 0-13 15,0 0-17-15,-6-6-15 0,6 6-15 0,0 0-11 16,0 0-17-16,0 0-10 0,0 0-9 0,0 0-7 15,0 0-6-15,0 0-4 0,24 2-6 0,-11-2-4 16,1 0-6-16,4-2-5 0,3 2-3 0,1 0-2 16,-3-2-8-16,-1 2-5 0,-3-1 0 0,-4 1-11 15,0-1 5-15,2-1-14 0,-7 2-33 0,2-1-38 16,-8 1-48-16,10 1-57 0,-10-1-73 0,10 0-234 16,-10 0-508-16,0 0 225 0</inkml:trace>
  <inkml:trace contextRef="#ctx0" brushRef="#br0" timeOffset="7321.44">19830 3763 1655 0,'-6'-10'6'0,"-3"2"70"0,2 1-28 16,1-1-3-16,1 2-1 0,5 6-4 0,-9-7-9 15,5 4-3-15,4 3-2 0,0 0-3 0,-5-8-2 16,5 8-3-16,0 0 3 0,0 0 0 0,0 0-2 16,18-4-4-16,-5 3-1 0,7-1-1 0,2 4-1 15,-2-2-10-15,1-2-32 0,-2 2-40 0,-1 2-32 16,-6-1-29-16,0-1-22 0,-4 2-129 0,-3-1-306 15,-5-1 135-15</inkml:trace>
  <inkml:trace contextRef="#ctx0" brushRef="#br0" timeOffset="7676.82">19854 3737 13 0,'-4'9'141'0,"2"-4"-11"0,1 6 11 15,-1 0-1-15,-1 4 5 0,-1 4 8 0,2-1 4 16,0 9-7-16,-2-1-8 0,0-1 4 15,0 0-7-15,-1 2-3 0,3-3-11 0,-1 1-7 16,2-8-10-16,0 3-2 0,-2-1-14 0,2-1-4 0,-2 0-9 16,2 0-8-16,0-1-7 0,1-6-5 0,0 0-5 15,0 1-6-15,0-2-5 0,-2-2-4 0,2-8-3 16,-2 12 1-16,-1-7-3 0,-1 1-5 16,-2-3-3-16,0-1-4 0,-5 2-9 0,1-2-7 15,-1-2-1-15,-1 0-2 0,-1-3 0 0,1-1 6 16,3 1-6-16,-1-1 7 0,2-1-9 0,1 2 2 0,3-3 0 15,4 6 1-15,-11-6-2 0,7 2-4 0,4 4 3 16,-5-5 1-16,5 5-5 0,0 0-1 0,0 0 2 16,0 0 1-16,0 0 0 0,0 0-2 0,23-4 1 15,-11 5 1-15,2 0-7 0,4 1-9 16,1-1-11-16,2 1-16 0,-1-1-22 0,1 2-27 16,7-2-35-16,0 0-27 0,2-1-15 0,-1 0-18 0,2-2-2 15,-3 4-6-15,-2-2-101 0,-3 0-320 0,-2 0 141 16</inkml:trace>
  <inkml:trace contextRef="#ctx0" brushRef="#br0" timeOffset="8077.54">20115 4175 895 0,'18'-2'-73'0,"1"-2"20"0,-6 0 20 0,-2-1 20 16,2 0 19-16,-3 0 15 0,-2-4 23 0,-3 4 21 16,-1 0 13-16,4-5 9 0,-6 3 0 0,1-1 12 15,-1 0 7-15,-2 2 10 0,0 6-3 0,-1-14 4 16,1 14 0-16,-4-9-2 0,4 9-2 0,-4-7-3 16,-2 4-14-16,0 0-7 0,6 3-7 0,-17 3-8 15,3 4-1-15,-3-2-10 0,1 6-2 0,-1-1-2 16,-1 2 0-16,4 1-10 0,-1 1-7 0,3-3-9 15,2 0 1-15,4 0-1 0,-1-1-4 0,3 0-2 16,2-2-3-16,2 2-5 0,0-10 0 0,2 13 1 16,2-8-3-16,3 2 3 0,-1-4-6 0,4 1-4 0,2-2-4 15,-2-2-5-15,3-2 0 0,-2-1-2 16,2-1-1-16,-1 0 1 0,-2-5 0 0,-3 1-2 16,0-2 1-16,2-3 0 0,-3-3 2 0,1 1 0 15,-2-3-3-15,-3-1 3 0,2 0-2 0,-5-6 3 16,3 1 8-16,2-2-3 0,0 1 4 0,-1 1 2 15,-3 5 0-15,0-6 5 0,1 8 11 0,-1 6 12 16,0-1 3-16,0 12 2 0,1-15 4 0,-1 15 0 16,0-13-9-16,0 13-2 0,0 0-9 0,0-10-5 15,0 10-1-15,0 0-4 0,0 0 0 0,0 0-2 16,-6 41-1-16,1-22 3 0,1 7-1 0,0-1-7 16,1-1 7-16,-2 4-6 0,0-2-2 0,1-1-1 15,2-6 0-15,2 2-17 0,0-1-38 0,1-1-31 16,2 2-44-16,1-4-57 0,1 0-63 0,2-4-65 15,-2 0-166-15,3-3-511 0,0-1 226 0</inkml:trace>
  <inkml:trace contextRef="#ctx0" brushRef="#br0" timeOffset="8293.79">20561 4100 174 0,'0'-8'285'16,"-1"-1"-14"-16,1 9-17 0,-7-12-17 0,4 7-14 15,-3 1-17-15,6 4-12 0,-12-2-8 0,0 5-17 16,-1 3-11-16,1 0-9 0,-2 4-16 0,2 1-14 16,1 3-8-16,0-1-13 0,2 1-6 0,3 1-11 15,3-2-9-15,1-1-10 0,2 6-9 0,1-5-19 16,7 2-23-16,-2-4-33 0,10 1-38 0,-1-1-45 16,10 1-45-16,1-4-54 0,2-3-44 0,-6-2-183 15,-2 0-466-15,1-4 206 0</inkml:trace>
  <inkml:trace contextRef="#ctx0" brushRef="#br0" timeOffset="8488.94">20795 4027 84 0,'4'-12'260'16,"-3"2"-3"-16,2 4-7 0,2-1-11 0,-5 7-12 16,2-10-21-16,-2 10-17 0,4-7-19 0,-4 7-16 15,0 0-5-15,0 0-20 0,13 4-9 0,-13-4-7 16,14 9-11-16,-5-2-9 0,1 0-11 0,3 5-6 15,1-3-8-15,0 2-7 0,1 2-29 0,1-4-40 16,-1 1-44-16,0 0-49 0,-4-3-47 0,1-1-48 16,0 0-47-16,-3 0-143 0,-1 0-418 0,-2-2 185 15</inkml:trace>
  <inkml:trace contextRef="#ctx0" brushRef="#br0" timeOffset="8672.12">21054 3995 92 0,'0'0'260'0,"-2"-10"-11"0,2 10-8 16,-4-8-20-16,4 8-17 0,0 0-18 0,0 0 0 16,0 0-1-16,-21 8-6 0,11-1-10 0,-4 5-15 15,-2 1-19-15,2-2-11 0,-4 10-10 16,1-4-6-16,3 0-18 0,2 0-28 0,1-2-48 0,1 3-45 16,2-1-47-16,2-2-51 0,2-5-52 0,1 3-46 15,2-3-162-15,1 0-419 0,0-10 186 0</inkml:trace>
  <inkml:trace contextRef="#ctx0" brushRef="#br0" timeOffset="8927.58">21316 3888 5 0,'6'-17'301'0,"-4"5"4"15,3 1 1-15,-2 4-7 0,-3 7-22 0,2-13-16 16,-2 13-27-16,3-11-25 0,-3 11-26 0,0 0-12 15,0 0-18-15,0 0-14 0,0 0-3 0,1 35-12 16,-2-17-5-16,-2 5-13 0,1 4-11 0,-1-1-9 0,-1 0-6 16,3 0-12-16,1 0 1 0,-1-1 3 0,1-5-16 15,1 6-8-15,0-7-7 0,2-2-6 16,-1 2-19-16,1-4-34 0,1 2-33 0,0-1-38 16,-2-5-34-16,2 0-34 0,0 0-39 0,1-3-33 15,-1-1-25-15,-2-2-27 0,-2-5-152 0,0 0-469 16,5 10 208-16</inkml:trace>
  <inkml:trace contextRef="#ctx0" brushRef="#br0" timeOffset="9208.68">21398 3809 72 0,'7'-11'229'15,"0"2"-13"-15,2 1-13 0,-3 1-15 0,2 3-20 16,-3 0-12-16,2 4-15 0,-7 0-6 0,12 0-14 15,-5 4-4-15,-3 1-8 0,1 3-5 0,0 4-8 16,-3-1-8-16,1 4-12 0,-2-2-3 0,-3 3-6 16,-3 1 3-16,0 0-4 0,-3-1 1 0,-1-1 0 15,-4 2 7-15,2-3-16 0,0 0 2 0,3-4-1 16,0 0-13-16,1-2 1 0,1 0-8 0,0 0-2 16,-1-2-1-16,2-1-5 0,3 1 0 0,-1-2-11 15,3-4 1-15,0 12 0 0,0-12-13 0,5 8-21 16,4-3-27-16,4-3-44 0,6-2-46 0,1 3-47 15,12-3-42-15,-2-2-207 0,-3 0-461 0,2 0 204 16</inkml:trace>
  <inkml:trace contextRef="#ctx0" brushRef="#br0" timeOffset="9456.25">21816 3965 43 0,'10'-2'251'15,"-10"2"-25"-15,0 0-26 0,0 0-18 0,0 0-11 16,10 3 2-16,-10-3 15 0,4 8 1 0,-2-2 14 15,-1 3-2-15,0 3-8 0,1-2-9 0,-2 3-4 16,0 3-14-16,-3 1-13 0,0 0-8 0,-1 0-3 16,3 1-24-16,-3-2-17 0,-1-1-2 0,4-2-12 15,0-1-5-15,-1 0-9 0,4-1-3 0,-4-1-13 16,2-1-8-16,0-2-5 0,0-7 3 0,2 13-2 16,1-6-2-16,-3-7 2 0,9 10-6 0,1-5 0 15,2-1-10-15,4-4-15 0,5 2-29 0,-3-2-32 16,10-2-34-16,-7 2-38 0,0-2-50 0,0 0-44 15,7-4-58-15,-9 2-289 0,-6 1-605 0,0-3 267 16</inkml:trace>
  <inkml:trace contextRef="#ctx0" brushRef="#br0" timeOffset="10090.78">16841 5143 15 0,'-30'-4'193'16,"9"2"-5"-16,1-1 4 0,3 3-15 0,5-2-5 15,-1 2-11-15,6-1-12 0,7 1-18 0,-11-3-9 16,11 3-16-16,0 0 10 0,0 0-9 0,0 0 0 16,57 10-5-16,0-5-1 0,45-5-4 0,11 0-4 15,16-6-26-15,12-2-5 0,12 0-5 0,8 0-3 16,11 2-5-16,9-3-3 0,0-1-5 0,1 1-5 15,5-1-1-15,5-2-1 0,1 1-9 0,-4-2 0 16,4-2 3-16,4-1-3 0,3 3-4 0,0 1 8 16,-4-1-15-16,-7 3-1 0,4 2 14 0,-8 1-12 15,-12 0-1-15,-10-1 0 0,-17 0-3 0,-11 5 1 16,-13-5-1-16,-15 5-3 0,-15-4-3 0,-34 0 2 16,-5 6-1-16,-17-1-1 0,-5-3 1 0,-10 2 1 15,-4 0 5-15,-5 1 1 0,-1-1 4 0,-5 0-5 16,0 0-19-16,-6 3-23 0,0-10-41 0,0 10-29 15,-21-7-40-15,-7 4-39 0,-9-1-37 0,-18 7-193 16,-4-2-441-16,-5 2 195 0</inkml:trace>
  <inkml:trace contextRef="#ctx0" brushRef="#br0" timeOffset="11181.25">18574 5552 171 0,'0'0'228'0,"0"0"-22"0,0-7-15 0,0 7-25 15,6-10-10-15,3 4-17 0,0 1-11 0,3 0-15 16,8-3-8-16,9 1-11 0,1-2 7 0,2 0-10 16,-2 2-12-16,1 0-6 0,-3 3-22 0,-9-1-28 15,-1 1-20-15,-5 1-30 0,-2 2-20 0,0-1-2 16,-5 2-14-16,-6 0 2 0,10-2-6 0,-10 2-2 15,0 0 0-15,0 0 10 0,0 0 6 0,0 0 11 16,0 0-2-16,-23-8 18 0,16 6 9 0,7 2 20 16,-16-3 3-16,10 2 12 0,6 1 5 0,-15 0 4 15,15 0 2-15,-12-1 5 0,12 1-4 0,-8 1 2 16,8-1 4-16,-6 5 5 0,1-1 9 0,2 3 3 16,2 3 9-16,-1 1 17 0,0 6 12 0,0 2 12 15,-2 5 3-15,3 3-6 0,1-2-6 0,-3 0-8 16,2 0 11-16,1 0-13 0,1-4-9 0,-1-2-4 15,0 0-5-15,0-1-6 0,1 0-5 0,2-1-6 16,-2-3-3-16,2 0-9 0,-2-4 0 0,2 0-5 16,-2 1-2-16,-1-5-3 0,1 2-2 0,-1-8-4 0,0 11 2 15,0-11-3-15,0 11-3 0,0-11-2 16,-2 7-4-16,2-7-7 0,-9 6-3 0,2-6-8 16,1 2-8-16,6-2-4 0,-19 0 3 0,8-1 0 15,-1 0 4-15,0-1-1 0,1 1 5 0,0-1-1 16,1 1 4-16,1 1-2 0,9 0 4 0,-10-2-1 0,10 2-1 15,-8-2 0-15,8 2 6 0,0 0-8 16,-7-2 0-16,7 2-1 0,0 0 2 0,0 0-3 16,0 0-2-16,0 0-6 0,32 0-12 0,-12-1-12 15,1-1-9-15,5 2-22 0,4-3-13 0,-1 1-18 0,3-2-9 16,-1 3-11-16,-2-2-6 0,0 2 11 0,2-1-14 16,-4-2 13-16,-6 1 22 0,7 0-7 15,-7 0 11-15,1-2 18 0,-4 0 9 0,1 1 24 16,-6 0 13-16,3-1 17 0,-4 0 17 0,-3 2 19 15,-1-1 19-15,1 1 20 0,-3-1 16 0,-2 0 13 0,-4 4 6 16,9-6 0-16,-5 3 1 0,-4 3 2 0,0 0-4 16,0-9-2-16,0 9-7 0,0 0-1 0,0 0-8 15,-16-5-1-15,16 5-6 0,-16 2-9 16,4 3-4-16,-1 2-4 0,-2 0-1 0,-2 3-6 0,1 0-3 16,2 0-7-16,0 3-4 0,1-2-4 0,5-2-4 15,1-1-1-15,3 2 0 0,0-1-5 16,0 1 0-16,4-3 0 0,0-7-4 0,3 13 2 0,2-10 0 15,2 3 0-15,4-3-4 0,-2-1-7 16,3-4 9-16,1 2-1 0,0-2-5 0,1-2 1 0,-2-1-4 16,0-1 6-16,-3-3-2 0,0-1-5 0,3-5 6 15,-7 1-4-15,2-4-3 0,0 1 2 16,-5-2-3-16,2-6 0 0,1-1-2 0,-3 0 0 16,0 1-2-16,-2-3 4 0,0 2 1 0,0 1 1 0,0 6 11 15,-1-1 6-15,2 5 16 0,0 2 22 0,-1 2-3 16,2 2 6-16,-1 4-4 0,-1 5-2 0,0-11-15 15,0 11-10-15,0 0-3 0,0 0-6 0,0 0-5 16,0 0 4-16,0 0-1 0,1 32 1 0,-1-16 10 16,-2-1-8-16,0 6-9 0,0 4 6 0,-1-1-9 15,1-5 8-15,-3 7-7 0,1-7 2 0,3 5-5 16,1-4-5-16,1-2-18 0,3-2-40 0,-2 1-40 16,1-6-33-16,-1 3-33 0,1-2-39 15,3-2-45-15,3 0-34 0,1-2-31 0,1-1-194 16,-2-2-543-16,5-1 240 0</inkml:trace>
  <inkml:trace contextRef="#ctx0" brushRef="#br0" timeOffset="11366.95">19537 5729 185 0,'8'-8'267'0,"-7"2"-10"0,-1 6-12 0,3-10-14 16,-3 10-14-16,0 0-14 0,0 0-21 0,0 0-1 15,-15 0 4-15,15 0-15 0,-18 15-10 0,5-4-13 16,5 1-18-16,-1 1-14 0,-2 1-4 0,3 1-15 15,0-1-9-15,3-2-9 0,3 4 1 0,-5-1-20 16,11-3-27-16,0 0-36 0,4-2-47 0,2 2-54 16,4 0-68-16,3-3-65 0,2-4-237 0,0 2-513 15,3-5 227-15</inkml:trace>
  <inkml:trace contextRef="#ctx0" brushRef="#br0" timeOffset="11584.84">19833 5661 296 0,'0'0'312'0,"-3"-11"-34"0,3 11-27 15,0-7-26-15,0 7-21 0,0 0-10 0,0 0-9 16,0 0-7-16,0 0-4 0,18 24-13 0,-9-14-10 16,1 2-14-16,4 2-12 0,0 1-13 0,8 1-7 15,-2-1-16-15,-3-3-31 0,0-1-41 0,-1-1-41 16,1 0-40-16,-7-3-41 0,0 0-35 0,-1 0-38 15,0-2-27-15,-2-2-19 0,-2 0-162 0,-5-3-417 16,2 4 184-16</inkml:trace>
  <inkml:trace contextRef="#ctx0" brushRef="#br0" timeOffset="11765.21">20060 5729 91 0,'0'0'205'0,"-1"-14"8"0,1 14 1 15,-1-10-1-15,1 10-6 0,-3-7-9 0,3 7-9 16,0 0 0-16,0 0 15 0,-18 9 1 0,4 1-1 15,0 1 0-15,-3 4-8 0,-4 2-17 0,-1 1-19 16,-1-1-13-16,4 2-13 0,-1-1-15 0,7-3-11 16,0-1-6-16,0 0-39 0,3 0-47 0,1 2-64 15,1-6-58-15,2 2-62 0,3-2-66 0,2 1-81 16,-2-4-167-16,3 1-522 0,0-8 231 0</inkml:trace>
  <inkml:trace contextRef="#ctx0" brushRef="#br0" timeOffset="12020.34">20374 5604 66 0,'8'-9'357'16,"-2"1"-17"-16,-2 2-17 0,0 2-30 0,0 0-21 16,-4 4-40-16,8-4-7 0,-8 4-8 0,0 0 4 15,0 0 4-15,7 19-5 0,-7-7-6 0,2 9-8 16,-5-2-13-16,3 6-20 0,-6 1-17 0,3 1-19 15,-1-8-10-15,3 7-11 0,-3-7-11 0,3 1-10 16,-2-3-6-16,3 4-12 0,-1-5-9 0,1 1-21 16,-1-2-28-16,2-4-46 0,-1-1-52 0,1-1-48 15,-2-2-41-15,1-7-29 0,-1 15-34 0,1-9-33 16,0-6-26-16,-2 11-29 0,2-11-200 0,2 7-561 0,-2-7 248 16</inkml:trace>
  <inkml:trace contextRef="#ctx0" brushRef="#br0" timeOffset="12322.29">20437 5643 35 0,'-1'-29'231'0,"-2"0"1"0,1 3 1 0,-1 8-9 0,2 1 5 15,0 6 5-15,1 0 0 0,0 4-15 16,0 7-19-16,0-13-19 0,0 13-20 0,2-5-4 16,-2 5-14-16,0 0-5 0,17 5 0 0,-8 2-13 15,1 3-10-15,3 1-1 0,0 2-3 0,-2 2-15 16,-1 0-6-16,-2 2-6 0,1 0-14 0,-4-2-1 15,-3 2-2-15,-2-2-3 0,-1 1 0 0,-3-1 3 16,-1-3 6-16,-2 0-3 0,-4 4-3 0,1-4 1 16,-1-1 0-16,0-1-3 0,2-2-3 0,1-1-3 0,-3-1-12 15,5-1-10-15,-2 1 1 0,3-3-9 0,1 2 0 16,4-5-4-16,-5 8-2 0,5-8-2 16,0 10-16-16,0-10-24 0,10 5-40 0,2-2-43 15,-1-1-42-15,8 0-39 0,10 0-39 0,-10-1-30 0,10-2-35 16,-7 0-16-16,7-2-11 0,-7 2-191 0,-3-2-546 15,2 0 242-15</inkml:trace>
  <inkml:trace contextRef="#ctx0" brushRef="#br0" timeOffset="12542.99">20753 5770 605 0,'9'-7'45'0,"-3"-3"35"0,3 1 27 0,-4 1 30 15,3 0 30-15,-4 2 18 0,-2 2 8 0,2-1 10 0,-4 5-4 16,8-6-5-16,-8 6-11 0,3-4-15 0,-3 4-16 16,0 0-10-16,0 0 8 0,0 0 24 0,0 0 9 15,6 16-4-15,-8-7-1 0,2 2 6 0,0 1-5 16,-2 0-5-16,0 7-8 0,-1-2-16 0,0-1-6 15,-1 3-10-15,1 0-18 0,0-2-9 0,0-4-8 16,1 3-10-16,1-6-2 0,1 0-10 0,0 2-8 16,2-3-1-16,-1 1-7 0,5-3-5 15,1 0-6-15,2-1-7 0,3-2-20 0,5 0-25 0,3-1-37 16,7-3-40-16,3-2-49 0,1-1-56 0,-2 0-56 16,-7 2-55-16,1-2-63 0,5-3-71 0,1-3-229 15,-9 2-712-15,-3-2 314 0</inkml:trace>
  <inkml:trace contextRef="#ctx0" brushRef="#br0" timeOffset="14367.78">12337 7323 25 0,'-12'-2'223'0,"12"2"-16"15,0 0-13-15,0 0-18 0,0 0-15 0,0 0-12 0,0 0-6 16,-7-2-14-16,7 2-16 0,0 0-9 0,0 0-11 15,0 0-6-15,0 0-8 0,31-5-8 0,-20 6-20 16,3-2-28-16,-1 0-35 0,1 1-42 0,0 0-33 16,-1-2-32-16,-2 4-25 0,0-1-125 0,-7 2-292 15,2-1 130-15</inkml:trace>
  <inkml:trace contextRef="#ctx0" brushRef="#br0" timeOffset="14529.82">12325 7464 70 0,'0'0'168'0,"0"0"-6"16,0 0-8-16,0 0-3 0,0 0-14 0,0 0-11 15,28-7-11-15,-14 4-12 0,4-4-12 0,1 2-23 16,0-2-28-16,1 3-43 0,6-4-43 0,-6 4-50 16,-2-1-111-16,-4 2-224 0,-1-1 99 0</inkml:trace>
  <inkml:trace contextRef="#ctx0" brushRef="#br0" timeOffset="28517.81">15536 6854 69 0,'0'0'133'0,"0"0"-12"15,0 0 5-15,0 0-5 0,0 0-11 0,0 0-11 16,-4-6-2-16,4 6-5 0,0 0-7 0,0 0-8 16,0 0-5-16,0 0-4 0,0 0-4 0,0 0-1 15,0 0-8-15,0 0 3 0,0 0-3 0,0 0-9 16,0 0 4-16,0 0-10 0,0 0 1 0,0 0-2 16,-6-3-5-16,6 3 1 0,0 0 1 0,0 0 1 15,0 0 5-15,0 0-1 0,0 0 6 0,0 0 2 16,0 0 3-16,0 0-4 0,0 0 2 0,0 0-2 0,0 0 7 15,0 0-9-15,0 0 1 0,-7-3-2 16,7 3-3-16,0 0-7 0,0 0 3 0,0 0-8 16,0 0-5-16,0 0-2 0,13-10-2 0,-13 10-3 15,13-4-1-15,-5 0-1 0,2 4-2 0,1-2-5 0,1 0 3 16,-1 2-10-16,1 0 3 0,1 2-3 16,-1-1 4-16,0 3-6 0,-1 0 6 0,1 3-4 15,2 5 0-15,-3 1-1 0,-2 1 2 0,0 1-3 16,-2 3 1-16,-2-1 2 0,-4 1 1 0,0 1-1 0,-3 0 0 15,-3 0 4-15,1-2-3 0,-4 2-1 0,2-1 1 16,-6-1-3-16,1-2 4 0,2 0-1 16,-4-3 0-16,0 4-3 0,-1-6 6 0,0 0-3 0,0 0-1 15,-1-1 0-15,3-2-2 0,1-3 0 16,1-1 5-16,0 0-5 0,0 0 2 0,0-1 2 0,10-2-4 16,-13-2-1-16,13 2 1 0,-15-4 2 0,10 2 0 15,5 2 0-15,-8-2-2 0,8 2 1 0,0 0 0 16,-11-3-2-16,11 3 3 0,0 0-6 0,0 0 4 15,0 0-2-15,0 0-4 0,0 0 2 0,29-5 5 16,-16 5-3-16,0 0 0 0,1 0 0 0,5 0 1 16,1 0-2-16,7 3-3 0,-5-3-15 0,5 0-18 15,2 0-31-15,-1 1-37 0,0-1-30 0,2-1-30 16,-2 1-40-16,-8 1-155 0,-2 0-390 0,1-2 173 16</inkml:trace>
  <inkml:trace contextRef="#ctx0" brushRef="#br0" timeOffset="28864.41">16174 6881 10 0,'-3'-11'242'0,"1"1"-16"15,0 3-3-15,2 7-18 0,-4-11-11 0,3 4-13 16,1 7-18-16,0 0-11 0,0 0-22 0,0-10-10 16,0 10-7-16,0 0-5 0,0 0-1 0,8 34 8 15,-7-15-9-15,2-1-11 0,-1 8-6 0,0 1-7 16,-2 2-5-16,0-2-5 0,-2 0-10 0,0 0 0 16,-3 1-10-16,1-2 0 0,-2-1-7 0,4-4-2 15,-1-3-5-15,1-2 2 0,-1 1-6 0,2-2-7 16,0 3 2-16,1-7-7 0,0 2-13 0,-1-3-21 15,1-1-21-15,0 2-18 0,-2-2-25 0,2-9-24 16,0 13-28-16,0-7-30 0,0-6-16 0,2 8-1 16,-2-8-5-16,0 0-6 0,0 0-156 0,0 0-371 0,0 0 164 15</inkml:trace>
  <inkml:trace contextRef="#ctx0" brushRef="#br0" timeOffset="29157.87">16171 6789 76 0,'9'-7'150'0,"1"1"-10"0,2 3-7 0,-1 1 1 15,5 5-7-15,-4-3-3 0,4 3-9 0,-3 1-11 0,3 4-4 16,0 0-5-16,-4 4-8 0,0 1-6 0,-1 0-7 16,-3 0-4-16,-2 2-6 0,-1-1-10 15,1 5-9-15,-5-6 5 0,-2 0-3 0,-1 2-6 16,0-5-2-16,-2 3 4 0,-1-3-5 0,1 1 5 15,-4-3-3-15,4 2 0 0,-2-3-7 0,1-1 4 0,1-2-6 16,-1 1 1-16,5-5-8 0,-8 6-1 16,8-6-6-16,-3 7-3 0,3-7 0 0,-2 6 0 0,2-6-1 15,0 9 1-15,0-9-10 0,9 7-13 16,-4-4-24-16,2 2-26 0,3-2-34 0,5-1-33 0,2 0-45 16,3 2-152-16,-2-1-349 0,3-3 155 0</inkml:trace>
  <inkml:trace contextRef="#ctx0" brushRef="#br0" timeOffset="29402.49">16712 6918 116 0,'0'0'250'16,"-3"-12"-13"-16,3 12-17 0,0-9-13 0,0 9-17 16,0 0-13-16,0 0-15 0,0 0-6 0,0 0-8 15,-20 19 6-15,12-4 3 0,-1 4-8 0,-2 6-2 16,2 3-18-16,-4 0 3 0,4 0-24 0,0 1-7 15,1 0-3-15,2-1-10 0,-3 0-10 0,4-2-11 16,0 0-3-16,3 0-8 0,-3-7-1 0,5 0-11 16,-1-2 2-16,0 2-7 0,1-3-6 0,1-2-20 15,-1-1-32-15,3-1-27 0,-3-1-50 0,-2 0-47 16,6-2-52-16,-3-3-39 0,-1-6-47 0,-1 12-154 16,1-12-470-16,-4 8 207 0</inkml:trace>
  <inkml:trace contextRef="#ctx0" brushRef="#br0" timeOffset="29568.6">16502 7241 180 0,'6'-9'197'16,"1"6"-11"-16,-1-1-18 0,4 2-10 0,1 0-17 16,-1 0-11-16,4-2-12 0,5 2-17 0,-4-1-8 15,6 3-7-15,-3-1-25 0,1 2-47 0,-1-1-48 16,1 3-55-16,-5-2-58 0,-2 2-81 0,-2-2-246 15,0 2 110-15</inkml:trace>
  <inkml:trace contextRef="#ctx0" brushRef="#br0" timeOffset="29832.9">15912 7638 2187 0,'-41'7'51'0,"9"1"-8"16,4-6-17-16,10 0-3 0,4 0-8 0,4 3 2 16,6-4-9-16,4-1 4 0,0 0-7 0,0 0 8 15,33 5 7-15,1-5 13 0,20-3 0 0,5-1 13 16,5-4 0-16,26 0-3 0,-26 1-1 0,0-2-5 0,3 3-1 16,-5-1-7-16,-5 1-1 0,-6 1-1 15,-13 3-6-15,-3-2-13 0,-3 4-22 0,-1 0-22 16,-2 2-6-16,-8 0-22 0,0 0-27 0,-1 3-40 15,-1-1-40-15,-2 4-29 0,-4-1-150 0,-6 0-380 0,1 1 169 16</inkml:trace>
  <inkml:trace contextRef="#ctx0" brushRef="#br0" timeOffset="30124.76">16172 7924 218 0,'-7'-5'281'16,"-1"3"-17"-16,0-1-18 0,8 3-7 0,-10-5-9 0,10 5-22 16,-6-3-8-16,6 3-14 0,0 0-21 0,0 0-20 15,-9 0-10-15,9 0-6 0,0 0-4 0,0 21-2 16,0-9-7-16,2 4-5 0,-2 3-11 16,0 6-11-16,0 1-4 0,3 3-5 0,-2-3-7 15,0 1-8-15,-2 1-3 0,0-4-9 0,1 0-6 0,-3 3-3 16,2-8-9-16,1 0-3 0,-1-2 0 0,1 1-2 15,-3-2-12-15,3-1-23 0,0-4-24 0,0 0-21 16,3 0-26-16,-2 0-27 0,-1-1-32 0,0-3-27 16,3-1-33-16,-3-6-23 0,1 9-16 0,-1-9-16 15,0 0-169-15,0 0-453 0,0 0 201 0</inkml:trace>
  <inkml:trace contextRef="#ctx0" brushRef="#br0" timeOffset="30422.82">16091 7906 147 0,'6'-9'184'0,"2"4"-3"0,1-1-8 0,7-2-3 15,1 6-3-15,3 0-12 0,-1 1-1 0,1 2-6 16,1 1-7-16,-4 2-16 0,0 2-5 0,-7 1-17 16,1-1-12-16,-3 4-6 0,-2 0-7 0,-3 2-6 15,0 0-4-15,-3 3-8 0,-4 1-5 0,-2 1-1 16,-4-2-3-16,-1 1-4 0,-1-3-1 0,-3 2-2 15,1-2 4-15,-3 1 1 0,-3 0 5 0,2-1-5 16,4-2 2-16,1-4-11 0,3 0 1 0,2 0-4 16,-2 0-6-16,5-1-4 0,0-1-1 0,2 0-2 15,-1-1-4-15,4-4 5 0,2 11-4 0,-2-11-2 16,6 8 0-16,3-5-3 0,4-1-23 0,6-1-27 16,1-2-40-16,8-1-39 0,3-1-43 0,2-3-34 15,2 1-35-15,-4-2-195 0,-2 1-454 0,2-3 200 0</inkml:trace>
  <inkml:trace contextRef="#ctx0" brushRef="#br0" timeOffset="30687.54">16649 8006 2249 0,'6'-4'156'0,"0"1"-42"0,-6 3-41 16,9-7-33-16,-6 6-14 0,-3 1-1 0,0 0-11 16,12 0 12-16,-12 0 26 0,4 9 29 15,-3-3 8-15,2 6 9 0,-2-2 9 0,-2 7 11 16,-1 1 1-16,1 1 2 0,-3 6-5 0,1-6-4 0,1 9 1 15,-1-3-9-15,-2 1-6 0,3-7-13 16,-1 5-3-16,2-4-11 0,0 5-1 0,1-8-7 0,0 1-7 16,1-4-7-16,0 3-1 0,2-2-7 15,1-6 0-15,2 1 1 0,-1-3-7 0,5 0 0 0,-3 0-11 16,4-4-12-16,5-2-17 0,3-1-29 0,2-2-35 16,6-7-29-16,5 1-20 0,3-1-26 0,-5 0-26 15,4-1-28-15,-1-2-34 0,0 0-39 16,-1 0-33-16,-4 0-223 0,0 3-572 0,-5-2 254 15</inkml:trace>
  <inkml:trace contextRef="#ctx0" brushRef="#br0" timeOffset="40964.55">15651 9203 99 0,'-5'-4'206'16,"1"-1"-10"-16,4 5-17 0,-6-5-12 0,6 5-12 15,0 0-14-15,-7-5-11 0,7 5-10 0,0 0-2 16,0 0-7-16,0 0 0 0,22-11-3 0,0 5-4 16,10-1 0-16,5-2-6 0,18-1-7 0,8-5-9 15,36-4-3-15,-1-4-11 0,6 6-7 0,2-5-13 16,6-1-5-16,-2 1-3 0,-4-1-7 0,3-2-8 0,0-1-6 16,-3 1-8-16,0-3-10 0,-4 1-10 0,-3 0-5 15,-11 3-9-15,-26 7-9 0,26-2-8 0,-31 3-10 16,0 2-11-16,-3 3-10 0,-4 2-19 15,-14 3-14-15,-3 0-9 0,-3 1-27 0,-9 3-21 0,-8 2-146 16,-1 0-332-16,-7 2 146 0</inkml:trace>
  <inkml:trace contextRef="#ctx0" brushRef="#br0" timeOffset="41248.74">15767 9542 211 0,'-29'8'194'15,"8"-2"-17"-15,9-1-17 0,1-2-8 0,0 0-7 16,6-2 10-16,5-1 2 0,0 0 1 0,0 0-9 16,38-1-8-16,0-7-7 0,21-6-12 0,31-9-9 15,8-3-9-15,3-1-1 0,7 0-18 0,6-5-11 16,3 0-5-16,-2 3-9 0,-3-2-5 0,2 0-7 15,-5-2-2-15,-3 5-20 0,-4-2-14 0,-9 8-17 16,-3-2-19-16,-32 5-12 0,3 2-24 0,-3 0-26 16,-2 2-26-16,-3 0-29 0,-3 2-30 0,-13 0-49 15,-1 1-113-15,-2 0-360 0,1-1 159 0</inkml:trace>
  <inkml:trace contextRef="#ctx0" brushRef="#br0" timeOffset="41981.96">19468 7906 101 0,'0'-6'219'0,"0"6"-19"0,2-8-16 0,-2 8-21 15,0 0-18-15,-6-8-8 0,6 8-15 0,0 0-2 16,-22 11-1-16,7-3-1 0,-1 4-4 0,-3 5-4 16,-2 2-6-16,2 3-9 0,2 1-1 0,1 3-5 15,0-4-10-15,2 2-9 0,4-1-4 0,2 2-7 0,5-6-5 16,0-5-9-16,3 4 0 0,3-6-4 16,0 2-4-16,1-1-2 0,8 0-2 0,1-3-2 15,2-1 1-15,4-1-5 0,9-1-5 0,2-6 0 16,-1 0-4-16,0-3 0 0,1-2 1 0,-2-1-3 0,1-3-4 15,1 0 2-15,-2-3-3 0,-4-1-2 0,-5 2-2 16,3-4 3-16,-4 1-2 0,-5 0 2 16,-1-3-1-16,0 1-2 0,-6-2-2 0,1 0 0 0,-3 0-1 15,-3-2 7-15,-2 3-7 0,-1 0 0 0,0 4-1 16,-3 2 3-16,1 1 7 0,0 0 2 0,-1 5-5 16,-2-1 0-16,7 5-3 0,-13-2 3 0,2 8-2 15,-3 3 1-15,-2 1 2 0,3 3-3 16,-6 6-2-16,1 1 0 0,6-3-1 0,4 1 3 0,0-1 7 15,5 1-21-15,2-1-19 0,2 0-28 0,4-1-45 16,3 3-38-16,1-3-39 0,5-4-38 0,-1 2-38 16,-3-1-137-16,5-2-420 0,2-3 186 0</inkml:trace>
  <inkml:trace contextRef="#ctx0" brushRef="#br0" timeOffset="42232.55">19885 8257 151 0,'0'-10'240'15,"0"10"-9"-15,0-11-6 0,0 11-8 0,-3-11-9 16,3 11-13-16,-3-13-16 0,1 6-18 0,2 7-6 16,0-15-10-16,4 2-15 0,-1 0-14 0,3 3-8 15,4-5-2-15,2 0-14 0,1 1-8 0,1 0-12 16,1 0 0-16,7-1-8 0,-7 4-5 0,3 1-12 16,-3 1-2-16,-2 3-5 0,-3 2-8 0,1 1-2 15,-1 1-5-15,-3 3-2 0,4 1-4 0,-5 2 0 16,3 4-2-16,0 1-5 0,-4 1 4 0,0 1-3 0,0 5-19 15,-1 0-20-15,-3 1-33 0,1 0-33 16,-2 2-32-16,0-3-35 0,0-5-48 0,0 2-37 16,-2 0-162-16,4-1-438 0,-1 0 194 0</inkml:trace>
  <inkml:trace contextRef="#ctx0" brushRef="#br0" timeOffset="42460.93">20208 7895 121 0,'-1'-18'233'0,"1"5"-8"0,-1 3 0 16,1 1-18-16,0 1-20 0,0 8-14 0,-2-9-26 15,2 9-10-15,0 0-10 0,0 0 2 0,0 0-3 16,3 28-8-16,-3-10-11 0,1 5-7 0,1 5-9 16,-1-3-7-16,1 3-8 0,0 0-9 0,-1-2-6 15,3 0-5-15,-3 2-5 0,2-1-19 16,-2-9-21-16,0 5-43 0,0-4-45 0,-2-2-27 0,2-1-46 15,2-3-41-15,-3-1-38 0,-1 4-123 0,-1-6-380 16,0 1 168-16</inkml:trace>
  <inkml:trace contextRef="#ctx0" brushRef="#br0" timeOffset="42605.27">20148 8052 38 0,'0'0'60'16,"21"12"-23"-16,-14-5-19 0,0 3-20 0,0 2-24 16,0 2-27-16,-1 2 13 0</inkml:trace>
  <inkml:trace contextRef="#ctx0" brushRef="#br0" timeOffset="43045.91">20318 8251 114 0,'4'-4'155'16,"1"-1"-4"-16,-5 5 0 0,7-13-7 0,-2 4-10 15,0-1-12-15,-3 1-5 0,2-2 5 0,-1 0-7 16,-2 0-10-16,2 0-9 0,-3-1-9 0,1-1-5 16,-1 0-6-16,1 1-2 0,-2 1-2 0,3 1-7 15,-2 4-3-15,3-4-8 0,0 3-5 0,-3 7-7 16,8-9-3-16,1 3-4 0,0 4-4 0,4 1-4 0,-1 0-3 16,0 3 4-16,1 2-3 0,-1 0-7 0,0 3 3 15,3 3-3-15,-6-1 3 0,2 4-3 16,-3-2 1-16,-2-1 2 0,-2 0-2 0,-2 1 1 15,1-1-6-15,1-1 3 0,-2 1-5 0,-2-3 2 0,2 0-2 16,0 0 1-16,-1-1 0 0,-1-6-2 0,3 10 1 16,0-5 2-16,-3-5 3 0,7 6-3 15,-2-3 10-15,-5-3 0 0,17 0 0 0,-7-2 2 16,4 1-3-16,-1-4-3 0,4 1 0 0,-2-4-2 0,1 0-1 16,-1-1-2-16,-1-1-1 0,-2 0 1 0,-2 0-3 15,-2 0 1-15,3-3-3 0,-4-1-2 0,-2 3 2 16,2 0-2-16,-3-1-1 0,-2 2 1 15,-2 0-5-15,1 0 3 0,-1 10 1 0,-3-12 1 0,3 12 0 16,-8-8-4-16,2 5 1 0,-5 3 2 0,11 0-1 16,-27 11 2-16,10-2-5 0,0 3 2 0,-3 5-3 15,2-1 2-15,4-1-2 0,1 0 3 0,5 1-4 16,2-3-5-16,5 0-3 0,3-1-9 0,3 0-27 16,3 2-34-16,5-1-46 0,11 0-57 0,1-3-49 15,3 2-181-15,4-5-444 0,2-2 197 0</inkml:trace>
  <inkml:trace contextRef="#ctx0" brushRef="#br0" timeOffset="43294.63">21233 7869 198 0,'3'-13'266'0,"-3"3"-18"0,1 1-20 0,-1 9-20 16,0-12-24-16,0 12-21 0,0 0 4 0,0 0 0 15,0 0 10-15,0 0-5 0,-5 51-5 0,4-25-11 16,0-1-14-16,-1 4-17 0,1 1-5 0,0-2-18 16,1-1-10-16,0-1-3 0,0-3-13 0,0 3-1 15,1-7-11-15,-1 0-7 0,3 0-28 0,-2-2-24 16,0-2-42-16,0-3-35 0,3 0-31 0,-3 1-30 0,1-4-41 16,-1-2-31-16,-1 0-25 0,0-7-22 15,-4 12-127-15,4-12-410 0,-9 1 181 0</inkml:trace>
  <inkml:trace contextRef="#ctx0" brushRef="#br0" timeOffset="43931.86">21123 8082 131 0,'-1'-9'182'0,"1"9"-11"0,3-13-15 0,-1 5-8 16,5 2-14-16,3 1-11 0,0-1-8 0,7 2-6 0,1-3-7 16,2 5-12-16,1 0-7 0,0 0-6 0,2-1-7 15,-2 3-10-15,6 0-2 0,-8 3-4 0,0-2-5 16,-3 0-3-16,-2 1-5 0,-2-1-8 0,-4-1-1 15,-2 1-2-15,-6-1-1 0,13 3 5 0,-11 1 8 16,-2-4 10-16,2 8 7 0,-2-8 7 0,-8 15 7 16,0-8 2-16,-1 6-3 0,-1 0 12 0,-3-1-13 15,6-2-4-15,-1 0-6 0,2 2-8 0,-2-4-7 16,4 1 0-16,3 1-1 0,1 0-7 0,2 0-3 16,2-3-2-16,4 0-2 0,-2-2-3 0,1 1-5 15,2 0 10-15,3-2-13 0,-1 0-4 0,0-3 0 16,-1 0 1-16,2-1-2 0,-1-1-2 0,0-2-2 15,-2-2 0-15,-3 2-2 0,1-1 2 0,0-3-5 16,-1-1 1-16,-3-2-2 0,1 0 13 0,-3 1-12 16,0-3-3-16,-1-3-1 0,2 3-7 0,-2-3 7 15,0 5-2-15,-2 2-5 0,4 1 1 0,-2 7 3 16,-2-10-7-16,2 10 0 0,0 0 1 0,0 0 2 16,0 0-4-16,0 0-1 0,0 0 3 0,0 0 5 15,0 0-1-15,0 0 2 0,8 29-1 0,-3-19-1 16,1-3 1-16,1 1-2 0,-1 1 6 0,3-4-3 15,1 0 7-15,1 1-3 0,3 0 0 0,-1-3-4 0,0-1 1 16,0-2-2-16,5 0 4 0,-5-2-3 16,5-2 2-16,-7-1 2 0,3-1-1 0,-3-1 4 15,-2 0-6-15,-2-3 12 0,0 0-11 0,-2-2 0 0,-3-3 1 16,1-2-1-16,-1 2 2 0,-2-2 2 16,0-1 3-16,0 3-2 0,-1-3-3 0,1 1 5 15,-1 1 2-15,1 0 4 0,-1 8 11 0,1-2 3 16,0 10 3-16,1-10 0 0,-1 4-6 0,0 6-2 0,0 0-8 15,-1-12 0-15,1 12 8 0,0 0-10 16,0 0 4-16,0 0-1 0,0 40 1 0,0-21 2 0,-2 0-3 16,2 0 2-16,-2 6-1 0,-1-1-5 15,2 1 2-15,-2-4-7 0,1-3 9 0,-2 2-2 0,2 5 0 16,0-7-5-16,0-1-4 0,0 1-24 0,2-6-27 16,-1 0-30-16,1 1-38 0,0-3-36 0,0 2-35 15,-1-3-30-15,0-2-32 0,-2 0-37 16,-1-2-149-16,-1-1-467 0,5-4 207 0</inkml:trace>
  <inkml:trace contextRef="#ctx0" brushRef="#br0" timeOffset="44126.45">21762 8029 68 0,'11'-2'176'0,"-1"-1"-9"0,1 2-1 15,-3 1 3-15,0 2-7 0,-2 1-9 0,0 2-12 16,1 0 5-16,-2 5 1 0,-1-1-9 0,-2 1-11 15,1 0-14-15,-2 0-12 0,-1 0-6 0,-1 3-13 16,0-3-5-16,-3 2-8 0,-1-3-20 0,-1 2-37 16,0-2-33-16,-3 3-40 0,4-4-36 0,-1 1-55 15,-1-2-48-15,0 1-105 0,3-4-330 0,4-4 146 16</inkml:trace>
  <inkml:trace contextRef="#ctx0" brushRef="#br0" timeOffset="44348.49">21969 7918 81 0,'3'-12'251'16,"1"2"-11"-16,-2 4-7 0,-2 0-20 0,0 6-21 15,2-10-17-15,-2 10-19 0,0 0-8 0,0 0-3 16,0 0 3-16,0 0 0 0,1 37 2 0,-5-12-20 0,3 0-9 16,-3 5-13-16,0-1-1 0,2-3-19 15,-1 2-9-15,-2-2-8 0,2 0-6 0,-1 2-6 16,2-5-5-16,-2-3-16 0,0-3-23 0,4 1-29 15,-2-1-31-15,2 1-37 0,-3-7-45 0,3 6-39 0,-1-6-44 16,4-3-46-16,-6-2-131 0,3-6-417 0,0 0 185 16</inkml:trace>
  <inkml:trace contextRef="#ctx0" brushRef="#br0" timeOffset="44756.83">22003 8051 45 0,'8'-7'195'15,"-1"4"-13"-15,-1-1-10 0,1 2-10 0,-7 2-8 16,14-2-12-16,-14 2-10 0,10 0-8 0,-10 0-8 0,5 9-11 16,-5-9-9-16,4 10-5 0,-5-4-11 0,-1 4-10 15,-1 2-8-15,-5-2-3 0,1 0-6 0,-3 0-5 16,1-2-2-16,-1 0-7 0,0-1-4 16,4-2-4-16,0 0-4 0,3-1 0 0,-3 0-5 0,6-4 2 15,-5 6-5-15,5-6 2 0,0 0-7 0,0 0 0 16,13 4-3-16,0-4 0 0,5 0 3 0,1-2-3 15,0 0-2-15,3-1 0 0,-2-3-3 0,1 3 2 16,0-3-8-16,1 2 8 0,5-5-2 0,-6 3-1 16,-2 1 0-16,-3-4 5 0,2 2-10 0,-5-3 4 15,-2 3-2-15,-2-1 3 0,-1 1-2 0,0 0 5 16,-5 1 4-16,0-2 6 0,-3 8-2 0,1-11 4 16,-1 11 4-16,-2-12 0 0,2 12 0 0,-5-8-6 15,-3 7-1-15,8 1-1 0,-14 1-1 0,5 3 4 16,-4 0-5-16,6 4-8 0,-2-1 5 0,-1 1-1 15,2 2 2-15,1-1-3 0,1 0-2 0,3 2 1 16,2-1-4-16,4 0-5 0,-1 1-23 0,3 1-25 16,2-4-29-16,7 2-34 0,0-1-26 0,6-3-21 15,0 0-23-15,8 0-12 0,1-5-125 0,-1 1-344 16,-6-2 152-16</inkml:trace>
  <inkml:trace contextRef="#ctx0" brushRef="#br0" timeOffset="45104.92">22502 8168 696 0,'13'-5'-16'0,"-1"1"28"0,0-1 17 15,-1-2 21-15,-4-1 18 0,2 2 8 0,-4-3 1 16,-1 2 7-16,1-3 8 0,-2 0 7 0,-1 0 2 15,-2 10 3-15,-1-11 1 0,1 11-2 0,-4-12-2 0,2 9-9 16,2 3 0-16,-8-7-7 0,8 7-3 0,-15 2-4 16,4 0 1-16,2 1-6 0,-1 1-2 15,1 2-4-15,2 0-7 0,-1 2-6 0,-2 0-5 16,3-1-5-16,1 0-2 0,3-1-7 0,1 0-1 0,2-6-4 16,-3 10 1-16,3-10-3 0,5 9-7 0,-5-9-1 15,9 5-12-15,-1-2-11 0,3-3-14 0,0-1-7 16,-1-3-2-16,4 1-3 0,0-7 1 15,-2 2 6-15,-2 2-1 0,-2-4 4 0,3-3-1 0,-3-1 3 16,1-2 3-16,-4 1 8 0,0 1 7 0,1-4-1 16,-2-3 1-16,-1 5 8 0,-1-4 2 0,1 2-2 15,-2 0 2-15,0 0 10 0,1 5 13 0,-2 5 8 16,0 0 2-16,0 8-4 0,1-10-4 0,-1 10 4 16,1-9-15-16,-1 9-1 0,0 0-3 0,0 0 13 15,0 0-7-15,-5 24-2 0,2-11-1 0,1 6-2 16,-2-1-2-16,-1 8-1 0,0-1-3 0,0 1 0 15,1-1-9-15,3-2-27 0,-2 3-31 0,2-7-43 16,1 0-44-16,1 5-38 0,2-6-51 0,-2-1-204 16,2-2-466-16,-1-4 207 0</inkml:trace>
  <inkml:trace contextRef="#ctx0" brushRef="#br0" timeOffset="45242.58">22869 8200 140 0,'1'-5'160'0,"-1"5"-34"0,0 0-29 0,0 0-39 16,3-8-51-16,-3 8-61 0,0 0-35 0,9-4-97 15,-9 4 42-15</inkml:trace>
  <inkml:trace contextRef="#ctx0" brushRef="#br0" timeOffset="45387.62">22773 8431 86 0,'-6'1'178'15,"6"-1"-41"-15,0 0-48 0,0 0-52 0,0 0-65 0,0 0-56 16,41-11-90-16,-12 3 41 0</inkml:trace>
  <inkml:trace contextRef="#ctx0" brushRef="#br0" timeOffset="45526.89">23311 8258 13 0,'-1'-4'37'0,"1"4"-46"16,0-12-9-16,0 12 4 0</inkml:trace>
  <inkml:trace contextRef="#ctx0" brushRef="#br0" timeOffset="49964.99">21153 10826 50 0,'5'-16'57'0,"-1"0"-10"16,1-1 1-16,-1-1-3 0,-3 1 5 0,3 1-4 15,-3-1-4-15,0 0 3 0,0 2 2 0,-1-2 5 16,2 0-1-16,-4 1-1 0,4-1 17 0,-1 6 1 16,-1-2 9-16,1-2-6 0,-1-2 12 0,0 2 5 15,0 2 1-15,-1 1 7 0,0-1 6 0,-1 4 4 16,1 3 9-16,1 6-8 0,-1-11-7 0,1 11-13 15,0-12-13-15,0 12-6 0,0 0-8 0,0 0-5 16,0 0 4-16,0 0 2 0,0 0 3 0,0 0 0 16,-1 36-7-16,1-21-1 0,-2-1-3 0,2 7 0 0,-3 4-5 15,-4 1-1-15,7 0-10 0,-4-2-1 16,1 1-4-16,4-6-3 0,-1 0-4 0,1 1-3 16,3 5 2-16,-3-6-2 0,2 0-4 0,-1-1-1 0,1 0 0 15,1 1-3-15,-3-2-11 0,1 1-20 0,2-1-19 16,-1-2-28-16,0 0-40 0,-1-2-13 0,1-1-25 15,-2-3-10-15,2-1-12 0,-2-1-23 0,1-2-150 16,2 2-364-16,-4-7 162 0</inkml:trace>
  <inkml:trace contextRef="#ctx0" brushRef="#br0" timeOffset="50378">21309 10550 1298 0,'-7'-33'-60'16,"0"1"99"-16,-1 3-7 0,4 2 10 0,3 8 14 15,-2 1-8-15,5 1-12 0,-1 2-7 0,4 0-5 16,1 3 1-16,6-2-3 0,-1 4-5 0,6-2 5 16,-2 5 2-16,6-1-1 0,-2 3 5 0,1 3-1 15,2 3 4-15,0 1 0 0,-2 5-4 0,-1 2-7 16,-3 2 3-16,2 7-2 0,-4 2 2 0,-5-1 0 16,-4 0-6-16,-4 7-7 0,-4-1 5 0,0 1-2 15,-6-2 4-15,-3-1-4 0,1 1-5 0,-3-2 2 16,-2-1-5-16,4-5 5 0,-1 6 0 0,0-9 1 0,5-5-5 15,1 0 0-15,0 2-2 0,3-5 2 16,-1 0-2-16,2 0-8 0,3-5 0 0,-6 8 8 16,6-8-10-16,0 9 7 0,0-9-2 0,6 5 1 15,1-2-3-15,3 0-11 0,-1 1 12 0,4 1 0 0,-1-2-1 16,5 2-2-16,-5 0 3 0,-2 0-2 16,4-1-1-16,-4 2 5 0,0 1-3 0,0 1 3 15,-4 2-2-15,2-1 6 0,-3 1-8 0,0-1 1 0,0 3 0 16,-3-3 3-16,0 2 0 0,-2-1 0 0,-3-1-3 15,1 1 3-15,-3 0 9 0,0-1-13 16,-1 0 3-16,1-2-11 0,-1-2-8 0,1 0-30 16,0 0-18-16,0-1-11 0,5-4-20 0,-7 7-21 0,7-7-27 15,-6 3-94-15,6-3-259 0,0 0 115 0</inkml:trace>
  <inkml:trace contextRef="#ctx0" brushRef="#br0" timeOffset="50742.86">21661 10684 101 0,'16'2'145'0,"-9"-1"-11"0,2 4 4 0,1 2-7 0,0-2-7 15,-1 4-7-15,1 0-8 0,-3-1-8 0,1 4-6 16,0 1-9-16,-1-1-10 0,1 1-1 0,-3-2-13 16,-1 1 1-16,-1-1-4 0,-3-1-7 0,1 2-2 15,-2-2-7-15,-2-3-2 0,0 0-8 0,3-7-2 16,-6 11 0-16,2-10-3 0,4-1-1 0,-11 2-2 15,11-2-2-15,0 0 7 0,-14-9-4 0,8 1-2 16,3 2-1-16,0-5-1 0,3 0-4 0,0-4-5 16,3 0-1-16,2-2 0 0,2-1-2 0,1 3-1 15,2-2 3-15,2 3-2 0,1 0-2 0,1 0 1 16,-5 6 2-16,5-3 2 0,-4 5-3 0,2 0 0 16,-2 2 5-16,-3 0-1 0,4 3 0 0,-3 1-2 0,-8 0 2 15,17 4 0-15,-9 1 0 0,-2 0-2 0,-1 2 7 16,2 0 0-16,-1 2-3 0,-1 1-3 0,0 2 3 15,-1 0-4-15,0 3 2 0,-3 2-6 0,-1-3-25 16,0 2-17-16,0-2-24 0,0 2-31 0,0-3-34 16,-1 2-34-16,-2-3-42 0,-2 0-107 0,3-2-330 15,1-3 146-15</inkml:trace>
  <inkml:trace contextRef="#ctx0" brushRef="#br0" timeOffset="50905.51">21867 10459 54 0,'0'-7'152'0,"-1"0"-21"15,1 7-18-15,0 0-20 0,0 0-18 0,0 0-27 16,0 0-27-16,13 14-19 0,-6-1-22 0,5 2-21 16,3 5-64-16,-3-4-114 0,4 4 51 0</inkml:trace>
  <inkml:trace contextRef="#ctx0" brushRef="#br0" timeOffset="51310.86">22348 10651 81 0,'0'0'174'15,"0"0"4"-15,-7-16-6 0,4 7-6 0,-1 2 11 16,0-2-5-16,-1 6-7 0,-3-4-15 0,-1 2-6 16,0 3-12-16,-1 2-8 0,-3 3-10 0,0 2-5 15,-4 4-11-15,-2 0 6 0,-2 7-25 0,-1-1-8 16,2 3-7-16,6-2-4 0,-2 3-7 0,6-2-2 15,2-1-3-15,3-1-9 0,3 1-5 0,2-5-4 0,4 5-1 16,1-3-5-16,1-4-4 0,4-1-6 0,7 0-10 16,1-3-12-16,-2 0-12 0,5-4-1 15,2-1-1-15,-3-3 0 0,2-1 3 0,0-2-2 16,-3-2-1-16,-1-4 2 0,-2-1 2 0,-3-2 7 0,-1-2-1 16,-1 1 2-16,-1-8 2 0,-3 0 1 0,-2-2-3 15,-1 0 0-15,-6 0 5 0,4-1-2 0,-6-1 1 16,0 0 6-16,0-2-2 0,3 2 5 0,-2 0 5 15,0 0 9-15,1 5 1 0,1 5 10 0,1 2 2 16,-1 5 0-16,2 2-4 0,-2 2-2 0,1 7-6 16,1-7 2-16,-1 7-2 0,0 0-2 0,0 0 5 15,10 18-3-15,-6-2-2 0,-1 4-1 0,-2 5-1 16,3 3-3-16,-6 3 9 0,0-1-6 0,-1 2-17 16,2-2-19-16,0-1-23 0,0 1-33 0,1 1-27 15,2-2-30-15,4-3-20 0,2 0-16 0,2-4-24 16,-1-5-152-16,4-5-373 0,4-2 165 0</inkml:trace>
  <inkml:trace contextRef="#ctx0" brushRef="#br0" timeOffset="51870.99">22823 10632 169 0,'-4'-12'185'16,"-1"2"-1"-16,-1 1-13 0,-3 2-1 0,-1 1-7 15,-2 1 0-15,-2 4-9 0,-3-2-7 0,-3 3-15 16,2 4-6-16,1 0-12 0,1 3-7 0,2 3-14 0,2-4-8 15,3 6-8-15,2-5-9 0,0 5-6 16,1-2-7-16,5 3-8 0,-1-2-5 0,5 0-21 16,3 0 0-16,2-1-8 0,1-3-1 0,1 0-9 15,2-1-5-15,-1-1-1 0,3 2-1 0,-4-4-3 16,2-1 4-16,-5 0 1 0,1-1 0 0,-1 2-2 0,-7-3 1 16,12 3-2-16,-12-3-2 0,8 5-1 0,-5-2 4 15,0 1-2-15,1 6 13 0,2 1 10 16,-4 0 3-16,-1 6 6 0,6 8 3 0,-6 0 4 0,-1 2-1 15,1 2 1-15,-3 1-4 0,0 1 0 0,-3-3-2 16,4 2-4-16,-4-2 0 0,-2-1-6 0,1-2 2 16,-2-1-2-16,0-5 0 0,0-2-4 0,-3 1 1 15,-5 2-3-15,3-6-1 0,-3-2-4 0,1-2-1 16,0-1-2-16,1-3 6 0,1-1-7 0,3-3 3 16,4-2-3-16,-2 0 1 0,8 0-4 0,-11-4-2 15,5-2-9-15,5-4 0 0,2 0-9 0,3-6-1 16,4-1 0-16,7-7 0 0,4-2-2 0,1-3-1 15,3 3 2-15,2-3-8 0,7-9 3 0,1 2-2 16,-6 10-2-16,9-9 1 0,-9 7 3 0,6-9 0 16,4 2 5-16,-10 10 0 0,-2-2 4 0,1-1 2 15,-3 2 4-15,-1 0-3 0,-6 5 6 0,0 0 1 16,-6 6 9-16,-1 0 2 0,-1 5 8 0,-3 3 17 16,-1 0 6-16,-2 2 4 0,-2 5-5 0,4-9-4 15,-4 9-5-15,0 0 3 0,0 0 4 0,-23 9 0 16,5 3-1-16,-6 3 4 0,-1 4-4 0,1 3-4 15,1-1-1-15,5-2 0 0,7-4-9 0,2 1 1 16,4-2-11-16,1 0-15 0,3-1-24 0,7-2-28 16,-1 1-33-16,8-2-32 0,6-1-41 0,7-2-243 15,3-3-445-15,3-2 198 0</inkml:trace>
  <inkml:trace contextRef="#ctx0" brushRef="#br0" timeOffset="52480.86">23557 10494 120 0,'-2'-12'174'0,"2"12"-15"0,0 0-26 0,3-7-4 15,-3 7 1-15,0 0 4 0,0 0-3 0,5 26 4 16,-1-10-3-16,-3 2-9 0,3 6-7 0,0 3-14 16,-3 1-5-16,4 3-10 0,-4-1-8 0,3 0-3 15,0-2-13-15,-1 1-1 0,-1-4-8 0,0-5-6 16,-1-1-7-16,1 0-15 0,0 0-20 0,-1-4-17 15,-1 1-23-15,1-3-26 0,-1-3-24 0,-1 1-15 16,0-3-24-16,-2-2-25 0,1 0-22 0,2-6-102 16,-8 7-293-16,8-7 129 0</inkml:trace>
  <inkml:trace contextRef="#ctx0" brushRef="#br0" timeOffset="52897.12">23595 10565 46 0,'13'-3'120'0,"1"1"-5"0,0 2-7 16,-1 2-10-16,0 3-12 0,-2 0 13 0,-2 2-23 16,4 5 9-16,-6 0-9 0,-3-1-8 0,-1 4-4 15,-1 2-4-15,-6 1 5 0,-1 0-12 16,-5-1 3-16,2 1-12 0,1-3 5 0,-3-1-4 0,2-2-2 16,2-2-2-16,-2-3 4 0,1 1-3 0,2-3-2 15,0 1-3-15,5-6-2 0,-5 7-3 0,3-3-3 16,2-4-3-16,0 9-4 0,0-9-1 15,7 7 1-15,0-4 2 0,4-1-7 0,-1 0 0 0,8-1-5 16,0 0 2-16,3-2-1 0,1-2-5 16,-1 1 2-16,6-3 0 0,-5 0-9 0,4-2-1 0,-6 0 1 15,4-3 1-15,-2 2 5 0,-3 1-8 0,-1-4 5 16,-3 0-4-16,-2 0 2 0,-2-1 4 0,-2 2-1 16,0-5 4-16,-5 7 7 0,0-4-2 0,-3 2 2 15,0-1 3-15,-2 0 9 0,-1 4 2 0,2 7-6 0,-8-15 0 16,3 10-1-16,-3 3-1 0,8 2 1 15,-19-1-3-15,7 4 1 0,-4 6 0 0,-1 1 0 16,2 3-1-16,-5 4 2 0,1 0-3 0,3 2-4 16,6-3 3-16,1-1-5 0,5 1-10 0,1 1-29 15,5-1-13-15,0 0-17 0,8-2-40 0,3-2-30 16,4-2-26-16,8 0-29 0,2-1-114 0,4-3-318 16,3-3 141-16</inkml:trace>
  <inkml:trace contextRef="#ctx0" brushRef="#br0" timeOffset="53088.88">24271 10636 119 0,'-8'-5'164'0,"1"3"-5"0,-5 0-7 0,1 4-8 0,-1 1-7 16,-1 4-12-16,1 2-2 0,0 3-11 0,1 0-8 16,3 1-10-16,2-1-6 0,1 2-9 0,3 3-7 15,2-3-8-15,4 2-5 0,2 1-6 0,5-2-15 16,2-1-28-16,2 0-28 0,3-3-20 0,9 0-30 15,-1-4-15-15,2-2-27 0,-1-3-25 16,-8 1-106-16,1-5-261 0,-3-1 116 0</inkml:trace>
  <inkml:trace contextRef="#ctx0" brushRef="#br0" timeOffset="53299.91">24459 10503 132 0,'0'-9'180'0,"0"-2"-14"0,1 6-11 0,-1 5-15 15,2-9-8-15,-2 9-15 0,0 0 6 0,0 0-1 16,0 0 10-16,2 28-4 0,0-11-9 0,-2 2-6 16,-2 7-3-16,4 3-8 0,-4-3-12 0,1 1-4 15,0 1-11-15,-1 3-5 0,1-4-9 0,0 1-2 16,-1-1-7-16,0-2-18 0,2 1-26 0,0-8-32 16,0-1-29-16,-1-3-33 0,1-2-29 0,1-1-38 15,-2-3-41-15,1-8-120 0,-3 11-340 0,3-11 151 16</inkml:trace>
  <inkml:trace contextRef="#ctx0" brushRef="#br0" timeOffset="53518.45">24402 10727 133 0,'8'-4'128'0,"3"-2"-8"0,0 0-3 16,8 0-15-16,0 1 1 0,2-1-10 0,1 3-3 15,6-1-3-15,-5 2 1 0,-4 2-3 16,0 0-4-16,0 1-3 0,-1 0-5 0,-5 2-4 0,0-2-4 15,-2 4-11-15,0 0 5 0,-4 3 2 0,2 1 7 16,-5-1 3-16,0 3-6 0,-2-1-10 0,-2 2-3 16,-2 1 2-16,-2 2-12 0,0 1 1 15,-1-2-22-15,-2 2-29 0,1 0-24 0,0-6-36 0,5 2-47 16,-1-4-34-16,-1 4-149 0,3-3-323 0,0-2 144 16</inkml:trace>
  <inkml:trace contextRef="#ctx0" brushRef="#br0" timeOffset="53673.97">24583 10513 20 0,'0'0'98'0,"0"0"-49"15,0 0-38-15,0 0-41 0,0 0-32 0,19 10 14 0</inkml:trace>
  <inkml:trace contextRef="#ctx0" brushRef="#br0" timeOffset="53917.3">25026 10414 146 0,'0'0'218'0,"-5"-7"-17"0,5 7-20 0,0 0-18 15,0 0-7-15,0 0 4 0,0 0 7 0,-14 23 0 0,9-6-5 16,0 8-14-16,-3 2-3 0,4 3-16 15,-2 1-7-15,2 3-13 0,3-2-6 0,-3 4-15 16,1-4-6-16,1 0-9 0,1 0-7 0,-3-3-5 0,0 1 2 16,3-4-15-16,1 2-2 0,0-5-4 0,-1-5-5 15,1-3 1-15,-2 1-16 0,2 0-29 0,2-4-24 16,-2-2-28-16,1-1-30 0,-2 0-22 0,-1-3-27 16,2-6-20-16,0 0-13 0,2 12-32 0,-2-12-160 15,0 0-393-15,0 0 174 0</inkml:trace>
  <inkml:trace contextRef="#ctx0" brushRef="#br0" timeOffset="54131.9">24822 10829 140 0,'0'0'149'0,"1"-11"-11"0,-1 11-11 0,12-11-20 16,-1 4-3-16,3 1-5 0,4-3-3 0,3 2-10 16,4-2-3-16,2-2-6 0,1 4-5 0,0-2-5 15,-2 2-5-15,-7 0-6 0,0 4-1 0,1 0-1 16,-7 0 4-16,-1-1-9 0,-6 3-1 0,4-3-5 15,-10 4-4-15,11 1-8 0,-11-1 0 0,11 6 5 0,-7-3-6 16,0 3-6-16,-1-2 1 0,0 6 2 0,-1 0-7 16,-2 2 3-16,-2-1-29 0,1 1-28 0,1 3-35 15,0-4-38-15,-2-1-34 0,0-1-143 16,1 0-307-16,1-9 137 0</inkml:trace>
  <inkml:trace contextRef="#ctx0" brushRef="#br0" timeOffset="54287.86">25148 10591 8 0,'-3'-6'79'0,"6"-2"-20"16,-3 8-14-16,2-9-9 0,-2 9-23 0,0 0-25 16,11 3-26-16,-11-3-42 0,11 11 19 0</inkml:trace>
  <inkml:trace contextRef="#ctx0" brushRef="#br0" timeOffset="54698.98">25387 10792 35 0,'7'-4'169'0,"2"-2"-8"0,-2 1-3 16,1-3-10-16,0 0-5 0,-1 0-9 0,1-3-13 16,-1 1-8-16,-3-1-5 0,2 0-10 0,0 0-10 15,0-5-4-15,-1 4-2 0,-1 1-1 0,-3-1-5 16,3 1 0-16,-4 5 1 0,2-1 1 0,-2 7-8 0,-2-11-5 15,2 11-9-15,-5-6-6 0,5 6-7 16,0 0-2-16,-21 7-4 0,6 5-2 0,-2-1-3 16,-3 8-1-16,8-4-4 0,-2 0-4 0,1 0-1 15,2 3 1-15,4-2-7 0,0 0 1 0,3 1 0 0,2-5-3 16,4-1-3-16,1 1 3 0,3-1-2 16,1-3 0-16,4 2-3 0,1-5 1 0,5 1-2 15,1-3 1-15,0-2-3 0,0-1 2 0,0-2-5 0,-4-3 2 16,4 0 1-16,-5 0 1 0,-3-2-2 0,0 0 3 15,-1-2-3-15,0 2-2 0,1-6-6 0,0-1 6 16,-4 3 4-16,4-4 1 0,-3 7 1 0,-3-4 2 16,0 3-4-16,1 0-1 0,0 1 3 0,-2 6 2 15,-3 2-3-15,4-9 0 0,-4 9-4 0,6-5-2 16,-6 5 0-16,0 0 9 0,11 7 1 0,-11-7 1 16,7 11-3-16,-4-5 4 0,1 3-6 0,-1 1 4 15,0 1-4-15,2 1 0 0,-2 2-16 0,-1-1-39 16,2-3-40-16,1 6-52 0,-3-4-40 0,2 0-241 15,1-1-455-15,-1-4 201 0</inkml:trace>
  <inkml:trace contextRef="#ctx0" brushRef="#br0" timeOffset="55686.73">26908 10381 121 0,'-12'-2'133'0,"-1"1"1"0,-3 0-8 0,3-1-7 15,0 2 5-15,-1 0-22 0,5 0-4 0,-3 0-11 0,12 0-6 16,-12 0-2-16,5 2-3 0,7-2-8 0,0 0-9 16,-14-2 1-16,14 2-5 0,0 0-6 0,0 0 0 15,0 0 3-15,0 0-5 0,33-3-3 16,-5 2-4-16,5-2-4 0,6-1-3 0,1 0-11 0,16-1 4 16,-5 0-18-16,0 3-23 0,-16 0-30 0,1-1-25 15,-5 3-28-15,-4-1-10 0,-8 0-23 0,-8-1-113 16,-1 2-264-16,-6 0 117 0</inkml:trace>
  <inkml:trace contextRef="#ctx0" brushRef="#br0" timeOffset="56045.32">27007 10375 47 0,'-5'9'113'15,"4"-3"11"-15,-2 1 0 0,3 5-1 0,3 0 2 16,-1 6 1-16,-2-2-11 0,0 4-2 0,4 2-2 15,-2 5-3-15,0 0-6 0,0-7-8 0,0 6-3 16,-1 1-5-16,3-8-10 0,-2 5-3 0,-2-5-3 16,2-2-11-16,-2 1-4 0,3 0-4 0,0 1-10 15,-3-8 2-15,0 1-4 0,0-1 0 0,0 0-8 16,-2-1-2-16,2-1-2 0,0-2 1 0,0-7-5 16,0 12-4-16,-1-6 0 0,1-6 1 0,-3 10-5 15,-1-5 1-15,4-5-6 0,-11 7 1 0,5-4-9 16,-4-3-10-16,1 3 1 0,-2-1 0 0,-1-2 0 15,0-1-1-15,1 0-2 0,-1 0 10 0,5-2-7 16,-2 3 1-16,1-2 0 0,-2 0 5 0,10 2-1 16,-9-3 2-16,9 3-9 0,0 0 7 0,-10-2 4 15,10 2-7-15,0 0 2 0,0 0-3 0,0 0 4 0,0 0 0 16,0 0-10-16,35 7-26 0,-17-7-28 16,5 2-31-16,6-2-26 0,0 0-20 0,-2 1-11 0,6-2-125 15,-7-2-301-15,3-1 134 0</inkml:trace>
  <inkml:trace contextRef="#ctx0" brushRef="#br0" timeOffset="56578.84">27319 10814 124 0,'0'0'132'15,"4"-4"-12"-15,-4 4-7 0,0 0-10 0,0 0-5 0,0 0 4 16,0 0 7-16,0 0-2 0,0 0-5 0,-4 22 1 16,4-22-7-16,-2 13-9 0,0-7-6 0,2-6-5 15,0 11-2-15,-1-4-3 0,1-7 0 0,-2 9-5 16,2-9-1-16,2 10-3 0,-2-10 2 0,0 0 13 15,-2 8 11-15,2-8 15 0,0 0 10 0,0 0 11 16,0 0-10-16,0 0-9 0,0 0-12 0,0 0 0 16,0 0-21-16,0 0-8 0,0 0-1 0,0 0-5 15,-2-28-9-15,4 17-3 0,1 3-4 0,-3-2-10 16,4 0 7-16,2-2-15 0,-1 2-3 0,2-1-4 16,-2 2 0-16,1 0 0 0,3 2-6 0,1-1-1 15,1 3 8-15,-1-2-9 0,4 5-12 0,-5 0 6 16,4 2 2-16,1 2-9 0,-1 0 14 0,-3 5-10 15,1-3 3-15,0 2-3 0,-1 1 0 0,-4 1-3 16,3 1 6-16,-3-1-3 0,2 1-2 0,-4-2 0 16,1 1 0-16,-1 0 5 0,0-1-3 0,0-1 1 0,-4-6 1 15,3 8-5-15,0-3 11 0,-3-5-6 16,4 6 0-16,-4-6 3 0,0 0-3 0,0 7 12 16,0-7-9-16,0 0 1 0,0 0-6 0,0 0 2 15,0 0-6-15,0 0 1 0,0 0-5 0,0 0-6 0,-4-28 11 16,8 21-16-16,-2-3-2 0,2 2 2 15,1-1-5-15,4-3 2 0,4 0-3 0,0 0 1 16,1 1 3-16,0 0 0 0,-4 2 4 0,3 3 2 0,-3-1-3 16,-1 0 3-16,1 5-2 0,-1 0 6 0,-3-1-4 15,-6 3 1-15,12 4 6 0,-6-1-2 0,-1 2 0 16,-1 0 3-16,0 2 2 0,0 1-5 16,-1 1 0-16,-3-1 8 0,3 3 2 0,-1-1-3 0,-2 1-10 15,0-3-19-15,0 2-26 0,0-3-22 0,0 2-35 16,0 1-32-16,0-10-22 0,0 13-30 0,3-7-31 15,-3-6-128-15,2 8-387 0,-2-8 172 16</inkml:trace>
  <inkml:trace contextRef="#ctx0" brushRef="#br0" timeOffset="56829.08">27948 10707 63 0,'5'-6'136'0,"-5"6"-12"0,7-4-7 0,-7 4-14 15,8-3-15-15,-8 3-10 0,12 0-9 0,-12 0-5 16,11 3-20-16,-5 0-12 0,-6-3-2 0,7 5-24 16,-3-1-4-16,1 1 3 0,-5-5-3 0,5 8-3 15,-5-8-4-15,5 7 10 0,-5-7 6 0,1 10 8 16,-1-10 19-16,0 6 8 0,0-6 3 0,-6 8 9 16,6-8 3-16,-2 8 1 0,2-8-3 0,-2 8-9 15,2-8-7-15,-6 9 3 0,6-9-5 0,0 5-8 16,0-5 4-16,0 0-14 0,8 7-27 0,2-6-41 15,4-1-46-15,6-1-159 0,12-7-270 0,-1-1 119 0</inkml:trace>
  <inkml:trace contextRef="#ctx0" brushRef="#br0" timeOffset="57472.98">29139 10175 197 0,'0'-14'199'0,"1"11"-15"0,-1 3-13 15,1-9-13-15,-1 9-14 0,0 0-15 0,0 0-11 16,0 0-14-16,4-7-2 0,-4 7 2 0,0 0 0 15,21 19-9-15,-11-7-3 0,9 7-4 0,-6 3 1 16,1 1-5-16,-3 1-2 0,2 2-4 16,-3-3-4-16,-1 3-4 0,1-1-10 0,-3-5 0 0,1 3-8 15,-2 0-1-15,0-5-4 0,3-1-5 0,-2-1-5 16,-1 0-2-16,0-1-2 0,2 0-4 0,0-2 1 16,-2-1-6-16,1-2-2 0,-2 2 0 0,1-6-6 15,-2 2 4-15,0-3-4 0,1 0-2 0,-3 0-1 16,-2-5 4-16,7 7 8 0,-7-7 19 0,5 3 0 15,-5-3-2-15,0 0-4 0,0 0 0 0,9-15-5 16,-5 6-2-16,-1-6-8 0,1-2-2 0,0-1-2 0,4-1 0 16,-1-4-5-16,1-4 4 0,1 2-3 0,2 1-3 15,1-3-4-15,-2 0 1 0,3 2 2 16,-3-2-5-16,7 2 0 0,-7 0 4 0,2 3-5 16,-2 4 2-16,-1 3-5 0,-1 2-2 0,-3 1 0 0,0 5-5 15,-2-1 11-15,1 2-12 0,0 1-13 0,-1 0-16 16,-3 5-9-16,9-1-7 0,-9 1-30 15,0 0-21-15,10 11-22 0,-5-1-35 0,-1 1-20 16,-2 6-37-16,1 2-39 0,-3-1-135 0,-3 3-422 0,0-2 187 16</inkml:trace>
  <inkml:trace contextRef="#ctx0" brushRef="#br0" timeOffset="58233.95">29665 10646 88 0,'0'0'148'0,"0"0"-2"0,0 0 4 0,0 0 2 16,0 8 0-16,0-8-11 0,0 0-12 0,0 8-7 16,0-8 4-16,0 0-12 0,-4 9-12 0,4-9-6 15,-2 7-5-15,2-7-7 0,0 0-11 0,0 0-3 16,-1 7-5-16,1-7-1 0,0 0-7 0,0 0 7 15,-2 7-1-15,2-7 5 0,0 0 2 0,0 0 9 16,0 0 6-16,0 0 5 0,0 0 1 0,0 0 1 16,0 0 3-16,0 0-9 0,0 0-11 0,0 0-6 15,0 0-4-15,0 0-11 0,0 0-5 0,0 0 1 16,-5-24-4-16,5 24-5 0,-1-9-9 0,1 9-1 16,1-11-5-16,-1 11 1 0,-1-12-11 0,2 5 4 0,-1 7-2 15,1-10-5-15,2 4 1 0,0 0-3 16,-3 6-1-16,6-12-2 0,-2 3 3 0,-3 2-4 15,4 3-2-15,3-3 0 0,-2 1-3 0,-2 3 1 16,3-1 1-16,-7 4-2 0,11-5-5 0,-6 1 7 16,1 3-5-16,0-3 0 0,-6 4 0 0,14-5 4 15,-9 4-1-15,-5 1-2 0,14-3 0 0,-7 1 0 0,-7 2 0 16,13-1 0-16,-6 0-2 0,0-1 0 0,-7 2-2 16,13 0 3-16,-13 0-4 0,12 2-1 15,-6-1 10-15,2 2-7 0,-8-3-4 0,10 5 6 16,-5-1-2-16,0 0 0 0,-1 0 0 0,2-1-2 0,1 2 3 15,-2 0 0-15,0 1 2 0,0 1 2 16,1-1-7-16,-3 0 1 0,1 1 6 0,0-1 2 0,-2 1-7 16,1-4 5-16,-3-3 4 0,5 10-5 0,-4-4-3 15,-1-6 2-15,3 9-2 0,-2-5 1 0,-1-4 1 16,0 0 0-16,1 11 2 0,-1-11-1 0,0 0 1 16,3 6 4-16,-3-6-5 0,0 0 8 0,0 0 1 15,0 0 5-15,0 0-11 0,0 0 1 0,0 0 3 16,0 0 0-16,0 0 0 0,0 0-6 0,0 0 1 15,0 0 1-15,-14-19 1 0,14 19-2 0,-4-11-3 16,3 3 2-16,1 8 0 0,-4-13 1 0,4 4-4 16,1 0-3-16,3-1-5 0,0 1-1 0,2-2-5 0,3 1 6 15,0 0 4-15,1 2-10 0,3 1 9 16,0 1 2-16,-2 1-7 0,2 1 4 0,-1 2-3 16,0 0 4-16,-1 2-4 0,-1 0-2 0,-4 2 3 15,6 2 2-15,-5 1-2 0,1 0 0 0,1 4 5 16,-1 0-3-16,-2 1 6 0,-1 0 1 0,-2 2-7 15,2-2-23-15,-3 4-20 0,1-3-22 0,-3 2-15 16,1 3-28-16,-2-3-39 0,1 3-34 0,0-5-33 0,-3 1-42 16,1-1-148-16,-3 0-444 0,2-3 197 0</inkml:trace>
  <inkml:trace contextRef="#ctx0" brushRef="#br0" timeOffset="58634.94">29209 10939 29 0,'-6'2'120'0,"0"2"-4"15,6-4 2-15,0 0-6 0,0 0 5 0,17 8-7 16,2-5-6-16,15 0-3 0,6-3-5 0,19 0-6 16,8-3-4-16,32-2 4 0,-2-1-11 0,6-3-5 15,-5-1-1-15,0-1-3 0,-6-1-2 0,-28 4-6 16,3 3 0-16,-3-7-1 0,-3 6-3 0,-5-1 5 16,-2-3 5-16,-3 5 4 0,-10 0-1 0,-7-1 6 15,0 0-1-15,-5 2-2 0,-6 3 1 0,-5-3-5 16,0 1 1-16,-8-1 0 0,-1 3-3 0,0-1 1 15,-3 1-4-15,-6 1-6 0,11-2-5 0,-11 2-5 16,9-1-4-16,-9 1-5 0,7-1-8 0,-7 1-4 16,0 0-13-16,0 0-33 0,7-4-36 0,-7 4-51 0,0 0-52 15,0 0-51-15,0 0-237 0,0 0-481 16,-39 2 213-16</inkml:trace>
  <inkml:trace contextRef="#ctx0" brushRef="#br0" timeOffset="61116.81">29086 11353 66 0,'-5'3'105'0,"5"-3"-6"0,0 0-4 16,0 0-4-16,0 0-8 0,0 0 1 15,0 0-2-15,0 0-8 0,0 0-3 0,0 0-9 16,0 0-6-16,0 0-8 0,0 0-3 0,0 0-7 0,0 0 2 15,0 0-9-15,0 0-13 0,0 0-7 16,0 0-19-16,0 0 5 0,0 0-17 0,0 0-8 16,0 0-8-16,0 0-9 0,0 0-21 0,0 0-100 15,0 0-180-15,12 7 81 0</inkml:trace>
  <inkml:trace contextRef="#ctx0" brushRef="#br0" timeOffset="61593.23">29130 11378 26 0,'0'0'179'0,"0"0"-2"0,-5-5-10 16,5 5-11-16,0 0-6 0,-2-10-16 0,2 10-14 15,0 0-12-15,0 0-5 0,0 0-4 0,12-10-14 16,-7 7-5-16,-5 3 4 0,18-1-1 0,-8 1-6 16,-2 2-2-16,2 1-3 0,-1 1-1 0,-3 1-4 15,0 0-3-15,1 2-4 0,-2 3-2 0,-2-1 2 16,-2 2-3-16,-2 1-5 0,-1 4-3 0,-4 1-2 16,-3 0-2-16,-1-2-4 0,-3-1-6 0,-7 5-5 15,-5-2 4-15,3-1-6 0,-4-2 0 0,-1-1-5 16,3-2-4-16,3-6 0 0,3 4-1 0,6-5-3 15,-1 0 0-15,0 1-1 0,3-4 3 0,3 2 1 16,1-3-3-16,6 0 0 0,0 0-4 0,-14-3 0 16,14 3-3-16,0 0-2 0,1-10-2 0,-1 10 6 15,12-10-6-15,-2 5 3 0,0 1 1 0,3-3-2 16,0 4-4-16,5 1 5 0,-2-3-3 0,2 4-1 16,-1-1 1-16,-2 2-2 0,3 0 4 0,2 3 0 15,0-2-2-15,-1 2 0 0,1 0-2 0,2 0-11 0,6-2-24 16,-7 2-22-16,0 0-29 0,0 1-22 0,-2-1-30 15,1 1-32-15,-1-3-27 0,-6 0-15 16,-2 2-142-16,0-1-382 0,-1-1 169 0</inkml:trace>
  <inkml:trace contextRef="#ctx0" brushRef="#br0" timeOffset="61846.8">29470 11462 11 0,'2'-19'179'0,"1"2"-4"0,1-4 11 16,0 4 4-16,-1 2 18 0,4 0-9 0,-5 0-7 15,2 2-8-15,-3 6-5 0,2 1-3 0,-2-1-12 16,-1 7-14-16,3-9-18 0,-3 9-12 0,0 0-9 16,0 0-7-16,0 0-6 0,0 0-1 0,9 18-6 15,-8-7-1-15,0 6-11 0,-2 1-10 0,1 0 4 16,0 2-11-16,-1 7-3 0,0 0-5 0,-1-8-6 16,2 5-6-16,-2-5-8 0,0 7 3 0,1-9-4 15,1-1-8-15,1 0-8 0,-1-5-13 0,0-1-37 16,2 1-14-16,-1 0-20 0,-1-1-22 0,3-2-28 15,-3-1-32-15,0-7-29 0,2 11-29 0,-1-6-12 16,-1-5-37-16,0 9-129 0,0-9-418 0,0 0 185 16</inkml:trace>
  <inkml:trace contextRef="#ctx0" brushRef="#br0" timeOffset="62126.73">29549 11375 53 0,'4'-6'153'15,"0"0"-9"-15,-1 1-7 0,-3 5-4 0,9-7-6 16,-2 6-4-16,-7 1-8 0,11 0-4 0,-11 0-5 16,11 5-10-16,-6-2-5 0,0 2-11 0,2 0 2 15,-3 0-5-15,-1 0-5 0,1 0-10 0,-1 2-6 0,0 0-2 16,0-1-6-16,-1 1 3 0,-2-7-7 0,0 11-9 16,1-4-2-16,-1-7-2 0,-2 9 1 15,2-9-7-15,-5 12 2 0,1-8 1 0,0 1-5 16,0 1 2-16,0-1-5 0,-1 1-1 0,5-6-4 0,-7 12-4 15,3-6 1-15,1-1 1 0,1 4-2 16,2-9-2-16,1 11-1 0,2-3-12 0,2-4-22 16,0 1-22-16,6 0-38 0,1 0-33 0,7-2-32 0,0-2-33 15,-1 0-112-15,4-2-321 0,-3 0 143 0</inkml:trace>
  <inkml:trace contextRef="#ctx0" brushRef="#br0" timeOffset="62373.77">29960 11395 142 0,'0'0'214'0,"-2"-8"-5"0,2 8-9 16,0 0-17-16,-3-7-14 0,3 7-16 0,0 0-3 15,0 0 3-15,-16 11-17 0,9-5-7 0,0 4-9 16,-5 4-9-16,3 2-1 0,-5 7-11 0,3 0-6 16,0 1-3-16,2-2-9 0,1-5-6 0,4 2-6 15,0 5-13-15,0-5-2 0,4 1-6 0,0-3-4 16,3 1-4-16,-1-1 1 0,2 0-9 0,0-3-4 15,-2-2-5-15,5 0-8 0,-2-1-15 0,0-2-24 16,0 1-25-16,-2 0-28 0,-1-3-23 0,1 1-37 16,1-2-15-16,-2 1-34 0,-2-7-21 0,1 10-150 15,-1-10-385-15,0 0 172 0</inkml:trace>
  <inkml:trace contextRef="#ctx0" brushRef="#br0" timeOffset="62527.52">29829 11668 30 0,'0'0'193'0,"2"-10"-16"0,2 3-18 16,1 2-10-16,3-2-17 0,3 0-16 0,5 0-13 15,3 1-8-15,5-2-8 0,-2 4-19 0,0 0-44 16,7-2-43-16,-2 3-42 0,2-1-48 0,-2 0-82 16,0 0-207-16,-7 1 92 0</inkml:trace>
  <inkml:trace contextRef="#ctx0" brushRef="#br0" timeOffset="62691.93">30262 11565 174 0,'0'0'199'0,"0"0"0"0,0 0-10 0,0 0-16 15,0 0-17-15,12-5-11 0,-12 5-13 0,16-5-9 16,-4 0-14-16,2 1-9 0,5 1-15 0,1 0-8 16,-2 2-18-16,3-3-26 0,-5 0-15 0,-2 3-34 15,-2-3-25-15,6 2-24 0,-7 0-22 0,1-1-14 0,-6 1-18 16,-1-2-13-16,-5 4-103 0,8-6-256 15,-8 6 114-15</inkml:trace>
  <inkml:trace contextRef="#ctx0" brushRef="#br0" timeOffset="62864.32">30488 11489 665 0,'-5'-4'-13'0,"1"-4"19"0,-3 0 9 0,3 1 5 16,-3-1 18-16,4-1 6 0,-3 0 8 0,1 1 16 15,3 2 5-15,2 6 6 0,-6-11 4 0,3 7 15 16,3 4 13-16,-3-10 0 0,3 10-1 0,-2-7-9 16,2 7-13-16,0 0-9 0,-4-5-4 0,4 5-5 15,0 0 16-15,0 0-7 0,-4 18-2 0,0-8-2 16,2 0-7-16,-2 6-2 0,-1 2-8 0,2 0-4 0,-1 0-9 15,1 1 2-15,-3-1-1 0,2 0-16 16,1-1-31-16,1-1-36 0,-1-5-47 0,3 1-38 0,0-1-45 16,0-1-43-16,2 0-138 0,1-6-376 15,-1 1 167-15</inkml:trace>
  <inkml:trace contextRef="#ctx0" brushRef="#br0" timeOffset="63096.71">30748 11390 7 0,'5'-9'277'16,"-3"3"-10"-16,1 2-7 0,-3 4-24 0,1-9-23 15,-1 9-23-15,0 0-19 0,0 0-13 0,0 0-14 16,0 0-9-16,0 0-8 0,-2 25-15 16,-2-11-10-16,-1 3-12 0,0 8-7 0,-1-6 2 0,1-2-17 15,-1 8-3-15,1-8-12 0,0 1-13 0,2-2-19 16,2-4-29-16,-2 3-23 0,3-3-30 0,-1-1-20 15,0-1-21-15,1-3-33 0,0 3-18 0,-1-3-24 16,1-7-30-16,-4 11-119 0,4-11-351 0,-2 8 156 16</inkml:trace>
  <inkml:trace contextRef="#ctx0" brushRef="#br0" timeOffset="63379.39">30737 11375 4 0,'11'-13'175'0,"-4"4"-8"0,1 0 3 0,-2 2-8 16,0 3-16-16,0 1-3 0,-6 3-3 0,10-2-17 16,-10 2-8-16,0 0-8 0,12 7-6 0,-10-3-7 15,0 2 5-15,-1 4-7 0,-1-10-5 0,-5 18-6 16,2-9-7-16,-2 3-6 0,1-3-5 0,-2 2-8 16,-1-2-3-16,1 0-5 0,2-4 0 0,0 1-5 15,0 1-4-15,1-3-3 0,3-4-6 0,-4 8-5 16,4-8 2-16,-4 11-2 0,3-5 4 0,1-6 2 15,2 11-3-15,-2-11-4 0,9 10 1 0,0-6-4 16,0-1 1-16,5 0-5 0,3-1-14 0,3 0-26 16,-2-2-32-16,3 0-36 0,0-1-41 0,1-2-28 0,-3 5-34 15,0-4-165-15,-4-1-390 0,1-1 172 16</inkml:trace>
  <inkml:trace contextRef="#ctx0" brushRef="#br0" timeOffset="63618.66">31089 11428 173 0,'0'0'196'0,"4"-9"0"0,-4 9-1 16,0 0 1-16,2-5-18 0,-2 5-10 0,0 0-21 16,0 0-14-16,0 0-12 0,0 0 0 0,0 0-2 15,0 0-2-15,0 0 5 0,0 23-4 0,2-9-3 0,-5-3-13 16,0 8-5-16,-3-3-5 0,4 1-11 16,-2 1-3-16,0-2-8 0,0 1 14 0,1 0-9 15,1 1-4-15,1-7-11 0,1 5 0 0,0-4-10 16,-2-1-2-16,4-2-8 0,-2 0-2 0,1-2-3 0,0 0-6 15,-1-7-3-15,5 12 2 0,-1-9-15 16,1 1-21-16,2-2-30 0,3-2-33 0,3 0-36 0,1-3-46 16,2 0-41-16,5-2-46 0,-5-4-224 15,1 1-502-15,-2-3 222 0</inkml:trace>
  <inkml:trace contextRef="#ctx0" brushRef="#br0" timeOffset="63862.86">31567 11248 5 0,'4'-5'205'0,"-4"5"2"0,0 0-2 15,0 0 1-15,0 0-12 0,10 19 1 0,-4-9-10 16,-1 0-13-16,-3 2-9 0,3 4-13 0,-3-3-16 16,2 4-7-16,-1 2-11 0,1-2-8 0,-1 1-11 15,-1 9-6-15,-1-8-11 0,-2 0-8 0,-1-1-4 16,1 1-5-16,-3 2-8 0,1-2 0 0,-3-1-9 15,-1 0-16-15,0 0-15 0,-9 2-25 16,-2 0-23-16,-3-3-21 0,0 1-44 0,-5-1-37 0,-3-2-36 16,-3 1-37-16,-1 1-182 0,-3-2-421 0,1-1 186 15</inkml:trace>
  <inkml:trace contextRef="#ctx0" brushRef="#br0" timeOffset="64356.33">28808 11318 168 0,'-14'12'162'0,"-8"7"-8"0,0 4 1 15,3 6-12-15,-4 13-7 0,6 4-7 0,0 2-11 16,7 2-8-16,7 3-14 0,4-1-9 0,9 3-5 0,12-2-9 15,3-4-6-15,9 0-7 0,7-3-27 0,21 14-41 16,-13-24-34-16,6-7-48 0,2 0-60 16,-2-8-98-16,7-3-268 0,0-4 119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1T07:19:59.2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20737 6257 24 0,'0'0'22'0,"0"0"-7"0,0 0 8 0,0 0-9 16,0 0-2-16,0 0-2 0,0 0-2 16,0 0 4-16,0 0-7 0,0 0 4 0,0 0-5 0,0 0 1 15,0 0 0-15,0 0 3 0,0 0-4 0,0 0-1 16,0 0 0-16,0 0 1 0,0 0 2 0,0 0 2 16,0 0-8-16,0 0 3 0,0 0-2 15,0 0-1-15,0 0 2 0,0 0 1 0,0 0 0 16,0 0-2-16,0 0-3 0,0 0 5 0,0 0-2 0,0 0 2 15,0 0-1-15,0 0 1 0,0 0-5 0,0 0 7 16,0 0-2-16,0 0 0 0,0 0-5 0,0 0 6 16,0 0-5-16,0 0 5 0,0 0-3 0,0 0 0 15,0 0 0-15,0 0 5 0,0 0-6 0,0 0 1 16,0 0-3-16,0 0 0 0,0 0 2 0,0 0 1 16,0 0 1-16,0 0 5 0,0 0-7 0,0 0 2 15,0 0-5-15,0 0 3 0,0 0-1 0,0 0 2 16,0 0-1-16,0 0 1 0,0 0 0 0,0 0 1 15,0 0 0-15,0 0 0 0,8-3-2 0,-8 3 0 16,0 0-2-16,0 0 1 0,0 0 5 0,0 0 1 16,0 0-8-16,0 0 2 0,0 0-2 0,0 0 5 15,0 0-2-15,0 0-1 0,0 0 5 0,0 0-1 16,0 0-4-16,0 0 5 0,0 0-4 0,0 0 1 16,0 0 1-16,0 0-6 0,0 0 1 0,0 0 3 15,0 0 0-15,0 0 2 0,0 0-3 0,0 0 3 16,0 0-5-16,0 0 3 0,0 0-2 0,0 0 1 15,0 0-2-15,3-6 1 0,-3 6 4 0,0 0-3 16,0 0 3-16,0 0-4 0,0 0 6 0,0 0-7 16,0 0 4-16,0 0-3 0,0 0 0 0,0 0 4 15,0 0 2-15,0 0-1 0,0 0-6 0,0 0 5 16,0 0-2-16,0 0 3 0,0 0-5 0,0 0 4 16,0 0 1-16,0 0-1 0,0 0-4 0,0 0 3 15,0 0-2-15,0 0 1 0,0 0-2 0,0 0 1 16,0 0 0-16,0 0-1 0,0 0 4 0,0 0-2 15,0 0 1-15,0 0-3 0,0 0 4 0,0 0-4 16,0 0-1-16,0 0 1 0,0 0-2 0,0 0 1 16,0 0-6-16,0 0 2 0,0 0-8 0,0 0-7 15,0 0-13-15,0 0-37 0,0 0 17 0</inkml:trace>
  <inkml:trace contextRef="#ctx0" brushRef="#br0" timeOffset="1525.08">16693 8490 25 0,'0'0'27'0,"0"0"2"0,0 0-6 0,0 0-1 16,0 0-2-16,-6 3-6 0,6-3-8 0,0 0 8 16,-2 8-7-16,2-8 6 0,0 0-4 0,-4 9-2 15,4-9-7-15,-5 5-5 0,5-5 2 0,-5 7-2 16,5-7-4-16,-4 10 1 0,3-4-23 0,-2 2-35 16,1-3 16-16</inkml:trace>
  <inkml:trace contextRef="#ctx0" brushRef="#br0" timeOffset="1784.97">16634 9074 8 0,'0'0'51'0,"0"0"0"0,0 0-8 0,0 0-9 15,0 0 1-15,0 0-5 0,0 0-12 0,0 0-7 16,0 0-9-16,0 0-3 0,0 0-4 0,0 0-9 16,4 16-10-16,-3-13-17 0,-1-3-42 0,0 13 19 15</inkml:trace>
  <inkml:trace contextRef="#ctx0" brushRef="#br0" timeOffset="2494.12">16801 9609 29 0,'0'0'44'15,"0"0"-3"-15,0 0-4 0,0 0 1 0,0 0-10 0,0 0 0 16,0 0-4-16,0 0-6 0,0 0-3 0,0 0-1 16,0 0 0-16,0 0-3 0,0 0 1 15,0 0-5-15,0 0 5 0,0 0-2 0,0 0-10 16,0 0 8-16,0 0-1 0,0 0-4 0,0 0-1 15,0 0 4-15,0 0-7 0,0 0 5 0,0 0 0 0,0 0 1 16,0 0 0-16,0 0 0 0,0 0-4 0,0 0 3 16,0 0-8-16,0 0 9 0,0 0 1 15,0 0-10-15,0 0 5 0,0 0-5 0,0 0 2 0,0 0-2 16,0 0 11-16,5 4-2 0,-5-4-5 0,0 0 0 16,0 0 1-16,0 0 0 0,0 0 0 0,0 0 5 15,0 0-11-15,0 0 10 0,0 0-4 0,0 0 6 16,0 0-9-16,0 0 9 0,0 0-6 0,0 0 1 15,0 0 2-15,0 0-1 0,0 0-3 16,0 0 2-16,0 0 1 0,0 0-3 0,0 0 1 0,0 0 4 16,0 0 1-16,0 0-6 0,0 0 1 0,0 0 4 15,0 0-3-15,0 0-1 0,0 0-2 0,0 0-6 16,0 0 5-16,0 0 8 0,0 0-1 0,0 0-8 16,0 0 3-16,0 0 1 0,0 0 2 0,0 0 1 15,0 0-4-15,0 0-1 0,0 0 6 0,0 0-10 16,0 0-1-16,0 0 11 0,0 0-5 0,0 0-2 15,0 0 4-15,0 0-1 0,0 0-2 0,0 0 4 16,0 0-6-16,0 0-2 0,0 0 5 16,0 0 3-16,0 0-3 0,0 0-3 0,0 0 4 0,0 0-1 15,0 0-1-15,0 0-8 0,0 0 1 0,0 0 11 16,0 0 2-16,0 0-4 0,0 0 0 0,0 0 0 16,0 0 2-16,0 0-2 0,0 0-10 0,0 0 11 15,0 0 1-15,0 0-6 0,0 0 6 0,0 0-3 16,0 0-3-16,0 0 6 0,0 0 1 0,0 0-7 15,0 0 5-15,0 0-2 0,0 0-1 0,0 0-2 16,-1 9-2-16,1-9-7 0,0 0-5 0,5 6-7 16,-5-6-7-16,4 5-36 0,-4-5-74 0,5 7 33 15</inkml:trace>
  <inkml:trace contextRef="#ctx0" brushRef="#br0" timeOffset="2935.72">20049 8292 8 0,'0'0'-2'0,"7"4"-1"0</inkml:trace>
  <inkml:trace contextRef="#ctx0" brushRef="#br0" timeOffset="162587.17">28870 11735 22 0,'0'0'28'0,"0"0"-7"0,0 0-9 15,0 0-8-15,0 0-9 0,0 0-9 0,0 0-15 16,0 0 6-16</inkml:trace>
  <inkml:trace contextRef="#ctx0" brushRef="#br0" timeOffset="163475.69">31093 11709 59 0,'0'0'65'0,"-10"-14"-5"15,10 14-6-15,0 0-4 0,-4-4-8 0,4 4-3 16,0 0-6-16,0 0-2 0,0 0-8 0,0 0 1 15,-7-4-11-15,7 4-14 0,0 0-10 0,0 0-9 16,0 0-21-16,0 0-29 0,0 0-77 0,-7 12 34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6T04:24:55.0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4786 3507 36 0,'-2'-9'54'0,"2"9"-9"0,0-9-2 0,0 9 3 16,2-10 5-16,-2 10-3 0,1-11-3 0,-1 11 0 15,1-11-5-15,-1 11-1 0,-1-11-5 0,1 11 11 16,4-9 14-16,-4 9-4 0,-4-13-3 0,4 13 3 15,-3-9 3-15,3 9 1 0,-2-10 3 0,2 10 2 16,-4-7 2-16,1 3-8 0,3 4-5 0,-6-9 4 16,6 9 3-16,-5-7-1 0,5 7 1 0,-3-5-9 15,3 5-3-15,0 0-4 0,-6-7-6 0,6 7-3 16,0 0-2-16,0 0 0 0,-4-3-8 0,4 3 9 16,0 0-10-16,0 0-4 0,0 0-2 0,0 0-1 15,0 0-2-15,0 0-3 0,0 0-1 0,0 0-3 16,0 0 1-16,0 0-1 0,0 0 0 15,0 0-6-15,0 0 3 0,0 0 4 0,0 0 1 16,0 0-5-16,36 9 4 0,-7-8 0 0,7-2-1 16,15-2 5-16,5-3-1 0,3 2 1 0,6-4-9 0,-1 0 5 15,-1 2-3-15,2-1 0 0,-3-2-1 0,-6 5 0 16,-18-2 1-16,16 1-4 0,-21 2 1 0,-1 2-11 16,-5-1-4-16,-6 3-29 0,-1-1-13 15,0 1-37-15,-5 0-38 0,-4 3-33 0,-1-1-103 16,-10-3-285-16,4 7 127 0</inkml:trace>
  <inkml:trace contextRef="#ctx0" brushRef="#br0" timeOffset="321.39">5202 3377 76 0,'0'0'197'0,"-2"-8"-8"0,2 8-12 0,0 0-8 16,0 0-18-16,0 0-11 0,0 0-17 0,0 0-12 15,0 0-11-15,0 0-7 0,0 0-10 0,0 0-3 16,0 0-8-16,5 28-2 0,-6-12-1 0,1 9 2 16,-2 0-4-16,2 1 2 0,-2 4-6 0,0-1-3 15,-3 1-4-15,0 1-3 0,1-2-2 0,1 1-4 16,0 0-3-16,0 2-3 0,1-2-3 0,-2-2-4 15,1-1 4-15,3 0-9 0,0-2-4 0,-1 0 0 16,-1-4-5-16,0-1-2 0,4 0-16 0,-2-1-30 16,1-2-21-16,0-1-29 0,0 0-59 0,3 0-36 15,1-4-44-15,-3-4-129 0,3 1-373 0,-5-9 166 16</inkml:trace>
  <inkml:trace contextRef="#ctx0" brushRef="#br0" timeOffset="871.63">5947 3327 43 0,'0'0'120'0,"2"-8"-12"0,-2 8-2 16,0 0 0-16,2-6-12 0,-2 6-4 0,0 0-13 15,0 0-14-15,0 0-4 0,0 0-8 0,0 0-5 16,0 0-3-16,0 0 2 0,9 20-1 0,-6-7-2 16,3 1-3-16,-2 4-11 0,0 1 6 0,-2 0 2 15,2 5-1-15,0 2-4 0,0-7 0 0,-3 7-3 16,-1-6-3-16,1 5 1 0,1 1-1 0,-2-1-4 15,-3-5-3-15,3-3-8 0,1 8 8 0,1-6-3 16,0 7-5-16,1-6 4 0,-1-3-1 0,3 0-2 16,1-2-3-16,-1 0-8 0,3 1 0 0,-1-6 0 15,1-1-4-15,2-1-4 0,0 1-3 0,2-4-1 16,2 0-4-16,1-1 2 0,4-2 0 0,-2-4-1 16,3-3-7-16,-2-1 13 0,-1-2-4 0,1-3 5 15,-3 1-1-15,5-8-4 0,-5 7 7 0,1-13 5 16,-2-1 1-16,0 3 7 0,0-1 1 0,-5-4 1 15,3 0 7-15,-3 3 9 0,0-4-2 0,-1 0 2 16,-1-1 6-16,-2 2 0 0,0-2-2 0,-1 2 4 16,-3-1-7-16,-1 3 4 0,3 5 1 0,-6 1 0 15,7 3-6-15,-4 1-5 0,-1 6 0 0,1 0-5 16,1 2-2-16,-1 7-13 0,-4-11-25 0,4 11-32 16,0 0-7-16,0 0-6 0,0 0-12 0,0 0-13 15,0 0-19-15,0 0-21 0,16 21-73 0,-14-11-224 16,8 5 99-16</inkml:trace>
  <inkml:trace contextRef="#ctx0" brushRef="#br0" timeOffset="1089.46">6785 3415 33 0,'0'0'175'0,"0"0"-18"15,0-9-22-15,0 9-5 0,0 0-16 0,15-11-5 16,-6 5-3-16,7 1-13 0,2-2-14 0,12 0-6 16,0 2-8-16,2 0-4 0,-1 2-20 15,0-1-19-15,-2 6-20 0,-7-2-31 0,-1 1-25 16,-3 0-30-16,0 1-21 0,-6-1-83 0,-2 2-203 0,-2 0 91 16</inkml:trace>
  <inkml:trace contextRef="#ctx0" brushRef="#br0" timeOffset="1332.05">6834 3382 112 0,'-6'6'121'0,"1"3"6"0,-4 5 5 0,0 2 1 0,1 2-6 16,-3 8-1-16,0 1-10 0,1 2-1 0,-2 1-14 15,0 2 0-15,2 0-10 0,0-3-10 16,2 0-7-16,1-1-6 0,2 5-5 0,-1-3-7 15,2 0-3-15,0 0-3 0,-2-4-6 0,5 0 0 16,-2-6-6-16,2 5-4 0,-2-6-5 0,2-2 0 16,1 0-8-16,0 2-6 0,0-5-20 0,1-3-29 15,0 2-20-15,2-3-43 0,0 2-35 0,-1-5-45 16,-2-7-90-16,4 9-290 0,-4-9 128 0</inkml:trace>
  <inkml:trace contextRef="#ctx0" brushRef="#br0" timeOffset="1523.9">6749 3802 135 0,'9'-1'132'0,"5"0"-11"15,1-1-15-15,7-1-11 0,6-3-8 0,2 4-6 16,2-2-22-16,2 0-25 0,-1-1-31 0,4 0-24 15,0 0-32-15,-3 1-78 0,-3 3-139 0,1-6 61 16</inkml:trace>
  <inkml:trace contextRef="#ctx0" brushRef="#br0" timeOffset="1701.1">7347 3611 18 0,'-3'-9'159'0,"3"9"-3"16,-2-7 3-16,2 7-10 0,0 0-5 0,0 0-17 15,-3-7-4-15,3 7-12 0,0 0-21 0,0 0 0 16,0 0-15-16,0 0-6 0,0 0-8 0,0 0-10 16,0 0-23-16,3 29-35 0,-2-19-37 0,3 1-34 15,-2 0-20-15,-1 3-30 0,2 0-82 0,-2-3-226 16,3 5 100-16</inkml:trace>
  <inkml:trace contextRef="#ctx0" brushRef="#br0" timeOffset="1843.54">7335 3934 18 0,'0'0'150'0,"-4"7"5"0,4-7-5 0,0 0 7 16,0 0-5-16,-5 5-14 0,5-5-9 0,0 0-15 15,0 0-10-15,0 0-21 0,0 0-22 0,0 0-39 16,0 0-65-16,14 5-68 0,-14-5-103 16,0 0-230-16,25-8 102 0</inkml:trace>
  <inkml:trace contextRef="#ctx0" brushRef="#br0" timeOffset="2015.7">7734 3893 2335 0,'9'-6'18'0,"0"1"21"15,-1-2-11-15,-1 3 8 0,-2-1 12 0,2 1-7 16,-4-1-2-16,3 1-2 0,-1-2-8 0,-5 6-2 16,6-7-4-16,-2 3-2 0,-4 4-5 0,6-7-5 15,-6 7-20-15,5-6-27 0,-5 6-39 0,3-6-45 16,-3 6-49-16,0 0-25 0,0 0-164 0,0 0-388 15,0 0 173-15</inkml:trace>
  <inkml:trace contextRef="#ctx0" brushRef="#br0" timeOffset="2428.67">5007 4491 120 0,'0'0'171'16,"-13"0"-10"-16,13 0-8 0,-8-2-12 0,8 2-9 16,0 0-18-16,0 0-1 0,0 0 6 0,0 0 0 15,0 0-2-15,59 0-6 0,0 0-2 0,35-5-8 16,9-1-9-16,13 0-9 0,0-3-12 0,15-2-4 16,4 1-16-16,8 2-15 0,5-1-7 0,1-1-14 15,-4 4-6-15,-4-5-6 0,-3 5-5 0,-1 1-6 16,-8-1-12-16,0 0 2 0,-13-1-12 0,-8 3-5 15,-6-1-9-15,-12-2-11 0,-29 4-13 0,-1-1-11 16,-7 1-23-16,-12 1-5 0,-8 1-14 0,-2 1-8 16,-10-1-108-16,-4 0-256 0,-6-2 113 0</inkml:trace>
  <inkml:trace contextRef="#ctx0" brushRef="#br0" timeOffset="7602.53">10370 4167 35 0,'0'0'129'0,"-16"-2"-1"0,7 0-12 0,-1 1-6 15,0-2-9-15,-1 1 4 0,2 0-9 0,-1 2-10 16,10 0-4-16,-14 0-6 0,14 0-4 0,-11 0-14 15,11 0-2-15,-9 1 1 0,9-1-4 0,0 0-3 16,0 0-10-16,0 0 2 0,0 0-6 0,0 0 4 16,37-6-11-16,-2 1 1 0,1-3-9 0,18-1 7 15,1 2-6-15,-1 0-3 0,-2 2-13 16,-15 0-18-16,-1 1-12 0,-4 2-33 0,-3-1-25 0,-7 4-21 16,-4 1-19-16,-4 0-99 0,-1 2-239 0,-1-2 106 15</inkml:trace>
  <inkml:trace contextRef="#ctx0" brushRef="#br0" timeOffset="7845.88">10556 4147 7 0,'0'0'119'0,"0"0"-21"0,0 0-2 15,-9 3 6-15,9-3 14 0,-1 12-2 0,2-3-3 16,3 4-4-16,-3 3-3 0,0 4-3 0,0-1-1 15,1 8-14-15,0 0 1 0,1 0-6 16,-3-1-8-16,1 1-7 0,-2-4-2 0,1 2-10 0,1 1-3 16,-1-7-6-16,1 1-6 0,1 4 1 0,0 2-3 15,1 1-6-15,0-5-18 0,0-3-31 0,1-2-16 16,-1 3-38-16,2-2-37 0,-1 0-31 0,1 0-122 16,-1-2-284-16,-1-6 127 0</inkml:trace>
  <inkml:trace contextRef="#ctx0" brushRef="#br0" timeOffset="8245.94">10942 4317 202 0,'1'-4'200'15,"-1"4"-10"-15,2-9-24 0,-2 9-21 0,0 0-11 0,0 0-18 16,0 0-11-16,0 0-8 0,0 0-11 0,12 17-1 15,-12-6-9-15,4 4-1 0,-3-1-9 0,0 3-7 16,2 0 0-16,1 2-8 0,-1 0-1 16,-1-2-7-16,-1 2-4 0,4-3-7 0,-1 0-1 15,-1 1-1-15,1-1-2 0,1-6 2 0,-1 2-8 16,1-2-4-16,1 2 1 0,0-2-2 0,1-1-1 0,1-1 0 16,-2-3-3-16,3 0 1 0,-3-2-2 0,2 0 0 15,1-3 1-15,-9 0 1 0,19-3-3 16,-10-4 0-16,4-2-3 0,0-2 0 0,0-3 0 0,3-8 0 15,0-1 1-15,-3-1 3 0,1-1 1 0,-5-1 2 16,0 0 3-16,-1 1 0 0,-3-3-7 0,-1 3 3 16,-7-3-2-16,2 1 0 0,0 0-4 0,-3 2-1 15,1 6 10-15,2 0-11 0,-3 3-5 16,2 6 4-16,0-1-2 0,2 4-2 0,-1-1-19 0,1 8-34 16,-2-10-36-16,2 10-26 0,0 0-26 15,0 0-6-15,0 0-31 0,0 0-137 0,19 13-340 16,-9-7 150-16</inkml:trace>
  <inkml:trace contextRef="#ctx0" brushRef="#br0" timeOffset="8428.54">11736 4238 94 0,'16'-10'175'0,"2"2"-17"0,7-3-9 0,4 2-13 0,0-2-12 0,0 3-16 15,2-1-2-15,-3 1-18 0,-7 1-22 16,0 5-32-16,-2-1-53 0,-4 1-37 0,-4 2-43 16,-4 0-79-16,-7 0-192 0,0 0 86 0</inkml:trace>
  <inkml:trace contextRef="#ctx0" brushRef="#br0" timeOffset="8646.32">11694 4260 15 0,'0'0'149'16,"0"0"-1"-16,-2 11-15 0,2-5 10 0,0 2 8 16,1 4 8-16,0-2-10 0,-2 7-7 0,4 2-1 15,-3-1-3-15,2 2-4 0,-2 6-4 0,-4 1-2 16,2 2-10-16,-1-1-9 0,-2 0-9 0,2-1-11 16,-3-3-9-16,2 4-2 0,1-5-13 0,0 2-7 15,0 0-6-15,2-4-29 0,0-3-26 0,-4 0-31 16,4 0-39-16,-1 0-48 0,2-7-34 0,3 2-50 15,2-1-136-15,-5-2-368 0,2-2 163 0</inkml:trace>
  <inkml:trace contextRef="#ctx0" brushRef="#br0" timeOffset="8810.04">11885 4501 31 0,'10'-9'159'0,"0"6"-15"16,-1 0-15-16,3 1-15 0,3 1-13 0,4-1-39 0,2-1-23 16,10 3-48-16,0-1-60 0,-3 1-49 0,1 0-126 15,-2-2 56-15</inkml:trace>
  <inkml:trace contextRef="#ctx0" brushRef="#br0" timeOffset="8957.4">12686 4453 135 0,'13'-1'127'0,"-13"1"-9"0,23-2-25 15,-9 0-40-15,-1 2-47 0,-2 0-36 0,-11 0-54 16,14 2-91-16,-14-2 40 0</inkml:trace>
  <inkml:trace contextRef="#ctx0" brushRef="#br0" timeOffset="9096.27">12630 4588 215 0,'0'0'196'0,"0"0"-13"0,-7 5-17 0,7-5-10 16,0 0-5-16,0 0 1 0,0 0-12 0,0 0-13 15,16 9-13-15,-3-7-11 0,1-1-19 16,6-2-44-16,1 3-79 0,8-6-69 0,-3 6-172 16,3-5-304-16,-8-1 135 0</inkml:trace>
  <inkml:trace contextRef="#ctx0" brushRef="#br0" timeOffset="9725.44">14925 3892 64 0,'-3'-8'204'0,"1"1"-2"0,-1 1-7 0,3 6-10 16,-3-9-19-16,3 9-20 0,-3-6-14 16,3 6-14-16,0 0-18 0,0 0-5 0,0 0-7 0,0 0-7 15,0 0 6-15,-5 33-5 0,4-14-2 0,-1 5-7 16,0 4-3-16,0-1-6 0,1 0-4 15,0-1 0-15,1 0-11 0,-1 3-2 0,-1-7-4 16,5-2-3-16,-3 5-6 0,1-5-3 0,0-1 0 16,-1-1-6-16,2 0 0 0,0 0-5 0,0-1-3 15,0 0-16-15,1 0-22 0,1 0-28 0,-4 0-26 0,2 0-25 16,-1-6-41-16,1-1-29 0,-1 0-23 0,-1 0-135 16,0-10-355-16,-4 12 157 0</inkml:trace>
  <inkml:trace contextRef="#ctx0" brushRef="#br0" timeOffset="9977.52">14972 3785 91 0,'7'-7'131'0,"3"-2"-20"15,0 2-1-15,7 2-10 0,-4 1-10 0,7 2-8 16,-2 3-5-16,5 2-9 0,-3 2 1 0,-3 6-12 15,-1 3-2-15,-5 2-8 0,2 6-3 0,-5 2-1 16,-5 1-2-16,-4 1-4 0,-6 1-4 0,-2-2-2 16,-2-1 0-16,-5 0-8 0,1-2 4 0,0-3-14 15,1-3 12-15,1-3-8 0,-2 0-10 0,1-2-3 16,0-2-31-16,5 0-14 0,0-2-24 0,-1 0-19 16,6-3-34-16,-5 2-71 0,9-6-203 0,-7 7 90 15</inkml:trace>
  <inkml:trace contextRef="#ctx0" brushRef="#br0" timeOffset="12641.92">15638 4265 41 0,'0'0'124'0,"0"0"-9"15,0 0-7-15,0 0-4 0,5 1-5 0,-5-1 2 0,0 0-2 16,0 0-6-16,0 0 0 0,0 0 0 16,0 0-6-16,0 0-6 0,0 0 4 0,0 0 2 15,0 0-3-15,0 0-2 0,4-13-3 0,-4 13-3 16,0 0-2-16,0-7 3 0,0 7-13 0,3-10-6 16,-3 10-1-16,0-9-7 0,0 9 7 0,0-12-7 15,1 6-2-15,-1 6-3 0,0-9 0 0,0 9-8 16,0 0 6-16,-1-13-4 0,1 13-1 0,0-9-3 15,0 9-4-15,0 0-1 0,-5-7 0 0,5 7-4 16,-7-4-5-16,7 4-3 0,0 0-5 0,-16 3 1 16,7 1-5-16,0 0 1 0,-1 2 1 0,-2 1-4 15,-3 3 2-15,3-3-3 0,2 0-2 0,0 2 0 16,1 1 0-16,1-1-2 0,2 1-1 0,-1 2 0 16,2-2 1-16,1 2 0 0,3-1-1 0,0 0 1 15,2-2-2-15,0 1 1 0,3 1 1 0,5-3-2 16,-4 1-8-16,4-1 4 0,0-2-2 0,6 2 1 15,-4-3 3-15,3-1-2 0,2 0-5 0,2-2 0 16,-5 0-1-16,6-4 3 0,-1-2 1 0,-5 0 4 16,-2 1-5-16,1-3 0 0,4-1 3 0,-3-3-1 15,1 0-1-15,-3 1 2 0,0-1 0 0,1-6 1 16,-3 1-1-16,-1 1 1 0,-1-2 2 0,-1-2 1 16,-2 1 0-16,4-8-3 0,-3 5 3 0,2-3 1 15,-1-2 2-15,-3-2-3 0,0 1 4 0,0 1-1 16,-1 5 8-16,1 2 1 0,-2 3 1 0,-1 3-2 15,2-1 5-15,0 5 1 0,-2 0 0 0,0 8-1 16,0-12 5-16,0 12-14 0,0-8-5 0,0 8 0 16,0 0-1-16,0 0 1 0,0 0 2 0,-7 23-3 15,4-6 1-15,-4 9 3 0,1 1-2 0,-2 2 5 16,2 1-4-16,-1 0-1 0,1-2-1 0,1 1 1 16,-2-3 0-16,0 1 0 0,3-2 0 0,0-6-4 15,2 0-18-15,-2 5-26 0,0-7-31 0,0 1-30 16,1-2-39-16,1 0-43 0,2-4-29 0,-1 2-132 15,1-2-378-15,0-12 168 0</inkml:trace>
  <inkml:trace contextRef="#ctx0" brushRef="#br0" timeOffset="12909.44">16189 4189 193 0,'0'0'205'16,"-1"-8"-5"-16,1 8-19 0,0 0-13 0,-10-6-14 16,10 6-13-16,0 0-13 0,-24 12-6 0,14-4-10 15,-5 4-7-15,-2 2-13 0,-6 6-7 16,9-6-6-16,-7 5-8 0,4 2-4 0,2-6-8 16,3 0-6-16,3 2-5 0,2 0-6 0,-1-2-4 15,5-4-5-15,3 2 1 0,0 3-8 0,4-6-7 0,5 4-19 16,5-2-12-16,0-3-25 0,4 1-29 15,2-2-27-15,7-1-46 0,-1 0-35 0,1 0-149 16,-8-2-349-16,-2-2 154 0</inkml:trace>
  <inkml:trace contextRef="#ctx0" brushRef="#br0" timeOffset="13302.23">14635 4872 134 0,'0'0'184'0,"0"0"2"15,41 3-6-15,10-8-9 0,38-4-13 0,11-2-7 16,15-2-13-16,12-3-5 0,7 1-16 0,1-3-6 16,8 4-12-16,-11 0-12 0,-3 0-8 0,-7 2-5 15,-10-3-3-15,-7 5-5 0,-11 1-9 0,-30 2-1 16,-1 3-8-16,-3-4-9 0,-6 3 3 0,-16-1-8 16,0 2-3-16,-3 1-2 0,-7 0 0 0,-6 0-3 15,-2 2 3-15,-7 1 3 0,-2-1 6 0,-2-1 4 16,-2 2 1-16,-7 0 3 0,11 0-8 0,-11 0-4 15,0 0-9-15,8-4-25 0,-8 4-30 0,0 0-33 16,0 0-41-16,0 0-35 0,-32-3-28 0,12 3-36 16,-3 3-156-16,-7 1-388 0,-2 3 172 0</inkml:trace>
  <inkml:trace contextRef="#ctx0" brushRef="#br0" timeOffset="14034.52">14911 5209 213 0,'0'-16'220'0,"0"1"-9"0,0 3-2 16,0-1-7-16,0 3-4 0,0 1 0 0,0 0-5 15,0 9-12-15,1-12-6 0,-1 12-23 0,0-10-16 16,0 10-19-16,0 0-14 0,0 0-4 0,0 0-17 0,0 0-8 15,0 0-7-15,0 0-2 0,5 25-2 0,-3-11 3 16,1 3-3-16,1 3-5 0,-2 5-6 16,3 0 3-16,-4 2-5 0,2 0-6 0,-3-1-1 15,0-3-5-15,2-2-2 0,-2 4 3 0,0-7-12 16,0 3 2-16,0-2-2 0,0-2-3 0,0 3-1 0,0-2-4 16,0-1-1-16,0-2-5 0,-2 2-10 15,-1-1-13-15,0-1-24 0,0-1-19 0,1 1-19 16,0 0-25-16,-2 1-16 0,-2-1-24 0,3-6-23 15,0 1-27-15,1-3-19 0,1-1-14 0,1-6-8 16,-2 8-134-16,2-8-391 0,0 0 173 0</inkml:trace>
  <inkml:trace contextRef="#ctx0" brushRef="#br0" timeOffset="14336.52">14880 5199 32 0,'-6'-12'148'0,"3"2"4"0,1-1-9 0,-1 4-4 15,2-3-5-15,1 10-13 0,2-13-16 0,2 8-5 16,7-2-7-16,-1 3 0 0,1-1-3 0,2 3-9 16,1-1-6-16,3 3-5 0,0 1-11 0,-4 1 1 0,1 3-10 15,-3 0-7-15,0 0 1 0,1 1-4 16,-6 2-6-16,3 0-6 0,-4 3 6 0,-2-4-8 15,-1 3-2-15,-2 1-1 0,-2 6 0 0,-1-5-3 16,-2-1-2-16,-1 3-1 0,1-3 3 0,-1 1-5 16,-1 1-3-16,0-1-11 0,0-1-27 0,0-2-9 15,1 1-34-15,-4 5-39 0,3-4-5 0,1-1-33 16,1 2-133-16,0-2-302 0,2 0 135 0</inkml:trace>
  <inkml:trace contextRef="#ctx0" brushRef="#br0" timeOffset="14734.28">15278 5405 220 0,'0'0'205'0,"0"0"-2"0,0 0-2 0,-7-16-8 16,7 16-9-16,-8-5-14 0,8 5-12 0,-7-2-16 15,7 2-14-15,0 0-17 0,-18 10-10 0,10-2-9 16,-3 3-6-16,2 3-10 0,-1 0-9 0,0 0-6 15,2 2-5-15,1 0-4 0,-1 1-9 0,4-1-3 16,0-1-1-16,3-3-4 0,1 0 1 0,0 0-9 16,1-2-1-16,3 0-3 0,0-1 3 0,1-3-3 15,0 1-4-15,4-3-2 0,-2-1-4 0,2 0-2 16,-1-3 5-16,-8 0-11 0,22-10-4 0,-12 5 2 16,-1-2-1-16,2 0-1 0,-2-4 6 0,0 1-8 15,-1 0 5-15,0 1-3 0,-3-2 3 0,2-3-3 16,-1 5 2-16,-1-4 0 0,-3 3 2 0,3 0 9 15,-3 4 0-15,0-1 0 0,-2 7 6 0,3-9 0 0,-3 9-6 16,0 0-11-16,1-7 1 0,-1 7-2 16,0 0 3-16,0 0-2 0,0 0 2 0,0 0-4 15,1 26 0-15,-1-16-1 0,0 3-13 0,0-2-22 16,3 6-24-16,-3-1-27 0,0-2-27 0,3 1-28 16,4 0-42-16,-1-4-8 0,2-3-18 0,-4 3-130 15,2-3-366-15,1-1 163 0</inkml:trace>
  <inkml:trace contextRef="#ctx0" brushRef="#br0" timeOffset="14938.28">15633 5446 64 0,'0'0'219'0,"-4"-12"-3"0,4 12-12 16,-4-7-5-16,4 7-23 0,-7-3-16 0,7 3-11 15,0 0-10-15,-13 8-5 0,5 1-12 0,2 1-11 16,-3 3 0-16,-1 5-17 0,-1-1-5 0,3 2-12 15,0-2-7-15,-1 2-9 0,5 1-4 0,0 5-7 16,4-7-10-16,4-1-22 0,-1 0-29 0,4-1-44 16,2 0-46-16,4-3-46 0,2-2-39 0,2-1-158 15,0-3-371-15,2-3 164 0</inkml:trace>
  <inkml:trace contextRef="#ctx0" brushRef="#br0" timeOffset="15157.48">16015 5218 123 0,'-4'-5'282'15,"3"-3"-29"-15,1 8-22 0,-5-6-23 0,5 6-13 16,-9-2-19-16,9 2-5 0,-13 13-3 0,5 0-13 16,-5 11-14-16,1 3-4 0,3 3-13 0,-2-2-16 15,2 5-11-15,0 0-4 0,2-2-10 0,4 1-6 16,1 0-10-16,1-1-34 0,2 1-30 0,3-2-44 15,4-4-46-15,-3 2-52 0,2-3-65 0,2-7-205 16,3-1-444-16,-4-2 197 0</inkml:trace>
  <inkml:trace contextRef="#ctx0" brushRef="#br0" timeOffset="15556.47">16189 5772 253 0,'9'-9'260'16,"3"-7"-19"-16,0 3-13 0,5-7-11 0,-3 5-8 15,4-3-7-15,-4 2-9 0,3-4-5 0,0-1-10 16,1-1-20-16,0 1-5 0,0 0-21 0,-1-1-9 16,0 2-14-16,-5 4-2 0,2-4-9 0,-1-5-11 15,-3 7-6-15,-1-6-9 0,-1 7-8 0,-3-2-1 16,0 1-3-16,-4 3-3 0,1 3 3 0,-2-1 0 16,0 3-6-16,-4-1-8 0,0 2-6 0,-1 1-3 15,-1 2-3-15,-4 3-5 0,1 0-10 0,-2 3 2 16,-2 3-3-16,3-1-5 0,-3 3 3 0,-2 3-3 15,4-2-8-15,0 1 3 0,3 3 0 0,1-1-6 16,2 1-3-16,2 0-2 0,-1-1-3 0,4 0-5 16,5 1-5-16,2-2-3 0,3 1-5 0,1-3-7 15,6 2-2-15,1-3 1 0,1-1 0 0,2-2 2 16,-2 1 13-16,-3 2-10 0,2-3 1 0,-6 0 5 16,-1-1 2-16,-3 0 0 0,2 2-2 0,-3 3 3 15,-2-3 2-15,1 2 3 0,-2 2 1 0,-2 0-3 16,0 1 6-16,-2 2-2 0,0 1 6 0,0 0 1 15,-2-1 0-15,2 3 3 0,-1-1-8 0,1-1-19 16,1 1-37-16,1 0-34 0,-1-2-36 0,4-1-49 16,0-1-49-16,2 1-229 0,1-2-499 0,-1-5 221 15</inkml:trace>
  <inkml:trace contextRef="#ctx0" brushRef="#br0" timeOffset="15908.34">16897 5384 243 0,'-10'-8'255'0,"1"1"-20"0,-2 1-8 0,-2 2-12 16,2 1-8-16,-3 2 1 0,1 3-24 0,-1 5-15 15,0-1-4-15,0 3-21 0,0 3-14 0,3 0-15 16,-2 0-12-16,4 2-7 0,3 2-11 0,2-4-7 16,0 0-9-16,4 1-4 0,2-2-10 0,2 0-9 15,3 0-9-15,3-1-11 0,1-2-16 0,5-1-7 16,-2-2-6-16,-1-3-5 0,2-2-2 0,-2 0-1 15,5-2 1-15,-7-2 1 0,-1 1 3 0,2-2-2 16,-4-3 3-16,1 1-1 0,-2-5 3 0,-3 5 5 16,1-3 5-16,0-2 7 0,-1 1 11 0,-1 1 7 15,1 0 9-15,-2 5 7 0,-2 5 0 0,4-10-3 16,-4 10-5-16,0 0-4 0,1-11-6 0,-1 11-6 16,0 0-1-16,0 0-4 0,0 0 7 0,0 0-10 15,0 0 1-15,0 25-6 0,0-14-9 0,-1 2-27 16,1 3-28-16,0-4-40 0,0 5-25 0,2-2-33 15,1-3-41-15,1 0-39 0,1-1-42 0,-1-1-138 16,1-2-444-16,-5-8 197 0</inkml:trace>
  <inkml:trace contextRef="#ctx0" brushRef="#br0" timeOffset="16158.1">17117 5259 5 0,'2'-16'253'0,"1"6"-5"15,-1 0 3-15,0 3 5 0,-2 0-22 0,0 7-22 16,2-10-20-16,-2 10-22 0,2-6-18 0,-2 6-12 16,0 0-6-16,0 0 3 0,0 0-10 0,-6 31 0 15,3-14-1-15,-1 1-12 0,-3 10-13 0,2-3-6 16,0 1-8-16,1 3-10 0,1 0-13 0,0-2-3 16,2-3-7-16,1 2 9 0,1-7-16 0,-1 7-8 15,1-7-14-15,1 0-26 0,-1-2-25 0,0-1-26 16,0 1-25-16,-2-5-32 0,1 1-33 0,-1-2-19 15,1 0-23-15,-1 1-25 0,-2-3-14 0,-1 0-179 16,-1-3-434-16,-3-3 192 0</inkml:trace>
  <inkml:trace contextRef="#ctx0" brushRef="#br0" timeOffset="16278.9">17035 5425 23 0,'6'-2'114'0,"5"-3"-23"15,-1 2-38-15,-1 1-37 0,0 2-66 0,-9 0-54 16,0 0 24-16</inkml:trace>
  <inkml:trace contextRef="#ctx0" brushRef="#br0" timeOffset="16579.09">17260 5648 9 0,'11'-7'252'0,"2"-3"-11"15,2-2-11-15,-2 2 1 0,5-1 1 0,-4-4-19 16,2 2-10-16,-1-1-15 0,0 0-16 0,1 0-20 16,-1 1-17-16,-2-1-8 0,2-1-17 0,-3 3-7 15,-3 4-9-15,-1-2-8 0,-1 1-9 0,-5 4-7 16,0-3-8-16,-2 8-8 0,2-10-7 0,-2 10-7 16,0 0-2-16,-8-11-4 0,8 11-2 0,-11 0-6 15,11 0 1-15,-17 5-1 0,5 1-3 0,-1 4-3 16,-2 1 2-16,2-1-1 0,0 3-3 0,0 1-1 15,3 0-2-15,4 1-2 0,-1 1 4 0,5-5-3 16,2 5-6-16,1-3-13 0,5 2-19 0,-1-2-29 16,3-4-31-16,5 2-29 0,5-3-31 0,0 0-29 15,2-3-27-15,2-3-21 0,5 1-16 0,-6-3-138 16,5-1-405-16,1-3 180 0</inkml:trace>
  <inkml:trace contextRef="#ctx0" brushRef="#br0" timeOffset="16966.93">17728 5577 3 0,'14'-13'73'0,"2"0"13"0,-3 0 22 16,-4 0 15-16,0-1 18 0,-4 4 9 0,0-2 9 15,-1 1 13-15,-4-1 1 0,0 2 1 0,1-1 1 16,-4 2 1-16,0 0-3 0,3 9-10 0,-9-12-11 16,0 10-8-16,0-2-9 0,-1 4-12 0,-3 2-9 15,0 2-7-15,-2 5-13 0,4-2-9 0,-2 1-7 16,0 4-12-16,1 1-6 0,1 1-4 0,2-1-5 16,3 1-4-16,2-3-6 0,1 0-2 15,1 0-4-15,2 0-3 0,2-1-4 0,3-1-8 0,0-2-11 16,3-1-5-16,2-1-10 0,1-2-7 0,-5 0-6 15,9-4-1-15,5-1-3 0,-7-1 2 0,-2-2 3 16,-1-1 7-16,1-1 1 0,2-7 1 0,-1 1-1 16,-5-1 5-16,-1 0 6 0,-1-6-3 0,0 2 8 15,1-1 2-15,-3-10 1 0,-3 3 3 0,2-2 1 16,-1 2 1-16,1 0 1 0,-2 0 6 0,1-1 7 16,2 8 4-16,-1-1-2 0,-2 1 10 0,3 4 19 15,-3 3 12-15,1 3 10 0,-1 9-9 0,1-11-11 16,-1 11-14-16,2-10-6 0,-2 10-7 0,0 0 6 15,0 0-16-15,0 0 1 0,0 36-8 0,-2-11 4 16,0 2-11-16,-3 2 12 0,1 3-9 0,0 0 6 16,1 4-9-16,-2-3 0 0,0 1-24 0,0-3-31 15,3 0-38-15,-1-6-38 0,3 2-28 0,-3-2-45 16,3-8-51-16,3-4-53 0,-2-1-229 0,1-2-570 16,-2-10 252-16</inkml:trace>
  <inkml:trace contextRef="#ctx0" brushRef="#br0" timeOffset="17220.54">18039 5134 2523 0,'16'-7'143'0,"-6"1"-41"0,-1 2-56 16,-1 2-22-16,2 1 12 0,4 4-7 0,-1 0 2 15,5 4 7-15,-3 3 5 0,3 0 0 0,1 11 10 16,-4-2-8-16,1 3-1 0,-5-7-3 0,2 7 1 15,0 2-4-15,-4 2 0 0,-2 1-2 0,1-2-3 16,-4-4-3-16,-3-2-5 0,0 1 3 0,-3 4-6 16,-1-5 2-16,-4-1 0 0,-1 0-2 0,-2-1-3 15,-3-2-12-15,0 0-21 0,-2-2-34 0,-7 0-46 16,4-3-54-16,-7 1-64 0,7-7-61 0,-4 0-201 16,5-4-513-16,5 0 227 0</inkml:trace>
  <inkml:trace contextRef="#ctx0" brushRef="#br0" timeOffset="17453.57">19186 4577 69 0,'0'0'342'15,"-4"-7"-30"-15,4 7-33 0,-4-4-30 16,4 4-28-16,0 0-22 0,0 0-23 0,0 0-19 16,9-10-30-16,-9 10-37 0,23 1-49 0,-10 3-56 15,7-2-45-15,0-1-76 0,0 3-66 0,-10 1-107 16,0-1-333-16,-3-1 147 0</inkml:trace>
  <inkml:trace contextRef="#ctx0" brushRef="#br0" timeOffset="17599.38">19182 4756 7 0,'0'0'259'0,"-6"3"-8"0,6-3-11 16,0 0-10-16,-8 4-18 0,8-4-18 15,0 0-23-15,0 0-17 0,0 0-16 0,0 0-31 16,0 0-47-16,45-6-62 0,-29 4-85 0,14-2-79 16,-1-1-129-16,2-3-319 0,-11 3 140 0</inkml:trace>
  <inkml:trace contextRef="#ctx0" brushRef="#br0" timeOffset="19061.98">22495 3271 70 0,'0'0'211'0,"-7"-7"-4"0,3 2-17 16,4 5-11-16,-6-7-10 0,6 7-7 0,-5-7-7 16,5 7-10-16,-4-4-9 0,4 4-15 15,0 0-11-15,0 0-14 0,-6-7-9 0,6 7-7 16,0 0-11-16,0 0-6 0,16-4-7 0,-2 3-6 15,4-4-3-15,14 0-15 0,-2 0-15 0,2 0-17 0,-1 0-28 16,1-1-22-16,-1 5-41 0,-1-4-27 0,-10 4-20 16,-2-2-27-16,0 0-10 0,-5 1-107 15,-3 2-304-15,-10 0 134 0</inkml:trace>
  <inkml:trace contextRef="#ctx0" brushRef="#br0" timeOffset="19412.09">22738 3198 95 0,'0'0'111'0,"-7"6"-18"0,7-6 0 16,-4 10 16-16,2-4 16 0,0 5-8 16,2 1-7-16,-1 5 1 0,1 2 3 0,0 5-21 15,-3-4 8-15,2 4-8 0,0-5-3 0,1 0-4 16,-3-1-8-16,1 0-12 0,2 1 0 0,-1-3-10 16,1 1-3-16,1-2-7 0,1 2-3 0,0-7-3 15,-2 2-2-15,3-2-7 0,-1-1-5 0,-1 0 1 16,-1 0-1-16,3-1-5 0,-2-2-13 0,0 0-9 15,-1-6-12-15,2 9-2 0,-2-9-4 0,0 8 14 16,0-8-18-16,0 0-4 0,-10 6-4 0,10-6 3 16,-13 1 4-16,5 0 0 0,8-1 2 0,-14-3-2 15,5 2 4-15,1-2 7 0,8 3 0 0,-14-2 4 16,14 2-2-16,-14-2 2 0,14 2 2 0,-8 0 10 16,8 0-8-16,-6-3-3 0,6 3 2 0,0 0-1 15,0 0 6-15,0 0-2 0,0 0 1 0,0 0-4 16,0 0 3-16,22 8 3 0,-8-4-14 0,1-4-24 15,7 1-14-15,9 0-28 0,2-1-21 0,-4 1-24 16,2-2-105-16,-10 0-250 0,8 1 111 0</inkml:trace>
  <inkml:trace contextRef="#ctx0" brushRef="#br0" timeOffset="19880.14">23256 3473 194 0,'-4'-5'200'0,"-1"0"-12"0,0 1-7 16,-2 0-10-16,-1 1-15 0,-1 2-8 15,-5 1-19-15,4 1-15 0,-2 4-14 0,-4 1-7 16,4 1-12-16,-3 2-6 0,1 5-10 0,-2-3-2 16,5 2-3-16,-2-1-9 0,3 4-6 0,1-4-5 15,2 3-7-15,1-5-2 0,2 1 0 0,3-2 7 16,2 2-14-16,3-1-4 0,2-3-4 0,0 1-6 0,1 0-2 15,5-4-7-15,-2 2-2 0,0-3-3 0,2-1 0 16,-1 0 5-16,2-2-3 0,1-3 2 16,-4 0 4-16,2-1-4 0,-1-3 2 0,1 0 3 15,-3-2 5-15,-3-1 3 0,2-1 7 0,0-5 1 16,-2 1 6-16,-1 0-4 0,0-1 7 0,-1-1 2 0,-2 1 1 16,0-3-4-16,-4 2-2 0,5-2 3 15,-3 2 5-15,0-2 2 0,0 2 1 0,0 2-3 16,0 3-3-16,0-1 5 0,0 3 3 0,-1 3-2 15,1 7-5-15,-2-11-3 0,2 11-10 0,0-8-5 16,0 8-4-16,0 0-3 0,0 0 1 0,0 0-3 16,0 0 2-16,6 23 0 0,-6-6-2 0,1-2-5 15,0 5 7-15,1 5-5 0,-1 0 2 0,0-6-4 16,0 0 7-16,-1 0-5 0,0 0-4 0,3 0 6 16,-2 0-19-16,3 0-16 0,-4 0-38 0,1-1-26 15,0-2-30-15,3-1-44 0,-1-3-37 0,-2 2-30 16,2-3-133-16,-1-3-398 0,-2-8 177 0</inkml:trace>
  <inkml:trace contextRef="#ctx0" brushRef="#br0" timeOffset="20104.57">23610 3446 150 0,'3'-6'243'0,"-2"0"-19"0,-1 6-21 0,4-6-19 16,-4 6-19-16,0 0-13 0,0 0-6 0,0 0-12 15,-17 14-3-15,10-4-7 0,-6 6-11 0,0-1 1 16,0 2-11-16,2 0-9 0,-1-1-9 0,5-1-6 16,-1 0-9-16,-1 0-7 0,7-2-11 0,0-2 2 15,4 0-6-15,-1 0-5 0,4-1-9 0,5-1-21 16,-1 1-30-16,6-2-31 0,1-1-51 0,2-1-51 16,1-2-42-16,-5 0-195 0,-3-4-417 0,-11 0 185 15</inkml:trace>
  <inkml:trace contextRef="#ctx0" brushRef="#br0" timeOffset="20433.98">23035 2946 49 0,'0'-8'204'0,"0"8"-24"16,4-11-20-16,-1 4-13 0,-3 7-12 0,9-6-10 15,-2 4-5-15,-7 2-15 0,17 2-6 0,-8-2-12 16,-2 5-8-16,1-1-7 0,0 2-4 0,2-1-9 16,-6 4-3-16,2 0-4 0,1 1-5 0,-3 0-3 15,-1 2 5-15,-4-2-6 0,4-1 1 0,-3 2-8 16,2-1-1-16,-2-4-6 0,1 2 1 0,-1-8-5 15,2 13-2-15,-1-5-3 0,-1-8-2 0,5 13-3 16,0-7-18-16,4 0-17 0,6 1-22 0,2 0-21 16,13-1-49-16,2 0-38 0,2-1-162 0,3 1-336 15,1-6 150-15</inkml:trace>
  <inkml:trace contextRef="#ctx0" brushRef="#br0" timeOffset="20661.75">23913 3253 152 0,'0'0'249'0,"0"0"-19"15,9 0-21-15,-9 0-18 0,0 0-21 0,7 3-12 16,-7-3-16-16,6 4-1 0,-3 1-7 0,7 2-7 16,-4 0-8-16,3 3-10 0,3 2-10 0,0 0-10 15,1 0-7-15,1 2-6 0,0-1-5 0,0 0-8 16,-1 0-11-16,1-3-22 0,-1 3-30 0,-1-3-35 15,-1 0-41-15,0 1-48 0,-2-3-42 16,2 1-41-16,-2-2-141 0,-4-3-376 0,0 2 166 0</inkml:trace>
  <inkml:trace contextRef="#ctx0" brushRef="#br0" timeOffset="20839.36">24216 3310 50 0,'-4'-12'238'0,"4"12"-20"15,-4-6-16-15,4 6-22 0,-6-1-15 0,6 1-5 16,-16 7-2-16,1 3-5 0,-8 7-9 0,-2 4-10 16,-1-1-18-16,2 5-8 0,-2 0-14 0,3 0-2 0,0 2-27 15,3-3-29-15,1 1-28 0,1-3-56 16,6 1-47-16,6-6-67 0,1 0-174 0,2-4-364 0,5-1 161 16</inkml:trace>
  <inkml:trace contextRef="#ctx0" brushRef="#br0" timeOffset="21088.27">24524 3248 106 0,'1'-12'287'0,"-1"1"-19"0,3 1-2 16,-3 5-19-16,0 5-25 0,4-10-22 0,-4 10-22 15,0 0-18-15,0 0-14 0,0 0 0 0,4 20-7 16,-6-3-10-16,-4 8-2 0,3 4-14 0,2-1-9 15,-3-1-11-15,3 2-6 0,-2 0-8 0,1-1-9 16,-1-3-6-16,1 1-4 0,2 0-8 0,0-6-5 16,-2-3-8-16,2 0-36 0,0-1-23 0,2 3-38 15,-2-4-31-15,0 0-37 0,1-2-62 0,-2-3-44 16,1-10-38-16,0 15-139 0,0-15-441 0,-4 9 195 16</inkml:trace>
  <inkml:trace contextRef="#ctx0" brushRef="#br0" timeOffset="21359.37">24514 3207 46 0,'6'-6'146'0,"-6"6"-4"16,0 0 0-16,0 0-5 0,19 10-13 15,-15-4-7-15,0 5-2 0,-1 0-12 0,-2 2-7 16,2 0-6-16,-6 4-5 0,-1-1-4 0,0 3-6 15,-1-6-3-15,-4 4 1 0,0-1 0 0,0-1 5 0,3-4 7 16,1-1-9-16,-1-2-9 0,3 0-7 0,-1-3-2 16,4-5-7-16,-6 7-4 0,6-7-4 0,-6 7-5 15,6-7-3-15,0 0-3 0,6 9 0 16,0-5-5-16,4-2-24 0,4 0-33 0,4-4-31 16,12 2-43-16,-1-2-48 0,0-2-33 0,2 1-135 15,-12 0-346-15,3-1 153 0</inkml:trace>
  <inkml:trace contextRef="#ctx0" brushRef="#br0" timeOffset="21598.31">24885 3327 84 0,'0'0'217'0,"5"-6"-11"15,-5 6-12-15,0 0-20 0,0 0-11 0,5-4-22 16,-5 4-14-16,0 0-13 0,0 0 1 0,0 0-4 16,4 19 0-16,-6-9-5 0,1 3-4 0,0 2 6 15,-3 2 4-15,0 2 10 0,0-1-14 0,-1 1 2 16,1 0-10-16,2-2-10 0,-2 2-7 0,-1-2-7 15,1-2-13-15,2 1 3 0,2-3-14 0,-2 2 1 16,2-4-3-16,3 0-15 0,-1-3 12 0,2 1-7 16,4 1-4-16,2-3-2 0,1 1-6 0,5-3-8 15,2 1-19-15,2-3-27 0,10 0-31 0,-8-3-37 16,9 0-28-16,-3-2-48 0,1-2-39 0,-9 2-37 16,0 0-167-16,-7-1-447 0,-3 0 198 0</inkml:trace>
  <inkml:trace contextRef="#ctx0" brushRef="#br0" timeOffset="22056.12">22426 4364 214 0,'-5'0'210'0,"5"0"-18"0,0 0-16 16,0 0-11-16,58-4-5 0,1 3-2 0,39-6-6 15,19 1-9-15,11-1-8 0,16-7-16 0,11 6-9 16,-1 0-12-16,2-2-10 0,-3 6-5 0,0 1-11 16,-9 2-5-16,-3-1-5 0,-12 4-6 0,-9-4-3 15,-3 4-2-15,-5 2-5 0,-4-2-4 0,5 3-1 16,-8-3-2-16,-3-2-1 0,0-2-7 0,-15-1 3 16,-21 2-4-16,-4-1-1 0,-6-1 2 0,-6-2-1 15,-14 5-2-15,-3-1-1 0,-12-1 2 0,-3 2-4 16,-5-2-1-16,-2 1 2 0,-3 1-5 0,0 0 1 15,-8 0-3-15,13-2-4 0,-13 2-16 0,5-3-27 16,-5 3-37-16,0 0-32 0,0 0-35 0,0 0-41 16,0 0-33-16,-18-8-210 0,0 8-448 0,-4-1 198 15</inkml:trace>
  <inkml:trace contextRef="#ctx0" brushRef="#br0" timeOffset="23964.44">22674 4795 87 0,'-4'-11'147'0,"2"5"0"0,2 6 1 0,-5-9-5 15,3 4-2-15,2 5-7 0,-4-11-5 0,4 11-1 16,-3-6-3-16,3 6-9 0,-2-6-9 0,2 6-7 15,0 0-10-15,-5-7-11 0,5 7-8 0,0 0-12 16,0 0-6-16,0 0-5 0,0 0-3 0,0 0-6 16,0 0-8-16,0 0-2 0,15 19-9 0,-10-9 1 15,-1 0 0-15,1 2 2 0,3 3-4 0,-3 2 1 16,1-2 3-16,3 0-4 0,-5 1 6 0,2 0-7 16,-3 0-2-16,2-1 4 0,-1-4-3 0,0 5-3 15,0-4-2-15,0-2 3 0,-2 2 0 0,3-4-4 16,0 4 0-16,-1-3-2 0,-1 1-3 0,2-3 2 15,-3-1-1-15,4 4 2 0,-3-5-2 0,1 2 0 16,0-2-3-16,0 1 5 0,1-1-4 16,0 0 1-16,-5-5-2 0,6 7 3 0,-1-5 2 0,-5-2-1 15,7 6 5-15,-7-6-8 0,0 0 8 0,0 0 6 16,0 0-2-16,13-14 1 0,-8 4 0 0,-1-1 5 16,2-4-3-16,-1-2 1 0,-1-2-2 0,4-6 4 15,-1 0-5-15,1 0 0 0,0-3-4 0,-2 2 2 16,-1 1-5-16,4 1-2 0,0-1 0 15,-5 7 2-15,0 0-3 0,-2 3-1 0,1-1-1 0,1 5-2 16,-1-2 1-16,0 4-2 0,1-1-5 0,-2 2-17 16,-2 2-18-16,3-1-32 0,-3 7-27 0,2-8-38 15,-2 8-7-15,0 0 0 0,0 0-14 0,0 0-13 16,0 0-11-16,17 20-129 0,-14-11-334 16,-1 1 147-16</inkml:trace>
  <inkml:trace contextRef="#ctx0" brushRef="#br0" timeOffset="24690.31">23114 5185 50 0,'-6'4'73'0,"6"-4"-3"0,0 0-3 15,-9 0 1-15,9 0-4 0,-8 3 7 16,8-3 7-16,-7 3 4 0,7-3 7 0,-10 2 4 15,10-2-4-15,-7 2 10 0,7-2 0 0,0 0-3 0,0 0 0 16,-9 0-5-16,9 0 1 0,0 0-4 16,0 0 2-16,0 0-5 0,0 0-3 0,0 0 0 15,0 0 0-15,0 0-4 0,0 0-4 0,0 0-5 16,0 0-6-16,0 0-6 0,0 0-4 0,0 0-3 16,-5-8-1-16,5 8-5 0,0 0-1 0,0 0 0 0,0 0 2 15,9-14-6-15,-9 14 4 0,6-9-4 0,-2 2 0 16,-2 1-6-16,4-3 1 0,-2 0-2 15,1-1-1-15,-1-3 0 0,2-1 1 0,-1-2-8 16,0 1 4-16,3-3-12 0,-6 3-3 0,1-2 0 16,0 0 1-16,1 0-8 0,-4 1 2 0,2 0-1 0,-2 3 1 15,0 3-3-15,-1 0-2 0,1-1 5 0,-3 6-7 16,3 5-1-16,-1-13 2 0,1 13-4 16,-3-8-2-16,3 8-2 0,0 0 1 0,0 0 0 15,-12 2-1-15,12-2 6 0,-9 10-5 0,5-4 1 16,-1-1 0-16,0 3 4 0,1-1-7 0,0 2-2 0,2-2 1 15,2-7 0-15,1 13-6 0,4-9 6 0,0 2 1 16,3 0-1-16,-3-2-3 0,7 2 0 16,1-3 4-16,5 0-1 0,-4 0 0 0,-1-3 2 15,5 2 0-15,-4-2 2 0,-1 0 0 0,-2 1-4 16,-3 0-2-16,1-1 1 0,-9 0 3 0,13 0 0 16,-8 3-1-16,-5-3-5 0,10 3 4 0,-10-3 1 0,9 4-1 15,-5-1 3-15,-4-3 0 0,6 9 1 16,-3-5-2-16,2 2 1 0,-3 1 3 0,0 1-2 15,0-1 4-15,1 1-3 0,-1 1 1 0,1 1 1 16,1-1-1-16,-2 1 0 0,1-1-13 0,-1 0-21 0,1-1-33 16,1 2-40-16,-1-1-49 0,3 0-41 0,-2-1-180 15,-4-8-410-15,3 13 182 0</inkml:trace>
  <inkml:trace contextRef="#ctx0" brushRef="#br0" timeOffset="25445.6">23453 5041 163 0,'3'-7'191'0,"-3"7"-16"0,0 0-15 16,0 0-10-16,0 0-8 0,0 0-9 0,0 0-3 16,10 17-12-16,-9-11-13 0,0 2-4 0,1-3-14 15,-1 3-5-15,0 2-4 0,1-5-10 0,0 3-6 16,-2-8-7-16,0 12-2 0,2-6-3 0,-2-6-5 0,1 8 6 15,-1-8 9-15,0 0 12 0,2 7 8 16,-2-7 3-16,0 0-5 0,0 0-5 0,0 0-5 16,0 0-7-16,0 0-5 0,0 0-5 0,0 0-1 15,0 0-7-15,-7-23-5 0,7 23-4 0,5-20-4 16,0 10-4-16,0-1-4 0,0 0-1 0,1 2-3 0,2-1-3 16,1 1-6-16,0-1-1 0,-1 4 1 15,1 2-1-15,1-1-3 0,-1 3-4 0,-1 0 2 16,3 4-3-16,-11-2 0 0,17 5 6 0,-7 0-10 15,-3-1 1-15,1 3 6 0,0 1-6 0,-1-1 1 16,-2 1 2-16,1 0-1 0,-2-1-2 0,-1-1 1 16,0-2 2-16,-3-4 0 0,4 10 2 0,-2-5-3 0,-2-5 1 15,4 7 3-15,-4-7-3 0,3 5 14 16,-3-5-9-16,0 0-2 0,0 0 3 0,0 0 0 16,0 0-4-16,0 0-6 0,0 0 1 0,0 0-4 15,0 0-5-15,0 0-3 0,6-21 0 0,-3 15-3 16,-1-2 7-16,1 0-1 0,1-1-2 0,1-1 2 0,1 3-3 15,2-3-2-15,-2 0 0 0,2 3 6 16,-1-1-4-16,0 3-3 0,-2-1 3 0,-1 2-2 16,-4 4 0-16,10-4 0 0,-10 4 3 0,0 0-3 15,14 5 5-15,-10-2 1 0,1 3-1 0,0 1 2 16,-2-1 3-16,2 2-1 0,-3-1 2 0,5 1-2 16,-3-1 3-16,1 2 2 0,1-2-1 0,-1-2 2 0,5 1 1 15,-3-2 0-15,3 1 2 0,0-5-2 16,2 0 1-16,-3 0-2 0,3 0 5 0,0-1-3 15,-2-3 6-15,3 0-4 0,-4-2 5 0,2 1-2 16,0-3-1-16,-4 0 2 0,0 1 4 0,0-2-3 16,-2 0 4-16,-1-1-5 0,0 2 5 0,0-2-1 15,-3 4 1-15,1-1 0 0,-1-1 1 0,-1 8-3 16,0-10-4-16,0 10 1 0,1-10-1 0,-1 10-5 16,0 0 0-16,0 0-2 0,0 0-3 0,0 0-1 15,0 0 4-15,0 0-1 0,-5 23 3 0,4-12-1 16,-2 0 2-16,1 4-2 0,0-4 2 0,0 2-1 0,0 3-3 15,1-5 3-15,0 1 3 0,0 0-6 16,-2-1 6-16,1 1-4 0,-1-2-12 0,1 1-22 16,-2 2-26-16,0-2-27 0,0 1-30 0,-1-1-32 15,0 0-48-15,0-2-188 0,1 0-417 0,0-2 184 16</inkml:trace>
  <inkml:trace contextRef="#ctx0" brushRef="#br0" timeOffset="25705.87">24246 4885 305 0,'1'-5'302'0,"-1"5"-32"0,2-10-29 16,-2 10-21-16,3-6-22 0,-3 6-13 0,0 0-25 15,7-1-1-15,-7 1-17 0,0 0-3 0,16 11-11 16,-6-5-11-16,-2 3-6 0,2 1-15 0,4 2-6 15,-1 1-6-15,0 0-12 0,1-1-3 0,-1 0-13 16,-5-2-8-16,5 2-27 0,-1 0-25 0,0 0-35 16,-3-2-37-16,-1-2-24 0,0 1-31 0,-2 0-27 15,1-4-21-15,-4 0-33 0,1-1-11 0,-1 3-126 16,-3-7-378-16,0 0 168 0</inkml:trace>
  <inkml:trace contextRef="#ctx0" brushRef="#br0" timeOffset="25875.87">24491 4909 173 0,'0'-10'204'0,"0"10"-1"0,0-11-10 0,0 11-6 16,0-8-21-16,0 8-21 0,-7-5-7 0,7 5-14 15,0 0-1-15,-22 13-5 0,7-2-3 0,-6 5-11 16,-1 2-8-16,-1 2-14 0,1-2-5 0,2 4-8 16,1-3-4-16,-2 2-14 0,3-3-27 0,4-2-30 15,-5 2-51-15,8-2-54 0,0-2-58 0,1-1-184 16,5-2-381-16,1-1 168 0</inkml:trace>
  <inkml:trace contextRef="#ctx0" brushRef="#br0" timeOffset="26102.34">24836 4721 2841 0,'0'-16'67'0,"-1"6"25"0,1 10-46 0,0-10-17 16,1 4-10-16,-1 6-8 0,6-6 2 0,1-1-12 16,4 1 2-16,6 1 2 0,11-3-3 0,1 2-2 15,2 2 1-15,-2-2-16 0,3 3-22 0,-2 2-31 16,-11 1-34-16,0-2-36 0,-2 4-31 0,-5-1-33 16,0 1-19-16,-4 0-142 0,-1-1-394 0,-7-1 174 15</inkml:trace>
  <inkml:trace contextRef="#ctx0" brushRef="#br0" timeOffset="26422.39">25079 4655 37 0,'-9'2'150'0,"9"-2"-11"0,-8 2-6 0,8-2-16 16,0 0-8-16,-9 4-7 0,9-4-2 0,-5 7 8 15,3 1 6-15,-2 2 2 0,1 3 5 0,-1 3-19 16,-2 1 1-16,3 2 3 0,-4-2-12 0,3 2-2 16,-1 9-10-16,1-9-3 0,0 6-8 0,1-1-8 15,1-7-5-15,2-1-6 0,-3 3-4 0,3-4-5 16,-1-3 0-16,-1 2-7 0,0-1-1 0,1-2-2 15,1-2-5-15,-1 1 5 0,0-3-10 0,0-1-3 16,1-6-7-16,-2 13-8 0,-2-9-7 0,4-4-8 16,-5 9-6-16,-2-8-5 0,7-1-6 0,-11 3-2 15,3-2-4-15,8-1-4 0,-16-4 4 0,7 2 3 16,2-2 7-16,0 2-3 0,0-1 6 0,7 3 12 16,-11-5 10-16,11 5-2 0,-8-3 1 0,8 3-3 15,-5-5 1-15,5 5-2 0,0 0-1 0,0 0 2 16,0 0 4-16,0 0-5 0,0 0 3 0,0 0-4 15,32 9-2-15,-19-8-11 0,7 2-19 0,2-2-35 16,-1 1-36-16,7 0-40 0,0-1-33 0,-6 2-107 16,-3-1-308-16,2 0 136 0</inkml:trace>
  <inkml:trace contextRef="#ctx0" brushRef="#br0" timeOffset="26769.71">25255 5123 204 0,'0'0'207'15,"4"-6"3"-15,-1 0-9 0,-3 6-10 0,6-10-4 16,-3 2-7-16,0 4-2 0,2-6-10 0,-2 3-18 16,1-1-16-16,1-3-2 0,1 4-6 0,-4-3-7 15,3-1-8-15,-2 0-6 0,1 1-8 0,-4-2-4 16,2-1-10-16,-2 0-9 0,-2 1-5 0,2 1-2 16,-4 1-3-16,2 0 1 0,-1 2-17 0,0 1-5 15,3 7-4-15,-6-11-3 0,4 6-7 0,2 5-3 16,-3-7-3-16,3 7-6 0,0 0-10 0,0 0-16 15,-1-10-5-15,1 10 0 0,0 0 5 0,20 0-2 16,-7 0-2-16,8 0 4 0,-2 3-1 0,0-1-5 16,1 0 3-16,-3 3 0 0,1 0 0 0,-4-1 2 15,-2 2 2-15,-3 1 0 0,-1 0-1 16,-2 1 1-16,2 1 1 0,-2 0-1 0,-1 1 0 0,-5-2 7 16,2 2-2-16,-2-2 0 0,0 2 3 0,-2 1-2 15,0 0 2-15,-1 0-3 0,-1-3-33 0,2 3-42 16,0-1-43-16,-3-3-58 0,2 3-49 0,2-2-210 15,1-8-473-15,0 0 209 0</inkml:trace>
  <inkml:trace contextRef="#ctx0" brushRef="#br0" timeOffset="27574.28">25657 5009 217 0,'0'0'228'0,"0"0"-15"0,0 0-22 0,0 0-12 0,0 0-8 15,0 0-10-15,0 0-12 0,0 0-13 0,0 0-7 16,2 16-14-16,-2-16-11 0,0 0-11 0,-6 11-6 16,6-11-5-16,-2 9-12 0,2-9-4 0,0 0-5 15,0 0-4-15,0 10 2 0,0-10 5 0,0 0 8 16,0 0 0-16,0 0 10 0,0 0-4 16,0 0-6-16,0 0-5 0,0 0-5 0,0 0-8 0,0 0-6 15,0 0-2-15,-10-24-5 0,10 16-4 0,0-3-2 16,1 1-8-16,3-3-1 0,-2-1-6 0,3-2-3 15,3 2-2-15,-1 0-4 0,2 4-6 16,0 0 0-16,0 4-1 0,0 0 3 0,0 0-6 0,2 2 0 16,-1 3-4-16,1 1 1 0,-1 4-2 15,2 1-1-15,-1 2 2 0,-2 0-1 0,0 2 2 0,0 1 1 16,2 2-4-16,-3 3 10 0,0-2-11 0,-1 2 4 16,-3-5-2-16,-2-1 1 0,-1-2 2 0,1 0 3 15,0-1-4-15,-2-6 7 0,2 10 0 16,-2-10 2-16,3 7-2 0,-3-7 9 0,2 6 2 15,-2-6 5-15,0 0 3 0,0 0 3 0,0 0-9 0,0 0-1 16,0 0-4-16,0 0 1 0,0 0 0 0,-14-16-8 16,14 16 1-16,0-16-2 0,0 7-1 0,4-1-1 15,1-1-2-15,0 0-4 0,4-4-4 0,2 1-4 16,1 0 0-16,1-1-4 0,3 3 1 0,-5 0 1 16,0 3-1-16,-1 4 5 0,-2-1-5 15,1 0-3-15,-3 6 0 0,-6 0 1 0,14 0-1 0,-9 4 4 16,-1 1 3-16,0 0-4 0,1 3 8 0,0 1-1 15,-1 0-1-15,-1 0 4 0,-1 0-4 16,2 1 4-16,-2-1-2 0,1 0 4 0,1-2 1 0,0 0 1 16,0-3 1-16,0 1 3 0,-4-5 2 15,9 7 0-15,-3-6 3 0,2 1 1 0,-8-2-4 0,21-6 0 16,-7 4 3-16,-1-4 0 0,-4 1-4 0,7-4 1 16,-5 1 1-16,1-3-4 0,-1-2 6 0,-5 4-3 15,5-5-2-15,-5 1 6 0,0-1-1 0,3 0 0 16,-5 3 0-16,0 0 4 0,-1 0 0 0,0 2 2 15,-3 0 6-15,2 2-3 0,-2 7-6 0,0-10 4 16,0 10-6-16,0 0-1 0,-8-8-2 0,8 8-2 16,-11 4 1-16,11-4-3 0,-20 12 14 0,11-4-17 15,-1 4-6-15,0 3 2 0,5-5 2 0,1 4-6 16,0 1 0-16,4 1-3 0,0-1-7 16,4 3-2-16,1-2 3 0,2-2 9 0,1 1-7 15,1-1-2-15,0-2 2 0,1-1 3 0,-4-3 7 0,1 1-7 16,-3-3 1-16,1 2-1 0,0-3 2 15,-1 0 0-15,-4-5-2 0,4 9-7 0,-4-9-5 0,-2 11 2 16,2-11-3-16,-6 8-9 0,0-2-14 0,-2-3-22 16,-5 2-24-16,3-5-27 0,-3 4-48 15,0-1-40-15,-5-1-35 0,1 1-166 0,0-3-444 0,-2 0 196 16</inkml:trace>
  <inkml:trace contextRef="#ctx0" brushRef="#br0" timeOffset="28620.39">16162 7518 69 0,'-14'0'158'0,"3"-3"0"0,0 3-1 0,0 0 1 0,3 1-2 16,8-1-7-16,-13-1-16 0,13 1-2 0,-12-1-13 16,12 1-10-16,0 0-13 0,0 0-8 0,-8 1-10 15,8-1-5-15,0 0-4 0,0 0-8 16,0 0-11-16,36 4 2 0,-17-3-5 0,9-1-5 0,0-1-21 16,-1 2-39-16,-4-1-31 0,-1 0-47 0,-1 0-28 15,-3 2-33-15,-4 0-128 0,-2 1-309 0,-4-1 137 16</inkml:trace>
  <inkml:trace contextRef="#ctx0" brushRef="#br0" timeOffset="28773.42">16143 7706 152 0,'-6'6'148'0,"6"-6"-6"0,0 0-5 0,0 0 7 15,0 0-7-15,9 10-9 0,2-10-16 0,3-3-7 16,8 2-13-16,8-2-30 0,5-1-62 0,2-1-43 15,1 0-45-15,1-1-117 0,-1-2-222 0,-3 3 99 16</inkml:trace>
  <inkml:trace contextRef="#ctx0" brushRef="#br0" timeOffset="31393.46">18363 7014 85 0,'0'0'179'0,"4"-12"-23"0,1 5-4 0,1 1-21 15,2-1-9-15,3-1 0 0,2 1-4 0,3 1-6 16,4-1-1-16,0 2-7 0,7 1-13 0,4 1 0 16,-11 4-9-16,1 2-7 0,-2 1-6 15,1 5-7-15,-1 1-4 0,-4 0-2 0,-1 3-10 0,-4 4-2 16,-2-4-3-16,-4 3-4 0,-2 2-5 0,-3 1 0 16,-2-1-8-16,-1 2 4 0,-2-1-5 0,-9 3-1 15,2 1-2-15,-8-4 0 0,3 0-2 0,-3-2-1 16,-2-2-8-16,1-1 6 0,3-4-3 0,0-1-2 15,2-2-1-15,-1 1 3 0,5-4-1 0,1 0-2 16,1-1-2-16,1 0 6 0,4-2 8 0,-2 2 1 16,8-3 1-16,-10 1 0 0,10-1 0 0,-8 3 1 15,8-3-6-15,0 0-2 0,-9 3-2 0,9-3-5 16,0 0 8-16,0 0 1 0,0 0-2 0,21 3 0 16,-9-1-1-16,1 1 2 0,5-2-4 0,3 2-1 15,8-3-3-15,3 0 2 0,4 0-18 0,-2-1-22 0,2 1-32 16,1-3-35-16,0 2-49 0,2-4-41 15,0 1-198-15,-1-4-415 0,-1 2 184 0</inkml:trace>
  <inkml:trace contextRef="#ctx0" brushRef="#br0" timeOffset="31626.62">19399 6914 67 0,'-4'-5'236'0,"1"1"-19"0,3 4-23 0,-7-6-21 0,7 6-15 15,0 0-15-15,0 0-16 0,10-11-10 16,2 6-12-16,8 0-14 0,2 1-8 0,5 0-10 0,1-1-22 16,3 4-30-16,-3 0-27 0,-8 1-49 15,-2-2-35-15,-4 1-25 0,-2 4-19 0,-2-2-109 0,-2 2-263 16,-8-3 116-16</inkml:trace>
  <inkml:trace contextRef="#ctx0" brushRef="#br0" timeOffset="31957.99">19494 6924 92 0,'0'0'153'0,"-4"13"-2"0,1-7 5 0,2 5 1 0,-1-1-11 15,0 3-8-15,1 2-1 0,-4 2-3 0,6-2-11 16,-2-1-4-16,-1 3-13 0,-1-2-7 0,2 1-10 15,-1 1-1-15,0-6-11 0,0 2-3 16,2-2-9-16,-1 2-7 0,0-1-3 0,1-2-3 0,-1 0-7 16,1 0 1-16,1-3-5 0,-1-7-6 0,-4 13-6 15,3-5-1-15,-1-4 0 0,2-4-1 0,-5 12-7 16,0-6 0-16,2-2-4 0,-3 1-2 0,1-2 2 16,5-3-4-16,-9 6-1 0,3-2-9 0,6-4 2 15,-9 5 0-15,9-5-1 0,-6 4-1 0,6-4-6 16,-4 3-6-16,4-3-2 0,0 0 0 0,-4 4-1 15,4-4 6-15,0 0 4 0,0 0-2 0,9 12-2 16,-4-10-1-16,-5-2-9 0,13 4-8 0,0-3-14 16,-2 1-14-16,6-2-16 0,-4 1-22 0,6-2-21 15,-3 1-15-15,0-2-22 0,1 1-9 0,0 1-11 16,-3-2-95-16,-1 1-286 0,0-2 127 0</inkml:trace>
  <inkml:trace contextRef="#ctx0" brushRef="#br0" timeOffset="32451.91">19669 7267 109 0,'6'-2'45'0,"-1"-5"15"0,-5 7 7 16,8-6 7-16,-3 1 16 0,-5 5 8 0,7-8 13 15,-4 6 9-15,-3 2-2 0,4-5-9 0,-4 5-10 16,4-7-12-16,-4 7-3 0,0 0-7 0,0 0 12 16,12 11 17-16,-7-5-8 0,-3-1-7 0,1 3 4 15,-1 1-4-15,1 0-6 0,-2-1-7 0,1 2-1 16,-1-1-1-16,-1 0-9 0,1 0 3 0,-1-2-3 16,0-7-4-16,0 10-3 0,0-10 3 0,0 8 13 15,0-8 3-15,0 0 3 0,-2 8-6 0,2-8-5 0,0 0-7 16,0 0-8-16,0 0-3 0,0 0-5 0,-21-13-3 15,17 8-7-15,4 5 0 0,-2-12-3 0,0 5 0 16,4-4-8-16,-2-1-4 0,1 1 1 16,3-1-5-16,2-2 0 0,4-3-1 0,1 3-4 15,0-1-1-15,1 2-2 0,1 2-8 0,2 1 0 0,-4 3 1 16,2 4 11-16,-1-1-13 0,-1 3-5 16,0 1 5-16,1 1-4 0,-3 3-1 0,1 1 1 15,-1 3 4-15,-2-5-5 0,-1 4 3 0,2 2 0 0,-2 1 0 16,-1-1-2-16,-1 0-1 0,-1-1 2 0,-1-2 4 15,-1-1-5-15,1 3 2 0,-2-8 0 16,3 9 2-16,-3-9-2 0,3 7-1 0,-3-7 8 0,0 0 1 16,0 0-2-16,0 0-1 0,0 0-4 0,0 0 1 15,0 0 10-15,0 0-8 0,0 0-5 0,0 0-2 16,0 0 0-16,1-32 7 0,4 21-4 0,3-4-3 16,2 5 1-16,2-5-5 0,1 2-1 0,2 1 3 15,-1 0-5-15,3 1 7 0,-3 3-4 16,-2 2 5-16,0 1-4 0,2 2 7 0,-3 2-9 0,1 2 0 15,1 0 0-15,-4 3-7 0,1 2 9 0,-2 1 2 16,0 3-2-16,-1 1-3 0,-2 0-13 0,-1 5-18 16,-1-4-17-16,-3 4-27 0,-2 0-36 0,1-1-42 15,-2 1-45-15,0 2-44 0,-4-9-181 0,3 2-466 16,0-1 207-16</inkml:trace>
  <inkml:trace contextRef="#ctx0" brushRef="#br0" timeOffset="35870.49">18773 7728 39 0,'-6'-6'148'0,"6"6"-10"0,-8-7-7 15,8 7 0-15,-9-5 2 0,5 1-3 0,4 4-6 16,0 0-11-16,-9-3-8 0,9 3-16 0,0 0-7 16,0 0-10-16,0 0-10 0,0 0 3 0,0 0-4 15,0 0 1-15,36 0-7 0,-5 0 1 0,4 3-2 16,18-3-4-16,8-1 0 0,30 2-7 0,-26-4 1 15,31-4-7-15,-31 1-5 0,28 2 7 0,-27 0-8 0,24-5-2 16,-31 6-4-16,0-2 0 0,-3-1-1 0,-1 1-1 16,-2-3-3-16,-16 6-4 0,-1-4-4 15,-5 3 1-15,-1 0-2 0,-2 2 2 0,-8-1-6 16,-2-2-2-16,-4 4-10 0,-2 0-16 0,-2 0-23 0,-2 0-30 16,-8 0-25-16,11-1-14 0,-11 1-16 15,5 1-14-15,-5-1-32 0,0 0-91 0,0 0-289 0,-19 17 128 16</inkml:trace>
  <inkml:trace contextRef="#ctx0" brushRef="#br0" timeOffset="36161.39">19426 7858 184 0,'0'0'185'0,"0"0"-10"15,0 0-1-15,0 0-6 0,0 0-9 0,27 7-11 16,-19-5-18-16,1 2-7 0,1 1-12 0,1 1-7 16,-2-1-15-16,0 4-1 0,1 0-8 0,-2 1-8 15,-1 2-7-15,-2-2-7 0,-2 2-5 0,-1-1 0 16,-2 0-7-16,-4 2-3 0,0-2-2 0,-2 5 0 16,-3-3-1-16,1-2-4 0,-5 0-6 0,0 1-2 15,0-3 1-15,0-2-3 0,-1 1-5 0,2-3-2 16,2-2-19-16,1 2-21 0,3-3-19 0,-1 0-21 15,-1 0-23-15,8-2-37 0,-7 3-32 0,7-3-30 16,0 0-143-16,0 0-354 0,0 0 157 0</inkml:trace>
  <inkml:trace contextRef="#ctx0" brushRef="#br0" timeOffset="36377.49">19626 7890 174 0,'6'-7'241'0,"0"2"-14"16,-2 0-12-16,1 3-17 0,-5 2-15 15,4-8-19-15,-4 8-18 0,5-6-15 0,-5 6-9 0,0 0-9 16,0 0-3-16,12 12-2 0,-9-5-2 0,1 1 1 16,-1 3-8-16,-1 0-4 0,1 2-7 15,0 3-4-15,-1-1-3 0,-2 2-10 0,0 0-5 16,2-2-7-16,-2 0-8 0,0 0-2 0,0-2-5 0,-2-1-12 16,4-3-31-16,-2 2-27 0,0-2-30 0,1 1-46 15,-2 0-47-15,2-4-40 0,-1-6-43 0,-3 11-171 16,3-11-434-16,-4 8 192 0</inkml:trace>
  <inkml:trace contextRef="#ctx0" brushRef="#br0" timeOffset="36532.28">19508 7890 57 0,'0'0'183'0,"0"-8"-22"0,0 8-7 16,9-8-15-16,-3 7-23 0,6-5-9 0,6 2-40 15,-2-1-26-15,6 1-45 0,9-4-49 0,1 3-109 16,0-1-175-16,0-2 78 0</inkml:trace>
  <inkml:trace contextRef="#ctx0" brushRef="#br0" timeOffset="36844.08">20378 7138 66 0,'4'-13'202'0,"0"2"-14"0,2 3-15 16,2 1-9-16,-2 1-16 0,3 2-8 0,3 3-8 16,2 2-6-16,4 9-12 0,0 0-4 0,5 8-4 15,-2 5-10-15,2 5-5 0,2 11-6 0,-2 2-3 16,-5 1-3-16,-2 4-8 0,-7-14-3 0,0 3-3 15,-1-1-7-15,-5 12-7 0,1-10 0 0,-4 9-6 16,-2-8-3-16,-2-2-2 0,-5 9-4 0,-1-9-5 16,-3-2 2-16,-9 12-9 0,6-12-20 0,-9 8-19 15,4-12-22-15,-11 10-28 0,8-13-25 0,-3-2-27 16,0 3-31-16,-1-4-27 0,-3-3-30 0,-12 4-107 16,12-7-337-16,-2-5 149 0</inkml:trace>
  <inkml:trace contextRef="#ctx0" brushRef="#br0" timeOffset="37176.51">18065 7184 115 0,'-36'9'191'16,"2"6"-10"-16,-8 13-13 0,12-4-12 0,-7 15-1 16,6 4 2-16,5-2-7 0,3 8-7 0,6-3-14 15,9 3-8-15,10-3-6 0,9 1-6 0,7-2-3 0,6 0-5 16,10-4-10-16,8 0-6 0,6-5-10 0,30 10-8 15,-1-3-2-15,-20-17-16 0,26 5-33 16,-25-9-36-16,3 1-43 0,25 2-47 0,-25-9-51 16,-1-2-205-16,-1-2-395 0,-1-3 175 0</inkml:trace>
  <inkml:trace contextRef="#ctx0" brushRef="#br0" timeOffset="37586.37">20874 6752 30 0,'0'0'214'0,"1"-10"-15"0,2 6-17 0,-3 4-16 15,4-9-16-15,0 7-13 0,-4 2-7 0,9-5-11 16,-9 5-13-16,8-2-9 0,-8 2-8 0,0 0-7 16,16 5-12-16,-12-1-2 0,5 2-4 0,-4 0-9 15,-1 3-5-15,-1-3-4 0,0 1-6 0,-2 3 0 16,1-1-9-16,-1 2 3 0,-2-2-5 0,-1 3-1 15,0-1 0-15,-2 2-3 0,0-4-1 16,1 1-4-16,0 0-3 0,0 0 3 0,-1-2-3 0,2-1 0 16,1 0-7-16,1-7 2 0,-2 15-12 0,5-9-22 15,2-1-15-15,1 5-28 0,3-3-36 0,8 1-29 16,1-2-32-16,8 1-160 0,3 0-349 0,3-3 156 16</inkml:trace>
  <inkml:trace contextRef="#ctx0" brushRef="#br0" timeOffset="37860.33">21283 7274 207 0,'0'0'208'0,"0"0"-9"0,0 0-14 0,0 0-11 16,0 0-21-16,0 0-11 0,-1 7-5 0,1-7-9 15,0 0-10-15,9 12-1 0,-2-5-5 0,-2 2-7 16,3 1-7-16,0 0-16 0,1 0-1 0,0 2-5 16,2 2-10-16,-2-1-1 0,3 1-4 0,-1-1-13 0,1 2-2 15,-1-4-6-15,-3 0-19 0,5 1-25 16,-2-1-23-16,-3 0-33 0,3 0-43 0,-3 1-33 16,0-4-28-16,-3 0-26 0,0-3-142 0,-1 0-357 15,-3 1 158-15</inkml:trace>
  <inkml:trace contextRef="#ctx0" brushRef="#br0" timeOffset="38046.3">21495 7360 209 0,'-1'-11'233'0,"1"11"-27"0,-1-7-24 16,1 7-16-16,0 0-12 0,0 0-1 15,0 0 11-15,-16 12-8 0,9-1-16 0,-4 1-8 16,-3 4-11-16,-1 4-12 0,-5 0-7 0,2 1-12 0,0 2-10 15,1-3-26-15,4-4-33 0,2 0-34 0,2 2-52 16,1-2-48-16,3 0-51 0,4-3-190 16,0 0-382-16,3-4 170 0</inkml:trace>
  <inkml:trace contextRef="#ctx0" brushRef="#br0" timeOffset="38313.5">21967 7274 1683 0,'13'-32'81'0,"-3"-1"60"16,-1 7 17-16,-4 2-8 0,0 6 0 0,-3 2-22 16,1 4-11-16,-2 4-8 0,-1-4-14 0,0 7-4 15,0 5-8-15,2-10-9 0,-2 10-12 0,0 0-6 16,0 0-3-16,0 0-4 0,0 0 4 0,-2 33 0 16,0-9-10-16,-1 1 2 0,2 1-1 0,-2 1-9 15,0 1 3-15,0-2-6 0,2 0-1 0,-2 0-2 16,3 0-4-16,-1-8 0 0,0 0-8 0,1 1 4 15,0 1-4-15,0-2-5 0,1-1-3 0,0 1-29 16,-1-1-39-16,2-3-39 0,-2 1-28 0,1 1-43 16,-1-4-26-16,0-2-33 0,0-2-34 0,0-8-180 15,-4 14-480-15,4-14 213 0</inkml:trace>
  <inkml:trace contextRef="#ctx0" brushRef="#br0" timeOffset="38635.65">22009 7071 72 0,'4'-7'205'0,"0"0"-19"0,0 1-19 0,1 2-7 16,-5 4-14-16,10-6-10 0,-4 3-15 0,-6 3-8 16,12 0-12-16,-2 2-5 0,0 3-9 0,-1 1-9 15,0 0-3-15,2 1-8 0,-3 2-10 0,0 0-1 16,0-1-7-16,-2 4-6 0,-2-2-1 0,-2 3-6 15,-2-2 1-15,0 2-6 0,-2-2-7 0,-5 6 1 16,0-2-3-16,-1-2 0 0,-2 0-4 0,-3 1 0 16,3-3 0-16,2 0-6 0,-6 0 0 0,5-2 1 15,0-1-3-15,0 1 3 0,4-1-7 0,-1-1 0 16,1-2-2-16,2 1 2 0,3-6 0 0,-1 10 5 16,1-10-5-16,4 10 0 0,1-5-4 0,0-2-8 15,6 0-23-15,7-1-25 0,1 0-27 0,9-3-44 0,3 1-10 16,0-2-26-16,2-1-144 0,-2-1-331 0,1-1 146 15</inkml:trace>
  <inkml:trace contextRef="#ctx0" brushRef="#br0" timeOffset="38993.99">22533 7293 31 0,'2'-6'224'0,"-2"6"-1"0,4-5 0 16,-4 5-8-16,3-5-4 0,-3 5-13 0,0 0 2 0,0 0-17 15,2-9-13-15,-2 9-19 0,0 0-15 0,0 0-18 16,0 0-8-16,0 0-14 0,0 0-12 0,0 0-8 16,0 0-5-16,0 0-10 0,-1 31-1 15,1-20-4-15,-1 6-7 0,-2-2-5 0,2 1 1 0,-2 2-5 16,1-1-1-16,-1 0 4 0,-2 1-11 0,3-1 4 16,-1-1-6-16,1-5-6 0,0 2 0 0,1-3 0 15,-1 1-4-15,-1 1 0 0,2-1-3 0,-1-2 1 16,0 1 1-16,2-4 0 0,0-6-5 15,0 9 3-15,0-9-1 0,0 9 1 0,0-9-2 0,1 9 1 16,-1-9 1-16,5 4 0 0,-5-4 4 0,9 3-1 16,3-1 4-16,-3-2-2 0,4 0-5 0,6 0-2 15,0-3-1-15,1 1 0 0,7 0-2 0,1-3-10 16,0 3-16-16,0-4-18 0,2 4-30 0,-2-3-24 16,1 2-41-16,-2 0-25 0,1-1-31 0,-1 1-34 15,-8 2-36-15,0 1-181 0,-6-1-471 0,1 0 209 16</inkml:trace>
  <inkml:trace contextRef="#ctx0" brushRef="#br0" timeOffset="39984.25">18195 8700 47 0,'-11'-3'146'0,"3"3"-5"15,1-4-2-15,-4 4-14 0,1-1-14 0,0 1-1 16,10 0-6-16,-17 0 0 0,8 0-8 0,9 0-6 16,-14 0 1-16,14 0-2 0,-11 1-4 0,11-1-10 15,-9 2 2-15,9-2-7 0,0 0-13 0,-10 0 6 16,10 0-6-16,0 0-5 0,0 0 3 15,-8 2 3-15,8-2 3 0,0 0 8 0,0 0 4 0,26 4 4 16,-9-1-4-16,5-2 0 0,6-2-2 0,7 1-6 16,2 1-1-16,19-2-2 0,-3-3-2 0,5 3-4 15,4-1 7-15,4-3-10 0,29-4-3 0,-28 7-2 16,36-2-7-16,-1-2-3 0,0 2-5 16,-6 1-2-16,4-1-5 0,-3 0 5 0,0-1-4 0,4 5-3 15,-4-2 1-15,8 0-4 0,10 1-4 0,1 2 0 16,4 2 1-16,3-2-7 0,6-2 1 0,4 3 7 15,9 0-6-15,1-5-2 0,-4 3 2 0,1-4-4 16,-3 2 2-16,3-1 5 0,2-2-3 0,-5 5-2 16,-2-2 2-16,-3-5-4 0,-9 4 4 0,-2 1-2 15,-8-2-2-15,-4-1 0 0,-8 6-6 0,-5-3 6 16,-4 2-1-16,-32-2-4 0,1 0 1 0,3-1 3 16,-3 0-8-16,-4-1 5 0,-2 1-2 0,-2-2 0 15,-16 3-3-15,2-3 3 0,-1 2-2 0,-1-3 2 16,-5 4 1-16,-3 0-7 0,-8-2 5 0,-1 4 1 0,-1-2 1 15,-7 0 3-15,1-3-6 0,-6 5 2 16,1-2 5-16,-3 0-2 0,-5 2 3 0,13-1 1 16,-13 1-1-16,8 0 4 0,-8 0-3 0,0 0-2 15,7-4 1-15,-7 4-6 0,0 0-15 0,0 0-23 0,0 0-21 16,0 0-30-16,0 0-27 0,0 0-36 16,0 0-27-16,-34 1-29 0,15 0-33 0,1 2-213 15,-10 1-488-15,6 1 216 0</inkml:trace>
  <inkml:trace contextRef="#ctx0" brushRef="#br0" timeOffset="42168.03">18514 9371 117 0,'1'-12'233'0,"0"3"-9"0,-1 2-16 15,0 7-21-15,3-10-16 0,-2 5-22 0,-1 5-16 0,0 0-12 16,0 0-9-16,0 0-3 0,17 10-9 16,-12-1-2-16,3 4-8 0,0 3-8 0,3 1-5 15,-1-1-6-15,4 4-8 0,-1 4-4 0,-3-6-3 16,0-3 0-16,-1 2-10 0,-1-1-5 0,1-2-3 0,0-1-2 15,-4-1-2-15,1-3-3 0,-1-2-5 16,2 1 0-16,-4-2-2 0,0-1-4 0,-3-5 9 16,5 8 11-16,-2-5 10 0,-3-3 5 0,0 0-1 0,0 0-1 15,0 0-8-15,10-11-2 0,-4 3-4 0,-3-3-5 16,3-4-6-16,1 0-5 0,0-3 2 0,2 0-3 16,0-6-2-16,0 0-1 0,1 0-5 0,-2 0 1 15,-2 0 2-15,0 7-6 0,0-2 1 0,0 3-4 16,-2 6-3-16,-1 1-17 0,-1 2-26 0,0 1-36 15,-2 6-41-15,2-10-36 0,-2 10-9 0,0 0-13 16,0 0-19-16,0 0-27 0,10 24-176 0,-8-7-427 16,1-1 190-16</inkml:trace>
  <inkml:trace contextRef="#ctx0" brushRef="#br0" timeOffset="42645.49">18983 9715 157 0,'0'0'168'15,"5"8"10"-15,-5-8 3 0,0 0 2 0,2 6 1 16,-2-6-4-16,3 4-4 0,-3-4 2 0,0 0-5 16,0 0-6-16,0 0-3 0,0 0-4 0,0 0-13 0,0 0-18 15,0 0-6-15,0 0-13 0,0 0-7 16,0 0-7-16,0 0-3 0,-5-29-14 0,5 18-7 16,0 0-6-16,2-4-10 0,1-1-10 0,1 0 0 15,1-2-4-15,-1 0-2 0,3-1-4 0,2 0-1 0,2-3-6 16,-1 5-9-16,2 2-5 0,1 0 5 0,0 4-6 15,-3 2 15-15,2 2-19 0,1 2-6 16,-1 3 1-16,0 2 0 0,1 2-5 0,0 3 0 16,3 1 7-16,-2 4-6 0,-1-1-1 0,-2 4 3 0,-2-3 12 15,4 2-14-15,-3 0 0 0,-2-2-1 0,0 1 0 16,-2-2 3-16,-1-1-1 0,0-1-1 16,-1 1 1-16,-1-4 2 0,-1 1-2 0,-2-5 1 0,5 8 2 15,-5-8 2-15,3 4 2 0,-3-4-2 0,0 0 2 16,0 0-4-16,0 0 8 0,0 0-8 0,0 0-2 15,0 0 2-15,0 0-4 0,5-24 6 16,-2 15-7-16,0-1 0 0,3 0 3 0,-1-2-3 0,1 3 1 16,0-2-2-16,2 3-3 0,-1-1 0 0,1 3 1 15,0-1-6-15,-2 3 3 0,1 2 1 0,-7 2 2 16,15 0-7-16,-7 2 3 0,-2 2 2 0,1 3-1 16,0 0 1-16,-3 3-4 0,4 5 1 0,-4-4-29 15,0 4-22-15,-2 2-14 0,-1-1-23 0,-1 1-39 16,4 0-25-16,-3 1-36 0,1-2-33 0,-1-1-31 15,-1 1-159-15,-1-4-455 0,1-2 202 0</inkml:trace>
  <inkml:trace contextRef="#ctx0" brushRef="#br0" timeOffset="42874.53">18898 9931 92 0,'-11'2'234'0,"2"-3"-13"0,-1 2-8 16,10-1-16-16,-12 0-7 0,12 0-17 0,0 0-11 0,0 0-6 16,0 0-7-16,31 0-13 0,0-5-12 0,8-1-12 15,12 0-13-15,4-1-9 0,0 1-9 16,-1-1-7-16,-2-1-7 0,-11 5-10 0,-1 0-26 16,10 3-29-16,-13-2-28 0,-4 0-46 0,-4 2-41 0,-8 0-31 15,-2 0-30-15,-1 0-32 0,-5 2-116 0,-4 3-347 16,-3-2 154-16</inkml:trace>
  <inkml:trace contextRef="#ctx0" brushRef="#br0" timeOffset="43075.78">19122 10103 59 0,'-13'1'222'0,"3"2"-5"15,4-3-9-15,6 0-14 0,-7 1-8 0,7-1-5 16,0 0-2-16,0 0-7 0,39-4-9 0,-13 0-16 15,8-4-13-15,-1 2-14 0,4 1-5 16,1-3-19-16,12 0-7 0,2 4-11 0,-16 1-13 16,-4-2-30-16,0 1-29 0,-9 1-29 0,-4 5-44 0,-1-2-46 15,-5 1-41-15,-2-1-38 0,-4 2-162 0,-3 1-382 16,-4-3 170-16</inkml:trace>
  <inkml:trace contextRef="#ctx0" brushRef="#br0" timeOffset="43452.53">19096 10209 109 0,'-5'5'195'0,"-1"2"-3"0,1 0 6 0,0 2-9 16,0 5-2-16,2 2-6 0,-2 0-16 0,-2 8-3 16,1-5-19-16,-1 4-14 0,3-3-6 0,1 0-10 15,-1-2-6-15,3 0-11 0,-3-1-8 0,1 0-10 16,2-1-1-16,-1-4-6 0,2 0-6 0,-2-1-9 15,2 0-4-15,-2-2-7 0,1 1-2 0,-1 1-5 16,1 0-4-16,1-2-2 0,-2 1-2 0,-1-1-2 0,0 1-4 16,0-2-3-16,-4 1 7 0,3-3-11 0,-3-3-1 15,3 2 1-15,-1 0 1 0,5-5-4 16,-11 5 0-16,3-5-3 0,-1 1 1 0,0-1-1 16,9 0 2-16,-19-3-3 0,7-3-5 0,-2 2 2 15,4-1 0-15,-6-4-3 0,0 1 2 0,-3-2-1 0,2 3-3 16,-2 3 1-16,1-5 3 0,-3 3-3 15,0 3-1-15,1-1-2 0,-1 2-2 0,1 0 2 0,0 2 4 16,0 0-5-16,4 2-2 0,2 1-28 0,4 0-20 16,-1 0-30-16,4-2-38 0,1 3-38 0,6-4-27 15,-4 9-33-15,4-9-193 0,0 0-445 0,14 9 197 16</inkml:trace>
  <inkml:trace contextRef="#ctx0" brushRef="#br0" timeOffset="43716.63">19137 10486 1844 0,'27'-13'146'0,"-9"3"-20"0,1 3-27 0,0 1-26 16,-2 0 1-16,-4 1 8 0,-2 1-3 0,5-1-4 15,-5 3-1-15,1-1 1 0,-1 1 7 0,-2 2-3 16,-9 0 6-16,17 0-18 0,-11 3-4 0,1-1-8 16,-2 0 0-16,-5-2-7 0,6 9-4 0,-5-3 1 15,-1-6-6-15,1 13 1 0,-1-8-4 0,0-5-2 16,-5 15-4-16,0-8-3 0,0 0-4 0,0 1 3 15,-1-1-7-15,0 0 0 0,3 0 5 0,-1-2-12 16,4-5 3-16,-4 10-7 0,4-10 1 0,-1 10-8 16,1-10-8-16,5 7-16 0,2-5-13 0,4 0-22 15,-1-1-22-15,4 0-32 0,4-3-38 0,4 0-19 16,5-1-38-16,1-2-31 0,-2 0-204 0,-5 0-480 16,7-2 213-16</inkml:trace>
  <inkml:trace contextRef="#ctx0" brushRef="#br0" timeOffset="43971.36">20130 9904 1972 0,'4'-21'7'0,"1"5"94"16,-2-1 45-16,-1 6-14 0,1-2-10 15,-3 4-13-15,1 1-21 0,-1 8-15 0,3-9-12 0,-3 9-1 16,5-6 11-16,-5 6 2 0,11 0 6 0,0 6-2 15,-2-2 7-15,6 5-3 0,-4 0-10 16,3 1-7-16,-2 0-2 0,4 3-12 0,-3-3-1 16,1 3-3-16,-1 0-9 0,1 3 1 0,0-2-7 15,0-2-24-15,-1 0-25 0,-3 1-38 0,3 0-50 0,-3-1-37 16,-2-1-40-16,-1 0-48 0,-1-1-28 0,-2 1-208 16,-2-2-503-16,-2-2 222 0</inkml:trace>
  <inkml:trace contextRef="#ctx0" brushRef="#br0" timeOffset="44154.65">20417 9855 152 0,'0'0'247'0,"-2"-11"-19"0,2 11-24 16,0 0-2-16,-7-2 6 0,7 2-4 0,-17 10-5 16,4 2-11-16,-3 2-17 0,-2 4-11 0,-3 2-8 15,1 3-22-15,1 0-14 0,-2 2-17 0,1 0-3 16,3-4-40-16,1 2-44 0,-1 0-52 0,2-2-53 15,7-4-64-15,1-2-73 0,4-3-154 0,-1-1-416 16,4-3 184-16</inkml:trace>
  <inkml:trace contextRef="#ctx0" brushRef="#br0" timeOffset="44702.2">21061 9539 219 0,'0'-13'245'16,"0"13"-22"-16,1-9-15 0,-1 9-8 0,1-10-10 15,-1 10-6-15,3-7-6 0,-3 7-12 0,1-8-14 16,-1 8-15-16,0 0-13 0,0-8-15 0,0 8-9 15,0 0-8-15,0 0-10 0,0 0-11 0,0 0-6 16,0 0-6-16,0 0-8 0,3-7-4 0,-3 7-4 16,0 0-5-16,0 0-3 0,0 0-4 0,0 0 0 15,0 0-6-15,0 0-2 0,0 0-1 0,0 0-4 16,0 0 1-16,0 0 1 0,0 0-3 0,0 0-2 16,0 0-1-16,0 0 1 0,0 0 0 0,0 0-2 15,0 0-1-15,0 0 1 0,0 0-6 0,0 0 4 16,0 0 1-16,0 0 5 0,0 0-2 0,0 0 6 15,0 0-13-15,0 0 5 0,0 0-3 0,0 0 11 16,0 0-6-16,0 0-6 0,0 0 2 0,0 0 0 16,0 0 1-16,0 0 2 0,0 0 1 0,0 0 1 15,0 0 6-15,0 0 1 0,0 0 9 0,0 0 6 16,0 0 2-16,0 0 2 0,0 0-4 0,0 0 8 16,0 0-4-16,0 0-5 0,0 0-4 0,0 0 0 15,0 0-3-15,0 0-5 0,0 0-5 0,0 0 2 0,0 0-5 16,17 4-2-16,-2-4 1 0,14-2 1 0,3 2-8 15,4-1 7-15,2-2-13 0,0 2-20 16,1 0-10-16,-3 0-19 0,-2 1-23 0,-2 1-20 16,-4 1-26-16,-6 0-23 0,-9-1-34 0,-1 2-30 0,-1 0-21 15,-5 0-25-15,-1 1-19 0,-5-4-160 0,1 9-464 16,-1-9 206-16</inkml:trace>
  <inkml:trace contextRef="#ctx0" brushRef="#br0" timeOffset="45580.43">21310 9573 33 0,'-8'-2'231'16,"8"2"-6"-16,0 0-5 0,-7-2-12 0,7 2-11 0,0 0-20 15,0 0-21-15,0 0-13 0,0 0-8 0,-9 8-1 16,7-3 8-16,2 5-5 0,-1 3-14 0,1-2-9 16,1 2-7-16,1 4-6 0,-2 1-8 0,0-1-6 15,0-1-11-15,0 1-7 0,2 0-4 0,0 1-7 16,-2-2-6-16,1 0-5 0,0-5-6 0,0 5-3 15,-1-4 2-15,0-3-6 0,-1 1-7 0,0-3-1 16,0 3-12-16,-2-1-8 0,0 1-16 0,0-4-7 16,-1 4-10-16,-2-5-10 0,1-2-7 0,-2 2-7 15,2-2-5-15,0 1 5 0,5-4-2 0,-13 4 2 16,5-3 7-16,8-1 1 0,-10 0 5 0,10 0 5 16,0 0 3-16,-15-3 4 0,15 3 2 0,-9-3 1 15,9 3 8-15,-5-3 1 0,5 3 7 0,0 0 3 16,0 0 3-16,-8-2-3 0,8 2 3 0,0 0 1 15,0 0-4-15,0 0-2 0,0 0 4 0,27-5-20 16,-16 4-17-16,7-1-18 0,-1 2-21 0,0-1-20 0,2-1-10 16,0-1-17-16,1 0-1 0,-2 1-4 15,1 1-1-15,-1-3 5 0,-4 3 13 0,3-1 5 16,-3 1 11-16,-1-2 13 0,1 0 10 0,-4 1 17 16,0-2 19-16,0 0 14 0,-1 1 18 0,-2 1 17 0,-1 0 11 15,0-2 13-15,-6 4 12 0,11-6 13 16,-8 4 16-16,-3 2 8 0,8-3 7 0,-8 3-3 15,5-4-6-15,-5 4-4 0,0 0 3 0,0 0 6 16,0 0-2-16,13 4-7 0,-13-4 4 0,0 0 6 0,4 10 5 16,-3-5-7-16,-1-5-2 0,0 0-5 0,0 9-1 15,0-9-2-15,1 8 1 0,-1-8-6 0,0 0-2 16,2 7-2-16,-2-7 5 0,0 0 1 16,0 0 6-16,2 8 1 0,-2-8 1 0,0 0 13 0,0 0 6 15,0 0 7-15,0 0-12 0,0 0-7 0,0 0-10 16,0 0-2-16,0 0-13 0,0 0-10 15,0 0 1-15,0 0 4 0,-5-25-13 0,5 25-7 0,3-15-3 16,-2 6-5-16,3 0-2 0,0 0-5 0,3-1-2 16,1 1-7-16,0-2-2 0,1 3 1 0,1 0-10 15,-1 0 7-15,2 1-6 0,1 4 6 0,-1-2-6 16,3 3-3-16,-2 2 11 0,-1 0-15 0,2 1 1 16,-1 1-2-16,-2 3 4 0,-1 0-8 0,0 1 2 15,0 1 0-15,0 2 4 0,-4-3 0 0,1 1-2 16,-1 0 4-16,-1 1-2 0,-1-1-2 0,0 0 1 15,0-3 3-15,-3-4 0 0,4 11 1 0,-4-11 13 16,1 7-14-16,-1-7 0 0,0 8 3 0,0-8 2 16,0 0 1-16,0 0-6 0,0 0 8 0,-5 6-8 15,5-6 9-15,0 0-1 0,0 0-2 0,0 0-9 16,0 0-5-16,-8-19-5 0,8 19-1 0,3-11-10 16,1 2-9-16,-1 1-1 0,4 0-8 0,-1-2 7 15,3 3-2-15,3-1 1 0,-5 0 10 0,3 2 0 16,-3 3 2-16,1 0-2 0,-2 0 1 0,-6 3 3 0,15 0-1 15,-15 0 3-15,12 6 1 0,-7-3 13 16,2 4-13-16,-2 1 4 0,-2 1 2 0,0 1-11 16,-2 0-26-16,0 2-22 0,-2 2-22 0,1 0-30 0,-4 3-31 15,-1 0-35-15,2-2-41 0,0 2-35 0,-2-1-197 16,0 2-500-16,1-7 221 0</inkml:trace>
  <inkml:trace contextRef="#ctx0" brushRef="#br0" timeOffset="45797.25">21281 10128 199 0,'-12'-1'286'0,"3"2"-20"0,9-1-26 16,-11-2-15-16,11 2-15 0,0 0-1 0,0 0-20 15,0 0-15-15,56-6-20 0,-20 3-9 0,21-4-15 16,1 1-12-16,3-1-11 0,1 4-14 15,-1-4-20-15,-8 2-31 0,-12 0-36 0,-2 0-41 0,-4 0-49 16,-1 3-53-16,-1-5-46 0,0 4-34 0,-1 2-152 16,-3-2-399-16,2 2 177 0</inkml:trace>
  <inkml:trace contextRef="#ctx0" brushRef="#br0" timeOffset="46021.89">21559 10257 51 0,'-8'2'251'0,"2"0"-1"0,6-2-3 0,-4 6-7 15,4-6-8-15,0 0-17 0,27 2-11 0,1-3-21 0,6-3-18 16,0 0-13-16,4-1-15 0,12 0-15 16,-12 2-12-16,-2-3 1 0,3 0-28 0,-2 2-24 15,-5-1-26-15,-4 5-37 0,-7-2-27 0,-4 1-36 16,-3 1-33-16,-4 0-32 0,2 0-26 0,-6 3-19 0,-6-3-17 15,3 7-137-15,-3-7-358 0,-13 10 159 0</inkml:trace>
  <inkml:trace contextRef="#ctx0" brushRef="#br0" timeOffset="46402.38">21606 10351 60 0,'-12'2'199'0,"5"-2"1"15,-1 1 6-15,8-1 1 0,-15 1-6 0,15-1-7 16,-10 1-11-16,10-1-18 0,-9 2-7 0,9-2-7 15,-6 7-3-15,5 0-6 0,-2 2-2 0,-1 2-14 16,1 5 4-16,0 1-19 0,-1 0-14 0,1 0-10 16,-1 1-5-16,1 1-9 0,0-1-3 0,2 1-10 15,0-2-3-15,-2 0-3 0,6-1-9 0,-3 2-4 16,2-2-5-16,1-4 3 0,-1 4-9 0,1-6-4 16,-2 6-2-16,-1-4 7 0,1-1-13 0,0-1 0 15,-1 1 4-15,0-1-7 0,0 0 0 0,0-3-3 16,-1 2 0-16,-1-2 1 0,0 0 0 0,-1 1-2 15,0-3 3-15,3-5-7 0,-6 10-3 0,2-6 5 16,4-4-3-16,-7 8-1 0,7-8 0 0,-7 4 1 16,0-3 0-16,7-1-3 0,-12 0 3 0,1 2-1 15,0-5 1-15,1 0-3 0,-3-1 4 0,-5 1-5 16,0-3 2-16,0 3-1 0,-1-2-4 0,-9 2 2 16,7-1-3-16,-7-1 5 0,5 4-4 0,-5-1-2 15,5 2-11-15,1-2-17 0,3 3-21 0,1-1-15 0,4 3-28 16,4-1-26-16,3 2-28 0,1 0-35 0,6-4-37 15,-6 5-42-15,6-5-175 0,0 0-473 0,0 0 209 16</inkml:trace>
  <inkml:trace contextRef="#ctx0" brushRef="#br0" timeOffset="46676.49">21614 10665 76 0,'14'-3'268'0,"-1"0"-7"0,0 0-5 0,1 1-11 15,-3 2-8-15,1-1-9 0,-1 2-12 0,-2-1-13 16,3 2-14-16,-3 1-20 0,-3 0-12 0,0 0-14 16,2 4-15-16,-3 2-4 0,0 0-8 0,-2 0 1 15,-2 2-9-15,-3-1-3 0,0 2-10 0,-4 0-7 16,1-1-3-16,-2 1-2 0,1-1-9 0,-3-2-7 16,2 1-5-16,1-2-1 0,3-2-11 0,-1 0-6 15,1 0-7-15,0 0 8 0,3-6-12 0,2 11-5 16,0-5 6-16,7-1-3 0,3-3-17 0,7 2-10 15,9-3-26-15,0-4-34 0,7 0-24 0,2 0-32 16,2-3-34-16,14-2-47 0,-1-1-57 0,3-1-40 16,-16 3-232-16,12-6-566 0,-1 0 250 0</inkml:trace>
  <inkml:trace contextRef="#ctx0" brushRef="#br0" timeOffset="55374.15">14861 12151 167 0,'-7'5'221'0,"7"-5"-12"0,0 0-7 16,-7 3-8-16,7-3-12 0,0 0-10 0,-5 3-13 16,5-3-12-16,0 0-14 0,0 0-2 0,0 0-6 0,0 0-5 15,0 0-10-15,23 5-14 0,-12-1-10 16,7-3-3-16,2 0-10 0,0 1-7 0,2-4-28 16,6 4-28-16,-8-2-35 0,-1 0-41 0,-1 0-33 0,-5 0-42 15,0 0-34-15,-2 0-31 0,0 0-130 0,-4 2-363 16,0-1 161-16</inkml:trace>
  <inkml:trace contextRef="#ctx0" brushRef="#br0" timeOffset="55541.21">14933 12394 109 0,'-5'4'171'0,"2"2"9"0,3-6-1 0,-6 7 1 15,6-7-6-15,0 0-10 0,7 11-12 0,2-10-16 16,4 2-11-16,5-3-14 0,5 0-10 0,8-4-20 15,0 1-37-15,5-3-42 0,-2 0-48 16,0-1-56-16,1-2-72 0,-6 3-91 0,1-2-287 16,-1-1 128-16</inkml:trace>
  <inkml:trace contextRef="#ctx0" brushRef="#br0" timeOffset="57307.5">17372 11727 50 0,'2'-10'186'16,"-1"4"-3"-16,0-4-11 0,1 4-7 0,-1-1-5 0,-1 7-14 15,1-15-11-15,0 7-9 0,1 1-8 0,-1 0-4 16,1 0-3-16,-2 7-1 0,3-12-6 16,-3 12-4-16,1-11-3 0,-1 11-5 0,1-10-9 15,-1 10-1-15,2-10-10 0,-2 10-6 0,1-10-2 0,-1 10-2 16,0-7-2-16,0 7 0 0,1-7-3 15,-1 7-4-15,0 0-7 0,0 0-6 0,0-12-4 16,0 12-5-16,0 0-2 0,-1-9-1 0,1 9-6 16,0 0 1-16,0 0 0 0,0 0-7 0,0-10 1 0,0 10-4 15,0 0-3-15,0 0-2 0,0 0 1 0,0 0-3 16,0 0-4-16,0 0 1 0,0 0-5 0,0 0 0 16,0 0 4-16,0 0-3 0,0 0 3 15,-4 33-1-15,3-20-2 0,-2 4 2 0,0 2-1 0,0 0-1 16,2 1 1-16,-3 5 3 0,1 0-5 0,2 1 4 15,0-7-4-15,0-2 3 0,2 1 0 0,0 0-1 16,2-1 1-16,2 0 0 0,-1-1-2 0,3 0 4 16,0-3-2-16,-1-3 0 0,1 1-3 0,3-3 4 15,-3 1-2-15,2-2 3 0,3-3 2 0,-1-1-2 16,0 0-1-16,1-2 3 0,-1 0-3 0,-4-1 1 16,2 0 2-16,-9 0-1 0,14-5 0 0,-6-1 0 15,2-1 2-15,-1-3-1 0,-4 1-2 0,2-2-2 16,0-3 3-16,0 0-3 0,-2-1 3 0,0 0-2 15,-1-1 0-15,-3-1 3 0,2-2-5 0,-1 3 3 16,1 1-3-16,-5 3 0 0,5-1 0 0,-1 2 8 16,0 2 0-16,-1-1 7 0,-1 4-3 0,0 6-3 15,0-9 3-15,0 9-3 0,1-7-6 0,-1 7-1 16,0 0-1-16,0 0 6 0,0 0-4 0,4 24 7 16,-4-7 1-16,1 7 9 0,-3 2-6 0,-1-1 4 15,1 3 0-15,-2-1-2 0,0 2 0 0,3-3-3 16,-2 0 0-16,1 0-2 0,0-1-1 0,2 1 4 15,2-7-7-15,-2-2-8 0,1 2-32 0,2-1-24 16,-1 2-31-16,-1-1-25 0,-1-1-40 0,0-2-34 0,3-1-47 16,-1 4-214-16,1-4-486 0,-2-3 215 0</inkml:trace>
  <inkml:trace contextRef="#ctx0" brushRef="#br0" timeOffset="58252.91">18512 11653 97 0,'-7'-2'144'0,"7"2"-3"16,-14-1-7-16,14 1-10 0,-14-3-8 0,8 2-2 15,6 1-7-15,0 0 0 0,-15-1-6 16,15 1-5-16,0 0-8 0,-9-1-10 0,9 1-8 0,0 0-6 16,0 0-10-16,0 0-1 0,0 0-7 0,0 0 0 15,0 0-8-15,0 0-1 0,31-4-5 16,-18 4 0-16,7 0-8 0,0 0-16 0,1-1-19 16,-1 2-17-16,-2-2-26 0,-1 1-11 0,-4 0-13 0,0 1-26 15,-3-1-13-15,-3 2-10 0,-7-2-5 0,13 0-75 16,-8 2-222-16,-5-2 98 0</inkml:trace>
  <inkml:trace contextRef="#ctx0" brushRef="#br0" timeOffset="58641.75">18590 11655 13 0,'-12'0'136'16,"12"0"-12"-16,0 0-5 0,-8 1-7 0,8-1-6 15,0 0-10-15,0 0 8 0,-3 9 23 0,2-2 0 16,1-7-14-16,-1 16 2 0,-1-1 2 0,1 1-10 15,1 2-2-15,1 0-2 0,-2 0-9 16,0 2-4-16,0-1-10 0,2 0-3 0,-2-1-7 0,1 1-4 16,-3-2-4-16,4 2-7 0,-2-2-4 0,1-1-6 15,0 0 0-15,0-4-7 0,0-1-4 0,1 0-3 16,-1 1 0-16,0-2-6 0,0-1-2 0,0 1-4 16,2 1-1-16,-4-4-3 0,2-7 1 0,-1 13-2 15,-3-6-1-15,4-7-3 0,-1 10 7 0,0-4-11 16,1-6 4-16,-5 8-6 0,5-8-6 0,-8 5-2 15,8-5 0-15,-9 3 1 0,9-3-3 0,-13 2-2 16,13-2 2-16,-11 0 4 0,11 0-2 0,-12-2-2 0,12 2 7 16,-9 0-4-16,9 0 1 0,0 0-1 0,0 0 0 15,0 0 0-15,-11 0 4 0,11 0-4 16,0 0 0-16,0 0-3 0,0 0 1 0,-8-3 0 0,8 3 2 16,0 0-1-16,0 0 1 0,0 0 0 0,0 0-12 15,27 3-15-15,-27-3-18 0,23-3-28 16,-9 3-22-16,5-5-44 0,2 2-16 0,-1-1-20 15,-1-1-147-15,-2-1-351 0,1-1 156 0</inkml:trace>
  <inkml:trace contextRef="#ctx0" brushRef="#br0" timeOffset="59000.21">18847 11308 25 0,'0'-8'186'0,"0"8"-19"0,3-8-14 15,-3 8-14-15,4-5-1 0,-4 5 1 0,0 0-13 16,14 2-14-16,-14-2-10 0,9 3-10 0,-4 2-7 15,0 1-1-15,0 1-11 0,0 1-6 0,-1-3-4 16,0 4-7-16,-2 1-2 0,1-1-3 0,-3-1-2 16,1 2-7-16,-1-3 3 0,0-7-4 0,1 14-1 15,-1-9-10-15,0-5 5 0,-1 10-4 0,1-10 0 16,0 9-3-16,0-9-3 0,4 10-6 0,-4-10 0 16,9 6-24-16,-2-3-27 0,5 0-23 0,6 1-35 15,0-1-22-15,2 0-27 0,1 1-22 0,-2-1-132 16,-1 2-316-16,-1-3 140 0</inkml:trace>
  <inkml:trace contextRef="#ctx0" brushRef="#br0" timeOffset="59707.81">19012 12022 70 0,'0'0'171'0,"0"8"-1"0,0-8-10 15,0 13-5-15,0-13-7 0,-1 10-3 0,1-10-1 16,0 11-12-16,-1-6-12 0,1-5-4 0,0 10-7 16,0-10-4-16,0 11-5 0,0-11-3 0,-3 6 0 15,3-6 0-15,-1 8 2 0,1-8 0 0,0 0 9 16,0 0 3-16,-3 7 10 0,3-7-8 0,0 0 4 16,0 0 1-16,0 0 3 0,0 0-23 0,0 0-14 15,0 0-14-15,0 0 4 0,0 0-11 0,-13-18-5 16,11 12-10-16,2 6 0 0,-4-12-1 0,3 5-10 15,0-2-1-15,1 0-5 0,2-2-6 0,-1 0-4 16,4-1 1-16,-1 1-4 0,0 0 3 0,2 0-9 16,2 3-5-16,3-1 2 0,-1 2-2 0,1 3-2 15,0 0 12-15,1 3-18 0,1 0 3 0,-2 2-3 16,1 3 11-16,1 0-12 0,-3 3 0 0,0 3-2 16,1-3 2-16,0 5-3 0,-1 1 1 0,-2-4 1 15,-2 3-2-15,-1-3 5 0,0 3 8 0,-1-2-5 16,-3 0-9-16,2-2 5 0,1 1 5 0,-4-2-3 15,1-2 1-15,-1-5 1 0,0 9 2 0,0-9-7 16,0 0 10-16,-5 8-8 0,5-8 3 0,0 0 0 16,0 0 2-16,0 0-5 0,0 0-1 0,0 0 11 0,0 0-12 15,0 0-3-15,-8-22-2 0,8 22 1 16,8-20-2-16,-3 9 1 0,4-2-6 0,-1-1 2 16,4 0 2-16,-1 2-5 0,3-3 6 0,-2 3 8 0,3 2-12 15,-4 1 1-15,-1 2 2 0,-1 2-2 0,1 0 5 16,-1 3 0-16,-1 1 4 0,-8 1-7 0,17 2 5 15,-10 0 2-15,1 4 6 0,0-1-7 0,-1 2-3 16,-3 3 4-16,0 1 2 0,-1-3 2 0,-2 5-5 16,-1-2-11-16,0 1-26 0,-3-2-31 0,2 2-26 15,-2-2-35-15,1 1-45 0,-1 1-44 16,2-6-43-16,0 1-211 0,-3-1-512 0,4-6 227 0</inkml:trace>
  <inkml:trace contextRef="#ctx0" brushRef="#br0" timeOffset="64542.36">19827 11823 166 0,'-1'-10'211'16,"1"10"-9"-16,0 0-13 0,-1-10-16 0,1 10-16 15,0 0-13-15,1-8-15 0,-1 8-18 0,0 0-10 16,0 0-9-16,0 0-6 0,0 0-4 0,0 0 4 16,0 0 3-16,1 31-4 0,-3-14-3 0,2 2-5 15,-3 0-2-15,2 5-3 0,1 1-11 0,-4 1-4 16,3-7-3-16,0 9-3 0,-1-4-6 0,1 1 0 16,2-6-5-16,-1-1-6 0,0 0-5 0,0 1 1 15,0-1-5-15,0 1-5 0,0 0 2 0,2-1-19 16,-4-3-14-16,4-4-23 0,-1 4-31 0,-1-3-29 15,0-6-20-15,0 3-27 0,0-9-14 0,1 10-15 16,-1-10-7-16,3 7-16 0,-3-7-103 0,0 0-320 0,0 0 142 16</inkml:trace>
  <inkml:trace contextRef="#ctx0" brushRef="#br0" timeOffset="64827.68">19875 11817 39 0,'9'-14'129'0,"0"2"-5"0,2 0-7 0,4 4-7 16,1 1 7-16,2 2 6 0,-3 0-4 0,-1 6-18 16,-1 2-3-16,3 1-8 0,-4 3-7 0,-2 0-10 0,0 3-7 15,-1 2-4-15,-2 3-6 0,-1 1-4 0,-5-2-2 16,-2 5-6-16,-3-2-1 0,-1 0-2 16,-1-2-1-16,-3 2-3 0,-3-1 4 0,2-3 5 15,0-1 0-15,-1-3 3 0,3 0 0 0,-1-2 5 0,2-1-3 16,-3-1-4-16,4-2-2 0,1 0-7 0,5-3-4 15,-8 7-4-15,3-4-4 0,5-3 1 16,0 0-7-16,-1 9 1 0,1-9-15 0,6 9-13 16,0-7-23-16,1 2-27 0,4-2-21 0,3 1-22 0,3-3-34 15,1 3-19-15,2-2-21 0,-3-1-112 0,1-1-308 16,1-2 136-16</inkml:trace>
  <inkml:trace contextRef="#ctx0" brushRef="#br0" timeOffset="65077.47">20289 11997 100 0,'4'-6'178'0,"-4"6"1"0,3-6-3 16,-3 6-8-16,0 0-9 0,4-7-9 0,-4 7-19 16,0 0-13-16,0 0-11 0,0 0 6 0,0 0 3 15,8 12 4-15,-8-12-1 0,0 15-11 0,1-6-8 16,-2 3 2-16,0-2-5 0,0 1-4 0,1 2-5 16,-3-1-6-16,3 1-7 0,-3-3-4 0,1 3-2 15,2-2-4-15,0-1-9 0,0 1-1 0,0-2-5 16,-2-2-2-16,2-7-9 0,2 13 2 0,-1-5-5 15,3-3-2-15,-1 0-5 0,0 0-4 0,-3-5 0 16,10 6 0-16,-2-4-2 0,4-1-26 0,3-2-17 16,-2-1-24-16,6-2-29 0,1-1-35 0,7 0-31 15,0-4-35-15,-1-1-30 0,2 0-39 0,-3 1-151 16,1 0-426-16,1-4 188 0</inkml:trace>
  <inkml:trace contextRef="#ctx0" brushRef="#br0" timeOffset="65965.6">20928 11808 106 0,'0'-7'167'16,"0"7"-2"-16,0-8 5 0,0 8 7 0,0 0-5 0,0-10-8 16,0 10-16-16,0 0-4 0,-3-10-8 0,3 10-2 15,0 0-4-15,0-9-7 0,0 9-6 16,3-9-2-16,-3 9-7 0,0 0-1 0,0-8-13 0,0 8-3 15,0 0-4-15,1-7 0 0,-1 7-5 0,0 0-6 16,0 0-3-16,0 0-5 0,0 0-7 0,0 0-2 16,0 0-5-16,-4-10-4 0,4 10-5 15,0 0-1-15,0 0-7 0,0 0-7 0,0 0-3 0,0 0-3 16,0 0-2-16,0 0-4 0,0 0 2 0,0 0-3 16,0 0-8-16,0 0 4 0,0 0-1 0,0 0-3 15,0 0-1-15,0 0 1 0,0 0-6 0,0 0 6 16,0 0-5-16,0 0-2 0,0 0 4 0,0 0 0 15,0 0-5-15,0 0 2 0,0 0-6 0,0 0 5 16,0 0-3-16,0 0-4 0,0 0 8 0,0 0-4 16,0 0 3-16,0 0-10 0,0 0 3 0,0 0 1 15,0 0 6-15,0 0-6 0,0 0 2 0,0 0 6 16,0 0-5-16,0 0 2 0,0 0 2 0,0 0 2 16,0 0-4-16,0 0 4 0,0 0-3 0,0 0 0 15,0 0-1-15,0 0 3 0,0 0-4 0,0 0 1 16,0 0-3-16,0 0 3 0,0 0-1 0,0 0 1 0,0 0-2 15,0 0 4-15,0 0 1 0,0 0-4 0,0 0 0 16,0 0 4-16,0 0-4 0,-5-7 11 16,5 7-10-16,0 0-2 0,-4-6 2 0,4 6-2 15,-2-6 5-15,2 6-3 0,0 0 0 0,-2-14-3 0,1 8 1 16,1 6 3-16,-2-9-1 0,2 9-4 0,-3-13 0 16,0 8 2-16,1-1 2 0,2 6 2 0,-3-12-3 15,3 12 3-15,-3-7-4 0,3 7 3 16,-2-9 2-16,2 9-4 0,0 0 1 0,0 0-1 0,-2-7-2 15,2 7-5-15,0 0 0 0,0 0 1 16,0 0 0-16,0 0 3 0,0 0-3 0,0 0 4 16,-4 28-4-16,1-11 8 0,1 3-3 0,-3 6 13 15,-1 1-10-15,-2 1 8 0,0 4 1 0,2-2 1 0,-1 1 2 16,-2-1-3-16,3 1 3 0,-1 0-4 0,1-3-2 16,1 1 1-16,-3-3 2 0,3 1-4 0,1-3 0 15,1 0-3-15,-1 1 5 0,1-7-1 0,3 0-1 16,0-1 0-16,-1 0-4 0,1-2 5 0,0 0-1 15,-2-2-4-15,2-1 2 0,0 1-2 0,0-5-1 16,0 3-2-16,0-2-5 0,-1 1-16 0,1-4-20 16,0-6-23-16,1 13-18 0,-1-13-15 0,0 8-13 15,0-8-13-15,0 0-16 0,-2 10-15 0,2-10-30 16,0 0-28-16,0 0-12 0,0 0-174 0,0 0-430 16,0 0 190-16</inkml:trace>
  <inkml:trace contextRef="#ctx0" brushRef="#br0" timeOffset="66259.06">21107 11859 165 0,'9'-6'212'0,"-4"1"-6"0,2 0-11 0,2 1-7 16,0-3-8-16,-2 6-20 0,-7 1-2 0,14 4-17 15,-4 0-10-15,-1 0-6 0,-1 3-5 0,-1 3-4 16,2-2-12-16,0 6-8 0,-6-2-4 0,1-1-6 16,-2 2-8-16,-2 2-6 0,-1-3-3 0,-3 4-8 15,-1-2-4-15,0 1-7 0,-5-1-4 0,-1-1-6 16,0 0-2-16,-2-2-1 0,4-2-3 0,0-1-10 0,0-2-20 16,2 1-23-16,1-2-26 0,3 0-24 15,-3-1-25-15,6-4-25 0,-6 6-30 0,6-6-10 16,-6 3-42-16,6-3-171 0,0 0-403 0,0 0 178 15</inkml:trace>
  <inkml:trace contextRef="#ctx0" brushRef="#br0" timeOffset="66470.48">21318 11894 130 0,'2'-5'230'0,"3"-3"0"16,-2 2-11-16,-3 6-14 0,5-7-15 0,-5 7-21 0,5-5-16 15,-5 5-1-15,0 0 4 0,0 0-5 0,9 15-2 16,-4-7-4-16,-2 3-10 0,2 0-6 15,-3 1-6-15,3 4-6 0,-2-1-17 0,1-1-2 16,-2-1-13-16,2 3-9 0,0 1 5 0,-3-6-20 0,2 0-4 16,-1-1-10-16,0 1-7 0,-1 0-20 0,1-3-25 15,0 0-32-15,-1-2-33 0,0 0-29 0,-1-6-29 16,0 10-24-16,0-10-25 0,0 0-36 0,0 0-216 16,0 0-463-16,0 0 206 0</inkml:trace>
  <inkml:trace contextRef="#ctx0" brushRef="#br0" timeOffset="66625.97">21263 11836 2 0,'0'0'164'0,"11"-6"-14"16,-2 2-16-16,5 0-15 0,-1-1-19 0,6 1-40 15,0-2-37-15,2-3-44 0,8 1-47 0,-10 1-43 16,9-3-119-16,-1-1 52 0</inkml:trace>
  <inkml:trace contextRef="#ctx0" brushRef="#br0" timeOffset="66922.48">21773 11483 118 0,'6'-1'190'0,"-6"1"-3"0,15 1-8 0,-8 3-9 16,2 0-1-16,-3 5 0 0,3-1-14 0,-4 1-11 15,0 6-18-15,-2-4-2 0,-1 1-9 0,-2 4-6 16,-1-5-12-16,-3 5 2 0,2 1-8 0,-5-2-5 16,-2 1-3-16,2 0-2 0,-2-3-1 0,1-3-7 15,0 0-2-15,1-1-4 0,3-4-11 0,-1 0 6 16,2 0-13-16,3-5-6 0,-5 9-1 0,5-9-3 16,-1 5-3-16,1-5-6 0,0 0 2 0,16 7 1 15,2-7-11-15,3 0 1 0,8-4-5 0,2 3-1 0,1-1-5 16,5-1-13-16,-5 3-13 0,0-2-18 0,0-2-13 15,-3 2-27-15,-2 1-35 0,-4 1-31 16,-4 0-22-16,-5 0-41 0,3 1-32 0,-7 0-150 16,1 0-414-16,-4 2 183 0</inkml:trace>
  <inkml:trace contextRef="#ctx0" brushRef="#br0" timeOffset="67621.07">17131 12964 132 0,'-17'-1'141'0,"3"1"-7"0,3-1 3 16,2 1-6-16,9 0-11 0,-14 0-9 0,14 0-13 15,-8-2-2-15,8 2-8 0,0 0 2 0,0 0 6 16,0 0-4-16,36 6-2 0,-7-3-10 0,10-1 6 15,15-2-10-15,9-2-3 0,29 1-7 16,-1 2-2-16,5-4-4 0,5 3 2 0,5-9-3 0,1 2-12 16,8 0-1-16,3 5-1 0,4-3-4 0,5 2-4 15,7-2-3-15,12 0 8 0,8-2-2 0,8 5-1 16,2-4-3-16,1 1-2 0,5-1 7 0,0 3-1 16,1-1-2-16,1 0-1 0,-9 5 8 0,1-5-3 0,-4-1 3 15,-6 2 3-15,-6-1-6 0,-6 1 14 16,-6 1-3-16,-8-5 1 0,-6 2 4 0,-6-2-2 15,-11 3 0-15,-6-2 5 0,-35 1-3 0,-2 0 0 16,-4-1 0-16,-2 2 3 0,-20-2 2 0,0 4-5 16,-3-4 3-16,-6 3-1 0,-9 1 1 0,-6-1-5 15,-2 2-9-15,-3-1-4 0,1 1-3 0,-8 1-1 16,7-4 0-16,-7 4-46 0,0 0-27 0,0 0-35 16,0 0-34-16,-34 0-38 0,7 5-46 0,-1 1-41 0,-7-1-38 15,2 1-41-15,-17 0-170 0,-1 5-515 0,-1 0 229 16</inkml:trace>
  <inkml:trace contextRef="#ctx0" brushRef="#br0" timeOffset="69350.2">17873 13391 113 0,'0'0'179'0,"0"0"-22"0,0 0-17 16,11-10-11-16,0 6-8 0,2 0-19 0,7-1-10 0,10 0-10 15,-1 0-9-15,1 1-24 0,-1 0-24 16,0 1-22-16,-1-1-34 0,-6 2-25 0,-1-2-22 16,-1 1-12-16,-3 0-79 0,-3 1-182 0,-5-2 81 0</inkml:trace>
  <inkml:trace contextRef="#ctx0" brushRef="#br0" timeOffset="70213.33">18134 13317 16 0,'0'0'114'0,"-13"5"-3"0,7-3-7 0,1 3-7 16,0-1 1-16,-1 4 26 0,3 0-1 16,-2 3-1-16,1 1-4 0,0 3 4 0,1 2 1 15,2 2-6-15,-1 1-6 0,0-1-8 0,2 0-10 16,0 7-2-16,-1-3-9 0,1-4-7 0,0-2-6 0,0 2-10 15,0-2-3-15,1-1-2 0,1 0-1 16,-2-4-14-16,-2 1-2 0,4-3-3 0,-2 1 0 16,0-4-8-16,-2 4 0 0,2-11-3 0,-1 13-2 15,-2-7-7-15,3-6 4 0,-3 8-6 0,0-5-5 0,3-3-2 16,-11 6-4-16,5-6-5 0,6 0 6 16,-12 2-7-16,12-2 2 0,-14-2-2 0,7-1-1 0,7 3 5 15,-13-5 2-15,7 4-4 0,6 1 4 0,-8-4-3 16,8 4 1-16,-6-3-6 0,6 3 2 15,-6-3 3-15,6 3-8 0,0 0-9 0,0 0 4 0,0 0-3 16,0 0 2-16,0 0-4 0,0 0-13 0,26-4-14 16,-15 4-16-16,2-2-2 0,0 2-24 0,4-2-9 15,2-1-5-15,0 0-6 0,-3 1 4 0,3 1-3 16,-1-5 3-16,-2 3 8 0,-3-1 14 16,0 1 4-16,-1 0 10 0,0-1 8 0,-2 0 6 0,-1 1 16 15,-2 0 9-15,-1 0 4 0,1-2 8 0,-2 1 12 16,-5 4 17-16,9-7 6 0,-7 4 13 0,-2 3 4 15,0 0 8-15,8-7-5 0,-8 7-12 0,0 0 2 16,6-4 11-16,-6 4 8 0,0 0 3 0,0 0 15 16,8 12 3-16,-5-7-2 0,-3-5 1 0,2 13-2 15,2-4 5-15,-4 0-3 0,0-2-2 0,1 4 1 16,-1-11-4-16,2 13-8 0,-2-7-1 0,0-6-7 16,1 8-1-16,-1-8 9 0,0 7 11 0,0-7 19 15,0 0 14-15,0 0 4 0,-3 9-12 0,3-9-9 16,0 0-3-16,0 0-10 0,0 0-7 0,-15-14-7 15,11 8-3-15,4 6-5 0,-5-13-1 0,4 6-6 16,1-3-5-16,1 1-4 0,0-4-1 0,4 3-8 16,0-2 1-16,3-3 0 0,1 0-5 0,1 0-3 15,1 2 0-15,0 3 0 0,4-1-3 0,0 2-2 16,-4 2 0-16,0 2-5 0,0 1 0 0,1 0-3 16,-3 2-4-16,0 4 2 0,3 2 1 0,-5-3 3 15,0 4 1-15,-1-1-4 0,3 2 2 0,-4 1-3 16,0-1 4-16,-1 1-1 0,1 0-1 0,-1-2-2 15,-1 2 2-15,-2 0 1 0,2-1-1 0,-3-6 3 16,2 10 0-16,-2-10 1 0,0 0 2 0,-1 9-3 16,1-9 3-16,0 0 3 0,0 0-1 0,0 0-2 15,-3 7 5-15,3-7-8 0,0 0-3 0,0 0-12 16,0 0 1-16,0 0-3 0,0 0 0 0,9-29-2 16,-1 22-5-16,0-1 0 0,4-4 4 0,3 0-4 15,-2 2 1-15,3-2 4 0,2 4 0 0,-3 0-1 16,3 3 3-16,-3-2 2 0,-2 4-3 0,-1 1 1 15,0 2 3-15,-1 3 0 0,-2-1-1 0,2 3 4 16,-1 1-1-16,-2 1 3 0,-2 3-1 0,2-3 2 16,-2 5 7-16,-2-2-6 0,0 0-9 0,-1 2-21 15,-1-1-17-15,-2 2-19 0,0-1-28 0,0 0-36 16,0-1-33-16,0 0-34 0,2 0-183 0,-4-1-414 16,1-1 184-16</inkml:trace>
  <inkml:trace contextRef="#ctx0" brushRef="#br0" timeOffset="71275.95">17839 13895 5 0,'0'0'156'0,"0"0"-4"16,-10-1 10-16,10 1-28 0,0 0-3 15,0 0-10-15,0 0-7 0,0 0 3 0,0 0 5 0,0 0-5 16,0 0-7-16,42 0 0 0,-9 0-11 0,18-6-5 16,1 3-6-16,2-3-3 0,1 0-9 0,0-1-6 15,-1 3-8-15,-15 2-2 0,11-4-10 0,-14 4-2 16,-3-1-8-16,-1 1 0 0,-2-2-5 0,0 1-6 16,-3 2-1-16,-9-1-10 0,2 1-13 0,0 1-8 15,-8 0-11-15,1-2-18 0,-1 2-17 0,-5-1-31 16,-7 1-16-16,14 0-28 0,-14 0-14 15,9 0-12-15,-9 0-12 0,0 0-110 0,0 0-295 16,0 0 131-16</inkml:trace>
  <inkml:trace contextRef="#ctx0" brushRef="#br0" timeOffset="71514.25">18227 13954 104 0,'11'1'146'16,"1"1"0"-16,2-2-9 0,8-2-11 0,6 0-10 15,2-1-10-15,-1 0-10 0,0-1-12 0,2-2-6 16,-4 1-11-16,2 0-9 0,-7 2 1 0,-2 1-12 16,-1-2-10-16,-2-1-2 0,-5 3-16 0,-2 0-16 15,-2-2-27-15,-2 3-23 0,-6 1-31 0,7-4-13 16,-7 4-4-16,0 0-11 0,0 0-65 0,0 0-184 15,0 0 81-15</inkml:trace>
  <inkml:trace contextRef="#ctx0" brushRef="#br0" timeOffset="71858.81">18294 13922 127 0,'-5'2'157'0,"-2"1"-9"0,1 2-7 0,1 2-1 16,2 1 3-16,-1 3 17 0,1 7-7 0,0 1-10 15,0 6-8-15,0 3-6 0,-1 1-22 0,0-2-3 16,2 0-12-16,-2 2-3 0,4-1-12 0,-4 0-3 16,1-3-12-16,3-6-1 0,0 1-6 0,-2-1-4 15,-1 0-5-15,2-1-4 0,1-3-1 0,-2-2-10 16,1-2 0-16,1 0-3 0,0 0-4 0,-1-6 2 16,1-5-6-16,0 12 1 0,0-12 0 0,1 8 1 15,-1-8 15-15,0 0 11 0,0 0 1 0,-4 8-5 16,4-8-6-16,0 0-1 0,-12-3-8 0,12 3 2 15,-14-8-7-15,5 4-4 0,-2 0 0 0,1-3 1 16,-6 1-4-16,0-1-1 0,0 0-3 0,0-1-3 16,-2 2-1-16,3 0 0 0,-2-1-4 0,5 4-2 15,-1-1-9-15,1 1-13 0,0 3-23 0,0-2-21 16,2 2-22-16,10 0-22 0,-15 0-29 0,15 0-28 16,-11-1-24-16,11 1-13 0,0 0-161 0,0 0-392 15,0 0 173-15</inkml:trace>
  <inkml:trace contextRef="#ctx0" brushRef="#br0" timeOffset="72092.31">18456 14280 146 0,'9'6'171'0,"-3"-2"-1"16,-2 1-12-16,0 1-4 0,-1 0-2 0,-3-6-11 15,-2 16-6-15,0-7-8 0,-2 0-7 0,0 1 2 16,-2-2-1-16,-2-1-6 0,0 2 0 15,2-2-6-15,-2 1-6 0,2-4-5 0,2 0-7 0,4-4-7 16,-5 7-12-16,5-7-9 0,-4 4-2 0,4-4-9 16,0 0-1-16,0 0-6 0,13 5-21 15,1-5-25-15,2-3-28 0,5-3-32 0,10-1-33 0,1 1-42 16,4-4-40-16,15-3-40 0,-14 3-133 16,18-5-376-16,-2-6 167 0</inkml:trace>
  <inkml:trace contextRef="#ctx0" brushRef="#br0" timeOffset="72577.66">19316 13353 121 0,'0'0'199'0,"0"0"3"0,0 0-5 0,-19 20-4 16,6-4-7-16,-1 8-3 0,-5 4-12 0,2 3-10 15,0-2-3-15,-1 4-9 0,2-1-13 0,1 0-9 16,5 0-7-16,1 1-9 0,4 13-9 0,3-14-8 15,4-1-11-15,1-2-5 0,3 0-9 16,4-4-4-16,4 2-8 0,-1-4-9 0,3-2-15 0,4 0-27 16,0-5-29-16,-3-3-36 0,8 1-50 0,-4-6-52 15,7 1-44-15,-2-3-41 0,-5-2-129 0,-1-4-406 16,2-2 181-16</inkml:trace>
  <inkml:trace contextRef="#ctx0" brushRef="#br0" timeOffset="72823.39">19697 13586 72 0,'0'0'246'0,"3"-9"-21"16,-3 9-26-16,0 0-10 0,0 0-1 0,0 0-4 16,0 0-2-16,0 0 5 0,-2 32-12 0,2-15-15 15,-2 0-12-15,-1 0-11 0,2 2-14 0,0 0-13 16,-2 1-8-16,2 5-8 0,0-6-14 0,-1-1-1 15,1 2-10-15,0-1-8 0,-2-1-2 0,3 0-22 16,1-1-19-16,-2-1-25 0,0-6-29 0,1 1-24 16,-1-1-33-16,-1-2-40 0,2-1-37 0,0-7-31 15,0 12-21-15,0-12-145 0,0 0-399 0,-5 3 177 16</inkml:trace>
  <inkml:trace contextRef="#ctx0" brushRef="#br0" timeOffset="73086.23">19721 13579 145 0,'8'-2'153'0,"0"2"-6"0,-8 0 4 16,13 2-6-16,-6 0-14 0,-1 0-12 0,0 1-9 16,-1 4-11-16,-5-7-4 0,5 9-8 0,-1-3-6 15,-3 1-1-15,-1-7-5 0,-1 11 2 0,1-11 1 16,-3 11-1-16,3-11-3 0,-4 10 2 0,2-6-8 15,2-4-3-15,-4 7-1 0,4-7-9 0,-5 5-8 16,5-5-4-16,-4 5-7 0,4-5-4 0,0 0-4 16,1 11 7-16,-1-11-10 0,4 8-26 0,0-3-22 15,1 1-29-15,0-1-37 0,4 0-31 0,1 0-34 16,2-1-26-16,-2-3-134 0,-1 2-339 0,3-4 151 16</inkml:trace>
  <inkml:trace contextRef="#ctx0" brushRef="#br0" timeOffset="73311.5">20005 13634 152 0,'0'0'161'0,"-5"-9"0"0,5 9 9 0,-4-8-6 16,4 8-6-16,-6-6-8 0,6 6-7 15,-9-4-7-15,9 4-7 0,0 0 1 0,-19 11-8 16,11-2-3-16,0 3-2 0,-1 0-6 0,0 5-2 16,2 0-1-16,-1 9 2 0,-1 0-5 0,3 0-6 15,2 1-10-15,-1-3-3 0,1 1-2 0,0-5-19 16,-1 0-2-16,3-1-5 0,-1 0-7 0,0 0-7 15,2 0 0-15,-1 1-7 0,0-4-11 0,2 0-32 16,-1-5-46-16,1 1-27 0,-1-2-28 0,1 1-31 16,-2-3-29-16,4-1-43 0,-2-7-40 0,0 11-132 0,0-11-415 15,0 0 184-15</inkml:trace>
  <inkml:trace contextRef="#ctx0" brushRef="#br0" timeOffset="73471.38">19854 13859 206 0,'4'-9'188'0,"1"6"-18"15,2-1-15-15,4-3-18 0,-1 2-16 0,2 2-46 16,4-3-44-16,1 1-59 0,1 1-43 0,2-1-93 16,-3 1-178-16,5-3 78 0</inkml:trace>
  <inkml:trace contextRef="#ctx0" brushRef="#br0" timeOffset="73611.69">20258 13773 60 0,'3'2'123'0,"-3"-2"-2"0,0 0-9 0,13 6 2 15,-13-6-6-15,10 5-11 0,-10-5-7 0,16 4-13 16,-4-4 2-16,-12 0-14 0,20-3-22 0,-7 3-35 16,0-3-33-16,-3-1-28 0,4 1-34 0,-5 1-69 15,-9 2-168-15,10-7 75 0</inkml:trace>
  <inkml:trace contextRef="#ctx0" brushRef="#br0" timeOffset="73801.87">20364 13644 98 0,'0'0'158'0,"-5"-4"-1"0,5 4-11 0,0 0-5 16,0 0 8-16,0 0 7 0,-13 7-6 0,13-7-5 16,-6 15-5-16,5-5-1 0,-2 0-11 0,3 6 5 15,-4 1-10-15,4-1 0 0,-1 2-18 0,-4-1-2 16,6 1-14-16,-1-3-2 0,-1 3-13 0,1 1-9 15,-3-3-21-15,5 0-30 0,-1-1-38 0,-1-3-37 16,2 2-40-16,1-2-29 0,1-3-46 0,1-2-31 16,-1 3-121-16,-4-10-356 0,7 10 158 0</inkml:trace>
  <inkml:trace contextRef="#ctx0" brushRef="#br0" timeOffset="74042.64">20666 13579 181 0,'2'-10'272'0,"-2"1"-15"16,0 3-20-16,0 6-18 0,3-7-30 0,-3 7-10 15,0 0 7-15,0 0-19 0,0 0-6 0,0 0-2 16,-3 28-9-16,3-13-15 0,-2 2-7 0,1 2-17 16,-2-1-10-16,2 1-8 0,-2-2-13 0,3 10 0 15,-1-9-9-15,1 0-13 0,0-2-2 0,1 1-10 16,-2 1-30-16,1-1-26 0,1-7-36 0,-1 2-29 15,0-1-35-15,0-3-36 0,0 2-31 0,1-4-33 16,-1-6-23-16,-1 11-155 0,1-11-420 0,-4 4 186 16</inkml:trace>
  <inkml:trace contextRef="#ctx0" brushRef="#br0" timeOffset="74311.8">20736 13482 161 0,'10'-7'187'0,"-2"0"-9"16,-2 5-12-16,1-1 2 0,-7 3-7 0,14 1-8 16,-9 4-16-16,0 1-8 0,0 1-6 0,-2 3-8 15,-3-1-8-15,0 7-9 0,-3-3-5 0,-1 0-10 16,-2 1-3-16,-1-3-1 0,-1 2 0 0,-1 1-5 16,0-4 1-16,1-1-5 0,-1-1-8 0,3-1-2 15,1-2-7-15,1 1-6 0,4-6-1 0,-5 10 2 16,2-5-8-16,3-5-4 0,-1 11-8 0,1-11-2 15,1 11-1-15,3-6-2 0,0 0-6 0,5 0-14 16,1 0-32-16,4-3-31 0,3 3-35 0,3-5-52 16,-1 0-44-16,0-1-32 0,1-1-159 0,-1-1-412 15,-1-1 183-15</inkml:trace>
  <inkml:trace contextRef="#ctx0" brushRef="#br0" timeOffset="74544.02">21087 13614 64 0,'0'0'191'15,"4"-2"-10"-15,-4 2-7 0,0 0-13 0,0 0 7 16,0 0 0-16,0 0 1 0,4 14-1 0,-4-14-2 16,-2 17-5-16,0-9-7 0,2-8-6 0,-2 25-9 15,-2-10-3-15,-1-1-5 0,1 3-9 0,3-2-12 16,-3 4-6-16,1-4-6 0,1-2-8 0,1 0-7 16,-1-1-7-16,2-2-3 0,0 1-11 0,2-1-3 15,1 0-8-15,4-2-4 0,0 0-4 0,2-2-4 16,3-1 7-16,6-1-10 0,2-4-15 0,1 0-23 15,2-2-23-15,3-4-34 0,-5 2-29 0,5-6-52 16,-6 4-32-16,3-10-63 0,-6 5-252 0,-2-1-527 16,0-3 234-16</inkml:trace>
  <inkml:trace contextRef="#ctx0" brushRef="#br0" timeOffset="74802.09">21502 13332 61 0,'0'0'221'0,"0"0"3"0,0 0-9 16,21 14-6-16,-13-6-5 0,1 3-12 0,4 3-2 15,-2 1-14-15,2 2-11 0,-3-1-9 0,-1 2-12 16,0 0-12-16,1 6-4 0,-5-4-11 0,-2-3-10 16,1 2-12-16,0 0-4 0,-3 0-9 0,-3-2-9 15,0 0-7-15,-2-1-5 0,0 0-9 0,-2-1-5 16,-5 2-8-16,-1-2 2 0,-1 0-8 0,-6 3-1 15,-1-1-7-15,-1 0-23 0,0-1-32 16,1-4-33-16,-3 0-40 0,5 0-49 0,3-6-57 0,-1 3-57 16,-2-3-161-16,5-1-461 0,3 0 204 0</inkml:trace>
  <inkml:trace contextRef="#ctx0" brushRef="#br0" timeOffset="78311.92">22147 13507 118 0,'3'-8'193'16,"-3"8"-17"-16,0 0-20 0,4-6-17 0,-4 6 2 16,0 0-6-16,0 0-1 0,17 16 0 0,-9-7 4 0,0 1-17 15,4 2-9-15,-1 2-9 0,0 1-14 16,-1 1-6-16,-1-1-8 0,-1 0-6 0,2 1-9 15,-3 0-2-15,0-1-7 0,1-1-6 0,-2 0-13 16,-1-3-32-16,-1 1-28 0,-2-3-30 0,0 3-42 16,1-3-19-16,-2-2-28 0,0-1-21 0,-1-6-123 0,-1 10-315 15,1-10 141-15</inkml:trace>
  <inkml:trace contextRef="#ctx0" brushRef="#br0" timeOffset="78522.02">22299 13562 163 0,'0'-8'216'0,"0"8"1"0,-1-11-9 0,1 11-19 16,-1-9-20-16,1 9-17 0,0 0-14 0,0 0-4 15,0 0 2-15,0 0-6 0,-18 13 0 0,5-1-7 16,1 2-11-16,-8 3-13 0,-2 2-7 0,4-1-8 16,-2 2-9-16,-2-1-4 0,4 1-9 0,0 2-9 15,2 0-4-15,2-7-16 0,5 2-25 0,-4-2-28 16,4-1-28-16,1 2-38 0,4-5-55 0,3-3-36 15,1-1-36-15,0 0-147 0,0-7-390 0,10 5 173 16</inkml:trace>
  <inkml:trace contextRef="#ctx0" brushRef="#br0" timeOffset="79495.88">22649 13329 135 0,'0'0'226'0,"4"-8"-24"16,-4 8-21-16,8-9-19 0,-3 4-17 0,5 1-14 15,2-1-13-15,0 0-13 0,0 0-13 0,7 0-17 0,-9 1-28 16,3 2-23-16,-3-2-24 0,-2 3-19 0,0 0-26 16,-2-1 3-16,-6 2-9 0,12-3 9 0,-12 3-1 15,6-2-3-15,-6 2 7 0,6-4 2 16,-6 4-2-16,0 0 10 0,0 0-4 0,0 0 6 15,0 0 6-15,0 0 6 0,0 0 3 0,-21-6 4 16,21 6 11-16,-13 4 2 0,13-4-2 0,-10 11 21 0,4-3 8 16,3 2 13-16,-1 1-5 0,0 4 3 15,1 2 10-15,2 0 9 0,-1 2-2 0,2 0 3 16,0 1 5-16,0 0-3 0,0-1-5 0,0-1-5 0,2 1-2 16,-4 0 2-16,2-2-3 0,0 0-6 0,2-1-7 15,-2-3 0-15,1-1-3 0,-2-1-4 0,-1 1 2 16,0-3-6-16,0 1-4 0,1-3-3 15,-2-1-1-15,-1 0-4 0,2 1 3 0,-2-3-7 16,4-4-2-16,-9 4-2 0,9-4-6 0,-9 2 1 0,9-2 0 16,0 0-1-16,0 0 0 0,-12-7-2 0,12 7 6 15,-5-7-5-15,5 7-3 0,-1-9 4 0,1 9-4 16,0 0 1-16,0-9-2 0,0 9-2 0,0 0 2 16,11-7-2-16,-11 7-7 0,14-2-7 0,-7 1-15 15,3-1-17-15,0 2-14 0,4 0-16 0,-2 0-14 16,3 0-16-16,2-1-4 0,2 0-1 0,-2-1 1 15,0-1 4-15,3-1 2 0,-6 2 10 0,0 0 8 16,-1-2 14-16,-1 0 4 0,1 0 17 16,-4-1 17-16,1 0 15 0,0 1 6 0,-3 0 19 0,-2-1 16 15,3-1 9-15,-2 0 3 0,-2 0-2 0,0 1 13 16,-4 5 17-16,6-8 6 0,-6 8 7 0,5-5-8 16,-5 5-12-16,0 0-1 0,5-2 16 0,-5 2 1 15,0 0 3-15,0 0 5 0,8 10-4 0,-8-10-11 16,1 12 6-16,0-6 1 0,-1-6 5 0,0 11-5 15,0-11-7-15,-1 13-5 0,1-7-4 0,0-6-5 16,-1 7 6-16,1-7 6 0,0 0 13 0,0 0 8 16,-3 10 15-16,3-10-12 0,0 0-4 0,0 0-10 15,0 0-6-15,0 0-5 0,0 0-7 0,-14-17-2 16,14 17-9-16,-1-10-2 0,1 10-5 0,3-14 0 16,1 6-2-16,-1-3-2 0,5 2-7 0,-3-1 3 15,4-5-4-15,1 4-2 0,3-4-5 0,0 3-1 16,3-1 1-16,-1 3-4 0,0-1-3 0,-4 6-1 15,2 1 0-15,0 1-3 0,1 3 5 0,0 0-6 16,-1 4 2-16,0 1-2 0,-3 1 3 0,0 1 3 16,0 3 2-16,-1-1 0 0,-1 1-3 0,-2 1 4 15,1-1-5-15,-4-1 3 0,0 0 0 0,-2-3-1 16,-1 2 0-16,0-8 7 0,-1 13-5 0,1-13-2 16,-1 10 6-16,1-10-5 0,-3 7-1 0,3-7 5 15,-2 5-4-15,2-5 1 0,0 0-4 0,0 0-2 16,0 0-8-16,0 0-10 0,0 0-2 0,0 0-5 15,0 0-2-15,0 0 2 0,12-23-2 0,-6 17 1 16,-1-1-2-16,5 0 0 0,0 2-2 0,-2-2 4 16,2 4 8-16,-4-1-5 0,3 2 0 0,-9 2 2 15,16 1 1-15,-9 0 5 0,-2 3-4 0,2 1 7 16,-1 2-3-16,2 0 3 0,-2 2 1 0,-2 0-11 16,-1 2-20-16,-1 0-24 0,0 0-36 0,-2 2-38 0,0-2-44 15,0 0-46-15,-3 4-148 0,-2-4-406 16,0 2 179-16</inkml:trace>
  <inkml:trace contextRef="#ctx0" brushRef="#br0" timeOffset="79727.59">22810 13857 132 0,'-7'2'225'0,"7"-2"-4"16,0 0 0-16,0 0-2 0,0 0-13 0,19 7-9 15,0-5-17-15,10-4-16 0,7-1-9 0,14-1-14 16,6-2-12-16,-1 0-9 0,4-1-16 0,2 1-10 16,-5 0-7-16,-4-1-10 0,-1 0-27 0,-19 4-32 15,1-1-29-15,-4-1-20 0,-7 4-29 0,-4 0-29 16,-4-1-26-16,-1 1-26 0,-3-1-13 0,-4 2-10 0,-6 0-2 16,11-1-136-16,-11 1-327 0,0 0 145 15</inkml:trace>
  <inkml:trace contextRef="#ctx0" brushRef="#br0" timeOffset="79915.53">23080 13890 108 0,'-14'4'162'0,"4"-2"-13"0,2 0 8 15,3 2 7-15,5-4-1 0,0 0-1 16,0 0-5-16,18 10-8 0,0-8-11 0,10-1-14 16,6 2-9-16,3-4-10 0,2 1-7 0,-1-3-12 15,14 1-10-15,-17-1-4 0,-2 2-11 0,-1-2-10 0,-5 2-27 16,-8-2-23-16,-6 2-27 0,-1-1-29 15,-2 0-24-15,-4 2-23 0,-6 0-24 0,9-2-29 0,-9 2-15 16,0 0-99-16,0 0-290 0,0 0 129 16</inkml:trace>
  <inkml:trace contextRef="#ctx0" brushRef="#br0" timeOffset="80234.33">23089 13976 177 0,'-5'8'201'0,"0"4"3"15,1 0-12-15,1 5-7 0,1-1-10 0,0 4-9 0,0 5-9 16,-2 0-4-16,0 0-12 0,0 1-5 0,-2-2-8 16,1 1-9-16,-3-1-7 0,0-5-5 0,1-1-12 15,2 0-3-15,0 0-9 0,0-1-2 16,1-5-11-16,0 0-6 0,0-1-8 0,0-1-3 16,2 0-5-16,0-2-4 0,2-2-3 0,0-6-9 0,-3 13 1 15,1-8-3-15,2-5-1 0,0 9-1 0,0-9 0 16,0 0 0-16,-4 6-3 0,4-6-1 0,0 0-3 15,0 0-5-15,-11-2 4 0,11 2-1 16,-17-6-6-16,6 2 0 0,-7 0-8 0,0-2 4 16,1 1 1-16,5 3-4 0,-8-2 2 0,3 2-7 0,4 0 4 15,1 2-1-15,-6 0-15 0,6 0-19 0,0 0-24 16,1 1-24-16,3 0-29 0,-3 1-39 16,4-1-35-16,7-1-27 0,-8 3-28 0,8-3-170 15,0 0-441-15,0 0 195 0</inkml:trace>
  <inkml:trace contextRef="#ctx0" brushRef="#br0" timeOffset="80484.23">23222 14260 51 0,'11'-2'220'16,"-1"2"5"-16,1-1-3 0,-3 2-12 0,-1 1-24 16,-2 2-9-16,0-1-10 0,-1 2-1 0,-1 2-3 0,-3-7-10 15,-2 13-4-15,0-7-6 0,-1 4-14 0,-2-1-4 16,1 0-9-16,-1-1-7 0,0 1-4 0,1-3-9 15,2-1-13-15,-1 1-2 0,3-6-1 16,-2 10-3-16,2-10-9 0,3 12-4 0,3-8-4 16,4 0 4-16,3-1-11 0,6-2-3 0,3 2-2 0,10-3-6 15,2-4-8-15,2 1-20 0,1-3-26 0,14-5-17 16,-17 7-27-16,3-4-40 0,2-2-35 0,-3-1-46 16,-1-1-45-16,-1 1-39 0,-2-2-197 15,-2-1-496-15,-2-1 219 0</inkml:trace>
  <inkml:trace contextRef="#ctx0" brushRef="#br0" timeOffset="83943.4">24826 12708 7 0,'0'0'172'0,"-3"-5"-11"0,3 5-16 0,0 0-19 16,0 0-3-16,0 0 4 0,13-3-5 0,-3 1-10 15,-1 2-11-15,4 0-8 0,1 0-8 16,-1 2-7-16,5-2-9 0,-2 1-9 0,-2 1-24 16,-1-2-34-16,1 2-31 0,-1-2-24 0,1 2-43 0,-3-1-33 15,2 0-90-15,-3-1-237 0,1 2 105 0</inkml:trace>
  <inkml:trace contextRef="#ctx0" brushRef="#br0" timeOffset="84105.51">24929 12863 41 0,'-9'5'186'0,"3"-2"-1"0,-1-1-14 16,7-2-11-16,-10 6-13 0,8-4-11 0,2-2-12 15,0 0-5-15,0 0-10 0,0 0-9 0,10 10-12 16,0-9-18-16,3 1-42 0,6-4-53 0,4 1-49 16,6 0-63-16,-9-4-101 0,11 0-259 0,-1-2 115 15</inkml:trace>
  <inkml:trace contextRef="#ctx0" brushRef="#br0" timeOffset="84808.54">26057 12104 18 0,'2'-9'233'0,"-2"9"-9"16,0-7-13-16,0 7-12 0,0 0-15 0,0 0-14 16,0-11-19-16,0 11-14 0,0 0-18 0,0 0-8 0,0 0-6 15,0 0-6-15,0 0-8 0,0 0-3 0,8 21-14 16,-2-14-3-16,-2 2-5 0,7 4-4 0,-2 3-8 16,1 1-4-16,7 2-2 0,4 2-1 15,-3-1-3-15,-1 0-3 0,2 1-2 0,0 0-4 0,0-2-5 16,-6-4-3-16,-2 2-4 0,0-1 0 0,-2 0-3 15,-1 1-2-15,-2-1-2 0,-2-3 0 0,-4-1-4 16,0 0 2-16,-4-1-4 0,-3 3 11 16,-6-2-12-16,-3-2 4 0,-2 0-5 0,-2-1-3 0,0-3-5 15,-1-4-2-15,-6 2-2 0,7-4-3 0,-2-2-6 16,6 2 5-16,-2-6-2 0,2 2 2 0,5-2 2 16,-1-2 0-16,4 0-10 0,3-3-5 0,3-1-5 15,0-3-3-15,4 0-1 0,2-1 1 0,5 1 1 16,1-2 1-16,1 1-1 0,3 0 3 0,-1 0 1 15,5-1 3-15,2-2 6 0,-4 6 3 0,3-7-1 16,2 2 0-16,0-3-2 0,-2 3 5 0,-3 5 14 16,-3-3 3-16,1 3 7 0,-5 1 7 0,0 1 1 15,0 1 3-15,-4 0 7 0,1 1 0 0,-3 0 2 16,-1-1-4-16,0 4-6 0,-2 6 2 0,-2-14-1 16,-3 7-7-16,-3 1 0 0,-2 1 0 0,1 1 1 15,-2 0-9-15,-3 2 0 0,1 0-2 0,-1 4-1 16,3-2-3-16,-2 4 2 0,0-1 1 0,1 2-4 15,1 2 4-15,0 2-18 0,0 2-16 0,1-2-31 16,2 3-26-16,1-3-14 0,1 5-30 0,3 0-32 16,1-3-23-16,2 5-39 0,0-4-120 0,2 0-370 0,1 0 164 15</inkml:trace>
  <inkml:trace contextRef="#ctx0" brushRef="#br0" timeOffset="85154.43">25743 12737 121 0,'-5'2'194'0,"5"-2"4"0,0 0-7 0,0 0-7 16,22 9-8-16,7-7-15 0,8-1-10 0,21-1-7 15,7-2-16-15,24-4-14 0,-23 2-6 16,29-6-11-16,-1 0-10 0,-29 4-4 0,0 0-13 16,0-1-7-16,-4-2-5 0,-7 4 12 0,-14 0-10 0,-7 0-7 15,-3-2-17-15,-1 6-19 0,-11-3-23 0,0 2-15 16,-8 0-27-16,0 1-26 0,-3 0-30 15,-7 1-32-15,0 0-21 0,0 0-24 0,0 0-126 16,0 0-331-16,0 0 147 0</inkml:trace>
  <inkml:trace contextRef="#ctx0" brushRef="#br0" timeOffset="85468.38">25846 13054 177 0,'0'0'198'0,"6"11"0"0,2-8-4 15,2 4-3-15,-1-3-5 0,3 2-16 0,3 0-12 16,1 3-11-16,0-1-9 0,0 1-6 0,-6-4-16 16,7 5-8-16,-9-3-8 0,-1 1-5 0,2 0-11 15,-2 0-7-15,-2 1-7 0,-3 0 0 0,2 1-1 16,-4-1 2-16,-2 2-2 0,0-4-9 0,-3 3 3 15,-2-3 0-15,0 1 2 0,-1-1-6 0,-1 0-4 16,-3 0-8-16,-1 0-3 0,-1 1-4 0,3-1-8 16,0-4 2-16,-3 2-6 0,4-3-18 0,3 0-26 15,-1-2-26-15,0 2-27 0,8-2-37 0,-11 0-42 16,11 0-43-16,-7-5-34 0,7 5-213 0,0 0-473 16,7-16 211-16</inkml:trace>
  <inkml:trace contextRef="#ctx0" brushRef="#br0" timeOffset="85691.45">26174 13053 136 0,'4'-5'249'0,"-4"5"-11"15,9-5-12-15,-9 5-23 0,4-3-17 0,-4 3 8 16,0 0-5-16,8 10 8 0,-6-3-11 0,0-1-11 16,2 4-13-16,-4 1-9 0,5 0-4 0,-3-1-4 15,0 3-25-15,0-1-13 0,1-2-6 0,-1 1-9 16,1 2-7-16,-1-2-8 0,0 1-14 0,-2-1-2 15,0 0-2-15,0-2-6 0,0 3-9 0,2-7-14 16,-2-5-38-16,0 14-29 0,2-10-30 0,-2-4-28 16,-4 9-31-16,4-9-33 0,-4 7-42 0,4-7-33 15,0 0-226-15,-10 0-496 0,10 0 220 0</inkml:trace>
  <inkml:trace contextRef="#ctx0" brushRef="#br0" timeOffset="85858">26003 13082 3 0,'0'0'156'0,"0"0"-11"16,24-3-14-16,-5 1-14 0,0 1-16 0,2-2-28 16,8 1-50-16,-2-3-40 0,2-2-105 0,1-2-133 15,-1 2 59-15</inkml:trace>
  <inkml:trace contextRef="#ctx0" brushRef="#br0" timeOffset="86158.63">26522 12859 45 0,'4'-4'222'0,"-4"4"-8"0,12-8-12 0,-6 5-13 16,-6 3-11-16,11 0-18 0,-11 0-8 0,14 2-6 15,-9 2-17-15,1 0-8 0,-2 1-10 0,-1 2-1 16,-1 2-2-16,0 1-6 0,-2 0-5 0,-2 3 0 16,0-3-12-16,-3 2-2 0,1-2-5 0,0 0-10 15,-1 0 0-15,1 1-4 0,-2-3-7 0,2-1-6 16,2 0-4-16,-2-2-4 0,4-5-6 0,-3 10-2 16,1-5-4-16,2-5 0 0,5 8-3 0,-5-8-2 15,10 4-1-15,5-3-3 0,-2-1-16 0,5-2-26 16,2 0-21-16,-2-3-24 0,2 0-30 0,0 0-33 15,1 2-29-15,6-6-31 0,-5 3-37 0,-2 2-167 16,1-4-424-16,-3 0 188 0</inkml:trace>
  <inkml:trace contextRef="#ctx0" brushRef="#br0" timeOffset="94602.8">27451 12179 137 0,'0'0'145'0,"0"0"-8"0,0 0-10 0,0 0-1 15,0 0-8-15,0 0-17 0,0-11 5 0,0 11-10 16,0 0 2-16,0 0-7 0,0 0 2 0,0 0-4 16,0 0-6-16,0 0-3 0,0 0-9 0,-2-6-6 15,2 6-1-15,0 0 3 0,0 0-3 0,0 0-9 16,0 0 3-16,0 0-5 0,0-11 3 0,0 11-4 16,0 0 2-16,0 0-1 0,-4-5 1 0,4 5-4 15,0 0 1-15,0 0-2 0,0 0 4 0,0 0-4 16,-1-9-1-16,1 9-6 0,0 0-2 0,0 0-2 15,0 0-1-15,0 0-4 0,0 0-2 0,0 0-3 16,0 0-5-16,0 0-3 0,0 0 0 0,0 0-4 16,0 0-1-16,0 0-6 0,0 0 2 0,0 0-5 15,3-10 1-15,-3 10 1 0,0 0-2 0,16 5-1 16,-16-5-2-16,13 7 1 0,-6-5 0 0,3 5-5 16,0-1 5-16,-3 2-1 0,5 2 2 0,0-3-2 15,-2 1-2-15,-1 1-2 0,2-2 5 0,0 3-4 16,0-2 5-16,-1 3-5 0,-2-3 0 0,4 5-2 15,-2-4 4-15,0 4-3 0,-1-3 5 0,-3-1-4 16,1 0 0-16,0 1-3 0,2-1 6 0,-4-1-14 0,3 2-9 16,-4-1-4-16,1-1-8 0,-1 0-19 0,0 0-14 15,-2-2-15-15,2 1-20 0,0-2-1 16,-4-5-30-16,2 10-10 0,-2-10-13 0,1 10-7 0,-1-10-13 16,2 7-140-16,-2-7-339 0,0 0 150 15</inkml:trace>
  <inkml:trace contextRef="#ctx0" brushRef="#br0" timeOffset="94834.6">27701 12181 106 0,'0'0'201'0,"-1"-10"-13"15,1 10-4-15,0 0-5 0,0 0-11 0,-15 4-16 16,15-4-8-16,-16 14-13 0,7-5-13 0,-1 4-6 15,-4 1-12-15,2-2-11 0,1 1-8 0,-2 1-8 16,2 0-7-16,-1 2-3 0,-1-2-10 0,4 0-6 16,0 0-23-16,-2 0-17 0,2 1-23 0,-1-2-27 15,2 2-28-15,-1-1-29 0,4-4-28 0,-4 0-30 16,5 2-137-16,-1-3-321 0,1-3 142 0</inkml:trace>
  <inkml:trace contextRef="#ctx0" brushRef="#br0" timeOffset="95352.36">28759 11651 171 0,'0'0'195'0,"-5"-11"-14"0,1 7-10 15,4 4-5-15,-7-6-13 0,7 6-2 0,-13 5-8 16,5 3-2-16,-3 4 0 0,-4 9-3 0,-1 7-9 16,0 1-4-16,-6 15-6 0,1 1 0 0,1 2-11 15,-2 3-1-15,0-3-6 0,2 5-6 0,3-1-7 16,2-1-3-16,3 0-5 0,3 1-11 0,3-2-4 15,-1-4-4-15,7-10-8 0,7 11-6 0,-1-14-3 16,3 3 24-16,7-2-12 0,-2-2-3 0,7-1-4 16,7 9-5-16,-8-11-5 0,5-4 1 0,2 0-27 0,1-2-17 15,-1-3-22-15,1 0-21 0,1-2-30 16,-2-2-33-16,3-1-50 0,-12-5-31 0,2-3-33 16,-1 3-40-16,0-6-154 0,-1 1-453 0,-4-3 202 15</inkml:trace>
  <inkml:trace contextRef="#ctx0" brushRef="#br0" timeOffset="95765.77">29962 11361 47 0,'1'-11'236'15,"-1"0"-11"-15,0-1 0 0,1 3-7 0,1 0-7 16,-2 9-10-16,-2-11-13 0,2 11-17 0,0-9-18 15,0 9-18-15,0 0-8 0,0 0-12 0,0 0-11 16,0 0-6-16,0 0 1 0,-6 28 3 0,3-13-16 16,1 2-6-16,-5 1-7 0,4 1-2 0,0 6-3 15,-1 1-10-15,0 2-4 0,2-3-6 0,-1-5-4 16,1-1-4-16,-2 6-5 0,1-1-2 0,1-4-5 16,-1 4 2-16,1-4-9 0,-1-1-13 0,1-2-27 15,-2 2-21-15,1-2-20 0,-1 1-38 0,0-1-40 16,1-2-35-16,0-1-34 0,1-2-30 0,-4 1-173 15,1-5-445-15,0-1 197 0</inkml:trace>
  <inkml:trace contextRef="#ctx0" brushRef="#br0" timeOffset="96071.75">29496 11890 13 0,'0'0'98'16,"-11"-1"-4"-16,11 1-21 0,-14-2-1 0,7 1-6 15,7 1-5-15,-13 0-1 0,13 0-12 0,-9 0-10 0,9 0-3 16,-9 1-14-16,9-1-5 0,-8 3-2 0,8-3-23 16,0 0 2-16,0 0-9 0,-4 6-19 0,4-6-22 15,0 0-41-15,0 0-106 0,0 0 47 16</inkml:trace>
  <inkml:trace contextRef="#ctx0" brushRef="#br0" timeOffset="96815.65">29301 12069 39 0,'0'0'122'0,"-6"-5"-3"16,6 5-6-16,-8-6-10 0,8 6 3 0,-8-5-2 15,8 5 1-15,-10-3-4 0,10 3-4 0,-9-4-5 16,9 4-5-16,-9-5-3 0,9 5-5 0,-11-4-3 16,6 3-3-16,5 1 1 0,-12-3 1 0,6 3-3 15,6 0 0-15,-12-1-3 0,12 1-6 0,-13 0 1 16,13 0-7-16,-11-2-6 0,2 2 3 0,9 0-7 16,-13 0 1-16,13 0-2 0,-13 0-3 0,13 0-3 15,-10-2-3-15,10 2-8 0,0 0 6 0,0 0-8 16,0 0 8-16,0 0-3 0,32 2 0 0,3 1 1 15,18-3 1-15,9-1-4 0,33-3-3 0,0-2-5 16,2 1 4-16,8-1 1 0,-2-1 2 0,6 1 0 16,-5-1 15-16,-7-2-5 0,-6 5-2 0,-28-2-1 15,0 0-1-15,2 3-5 0,-1-4-2 0,-2 2 0 16,-4-1 0-16,-4 1-6 0,-3-3 8 0,-14 3-9 16,-1-1 9-16,-3 2-3 0,-1-2 1 0,-12 4-2 15,-2-2 4-15,0 2 3 0,-5 0-5 0,-2 1 1 16,-1-2 2-16,-3 0-2 0,1 3-3 0,-8 0-4 15,10-3 0-15,-10 3-3 0,8-4-3 0,-8 4-6 16,6-1-16-16,-6 1-29 0,0 0-32 0,0 0-41 16,0 0-42-16,0 0-33 0,0 0-35 0,-34 1-53 15,16 4-164-15,-4 0-470 0,-6 1 209 0</inkml:trace>
  <inkml:trace contextRef="#ctx0" brushRef="#br0" timeOffset="97214.52">29557 12330 223 0,'2'-8'277'0,"1"3"-6"0,1 1-6 15,-4 4-8-15,1-9-16 0,-1 9-22 0,0 0-18 16,5-9-24-16,-5 9-16 0,0 0-24 16,0 0-3-16,0 0 0 0,0 0 1 0,13 22-15 0,-11-9 2 15,3 2-15-15,1 2-5 0,1 8 1 0,1-5-15 16,-2 3-5-16,4 2-4 0,-4-5-7 0,-1-3-2 15,2 2-10-15,-3 0-4 0,1 0-3 16,-1-2-8-16,1-1-13 0,-1 1 9 0,2-2-2 16,-3-3-11-16,-1-1-17 0,-3 1-28 0,2-2-41 0,2 0-32 15,-2-2-39-15,-1 0-31 0,0-8-47 0,-4 11-45 16,4-11-28-16,3 8-212 0,-3-8-533 0,0 0 236 16</inkml:trace>
  <inkml:trace contextRef="#ctx0" brushRef="#br0" timeOffset="97416.66">29921 12545 256 0,'0'0'247'0,"7"-5"-6"0,-1 2-10 0,3-1-14 16,1 1-14-16,1-1-13 0,2 0-18 0,8 0-14 15,-2 0-18-15,1 1-16 0,2-1-14 0,7 0-17 16,-8 1-22-16,-1-1-32 0,2 0-33 0,-2 2-44 15,-2-2-36-15,1 0-34 0,-6 1-25 0,0-1-25 16,-3-2-12-16,-1 2-134 0,1-1-327 0,-5 0 145 16</inkml:trace>
  <inkml:trace contextRef="#ctx0" brushRef="#br0" timeOffset="97601.98">30253 12360 28 0,'-4'-8'104'0,"2"2"4"0,2 6 23 0,-5-11 10 15,5 11 15-15,-4-7 6 0,4 7-4 0,-4-5-5 16,4 5-19-16,0 0-15 0,0 0 8 0,0 0 7 15,0 0 12-15,-5 16 4 0,2-5-9 0,2 4-2 16,-3 1-8-16,3-1 4 0,-2 1-17 0,0 1-7 16,-1-2-15-16,0 3-4 0,0 1-12 15,0-4-4-15,-1 2-10 0,3-2-12 0,-1 1-26 0,2-3-36 16,-1-2-29-16,2 0-39 0,2 0-47 0,-1-1-44 16,3-3-50-16,2 0-215 0,0-2-468 0,0-1 207 15</inkml:trace>
  <inkml:trace contextRef="#ctx0" brushRef="#br0" timeOffset="97850.21">30598 12244 98 0,'5'-8'299'0,"-2"-2"-8"0,-1 4-18 0,4 0-24 15,-6 6-26-15,3-5-21 0,-3 5-3 0,0 0-2 16,0 0-4-16,9 18-3 0,-6-2-12 0,-1 0-16 15,-2 1-16-15,0 4-16 0,-1-1-14 0,-4 6-7 16,3-3-10-16,-1-3-9 0,0-1 4 0,1 0-19 16,1 0-10-16,-1-3-11 0,1 0-31 0,0-4-36 15,1 1-31-15,0-4-31 0,-2 2-34 0,1-4-38 16,1-7-38-16,0 13-28 0,0-13-24 0,-1 9-21 16,1-9-155-16,-4 5-446 0,4-5 197 0</inkml:trace>
  <inkml:trace contextRef="#ctx0" brushRef="#br0" timeOffset="98101.95">30671 12237 127 0,'5'-2'209'0,"2"-3"-6"0,-7 5-8 0,13 0-10 16,-13 0-10-16,12 5-12 0,-5-3-14 0,-4 1-14 15,-3-3-11-15,7 13-13 0,-6-7-10 0,0 1-10 16,-1 3-9-16,0-1-7 0,0-9-1 0,-2 13-14 15,0-6-4-15,0-1-4 0,2-6-4 0,-4 10-3 16,2-5-4-16,2-5-5 0,-3 7-1 0,3-7-6 16,0 0-2-16,-3 8-6 0,3-8 5 0,0 0-7 15,2 12 0-15,-2-12 0 0,4 9-13 0,-1-6-20 16,5 1-27-16,-3 0-32 0,5 0-31 0,3-2-41 16,0 0-46-16,5-1-171 0,-4-1-392 0,5-3 173 15</inkml:trace>
  <inkml:trace contextRef="#ctx0" brushRef="#br0" timeOffset="98339.59">31077 12226 241 0,'0'0'270'0,"2"-11"0"16,-1 7-12-16,-1 4-11 0,0-10-23 0,0 10-22 16,0 0-16-16,0 0-7 0,0 0-4 0,0 0-3 15,-9 24-4-15,3-9 2 0,-2 2-18 0,2 1-6 16,-3 8-10-16,1-1-6 0,-2-1-9 0,5-5-17 15,-2 1-20-15,1 3 2 0,2-4-7 0,-2 5-9 16,2-4 4-16,1-3-13 0,1 2-8 0,-1-2 13 16,3-1-29-16,-1-3-22 0,2-1-38 0,-1 0-35 0,0-1-41 15,0-2-52-15,-2 1-45 0,0-4-32 16,2-6-23-16,-1 13-55 0,-3-10-172 0,4-3-517 16,-10 6 229-16</inkml:trace>
  <inkml:trace contextRef="#ctx0" brushRef="#br0" timeOffset="98496.08">30916 12484 224 0,'0'0'216'0,"7"-5"-5"0,-1 1-17 0,2 2-14 16,1 0-17-16,4-2-16 0,4-1-13 0,1 3-17 16,2-2-21-16,-1 2-33 0,0 1-51 0,1-1-44 15,1 2-56-15,-3-2-55 0,-4 1-106 0,-3 1-270 16,1 1 119-16</inkml:trace>
  <inkml:trace contextRef="#ctx0" brushRef="#br0" timeOffset="98705.74">30436 12830 156 0,'27'10'167'0,"3"-9"-9"0,6-2-13 16,18-3-14-16,2-2-11 0,1-1-15 0,0 2-15 16,-3-2-10-16,-3 0-17 0,0 1-16 0,-12 0-6 15,12 3-13-15,-15-2-42 0,1 2-65 0,-3-1-39 16,-14 2-69-16,-6 0-202 0,-1 0 89 0</inkml:trace>
  <inkml:trace contextRef="#ctx0" brushRef="#br0" timeOffset="98970.19">30655 12876 76 0,'-4'4'229'0,"4"-4"0"16,-4 10-11-16,4-10-12 0,2 11-4 0,1 0-3 15,0 1-15-15,3 4-3 0,-2-4-15 0,2 5 2 16,-2 1-22-16,-3 0-8 0,2 2-12 0,1-1-10 0,-3 0-11 15,-1 0-9-15,-1 0-12 0,1 1-4 16,-2-4-8-16,1 3-8 0,-3 0-2 0,3-3-16 16,-2 0 1-16,-1-5-21 0,2 1-23 0,-2 1-25 15,-2-4-29-15,2 1-26 0,1-1-38 0,-2-1-44 16,5-8-28-16,-8 12-31 0,3-8-20 0,0 1-129 16,5-5-399-16,0 0 177 0</inkml:trace>
  <inkml:trace contextRef="#ctx0" brushRef="#br0" timeOffset="99261.89">30758 12933 166 0,'2'-5'204'16,"2"0"-9"-16,3 1 0 0,-1 2-9 0,-6 2-11 16,15-1-4-16,-6 6-18 0,2-2-8 0,-4 3-18 15,1 0-8-15,0 3-8 0,-3-1-9 0,1 2-12 16,-1-1-9-16,-2 2-3 0,-1 0-4 0,0 0-8 0,-2-1-6 15,-2 1-3-15,1 0-7 0,-3 1-1 16,-1 1 1-16,-2-3-2 0,-1 0 0 0,-1 0 3 16,1-1 3-16,-3-1-4 0,3 1-1 0,0-1-5 15,2-2-4-15,-2-1-5 0,3 2-2 0,1-1-5 16,2-1-2-16,2-5 1 0,0 9-1 0,0-9-4 0,10 9-9 16,-1-6-24-16,9 1-27 0,2-5-33 15,0-2-30-15,8 2-29 0,0-2-38 0,0-3-32 16,2-3-22-16,-3 2-11 0,-6 2-121 0,-3-1-384 15,2-1 170-15</inkml:trace>
  <inkml:trace contextRef="#ctx0" brushRef="#br0" timeOffset="99504.38">31180 13029 72 0,'0'0'209'16,"5"-6"-2"-16,-5 6 3 0,5-4-8 0,-5 4-9 16,0 0-14-16,0 0 0 0,0 0 4 0,0 0 0 15,0 0-4-15,8 11-7 0,-8-11-2 0,1 11-1 16,-1-2-13-16,1 0-6 0,-2 1-13 0,1 2-9 15,-1-2-17-15,2 2-6 0,-1 2 2 0,0-3-13 16,1 1-8-16,-1-1-6 0,1 1-10 0,2-2 2 16,0-1-15-16,-2 1-1 0,1-3 1 0,3 2-6 15,-2-3-7-15,1-1-1 0,-2 0-7 0,2 1-2 16,3-3 2-16,-1 1-12 0,3-1-20 0,0 0-23 16,-3-3-25-16,7-2-23 0,-4 0-40 0,0-1-30 15,-3 0-37-15,2 0-41 0,0-6-43 0,-2 2-53 16,1 0-175-16,-1-3-526 0,3-4 233 0</inkml:trace>
  <inkml:trace contextRef="#ctx0" brushRef="#br0" timeOffset="100047.93">31659 12169 73 0,'0'0'179'0,"0"0"-3"0,-8-4-18 0,8 4-11 16,0 0-14-16,0 0-11 0,0 0 5 0,0 0 1 16,0 0-2-16,0 0 5 0,18 22-5 0,-3-11-1 15,1 2-8-15,3 6-3 0,4 5-2 0,-4 2-5 16,0 2-4-16,0 1-5 0,2 12 8 0,-3-8-16 16,-8 0-5-16,-1 2-6 0,4 8-3 0,-7-9-11 15,-2 1-8-15,-3 1-2 0,-2-4 3 0,-2 0-12 16,-3 1-6-16,-3-2-5 0,-2-1-24 0,-4 0-13 15,-1-1-23-15,-2-2-20 0,-2 0-29 0,-3-1-28 16,-2-1-48-16,2-3-33 0,-2-3-43 0,-2 2-174 16,-1-3-433-16,0-4 192 0</inkml:trace>
  <inkml:trace contextRef="#ctx0" brushRef="#br0" timeOffset="100829.23">31299 11422 154 0,'0'0'161'0,"0"0"-13"15,-7-6-16-15,7 6-9 0,0 0-9 0,0 0 4 16,0 0 4-16,0 0-1 0,17 17-5 0,-10-7-8 16,4 4-10-16,0 1-3 0,1 1-3 0,2 6-6 15,2 3 1-15,0-1 3 0,5 1-3 0,1 5 9 16,7 11-5-16,1-2-6 0,-2 4-4 0,0 2-4 16,-3-1-6-16,-1 7-21 0,-3-5-4 0,0 6-2 15,-3-4-3-15,-3 4-5 0,-5-1 0 0,1-2-1 16,-5 1-4-16,-1 0-3 0,-4-2 0 0,-1 0-6 15,-2 0-1-15,0 0-2 0,-3-2-2 0,0-12 0 16,0 1-2-16,0-1-7 0,-3 0-16 0,1-1-20 0,-1-1-23 16,-2-1-19-16,-4 0-25 0,2 0-20 15,-2 0-24-15,-1-6-34 0,-4-2-25 0,-2-2-164 16,-4 1-392-16,4-2 173 0</inkml:trace>
  <inkml:trace contextRef="#ctx0" brushRef="#br0" timeOffset="108117.99">14672 15718 26 0,'-12'-1'135'0,"12"1"1"16,-12-1 5-16,4-2 3 0,-1 2-11 16,9 1 7-16,-15-4-6 0,5 1-10 0,3 1 2 15,-1 0-6-15,2-1-4 0,6 3 1 0,-13-7-6 16,7 2-4-16,2 2-6 0,4 3-12 0,-6-10-3 16,6 10-9-16,-3-9-5 0,3 9-12 0,0 0-7 0,9-11-2 15,-1 5-3-15,1 0-6 0,5 1-3 16,2 3-4-16,0 0 0 0,-1 0-3 0,4 1-4 15,1 2-6-15,1 0 4 0,0 2-7 0,1-2 8 16,-3 1-9-16,1 1-1 0,2-2 2 0,-4 1 3 16,3-1-3-16,1-1 8 0,-4 1-6 0,4-2 3 15,-3 0-1-15,1-2 0 0,0-1-2 0,0 2-1 16,-4-1-2-16,-3-1-2 0,0 2-3 0,-3-1-19 16,-4 1-26-16,2 0-48 0,-8 2-62 0,8-7-60 15,-8 7-44-15,0 0-146 0,0 0-422 0,0 0 186 16</inkml:trace>
  <inkml:trace contextRef="#ctx0" brushRef="#br0" timeOffset="108428.13">14627 15956 85 0,'0'0'258'0,"-13"1"-8"0,13-1-13 0,-12-1-11 16,12 1-7-16,-11-3-7 0,5 0-4 0,6 3-10 16,-12-10-10-16,9 7-14 0,-1-3-14 0,0 0-14 15,4 6-6-15,-5-10-14 0,5 10-14 0,-1-10-7 16,1 10-12-16,3-9-10 0,2 6-5 0,1-2-16 16,3 0 2-16,3-1-10 0,1 5-1 0,1-2-9 15,3 0-8-15,0 2-4 0,-4 1 2 0,3 0-5 16,-3 1-1-16,1 1-1 0,2 1-9 0,0-2 3 15,-4 2-2-15,7-2-20 0,0 2-27 0,0-1-30 16,-1-1-34-16,2-2-46 0,-2 1-53 0,0-2-55 16,0-1-266-16,-5 0-552 0,-1 1 244 0</inkml:trace>
  <inkml:trace contextRef="#ctx0" brushRef="#br0" timeOffset="109018.75">16372 15590 22 0,'0'0'234'0,"-4"-11"-12"15,4 11-13-15,-3-6-12 0,3 6-18 0,0 0-15 16,0 0-12-16,-6-3-4 0,6 3 0 0,-12 10-10 15,1-1-12-15,1 5-7 0,-7 5-9 0,3-4 1 16,-3 6-19-16,1 0-3 0,4-5-8 16,-3 6-4-16,6-7-6 0,1 3-5 0,0-2-6 0,1-2-1 15,1 1-11-15,2-1-3 0,4-1-4 16,-3-3-6-16,3 2 1 0,3-2-8 0,1 2-2 0,1-3 1 16,0-4-1-16,5 1-3 0,-1 1-1 0,1-4-4 15,4-1-1-15,-1-2-1 0,7-2 1 0,-1-1 31 16,2-2-3-16,6-6-9 0,0 0 2 15,-3-2-6-15,-2 0-2 0,1-2-2 0,-7 1 3 16,-3 0 0-16,6-8-4 0,-8 5-1 0,0-7-7 16,-1 7-8-16,-5-1 10 0,-1-1-1 0,-4 0-1 0,0 2 1 15,-5-1-5-15,-4 3 3 0,0-3-11 0,-4 5 4 16,0 3-6-16,-3 2 3 0,-3 1-5 0,-3 3 0 16,2 1 3-16,-1 6-9 0,0-2 0 15,0 4-16-15,2-1-22 0,2 4-26 0,1-1-29 16,2 2-34-16,1 2-35 0,4-2-49 0,5-1-53 15,-1 2-209-15,5-10-514 0,0 13 227 0</inkml:trace>
  <inkml:trace contextRef="#ctx0" brushRef="#br0" timeOffset="109198.37">16791 15698 177 0,'0'0'227'16,"8"3"-20"-16,-8-3-11 0,7 4-7 0,-7-4-17 0,5 3-9 15,-5-3-8-15,5 4-13 0,-5-4-13 16,3 5-11-16,-3-5-9 0,3 10-8 0,-3-10-11 16,-3 10-24-16,3-10-43 0,-5 11-49 0,5-11-57 15,-3 10-68-15,2-4-183 0,1-6-363 0,0 0 161 16</inkml:trace>
  <inkml:trace contextRef="#ctx0" brushRef="#br0" timeOffset="109768">17213 15505 28 0,'0'0'223'16,"0"0"-18"-16,0 0-14 0,5-3-8 0,-5 3-1 16,0 0-1-16,0 0-3 0,-14 15-8 0,6-10-12 15,0 3-10-15,2-1-10 0,1 3-3 0,0-2-8 16,-2 1-6-16,4 2-11 0,-1-3-10 0,2 2-6 15,0 2-7-15,2-4-6 0,1 4-4 0,-1-3-6 16,3 2-1-16,1-2-4 0,2 1-4 0,1-1-2 16,4 4-1-16,0-2 7 0,3 0 0 0,2-2-9 15,0 1-4-15,1 0 2 0,0 0-3 0,2-1-5 16,-3 1-6-16,2 0 1 0,-2 0-8 0,0 1-4 16,-2-1-1-16,1-1-2 0,-2 1-6 0,-5 0 4 15,1-3-5-15,-3 2-1 0,-1 0 2 0,-1-1-7 16,-1-2 1-16,0 3-17 0,-3-9 16 0,-3 12 1 15,-4-3 1-15,-2-2-2 0,-6 2-1 0,-3-2-1 16,-10 3-28-16,-3-4 8 0,3 1-5 0,-1-4-4 16,-2 0-1-16,10-2-15 0,3-1 12 0,0-2 1 15,5 0-1-15,2 1-2 0,2-2 3 0,2-2-12 16,2 1-9-16,0-2-2 0,3-1 2 0,0-3 4 16,5 0 0-16,2-2 3 0,4-3 3 0,2 0 3 15,4 1 2-15,5-7 4 0,4-1 2 0,0 2-2 16,3 0 10-16,-1-1-5 0,-2 1 8 0,2-2-1 15,-3 2 5-15,1 0 4 0,-7 3 7 0,-4 2 5 16,-2-1-3-16,-5 5-2 0,4-4 3 0,-6 3 5 16,-1 2-7-16,-3-1 2 0,-3-1-6 0,-1 1 3 15,-2 1-9-15,0 4 9 0,-3-1-1 16,-2 1-2-16,-1 2-5 0,-1 3 15 0,-4 1-9 16,-1 1-4-16,0 3 4 0,3 1-2 0,-3 1 0 15,0 2 1-15,2 2-15 0,-2-2-21 0,4 3-29 16,2-3-29-16,3 1-41 0,3-1-50 0,-1 2-50 0,4-4-238 15,-4 3-508-15,6-5 225 0</inkml:trace>
  <inkml:trace contextRef="#ctx0" brushRef="#br0" timeOffset="110028.23">17563 15524 208 0,'0'0'224'0,"9"-6"-7"15,-9 6-11-15,5-3-10 0,-5 3-17 0,0 0-13 16,8-2-15-16,-8 2 0 0,0 0 3 0,0 0 18 16,1 17 1-16,-2-6 0 0,-1 6-8 0,0 0-9 15,0 0-7-15,-1 3-2 0,-1-1-9 0,0 6-14 16,1-6-11-16,1 0-7 0,2-1-5 0,1 0-13 16,0 0-11-16,2 0-6 0,1-3-3 0,-3 3-11 0,3-6-2 15,0-1-23-15,1 1-17 0,0-2-40 16,-1-1-34-16,-3-2-40 0,3-1-34 0,1 0-44 15,-5-6-43-15,4 8-44 0,-3-3-246 0,-1-5-551 16,0 0 244-16</inkml:trace>
  <inkml:trace contextRef="#ctx0" brushRef="#br0" timeOffset="110349.26">17902 15626 30 0,'6'-4'225'0,"3"2"1"0,-2 0-1 16,-7 2-11-16,13 4-5 0,-5-1-1 0,0 4-4 16,-2 0-5-16,2 3-5 0,-1-1-14 0,-2 3-13 15,1 2-1-15,-4-3-17 0,1 5-1 0,-3 0-9 16,1-6-23-16,-4 4-7 0,0 1 4 0,-1-4-5 16,0 1-7-16,-1 1-11 0,-5 0-5 0,2-3-12 15,3-1-1-15,0-2-18 0,2 4 2 0,-3-7-13 16,2 1 5-16,4-5-8 0,-5 9-4 0,5-9-5 15,-4 6 0-15,4-6 5 0,0 0-3 0,0 0-10 16,9 10 2-16,2-8-2 0,7-1-4 0,5-1-7 16,9-4 2-16,4 0-9 0,0 0-2 0,3-1-19 15,15-1-4-15,-2 0-23 0,1 0-34 0,-15 3-37 16,-1-3-40-16,-1 4-48 0,-6 0-47 0,-4-5-60 16,-12 5-208-16,-5 0-559 0,-2-1 248 0</inkml:trace>
  <inkml:trace contextRef="#ctx0" brushRef="#br0" timeOffset="111328.28">7872 15609 184 0,'0'0'239'0,"0"-12"-11"0,0 12-6 16,1-11-11-16,-1 11-20 0,0 0-19 0,1-9-15 0,-1 9-17 15,0 0-17-15,0 0-5 0,0 0-6 0,11 20 1 16,-6-2 36-16,-1 1-9 0,-2 8-4 0,3 0-10 16,-2 3-10-16,-1-1-3 0,-2 3-17 15,2-4-4-15,-1-1-4 0,-1 1-11 0,0-1-9 16,-4-1-1-16,4-2-14 0,1-5 10 0,1 0-16 15,-2 1-5-15,-2-2-3 0,4-2-8 0,-4 0-30 0,2-5-26 16,0 1-27-16,-1-5-26 0,0 2-20 16,-3-1-24-16,4-8-17 0,-4 9-21 0,1-4-19 0,3-5-25 15,-7 4-21-15,7-4-10 0,0 0-139 16,0 0-403-16,-18-13 179 0</inkml:trace>
  <inkml:trace contextRef="#ctx0" brushRef="#br0" timeOffset="111598.77">7832 15797 6 0,'7'-27'98'0,"0"1"-6"0,4 0 7 16,0 3-3-16,6 3 0 0,-1-1-5 0,-3 6 4 16,0 2 0-16,2 0-1 0,-1 5-3 0,2 0 6 15,-5 3-2-15,2 2-7 0,-2 0 5 0,0 3-3 16,-2 2-2-16,-3 1-1 0,2 0-1 0,-2 5-4 16,-2 2-6-16,0 0-6 0,-3 2-4 0,-2 2-4 0,-3 1-5 15,1 3-2-15,-3-1-1 0,-2 0-10 16,1-1-1-16,-3 1-1 0,3-1-4 0,-2 0-5 15,1-2-5-15,2-4-2 0,1-1-1 0,0 0-2 16,0-2-4-16,1 0-4 0,1 0 2 0,-2 0-4 16,5-7 1-16,-2 10-1 0,2-10 1 0,8 11 0 15,-1-7-2-15,2 0-10 0,5 0-17 0,4 1-27 16,2-4-32-16,2 0-35 0,9-2-40 0,-2 0-34 16,2-4-161-16,-6-1-373 0,-3 2 166 0</inkml:trace>
  <inkml:trace contextRef="#ctx0" brushRef="#br0" timeOffset="111841.89">8487 15721 139 0,'0'0'169'0,"1"-9"-5"15,-1 9-6-15,0 0-4 0,-1-9-9 0,1 9-7 16,0 0-4-16,0 0 0 0,0 0 4 0,-27 13 1 16,15 0 0-16,2 1-4 0,-4 6 3 0,0 3 3 15,-1 3-6-15,2 0-8 0,1 2-3 16,2 0-3-16,3-1-7 0,1 2-24 0,4-2 16 0,-3 2-14 15,3-1-1-15,2 4-7 0,2-4-9 0,-1 2-8 16,0-3-5-16,2-2-1 0,-1 0-11 0,1-5-3 16,0-2-6-16,-1-1-7 0,2 0-29 0,0-1-36 15,-3-4-38-15,0-4-39 0,-1 3-36 0,0-11-47 16,0 11-48-16,0-11-49 0,-7 10-150 0,2-6-473 16,5-4 211-16</inkml:trace>
  <inkml:trace contextRef="#ctx0" brushRef="#br0" timeOffset="111993.7">8315 16122 123 0,'0'0'163'0,"0"0"-10"0,7-3-11 16,-7 3-11-16,0 0-7 0,11 0-9 0,-11 0-7 16,17 0-13-16,-7 0-20 0,-10 0-50 0,33-6-50 15,-6-2-60-15,4-2-106 0,2-2-207 16,4-2 92-16</inkml:trace>
  <inkml:trace contextRef="#ctx0" brushRef="#br0" timeOffset="112310.48">8952 15763 85 0,'-14'1'243'0,"1"-2"-12"0,2 2-23 0,2 1-16 16,2-2-18-16,7 0-16 0,0 0-10 0,-4 6-7 0,4-6-10 15,15 8-13-15,1-4-14 0,5 1-10 16,8-1-8-16,3-3-6 0,2 0-8 0,1-2-6 16,-1 0-7-16,3-2-7 0,-3 1-1 0,-4-3-5 15,-2 1 1-15,-6 0 5 0,-4 0 9 0,0-1 13 16,-6 3 6-16,-1-2 12 0,-5 3 5 0,1-1 3 16,-7 2-2-16,11-1-4 0,-11 1-8 0,9-2-6 15,-9 2-10-15,0 0-25 0,0 0 18 0,3 12-4 16,-3-12-7-16,-18 20-6 0,6-4 7 0,-4 4-14 15,-1-1-2-15,-3 5-2 0,1-3-8 0,4-1-13 16,-4 2-26-16,3 1-32 0,-2-3-48 0,0-1-60 16,4-3-56-16,2-1-87 0,-2-2-245 0,5 0-584 15,0-4 258-15</inkml:trace>
  <inkml:trace contextRef="#ctx0" brushRef="#br0" timeOffset="112487.43">9214 15697 149 0,'-5'-17'234'0,"-6"0"-4"0,0 3-17 0,-2 0-13 15,-1 1-12-15,4 4-20 0,-3 1-15 0,3 0-16 16,4 4-13-16,0 0-15 0,1 0-33 0,5 4-51 16,-7-5-45-16,7 5-46 0,0 0-78 0,0 0-152 15,0 0-321-15,0 0 141 0</inkml:trace>
  <inkml:trace contextRef="#ctx0" brushRef="#br0" timeOffset="112840.29">9546 15637 184 0,'9'-1'202'0,"-9"1"-11"0,15 0-11 0,-4 0-13 15,-4 3-6-15,2-1-5 0,-4 2-6 0,2 4 7 16,-2 0-2-16,0 3 0 0,-5 3-6 0,0-1-9 15,-4 5-2-15,0 0-4 0,-1 0-11 0,-1 0-10 16,-4 1-12-16,5-1-7 0,-1-2-17 0,1 1 6 16,3 0-13-16,3-5-4 0,-1-1-22 0,3-1 12 15,2-1-8-15,1 2-5 0,4-4-1 0,2-1-6 16,7-2 5-16,-1-1-10 0,10 0-2 16,-6-3-6-16,6-6 15 0,-1-1 0 0,-8 1 4 15,6-4-2-15,-7 1 10 0,-1-2 2 0,-1 1 2 16,-4-5 3-16,2-1 3 0,-6 1-5 0,-2-3-3 0,-1-1-3 15,-2 0-1-15,-2-6-11 0,-3 6-28 0,-4-1 28 16,0 4-2-16,-5-1-6 0,-2 2 0 0,-3 3-9 16,-1 0-6-16,-1 5-12 0,-8-1-12 0,7 7-32 15,-12 2-38-15,1 7-45 0,-1-2-50 16,0 7-68-16,4-1-107 0,2 0-211 0,1-1-606 16,8-4 268-16</inkml:trace>
  <inkml:trace contextRef="#ctx0" brushRef="#br0" timeOffset="163436.91">16710 16608 132 0,'91'-2'129'0,"-32"-2"-4"15,5 3 0-15,-7-3-18 0,-2 4-18 0,-16-2-8 16,0 4-14-16,-6 0-14 0,-1 1-30 16,-2-1-22-16,-10-2-27 0,1 2-33 0,-2 1-83 0,-9-1-152 15,-3 0 67-15</inkml:trace>
  <inkml:trace contextRef="#ctx0" brushRef="#br0" timeOffset="163677.97">16148 16892 1487 0,'-54'11'204'0,"2"-3"-64"0,21 0-54 0,3-4-41 0,9 0-15 16,9-1-6-16,3 2-10 0,6 0 11 16,1-5-8-16,0 0 7 0,36 7-1 0,-3-6 11 15,18 0-2-15,11-2 4 0,4-6-1 0,38 1 3 16,-8 2-5-16,6-2-6 0,2-4-8 0,6-6-15 15,0 6-5-15,8-2-24 0,2 0-18 0,0-5-18 16,4 4-21-16,0-2-37 0,-4 0-27 0,-6 0-21 16,-5-1-123-16,-5 0-312 0,-1 1 139 0</inkml:trace>
  <inkml:trace contextRef="#ctx0" brushRef="#br0" timeOffset="164277.54">20049 15986 1976 0,'0'-18'-12'15,"-2"-9"18"-15,4 7-15 0,-2 2 13 0,0 0 5 16,0 2 18-16,0 5 7 0,0 3 6 0,0-1-7 15,0 2-2-15,0 7 0 0,1-10-8 0,-1 10 0 16,0 0-3-16,0 0 0 0,0 0 10 0,0 0 5 16,0 0 27-16,-10 21 2 0,1-4 4 0,1 6-5 15,-1 1-6-15,-1 6-7 0,-3 1-4 0,0-2-4 16,1 2-6-16,1 1 4 0,1-4-6 0,0 0-5 16,3-3-4-16,0 2-3 0,-1-4 0 0,2-5-17 15,2-3-22-15,0-2-13 0,1-1-13 0,1 0-22 16,-1-2-22-16,2 0-24 0,-2-3-29 0,3-7-22 15,-2 9-16-15,2-9-10 0,-1 7-140 0,1-7-355 16,0 0 157-16</inkml:trace>
  <inkml:trace contextRef="#ctx0" brushRef="#br0" timeOffset="164620.56">19996 15929 105 0,'9'-13'135'0,"-4"2"0"0,2 2-1 16,-4 1-18-16,1 1-12 0,1 2-9 0,-5 5-2 15,11-5-9-15,-6 3 1 0,-5 2 0 0,11-2-3 16,-11 2-12-16,13 3-2 0,-5 0 9 0,-3 0-10 16,0 2-6-16,-1 2-5 0,1-1-15 0,0 2 6 15,-4-1-3-15,0 2-6 0,-1 1-3 0,-2 1 2 16,-2 0-6-16,-2 0-8 0,1-1-5 0,-3 0 6 16,1-1-9-16,2 0 4 0,-1 0-8 0,2-4-5 15,0 2-6-15,2-1-2 0,2-6-2 0,-1 9 1 16,1-9 4-16,3 9-11 0,-3-9-3 0,16 8-1 15,-7-4 8-15,2-2-2 0,2 3 1 0,-2-2 0 16,6 3-3-16,-4-1 3 0,0-1-1 0,3 3 0 16,-5-2 5-16,2 5 5 0,-4-1-7 15,-1-2 3-15,-4 1 0 0,1 3 3 0,-4-4 1 0,-1 1 3 16,2 2-4-16,-5-1-3 0,-1 2-5 0,0-1-15 16,1-1-26-16,-3 1-22 0,3-1-21 0,-3 0-38 15,3-4-17-15,-4 4-91 0,1-2-256 0,6-7 113 16</inkml:trace>
  <inkml:trace contextRef="#ctx0" brushRef="#br0" timeOffset="164979.51">20363 16133 139 0,'22'-3'160'0,"-1"4"-1"0,0 2-6 0,-2 3-9 15,-2 1-6-15,-1 0-6 0,0 0-12 16,-1 5-9-16,-6-4-8 0,2 6-6 0,-3-1-11 15,-3-3-5-15,-1 1-9 0,-1-2-7 0,-1 2-6 16,-3-4-3-16,1 1-6 0,0-8-3 0,-3 13-3 16,-1-9-2-16,4-4 0 0,-10 4-7 0,10-4 0 0,-13 0-4 15,13 0 0-15,-10-8-2 0,6 4-3 16,-1-6-3-16,3 1 0 0,0-4-5 0,4 3 1 16,0-6-7-16,5-1 5 0,-2-1-5 0,5 3 0 15,4-9-1-15,-1 4-1 0,-1 4-1 0,3-6 2 16,-1 6-3-16,-2 5-5 0,4-2 3 0,-2 3-2 15,1-1-4-15,-1 7 15 0,-2-1-18 0,2 4 5 16,3 1-5-16,-4 3 4 0,0 2-1 0,3 4 2 16,-5 2 5-16,1 3-4 0,-2 2 2 0,-1 0-2 15,-1 3 2-15,-5-2-1 0,1 4-1 0,-3-4 0 16,1 3 1-16,-2-3-23 0,-5 1-27 0,2 1-50 16,1-4-45-16,-4-3-49 0,-1 0-151 0,-1 0-370 0,-1-5 165 15</inkml:trace>
  <inkml:trace contextRef="#ctx0" brushRef="#br0" timeOffset="165135.7">20662 15916 14 0,'0'0'67'0,"15"9"-33"16,-6 0-40-16,0 0-13 0,-1-1-19 0,6 6 9 15</inkml:trace>
  <inkml:trace contextRef="#ctx0" brushRef="#br0" timeOffset="165543.69">21149 16066 63 0,'0'0'215'0,"0"0"-14"0,-8-16-8 15,2 9-17-15,-2 1-12 0,-2-1-16 0,0 5-12 16,-2 0-9-16,-3 0-6 0,0 0-11 0,-5 9-6 15,5-1-8-15,-1 3-8 0,-1 3-10 0,0 1-4 16,4 1-9-16,-1 1-3 0,4-2-7 0,0 1-3 16,1 0-5-16,4 2-5 0,1-4-4 15,3-2-1-15,1 2-7 0,1-6-2 0,2 1 0 0,2-1-2 16,4-2 5-16,-3 0-11 0,4-5 2 0,3 1-6 16,4-6-1-16,0 2-1 0,2-5 0 0,-2-1-2 15,0-1 0-15,5-9-5 0,-7 6 5 0,2-5-5 16,-1-1 5-16,-3-3-6 0,0 1-1 15,-6 4 1-15,1-9-2 0,0 5 1 0,-3-3-2 16,4-2 1-16,-7 7 0 0,1 2 0 0,0 2-1 0,-2-2 1 16,1 6 3-16,-2 2 9 0,2 0-1 0,-1 3-5 15,-1 7-2-15,3-8-5 0,-3 8-1 0,0 0 2 16,0 0-1-16,0 0 4 0,0 26-3 16,0-8-2-16,-3 8 5 0,0 0-3 0,0 2 2 0,-3 1-2 15,2 3 1-15,-1 1 0 0,-1-3-18 16,1 1-18-16,2-2-26 0,0-1-26 0,1-8-30 0,5-1-11 15,-2-1-15-15,3-3-30 0,2-4 0 0,2-1-8 16,1-2 3-16,3-2-112 0,5-2-308 0,1-3 137 16</inkml:trace>
  <inkml:trace contextRef="#ctx0" brushRef="#br0" timeOffset="166010.2">21342 16251 742 0,'29'-12'-42'0,"-1"-1"23"0,-1-4 8 0,-1-2 30 16,-4 2 17-16,-2-2 3 0,-3 0 5 16,-6 5 19-16,-2-2 7 0,-1 3 14 0,-2 4 6 0,-3-1-2 15,-3 3-2-15,0 7-2 0,-4-12-6 0,4 12-1 16,-10-7 3-16,2 5-6 0,8 2 1 0,-22 6-6 15,9-1-1-15,2-2-11 0,-3 8 8 16,2 2-8-16,0 0-3 0,-3 7-7 0,4-3-3 16,3-5-1-16,2 5-7 0,1 0-7 0,2-1 1 15,2 1-4-15,2 0-5 0,2-1 0 0,2 2-2 0,5 5 1 16,2 0-1-16,-3 2 3 0,2 3-22 0,2-2 4 16,-3-1-4-16,-1 0 9 0,2 0-6 0,-3 1 4 15,-3-7-1-15,-2 0 0 0,0-3 0 16,-3 3 0-16,-2 2 0 0,-3-2 0 0,-1-2-1 15,-3-2 1-15,-1-2-4 0,-3 1 1 0,0-9-3 16,0 6 3-16,-2-5-10 0,1-1 5 0,2-4-4 16,-2-1 4-16,3 0 0 0,4-3-2 0,-4 0 4 15,4-4-6-15,4 2 4 0,-4-4-1 0,5-2 0 16,2 0-3-16,3-6-1 0,1 2 2 0,4-3-3 16,7-6-3-16,1-2 1 0,4 2 2 0,2-1 0 15,2 0-1-15,4 0-3 0,8-9-1 0,5 6-2 16,-1-3 0-16,-1 2 4 0,-8 8-6 0,12-9 8 15,-12 10 3-15,-4-2-6 0,-3 1 8 0,-3-1-3 16,-1 2 3-16,-9 5 4 0,0 1 3 0,-4-1 8 16,-3 5 5-16,-3 0 1 0,-1 10-4 0,-3-13 0 15,3 13-1-15,-14-6 0 0,14 6 0 0,-26 3 1 16,9 3-2-16,-9 8 4 0,-4 1-2 0,3 1 0 16,2 0-4-16,6 1-2 0,2-4 10 0,3 3-15 15,3 0-25-15,4-1-30 0,3-3-46 0,5 0-48 16,3 0-71-16,4 0-119 0,12-2-363 0,15-3 161 15</inkml:trace>
  <inkml:trace contextRef="#ctx0" brushRef="#br0" timeOffset="166584.26">22483 16325 68 0,'-1'-12'215'0,"1"12"-20"0,2-12-9 16,0 5 3-16,-1 0-13 0,0-4-19 0,1 1-12 15,0-5-15-15,2-2-10 0,-2 1-9 0,0 0-2 16,-2-3-11-16,2-7 0 0,-4 2-15 0,0 3-2 16,0 3-3-16,1 3 0 0,-2-2-4 0,1 0 7 15,0 7-5-15,0-1 0 0,-2 2-4 0,0 0-7 16,1 3-7-16,1 0-7 0,-3 2-6 0,5 4-2 15,-8-6-10-15,8 6-3 0,-6-4-5 0,6 4 1 16,0 0-5-16,0 0-3 0,-8 10-2 0,8-10 0 16,0 0-3-16,0 0-2 0,18 19 0 0,-8-13-3 15,2 1-1-15,4 0-5 0,2-1 0 0,-1 2-3 16,-2-3 3-16,2 3-3 0,-6-1-1 0,2 1-3 16,-4 1 6-16,0 0-2 0,-1 4-7 0,-3-4 4 15,-2 4 2-15,0-3-4 0,-2 0 0 0,-1 0 4 16,-2 1-1-16,3 1 6 0,-2-3-4 0,1 2 2 15,-3-1-3-15,6-2 2 0,-2-3-14 0,-1-5 4 16,4 11-4-16,-2-8 3 0,-2-3-4 0,11 6 1 16,-1-6-7-16,0 0 6 0,2-2-4 0,0-2 5 15,3-1-2-15,1-2 6 0,0 0-7 0,-5 1 5 16,-1-2 2-16,1 1 0 0,4-7-1 0,-4 4 2 16,2-5-1-16,-3-1 4 0,-2-1-5 0,0 3 5 15,-1 0-3-15,-2 3 4 0,0 0 0 0,-2 1 6 16,-3 10 5-16,5-10-4 0,-5 10-1 0,0 0-3 15,0 0 3-15,0 0 0 0,0 0 0 0,0 0 3 16,-29 29-2-16,19-14 4 0,-2 7-6 0,-2-1 3 16,8-3-4-16,0-2-15 0,3 0-28 0,0-4-31 15,3 2-31-15,1-4-49 0,2 0-36 0,2-1-31 16,3-2-125-16,2-1-377 0,9-4 167 0</inkml:trace>
  <inkml:trace contextRef="#ctx0" brushRef="#br0" timeOffset="166789.37">23269 16022 97 0,'0'0'163'0,"-7"-16"-10"15,-3 12-12-15,-1 0-4 0,-3 3 0 0,-5 4-3 0,-3 2-3 16,-6 5-2-16,0 6-6 0,1 3-6 16,0 1-3-16,5 3-9 0,2 1-4 0,1-3-13 15,3 3-7-15,9-6-11 0,-1 0-3 0,6 0-10 16,3 0-23-16,1-3-23 0,5-1-23 0,4 0-32 15,2-4-30-15,6-2-27 0,9-1-12 0,3-4-28 16,4 0-7-16,-1-3-112 0,1-4-281 0,-3-1 125 16</inkml:trace>
  <inkml:trace contextRef="#ctx0" brushRef="#br0" timeOffset="167006.21">23601 15808 22 0,'3'-6'192'0,"-3"6"-21"0,1-13-15 0,-1 13-5 16,0 0 2-16,0 0 13 0,0 0 1 0,0 0-1 16,-16 42 1-16,8-14-14 0,-1 2-6 0,-1-1-13 15,2 4-5-15,0 1-10 0,-2 11-9 0,4-11-13 16,-4 11-7-16,6-13-11 0,-4-1-4 0,4-2-8 16,0-3-13-16,2-6-30 0,-1 4-26 0,1-5-37 15,-1-3-44-15,1 0-39 0,0-4-37 0,-3-2-43 16,2-1-162-16,-3-4-394 0,6-5 175 0</inkml:trace>
  <inkml:trace contextRef="#ctx0" brushRef="#br0" timeOffset="167250.26">23406 16094 87 0,'18'-4'151'0,"1"3"-5"0,4 0-6 16,6-1-3-16,1-1-10 0,-1 3-1 0,0 0-2 15,2-2-2-15,0 2-1 0,-4-5-9 0,-2 4-8 16,-4 1-4-16,-1 1-6 0,-3 2-5 0,1 1-3 16,-7-1-10-16,-1 1-1 0,-2 1-13 0,-2 5-4 15,1 0 1-15,-3 0 6 0,-2 8-3 0,-2-2 1 16,-1 2-10-16,0-1-1 0,-3 1-7 0,0 0-4 0,-1-1-5 16,0-1-8-16,0 1-35 0,-3-3-37 15,-1 1-46-15,4-5-48 0,0-2-49 0,1 2-176 16,-2-6-392-16,6-4 173 0</inkml:trace>
  <inkml:trace contextRef="#ctx0" brushRef="#br0" timeOffset="167409.4">23829 15802 58 0,'0'0'72'0,"0"0"-34"0,0 0-40 0,-13 28-26 16,13-17-30-16,0-11 14 0</inkml:trace>
  <inkml:trace contextRef="#ctx0" brushRef="#br0" timeOffset="167667.64">24246 15822 118 0,'2'-6'197'0,"1"1"-7"0,-3 5-19 0,6-9-17 15,-6 9-13-15,2-7-21 0,-2 7-12 0,0 0-7 16,0 0 2-16,0 0 0 0,-24 27-2 0,8-5 0 16,0 3 1-16,-1 5 6 0,-7 11-5 15,0 3-3-15,4 2-5 0,-1 4 3 0,3-3-5 16,2-1-8-16,4-11-1 0,3-2-8 0,0 2-3 16,3 0-6-16,0-2 0 0,0-2-12 0,3-1-2 15,-4 0-5-15,2-4-6 0,1-1 0 0,2-6-8 16,0-3 0-16,1 1-17 0,0-4-25 0,-2-2-20 15,2 0-26-15,1-1-30 0,-4-4-35 0,2-1-32 0,2-5-49 16,-9 7-27-16,9-7-159 0,-10-3-418 0,10 3 185 16</inkml:trace>
  <inkml:trace contextRef="#ctx0" brushRef="#br0" timeOffset="167915.59">23909 16259 114 0,'16'-6'133'15,"-6"2"-14"-15,8 0-11 0,1 0-8 0,1 2 1 16,10-2 3-16,-3 3-8 0,2 1-5 0,-1 0-7 16,4-2-1-16,-5 1-2 0,-6 0-9 0,1 0-1 15,-1-2-13-15,-2 2 8 0,2-2-4 0,-5 5-3 16,-3-4-6-16,-4 2 3 0,4-1 1 0,-3 1-3 16,-10 0-3-16,13 1 12 0,-8 2-7 0,1 1-2 15,-1-1-3-15,0 4 0 0,2 2-4 0,-4 1-7 16,1 2-3-16,-2 1-1 0,-2 2-4 0,-2 2-17 15,2-2-22-15,-3 2-33 0,0-1-44 0,1-4-51 16,0-1-40-16,0 2-144 0,-3-4-347 0,3-2 154 16</inkml:trace>
  <inkml:trace contextRef="#ctx0" brushRef="#br0" timeOffset="168514.34">24614 16257 121 0,'7'-1'205'0,"1"-1"-11"0,1-3-22 16,1 0-8-16,-1-1-13 0,1 2-11 0,-2-4-14 16,0 1-9-16,0-3-11 0,-1 2-11 15,-1-3-6-15,1 2-11 0,-2-2-8 0,0 0-1 16,-1 0-1-16,-2-1-6 0,-2 1-6 0,2 1-8 16,-2 10-2-16,-7-16-1 0,7 16-5 0,-11-11-6 15,6 7-2-15,5 4-8 0,-19-3-1 0,19 3 0 16,-24 9-3-16,9 0-2 0,2 1-3 0,-3 3-2 15,-2 5 9-15,0 2-9 0,5 3 2 0,-1-3 2 16,1 3-1-16,6-5 2 0,0-1 3 0,5 1 0 16,2-2 2-16,0 0-4 0,2-2 0 0,6 0-1 15,0 1-2-15,3-2 2 0,0 0 6 0,5-3-6 16,0 0 0-16,4-5-2 0,1-1 0 0,8-1-1 16,-8-3-2-16,0-3-1 0,2-1-1 0,-4-3 3 15,0-2-4-15,5-5 0 0,-5 2 4 0,-3-1-3 16,4-3 2-16,1-5-3 0,-8 7 4 0,4-5-2 15,1 0 4-15,-2-2-6 0,-4 7-1 0,-2 6 0 16,2-7-5-16,-8 6 3 0,5-2 2 0,-5 5-4 16,0 1-1-16,2 0 1 0,-6 5-3 0,6-2 4 15,-6 2 4-15,0 0 3 0,9 14 4 0,-9-4 12 16,0 2-2-16,-2 3 7 0,-2 4-12 16,-1 0-3-16,-2 8-4 0,-1-3 7 0,-1 2-7 0,-1 0-21 15,3 0-30-15,3-7-43 0,-1 0-33 0,1-2-42 16,-2 0-48-16,1 0-32 0,-2-1-176 0,1-5-444 15,1-1 197-15</inkml:trace>
  <inkml:trace contextRef="#ctx0" brushRef="#br0" timeOffset="169146.98">20501 16733 95 0,'27'5'142'16,"-7"-5"-4"-16,10 2-7 0,8-2-1 0,17 0 0 0,4 1-3 15,3 1-1-15,4 0-7 0,31 1-4 16,-5 1-3-16,-2-1-12 0,4 8-4 0,-3-8-7 16,8-1-6-16,-3 4-34 0,4-2 0 0,-2 4-6 15,3-3-6-15,1-2 3 0,-1 2-4 0,7-2-2 16,0-2-2-16,3 0-5 0,-1 3 4 0,4-6-1 16,0 1-3-16,-2-2 0 0,2 0 5 0,7 2-10 15,6-4 1-15,-4-2-9 0,11 4 5 0,-5-9-4 16,0 3 4-16,-1-4 0 0,-3 2-6 0,-6-1-3 15,0 0-2-15,-8 1 2 0,-14 2-4 0,0 0 5 16,-33 2 1-16,0-1-1 0,-4 4 2 0,0-3-1 16,-6 2 2-16,-15 2-2 0,-4-2 4 0,-3 3 1 15,-12 0 1-15,-1 0-2 0,-6 0 0 0,0 0-5 16,-5 1 5-16,-3 0-4 0,-5 1-2 0,7-3-14 16,-7 3-12-16,0 0-14 0,0 0-10 0,-26-7-9 15,4 3-13-15,-6 2-6 0,-7 1-15 0,-1 0-11 16,-2-2-11-16,-1 0-21 0,4 1-25 0,-16 0-10 15,-2-1-112-15,-5-1-294 0,3-1 130 0</inkml:trace>
  <inkml:trace contextRef="#ctx0" brushRef="#br0" timeOffset="-8268.55">19408 13601 26 0,'0'0'60'0,"0"0"-1"0,0 0-8 0,0 0-2 15,0 0-16-15,0 0 15 0,0 0-8 0,0 0-12 16,0 0 0-16,0 0 5 0,0 0-4 0,0 0 5 0,0 0-1 15,0 0-4-15,0 0 0 0,0 0 0 16,0 0 3-16,0 0-13 0,0 0 4 0,0 0-5 16,0 0-3-16,0 0 0 0,0 0 1 0,0 0-4 15,0 0 2-15,0 0-2 0,0 0-7 0,0 0 5 16,0 0-5-16,0 0 8 0,0 0-13 0,2 12 8 0,-2-12 3 16,0 0-12-16,0 0 2 0,0 0 22 0,0 0-23 15,0 0 2-15,0 0 0 0,0 0-5 16,0 0 5-16,0 0-7 0,-6 4 4 0,6-4 2 15,0 0 1-15,0 0-5 0,0 0 7 0,0 0-2 0,0 0 4 16,0 0 0-16,0 0-2 0,-5 5-7 0,5-5 5 16,0 0-6-16,0 0 4 0,0 0 2 0,0 0-2 15,0 0 10-15,0 0-4 0,0 0 5 0,0 0-3 16,0 0 10-16,0 0-4 0,0 0 9 0,-2 5-6 16,2-5-4-16,0 0 3 0,0 0 3 0,0 0 4 15,0 0-12-15,0 0 12 0,0 0-5 0,0 0 6 16,0 0-13-16,0 0 7 0,0 0-9 0,0 0 0 15,0 0 2-15,0 0-1 0,0 0 13 0,0 0-14 16,0 0-1-16,0 0 2 0,0 0 11 0,0 0-8 16,0 0 2-16,0 0 14 0,0 0-8 0,0 0-5 15,0 0-8-15,-3-19 5 0,3 19 0 0,0 0-4 16,0 0 0-16,0 0-5 0,0 0-3 0,0 0 3 16,7-10 3-16,-7 10-3 0,5-3-5 0,-5 3 8 15,0 0-5-15,0 0-5 0,0 0 1 0,0 0-1 16,10-1 3-16,-10 1-4 0,0 0 11 0,0 0-9 15,0 0 6-15,11 6 1 0,-11-6-6 0,6 5 1 16,-6-5-2-16,3 6 13 0,-3-6-11 0,3 6 1 16,-3-6-3-16,4 8 8 0,-2-3-1 0,-2-5-2 15,2 9-3-15,-2-9 5 0,0 8-7 0,0-8 4 16,0 8-2-16,0-8 9 0,0 10-7 0,0-10 1 16,0 10-1-16,0-10 5 0,0 7-7 0,0-7 8 15,-4 10 4-15,4-10-4 0,-4 9 2 0,-1-3 6 16,2-2-5-16,3-4 1 0,-4 11-2 0,2-6 0 0,-1 2 1 15,3-7-5-15,-7 7 0 0,3 1-2 0,0-2-1 16,4-6 8-16,-8 8-9 0,4-5-1 16,4-3-1-16,-6 10 5 0,2-2-5 0,1-3 0 15,3-5 2-15,-6 6 3 0,6-6-6 0,-4 7 1 0,4-7 2 16,-3 7 2-16,3-7-7 0,-3 5 5 0,3-5-4 16,0 0 4-16,-4 7-2 0,4-7-2 15,0 0 6-15,0 0 2 0,-4 5-7 0,4-5 6 16,0 0-4-16,0 0 1 0,0 0-2 0,0 0 6 0,0 0-5 15,0 0 1-15,0 0 1 0,0 0-1 0,0 0 9 16,0 0-2-16,0 0-4 0,-5 5-4 0,5-5 6 16,0 0 0-16,0 0-5 0,0 0 5 0,0 0-2 15,0 0 6-15,0 0-3 0,0 0 1 0,0 0 1 16,0 0-2-16,0 0-1 0,0 0 1 0,0 0 3 16,0 0 1-16,0 0-4 0,0 0 2 0,0 0 0 15,0 0 0-15,0 0-5 0,0 0 5 0,0 0-1 16,0 0-3-16,0 0 1 0,0 0 2 0,0 0-5 15,0 0 2-15,0 0-3 0,0 0 3 0,0 0 3 16,0 0-9-16,17 0 4 0,-17 0 4 0,10-1-6 16,-10 1 2-16,14 1 5 0,-5-1-5 0,-9 0-1 15,13 0 4-15,-4 0-15 0,-1 0-10 0,2 0-7 16,1 0-9-16,1 2-14 0,-1-5-29 0,3 1-18 16,-2 2-38-16,-1 2-128 0,1-4-282 0,-2 1 125 15</inkml:trace>
  <inkml:trace contextRef="#ctx0" brushRef="#br0" timeOffset="-4258.83">30468 12322 96 0,'0'0'97'0,"0"0"7"16,0 0-15-16,0 0-1 0,0 0 9 0,0 0-12 15,0 0-9-15,0 0 2 0,0 0-6 0,0 0-17 16,0 0 4-16,0 0-5 0,-26 6-4 0,26-6-1 0,0 0-5 16,0 0 0-16,0 0-1 0,0 0-3 15,-9 0-4-15,9 0 4 0,0 0-8 0,0 0 1 16,0 0 8-16,0 0-3 0,0 0-1 0,0 0-4 15,0 0 4-15,0 0 7 0,0 0-3 0,0 0-1 0,0 0-5 16,0 0 4-16,0 0-2 0,0 0-3 16,0 0 3-16,0 0-6 0,0 0 7 0,0 0-3 15,0 0 3-15,0 0 1 0,0 0 2 0,0 0 4 16,0 0 0-16,0 0 2 0,0 0-5 0,0 0 4 0,0 0-8 16,-2-10-4-16,2 10-4 0,0 0-1 15,0 0-3-15,0 0 2 0,0 0-4 0,0 0-2 16,0 0-4-16,0 0-2 0,14-10 1 0,-14 10-2 15,9-4-5-15,-9 4-1 0,9 0-3 0,-9 0 2 16,12 3-3-16,-12-3 1 0,12 4-1 0,-8-1 0 16,0 1-5-16,0 2 4 0,1 3-2 0,0-1 3 0,-2 1 4 15,-1 0-6-15,-2 1-3 0,0 4 1 0,0-3 1 16,-3 2-3-16,2-1 2 0,-3 0 2 0,-2 3-3 16,2-3 3-16,-2-2-2 0,0 4 1 0,1-2-2 15,-1-2 1-15,0 0-1 0,-1-1 3 0,-1 0 1 16,2-2-4-16,-1 1 4 0,1-1 13 0,1-3-4 15,-1 1-1-15,1 0 0 0,-2 0 0 0,2-2-3 16,5-3 3-16,-5 7-4 0,0-4 0 0,5-3 0 16,-9 5-1-16,3-2-2 0,6-3 1 0,-7 3-3 15,7-3 2-15,-5 4-5 0,5-4 3 0,-5 4 0 16,5-4-1-16,0 0-2 0,-8 4 1 0,8-4 2 16,-5 4-1-16,5-4-2 0,0 0-1 0,0 0 0 15,0 0 3-15,-3 6-2 0,3-6 4 0,0 0-2 16,0 0-2-16,0 0 3 0,0 0 3 0,0 0 2 15,0 11 2-15,0-11-2 0,0 0 2 0,0 0 4 16,8 7-5-16,-8-7-1 0,7 3 3 0,-7-3-2 16,6 5 2-16,-6-5 0 0,7 4 1 0,-7-4 4 15,10 3 3-15,-5-1 2 0,1 1 4 0,-6-3-2 16,14 3-1-16,-1-1 3 0,-3-2 1 0,2 3-1 16,-5-3 3-16,5 4-1 0,1-4 6 0,0 3-5 15,-3-2 5-15,1 2-2 0,1-2 2 0,-2 1-1 16,1 0 0-16,-2-1-2 0,0 0 3 0,0 1-8 15,-9-2 3-15,13 0 10 0,-8 1-21 0,-5-1 6 0,12 1-1 16,-12-1-10-16,7 1-1 0,-7-1-2 16,0 0 2-16,7 2-5 0,-7-2 5 0,0 0-6 15,0 0 0-15,0 0-5 0,9 0 7 0,-9 0-9 16,0 0-16-16,0 0-15 0,0 0-16 0,0 0-18 16,0 0-27-16,0 0-43 0,5 5-40 0,-5-5-63 15,0 0-268-15,0 0-548 0,0 0 243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1T07:23:32.7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17979 6121 33 0,'0'0'30'0,"0"0"-6"16,0 0 2-16,0 0-4 0,0 0-3 0,0 0-2 15,0 0-1-15,0 0-4 0,0 0 1 0,0 0-7 16,0 0 1-16,0 0 12 0,0 0-10 0,0 0-3 15,0 0-4-15,0 0 7 0,0 0-9 0,0 0 5 16,0 0 0-16,0 0 2 0,0 0-4 0,0 0-1 16,0 0 4-16,0 0-6 0,0 0 3 0,0 0 2 15,0 0-6-15,0 0 2 0,0 0 2 0,0 0-4 16,0 0-1-16,0 0 5 0,0 0-4 0,0 0 2 16,0 0 2-16,0 0 0 0,0 0-3 0,0 0 3 15,0 0-1-15,0 0-8 0,0 0 4 0,0 0 2 16,0 0 2-16,0 0 1 0,0 0-3 0,0 0 3 15,0 0 0-15,0 0 0 0,0 0-2 0,0 0 0 16,0 0 2-16,0 0-1 0,0 0-3 0,0 0 3 16,0 0-7-16,0 0-3 0,0 0 10 0,0 0 0 15,0 0 2-15,0 0 2 0,0 0-8 0,0 0 1 16,0 0-7-16,0 0 2 0,0 0-7 0,0 0-8 16,0 0-27-16,0 0-51 0,0 0 23 0</inkml:trace>
  <inkml:trace contextRef="#ctx0" brushRef="#br0" timeOffset="11877.01">19108 10007 62 0,'0'0'75'0,"1"-7"-9"0,-1 7-9 0,0 0-6 16,0 0-7-16,5-5-1 0,-5 5-8 0,0 0 1 16,0 0-3-16,0 0-4 0,0 0-3 0,0 0-5 15,0 0-6-15,0 0 3 0,0 0 10 0,0 0-14 16,0 0-8-16,0 0 3 0,0 0 5 0,0 0-15 15,0 0 12-15,0 0-14 0,0 0-1 0,0 0-5 16,0 0 6-16,0 0-9 0,0 0-2 0,0 0-2 16,0 0 4-16,0 0-1 0,0 0-1 0,0 0-4 15,0 0 2-15,0 0-2 0,0 0 1 0,0 0-5 16,0 0-6-16,0 0-6 0,0 0-6 0,0 0-27 16,0 0-72-16,0 0 32 0</inkml:trace>
  <inkml:trace contextRef="#ctx0" brushRef="#br0" timeOffset="12865.76">22079 9897 45 0,'0'0'70'0,"0"0"3"0,5-15-2 0,-5 15-12 16,0 0 3-16,0 0-13 0,0 0-3 0,0 0-1 15,0 0-5-15,0 0 5 0,0 0-14 0,0 0-1 16,0 0 3-16,0 0-9 0,0 0-1 0,0 0 7 15,0 0-5-15,0 0-11 0,0 0 9 0,0 0-7 16,0 0 1-16,0 0-6 0,0 0 4 0,0 0-6 16,0 0-3-16,0 0 6 0,0 0-4 0,0 0 7 15,0 0-2-15,0 0-8 0,0 0 4 0,0 0-6 16,0 0 0-16,0 0-6 0,0 0 9 0,0 0 0 0,0 0-4 16,0 0 1-16,0 0-1 0,0 0 4 0,0 0-1 15,0 0 0-15,0 0 2 0,0 0-4 0,0 0-7 16,0 0 8-16,0 0-4 0,0 0 10 0,0 0-14 15,0 0 0-15,0 0 8 0,0 0-2 0,0 0-6 16,0 0 5-16,0 0-3 0,0 0-1 0,0 0 5 16,0 0 2-16,0 0-3 0,0 0 3 0,0 0-4 15,-2-11-3-15,2 11 0 0,0 0 5 0,0 0 7 16,0 0-8-16,0 0 1 0,0 0 1 0,0 0 0 16,0 0 2-16,0 0-4 0,0 0 4 0,0 0-3 0,0 0-8 15,0 0 10-15,0 0 2 0,0 0-1 16,0 0 10-16,0 0-21 0,0 0 12 0,0 0-8 15,0 0 5-15,0 0-2 0,0 0-6 0,0 0 8 0,0 0 2 16,0 0-5-16,0 0 0 0,0 0-11 0,0 0 2 16,0 0 2-16,0 0 0 0,0 0-9 15,0 0 2-15,0 0-15 0,0 0-11 0,0 0-1 0,0 0-16 16,0 0-13-16,0 0-62 0,0 0-142 0,0 0 63 16</inkml:trace>
  <inkml:trace contextRef="#ctx0" brushRef="#br0" timeOffset="19348.04">20809 12354 3 0,'0'0'5'0,"0"0"-5"15,0 0 0-15,0 0-2 0,0 0-1 0</inkml:trace>
  <inkml:trace contextRef="#ctx0" brushRef="#br0" timeOffset="19396.34">20809 12354 7 0,'0'0'1'0,"0"0"-3"16,0 0-1-16</inkml:trace>
  <inkml:trace contextRef="#ctx0" brushRef="#br0" timeOffset="54796.65">10604 3527 21 0,'-6'-10'77'0,"0"0"-15"0,-2 1-3 0,0-1 6 16,-1 1-3-16,-2 3-17 0,-4-4 0 0,-1 2 3 15,0 0-6-15,0 2-6 0,-3 0-5 0,0 1-9 16,0 2 2-16,-2 0 4 0,5 2-10 0,-7 1 10 16,2 1-18-16,-1 2 3 0,-4 3 0 0,3-1-6 15,-6 4 3-15,1 1-2 0,-1 4-3 0,1 2 2 16,-1-2 1-16,2 4-3 0,-3 1 4 0,2 3-9 16,0 1 4-16,-1 2-2 0,2 0 23 0,-8 10-26 15,12-8 4-15,2 1-5 0,-6 15 4 0,10-11 6 16,1-1-2-16,0 12-2 0,5-10 2 0,0 0 7 15,4 1-6-15,-1 11-5 0,0-11 2 0,5 2-2 16,-3-2 11-16,3 14-11 0,-1-14 9 0,-1 1 2 16,2 10-5-16,-2-11 3 0,3 0 6 0,0 11-6 15,1-10-1-15,-3 9 1 0,1 2-2 16,1-12 6-16,-3-1 0 0,1 2 1 0,0-1-2 16,3 13 3-16,-2-14-2 0,3 0-2 0,-1-1-1 15,0 3-4-15,1-3 5 0,0 1 1 0,-1 0-1 0,-2 1-5 16,3-1 3-16,1-1-1 0,-2 0-2 0,0 0 5 15,-1-2-8-15,1 2 16 0,0-5-13 0,1 1 8 16,-1 0-7-16,-1 3 3 0,1-1 0 16,1 0-5-16,0-3 9 0,-1 1-4 0,1-2 0 0,1 1 0 15,-1-8-3-15,1 7-2 0,3 1 4 16,-1-3 1-16,1 1-4 0,-1 0 4 0,4 1 0 0,-4-6-6 16,1-1-2-16,1 6 6 0,1-1-6 0,0-5-1 15,2 4 5-15,-1 1 2 0,0 1 2 0,-1-2-9 16,3-4 2-16,-1-1 3 0,2 0-4 15,4 4 5-15,-1 2 1 0,7-1 3 0,0-2 2 16,-3 0-5-16,5 2 1 0,1-3-2 0,4 1 1 16,4-3 5-16,1 1-5 0,2 0-4 0,13 0 2 15,4 0 4-15,-5-2-3 0,7-2-4 0,-1-5 1 0,5 0 2 16,-1-6 1-16,2 2-3 0,4-6-1 16,-3-7-3-16,-1-1 2 0,4-1-7 0,0-3-6 15,0-4-8-15,-1 0-7 0,-1-3-12 0,23-11-12 16,-24 9-25-16,1 1-27 0,-2-3-10 0,-1-5-105 15,-2 0-232-15,-5-3 103 0</inkml:trace>
  <inkml:trace contextRef="#ctx0" brushRef="#br0" timeOffset="56652.57">10122 3651 25 0,'0'0'47'0,"0"0"-6"16,0 0-2-16,0 0-1 0,0 0-3 15,39 4-4-15,-10-3 0 0,8-2-2 0,18-1-4 16,5 0 7-16,6-2-11 0,24-4 3 0,1 1-3 16,-2-4-4-16,-23 7 5 0,32-8 2 0,3 3-8 0,1 1 4 15,3-2-2-15,4 1-5 0,-3 0 0 0,5 4-6 16,-4-3 2-16,12-3 2 0,5 2-7 16,4-1 7-16,7 0-2 0,2 0-1 0,5-2-5 15,1 2 6-15,12-2-4 0,-3-4 4 0,3 4-6 16,0 1 2-16,-4-3 1 0,4 3 3 0,-2-3-1 15,0 6 7-15,-1-4-10 0,-5-1-5 0,3 3 10 16,-7-4 2-16,5 3-3 0,-5-4-1 0,-2 4-8 16,-4-1 14-16,-4 4 2 0,-8-3-4 0,3 4-1 15,-3 2-5-15,-5-2 1 0,0 2-3 0,-9 2 0 16,-4-1-3-16,-5-2 9 0,-3 2-4 0,-7 0 1 16,3 3 2-16,-31 1-3 0,33-3-3 0,-32 1-8 15,26 2 6-15,-25-3 2 0,28 3 9 0,-30-2-3 16,-1 0-2-16,3 1-6 0,-3-2 1 0,-1 3 6 15,-1-1-2-15,-2-1-3 0,-3 2-5 0,1-2 1 16,-3 2-2-16,-3 0 3 0,-12 0 0 0,-1 0 5 16,1 2-4-16,0-2-1 0,0 3-3 0,-6-1 4 15,1 2 3-15,0-1 6 0,-2-1-8 0,-3 0-4 16,-1 1 5-16,-6 0-7 0,1 0 10 0,-4 0 6 16,-1 1-5-16,1-2-14 0,-5 0 3 0,3 1 5 15,2-1 4-15,-5 0-10 0,4 2 6 0,1 0-4 16,1 0 4-16,1-1 2 0,0 3-3 0,1-3 4 15,-1 1-4-15,0 0 8 0,-1 0-10 16,3 0 0-16,-2 0 10 0,-4-1-11 0,1 1 2 16,1-1 1-16,-2 3 0 0,-3-3 0 0,-2 2-1 15,1-3 2-15,1 3-4 0,2 2 2 0,0 0 4 0,3 0-5 16,6 2 7-16,-5 0-5 0,6 2 2 0,0 1-2 16,-1-2 4-16,-9 1-7 0,10-1 3 0,-9 1-2 15,2 2 4-15,-3-2-5 0,1 1 7 0,-2 1 2 16,3 6-5-16,-5-4-6 0,0-1 3 15,-2 2 6-15,2 1-4 0,-5 1 4 0,1 0-9 16,2 5 10-16,-3 1-2 0,-2-1-3 0,1 4 2 16,0 3 1-16,-4-3 7 0,2 4-4 0,-1-1 7 15,-2 1 3-15,0 0-9 0,-1 1 7 0,2 0 9 16,-2 1-9-16,-1-2-3 0,0 2 2 0,1 2-3 16,2-3 0-16,-1 3 19 0,2-3 2 0,-3 2-4 15,-1 0 3-15,3-2 0 0,-1 0-6 0,1 1 2 16,-1 0-6-16,-2 12 4 0,4-12-11 0,-1-3 6 15,1 4-3-15,1-1-3 0,-3 0 0 0,0-3 1 16,-2 2 0-16,1 1 8 0,-1-2 4 0,0 0-5 16,1-1 1-16,-3 1 0 0,4 0-6 0,-4 1 0 15,0-1 1-15,0 0-2 0,-1-2 4 0,1-1-3 16,1 0-4-16,1 0 4 0,-2-2-10 0,1 0 7 16,-2 0-4-16,2-1 6 0,1 0 0 0,-3-6 1 15,1 6 0-15,1-4-5 0,-2 4 4 0,0-7-3 16,3 7 3-16,-2-5 5 0,-1-4-3 0,0 2 1 15,-1 0-5-15,3-1-1 0,1-17 7 0,-7 29-4 16,2-15 9-16,1-1 9 0,-1 2-1 0,-1 0-4 16,-2 0-3-16,0-1-3 0,1 1 1 0,-5 2-3 15,2 0 3-15,-3-2-4 0,-3 7-1 0,3-8-2 16,-4 6 0-16,8-4-9 0,-9 6 7 0,7-7-3 16,-2 0 0-16,1 1-2 0,1-2-9 0,-6 5 8 15,6-4-1-15,-6 4 0 0,7-4 4 0,-3-1-2 16,2 1 0-16,-1-1 7 0,0 0 0 0,-8 3 0 15,8-3 0-15,-3-2 1 0,2-2-3 0,0 3-4 16,-1-2 5-16,0-2-1 0,3-1 9 0,-5 2-10 16,0 1 11-16,0-3-3 0,-1-1 3 0,-3 2-5 15,-6 0 4-15,-1 0-5 0,1-3 2 0,-4 1-6 16,-2-1 3-16,-2-1-2 0,-6-1-2 0,-14 5-3 16,-2-6 1-16,1 0-2 0,-5-1 1 0,0 0-4 15,-4-2 3-15,-4 2-3 0,3-2-1 0,-31-2 1 16,30 2-1-16,1-1-1 0,-27 0 1 0,29 2-1 15,-30 2-5-15,30-5 3 0,2 5-4 0,-5-3-1 16,-26 0 3-16,29 0-6 0,-5 2 4 0,-25 0-7 16,2-1 2-16,3-1-3 0,21 1 7 0,-27-1-6 15,4 4-1-15,-3-2 4 0,1 4-7 16,4-2 6-16,-6-3 2 0,5 5 0 0,-2-4 1 0,0 2-1 16,31-1 2-16,-35 0 0 0,32-1 4 15,-27 1 2-15,27-2-4 0,-4 2 2 0,-25 4 0 16,26-7 0-16,-24 0-1 0,-2 7-6 0,27-7-2 0,-2 1 2 15,-27-2-1-15,5-4 4 0,25 3-1 0,-1-2 2 16,-25-1 0-16,24 0 5 0,-25-2-5 0,24 2 2 16,-23-5 2-16,24 0 2 0,1 1 1 15,-24-3-3-15,26 3 2 0,2-1 2 0,-2 2 3 16,2 1-5-16,-6 1 1 0,1-4 0 0,-1 5 2 16,-25-2 1-16,29 2-4 0,-2 1 1 0,-2 1-1 15,4 1 4-15,2-2-3 0,-3 2 1 0,7-4 0 0,-3 4 2 16,3 1-2-16,-2-1 0 0,1 1-1 15,2 0 3-15,-4-2-2 0,0 2 2 0,-1 1-2 16,0-2 0-16,-2 4 4 0,-27 0-1 0,31 1 5 16,-4-2 5-16,1 1-3 0,-1 1 3 0,2 1-5 15,-1-1 1-15,3 1-5 0,-3-2 2 0,7 1-2 16,1-2-2-16,14 3 1 0,-10-4 0 0,13 2-2 16,3-2-1-16,2-2 5 0,-1 1-4 0,1-2-4 15,2 2 3-15,0-3-1 0,1-1-1 0,1 1-2 16,1-2 1-16,-1-2-1 0,9 3 15 0,-2 0 3 15,0-1-11-15,-5 1 6 0,5 2-4 0,0-1 1 16,-1 1-5-16,3 0 1 0,-2 1 1 0,5 0-1 16,-3 0-2-16,3 2-6 0,16 0 5 0,-22-2 1 15,22 2-6-15,-17-3 4 0,17 3 0 0,0 0 0 16,-16-2-5-16,16 2 4 0,0 0-14 0,0 0-13 16,-14-2-18-16,14 2-27 0,0 0-30 0,0 0-33 15,0 0-26-15,0 0-36 0,0 0-21 0,0 0-167 16,0 0-413-16,0 0 183 0</inkml:trace>
  <inkml:trace contextRef="#ctx0" brushRef="#br0" timeOffset="108740.11">23040 16766 47 0,'0'0'57'15,"0"0"-7"-15,0 0-7 0,0 0-15 0,0 0-16 16,2-11-13-16,-2 11-39 0,0 0-42 0,0 0 18 16</inkml:trace>
  <inkml:trace contextRef="#ctx0" brushRef="#br0" timeOffset="110499.26">19954 13990 70 0,'0'0'62'0,"0"0"-7"0,0 0-3 15,5-14-6-15,-5 14-5 0,0 0-4 0,0 0-11 16,0 0-18-16,0 0-14 0,0 0-11 16,0 0-46-16,0 0-68 0,0 0 32 0</inkml:trace>
  <inkml:trace contextRef="#ctx0" brushRef="#br0" timeOffset="110812.25">19464 13931 72 0,'0'0'69'0,"0"0"-1"16,0 0-1-16,0 0-11 0,0 0-9 0,0 0-15 15,0 0-10-15,0 0-11 0,0 0-20 0,-2-7-27 0,2 7-31 16,0 0-72-16,0 0 32 0</inkml:trace>
  <inkml:trace contextRef="#ctx0" brushRef="#br0" timeOffset="111054.05">19835 13934 14 0,'0'0'74'0,"0"0"-8"16,0 0-13-16,0 0-8 0,0 0-21 15,0 0-19-15,0 0-26 0,0 0-23 0,-22 7-46 16,22-7 20-16</inkml:trace>
  <inkml:trace contextRef="#ctx0" brushRef="#br0" timeOffset="111254.38">19547 13923 2 0,'0'0'54'0,"0"0"-23"16,0 0-24-16,0 0-23 0,0 0-17 0,0 0 8 15</inkml:trace>
  <inkml:trace contextRef="#ctx0" brushRef="#br0" timeOffset="111446.47">19932 13913 36 0,'0'0'90'0,"0"0"-1"0,0 0-15 15,0 0-3-15,0 0-20 0,0 0-24 0,0 0-26 16,0 0-24-16,0 0-16 0,0 0-25 0,0 0-67 16,0 0 30-16</inkml:trace>
  <inkml:trace contextRef="#ctx0" brushRef="#br0" timeOffset="111828.17">19921 13947 30 0,'0'0'25'0,"0"0"-27"0,0 0-8 16,0 0-9-16,0 0 5 0</inkml:trace>
  <inkml:trace contextRef="#ctx0" brushRef="#br0" timeOffset="112023.38">19599 13913 69 0,'0'0'84'0,"0"0"-29"0,0 0-25 15,0 0-17-15,0 0-30 0,0 0-22 0,0 0-43 16,0 0 19-16</inkml:trace>
  <inkml:trace contextRef="#ctx0" brushRef="#br0" timeOffset="112896.7">19698 14082 33 0,'0'0'99'0,"0"0"-14"0,0 0-7 16,0 0-7-16,0 0-4 0,0 0-8 0,-8-3-6 15,8 3-6-15,0 0 0 0,0 0-10 0,0 0 2 16,0 0-4-16,0 0-4 0,0 0-7 0,0 0 3 16,0 0-7-16,-12 2-3 0,12-2-5 0,0 0 5 15,0 0 1-15,0 0 1 0,0 0-1 0,-7 2 6 16,7-2 4-16,0 0 3 0,-10 3 0 0,10-3-9 15,-9 1 19-15,9-1-20 0,-9 2 16 0,9-2-23 16,-11 1 0-16,11-1 4 0,-12 1-3 0,5 0-3 16,7-1 0-16,-14 1 10 0,6-1 0 0,8 0 0 15,-12 1 3-15,6 0 0 0,6-1-4 0,-11 0 7 16,11 0 7-16,-11 0 4 0,11 0-3 0,0 0-4 16,0 0 1-16,-12 0-3 0,12 0 3 0,0 0-2 15,0 0-6-15,0 0-7 0,0 0 8 0,0 0-11 16,0 0 8-16,0 0-7 0,0 0-5 0,29-4 3 15,-11 0 1-15,2 3 1 0,1-2-5 0,7 0 5 16,1-1-4-16,2-1 0 0,0 0 8 0,1 0-4 16,-2 0-2-16,1 2-1 0,-4-1-1 0,-6 2 3 15,-1-2-1-15,-1 1-3 0,-1 0 2 0,-5 3 2 16,-2-3-6-16,0 5-1 0,-3-2 2 0,-8 0-6 16,12-2 0-16,-6 1 7 0,-6 1-9 0,0 0 7 15,10 0-7-15,-10 0 3 0,0 0 2 0,0 0-4 16,0 0 1-16,0 0-4 0,0 0 0 0,0 0 6 15,0 0-8-15,0 0 5 0,0 0-1 0,-27 4-1 16,15-2 5-16,-6-1-1 0,-1 0-6 0,-2 4 5 16,-2-3-4-16,-5 1 3 0,0 1-6 0,0-2-2 15,1 3 4-15,0-1 3 0,0 1-8 0,7-3 4 16,1 0 3-16,1 0-2 0,4-2 2 0,4 0 3 16,2 2-3-16,8-2 0 0,-14 1-4 0,14-1 7 15,-9 1-3-15,9-1 3 0,0 0 1 0,0 0-3 16,0 0 4-16,0 0-3 0,0 0-6 0,0 0 8 15,36-1-2-15,-19 1 0 0,0-1-2 0,2-1 5 16,2 1 1-16,-2 0-2 0,1-2 1 0,1-1 4 16,-3 2 0-16,0 0-3 0,-4 1-2 0,-2-1-3 15,1 0 1-15,-4 1 1 0,3 0 6 0,-6 0-9 16,-6 1 1-16,13 0-1 0,-13 0 1 0,6-2-5 16,-6 2-20-16,0 0-22 0,10 0-39 0,-10 0-23 15,0 0-45-15,0 0-8 0,0 0-127 0,6 4-308 16,-6-4 136-16</inkml:trace>
  <inkml:trace contextRef="#ctx0" brushRef="#br0" timeOffset="171397.72">16710 16809 31 0,'0'0'102'0,"0"0"-12"16,0 0-17-16,0 0 1 0,0 0-2 0,0 0-10 16,0 0-3-16,0 0-3 0,0 0-1 0,0 0 1 15,13 13 8-15,-13-13-8 0,0 0-8 0,5 10-4 16,-5-10-1-16,0 0-9 0,4 7 4 16,-4-7-11-16,0 0 2 0,0 0 3 0,5 9-3 15,-5-9-2-15,0 0 1 0,7 8-2 0,-7-8-6 16,0 0 6-16,2 9 4 0,-2-9-2 0,1 5 1 0,-1-5-11 15,3 5 6-15,-3-5-4 0,0 0-1 16,5 9 0-16,-4-4 5 0,-1-5-6 0,6 3 4 16,-6-3-11-16,0 0 7 0,5 6-5 0,-5-6 6 15,0 0 1-15,21-6-8 0,-3-2 1 0,9-3 1 16,2-6 0-16,3-1-10 0,14-9-17 0,7-4-30 16,4-1-24-16,21-13-31 0,-1 3-40 0,-25 14-85 15,24-20-239-15,-26 11 106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6T04:28:03.4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7182 3046 124 0,'-8'-2'154'0,"8"2"-8"16,-11-2-13-16,11 2 10 0,-10-4-4 0,10 4-6 16,-7-1-10-16,7 1-11 0,0 0-3 0,-9-1-9 15,9 1-13-15,0 0-2 0,0 0-7 0,0 0 2 16,0 0-5-16,28-9-6 0,-6 6-3 0,9-6-9 15,6 4-1-15,13-5-4 0,6-3-10 0,-1 0-1 16,-2 5-4-16,-1-1-5 0,-14 5-14 0,1-1 2 16,-4 0-23-16,-3 3-28 0,-1 0-36 0,-3 2-40 15,-10 2-44-15,1-2-23 0,-6 1-123 0,-5 0-321 16,-2 2 142-16</inkml:trace>
  <inkml:trace contextRef="#ctx0" brushRef="#br0" timeOffset="253.1">7485 2994 1707 0,'-9'-3'-2'0,"0"-1"37"0,9 4 27 15,-9-5-29-15,3 4-5 0,6 1-11 0,-10-6-8 16,10 6-1-16,0 0 0 0,0 0-4 0,0 0 0 16,-3 16 3-16,3-7 5 0,0 1 9 0,3 8 4 15,-1 1 1-15,2 9 2 0,-2 1 0 16,0 1 3-16,-2 4-1 0,1 0 3 0,-2 1-5 0,-2 12 1 15,-1-14-6-15,3-1-2 0,-2 1 1 0,2-4-3 16,0 0-1-16,-2-3-1 0,6 1-1 0,-6-3-7 16,3-4-28-16,-2 5-26 0,0-2-31 15,1-3-30-15,2-2-28 0,-2-3-25 0,2 0-17 0,2-2-98 16,1-4-297-16,-3 0 133 0</inkml:trace>
  <inkml:trace contextRef="#ctx0" brushRef="#br0" timeOffset="631.29">7789 3198 169 0,'1'-7'238'0,"0"-1"-23"0,-1 8-22 16,3-8-23-16,-3 8-18 0,3-7-19 0,-3 7-13 16,0 0-8-16,0 0-10 0,0 0-3 0,0 0-5 15,2 30-3-15,1-11-3 0,1 7-6 16,-1 2-6-16,-1-1-6 0,3 0-4 0,0-1-11 15,0 1-4-15,-1-8-5 0,1 0-2 0,1-1-4 16,2 1-6-16,-3-3-1 0,3-2-1 0,-2-4-4 16,0-1-1-16,1 1 0 0,2-3-2 0,2-1-4 15,1 0 0-15,-1 0-2 0,3-4-2 0,-2 0 2 16,6-1-4-16,-4-2-2 0,-1-2 0 0,3-4 0 16,1-1-2-16,-3-5 4 0,1-2-8 0,3-5 4 15,-1-6-2-15,-3-2 2 0,2-1-4 0,-3 0-2 16,0-2 2-16,-4 0 0 0,-1-1-4 0,-4 1 7 15,-1-1-4-15,0 2 1 0,-4 5-2 0,-1-2 0 16,1 8-1-16,-3 2-2 0,3 4 1 0,0 4-8 16,-1-2-18-16,1 5-18 0,1 6-31 0,-1-11-40 15,1 11-45-15,0-8-24 0,0 8-16 0,0 0-20 16,0 0-116-16,0 0-359 0,28 8 159 0</inkml:trace>
  <inkml:trace contextRef="#ctx0" brushRef="#br0" timeOffset="832.52">8514 3010 73 0,'0'0'222'16,"11"-3"-25"-16,-5-1-18 0,3 2-14 0,8-5-21 16,1 2-11-16,2-2-13 0,7-1-10 0,-1 0-14 15,3-2-4-15,2 2-12 0,-2 1-8 0,1 0-13 16,-1 1-27-16,-3-2-13 0,-6 5-38 0,0 0-28 15,-3 0-32-15,-3 1-26 0,-5 0-26 16,1 1-105-16,-2 1-254 0,-8 0 112 0</inkml:trace>
  <inkml:trace contextRef="#ctx0" brushRef="#br0" timeOffset="1042.27">8689 2921 132 0,'-11'4'133'0,"0"0"-3"16,3 1-7-16,-1 3 0 0,2 2-7 0,-1 0 2 15,2 5 3-15,-2 4 0 0,0 5-1 0,4 2 2 0,-3 0-14 16,3-2-5-16,0 3-4 0,0 1-11 0,3-1 0 16,-2 1-8-16,3-1-6 0,0-3-7 0,-1 4-4 15,0-3-8-15,-1 1-3 0,0-1-4 16,1-6-7-16,-3 0-18 0,3 6-23 0,-2-8-26 16,1 1-24-16,0-3-27 0,1 0-47 0,-2-3-32 15,1-1-28-15,-2-2-105 0,4-9-313 0,-4 13 140 16</inkml:trace>
  <inkml:trace contextRef="#ctx0" brushRef="#br0" timeOffset="1198.21">8566 3347 177 0,'0'0'173'0,"10"-1"-17"15,2 1-12-15,-2-2-16 0,3 1-10 0,6 0-8 16,1-2-18-16,8 1-20 0,3 1-54 0,1-2-39 15,3 0-48-15,-2 0-114 0,-1 1-199 0,2-3 88 16</inkml:trace>
  <inkml:trace contextRef="#ctx0" brushRef="#br0" timeOffset="2322.19">7135 4028 19 0,'0'0'115'0,"0"0"-10"16,0 0-12-16,-11 0-4 0,11 0-1 0,0 0 2 15,0 0 4-15,0 0 4 0,23 11-5 0,-5-8-3 16,9 2 7-16,5-1-8 0,8 0-2 0,21-3-2 15,30-4 4-15,7 0-4 0,6-5-9 0,7-1-6 16,5 1-1-16,-1-1-11 0,5-2-6 0,1 1-3 16,-1-5-1-16,-2 3-4 0,-1 0-8 0,-6-3 0 15,-9 6-5-15,-7 1 1 0,-6-2-2 0,-31 4-3 16,-2 4-1-16,-2-4 0 0,-16 2-4 0,0 3 1 16,-1 1-1-16,-5-3-3 0,-1 4-3 0,-4 1-5 15,-8 1-9-15,-4-3-19 0,-4 0-20 0,0 2-17 16,-11-2-18-16,14 6-24 0,-14-6-26 0,7 3-24 15,-7-3-153-15,0 0-321 0,0 0 142 16</inkml:trace>
  <inkml:trace contextRef="#ctx0" brushRef="#br0" timeOffset="2545.58">9141 3210 228 0,'-9'-9'239'0,"2"3"-22"15,-1-1-31-15,4 2-36 0,4 5-32 16,-8-5-21-16,8 5-17 0,0 0-21 0,0 0-14 16,0 0-19-16,0 0-27 0,0 0-27 0,14 20-28 15,-5-6-22-15,1 2-22 0,-2 2-97 0,4 7-214 0,-3 0 94 16</inkml:trace>
  <inkml:trace contextRef="#ctx0" brushRef="#br0" timeOffset="2698.41">9173 3660 106 0,'-3'8'155'0,"3"-8"-17"0,0 0-17 15,0 0-12-15,0 0-17 0,0 0-22 16,0 0-17-16,13 11-36 0,-13-11-42 0,14 0-33 15,-3-1-72-15,-11 1-140 0,28-5 61 0</inkml:trace>
  <inkml:trace contextRef="#ctx0" brushRef="#br0" timeOffset="3017.78">10157 3020 65 0,'-1'-7'170'0,"1"7"-8"16,-4-10-10-16,4 10-13 0,-6-5-6 0,6 5-18 16,-7-3-7-16,7 3-6 0,-15 7-9 0,6 2-1 15,-3 7 0-15,-4 10 2 0,0 5-4 0,-9 13-5 16,6-1-6-16,-3 3-2 0,4 4-5 0,3 0-7 15,0-4-4-15,3-2-6 0,3-10-1 0,1-1-6 16,3-1-5-16,3 0-6 0,2 1-2 0,2-2-1 16,0-3-2-16,3-1-3 0,3-2-4 0,0 0-11 15,3-7-15-15,0-3-21 0,3 1-22 0,6 1-24 16,-2-7-31-16,12 0-31 0,0-7-41 0,1 3-149 16,2-3-346-16,1-6 153 0</inkml:trace>
  <inkml:trace contextRef="#ctx0" brushRef="#br0" timeOffset="3453.95">10810 3068 126 0,'-10'-7'214'0,"0"-1"-18"16,-1 7-20-16,1 0-15 0,-2 2-12 0,0 4-6 15,-6 8-4-15,-1 6-13 0,-2 7 1 0,1 2 29 16,-3 12-13-16,5-8-7 0,4 1-13 0,1 0-8 15,4 1-9-15,3-2-14 0,2 0-6 0,-1 2-7 16,5-6-8-16,8 1-7 0,-2-4-6 0,2-1-4 16,-1-6-6-16,2 1-1 0,4-3-5 0,0-1-4 15,3-4-2-15,1-1-2 0,0-1-2 0,2-2-8 16,-1-3 7-16,4 0-5 0,-1-3-2 0,10-4-6 16,-9 0 2-16,-1-1-4 0,6-5 0 0,0-2-3 15,-4-1-2-15,-1-2 1 0,1-3-1 0,-4-1-6 16,-2-3 0-16,-1-2-1 0,-2 0-4 0,-1-3 0 15,-4 2 0-15,0 1 0 0,-5 3 3 0,0 1-3 16,-3 2 1-16,1 4-1 0,-4 1 10 0,1 1 0 16,-1 3 4-16,0 1-1 0,2 7-6 0,-7-8 3 15,1 8-3-15,6 0-1 0,-20 11-1 0,7 1-2 16,-1 2-1-16,1 1 0 0,-2 7 3 16,-1 2-2-16,3-3-9 0,5-3-18 0,2 1-14 0,5 0-19 15,1 0-18-15,3-2-27 0,3 0-21 0,2-2-23 16,1 0-18-16,1-1 0 0,4-1-21 0,0-2-2 15,4 1-6-15,-3-2 5 0,4-1-113 0,-3 1-325 16,3-2 144-16</inkml:trace>
  <inkml:trace contextRef="#ctx0" brushRef="#br0" timeOffset="3649.92">11176 3643 439 0,'16'-4'6'0,"-2"-1"22"15,0-2 20-15,-3-1 27 0,-1-1 7 0,-1-3 14 16,2-2 5-16,-3 3 9 0,-2-5 8 0,1 0 3 16,3-1 0-16,-5 0-2 0,0-2 2 0,2-5-11 15,-1-1-3-15,2 7-3 0,-3 1 3 0,3 0 0 16,-3 7 3-16,1-1-9 0,-3 5-7 0,3-2-11 15,-1 3-9-15,-1 2-7 0,-4 3-7 16,14-3-7-16,-5 5-7 0,0 1-4 0,0 0-3 16,2 7 0-16,-2-1-5 0,2 3-2 0,0 2-6 0,-2-2-11 15,0 3-26-15,1 1-13 0,-5-6-26 0,3 5-23 16,-4-3-39-16,1-1-36 0,2-1-42 0,-4-3-36 16,-1 2-142-16,1-5-396 0,0 1 175 0</inkml:trace>
  <inkml:trace contextRef="#ctx0" brushRef="#br0" timeOffset="3871.7">11733 3104 58 0,'1'-7'234'0,"1"-3"-19"0,-2 5-21 16,0 5-20-16,0 0-12 0,0 0-6 15,0 0 1-15,0 0 6 0,0 0-8 0,-7 27-2 16,6-9-11-16,-1 7-11 0,1 1-13 0,1 0-10 15,-2 1-12-15,0 1-4 0,2 0-12 0,0-2-2 0,2 0-12 16,0 0-7-16,1-2-10 0,-1-4-39 16,0-1-37-16,-1-1-46 0,0-1-45 0,3-1-51 15,-1 0-51-15,-3 1-155 0,1-6-404 0,-2-1 179 16</inkml:trace>
  <inkml:trace contextRef="#ctx0" brushRef="#br0" timeOffset="4021.54">11621 3355 2148 0,'-2'-13'0'16,"2"-1"31"-16,0 3-23 0,0 4-5 0,0 7-22 15,0-14-14-15,0 14-27 0,5-7-11 0,4 6-9 16,-9 1-20-16,16 1-21 0,-3 2-27 0,3 6-112 16,-7-2-282-16,0 2 126 0</inkml:trace>
  <inkml:trace contextRef="#ctx0" brushRef="#br0" timeOffset="4469.76">11828 3520 214 0,'0'0'210'0,"0"0"-23"0,0 0-6 15,13-11-11-15,-9 4-7 0,4 0-7 0,-5 0-4 16,3-3-5-16,2 2-7 0,0-2-6 0,-2-1-7 16,1 1-10-16,-3-6-3 0,0 2-12 0,2-4-7 15,-3 1-4-15,-2 0-13 0,0 1-7 0,2 0-7 16,-2 1-7-16,-1 3 3 0,-1 3 1 0,1-1-2 15,0 10-11-15,1-12-6 0,1 7-4 0,-2 5-12 16,4-7-4-16,-4 7-3 0,9-2 1 0,-9 2-6 16,16 2 2-16,-8 2-3 0,3 3 0 0,1 0-1 15,-2 2-5-15,3 3 1 0,-2 2 1 16,0 1-3-16,-4-2 1 0,0 3-3 0,-1 0 4 0,-1 1-3 16,-1 0-3-16,1-3 1 0,0-2 1 0,-3 0 3 15,1-3-5-15,0 1 3 0,2-1-4 0,-3-2-2 16,1-1 2-16,3-2 3 0,-1 2-2 15,2-2 1-15,2-1-1 0,1-1-2 0,2-2-4 16,3-2-2-16,1-1-5 0,2 1 1 0,0-4-1 16,1 0-1-16,-2-2-2 0,-1-2-1 0,-1-2 1 15,-4-2 1-15,3 1-2 0,-2-2 2 0,-1 1-2 0,-2-1 0 16,-3 1 9-16,-3-1 2 0,1 3-1 16,-4 1-3-16,0 0 4 0,0 5-2 0,0 6 4 0,-5-11-1 15,1 9-1-15,4 2-2 0,-17-2 2 16,3 6-1-16,0 3-1 0,-6 3 1 0,-2 6 5 15,2 0-3-15,4 0-8 0,5-2-35 0,1 2-39 16,6-1-44-16,6-2-60 0,0-1-69 0,3 0-137 0,6 0-427 16,3-5 190-16</inkml:trace>
  <inkml:trace contextRef="#ctx0" brushRef="#br0" timeOffset="4758.71">12902 3295 2336 0,'0'-24'-34'0,"2"-4"39"0,-4 4 14 16,0 5-3-16,2 1 1 0,-3-2 8 0,1 4 3 15,-2 0 9-15,1 6 17 0,1-1 14 0,-1 4 15 16,-1-3-4-16,4 5 6 0,0 5-11 0,-2-10-7 16,2 10-10-16,0 0-8 0,0 0-6 0,0 0-6 15,0 0 4-15,-2 36-5 0,0-8 8 0,-1 4-2 16,1 1-7-16,0 3 0 0,0 0 2 0,-3 11-4 15,-2-13-5-15,5-1-2 0,0-2-3 0,-3 1 2 16,3-4-3-16,-2 0-4 0,4-1 1 0,-2-1-15 16,0-7-24-16,0-1-33 0,2-2-26 0,-3 0-31 15,3-3-38-15,-3-2-43 0,3-2-35 0,-2-2-25 16,-2 0-172-16,4-7-457 0,0 0 202 0</inkml:trace>
  <inkml:trace contextRef="#ctx0" brushRef="#br0" timeOffset="5464.33">12612 3396 11 0,'-2'-8'220'0,"2"8"-24"15,0 0-17-15,11-8-20 0,-2 6-14 0,14-1-9 16,8-3-15-16,1 3-18 0,3-2 1 0,5 4-12 16,12-4-7-16,0 1-6 0,-14 0-12 15,12 3-2-15,-12-3-8 0,-2 4 4 0,-2-4-14 0,1 2-6 16,-1-2-7-16,-5 0 4 0,-8 3-7 0,-3-1-3 15,-7 0 0-15,0 0 2 0,0 1 9 0,-6 0 12 16,-5 1-4-16,6-2 0 0,-6 2-8 0,0 0 0 16,0 0-5-16,0 0 4 0,-31 2-2 0,13 4 1 15,-2 2 5-15,-5 2 3 0,0 3 7 16,2 1-6-16,0 3 3 0,2 0-4 0,3-4 1 0,9 0-5 16,0-2-4-16,3 0-3 0,0 0-3 0,6 0-4 15,0-2-2-15,0 1-1 0,6-2 1 0,0 0-2 16,3-2-1-16,0 0-5 0,5 0 0 15,3-3 1-15,1 0 0 0,5-3-6 0,-5-2 1 0,4 0-2 16,-1-2-4-16,-2 2 2 0,-2-4-1 16,-7 1 1-16,2 0-2 0,-3-1 0 0,-2 0-2 0,1-4 1 15,-3 1-1-15,4-1-5 0,-6 0 6 0,-1 0-5 16,0-1-2-16,0 0 3 0,-2 2-1 16,2 0-4-16,-2 2 1 0,0 7 1 0,2-10-2 15,-2 10-3-15,0 0-2 0,0-9-2 0,0 9 1 16,0 0-1-16,0 0 4 0,0 0 2 0,0 0-2 15,0 0 1-15,0 27 1 0,0-19-3 0,0-2 6 16,5 3-1-16,-1-1 2 0,1 0-5 0,-2-2 9 0,3-1-3 16,-2 0-3-16,5-1 2 0,3-4-1 0,-5 0-2 15,1 0-5-15,4-2-2 0,1-3 0 16,0-3 3-16,-1-1 1 0,-1-1-1 0,-5-1-1 16,4-1 3-16,-3-2 1 0,1-2-1 0,-1 0 2 15,3-1 0-15,-6-2 0 0,2 0-2 0,-1 0 4 16,-3 0 4-16,-2-2 3 0,2 2 0 0,-2 1 9 0,2 4 9 15,-2 3 6-15,0 0 1 0,0 1 10 16,3 3-3-16,-3 7-6 0,0-10-7 0,0 10-5 16,0 0 1-16,0 0-6 0,0 0 0 0,0 0 0 15,0 33 0-15,-3-5 5 0,-1 3-3 0,0 2 3 16,-1 3 4-16,-3 9-1 0,3-12 1 0,0 0-5 16,1-1 0-16,-5 0-2 0,7-2-2 0,-5 2-4 15,5-6 11-15,-2 2-5 0,0-2-14 0,4-2-20 16,0-6-32-16,-2-2-34 0,4 1-23 0,-2-6-30 15,0 0-18-15,0-11-31 0,0 16-20 0,0-16-12 16,0 10-20-16,0-10-162 0,0 0-432 0,0 0 191 16</inkml:trace>
  <inkml:trace contextRef="#ctx0" brushRef="#br0" timeOffset="5662.19">13538 3343 9 0,'13'-10'188'0,"0"4"-13"15,1 4-4-15,-3 1-9 0,3 2-6 0,-3 1-9 16,-1 1-8-16,0 3-9 0,-1 1 3 0,0 2-1 16,0 2-12-16,-2-2-7 0,-1 1-11 0,-1 4-8 15,-3-3-11-15,0 2-7 0,-2-3-7 0,0 3-5 16,0 1-7-16,-7-1-9 0,-1 2-26 0,1-3-32 16,0-2-41-16,-4 0-64 0,0 0-47 0,2-3-180 15,-2-3-371-15,4 0 164 0</inkml:trace>
  <inkml:trace contextRef="#ctx0" brushRef="#br0" timeOffset="5896.15">13863 3152 173 0,'4'-9'258'16,"-2"0"-13"-16,1 3-18 0,-3 6-18 0,0-9-21 15,0 9-19-15,0 0-16 0,0 0-11 0,0 0 2 16,0 0 3-16,3 30 0 0,-6-10-12 15,-2 8-6-15,1 4-8 0,0 1-11 0,3 0-12 0,-3 0-11 16,0 13-16-16,2-16 5 0,-1 0-6 16,-4-1-9-16,5-1-4 0,0-4-7 0,2 0-15 0,-2-3-30 15,1-3-34-15,-1 2-22 0,0-5-28 0,2 2-34 16,-2-1-38-16,-2-5-50 0,2 1-41 16,-1-2-166-16,-4-4-440 0,7-6 196 0</inkml:trace>
  <inkml:trace contextRef="#ctx0" brushRef="#br0" timeOffset="6719.7">13930 3279 150 0,'10'-5'171'0,"-1"2"-8"0,-1 3-12 0,-8 0-4 16,12 3-3-16,-3 4-6 0,-5 1-6 0,2 1-7 15,-3 3-12-15,-1 3-3 0,-4 2-11 0,0 1-9 16,-3 1-9-16,-5 5-9 0,-4-2-3 0,3-5-8 15,-3-2-5-15,2-2-5 0,0 0-3 0,2-3-6 16,1-3-4-16,3-2-3 0,1 0-1 0,5-5-1 16,-6 5-4-16,6-5-4 0,-6 5-1 0,6-5-2 15,0 0-2-15,0 0-5 0,0 0 0 0,0 0-4 16,32-9-2-16,-14 5 0 0,1-1-1 0,2 1-3 16,7-1 2-16,-1-1 0 0,2 1-2 0,-2-1-3 15,0 0 0-15,0-1 3 0,-9 3-1 0,2-2 0 16,-1-1-1-16,-2 1 0 0,1 0 0 0,-5 2 4 15,-4-3-5-15,3 0 6 0,-4-3-1 0,-1 1 8 16,-1-1 11-16,-5 1-1 0,0-1 0 0,-3 1 1 16,2 9 3-16,-11-17 1 0,5 11 2 0,1 0 3 15,-6 3-2-15,2 0 6 0,1 2-5 0,-4 1-2 16,1 4 5-16,2 1-10 0,-3 1 11 0,3 2-6 16,-1 5-4-16,-2 0-4 0,5-3-8 0,1 5 4 15,4-3-2-15,1 0-4 0,4 1-29 0,1 2-24 16,2-5-26-16,5 4-26 0,1-4-29 0,3 2-13 15,4-5-12-15,10 0-19 0,-2-2-5 0,4-4 0 16,-1 3 12-16,-1-4 15 0,-1-2 8 0,0-1 19 16,-8-1 15-16,7-2 31 0,-7 0 29 0,-4-3 30 15,2 2 20-15,-4-2 24 0,-1 2 26 0,-4-2 10 16,0-5 14-16,0 5 12 0,-4 0 11 0,-1 0 1 16,1-1 8-16,-4 3 2 0,0 2 7 0,-1 5-2 15,-1-14 4-15,1 14-3 0,-4-8-7 0,-2 4-11 16,6 4-16-16,-14 0 7 0,1 1-1 0,-3 5-7 15,-2 3-9-15,-1 1 0 0,2-1-4 0,-7 3 3 16,7-2-22-16,2 0 9 0,1 2-10 16,6-2-10-16,-1-1-1 0,2-1 3 0,1 3-17 0,4-5 0 15,1 1-6-15,1-7-1 0,4 12 0 0,-1-7-2 16,2-1-6-16,3-2-3 0,1 1-4 0,4-2-10 16,-2-1-2-16,2-2-3 0,1-2-6 0,0-3 5 15,4-1-5-15,-5-1 2 0,3-3-10 0,-5 0 15 16,1-2-1-16,-3-1-5 0,0-3 5 0,0-5 3 15,-2-3 0-15,-1 0-3 0,-1 2 4 0,-3-1-3 16,2-5 2-16,-2 3 1 0,3-1-4 16,-3 1 1-16,-1-2-2 0,1 10 5 0,-2-1 1 0,0 4 12 15,0 7 10-15,0-1 3 0,0 0-4 0,2 4-4 16,-2 6-5-16,0 0-2 0,0 0 0 0,0 0 0 16,0 0 4-16,-2 40-2 0,2-12 1 15,-5 3-2-15,0-1-1 0,1 1-2 0,-1 2 3 16,1-3 2-16,0 2-8 0,1 0 3 0,0-3-19 15,0 1-15-15,0-4-45 0,1-1-45 0,2-6-38 0,2-2-36 16,1 0-51-16,1-3-42 0,-1-4-229 0,-1 0-556 16,-2-10 246-16</inkml:trace>
  <inkml:trace contextRef="#ctx0" brushRef="#br0" timeOffset="6955.78">14851 3062 120 0,'5'-1'228'0,"-5"1"5"16,15 7-9-16,-6 3-12 0,3 6 0 15,-1 7-5-15,0 6-3 0,0 4-4 0,-6 2-13 16,4 13-10-16,-2-14-9 0,3 14-15 0,-5-3-15 16,-2-10-11-16,-1 10-12 0,0-12-13 0,0 1-5 15,-1 1-9-15,-4-1-13 0,-1-3-5 0,1-1-7 16,-5 0-19-16,-4-5-28 0,1 1-36 0,-5-2-39 15,-1-2-51-15,-6-1-51 0,0-7-68 0,-6 4-252 16,0-9-519-16,-1-2 230 0</inkml:trace>
  <inkml:trace contextRef="#ctx0" brushRef="#br0" timeOffset="7100.52">14621 3766 147 0,'0'0'107'0,"0"0"-63"0,8-6-68 0,-8 6-22 16,6-5-49-16,-3-1 21 0</inkml:trace>
  <inkml:trace contextRef="#ctx0" brushRef="#br0" timeOffset="16556.09">11406 4114 90 0,'0'0'104'0,"-4"-14"-6"0,1 9 1 0,1-3 3 16,-1-1-3-16,3 9-4 0,-4-12 9 0,2 8 1 16,2 4-4-16,-5-9 2 0,5 9-8 15,-2-8-2-15,2 8-16 0,0 0-13 0,-2-7-1 0,2 7-9 16,0 0-8-16,0 0-5 0,0 0-7 0,0 0-4 16,0 0 4-16,11 33-6 0,-6-15 0 15,2 10-4-15,-1 2 0 0,1-2-6 0,-2 6 8 16,1 12-8-16,-3-10 5 0,-2 0-1 0,0 0 4 15,2-1-4-15,0 0-6 0,-3-2 1 0,2 1 1 16,-1-3-1-16,4 1-2 0,-2-3 7 0,2-3-3 16,-4-7 1-16,1 1-3 0,0-4 0 0,1 0-2 0,-3 0-2 15,1-4-4-15,1 0 3 0,0 0 0 16,-2-3 0-16,0 0-3 0,0-2 0 0,0-1 1 16,0-6-4-16,2 10-18 0,-2-10-13 0,0 0-18 15,0 0-15-15,0 0-18 0,-1 13-15 0,1-13-32 0,0 0-27 16,0 0-134-16,0 0-305 0,0 0 135 15</inkml:trace>
  <inkml:trace contextRef="#ctx0" brushRef="#br0" timeOffset="16888.3">11260 4530 14 0,'-2'-10'131'0,"2"10"0"15,0 0-20-15,0 0 7 0,0 0-1 0,21 14-12 16,-11-6 18-16,2 3-6 0,-2 5-7 0,2 0-3 16,-1 1-15-16,2 6-1 0,-4-6-5 0,4 7-5 15,1 1-6-15,-8-6-11 0,2 5 0 0,-2-5-6 16,-1-2-2-16,2-2-2 0,-2 1-4 0,-1-4-6 16,-2-1-2-16,2-3-3 0,-1-1-2 0,-1 0-2 15,2-3-1-15,0-1 5 0,-4-3 10 0,5 6 5 16,-5-6 5-16,13-3-2 0,-3 0-2 0,3-4-6 15,5-5-8-15,7-2-6 0,2-4-1 0,-2-3-3 16,2 1-3-16,0 0 0 0,0 0-9 0,-3 1-6 16,-3 2-15-16,-3 6-19 0,-2-2-19 0,1 4-24 15,-6 2-35-15,-2 2-34 0,5-2-39 0,-5 5-29 16,-9 2-141-16,0 0-369 0,19-1 165 0</inkml:trace>
  <inkml:trace contextRef="#ctx0" brushRef="#br0" timeOffset="18553.14">11118 5232 39 0,'-2'-8'163'0,"-2"0"-6"0,-1 2-10 0,-2 1-3 16,1-1-6-16,-1 2-10 0,-2-2-8 0,-3 6-5 16,2-2-5-16,-3 6 5 0,-1 0-13 0,-3 5-4 15,-1 5-1-15,-2 6-6 0,0 3-2 0,-1 7 0 16,-3 10-4-16,4 2-4 0,5-9 2 0,5-1-15 15,-3 3-9-15,5-6 1 0,2 2-10 0,2-4-3 16,1 1-8-16,3-1 2 0,4-2-9 0,2-8-1 16,1 0 1-16,7-2-6 0,4-4-5 0,6 2-15 15,3-6-12-15,2-2-25 0,2-3-25 0,5-4-20 16,-3-2-25-16,2-2-6 0,-1-2-11 0,4-1-10 16,-5-3-1-16,-4-2 13 0,-3-1 7 0,-2 1 12 15,-2-2 7-15,1-1 10 0,-10 2 11 0,2-6 13 16,-5 3 8-16,-1 0 15 0,-1-1 16 0,-2 1 17 15,-1-1 17-15,-1 0 25 0,-3 1 20 0,0 7 12 16,-1-2 14-16,0 5 14 0,0-3-2 0,-1 1 4 16,1 10-1-16,1-11-2 0,-1 11-13 0,-1-11-10 15,1 11-8-15,0 0-10 0,0 0 2 0,0 0 0 16,0 0 3-16,-11 22-6 0,4-5 0 0,1-1-3 16,0 4 0-16,0 7-7 0,2-10-1 0,0 3-7 15,1-1 1-15,0-1-7 0,2-1-4 0,0-2-5 16,2 2 2-16,3-6-1 0,0 1-7 0,1-1 3 15,0-2-5-15,3 1 0 0,-2-3-4 0,5 1 3 16,-2-4 1-16,0-1-5 0,3-3 1 0,-2 0-4 16,3-1 0-16,-1-1-13 0,-4-2 0 0,4-3-2 15,-1 1-3-15,-2-2 5 0,-1-2-4 0,0 1-1 0,-1-2 0 16,-2 1 1-16,-1-7-3 0,-1 5 3 16,-2-4-5-16,-1 0 0 0,0 0-3 0,-2-1 1 15,0 0-2-15,2 1 2 0,-1 0 3 0,0-1 1 16,2 0-3-16,0 5 2 0,1 0 1 0,-1 0-3 15,2 4-5-15,0-1 0 0,6 2 2 0,-5 2-2 16,7 2 1-16,1 3 1 0,-1 2 1 0,4 3 4 16,1 3 2-16,1 2 2 0,-2 0 0 0,3 3 1 15,-5-1 2-15,1 2 6 0,-1 0-5 0,-2 1 1 16,-1 0-2-16,1-1 4 0,-4-1 0 0,-2-1 1 16,1-3 2-16,-3 0-1 0,-2-3 1 0,1 2 4 0,-2-8 0 15,1 10 8-15,-1-10 12 0,-1 8 1 16,1-8-6-16,0 0 3 0,-4 5-4 0,4-5 1 15,0 0-1-15,0 0-3 0,-19-12-2 0,15 8 0 16,0-2 1-16,4 6-3 0,-5-16 1 0,5 3-3 16,1 1-1-16,1-1-6 0,1-3-3 0,5-8 0 15,1 7-4-15,1-1-4 0,7-5 7 0,-3 7-14 16,1 2 0-16,-1 2-1 0,3 2 1 0,2 3 0 16,-4 2 1-16,-1 3 0 0,1 4-1 0,-1 1-2 15,-1 3 4-15,3 1 4 0,-3 5-2 0,0 2 5 16,-3 1 2-16,-1-1 0 0,0 1-2 0,-2-4 0 0,0 4 1 15,-1-1 0-15,-1-3 1 0,1 0-2 16,0-1 5-16,0 0 0 0,-2-5 3 0,0 1 4 16,1-1 2-16,-1-2 0 0,1 0 3 0,-5-3-4 15,18 3 4-15,-10-4 0 0,0-3-3 0,3 1-3 16,0-2 2-16,-1-4-3 0,-1 2 2 0,1-3-5 0,2-1-1 16,-4 0 3-16,1-3 7 0,0-3-9 0,-2 2 0 15,-2-2-1-15,-1 1 3 0,0 1-3 16,-1 5 0-16,1-2 1 0,-2 5-6 0,-2 1 4 15,0 6-5-15,3-10 1 0,-3 10-2 0,0 0-4 16,0-7 1-16,0 7-2 0,0 0 1 0,0 0 5 0,-3 26 2 16,-3-10-1-16,2 2 0 0,-1 1 3 0,-2 5-5 15,3-5 4-15,-3-1-2 0,0 0 11 0,5 2-10 16,-6-4 1-16,5 2 0 0,1 0 0 16,-3-2 1-16,4-1-8 0,-3 0-20 0,2-3-28 15,0 0-32-15,2-1-34 0,0-2-51 0,0 1-37 16,0-2-194-16,0 0-436 0,0-8 193 0</inkml:trace>
  <inkml:trace contextRef="#ctx0" brushRef="#br0" timeOffset="18740.66">12289 5407 161 0,'2'-5'252'0,"-2"5"-24"15,4-9-28-15,-4 9-24 0,4-4-17 0,-4 4-15 16,0 0-13-16,0 0-8 0,13 17 1 0,-9-6-11 15,0 0-10-15,-2 5-9 0,1 0-10 0,-2 2-8 16,4-1-4-16,-3-2-18 0,1 3-28 0,2-3-27 0,-1 1-37 16,0-4-45-16,-4 2-47 0,4-3-43 0,-1 2-144 15,-1-5-341-15,0-2 152 0</inkml:trace>
  <inkml:trace contextRef="#ctx0" brushRef="#br0" timeOffset="18889.74">12360 5142 19 0,'0'0'129'0,"0"0"-22"0,0 0-42 16,0 0-37-16,0 0-43 0,3 27-41 0,2-10-60 0,1-1 27 16</inkml:trace>
  <inkml:trace contextRef="#ctx0" brushRef="#br0" timeOffset="20251.84">12754 5361 2335 0,'0'0'38'16,"6"-6"24"-16,-6 6-8 0,-5-13-23 0,5 13 8 0,-6-11 0 15,2 7-3-15,4 4-4 0,-9-8-1 16,-1 4-3-16,2 3 6 0,-3 1 1 0,-3 3 6 16,3 3 2-16,-8 3 6 0,0 9-1 0,-4-1-1 15,1 4-7-15,1-1-3 0,6-1-4 0,4-3-4 0,1-2 0 16,2 2-6-16,3-2-1 0,3-2-2 15,0 0-3-15,2-2 1 0,4 1-5 0,-1-3 1 16,-1-1-3-16,6-2 1 0,-1 0-8 0,2-2-4 16,2-2-6-16,4-1-4 0,-2-2-10 0,-1-3 5 15,7 0-2-15,-3-6 7 0,-7 4-6 0,4-5-1 0,-2-2-2 16,-2-2-3-16,0-3 0 0,-1-5 5 16,2-1 0-16,-3-4 4 0,-3 2 3 0,-2-2-3 15,-1 0 1-15,-1 0 1 0,0 1 0 0,0-2 3 16,-1-1 2-16,1 2 6 0,0 1 2 0,-2 2 8 15,0 6 3-15,0 3 12 0,0 5 6 0,2 2 4 0,0 0-8 16,0 10-5-16,0-10-4 0,0 10-6 0,0 0-2 16,0 0-1-16,0 0 0 0,0 0-1 0,9 40 0 15,-3-12 0-15,1 4-2 0,-2 0 3 16,-1 2-1-16,-2 1-2 0,5 14 2 0,-5-12 3 16,2-5-5-16,2-2 6 0,-2-3-5 0,3-2-3 0,-1-6 1 15,1 0 2-15,4-3-1 0,-4-1-2 16,2-2 3-16,3-2-2 0,-2-1-2 0,1-3 1 15,1-3-5-15,1 0-5 0,5-1-8 0,0-2-1 16,2-2-5-16,1-5-4 0,-3 1-6 0,6-6-5 16,1-1-1-16,-7-1-6 0,4 0 0 0,-1-3 1 0,-2-4 1 15,0 1-7-15,-8 4 2 0,3-9 6 0,-6 8 6 16,-3-3-1-16,2 5 7 0,-2-1-1 16,-3 5 3-16,-2 0 6 0,0 1 8 0,0 9 10 15,0-15 7-15,-2 9-4 0,2 6 1 0,-5-8 1 0,5 8-5 16,-9-2 5-16,9 2-5 0,-16 10 2 0,2 0 4 15,1 3 6-15,1 2-1 0,-1 2 2 0,1 0 3 16,2 0 4-16,3 1-2 0,3-1 2 0,-3 1-3 16,7-3 0-16,0 0-1 0,2-2 0 0,1-1 0 15,1-1-1-15,3-1 1 0,4-3-2 0,-2 0-2 16,4-2-1-16,5 1 0 0,1-2 1 0,-2-1-3 16,2-2 0-16,-2-2-2 0,1-1 3 0,-5 0-5 15,1-1 4-15,0-2-2 0,2-1 1 16,-5-1-5-16,2 2 1 0,1-7 1 0,-1 2 0 0,1-3-3 15,-5 2 3-15,1-2-2 0,0-1 2 0,-1 1-5 16,-1 3 4-16,4-6-4 0,-5 6 0 0,1 1-4 16,1 2 2-16,-3 1-1 0,0 2 1 0,1 2-3 15,-7 2 2-15,14 4 0 0,-8 2 2 0,3 3-2 16,0 0 3-16,-5 1-1 0,6 6 5 16,-2-2 0-16,-4-2 0 0,1-2 0 0,-1 2 1 0,4-2 0 15,0 0 3-15,-1-1 0 0,-1-2 3 0,2 1-1 16,-1-4 3-16,5-1 5 0,1-2-1 0,0 0-7 15,7-5 2-15,-1 3-2 0,0-4-1 0,2-2 1 16,5-3-1-16,-6 1-1 0,-1 0 4 0,-2-3-3 16,-1-1 0-16,-1 2-3 0,-1-1-2 0,-5-1 0 15,2-3 3-15,-1-2 0 0,-6 2-4 0,0-2 0 16,-2 3 3-16,-2 4-4 0,-2 1 3 16,2 1 2-16,-2 0-4 0,2 9 1 0,-4-12 0 0,4 12-3 15,-12-3 2-15,12 3-1 0,-20 10 1 16,2-1-2-16,-1 9 4 0,-2 0-5 0,3 0 4 0,5-3-4 15,4 0-15-15,-1 1-21 0,6 0-20 0,1-5-23 16,3 3-22-16,3-3-16 0,3-1-9 0,2-3-11 16,9 3-2-16,2-3 5 0,0-3-8 0,10 1 11 15,1-5 5-15,3-2 13 0,-1 0 13 0,-1-3 12 16,1 0 8-16,-3-2 6 0,-2-2 17 0,-2 1 11 16,-7 1 16-16,-1-1 28 0,-2-3 1 0,0 1 19 15,-4 2 8-15,-1-4 5 0,-4 1 14 0,0 2 8 16,-3-4 0-16,-1 4 11 0,-2-1 14 0,-2 3 5 15,2 7 4-15,-5-12-3 0,-1 5 1 16,-1 4-5-16,0 1 3 0,-6 4-2 0,2 2 6 0,-3 1-3 16,-1 3 3-16,-2 4-5 0,-3 7-4 0,0 0-4 15,7-5-7-15,-1 2-1 0,5-4-9 0,1 0-2 16,2-1-6-16,4 0-8 0,-2 1 2 0,4-3-8 16,0 3-3-16,4-3-2 0,-2-3 1 0,8 2-6 15,-1-4-3-15,4 1-1 0,1-2-14 0,-1-3-4 16,5-4-7-16,-2 1-6 0,0-1-2 0,-1-1-1 15,1-3 0-15,-1-3 1 0,-5 2 5 0,3-3 0 16,-1-2-1-16,-4 3 1 0,-1-4 1 0,2-10 1 16,-2 6 0-16,-4-1-2 0,-1-4 3 0,0 0 3 15,-2-2-4-15,2 0 0 0,-2 1 4 0,0-1-1 16,-2 6 14-16,0 1 8 0,2 1 4 0,0 7 20 16,0 0 11-16,-1 1 1 0,0 4-1 0,1 6-9 15,0-11-9-15,0 11-5 0,0 0-3 0,0 0 3 16,0 0-5-16,0 0 8 0,-2 36-1 0,4-19-1 15,-2 3-6-15,-2 0-6 0,2 5 5 0,2 1-1 16,-2 2 4-16,1-1-10 0,0-1-16 0,3-7-28 16,1-2-33-16,3 8-42 0,1-7-48 0,-2-1-38 15,4 0-43-15,3-4 2 0,10 1-18 0,-1-3-204 16,8-4-486-16,1-4 216 0</inkml:trace>
  <inkml:trace contextRef="#ctx0" brushRef="#br0" timeOffset="20496.14">15072 5096 1804 0,'20'-29'77'0,"-2"-1"27"16,-7 4 16-16,-4 0-5 0,-3 10 2 0,-2 4 1 15,4 4-7-15,-4-1-15 0,-1 3-19 0,-1 6-9 16,2-9-9-16,-2 9 0 0,0 0 34 0,0 0 6 16,0 0 9-16,-4 43 3 0,-3-24-5 0,4 9-1 15,0 4 0-15,-2-2-15 0,3 1-3 0,-1 0-14 16,2-4-8-16,-3 2 1 0,4-3-4 0,-1 5-10 15,1-2-8-15,1-10-6 0,1 0-41 0,2 8-36 16,-2-8-21-16,1-2-24 0,-1-1-32 0,-1-6-24 16,0 6-17-16,1-6-9 0,-4 0-30 0,1-4-28 15,-2 0-36-15,0 1-204 0,-6-4-503 0,0-3 222 16</inkml:trace>
  <inkml:trace contextRef="#ctx0" brushRef="#br0" timeOffset="20801.43">15029 5235 141 0,'16'-4'177'0,"2"2"-22"16,2 2-11-16,0 2-3 0,-2 0-7 0,2 5-8 15,-3-1-5-15,-2 1-7 0,-2 0-13 0,-3 1-11 16,1 0-6-16,-2 1-8 0,-1 1-2 16,6 0-11-16,-5 3-4 0,5 0-4 0,-4-6-2 0,2 0-5 15,1-1 3-15,-2 2-3 0,1-4 5 0,2-1 4 16,2 0 2-16,1-3-5 0,-4 0-1 0,1-2-2 15,1-4-3-15,2-2-3 0,-7 0 5 0,-1 0 15 16,2 0-4-16,-3 0-1 0,-1-8-5 0,-2 6-6 16,0-6 0-16,-3 5 2 0,-2-1-4 0,-1-1-5 15,-2 1-2-15,-2-1-10 0,-2-1 0 0,-4 2-5 16,-1 2-6-16,-2 1-3 0,-4 2-3 0,-2 2-4 16,-1 4-13-16,-8 0-24 0,2 3-22 0,-1 1-30 15,9 3-39-15,1 2-64 0,3 1-54 0,1 1-178 16,7-5-448-16,4 2 198 0</inkml:trace>
  <inkml:trace contextRef="#ctx0" brushRef="#br0" timeOffset="21543.9">16327 4924 199 0,'-8'-16'251'0,"1"0"0"0,0 6-9 15,2 2-5-15,1 2-15 0,2-1-28 0,2 7-19 16,-5-8-21-16,5 8-17 0,0 0-10 15,0 0-15-15,-2 29-3 0,6-3-10 0,0 4-17 0,-4 2-11 16,3 2-1-16,-1 2-7 0,2-1-7 0,2 1-5 16,-2-2-4-16,1-5-6 0,-3 1-2 0,3-3-7 15,-3-2-3-15,1 0 1 0,1-6-1 0,-3-5-5 16,0-3 1-16,-1 0-3 0,0-1-2 16,0-3 1-16,0-7 1 0,0 11 9 0,0-11 5 15,0 6-5-15,0-6-1 0,0 0-7 0,0 0 0 16,0 0-4-16,0 0 2 0,0 0-13 0,-10-19 0 0,10 19-7 15,3-19-6-15,-1 6-5 0,7-2-6 0,4-7-6 16,0 6-3-16,8-1 2 0,0 0 1 0,4 3 1 16,0 4 5-16,-6 3-4 0,1 3 5 0,-3 2-6 15,-3 2 2-15,-1 2 2 0,-1 2 1 16,-1 0 0-16,-4 5 1 0,0 1-4 0,-3 0 0 0,-4-1-5 16,0 5-11-16,-4-2-3 0,-4 6 0 0,-4-3-12 15,-4 4-2-15,-3-2 1 0,0-7 0 0,-6 3 4 16,10-4 5-16,-2-1 7 0,6-2 1 0,-1-1 6 15,6-2 5-15,1 1 2 0,5-4 1 16,-9 4 0-16,9-4-3 0,0 0 3 0,0 0 1 16,0 0 0-16,0 0 4 0,17-17-2 0,-1 10 0 0,2-2 5 15,6-3 1-15,3 2 6 0,3-1-2 0,-2 1 1 16,1 0 4-16,3 0 0 0,1-1 2 16,2 0 0-16,-3-1 3 0,-2 1-1 0,4 1 2 15,-4-1 3-15,0 0 5 0,-10 2-2 0,-2 1 12 16,1-1 8-16,-6 0 1 0,1-1 1 0,-5 0 1 0,-4 1 5 15,0-1 3-15,-2 1 6 0,-3-1 7 16,0 10-3-16,-8-16-9 0,3 8 0 0,-1 3 0 0,-3-1 1 16,1 2 3-16,-4 1-16 0,0 4 1 0,-6 4-4 15,0 3-2-15,3 0 5 0,-3 5-8 0,1-1-3 16,3 2 1-16,3 1-4 0,1 0-6 0,5 3-17 16,3-1-29-16,9-1-42 0,4-3-46 0,4 0-57 15,12 0-50-15,2-1-202 0,10-4-470 0,11-2 208 16</inkml:trace>
  <inkml:trace contextRef="#ctx0" brushRef="#br0" timeOffset="22834.58">17762 5211 2842 0,'-19'-2'92'0,"1"-2"-15"0,7 1-36 16,2 0-15-16,3 1-18 0,1-3-28 0,5 5-13 16,-2-10-2-16,2 10 5 0,14-19 2 0,3 7 3 15,0 0 1-15,6-4 3 0,3-1 6 0,-3-1-4 16,1 0-15-16,1 1 11 0,-1-2-1 0,-2 3 4 16,-2 0 7-16,-1-3 9 0,-5 5 6 0,-6 4 9 15,3-3 1-15,-5 2 7 0,-1 0-1 0,-1 2-6 16,-3 0 1-16,-2 2-2 0,1 7-4 0,-4-14 2 15,0 9-2-15,-1 2-1 0,5 3 1 0,-18 1-2 16,4 6-3-16,-4 7 3 0,-5 5 6 0,0 1 2 16,0 2-13-16,1 0 4 0,8 0-1 0,3-5-4 15,3 2 2-15,3-2 4 0,1 0-4 0,5 0 3 16,2 1 1-16,5 0 2 0,5-3-3 0,3-4-1 16,9 2 2-16,6 1-3 0,5-5-5 0,2-5-3 15,13 0-7-15,2-2-3 0,-1-4-4 0,-14 0-1 16,12-4 7-16,-11 2-7 0,-2-2 2 0,-1-4 5 15,-3 2-3-15,-1-3 4 0,-4 2 0 16,-1-4 4-16,-11 4 2 0,3-2-1 0,-3-4 2 0,-3 1 2 16,-2-1 2-16,-2-1 6 0,-4 1 4 0,-1-4 4 15,-4 4 9-15,-3-1 2 0,-2 6 6 0,-2-2 6 16,0 3 2-16,-2 0 3 0,-2 5-1 0,-3-1-2 16,-3 4-9-16,-1 5 1 0,-2 1-1 0,-3 7-1 15,4 0 0-15,-4 3-3 0,3 3-3 0,1 0-1 16,8-4-5-16,-2 0 2 0,8-4-4 15,1 0-2-15,1 0 2 0,2 0-4 0,1 0 2 0,4-2 1 16,1 0 0-16,2 0-5 0,1-2-2 0,4-3 4 16,0 1 0-16,0-2-1 0,1 0-2 0,6-1-1 15,-6-2-2-15,2-1-1 0,-2 0 0 0,1-2 7 16,-2 3-11-16,-1-1 9 0,1 1-9 0,-6 1-3 16,-6 0 7-16,13 1-10 0,-8 1-3 0,1 2 3 15,1 3 2-15,-2 2-2 0,-3 4 0 0,4 4 10 16,-3 7-5-16,-4-1-3 0,1 4 5 15,-1-3 0-15,0 6 1 0,-1-3-3 0,0-2 4 0,-2 1-2 16,1-7 1-16,2 0 5 0,-2-1-5 0,3-2 8 16,-2 1-5-16,2-6-6 0,1 2 1 0,0-3 2 15,-2-1 1-15,1-3-2 0,0-6 4 0,0 12 0 16,0-12 0-16,0 8-1 0,0-8 6 0,-1 8-2 16,1-8 11-16,0 0-10 0,0 0 3 0,0 0-1 15,0 0-5-15,0 0-6 0,0 0-1 0,15-33-2 16,-3 10 5-16,4-1-5 0,1-2 1 15,0-2 6-15,3-1-6 0,8-14 1 0,1 5-3 0,-8 8-2 16,8-10 4-16,0 2-3 0,0 0-2 0,-7 7 2 16,1 3 1-16,-4-2 1 0,1 1-3 0,1 0 4 15,-2 4 1-15,-3 1 3 0,-1 3 5 0,-4 7 10 16,-3 4-6-16,-3 1 6 0,-1 2 5 16,1 0-4-16,-1 1-1 0,1 2-9 0,-5 4-2 0,5-3 0 15,-5 3 3-15,0 0 1 0,-3 20 0 0,-1-4-4 16,-2 1 2-16,0 2-4 0,-1 5-2 0,1-4 9 15,-1-3-2-15,1 2-1 0,4-3-3 16,0 1 5-16,2-1-2 0,0-4-2 0,2 0 1 0,-1-1 7 16,1-2-5-16,6 0 3 0,-2-3-5 0,3-2 5 15,2 0 1-15,3-1 0 0,5-3-5 0,-1-2 2 16,3-2 0-16,-1-1-3 0,0 0-3 0,-1-4 3 16,-1 0 0-16,1-1 6 0,-3-1-5 0,-2-3 0 15,0 0 2-15,0 0-7 0,-4-1 2 0,-1-1 3 16,0 0-3-16,-1-1-2 0,-2 2-2 0,-2 4 4 15,-2 1 1-15,1 0 9 0,-1 4-6 0,-2 6-2 16,2-8-3-16,-2 8-2 0,0 0 3 0,0 0-4 16,0 0 4-16,0 0 0 0,-5 31 0 15,2-16 1-15,-1 0 1 0,2 1 0 0,0-4 1 0,2 3 11 16,0-1-10-16,3-4 8 0,1 0 3 0,1 2 0 16,4-3 4-16,-1-1-5 0,8-1 6 15,-3-3-4-15,7 0 3 0,2-3-4 0,6-5-9 0,2 3 5 16,-2-4-6-16,-7-1-4 0,6-1 7 15,-9 1 2-15,-1-1-2 0,-1 0 0 0,0-2-5 0,-3-3 2 16,-3 3 10-16,-3-2-7 0,1-2-5 0,-3 1 0 16,0 1-5-16,2-1 3 0,-6 0-1 0,-1 1 7 15,1 3-4-15,-1 1 2 0,0 7-7 0,0-10 1 16,0 10 2-16,0 0-4 0,0 0-4 0,0 0 1 16,0 0 4-16,-21 16 2 0,11-4-2 0,0 1-2 15,0 0 4-15,4 2-4 0,-2 0-2 0,0 0 4 16,6 2-4-16,1-4-31 0,2-2-36 15,3 2-36-15,3-2-42 0,6 0-62 0,2-3-56 0,3-1-274 16,1-1-585-16,2-5 258 0</inkml:trace>
  <inkml:trace contextRef="#ctx0" brushRef="#br0" timeOffset="23004.07">19463 4757 2601 0,'-20'-20'-41'0,"2"0"47"15,-4 3-10-15,8 8 1 0,1 1 1 0,-1 0-3 16,4 2 1-16,4 3 1 0,-2 1-5 16,8 2-15-16,-12 2-14 0,12-2-20 0,-3 8-36 0,3-8-45 15,8 14-47-15,-1-4-149 0,7 1-363 16,4-3 161-16</inkml:trace>
  <inkml:trace contextRef="#ctx0" brushRef="#br0" timeOffset="23428.12">19908 4914 104 0,'0'0'222'0,"8"-6"-25"16,-8 6-18-16,0 0-12 0,7 0 2 0,-7 0-9 15,9 8-11-15,-4 0-11 0,2 2-9 0,0 3-6 16,2 4-1-16,-1-2-8 0,0 4-3 0,-1-2-10 16,2 1-10-16,-1 0-9 0,2-2-8 0,-2 0-10 15,1-1-4-15,1-3-5 0,-4-1-2 0,1-1-9 16,-1-2 1-16,-3-2-5 0,1 0 10 0,-1-1 15 15,-3-5 14-15,5 7 14 0,-5-7-1 0,0 0-11 16,0 0 4-16,0 0-2 0,15-12-16 0,-11 3-5 16,2 1-8-16,-4-2-1 0,1-3-8 0,1-2 9 15,-3-2-23-15,3-2 2 0,0 0 1 0,0-1-11 16,-1 1-1-16,0-5-8 0,3 0-19 0,1 1-25 16,-2 3-11-16,0 4-29 0,1 0-27 0,1 5-40 15,-1 0-43-15,1 3-56 0,-2 3-33 0,0 2-206 16,-5 3-514-16,0 0 227 0</inkml:trace>
  <inkml:trace contextRef="#ctx0" brushRef="#br0" timeOffset="23789.37">20440 4887 175 0,'-3'-10'255'15,"3"10"-15"-15,-6-7-15 0,6 7-17 0,-9-2-13 16,9 2-7-16,0 0-1 0,-30 14-11 0,16-3-14 15,-2 1-10-15,-7 4-10 0,5 3-14 0,3-5-9 16,3 3-13-16,3-1-11 0,-2 1-2 0,2-2-13 16,3 0-5-16,1-3-10 0,3-2-9 0,2 1-2 15,1-3-13-15,1 0-8 0,2-2-7 0,0-2 3 16,3 1-11-16,-1-3-8 0,4 0 0 0,2-1-5 16,-12-1 3-16,16-3-3 0,-7-2 2 0,0 1-4 15,-2-1 1-15,0-2-1 0,0 0 2 0,-1-1-2 16,-1-3 1-16,0 3-4 0,0-3 0 0,-1 4 1 15,1-3-2-15,-2 4 1 0,-1 0 3 16,1 0-2-16,-3 6 1 0,3-8-6 0,-3 8 2 0,4-6-3 16,-4 6 1-16,0 0-3 0,0 0 4 0,0 0-1 15,12 19 3-15,-8-11 0 0,0 1-2 0,0 1 4 16,2 0-1-16,2-1-24 0,-2 1-30 0,3 0-30 16,1-2-37-16,0-1-23 0,6 1-39 0,-2-2-45 15,1-3-194-15,-1 0-455 0,3-5 202 0</inkml:trace>
  <inkml:trace contextRef="#ctx0" brushRef="#br0" timeOffset="24012.78">20682 4802 81 0,'3'-25'225'0,"-2"5"-2"0,0 4-5 16,1-1 18-16,-1 7-7 0,-1 0 3 0,0 2-10 0,1 1-18 15,-1 7-20-15,0 0-24 0,0-10-14 0,0 10-17 16,0 0-8-16,0 0-7 0,8 35-9 15,-3-11-9-15,-2 4-4 0,2 1-1 0,0 1-15 0,-1 2-14 16,2-2-7-16,-1 1 0 0,2-2-13 0,0-3-30 16,0-1-25-16,-2-2-36 0,1-3-35 0,1 4-25 15,-1-6-28-15,-1-2-43 0,-1-6-14 0,2 2-19 16,0-1-7-16,-3-4-149 0,4 1-399 0,-1 1 176 16</inkml:trace>
  <inkml:trace contextRef="#ctx0" brushRef="#br0" timeOffset="24203.47">20843 5174 802 0,'6'1'-31'0,"-6"-1"31"0,0 0 25 0,15-5 20 16,-8 1 20-16,0-3 7 0,1 1 14 0,-1-3-2 15,2-1 16-15,-1 1 3 0,1-5 2 0,0 4 7 16,0-3 8-16,0-1-1 0,0 0-1 0,2-1-4 16,-2-2 0-16,0 1-5 0,0 2 2 0,-4-2 6 15,1 0 1-15,-3 4 0 0,0 1-4 0,-1 2-5 16,0-1-3-16,-2 4-2 0,0 6-8 0,-2-13-12 16,2 13-10-16,-2-6-8 0,2 6-8 15,0 0 1-15,-16 3-18 0,6 6-18 0,1 3-9 0,-1 2-40 16,1 0-35-16,4-2-36 0,0 3-40 0,3 2-37 15,2-1-43-15,3-2-44 0,0 2-190 0,2-6-487 16,2 0 216-16</inkml:trace>
  <inkml:trace contextRef="#ctx0" brushRef="#br0" timeOffset="24404.51">21140 5043 10 0,'10'-14'223'0,"-1"-1"-6"0,3-3 0 16,0 1-14-16,1 2-2 0,-1 3 4 15,-5 2-2-15,2 2 10 0,-3-1-22 0,1 4-11 16,-2-1-22-16,-1 2-20 0,-4 4-16 0,8-2-6 16,-8 2-11-16,0 0-14 0,17 12 0 0,-11-4-17 15,0 2-11-15,-2 2-24 0,-1-2-31 0,0 1-23 16,1 5-29-16,-3-4-26 0,1 0-36 0,-1 0-41 0,1-1-47 16,0 0-50-16,-2-11-131 0,1 12-406 15,-1-12 180-15</inkml:trace>
  <inkml:trace contextRef="#ctx0" brushRef="#br0" timeOffset="24622.33">21535 4741 34 0,'1'-12'281'16,"2"1"-3"-16,-1 2-3 0,2-2-13 0,-3 6-23 15,-1 5-24-15,3-8-23 0,-3 8-20 0,0 0-17 0,0 0-1 16,0 0-5-16,-3 40-4 0,-2-12-3 0,4 1-17 15,-1 0-9-15,0 3-12 0,0-2-9 16,-1-1-7-16,3 2-6 0,1-3-12 0,1-1-31 16,0-1-32-16,1-6-42 0,3 3-38 0,-2-5-48 15,1-4-53-15,-1-1-59 0,0-2-232 0,0-1-502 16,-2-5 223-16</inkml:trace>
  <inkml:trace contextRef="#ctx0" brushRef="#br0" timeOffset="24776.34">21462 4928 206 0,'0'0'191'0,"9"-7"-25"0,2 4-24 0,6 0-21 16,5-2-28-16,6 1-38 0,4 0-47 0,1 3-42 16,4-1-44-16,3 0-67 0,11 4-158 0,2-2 70 15</inkml:trace>
  <inkml:trace contextRef="#ctx0" brushRef="#br0" timeOffset="25300.52">22231 4878 202 0,'0'0'220'0,"4"7"-6"0,-4-7-10 0,-10 17 0 16,1-6-14-16,1-1 0 0,1 1-1 0,-4 1-7 16,1 2-21-16,4-4-16 0,1 1-16 0,2 0-14 15,-1-1-9-15,4 0-8 0,0 1-9 0,3 0-5 16,1-3-10-16,1-2-7 0,3 1-2 0,2-2-6 15,1 0-11-15,-2-1-7 0,5-3-7 0,-4 1-11 16,1-2-14-16,1-2-9 0,-1-1-10 0,-2-1 0 16,-3-2-4-16,-1 0-5 0,-1-3-10 0,-3 0-2 15,-2-5-1-15,-3-1 0 0,-5-1 2 0,-1-2 5 16,1 0 5-16,-6-2 0 0,4 3 2 0,0 1 10 16,0 2 17-16,3 4 15 0,1 3 5 0,5 2 7 15,-2-1-2-15,4 6 2 0,-8-8-6 0,8 8-5 16,-3-6-1-16,3 6-4 0,0 0-3 0,0 0 1 15,20-5-3-15,-6 5-3 0,8-1 1 0,7-2-3 16,1 3 0-16,-1-4 2 0,0-1-6 0,1 0 2 16,-4-4 2-16,-6 5-2 0,-1-2-1 0,-1-4 0 15,-3 1-2-15,-3-3 1 0,-1-1-1 0,-2-1-2 16,0 0 2-16,-1-1-1 0,-3-1 1 0,-3-4-5 16,2 2 3-16,-3 1 0 0,2 5 3 0,-3 1 10 15,1 1 4-15,-2 1 5 0,1 1 6 16,0 8-5-16,0 0-5 0,-1-10-1 0,1 10-5 0,0 0-4 15,0 0 3-15,-13 27 0 0,4-2 5 0,-1 4 4 16,1 3-3-16,-3 14 8 0,0-2 6 0,0 4 2 16,3-13-2-16,1 12 1 0,2-12-2 0,0 10 0 15,-1-10 1-15,5-1-10 0,-1 1 3 0,1-1-4 16,0-2-2-16,2 3-13 0,-1-3-15 16,1-4-27-16,1 0-23 0,-1-3-40 0,0-8-38 0,0 2-38 15,0-8-52-15,0-2-27 0,0 2-33 0,0-11-164 16,-2 12-485-16,2-12 215 0</inkml:trace>
  <inkml:trace contextRef="#ctx0" brushRef="#br0" timeOffset="25452.38">22247 5164 2297 0,'1'-8'66'0,"3"-3"3"0,0 2-36 16,-2 0-21-16,2 2 3 0,4 0-4 0,2 0-4 15,3 2 4-15,6-3-1 0,3 3-2 0,6-1 0 16,1 1 0-16,6 0-1 0,-3 2-34 0,2 0-39 15,3 0-67-15,-1-3-83 0,-2-1-138 0,-2-1-383 16,-1 0 170-16</inkml:trace>
  <inkml:trace contextRef="#ctx0" brushRef="#br0" timeOffset="25935.41">23459 4582 289 0,'3'-12'305'0,"0"3"-13"0,-2 1-18 16,0 2-26-16,3 1-25 0,-4 5-27 0,1-8-23 15,-1 8-17-15,0 0 1 0,0 0 5 0,0 35 23 16,-1-8-17-16,-4 4-1 0,0 2-9 0,2-1-6 16,-2 1-29-16,1 2-1 0,3-2-15 0,0 1-10 15,0-2-8-15,-1-3-7 0,2-1-4 0,-1-1-25 16,1-1 10-16,1-7-31 0,-2 0-30 0,0-3-39 16,-2 1-29-16,3-4-30 0,0-2-29 0,-1-1-24 15,1 0-29-15,-1-3-36 0,1-7-25 0,0 12-13 16,0-12-10-16,0 0-161 0,-6 6-457 0,6-6 202 15</inkml:trace>
  <inkml:trace contextRef="#ctx0" brushRef="#br0" timeOffset="26464.73">23260 4891 39 0,'-4'-6'211'0,"4"6"-16"0,-2-6-15 0,2 6-25 15,0 0-9-15,20-9-9 0,-3 5-1 0,3 2-7 16,11 1-8-16,-2-1-5 0,3 2-9 0,0-2-8 15,1 2-6-15,-2 1-8 0,-1-1-4 0,-4 3-5 16,-4 0-6-16,-4 0 1 0,-5 1-16 0,-2 1-6 16,0 2-3-16,-1 0-2 0,-3 3-2 0,-3-1 0 15,-1 1 5-15,-2 3 5 0,-1 0-4 0,-1 3 0 16,-3-1 0-16,-1 0 2 0,-2 2-7 0,4-2 0 16,-1-6-5-16,1 3-3 0,1-3-5 0,0-1 4 15,2-1-4-15,0-7-4 0,0 13 0 16,0-13 0-16,6 9-3 0,0-5 0 0,3 0-6 0,-1-3 3 15,3-1-2-15,3-1-1 0,-1 0-4 0,1-2 2 16,-1-1-5-16,-1 0 3 0,-1-2-2 0,0-2 2 16,1 1-5-16,-3-1 2 0,-2-1 4 0,1 0-7 15,0-1-2-15,-2-2 1 0,-1 2-2 0,0-1-2 16,-1 0 1-16,-1 2 2 0,-1 2-4 0,2 2 0 16,-4 5 0-16,4-9-5 0,-4 9-3 0,2-5-1 15,-2 5 5-15,0 0-3 0,0 0 4 0,0 0-7 16,0 0 3-16,0 0 4 0,6 22-1 0,-5-15 0 15,0-1 4-15,3 3-3 0,0-1 0 0,0-2 0 16,2-1 2-16,0 1 9 0,2 0 4 0,-1-2 3 16,0-2 7-16,3-1 0 0,2 2 13 0,-1-4 4 15,0-1-1-15,-2 1 1 0,2-4 8 0,-5 1 4 16,2-3-10-16,-1 0 0 0,0-1 6 0,-1 1-3 16,-2-3-8-16,-1 1-5 0,-1-1 1 0,0 0-6 15,-2-1-12-15,0-1-18 0,-3 0-23 0,2 2-19 16,-2-2-29-16,-1 0-28 0,2 3-35 0,-2-1-27 15,2 5-20-15,2 5-23 0,-7-7-17 0,7 7-10 16,-4-5 3-16,4 5-166 0,0 0-430 0,0 0 191 16</inkml:trace>
  <inkml:trace contextRef="#ctx0" brushRef="#br0" timeOffset="26707.55">24018 4895 1 0,'9'6'83'0,"0"-1"6"0,1 3 2 16,-2-1 7-16,1 0 5 0,0 2 2 0,0-1-2 15,0 0 11-15,1-1 6 0,-3 2 11 0,2-1 3 16,2 0 3-16,0-1-11 0,-1 0-7 0,1-1-1 15,1 0 6-15,0-3 1 0,1 1-3 0,1-1-2 16,4-1-4-16,-6-2 1 0,4-2-5 0,0 0-2 16,-2 1 3-16,-2-3 3 0,-2 1 4 15,-1-3-10-15,-1 1-6 0,-2-3-6 0,1 1-7 0,-5-2-12 16,2-1-6-16,-2-2 3 0,-2 1-5 0,-2 1-17 16,-2-2 7-16,0 2-11 0,-3 0-7 0,-1 1-2 15,-2 0-10-15,2 1-6 0,-1 3-10 0,0 1-20 16,-5 1-15-16,2 0-24 0,-1 4-30 0,-4 1-44 15,3 1-46-15,-3 5-51 0,6-2-59 16,0 1-239-16,4 2-555 0,2-4 245 0</inkml:trace>
  <inkml:trace contextRef="#ctx0" brushRef="#br0" timeOffset="27412.59">25043 4599 153 0,'0'0'277'16,"-1"-10"-18"-16,1 10-24 0,0 0-21 0,-3-7-23 16,3 7-23-16,0 0-19 0,0 0-13 0,0 0-4 15,0 0-2-15,1 27-1 0,-2-8-2 0,1 6-23 16,0 0-3-16,-4 2-5 0,2-1-4 0,-1 2-1 15,1-3-10-15,0 0-5 0,-3 2-10 0,5-2-1 16,-2-6-12-16,-1 2 2 0,3-2-9 0,-1-2-1 16,0-1 0-16,-1 1-8 0,2-4-2 0,0-1-4 15,-2-2-22-15,2-1-25 0,-2 1-26 0,2-10-24 16,-1 13-14-16,1-7-19 0,0-6-19 0,-1 8-8 16,1-8-11-16,0 0-16 0,0 9-19 0,0-9-29 15,0 0-169-15,0 0-400 0,0 0 176 0</inkml:trace>
  <inkml:trace contextRef="#ctx0" brushRef="#br0" timeOffset="28438.17">25046 4893 37 0,'0'0'139'0,"0"0"-27"16,0 0 4-16,0 0-9 0,0 0 0 0,0 0-6 16,0 0-4-16,0 0-1 0,11-8-9 0,-11 8-5 15,16 2-12-15,-9-1 0 0,2-1-6 0,0 0-1 16,-9 0-9-16,15 1-4 0,-15-1-6 0,12 0-10 16,-12 0-3-16,13-1-2 0,-6 1 4 0,-7 0-9 15,16 0-2-15,-9 1-1 0,4-2-2 0,0 1-2 16,-5 1-9-16,5-2-8 0,-11 1-1 0,14 0 1 15,-7 1-2-15,-7-1-1 0,14 0-2 0,-14 0 4 16,8 0-4-16,-8 0 3 0,0 0-1 0,9-1-2 16,-9 1 16-16,0 0-7 0,0 0 4 0,9 1 5 15,-9-1-11-15,0 0 6 0,0 0 1 0,6 3 8 16,-6-3 3-16,0 0 1 0,0 0-1 0,0 0 1 16,0 0 0-16,0 0-2 0,0 0 0 0,0 0-4 15,0 0-6-15,0 0-2 0,0 0 1 0,0 0 6 16,0 0-10-16,0 0 5 0,0 0-5 0,0 0 2 15,0 0 2-15,0 0 1 0,0 0 0 0,0 0-5 16,0 0 4-16,-25-5 0 0,25 5-7 0,0 0 0 16,0 0-1-16,-14 1 1 0,14-1 0 0,0 0 0 15,0 0-2-15,0 0 7 0,-9 1-5 0,9-1 0 16,0 0-2-16,0 0 9 0,0 0-8 0,0 0 0 16,-9 0 0-16,9 0 0 0,0 0-2 0,0 0 1 15,0 0 0-15,0 0-1 0,0 0 2 0,0 0 1 16,0 0-2-16,0 0 2 0,0 0 1 0,0 0 1 15,0 0-5-15,0 0 1 0,0 0 1 0,0 0 0 16,0 0-3-16,0 0 5 0,0 0-1 0,0 0 9 16,0 0-13-16,0 0 3 0,0 0 2 0,0 0-4 15,0 0 8-15,0 0-8 0,0 0-2 0,0 0 4 16,0 0 1-16,0 0-4 0,0 0 6 0,0 0-2 16,0 0 2-16,0 0 1 0,0 0-6 0,0 0 0 15,0 0 0-15,0 0-5 0,0 0-2 0,0 0 4 16,0 0-4-16,0 0 3 0,0 0-1 0,0 0 3 15,0 0 2-15,0 0-5 0,0 0 7 0,0 0-2 16,0 0-1-16,0 0-4 0,0 0-7 0,0 0-4 16,0 0 0-16,0 0 0 0,0 0 3 0,15-17-7 15,-15 17 1-15,3-8 13 0,-1 3-10 0,3-1 3 16,-1-1 0-16,-3 2-3 0,1-5 7 0,2 4 13 16,-2-6 6-16,-2 1 3 0,0-2 12 0,0 1 3 15,0 0 13-15,0-2 6 0,0 3-1 0,0-1 4 16,0-2 0-16,0-2-4 0,0 3 1 0,-2 2 14 15,0 1 3-15,1 1-1 0,0-1 2 0,1 10 0 16,-2-8-4-16,2 8-9 0,0 0-8 0,0-10-11 16,0 10 1-16,0 0-5 0,0 0 0 0,0 0 5 15,-5 36-10-15,0-11 5 0,3 1 1 0,-3 3 2 16,-2 2 1-16,3 2-2 0,-1-2-6 0,0-1 0 16,-1-1-4-16,2 1 2 0,-1-4-1 0,1 0-23 15,1 0-28-15,2-7-35 0,1-1-41 0,0-1-39 16,1-2-51-16,2 0-43 0,-3-3-138 0,4-4-408 15,-4-8 180-15</inkml:trace>
  <inkml:trace contextRef="#ctx0" brushRef="#br0" timeOffset="28831.67">25603 4843 80 0,'2'-6'249'0,"-2"0"-8"0,0 6-18 0,-2-11-21 0,2 11-16 16,-7-2-9-16,7 2-6 0,-24 9-11 0,6 0-6 16,-5 5-9-16,-2 4-7 0,2-1-1 0,2 0-24 15,0 2-11-15,6-3-8 0,1-3-3 0,5 3-21 16,-1-3-8-16,2-1 0 0,3-1-4 0,2-2-13 16,0 1-7-16,3-2-12 0,0 0-4 0,3-2-6 15,2-2-6-15,2-1-9 0,3 0-7 0,1-1-1 16,0-1-1-16,1-2 0 0,1-3 0 15,-2 0-1-15,1-1 6 0,-2-1-3 0,0-2 1 0,-4-2 3 16,3 1 1-16,-3-2-1 0,2-4-1 0,-3 1 1 16,-1 2 2-16,0 0 1 0,1 1 14 0,-1 1 4 15,-2 1 3-15,0 2 2 0,2 1 3 0,-4 6-3 16,4-9-6-16,-4 9-6 0,4-5-2 0,-4 5 0 16,0 0-4-16,0 0 1 0,0 0 0 0,0 27 0 15,-2-15 8-15,2 3-8 0,0-3-1 0,0 4-5 16,-4 1-4-16,3 0-27 0,2-2-37 15,3-1-49-15,-2-2-46 0,1-1-41 0,3-1-50 0,0-1-149 16,2 1-434-16,0-4 192 0</inkml:trace>
  <inkml:trace contextRef="#ctx0" brushRef="#br0" timeOffset="29069.46">25870 4698 67 0,'1'-11'274'0,"-1"0"-8"16,1 5-24-16,-1 6-25 0,3-10-21 0,-3 10-24 16,0 0-12-16,0 0-6 0,0 0 0 0,0 0 5 15,-3 46-3-15,2-21-14 0,1 3-12 0,0-1-11 16,1 2-7-16,-1 2-10 0,-1-2-10 0,0-2-8 16,2 3-8-16,3-5-12 0,-4 1-21 0,4-5-22 15,-2-4-43-15,3 2-30 0,0-4-28 0,-1-1-40 16,0-4-35-16,3 0-40 0,-1-1-41 0,2-1-155 15,3-4-423-15,-4-3 188 0</inkml:trace>
  <inkml:trace contextRef="#ctx0" brushRef="#br0" timeOffset="29318.51">26176 4705 14 0,'2'-10'245'0,"-2"0"1"16,2 1-14-16,-2 4-12 0,0 5-25 0,2-8-21 15,-2 8-15-15,0 0-10 0,0 0 2 0,0 0-7 0,-13 28-4 16,1-5 4-16,2 8-8 0,-1-1-4 0,-3 5-9 16,-1 8-13-16,3 3-8 0,3-17-12 0,0 3-1 15,-1-1-14-15,2-3-5 0,1 1-4 16,1-2-6-16,2-1-7 0,0 0-3 0,2-8-8 0,-2 1 13 16,4-1-26-16,-2-1-8 0,0-5-22 15,2 1-27-15,0-3-24 0,4 1-37 0,-4-11-39 0,-2 18-32 16,4-10-46-16,-2-8-26 0,0 10-19 15,0-10-145-15,0 0-427 0,0 0 190 0</inkml:trace>
  <inkml:trace contextRef="#ctx0" brushRef="#br0" timeOffset="29468.43">26002 4959 60 0,'0'-10'202'0,"0"10"-22"0,0 0-26 16,1-10-10-16,-1 10-14 0,0 0-15 0,7-4-8 15,-7 4-11-15,18 5-20 0,-4-4-34 0,15 3-48 16,2-3-50-16,3 0-38 0,4 1-98 0,11-1-208 16,-11-2 92-16</inkml:trace>
  <inkml:trace contextRef="#ctx0" brushRef="#br0" timeOffset="29916.27">26695 4846 124 0,'0'0'244'0,"4"-9"-16"0,-4 9-25 0,2-5-17 15,-2 5-14-15,0 0-18 0,0 0-8 0,0 0-7 16,0 0 2-16,0 0 5 0,-11 18-17 0,4-8-5 16,3-1-11-16,-3 1-11 0,5 0-8 0,-2 0-8 15,1 1-8-15,3-1-7 0,0 2-5 0,0-4-8 16,3 2-6-16,1-1-4 0,0-2-4 0,3 1-5 16,-3-4-7-16,6 3-4 0,-1-4 5 0,1 0-8 15,-2-1-11-15,1-2 7 0,-1 0-11 0,4-2 0 16,-3-2-3-16,0-1-2 0,-5 2 1 0,6 0 0 15,-4-2-3-15,-1 0 0 0,-3-1 9 0,2 0-9 16,0-1 0-16,-2 0-2 0,2 1-3 0,-4 6 3 16,6-10-4-16,-4 6-1 0,-2 4-2 0,3-5-2 15,-3 5 1-15,0 0-1 0,0 0-3 0,0 0 5 0,0 0 0 16,0 0 2-16,-1 22-4 0,2-16 7 16,-1 3-4-16,2-2 0 0,2 3 1 0,0-4 4 15,3 1 1-15,1-1 1 0,2 1-1 0,3-3 2 16,4-1-1-16,1-1 2 0,1-2-2 0,0 0 7 15,-2-5-8-15,-1 1 3 0,-5-3 7 0,1 0 7 0,-1 0-8 16,0-4 6-16,-1 2-1 0,-2-2-1 16,-3 1 2-16,-1-2-3 0,-4 0-2 0,4-1-1 15,-6-1 0-15,0 0 1 0,-2 2-2 0,1 0-3 16,-3 0-13-16,2 1-16 0,-6 1-21 0,3 2-23 16,-1 3-32-16,1-1-32 0,-2 3-37 0,0 2-42 15,9 1-29-15,-15 3-151 0,15-3-421 0,-12 8 188 16</inkml:trace>
  <inkml:trace contextRef="#ctx0" brushRef="#br0" timeOffset="30255.33">27286 4842 4 0,'2'-6'255'16,"-2"6"-24"-16,0 0-21 0,0 0-18 0,-11-8-3 15,11 8-4-15,-23 6-8 0,5-2-3 0,0 4-7 16,0-1 0-16,0 4-21 0,-6 3-8 0,1 1-17 15,10-2-14-15,-1-1-8 0,3 2-13 0,4-1-9 16,-2-5-6-16,7 3-12 0,-1-2-17 0,1-3 0 16,2 2-22-16,0-8-3 0,7 12-13 0,0-7-5 15,0-2-3-15,4 0-3 0,2-2 0 0,-2-1-1 16,-2-2 0-16,5-1 2 0,-5-1 1 0,0-2-1 16,0 1 2-16,2-1 2 0,-4-1-3 0,1 0 5 15,0 0 0-15,0 0 5 0,-3 0-1 0,-1 0 8 16,0 3 4-16,-1-1 0 0,-3 5-3 0,5-6-3 15,-5 6-6-15,0 0 2 0,0 0-4 0,0 0 3 16,0 0-3-16,7 19 2 0,-9-9 1 0,1 2-2 16,-1 0-3-16,0 3-26 0,4-2-35 0,0 2-27 15,-1 1-36-15,3-6-44 0,2 5-36 0,-1-5-189 16,-1 0-424-16,6-3 187 0</inkml:trace>
  <inkml:trace contextRef="#ctx0" brushRef="#br0" timeOffset="30770.45">27379 4828 36 0,'3'-8'199'0,"-1"2"-9"0,0 0-11 16,1 0-18-16,-3 6-18 0,4-4-12 0,-4 4 1 16,0 0-1-16,12 9-6 0,-6 2-5 0,1 3 2 15,2 3-15-15,-2 0-8 0,1 6-9 0,-5-3-10 16,5-2-8-16,-2 0-3 0,-2 0-7 0,1 1-5 15,-1-2-7-15,0-2-6 0,1-4-2 0,-1 0 0 16,1-1-5-16,-5-3-4 0,4-1-3 0,-2-1-2 16,-2-5 7-16,3 6-7 0,-3-6-6 0,0 0 2 15,9 0-4-15,-9 0-1 0,0 0-5 0,11-14 3 16,-8 8-6-16,1-2 1 0,2 0-4 0,1-3-1 16,-1 0 0-16,2-2-1 0,3-1-2 0,2 2 0 15,1-4-4-15,-1 4-4 0,1 1 0 0,-1 1 2 16,4 4 1-16,-5 1-2 0,0 0-1 0,-1-1 4 15,-2 5 1-15,3-1-6 0,-2-1-2 0,-1-1 5 16,0 1 1-16,3 2 2 0,-1 0-2 0,0 1 11 16,-2-2-8-16,2 0-5 0,1-1 5 0,-2 0-3 15,1-2 4-15,0-1 5 0,-3 1 2 0,1-3 2 16,1 2-2-16,-4 1 3 0,1-3 3 0,-3-1 1 16,0 1-3-16,-1-2 3 0,1 1 0 0,-1 0 5 15,-3-1-1-15,0 10 8 0,-3-13-9 0,3 7-5 16,0 6 0-16,-5-10-2 0,-1 6-4 0,6 4-3 15,-17 1 2-15,4 2 5 0,-4 4-2 0,-1 1 4 16,2 2 1-16,-2 4 4 0,2 4-5 0,0 2 3 16,5-3-1-16,6 2-4 0,1-2 1 0,0 2-3 15,6 0-20-15,5-2-29 0,2 1-33 0,7 3-41 16,2-10-52-16,4 8-33 0,5-6-48 0,0-3-164 16,-1-4-441-16,9-2 195 0</inkml:trace>
  <inkml:trace contextRef="#ctx0" brushRef="#br0" timeOffset="31473.1">28689 5066 57 0,'-15'-1'191'0,"15"1"15"0,-11-2 8 0,11 2 8 15,-11-3-14-15,11 3 2 0,-8-4-6 0,8 4-10 16,-4-6-10-16,4 6-5 0,-1-7-7 0,1 7-21 16,1-10-13-16,-1 10-15 0,4-14-9 0,1 5-9 15,-1-1-13-15,4-1-11 0,-2-3-9 0,2-1-7 16,3 0-4-16,-3 0 7 0,1-1-6 0,-1-2-3 15,2-5-10-15,-5 5 0 0,1-1-6 0,-1 0-8 0,-2-2-1 16,1 3 4-16,0 1-1 0,-2 4-4 16,-1 1-6-16,1 3 1 0,-2-1-3 0,0 10-1 15,-2-13-4-15,-1 7-5 0,3 6-4 0,-5-9 11 16,-1 5-11-16,6 4-3 0,-9-2-4 0,0 2-2 16,9 0-3-16,0 0-5 0,-16 4-9 0,16-4 1 15,-7 6-8-15,5-3-4 0,2-3-3 0,0 10-10 16,0-10-5-16,8 11 6 0,2-5 0 0,1 2 4 15,7-3-3-15,-2 2 1 0,3-2 1 0,-1 0-4 16,2 1 4-16,-8-1 2 0,0-2 4 0,1 0-1 16,-3 2 2-16,-1 1 2 0,0-1 1 0,-2 2 3 0,-1 3 3 15,-1 0 1-15,-2 1 3 0,3 1 5 16,-3-2-4-16,-3 1 5 0,1 2-2 0,1-1 5 16,0 1-2-16,0-3 2 0,0 1 0 0,1-2 3 15,1 0 1-15,1-1 3 0,3 0 0 0,-2-1 0 16,2-1-4-16,6-1 3 0,3-2 3 0,-3 0-5 0,-3-2 1 15,8-1 2-15,-6-2-3 0,6-1 1 16,-9-1-3-16,2-2 3 0,5 0-4 0,-4-5 1 16,-3 3 2-16,3-4-1 0,-3-1 1 0,0 0 2 15,-2-2 5-15,-2-1-8 0,1-1-2 0,-1 0 0 16,-2 3 3-16,-3 2 1 0,3 1-4 0,-3 1 2 16,-1 0 2-16,0 10-3 0,-1-9 2 0,1 9-3 15,-4-6-2-15,4 6 1 0,0 0 3 0,-18 10-2 16,8-1 3-16,-2 3 1 0,1 3-3 0,2-1 4 15,-1 3 0-15,6 1-4 0,-1-1-20 0,3 0-38 16,6 2-39-16,3-3-45 0,4 0-41 0,3-2-43 0,9 2-155 16,7-4-415-16,2-2 184 0</inkml:trace>
  <inkml:trace contextRef="#ctx0" brushRef="#br0" timeOffset="31678.68">29522 4759 152 0,'-10'-6'219'0,"2"3"-2"16,-2 1-11-16,-4 4-9 0,2 1-5 15,-2 3-6-15,0 5-9 0,-1 2-13 0,0-1-15 16,-2 8-12-16,8-1-12 0,-1-4-14 0,5 2-7 16,2 4-13-16,1-3-17 0,8 0-21 0,0 0-34 15,9 5-50-15,2-5-44 0,9-2-47 0,3-4-49 16,3-3-192-16,-2-3-393 0,3 0 175 0</inkml:trace>
  <inkml:trace contextRef="#ctx0" brushRef="#br0" timeOffset="31903.1">29826 4657 32 0,'3'-10'241'15,"-2"1"-8"-15,-1-1 6 0,0 3-16 0,0 7-20 16,1-10-28-16,-1 10-18 0,0 0-12 0,0 0-9 15,0 0-3-15,0 0 8 0,-2 44 5 0,-3-17-9 16,1 3-9-16,0 1-3 0,-1 0-16 0,0 2-4 16,0-2-12-16,-3 0-9 0,3 1 3 0,-1-1-11 15,2-3-21-15,0 0-28 0,0-4-30 0,1 0-40 16,3-7-43-16,-2 0-36 0,2-4-33 0,2-4-40 16,-2-2-30-16,0-7-176 0,0 0-433 0,0 0 192 15</inkml:trace>
  <inkml:trace contextRef="#ctx0" brushRef="#br0" timeOffset="32152.43">29626 4851 63 0,'3'-8'190'0,"4"4"-12"16,6 1-18-16,3-1-13 0,6 3-6 0,7-2-13 16,3 3 1-16,0 0-9 0,3 0-5 0,-2 3-10 15,3-2-11-15,-3 1-3 0,1 0-6 0,-7 0-10 16,4-1-7-16,-11 2-4 0,0-1-7 0,-8 0-12 15,1 1-3-15,-3-1-4 0,-2 0-3 0,-1 0 4 16,-1 0 7-16,-6-2 7 0,7 9 4 0,-5-3-1 16,-1 0-2-16,-1-6-4 0,1 17 1 0,-2-7-9 15,0 3 1-15,1-3 3 0,-3 7-13 0,1-6-26 16,0 2-25-16,1-3-39 0,0 0-48 0,1 1-57 16,1 0-56-16,-1-1-147 0,3-4-395 0,-3-6 175 15</inkml:trace>
  <inkml:trace contextRef="#ctx0" brushRef="#br0" timeOffset="32310.46">29811 4587 45 0,'0'0'70'0,"0"0"-28"16,0 0-49-16,0 0-18 0,36 14-28 0,-16-11 13 15</inkml:trace>
  <inkml:trace contextRef="#ctx0" brushRef="#br0" timeOffset="32553.88">30390 4489 135 0,'2'-5'222'15,"-2"5"-17"-15,6-7-8 0,-6 7-22 0,2-7-14 16,-2 7-20-16,0 0-7 0,0 0-5 0,3 19 16 15,-6-1-2-15,-3 9 4 0,-2 2-3 0,0 6-5 16,-4 9-9-16,-4 2-8 0,5-1-5 0,3-11-7 16,-5 10-3-16,4-9-13 0,0-2-7 0,3 1-6 15,0-4-14-15,-2 2-3 0,3-1-6 0,1-3-3 16,-1 1-5-16,2-4 0 0,2 1-7 0,1-6-11 16,0-4-22-16,1 3-27 0,2-1-27 0,-4-3-35 15,1-2-36-15,0-1-39 0,-2-2-35 0,4-4-41 16,-2-6-215-16,0 0-481 0,-3 14 213 0</inkml:trace>
  <inkml:trace contextRef="#ctx0" brushRef="#br0" timeOffset="32824.1">30060 4953 2117 0,'1'-11'-6'0,"2"0"17"0,-2 0 3 0,4 2-18 0,3 0 7 15,1 3-7-15,5-2 3 0,5 2 2 0,8-1 1 16,4 1 2-16,-1 1 4 0,1 2 1 0,4-1 5 15,-1 0 0-15,-1 2 1 0,-1 1-1 0,2 0-2 16,-4-2-3-16,1 3 2 0,-9 0-2 0,-1 0 2 16,-3-2 4-16,-4 1-8 0,-5 1 12 0,1-1 5 15,-10 1 13-15,14 0-8 0,-7-1 4 0,-7 1-1 16,10 0-5-16,-10 0-4 0,0 0-2 0,10 1-9 16,-10-1 1-16,5 4-3 0,-5-4 1 0,3 7 1 15,-3-7-1-15,3 13 0 0,-2-5-2 0,0 3-9 16,-3-1-29-16,2 0-33 0,1 1-34 0,0 0-40 15,-1 1-45-15,3-1-172 0,-3-2-382 0,1-2 169 16</inkml:trace>
  <inkml:trace contextRef="#ctx0" brushRef="#br0" timeOffset="32984.21">30537 4650 19 0,'0'0'107'16,"0"0"-18"-16,0 0-19 0,4-9-28 0,-4 9-28 16,0 0-34-16,18 22-34 0,-10-8-58 0,3 4 26 15</inkml:trace>
  <inkml:trace contextRef="#ctx0" brushRef="#br0" timeOffset="33788.04">30718 4957 142 0,'0'0'160'0,"0"0"-7"0,0 0-11 16,13-7-7-16,-13 7-8 0,5-9-4 0,-1 3-7 16,0-2-14-16,0-1-9 0,1-1-6 0,0-2-8 0,-1 1 3 15,1-5 1-15,-1 6-6 0,-2-8-5 16,2 2 0-16,-3 1-2 0,2 0 0 0,-1 4-2 16,0 0 0-16,-4 2 0 0,4 0-1 0,-2 9-6 0,-2-12-7 15,2 12-3-15,2-9-10 0,-2 9-2 16,0 0-7-16,-10-3-4 0,10 3-2 0,0 0-3 0,-17 15-2 15,8-6-4-15,-1 5 0 0,-1 0 3 0,4 3-6 16,-6-2 0-16,8 4-5 0,-3 4 1 16,3-6 0-16,3-2-3 0,2 2 6 0,2-2-3 15,3 1-3-15,0-4 6 0,3 2-4 0,1-1 2 16,1-4-3-16,6 2 1 0,1-1 3 0,-1-4 0 0,2-1-1 16,3-1-3-16,-4 0-3 0,3-1 5 0,-3-2-6 15,2-3 4-15,-1-4-5 0,-5 3-1 0,2-8 7 16,-1 0-3-16,-1-2-3 0,-3 0 33 0,-1-5-9 15,-2 1 0-15,4-5-4 0,-6-3-4 16,-1 6-2-16,-1-6-1 0,-2 0-3 0,0 7 2 16,-3 0-1-16,0 1-2 0,0 1 5 0,2 6-1 0,-3-6-4 15,1 6 12-15,-1 5-1 0,3 5 6 0,-2-13 0 16,2 13 4-16,-2-8-16 0,2 8 0 0,0 0-3 16,-1-9-3-16,1 9-11 0,0 0 10 15,0 0 1-15,11-3-1 0,-11 3-1 0,19 2-1 16,-6 2-2-16,0-1-2 0,1 1 2 0,2 2-4 15,-4-6 6-15,-1 3 0 0,-1 0-6 0,0 2-2 0,-2-4-1 16,-2 1 1-16,-6-2 3 0,11 5-5 16,-11-5-2-16,8 4 0 0,-5-1-1 0,-2 5 7 0,0-1-4 15,-2 3 4-15,0-1-2 0,0 5 7 16,-2 1 1-16,-1-1-3 0,2-1 2 0,-1 0-6 16,2 0 3-16,0-1 0 0,-1 2 0 0,2-2 4 15,0 0-3-15,3-2-5 0,0 2 11 0,0-3-2 16,2 0 1-16,0-3-1 0,-1-1 3 0,3-2 2 15,-1 1 1-15,3-2-1 0,-3 0 3 0,3-2-4 16,-9 0 7-16,18-3 0 0,-7-1 6 0,-2-1-7 16,-1-4-2-16,1 1-1 0,-1-2-5 0,5-4 2 15,-4-2 9-15,-2 0-15 0,4 1-3 0,-4-3-1 16,0 1-3-16,-5 2-6 0,3-1 6 0,-2 5-14 16,2 0 19-16,-1 0-11 0,-2 6 7 0,1-3-5 15,-3 8 2-15,2-10-8 0,-2 10-6 0,0-8 3 16,0 8 0-16,0 0 4 0,0 0-3 0,0 0 0 15,-13 26 4-15,6-16 1 0,-1 7 1 0,-1 0 2 16,-1 7 0-16,4-6 1 0,-3 6 0 0,1-5 1 16,1-1 3-16,3 1 0 0,-1 0-2 0,1 0 2 15,-1-2 6-15,3-2-4 0,-4-3 1 0,4 0 4 16,-1 0-4-16,-1-2-11 0,0-1-35 0,0 0-29 16,-1-3-38-16,3-1-51 0,-3 0-58 0,5-5-61 15,-9 5-189-15,9-5-507 0,-9-1 224 0</inkml:trace>
  <inkml:trace contextRef="#ctx0" brushRef="#br0" timeOffset="33927.5">31328 4947 203 0,'0'0'177'0,"0"0"-34"15,0 0-53-15,0 0-68 0,-12 10-60 0,8-8-62 16,4-2-108-16,-8 2 48 0</inkml:trace>
  <inkml:trace contextRef="#ctx0" brushRef="#br0" timeOffset="38257.46">10617 6360 112 0,'-4'-13'231'16,"-2"6"3"-16,3-4-15 0,0 3-8 0,-1-2-19 15,1 5-13-15,1-1-15 0,-2-1-12 0,4 7-14 16,-4-7 12-16,4 7-18 0,-4-5-19 0,4 5-12 16,-6-5-10-16,6 5-13 0,0 0-7 0,0 0-8 15,-9 17-5-15,6-4-5 0,-1 6 0 0,-1 10-7 16,-1 0-5-16,0 3-6 0,0 0 2 0,0 0 2 16,2 2-8-16,1 0-3 0,0 0 2 0,0-1-5 15,2-1-1-15,0 1-1 0,-2 1-1 0,4-5-3 16,-2 5 3-16,0-4-5 0,1-1-2 0,1 1 1 15,-2-3-2-15,1 3-2 0,-1-3 1 0,-2-9-13 16,3 3-21-16,-1-3-15 0,-1-3-16 0,2 2-18 16,0-5-28-16,-1-2-25 0,0-2-20 0,1-8 0 15,-1 10-9-15,1-10-12 0,0 0-24 0,-6 4-12 16,6-4-119-16,0 0-347 0,0 0 154 0</inkml:trace>
  <inkml:trace contextRef="#ctx0" brushRef="#br0" timeOffset="38795.4">10419 6823 33 0,'-2'-9'181'0,"0"0"-12"0,2 0-6 16,0 9-19-16,0-11-2 0,0 11-27 0,3-11-9 16,2 7-11-16,4-3-3 0,2 0-5 0,8 1 11 15,8-2-24-15,0 1-6 0,4 0-8 0,6-1-4 16,-4 1-4-16,3 2-5 0,0-3-5 0,0 1-8 0,1 3-1 16,-2-3-6-16,0 1-4 0,-3-3-4 0,-2 5 0 15,-3-2 0-15,-6 3-4 0,-1-6 0 16,-4 2 0-16,0 1-8 0,-4-2 4 0,-2 2 0 15,-1-2 1-15,-3 0 1 0,-2 2 1 0,-1-1 3 16,-2 0-6-16,0-2 4 0,-1 9 9 0,-2-18 5 0,1 10-1 16,-2 1-1-16,-1 2 2 0,0-1 0 15,-1 0-9-15,0 2 3 0,5 4-5 0,-14-4 2 16,14 4-7-16,-13 3-3 0,4 2 3 0,1 3-4 16,-4 3 2-16,1 2-2 0,-1 2-3 0,-1 7-1 0,4-4 5 15,3-1-2-15,0 3 3 0,3-2-3 0,3 0 0 16,-3-1-2-16,7 4 2 0,2-5-1 0,-3-5-1 15,6 4 0-15,0-4 4 0,0-2-3 0,7 0 0 16,3 0-1-16,-1-5-4 0,3 0 3 0,7-2-2 16,0-4-6-16,3-2 7 0,-2 0-3 0,-2-4-4 15,0 1 2-15,1-5-2 0,-4 1 0 0,-6 2 1 16,6-6 0-16,-7 4 1 0,-2-2 1 16,-1-3-3-16,-1 2 3 0,-5-1 1 0,1-1-2 15,-2-2 0-15,-3 0 2 0,0 2 0 0,-3-2 3 0,-1 3 4 16,-1 1 4-16,0 5 6 0,0-2 4 15,-1 3-2-15,1 0-1 0,-4 3 1 0,5 5-10 0,-9-4-1 16,9 4 0-16,-17 4-3 0,2 7 3 0,2 2-2 16,-5 6-1-16,5-2 0 0,-3 2-4 0,5-3 4 15,1 3-3-15,5 0 0 0,-1-3-3 0,5 1-12 16,1-1-16-16,2-2-17 0,3-2-16 0,2-1-13 16,1 0-18-16,6-1-18 0,1-3-20 0,4-1-9 15,1-2-14-15,2-1-10 0,6-3-133 0,-1-1-319 16,-3-2 141-16</inkml:trace>
  <inkml:trace contextRef="#ctx0" brushRef="#br0" timeOffset="39360.11">11698 6639 46 0,'5'-10'149'0,"-1"0"14"0,0 0-1 0,-4 1 2 0,0 1 5 16,0 8-7-16,-5-11-6 0,1 6-4 0,-2-1-12 16,-1 5-13-16,7 1-8 0,-15-2-11 0,3 5-8 15,0 3-11-15,-1 4-3 0,-2 1-7 0,1 1-6 16,3 3-6-16,-5-1-2 0,5 2-9 0,0-5-8 15,3 4-2-15,3-4-7 0,2 0-5 0,1 0-1 16,2 1-3-16,0-2 0 0,3 0-2 16,1-1-3-16,2 0-3 0,2-2-5 0,3-3-5 0,-1-2-1 15,1 0-8-15,4-2 0 0,-3-4 0 0,2 3-1 16,-3-2 1-16,3-3 0 0,-5-1 0 0,0 2-1 16,5-6 3-16,-5-2 2 0,-1-1 0 0,2-1 6 15,-4-3-2-15,-2 0 4 0,-3-7 3 0,-1 6-1 16,0-8 9-16,0 2-1 0,-2-2 1 0,-1-1-2 15,-3-2 1-15,1 2 4 0,0-2 2 0,1 3-1 0,0 0-1 16,1 7 1-16,3 2 19 0,0 1 5 16,0 8-4-16,-2-1-5 0,2 3-6 0,0 7-7 15,-2-8-9-15,2 8-3 0,0 0 2 0,0 0-7 16,0 0-1-16,-1 43-1 0,1-14 1 0,-1 3-3 0,0 1 3 16,-1 3-5-16,-3-3 2 0,2 1 1 15,-3-2-5-15,5-1 2 0,0-4-3 0,1 0 0 16,-2-6-4-16,4-2 5 0,2 2 1 0,-3-10 0 15,2 6 1-15,2-6 1 0,-2 1-6 0,2-5 1 16,1 3 0-16,3-6-5 0,1 2 0 0,1-2-2 16,2-2 0-16,5-3-2 0,-5-2 1 0,1-2-1 0,1 1-3 15,2-3-1-15,-3-2-3 0,-2-3 3 16,-1 5-3-16,0-7 0 0,-1-1-2 0,-2 2 2 16,1-2 5-16,-6 4 0 0,4 1 0 0,-4 0 4 0,-1 2 13 15,1 3 9-15,0-1-9 0,-3 6 0 0,5-8-4 16,-5 8-1-16,1-6-8 0,-1 6 8 0,0 0-4 15,0 0-2-15,0 0-3 0,0 0-18 0,-10 24-21 16,8-16-20-16,1 1-23 0,0 0-42 0,0-1-36 16,-1 1-34-16,5 1-45 0,-3-1-216 0,1-1-496 15,-1-8 220-15</inkml:trace>
  <inkml:trace contextRef="#ctx0" brushRef="#br0" timeOffset="39527.81">11895 6459 2390 0,'-11'-21'7'0,"3"4"-10"0,0 2-3 15,6 4-12-15,-3 1-46 0,2 4-49 0,3-1-40 16,0 7-3-16,0 0 4 0,12-2-11 0,-12 2-99 16,16 15-284-16,-9-4 127 0</inkml:trace>
  <inkml:trace contextRef="#ctx0" brushRef="#br0" timeOffset="40044.67">12111 6728 180 0,'0'0'231'0,"0"0"-15"0,4-15-10 0,-4 15-8 16,-2-11-8-16,4 4-18 0,-2 7-14 0,3-16-17 16,4 7-9-16,-3-1-11 0,1-1-9 0,5-2-15 15,2 4-9-15,2-1-6 0,2-1-10 0,1 5-6 16,-1 1-11-16,-3 3-4 0,2 2-6 0,0 3-3 15,1 3-6-15,-3-2-2 0,-2 5-7 16,-1-1-2-16,2 4-2 0,0 0-5 0,-1 0 3 0,-4-1-2 16,-1 0-4-16,1-1-5 0,0-1-8 0,0 2-10 15,-1-2-10-15,1-1-8 0,1-3-7 0,0 0-3 16,1-1-3-16,5-2-3 0,-1 1-1 0,1-5 2 16,3-1 3-16,2 0 3 0,-2-3 0 0,2 1 3 15,1-2 3-15,-5-1 7 0,1 0 1 0,-5 0 2 16,0-3 6-16,3-1 11 0,-3-1 9 0,-7 2 11 15,1 0 9-15,0 0 3 0,-1 1 10 0,-3 0 14 16,-2 4-3-16,1 6 5 0,-2-15-2 0,0 11-2 16,2 4-7-16,-8-9-2 0,0 9-2 0,8 0-7 15,-15 3-4-15,7 1-1 0,-3 1-3 0,0 2-1 16,1 2-7-16,2 0-1 0,-1 4 0 0,0-3-4 16,4 1-1-16,3-1 2 0,0 2-1 0,2-2-4 15,0 2-3-15,2-2-2 0,2 1-5 0,-1-1 3 16,6-1-2-16,-2 0-4 0,1 3 5 0,1-5-4 15,-1 1 1-15,-2 1 0 0,3 3-1 0,0 1 0 16,-4-2 1-16,2 4 0 0,-3 5 2 0,-2-4-1 16,2 10 3-16,-2 1 0 0,-2-2 1 0,0 5 5 0,0-3 3 15,-6 1 1-15,2-2 1 0,-3 2-4 16,-2-3 0-16,2 0 5 0,-2-7-5 0,5 0-10 16,-6-2-22-16,4-3-23 0,-3 2-35 0,2-4-52 15,-2-2-37-15,4-3-50 0,1-1-203 0,4-5-458 0,0 0 203 16</inkml:trace>
  <inkml:trace contextRef="#ctx0" brushRef="#br0" timeOffset="40320.24">13373 6397 2872 0,'7'-15'45'0,"2"-1"43"16,-4 6-11-16,-1 1-33 0,0 2-18 0,-3 2-9 15,-1 5-12-15,4-6-3 0,-4 6 1 0,0 0 7 0,0 0 17 16,4 30 14-16,-4-10 14 0,0 6 11 0,0 4 8 16,-4-1 8-16,4 0-5 0,-4 2-11 15,3-2-2-15,1-2 5 0,0-1-16 0,0 0-4 16,0-2-2-16,-2 1-1 0,0-4-11 0,2-4-3 0,2-1-19 16,-2 3-21-16,2-3-27 0,-2-3-26 0,0-1-25 15,0-1-24-15,1-2-26 0,1 1-19 0,-2-4-25 16,0-6-18-16,2 11-13 0,-2-11-11 15,0 0-19-15,0 0-166 0,0 0-442 0,0 0 196 0</inkml:trace>
  <inkml:trace contextRef="#ctx0" brushRef="#br0" timeOffset="40633.18">13324 6654 119 0,'0'-8'210'0,"0"8"-25"0,1-11-19 0,3 5-14 0,2 2-16 15,1 1-9-15,3-1-5 0,3 1 3 0,-3 2-9 16,9 2-11-16,-2 1-6 0,4 1-7 0,-3 2 3 15,-1-1-12-15,-2 2-2 0,2 2-9 0,-5-1-3 16,3 2-7-16,-5-3-3 0,0 3-8 0,-1-2 0 16,0-1-2-16,-1 3 4 0,0-3-7 0,-1 1-4 15,-1-1-1-15,0-1 5 0,2 0 5 0,-1-2 3 16,1 0 2-16,0-1 4 0,3-2-4 0,0 0 3 16,3-2-4-16,-3-1 0 0,7-4-8 0,-3 0-6 15,1-2 3-15,-7 3 8 0,2-2-5 0,-1-1-1 16,0 1 1-16,-3-2-1 0,-1 0 6 0,-2-1-8 15,2 0-2-15,-6-1-1 0,0 0-5 0,0 1-6 0,-2 0-5 16,-5 2 2-16,2 2-5 0,1-2-4 0,-5 3-3 16,0 3-8-16,-2 1-13 0,0 4-33 15,-6 1-24-15,-2 2-43 0,0 4-52 0,-7 3-65 16,8-4-72-16,0 5-196 0,-3-5-529 0,4 1 234 16</inkml:trace>
  <inkml:trace contextRef="#ctx0" brushRef="#br0" timeOffset="41036.33">14449 6269 137 0,'3'-5'268'0,"1"1"-31"15,-4 4-23-15,0 0-23 0,18 17-19 0,-12-2-15 16,1 4-11-16,-1 10-16 0,-3 3-4 16,-3 1-9-16,0 2-11 0,-4 0-10 0,-1 1-8 0,-6 10-10 0,5-14-6 15,-1 1-6-15,-1-5-6 0,0 0 2 16,2-1-12-16,-1-7-23 0,1 5-26 0,2-10-25 16,2-2-35-16,-2 0-48 0,2-2-32 0,1-4-33 15,0-1-178-15,1-6-380 0,0 0 169 0</inkml:trace>
  <inkml:trace contextRef="#ctx0" brushRef="#br0" timeOffset="41584.53">14483 6528 2 0,'0'-7'211'0,"0"7"-19"16,10-11-22-16,-4 3-13 0,1 1-21 15,1 0-12-15,4 0-10 0,-1-1-18 0,0 1-8 0,3-3-6 16,-1 1-14-16,3 0-6 0,-1-1-4 15,-5 1-1-15,-1 4-7 0,-3-3-5 0,3 2 8 16,-1 2-2-16,-4-1-7 0,2 0 3 0,-1 1-3 16,-1-1-9-16,-4 5-3 0,6-7 2 0,-6 7 4 0,6-4-5 15,-6 4-8-15,0 0 0 0,0 0-3 0,0 0 5 16,10 16 7-16,-9-6-4 0,-1 7 4 0,-1 1-1 16,-1 2-3-16,0 6 2 0,-2-3-2 0,1 2-3 15,-3 0 0-15,1-6-4 0,1 5 0 0,0-7-2 16,1 2-6-16,1-3 0 0,-2 0 2 0,0-3-4 15,0-3 0-15,2-1 4 0,2 2-5 0,-2-5-6 16,2 2-4-16,0-8-7 0,-2 9-3 0,2-9-6 16,0 8 3-16,0-8 0 0,0 0 2 15,4 7-3-15,-4-7 2 0,9 0 0 0,-9 0-1 0,18-1 4 16,-6-1-1-16,-1 2 1 0,2-2-2 0,1 1 7 16,3 0 2-16,-1 1 4 0,3-2 0 0,-2 4 6 15,4-4 6-15,-1 1 2 0,8-2-1 0,-1-2-1 16,-1 3 2-16,3-3-1 0,-3-2 0 0,2 1 1 15,-1-2-4-15,-3-1 1 0,3 2 3 0,-7 0-1 16,-4-1 2-16,0 1 8 0,-1-2 5 0,-3 0 0 16,-4 0 0-16,0 1-2 0,-2-2-1 0,-3 1 3 15,-3-4 0-15,2 6-3 0,-2-4-2 0,-3 1 1 16,0 2 0-16,-2-2-2 0,-3 4-1 0,3 2-7 16,-3 2-2-16,-3 1-1 0,0 4-1 0,-5 2 1 15,1 4-2-15,-3 0-3 0,2 4 1 0,2 2-3 16,3-1-12-16,1-1-15 0,2 2-20 0,6 0-21 0,2-2-39 15,5-2-43-15,6 2-43 0,4-3-48 16,10 1-189-16,6-6-456 0,3 1 202 0</inkml:trace>
  <inkml:trace contextRef="#ctx0" brushRef="#br0" timeOffset="42555.27">16083 6347 85 0,'-6'-9'272'16,"-1"-1"-23"-16,2 6-16 0,-5 0-16 0,0 3-9 0,-3 1-11 15,-4 3-11-15,-3 7-7 0,-3 5-9 16,0 5-15-16,2 2-12 0,2-1-7 0,1 3-15 16,5-1-13-16,1 1-11 0,6-5-8 0,3 5-7 15,1-5-8-15,5-2-12 0,3 2-16 0,3-5-20 0,1 1-17 16,1 1-23-16,0-5-19 0,3-1-18 15,7-1-21-15,-2-2-14 0,10-1-27 0,-1-3-13 16,-1-1-6-16,-5-2-12 0,6-2 10 0,-7-3 8 16,7 1 2-16,-7-3 9 0,-4 0 13 0,0-2 16 0,-2-1 11 15,2 0 23-15,-6-2 14 0,2-2 14 0,-2 1 16 16,-2-5 19-16,1 2 3 0,-2-2 20 16,0 1 8-16,-3-1 13 0,3 4 17 0,-3 3 15 0,-4-2 15 15,2 8 2-15,-2-2 1 0,-1 7-8 16,1-8-10-16,-1 8-13 0,0 0-7 0,0 0-4 0,0 0 0 15,0 0 2-15,-19 25 1 0,10-9-9 0,-3 1 1 16,1 0 1-16,2-1-8 0,3 1-6 16,-1 0-1-16,1-2-3 0,3 2-2 0,1-2-5 15,2-2-6-15,0 0 1 0,2-3-4 0,2 2 6 0,4-3-7 16,-2-2-4-16,1 0-3 0,2-1 0 0,1 0 0 16,0-3-3-16,0 0-2 0,3-2-8 0,-3 0-5 15,3-2 0-15,-4-2-1 0,0-1-1 16,0 0-4-16,-2-1-4 0,-1-1-8 0,0-4 1 0,-2 1 0 15,-1 0 1-15,-1-1 1 0,-1-2 3 0,-1 1-2 16,0-2 3-16,0 2 2 0,-1-4 0 0,1-2 2 16,-1 1-1-16,3-1-6 0,2 5 6 0,0 0-8 15,0 2-1-15,2 2 2 0,2 0-4 0,1 2 2 16,0 2 0-16,1 4 4 0,-1 3 3 0,1 1-2 16,-1 4 4-16,0 0 1 0,1 4 2 0,-2-1 1 15,0 3 1-15,-1 0-1 0,1 3 5 0,-3-2 4 16,-2-2 4-16,0 0-6 0,0-3 1 0,-2 2 3 15,1-2 0-15,-1-1-2 0,0-3 3 0,2 0 3 16,-3-6 15-16,3 10 7 0,-3-10 13 0,0 0 15 16,0 0-1-16,0 0-7 0,0 0-3 0,0 0-1 15,0 0-8-15,0 0-6 0,0 0-2 0,0 0-9 16,-6-24-1-16,6 24-2 0,3-16-2 0,2 3-4 16,0 3-4-16,3-4-9 0,1-1-3 0,3-1-5 15,0 1-5-15,3 2 0 0,0 1-2 0,2 1-1 16,-2 4 2-16,-3 3 1 0,1 1-5 0,-2 3 3 15,2 2 2-15,-4 0-3 0,0 3 2 0,1 4 2 16,-2-2-3-16,-1 1 2 0,-1 2 4 0,-1-1 1 16,0 1-2-16,-3 1 5 0,3-3-1 0,-3 1 2 15,-1-2 2-15,0-1-2 0,-1-6 1 0,2 10 3 16,-1-4 4-16,-1-6-4 0,0 0 1 0,0 9 4 0,0-9 0 16,0 0-1-16,0 0-14 0,0 0-8 15,0 0-1-15,0 0-2 0,0 0 0 0,0 0 1 16,8-21 1-16,-5 14 2 0,2-3-4 0,2-1 5 15,3-1-1-15,-1-1-2 0,2 0 2 0,4 1 1 16,0 1 1-16,-6 2 0 0,4 3-2 0,-2-1 4 0,-1 3 3 16,2 0-5-16,-3 3 1 0,-3 1 7 15,-6 0 6-15,13 6 0 0,-7 1 3 0,1-1 0 16,-2 2-4-16,-1 4 3 0,0 0-2 0,-2 0 5 16,1 0-5-16,-2 4 2 0,-1-4 0 0,2 4-19 0,-4-5-32 15,2 0-40-15,-1-2-43 0,4 0-48 0,-3-3-58 16,0-6-157-16,0 12-427 0,0-12 189 0</inkml:trace>
  <inkml:trace contextRef="#ctx0" brushRef="#br0" timeOffset="43106.66">17119 6538 39 0,'4'-7'241'0,"-4"7"-24"15,3-6-26-15,-3 6-17 0,0 0-3 0,0 0-12 16,0 0-6-16,0 0-4 0,9 15-8 0,-8-8-7 0,0 1-9 15,2 1-12-15,-2 1-8 0,-1-1-7 0,0 0-8 16,0 2-5-16,0-1-11 0,1-3-3 0,1 1-9 16,-2-8-6-16,0 11-4 0,0-4 1 0,0-7-7 15,0 0 0-15,0 10 7 0,0-10 17 0,0 0 9 16,0 0-7-16,0 0-7 0,0 0-6 16,0 0-4-16,0 0-4 0,0 0-10 0,-18-20 2 15,15 9-5-15,2 5-7 0,1-5-3 0,1 0-3 16,2-5-7-16,1-1-1 0,2-1-2 0,4 1-5 0,-1-1 0 15,1 0-7-15,8-1-6 0,-6 4 3 0,3 3-4 16,-1 2 0-16,-1 5-1 0,-2 1-3 0,7 0 3 16,-5 4-2-16,0 3 10 0,0 2-10 0,-3 1-2 15,3 1 1-15,-3 2 1 0,1 3 2 0,-2-3 0 16,-2 5 0-16,-2-1 1 0,1 0 1 0,-2 0 2 16,0-3 2-16,-2 0 2 0,1 1-1 0,-3-3 4 15,1-1 0-15,0-1 1 0,-1-6 1 0,2 9 4 16,-2-9 1-16,1 7-2 0,-1-7 0 0,0 0-2 15,0 0 3-15,0 0-3 0,0 0 0 0,0 0-6 16,0 0 0-16,0 0-3 0,0 0-3 0,-10-22 0 16,10 22-2-16,7-20-4 0,-4 8 0 0,6-1-2 15,0-3 2-15,4 0-1 0,4-2-4 0,-2 5-1 16,0-1 0-16,2 2 1 0,-2 4 2 0,2 0-2 16,2 3 4-16,-9 4-4 0,2 1 2 0,0 3 1 15,0 1 2-15,-2 2 8 0,0 1-3 0,-3 5 6 16,-1-3 4-16,3 5-5 0,0 0 3 0,-5-2 0 15,-2 0 2-15,1 0-7 0,-1 3-29 0,-2-2-28 16,2-1-34-16,-2 1-36 0,-2-3-48 0,5-1-49 16,-3-2-49-16,3-1-144 0,0-1-451 0,4-3 200 15</inkml:trace>
  <inkml:trace contextRef="#ctx0" brushRef="#br0" timeOffset="43632.38">17855 6474 213 0,'-2'-10'240'0,"2"10"-18"16,0 0-22-16,-4-7-20 0,4 7-18 0,0 0-6 16,0 0-1-16,-17 14-3 0,11-6-10 0,-3 2-13 0,2 1-11 15,-2 2-8-15,1 2-14 0,3-5-12 16,-2 2-6-16,4-3-8 0,1 2-5 0,2 0-5 16,0-1-3-16,3-1-5 0,-2-3-7 0,3 2-6 15,1-3-4-15,-1 1-7 0,-4-6-8 0,10 4-3 16,-5 1-4-16,-5-5-10 0,10 2 3 0,-10-2-7 0,0 0 5 15,13-8-3-15,-10 4-5 0,1-2-1 16,-4 6 2-16,4-13-3 0,-1 4 1 0,2-1 5 16,-5-2-4-16,2 2-1 0,-1-2-1 0,1 0 0 15,-2 1 5-15,3-1-5 0,2 1 0 0,0 0 3 0,3 3-4 16,-2 0 3-16,3 3 1 0,-1 1-2 16,1 2 4-16,1 3 2 0,-1 1 3 0,1 5 0 15,2-2 2-15,-3 1-2 0,0 4 3 0,1-1-1 16,-4-2 0-16,3 3-1 0,1 3 2 0,-5-5 0 0,1 0-3 15,-1 1 0-15,-3-3 4 0,2-2-1 0,-4-4 2 16,4 7 6-16,-4-7 6 0,5 4 15 0,-5-4 1 16,0 0-2-16,0 0-2 0,0 0-2 0,0 0-4 15,0 0-4-15,0 0 1 0,8-14-9 16,-4 5-1-16,-1 1-1 0,3 0-1 0,0-2-5 0,7-2 4 16,-3 0-6-16,1-2 2 0,4 0-2 0,1 1 0 15,-1 0-2-15,3 3 1 0,-2 1 0 0,2 2-2 16,-7 0-4-16,2 2 1 0,-2 4-3 0,-3 1 7 15,2 1 6-15,-2 1 4 0,0 2 0 0,-2 3 2 16,-1 1-3-16,0 1 2 0,-1 2-4 0,-3 2 4 16,-2 0-1-16,1 1-1 0,-5 3-10 0,1-5-32 15,0 4-45-15,-2-2-58 0,1-3-63 16,1-1-70-16,-1-3-196 0,0 2-501 0,1-3 221 0</inkml:trace>
  <inkml:trace contextRef="#ctx0" brushRef="#br0" timeOffset="44378.85">18783 6593 33 0,'0'0'255'15,"14"-24"-17"-15,-1 14-20 0,0-3-15 0,2 1-13 0,6-4 7 16,2 0-13-16,1 1-4 0,-2-3-9 16,-2 0-10-16,-2-1-15 0,1-1-5 0,0 0 0 0,-2 0-3 15,-2-2-9-15,1 0-11 0,-2 2-8 16,1-4-5-16,-5 1-4 0,2 0-18 0,-3-2-3 15,-2 1-9-15,-1 5-1 0,-3 3 12 0,0 0-4 0,1 1-16 16,-2 5 14-16,0-1-28 0,-1 5 0 0,-1-1-7 16,0 7-6-16,0 0-11 0,0 0-9 0,0 0 5 15,0 0-5-15,-9 20 3 0,-1 4 3 16,-3 4-2-16,0 3 0 0,-6 11-1 0,6-9-6 0,3-4 4 16,0 3 2-16,2-3-2 0,3 0-2 0,2-1 2 15,2-4-2-15,2-5 7 0,2 0-4 0,1-2 3 16,5 0-10-16,5-4 4 0,-1-2 0 15,4-3-4-15,1 0-2 0,4-4 7 0,0-1-22 0,-2-3-4 16,7-2-4-16,1-1 2 0,-6-1-4 0,-2-2 6 16,-4 0-11-16,0-1-2 0,-2-3 3 0,0 0 2 15,-2-3-2-15,-2 0-2 0,-1-1-4 16,-3 1 0-16,1-3-3 0,-2 4 9 0,-2 0-1 16,1-4 1-16,-3 7 3 0,0-2 4 0,0 4 5 0,2 0 1 15,-3 7-2-15,2-9-4 0,-2 9 2 0,0 0 0 16,0 0 9-16,0 0 2 0,0 0-2 0,-15 26 4 15,9-14 6-15,2-1 2 0,-3 4-7 0,2-4-2 16,3 1 3-16,1 0 2 0,-2 0-3 0,4-1 1 16,1-1 2-16,3 1 2 0,0-5-3 0,1 1 0 15,7-2 3-15,5 0 0 0,-2-3 2 0,4 0 0 16,9-2-6-16,-6-4 4 0,-4 0 7 0,0-2-13 16,0 1 4-16,-6 1 1 0,-1-3-1 0,-2 0 1 15,-2-1 2-15,-2-3-4 0,-1 0-2 0,-1 0-4 16,-4-1 2-16,0-6 0 0,-4 4-7 0,-4-2-9 15,-1 0 2-15,-3 2-5 0,2 0-1 0,-2 3-10 16,1 2-8-16,-1 5-16 0,-5-3-19 0,5 4-12 16,-1 3-25-16,-1 0-21 0,2 3-28 0,0 1-36 15,5-2-18-15,2 2-19 0,5-4-20 0,-5 7-144 16,5-7-429-16,0 0 189 0</inkml:trace>
  <inkml:trace contextRef="#ctx0" brushRef="#br0" timeOffset="45107.89">19806 6318 45 0,'9'-7'218'0,"-3"4"-6"0,-2 0-2 16,-4 3 3-16,5-8-11 0,-5 8-14 0,0 0-13 16,0 0-8-16,0 0-7 0,0 0 5 0,0 0-5 15,-41 16-2-15,19-1-7 0,-1 2-5 0,2 1-12 16,0 1-1-16,1-2-11 0,8-2-12 0,1-1-9 16,1-2-11-16,3 0-8 0,3 0-9 0,2-1-3 15,0 0-10-15,5-1-7 0,1-1-8 0,2-2 0 16,3-2-2-16,4-1-15 0,2 0-13 0,4-1-10 0,1-2-11 15,1-5-5-15,0 2-4 0,-3-2-3 0,0 2 2 16,-7-4-3-16,2 0 7 0,-3-2-3 16,0 3 1-16,0-5-2 0,-2 2 8 0,-3-2-4 15,1 0 1-15,-4 0-3 0,3 0 4 0,-2-3 1 0,0 6 2 16,-1-1-1-16,-2 8 3 0,2-11 0 0,0 7-4 16,-2 4 0-16,2-8 2 0,-2 8-2 15,0 0 3-15,0 0-4 0,0 0 3 0,0 0-1 16,13 13 4-16,-7-7-1 0,1 2-17 0,0 1-15 15,1 1-22-15,7 1-27 0,1-1-34 0,2-1-29 0,1-1-17 16,8-1-16-16,2-2-19 0,2-1-5 0,-2 0 3 16,1-4 9-16,-2 2 11 0,1-3 23 15,3-1 30-15,-3-3 15 0,-7 2 27 0,-3-2 23 16,-1 0 24-16,-5 1 18 0,-2-3 22 0,0 2 22 0,-5-1 13 16,0 0 20-16,-2-2 4 0,-1-3 9 0,-3 5-2 15,0 6 0-15,-5-18 3 0,0 10 3 0,-2-1 9 16,1 2 0-16,-4 0 1 0,-2 2 2 0,3 0-3 15,-4 4-4-15,2 1 1 0,-2 2 3 16,-3 4 9-16,1-1-7 0,-2 5-4 0,2-1 2 0,1 3-2 16,3-1-7-16,-1 0-8 0,4 2-8 0,2-5-3 15,3 4-3-15,0-2-5 0,3 0-6 0,3-1 1 16,-1 1-5-16,5-3-5 0,1-1-4 16,3-1 5-16,0-2-11 0,2 0-9 0,4-2-2 0,3-4-5 15,-7 1-1-15,6-2-1 0,-1-3-2 0,-7 4 3 16,-2-6 2-16,0 1-1 0,3-5 0 0,-6 1 5 15,-1 2-1-15,2-8 6 0,-4 2-2 0,-1-1 0 16,-1 0 1-16,-2-2 11 0,1-5-1 0,0-2-3 16,0 5 1-16,1-3 4 0,1-1-2 0,-2 4 1 15,0 3 3-15,2-1 16 0,-2 0 7 0,1 3 2 16,0 4 8-16,-2 2 11 0,2 3-10 0,1 2-4 16,-2 5-11-16,0 0-10 0,0 0-3 0,0 0 16 15,0 0 8-15,0 27 1 0,-3-1-10 0,3 0 15 16,0 3-2-16,-4 0-4 0,0-1-1 0,1 5-7 15,1-3-4-15,2-1-2 0,0 0 0 0,4-3-10 16,-1-6-59-16,4 6-51 0,2-2-53 0,0-8-68 16,3-2-75-16,1-1-72 0,2-1-239 0,-4-7-633 15,1 0 280-15</inkml:trace>
  <inkml:trace contextRef="#ctx0" brushRef="#br0" timeOffset="45262.01">20722 6509 3159 0,'6'-4'91'15,"-6"4"-30"-15,0 0-30 0,2-8 2 0,-2 8 34 16,0 0-4-16,0 0 14 0,0 0 1 0,0 0-19 16,0 0-10-16,0 0-4 0,0-10-9 0,0 10-21 15,0 0-42-15,0 0-37 0,0 0-43 0,0 0-71 16,0 0-75-16,0 0-287 0,15 5-584 0,-15-5 259 16</inkml:trace>
  <inkml:trace contextRef="#ctx0" brushRef="#br0" timeOffset="50810.42">10823 7729 2 0,'-3'-5'99'0,"3"5"4"15,0 0-12-15,-3-8 2 0,3 8 7 0,-3-9-8 16,3 9 2-16,-4-8-6 0,2 2 5 0,2 6 1 16,-3-10 7-16,0 5 6 0,3 5-1 0,-3-13-1 15,3 13-3-15,-4-10-6 0,0 6-2 0,4 4-4 16,-3-9-8-16,3 9-5 0,-3-7-1 0,3 7-7 15,-4-4-5-15,4 4-9 0,0 0-5 0,0 0-6 16,0 0-2-16,0 0-7 0,0 0-1 0,0 0 6 0,4 28 2 16,-4-9-3-16,1 6 1 0,1 1 0 15,0 2 0-15,0 1-7 0,-2-3-2 0,0 2-1 16,-1-1-6-16,2 1 1 0,-1-2-3 0,3-1-3 16,-3-6 0-16,-3 0-1 0,6 0-11 0,-2-2-22 0,0 0-25 15,-1-2-25-15,0 0-27 0,2-3-46 16,-2-5-31-16,-2 2-31 0,1-1-155 0,1-8-384 0,1 8 169 15</inkml:trace>
  <inkml:trace contextRef="#ctx0" brushRef="#br0" timeOffset="51173.85">10792 7896 88 0,'10'-3'176'0,"2"0"-13"0,7-1-22 15,-1-2-13-15,5 3-10 0,-1-1-15 0,5-2-3 16,-7 2-14-16,9 1-11 0,-9-1-10 0,6-1-14 16,-5 1-10-16,2 0-6 0,-4 1-11 0,3-1-2 15,-4 0-9-15,2 0-1 0,-3-2-6 0,1 2-3 16,-7-3 1-16,2 1 2 0,-5 0 1 0,-2-1-2 16,0-2 3-16,-3 1 4 0,1-3 2 0,-3-2 17 15,-2 0 2-15,-4-3 6 0,2 1 9 0,-3-2 10 16,-1 4 1-16,-2 0 4 0,2 0 6 0,-1 0 2 15,3 6 7-15,0-2-3 0,1 5-5 0,4 4-9 16,-6-8-13-16,6 8-4 0,0 0-2 0,0 0 2 16,-5 23 7-16,3-3 1 0,1 8-6 0,-3 2 0 15,3 3-5-15,2 2-4 0,-1-1-2 0,-1 3-1 16,2-7-3-16,0 2-15 0,2-1-20 0,1-3-26 16,-2 0-20-16,0-5-28 0,3 2-20 0,-3-5-32 15,3-5-17-15,0 0-10 0,-1 2-17 0,0-6-153 16,-2 0-354-16,-1-5 157 0</inkml:trace>
  <inkml:trace contextRef="#ctx0" brushRef="#br0" timeOffset="51433.44">11265 8157 161 0,'6'-3'171'0,"2"-4"-2"0,4 1-11 0,-2 0-4 16,1-6-8-16,5 2-7 0,-2-2-14 0,2 1-8 15,0-2-5-15,-1 3-7 0,0-3-2 0,1 1-3 16,-1-3-8-16,1 3-3 0,-1-1-3 0,-3 1-2 15,-1 0-3-15,-1 1 1 0,-1 0-2 0,-4 2-9 0,0-1-3 16,-1 1 3-16,-3 0-3 0,-1 2-2 16,0 7-8-16,0-13-7 0,0 13-5 0,-2-9 0 0,2 9-9 15,-7-4-6-15,7 4 1 0,0 0-7 0,-19 11-3 16,9-2-5-16,1 4 2 0,-1 1-7 0,1 3-19 16,0 0-17-16,1-3-24 0,2 4-26 15,3-3-33-15,1 2-30 0,0-4-16 0,2-3-16 16,2 3-18-16,3-3-5 0,0 0-141 0,-1-2-361 15,-1-2 160-15</inkml:trace>
  <inkml:trace contextRef="#ctx0" brushRef="#br0" timeOffset="51630.16">11583 8067 92 0,'2'-7'188'0,"-1"-6"-12"0,-1 1-3 0,1 0-8 16,4-3-9-16,-5-3-3 0,5 1-1 0,-2 0-6 15,3 3-9-15,-1-1-6 0,1 3-10 0,1 3-7 16,2 0-13-16,-2 2-2 0,2 3-12 15,0 0-7-15,2 4-12 0,-1 0 5 0,0 4-14 16,3 0-5-16,-1 3-9 0,2 4 0 0,-3 3-5 0,2 1-6 16,-7-1-20-16,1 2-26 0,2 1-29 0,-7 1-34 15,6-1-43-15,-6-5-34 0,5 2-48 0,-3 2-152 16,-2-6-379-16,2-1 168 0</inkml:trace>
  <inkml:trace contextRef="#ctx0" brushRef="#br0" timeOffset="52009.96">12086 7843 152 0,'-2'-10'239'0,"0"4"-19"0,2 6-19 16,-4-9-20-16,4 9-17 0,-5-4-1 0,5 4-14 16,-13 10-10-16,5 1-7 0,-1 4-9 0,3 2-11 15,-3 0-1-15,0 1-11 0,4-1-11 0,3 1-7 16,-4-1-8-16,5 0-6 0,2-2-9 0,1-5-1 15,3 3-5-15,1 1-5 0,3 0-5 0,1-6-3 16,4 1-4-16,5-2 0 0,-1-3-4 16,-1-2-2-16,6-4-4 0,-5 1-1 0,4-2-4 0,-1 0-3 15,-3-3-6-15,2 0 3 0,-2-3-3 0,-3-1-2 16,0 1-3-16,-2-3 1 0,-3-1-1 0,-2 6 1 16,-3-5-6-16,1-4 12 0,-6 1-10 0,0-1-2 15,-2 4 1-15,-1 0 0 0,-1 2 5 0,0 0-2 16,-1 4 5-16,2 0-3 0,3 6 1 0,-8-7-5 15,8 7 3-15,-13 3-2 0,3 4-2 0,1 2 0 16,-4 3 1-16,1 4 1 0,1 0-2 0,2 3-13 16,0 0-20-16,3-2-26 0,1 1-19 0,3-3-32 0,2 5-24 15,0-8-18-15,4 4-25 0,1-5-29 16,3-3-16-16,2 0-124 0,-1 1-370 0,1-3 164 16</inkml:trace>
  <inkml:trace contextRef="#ctx0" brushRef="#br0" timeOffset="52158.42">12502 8068 91 0,'5'6'205'0,"-5"-6"-7"0,2 11-11 15,0-6-12-15,-2-5-13 0,-2 14-19 0,2-4-12 0,-2-2-13 16,1 2-15-16,-1-3-20 0,-2 3-46 0,2-2-53 16,2-8-55-16,0 14-66 0,-2-9-99 0,2-5-253 15,0 0 112-15</inkml:trace>
  <inkml:trace contextRef="#ctx0" brushRef="#br0" timeOffset="60294.71">13432 7796 125 0,'0'0'162'0,"6"-6"-6"0,-6 6-5 16,0 0-8-16,0-8-14 0,0 8-10 0,0 0-7 15,0 0-10-15,0 0-6 0,-8-9-3 0,8 9-4 16,0 0-3-16,-9-4-7 0,9 4-4 0,0 0-10 15,-10-2-5-15,10 2-8 0,0 0 2 0,0 0-6 16,-8-3-7-16,8 3 0 0,0 0-6 0,0 0-5 16,0 0-3-16,0 0-2 0,27-3-2 0,-3 1 0 15,8-1-2-15,4-3-2 0,16-6-2 0,4 5-13 16,-3 0-12-16,-1-2-20 0,-12 3-14 0,-4 0-26 16,3 2-19-16,-8-3-21 0,-2 5-18 0,-9-1-9 15,-3 2-6-15,-5 2-13 0,-2-1-81 0,-1 3-253 0,-9-3 112 16</inkml:trace>
  <inkml:trace contextRef="#ctx0" brushRef="#br0" timeOffset="60500.35">13832 7713 22 0,'-13'0'121'0,"13"0"-13"0,-10 5-3 0,10-5 1 16,-7 4 0-16,3-1-3 0,0 4-3 15,3 1 1-15,-1 2 4 0,0 1 2 0,-2 7 2 16,2 2-5-16,-1 3-11 0,0 1-10 0,1 4-10 0,0-2 0 15,0 3-8-15,0-1-3 0,0 1-6 0,2 0-8 16,-3-3-6-16,3 0 0 0,0-7-11 0,-2 1-18 16,2-1-27-16,-2-1-28 0,4-1-23 0,-2 1-19 15,0-1-25-15,0-5-24 0,0-1-123 0,0 0-276 16,2-4 122-16</inkml:trace>
  <inkml:trace contextRef="#ctx0" brushRef="#br0" timeOffset="60858.41">13949 7951 189 0,'0'-4'180'16,"0"4"-15"-16,2-9-22 0,-2 9-15 0,0 0-9 16,0 0-7-16,0 0 4 0,0 0 3 0,11 17-3 15,-9-5-11-15,3 5-5 0,-3 1-11 0,1 0-5 16,1 1-13-16,0-1 0 0,-2-1-9 0,2-2-9 15,1 1-1-15,2-1-7 0,-4-2-5 0,3-4 0 16,-1 1-5-16,-1-2-3 0,5 0-1 0,-2-2 0 16,2 1-7-16,0-3 0 0,4-1-4 0,-2-1 2 15,2-2-1-15,1-2 0 0,-1-1-2 0,1-1 6 16,2-3-1-16,0-4-5 0,-3 2 8 0,1-2 2 16,-1 1 5-16,-4-5-5 0,3 1-1 0,-4-3-4 15,-3 1-2-15,-1-1 0 0,2-2-6 0,-2-6 0 16,-2 1-1-16,0 5-8 0,-2 0 1 0,-2 0-4 15,0 3-3-15,1-1-10 0,0 7-13 0,1-2-17 0,-2 3-23 16,1 2-22-16,1 7-32 0,1-8-33 16,-1 8-27-16,0 0-15 0,3-7-140 0,-3 7-357 15,0 0 158-15</inkml:trace>
  <inkml:trace contextRef="#ctx0" brushRef="#br0" timeOffset="61039.85">14573 7852 63 0,'12'-5'165'0,"1"4"-17"0,5-4-6 0,0 1-15 0,0-1-12 15,2 0-12-15,2 0-9 0,-2 1-12 16,0-1-12-16,1-2-24 0,-1 4-18 0,-3 0-22 16,0 0-24-16,-4-1-21 0,-2 1-13 0,-3 1-18 0,-2 0-15 15,-6 2-70-15,8-3-167 0,-8 3 75 0</inkml:trace>
  <inkml:trace contextRef="#ctx0" brushRef="#br0" timeOffset="61215.37">14699 7775 104 0,'0'0'135'0,"-5"11"-3"0,3-1-1 0,0 4 0 16,-2 3 6-16,1 8-1 0,1 2 2 16,-1-1-9-16,2 1 3 0,0 1-10 0,-3-2-9 15,3 1-8-15,-3-2-10 0,4-2-14 0,0-2-6 0,-3 3-4 16,2-5-8-16,-2-1-5 0,2 0-7 0,0 0-23 15,-1-5-42-15,0-2-26 0,2 1-36 0,-2-1-29 16,1-4-34-16,1 1-161 0,0-8-323 0,-5 9 144 16</inkml:trace>
  <inkml:trace contextRef="#ctx0" brushRef="#br0" timeOffset="61366.01">14585 8065 126 0,'10'-4'162'0,"1"1"-19"16,-1 2-13-16,5-2-6 0,5 3-18 0,8-4-15 16,3 1-39-16,2 0-35 0,6-3-44 0,-1-1-47 15,13 3-68-15,2-1-153 0,2-2 67 0</inkml:trace>
  <inkml:trace contextRef="#ctx0" brushRef="#br0" timeOffset="61918.83">15657 7921 161 0,'0'0'219'0,"0"0"-14"16,0 0-13-16,0 0-8 0,0 0-2 0,-28 18-12 15,21-7-11-15,0-1-9 0,-1 1-9 0,2-1-10 16,-3 4-9-16,4-1-14 0,0-1-7 0,2 3-10 16,1-5-7-16,0 2-9 0,5-1-6 0,0 0-4 15,2-3-5-15,1 1-9 0,3 0 5 0,3-1-13 16,-1-3-2-16,7 0-4 0,-1-2-5 0,2 0-11 15,0-3-9-15,-6 0-7 0,-2-1-5 0,2-4-5 16,-4 1-2-16,2-1-3 0,-2-3-7 0,-5-1 2 16,0-1-5-16,-3 0-3 0,-1-6-3 0,-2 1 0 15,-3-4-1-15,-3 1 1 0,-2-4 1 0,-3 2 5 16,5 1 3-16,-3 4 3 0,2 1 11 0,1 4 9 16,-1 0 8-16,4 6 4 0,1-1-7 0,0-1 2 15,4 6 1-15,-3-8-6 0,3 8-1 0,0 0 0 16,-4-3 0-16,4 3 2 0,0 0-2 0,0 0-3 15,0 0 4-15,28 6-5 0,-11-6 6 0,12 0-4 16,-6-1 2-16,8 0-5 0,1-2 0 0,2 0-3 16,1-4-3-16,-5 0-1 0,-2 1-1 0,-1-2 2 0,-9 2-2 15,-6 1 1-15,-2-4 3 0,0 0 0 16,-1 0 2-16,-3-1-4 0,3-6 3 0,-1 1-1 16,-6 2 3-16,4 3-1 0,-8-2 6 0,2 5 5 0,0 0 7 15,0 7 4-15,0-12 3 0,0 12-1 0,0-8-9 16,0 8-6-16,0 0 4 0,0 0-3 0,0 0 3 15,-9 27 0-15,1 0 8 0,0 3 2 16,1 1 2-16,-3 4-3 0,-3 10 7 0,4 0-4 16,3-10 1-16,-3-2-4 0,3-1 1 0,-1 0 0 0,2-3-2 15,3 0-4-15,0-2 1 0,-1-2-5 16,1 1 2-16,2-7-11 0,-1-3-23 0,1 0-22 0,0-3-28 16,1 4-28-16,1-6-37 0,-5 0-46 0,3-11-27 15,1 13-30-15,-1-13-151 0,-3 10-421 0,3-10 186 16</inkml:trace>
  <inkml:trace contextRef="#ctx0" brushRef="#br0" timeOffset="62070.27">15910 8107 77 0,'8'-2'159'15,"5"0"-13"-15,7-1-22 0,2-1-19 0,6-2-18 16,4 2-42-16,4-2-31 0,0-3-33 0,2 1-43 15,13 1-51-15,-1-1-123 0,5 2 55 0</inkml:trace>
  <inkml:trace contextRef="#ctx0" brushRef="#br0" timeOffset="62296.08">17020 7738 133 0,'3'-10'232'0,"1"1"-12"16,0 2-1-16,-1 1-8 0,-3 6-16 0,5-6-20 15,-3 2-19-15,-2 4-14 0,0 0-7 0,0 0 13 16,0 0 3-16,0 29 0 0,-5-3 5 0,0 2-17 16,-5 1-5-16,2 1-10 0,1 1-13 15,0-1-14-15,-1-1-8 0,3-1-9 0,-1 0-8 0,0-4-3 16,2-5-6-16,0-1-21 0,0 0-30 0,4-1-24 16,-1-6-45-16,1 2-34 0,-3-2-35 0,3-2-39 15,0-9-35-15,-1 14-33 0,2-7-196 0,-1-7-465 16,0 0 206-16</inkml:trace>
  <inkml:trace contextRef="#ctx0" brushRef="#br0" timeOffset="62793.64">16850 7896 201 0,'0'0'198'0,"0"-10"-22"0,0 10-19 0,0 0-13 0,4-6-10 15,-4 6-1-15,12-2-5 0,0 1-4 16,-1 1-2-16,10 0-2 0,0 1-12 0,0 0-6 15,8-1-11-15,2 1-9 0,-2 1-6 0,0-1-9 16,-9 2-6-16,2 1-6 0,-4 1-8 0,1-1-2 0,-8 2-4 16,1-2-4-16,-2 2-3 0,-4 0-1 0,2 1 4 15,-3 0 2-15,-1 1 1 0,-2 1 2 16,1-3-5-16,0 3-2 0,-2-3-2 0,0 2 0 16,-1 0-10-16,1-2-1 0,1 2 1 0,-2-8-4 0,2 11-2 15,1-5 3-15,0-2-4 0,3 1 2 0,-1 1-3 16,0-4-1-16,1 0-3 0,2 0 7 0,2-1-6 15,1-2-6-15,0 1-4 0,2-3-1 16,-4 0 1-16,-1-3-1 0,2 2-2 0,0-1-7 0,-1-1 3 16,0-2 0-16,-2-2-2 0,0 5 2 0,-2-4 0 15,1 4 4-15,-1-1-2 0,-1 2-3 0,-4 4-1 16,7-6-1-16,-7 6 0 0,0 0 2 0,0 0 2 16,0 0 4-16,0 0-3 0,9 10 7 0,-9-10 1 15,2 10-1-15,3-5 6 0,-1 1 3 0,-1 1-1 16,2-3 7-16,-1 1-1 0,-1 0 18 0,5-3 4 15,-3 2-9-15,7-1 4 0,-1-3 1 0,2 0 0 16,-1-2 3-16,-2 0-2 0,2-2-4 0,0 0 1 16,-3 0-7-16,0-2 6 0,1-1-3 0,-3 1-8 15,-4-2-13-15,1-1-15 0,0-3-25 0,-1 2-21 16,-3 0-14-16,0-1-25 0,0 2-29 16,-2-3-20-16,2 5-14 0,3-5-30 0,1 3-19 0,0 0-10 15,-1 4-13-15,0-1-116 0,-3 6-369 0,11-4 163 16</inkml:trace>
  <inkml:trace contextRef="#ctx0" brushRef="#br0" timeOffset="63013.35">17696 7915 106 0,'5'9'141'0,"0"-1"-3"0,0 1 7 0,3-1 9 15,-2 0-8-15,4 2 5 0,-2-3 2 0,1-1-6 16,0 1-1-16,0-2-2 0,0-2-6 0,2 2-12 16,-2-2-5-16,4-2-11 0,1-1-9 0,-1-1-5 15,1 0-7-15,-1-2-6 0,-2-3-6 0,1 3-1 16,1-3 7-16,-2-1-3 0,-2 0 0 0,0-2-7 15,-3 0-4-15,1-1-4 0,-1 0-2 0,-3-3-3 16,-1 3-9-16,-1-2-6 0,-1 1-5 0,-3 1-9 16,0 1 3-16,-2 0-14 0,0 5-8 0,-4-3-14 15,-3 3-15-15,-2 1-28 0,-2 3-31 0,-3 2-39 16,-8 2-63-16,6-3-57 0,-12 8-220 0,4-1-492 16,-1-3 218-16</inkml:trace>
  <inkml:trace contextRef="#ctx0" brushRef="#br0" timeOffset="63737.5">18535 8154 69 0,'3'-26'259'0,"3"-2"-26"0,6 2-22 15,6-3-15-15,2-1-20 0,2 1-17 0,9-10-15 16,-1 3-12-16,1-1-11 0,-9 9-14 0,11-6-8 15,-9 8-9-15,-1-2-10 0,-1-1-6 0,-2 6-6 16,-3 3-4-16,-6 7-7 0,-3 3 4 0,0 1-9 16,-3 0-3-16,-3 4-8 0,0 0-4 0,-2 5-7 15,0 0-8-15,-9-7-10 0,9 7 1 0,-23 4-3 16,4 2-6-16,-6 7-2 0,7-1 1 0,-5 2-5 16,8-3-2-16,1 4 0 0,2 0-1 0,6 0-4 15,-1 1-1-15,7 0 3 0,2 0 5 0,7 2-2 16,4 4-2-16,6-1 1 0,4 0 6 0,0 2-3 15,4-6 1-15,1 4-1 0,-3-3 1 0,2 1-1 16,-5-2 1-16,1-2-4 0,-8-2-1 0,-1 0 6 16,-3 0 0-16,-4-4-2 0,-2 0 4 0,-2 1-2 15,0-5 0-15,-5 3-4 0,2-8 0 0,-8 12-2 0,-2-8-6 16,1 2-3-16,-2-4 0 0,-2 1 0 16,3 0-1-16,1-3 2 0,0 0 7 0,9 0-1 15,-11-4 0-15,11 4-6 0,-6-10-1 0,6 10-3 0,7-15 1 16,2 2 5-16,3-1-3 0,3 0-2 0,5-4 3 15,5-4-10-15,-1 3-3 0,4 1-8 16,2-2 1-16,-1 1 5 0,0-2-4 0,-1 1 16 16,1-2-7-16,-2 4 4 0,-5 1 3 0,-2 1 3 15,-7 3 8-15,-1 0 12 0,-6 3 6 0,3 1 4 0,-4 1 9 16,-4 0 3-16,1 3 2 0,-2 5-6 0,0 0 1 16,-8-13-3-16,8 13-2 0,-15 3 6 15,4 1-1-15,-6 3 7 0,-4 9 3 0,-3 0 2 16,1 2 3-16,0 0-7 0,5 0-1 0,4-4-5 0,4 3-1 15,1 1-1-15,1-1-2 0,6-1-3 0,-1 3-2 16,4-3-15-16,4-1-20 0,2-3-24 0,3 0-29 16,2 0-37-16,7-1-39 0,7-3-52 0,1 0-153 15,3-4-379-15,0-3 167 0</inkml:trace>
  <inkml:trace contextRef="#ctx0" brushRef="#br0" timeOffset="63955.54">19724 7764 121 0,'-6'-4'219'0,"0"1"-18"16,-4 0-9-16,-1 5 0 0,-5 2-8 0,-1 5 2 15,-7 4-11-15,-1 4-7 0,3-3-15 0,8 0-3 16,-6 5-13-16,7-5-15 0,3 0-14 0,1 2-6 16,4-4-10-16,1 4-10 0,1-5-10 0,6 3-11 15,2-2-16-15,3 1-20 0,1-3-25 0,4 1-34 16,6-4-23-16,2 1-31 0,5-2-31 0,2-3-22 15,0-2-20-15,1-1-5 0,-8 0-22 0,-2-3-118 16,0 1-331-16,-4-3 147 0</inkml:trace>
  <inkml:trace contextRef="#ctx0" brushRef="#br0" timeOffset="64468.37">19871 7917 30 0,'1'-12'106'16,"1"-1"5"-16,-2 0 12 0,0 3-7 0,0-2 6 16,0 1 9-16,0 11 2 0,-3-11 3 0,3 11-14 15,-3-10-11-15,3 10-7 0,-6-1 7 0,6 1-6 16,-14 8-2-16,5 2-5 0,-3 2-5 0,-2 1-4 15,3-1-9-15,2 2-1 0,0 1-10 0,4-4-3 16,0 5-7-16,3-4-5 0,2 5-4 0,4-7-5 16,2 2-4-16,2-5-4 0,6 2-5 0,3-2 2 0,1-1-11 15,4-2-5-15,-2-1-10 0,1-3-11 16,0 0-6-16,1-2-5 0,-5-3-2 0,0 4-6 16,-1-7-11-16,-5 2 1 0,0 1-3 0,-4-3 4 15,1-1-1-15,-2-1 1 0,-1 0 2 0,-2 0-1 16,0-2 8-16,-3-5 1 0,0 6 0 0,0-4 1 15,-2 2-1-15,1 0 8 0,-2 2 2 0,2 0 0 16,0-1 2-16,1 3 4 0,0 9 3 0,-1-12-2 0,1 12 7 16,0 0 6-16,5-4 4 0,-5 4 2 0,0 0 6 15,18 16 0-15,-3-4 4 0,-6 3-2 16,0-1 2-16,-2 1 3 0,1 1 1 0,-1-1-1 16,-2-5 3-16,0 4 4 0,0-2-3 0,0-3-1 15,-2 3-6-15,0-3 1 0,0-2-4 0,-2-2 4 0,-1-5 7 16,4 7 17-16,-4-7 8 0,3 7 8 0,-3-7-6 15,0 0-2-15,0 0-14 0,0 0 10 16,0 0-13-16,0 0 1 0,7-23-16 0,-3 13 2 0,4 0-6 16,1-3-1-16,2-1-4 0,1 0 0 0,2 0-4 15,4-5-2-15,5 2 0 0,0 2 0 0,-7 3-8 16,10-2 6-16,1 5-5 0,-7 4 0 16,1 2-1-16,-2 2-2 0,-3 1-1 0,2 2 0 0,-6 2-3 15,0 1-1-15,0 1 3 0,-3 4 3 0,2-1 0 16,-3 1-4-16,0 5 0 0,-3-2 3 0,3 2-22 15,-6-3-36-15,1-2-33 0,-3 2-27 0,1 1-37 16,-1-2-42-16,0-1-42 0,-1 0-172 0,-1-5-444 16,2-5 197-16</inkml:trace>
  <inkml:trace contextRef="#ctx0" brushRef="#br0" timeOffset="64892.07">20836 7811 158 0,'1'-11'216'0,"-2"3"-3"0,-3 0-15 16,-2 2-12-16,-2 1-12 0,-2 0-5 0,-4 4-2 16,-3-1-4-16,-3 7-8 0,-6 3-6 0,-1 4-3 15,2 0-8-15,7-2-11 0,-4 5-14 0,7-1-9 16,2 0-7-16,1 0-11 0,2-1-11 0,3 1-4 16,3-4-3-16,1 3-12 0,4-1-2 0,2 0-4 15,2-1-5-15,4-1-5 0,5-3-1 0,1 1-9 16,3-5-8-16,3 1-6 0,7-3-11 0,0-2-9 15,0-3-2-15,-2-4-3 0,-1 2-5 0,-6-1 2 16,-3-2 11-16,-1-2-10 0,-3-2 4 0,-2-2-4 16,0-1 0-16,-2-7 4 0,-4 4 0 0,-1-5 2 15,1-4 0-15,-3 2-4 0,-1-4 7 0,-3 2-3 16,3-1 2-16,-3-1-3 0,2 3 4 0,-2-3-1 16,1 3 2-16,-2 1 2 0,0 11 6 0,3-2 8 15,-1 4 5-15,1 3 0 0,0 3-3 0,-1 1-6 16,2 6-3-16,0 0-2 0,0 0-2 0,0 0 0 0,0 0 8 15,-7 28-6-15,4 0 2 0,3 2 4 16,-2 1-1-16,-1 1 0 0,2 0-1 0,-2-3-1 16,3 3 1-16,0-5 2 0,3 2-1 0,1-3-17 15,1 1-24-15,1-3-34 0,1-5-34 0,0-2-32 0,9 4-37 16,-5-8-36-16,7-2-36 0,-5 0-175 16,3-3-447-16,1-2 199 0</inkml:trace>
  <inkml:trace contextRef="#ctx0" brushRef="#br0" timeOffset="65688.36">21198 7763 213 0,'-8'-3'212'0,"-3"1"-10"0,-1 1-7 16,0 1-11-16,-2 0-6 0,1 3-19 0,-2 2-6 15,-4 4-12-15,1 0-11 0,1 1-11 0,-3 5-6 16,3-1-16-16,2-1-9 0,3 2-9 0,1-2-5 16,2 1-10-16,3-1-5 0,0-3-7 0,4 1 3 15,1 0-11-15,1-1-5 0,1 0-6 0,3-2 1 16,1-1-6-16,3-1-3 0,3-1-7 0,-1-2-3 16,2-1-11-16,2-2-6 0,-1 0-5 0,1-2-1 15,2-2-2-15,-4-2 0 0,5 0 2 0,-6 0 1 16,2-5-3-16,-6 1 4 0,5-3 1 0,-3 0 0 15,0 1 1-15,-5 0 0 0,3-3 0 0,0-2 3 16,-4 2-4-16,3-2 2 0,-2 6 6 0,-2-4 1 16,1 6 2-16,-2 1 4 0,0 2 1 0,-1 6-3 15,3-8-2-15,-3 8-4 0,0 0-4 0,0 0 2 16,0 0 3-16,0 0 5 0,-10 23 6 0,3-7 2 16,2-2 4-16,-5 1-1 0,0 3 0 0,4-3-1 15,1 1-2-15,3 0 1 0,-2-6-2 0,4 3 1 16,1-2-5-16,6-2 4 0,-2 1-2 0,2-1 2 15,2-1-5-15,3-1 4 0,-1-3-2 0,3-1 1 16,0-3-4-16,-1 0 2 0,5 0-2 0,0-1-2 16,-5-2 1-16,0-2 0 0,-2 0-1 0,-1-1 0 15,-1-2-1-15,3-1 0 0,-5-1-1 0,2-3-2 16,-1 2 2-16,0-2-3 0,-2 1 1 0,-1 1 0 16,2-5-3-16,-1 3 4 0,-2 0-6 0,2 0 6 15,-1 4-3-15,1 1-4 0,0-1-1 0,-1 3 2 16,1 3-4-16,-1-1-3 0,-5 4 1 0,11 1 13 15,-11-1-12-15,12 9 3 0,-6 1 14 0,-3 0-6 16,1 1-2-16,-1 6 2 0,-1-2 1 0,1-4 3 16,1 3-1-16,-2-3-4 0,2 0 3 0,0 1-3 0,1-3 4 15,-1 1 4-15,1-3 4 0,0 0 0 16,1-2 3-16,2-1-1 0,4-2-1 0,-1-1 2 16,1-2-4-16,-2 0 0 0,4-1-4 0,-4-3 3 15,2-3-3-15,-3 2 2 0,0-2-6 0,1 0 5 0,-1-3-5 16,-3 3 1-16,1-4 1 0,-1-3-1 0,2 1-5 15,-5-2-1-15,3-1-1 0,-1 2-5 0,-3 2-3 16,2-2 4-16,-1 5-3 0,-2 3 0 16,1 0 4-16,-2 7 1 0,3-9-4 0,-3 9 2 0,0 0-2 15,0 0-3-15,0 0 3 0,0 0 3 0,0 0-5 16,0 0 3-16,-6 33 5 0,3-22-2 16,1 5-2-16,-1 0 3 0,0-6 0 0,2 7-2 15,1-5-4-15,0 4-27 0,1-6-39 0,1 0-43 16,-1 3-38-16,4-5-48 0,1 0-51 0,-3-2-159 0,1-1-444 15,-4-5 197-15</inkml:trace>
  <inkml:trace contextRef="#ctx0" brushRef="#br0" timeOffset="65849.89">21624 7560 141 0,'-2'-3'167'15,"2"3"-25"-15,-4-8-29 0,4 8-26 0,0 0-28 16,0 0-28-16,0 0-34 0,-4 24-30 0,7-12-85 16,0 8-127-16,3-1 57 0</inkml:trace>
  <inkml:trace contextRef="#ctx0" brushRef="#br0" timeOffset="66347.75">21839 7813 46 0,'13'-3'176'0,"-2"-1"-5"15,6-2-20-15,0 2-12 0,-1-2-4 0,-1-3-7 16,3-1-3-16,-1 2-9 0,0-1-5 0,-5 0-5 16,0-3-10-16,1 1 3 0,-6 0-5 0,1 1-7 15,0-1-2-15,-5-1-6 0,0 1 1 0,0 1 6 16,-2-1-2-16,-4 1-3 0,2 2-8 0,-2 2-3 16,3 6-10-16,-13-9-8 0,4 7-6 0,-3 4-3 15,-1 1-2-15,-6 3-6 0,2 7 1 0,1-3-2 16,-2 1 0-16,1 2-4 0,5 2-2 0,0-2-5 15,2 0 1-15,2 2-5 0,4-3-1 0,-1-2 0 16,4 1-1-16,1 1 1 0,1 0 0 0,7-2 5 16,-2 1-8-16,4-3-1 0,7 2 0 0,2-3-2 15,-1-2 8-15,12 2-8 0,-4-4-1 0,1-3-3 16,1 2 1-16,-6-4-1 0,-1 0-3 0,-4-2 2 16,0 0-1-16,1-4 0 0,-6 4 3 0,3-5-4 15,-4-3-5-15,-1 4-5 0,-2-3 6 0,-3-1-4 16,2 1 3-16,-2 0 1 0,1-5-1 0,-2 7 0 15,-2-7-2-15,1 5 1 0,-2 0 0 0,1 1-1 16,-4 3-4-16,2 7 4 0,3-10-4 0,-3 10-2 0,1-7-3 16,-1 7 2-16,0 0-1 0,0 0 0 0,0 0 1 15,-13 22 1-15,6-8 5 0,-1 3-1 16,2-2 2-16,-2 2 0 0,0 1-1 0,2-1 1 16,-2-1 6-16,-1 1-4 0,2 1 4 0,0-2-4 0,1 1 3 15,-1 0-2-15,2-2 2 0,-2 1 1 0,0-1-3 16,4-5-1-16,-3 2 4 0,1 0-12 0,-2-2-13 15,0 0-21-15,2-1-24 0,0-2-16 16,-1-1-29-16,-1 1-20 0,3-4-48 0,4-3-36 16,-10 5-162-16,10-5-407 0,-14 0 180 0</inkml:trace>
  <inkml:trace contextRef="#ctx0" brushRef="#br0" timeOffset="66997.07">22989 7553 209 0,'0'0'202'0,"0"-14"-5"0,0 10-9 16,0 4-9-16,-4-11-9 0,4 11-17 0,-5-6-13 16,5 6-13-16,-10-3-12 0,10 3-8 15,-18 7-8-15,4 6-9 0,-2 0-4 0,-5 7-2 0,1 2-5 16,-2 2-7-16,4 4-4 0,3-2-11 0,3-1-5 15,4 0-5-15,3-6 0 0,2 4-12 0,3-4-2 16,2-2-5-16,4-1-20 0,3-1-24 16,4 1-26-16,10-1-32 0,3 0-34 0,2-6-43 0,1-1-25 15,2-2-26-15,1-3-116 0,0-2-343 0,-2 1 152 16</inkml:trace>
  <inkml:trace contextRef="#ctx0" brushRef="#br0" timeOffset="67348.25">23365 7622 163 0,'-6'-9'191'0,"-1"1"-11"16,1-1-8-16,-1 5-11 0,-5 2-7 0,0 3-10 15,-6 1-4-15,-1 5-4 0,-5 5-5 0,-3 0-6 16,1 6-8-16,3-1-9 0,2 6-9 0,2-4-7 16,6-4-9-16,0-2-9 0,4 4-8 0,4-3-8 15,1 3-3-15,3-6-6 0,3 1-6 0,0-2-7 16,3-1-8-16,2-1-6 0,3-2-11 0,2 1-5 15,0-2-2-15,7-4 0 0,-4 0-6 0,0-2 6 16,-2 1-2-16,1-4-1 0,-2 0-1 0,-1-1 2 16,-2-3 0-16,2 4-1 0,0-5 0 0,-1 0 7 0,-1 2-5 15,0-5 3-15,-3 3 0 0,2-1 0 16,0-1 5-16,-3 2 3 0,2 1-1 0,-3 0 2 16,2 4 0-16,-3-2-1 0,-3 6-5 0,6-3 2 15,-6 3-7-15,0 0 2 0,0 0 1 0,13 9-6 0,-10 1 6 16,0 0-3-16,-1 2-3 0,1 0 5 15,-2 3-1-15,-1 3-22 0,3-1-34 0,-2 0-29 16,3-1-37-16,-2-1-28 0,5 0-19 0,-2-4-32 16,1-1-149-16,-1 0-372 0,2-4 164 0</inkml:trace>
  <inkml:trace contextRef="#ctx0" brushRef="#br0" timeOffset="67533.58">23544 7803 71 0,'9'-15'173'15,"-2"2"-7"-15,3-2-12 0,0 6-3 0,-1 2-2 16,0-2-5-16,-3 6-8 0,3 0-11 0,-3-1-15 16,1 4-6-16,-7 0-6 0,14 2-9 0,-5 2-5 15,-3 3-3-15,-1-3-9 0,2 5-7 0,-1 0-7 16,-4 2-8-16,4 0-18 0,-3-1-33 0,0 1-31 16,0-1-38-16,-1 0-41 0,1-1-45 0,2 0-135 15,0 1-315-15,-1-5 141 0</inkml:trace>
  <inkml:trace contextRef="#ctx0" brushRef="#br0" timeOffset="68128.95">23953 7533 171 0,'2'-13'237'15,"2"3"-7"-15,-2 1-15 0,-1 3-20 0,-1 6-22 16,2-9-20-16,-2 9-15 0,0 0-16 0,0 0 8 15,4 24 0-15,-4 1 0 0,-4 1 1 0,1 3-11 16,-1 1-11-16,1-3-11 0,-1 4 1 0,0-3-17 16,-1-2-6-16,2 1-7 0,0-7-5 0,2 0-6 15,-2-5-4-15,2 3-7 0,0-8-4 0,1 2-2 16,-2-6-6-16,2-6 2 0,-1 11-5 0,0-5 1 16,1-6 9-16,0 0-14 0,-2 9-3 0,2-9 1 15,0 0 8-15,0 0-15 0,0 0 1 0,0 0-9 0,0 0-4 16,8-22-4-16,-1 12-5 0,1-1 0 0,3 0-9 15,3-2-1-15,4 0-3 0,5 0-3 16,-4 4 9-16,1 3-5 0,-2 2 0 0,0 1 0 16,1 3 1-16,-2 0 3 0,-3 3 0 0,-4 3-1 0,-1 0 1 15,1 3 2-15,-3-2-1 0,-2 3 2 0,-2 0-1 16,-3 0-5-16,0 1-6 0,-5 0-4 0,-3 2-3 16,-5-1-11-16,1 1-4 0,-4-3-6 0,0 0-1 15,0-3 8-15,4 1 3 0,2-4 1 0,0 1 7 16,3-2 7-16,2-1-1 0,5-2 4 0,-9 2-10 15,9-2 2-15,0 0-4 0,0 0 4 0,0 0 1 16,0 0 2-16,0 0 3 0,13-18 0 0,-1 12-1 16,3 0 3-16,4-1 1 0,0 0 0 0,8-2-3 15,1-3-2-15,0 1 3 0,-3-1 6 0,-1 2 1 16,-5 0 1-16,4-4 1 0,0-2 5 0,-4-1 3 16,-5 6 8-16,2-10 5 0,-5 7 9 0,0 1 12 15,-4 0 2-15,-3 3 13 0,0-1 10 0,-2 2 3 16,2-2-2-16,-4 6 3 0,0 5-8 0,0 0-2 15,-7-13-6-15,7 13-3 0,-17 0-3 0,4 7 0 16,-4 2-6-16,0 0 1 0,0 2-5 0,-1 2 0 16,4 0-9-16,-1 0-9 0,4 1-40 0,4 0-25 15,2 3-44-15,5-4-58 0,5-3-52 0,4 3-232 16,1-1-477-16,6-2 211 0</inkml:trace>
  <inkml:trace contextRef="#ctx0" brushRef="#br0" timeOffset="68589.95">24958 7646 174 0,'2'-6'275'0,"3"1"-25"0,-5 5-26 16,5-10-19-16,-5 10-16 0,0 0-11 0,0 0-2 16,0 0-3-16,0 0-1 0,-18 22-17 0,11-6-17 15,0-6-9-15,1 4-14 0,2-1-10 0,1-2-8 16,2 3-14-16,2-4-7 0,2 4 3 0,3-3-15 0,-2 0-12 15,3-1-4-15,3-1-15 0,0 0-1 16,0-5-8-16,3-1 1 0,2 1-7 0,-2-4 1 16,1 1 3-16,-2-4-9 0,-1 1-3 0,1-1 10 15,-2-1-15-15,0 0 3 0,-1-3-5 0,-3 0-4 0,2-1 3 16,0-1-7-16,-1-1-1 0,-1 2 3 0,0 0-1 16,-3 2 2-16,-3 6-6 0,5-7 2 15,-3 4-5-15,-2 3-1 0,0 0-4 0,7-6 3 16,-7 6-2-16,0 0 4 0,0 0 3 0,0 0-1 0,0 21 2 15,2-14 1-15,-2-1-4 0,2 3 4 0,0-1-2 16,2 2-1-16,1-3 3 0,4 2 2 0,0-2 0 16,2-1 2-16,3-2-2 0,3 0 2 0,2 0 0 15,3-4 0-15,-4-2 3 0,-3-2 3 0,-2 0 1 16,-1 2 16-16,0-4 8 0,-3-1-1 0,-1-2-3 16,0 0 6-16,1-1-5 0,-4-1 3 0,0-1-5 15,-2 1 4-15,-1-5-11 0,0 1-14 0,-2-1-11 16,-2 0-20-16,2 1-24 0,0 4-17 0,0 0-22 15,-2 4-30-15,2 7-41 0,-2-12-41 0,2 12-23 16,0 0 1-16,0 0-155 0,0 0-411 0,0 0 183 16</inkml:trace>
  <inkml:trace contextRef="#ctx0" brushRef="#br0" timeOffset="69698.25">25475 7816 81 0,'11'0'225'0,"3"-3"2"0,-3 2-11 0,0 0 0 16,0-4-5-16,0 2-15 0,1-1-9 0,-3-3-8 15,1 1-10-15,1-1-14 0,-1-2-10 0,-4-1-13 16,2 0-5-16,-4 0 1 0,1-1-23 0,-3 0-7 16,1-4-5-16,0-2-8 0,-3 5-14 0,-1-2-3 15,-1 3-6-15,-1-5-9 0,-3 1-6 0,1 3-1 0,-2-3-4 16,2 7-11-16,1-2 0 0,-4-2 5 16,5 8-12-16,-1-2-5 0,4 6-1 0,-6-9-4 15,6 9-9-15,-2-7-12 0,2 7-3 0,0 0-4 16,0 0 0-16,10-6 1 0,-10 6 6 0,22 2-4 0,-4-2 0 15,2 2-1-15,1 1-2 0,1-1 2 0,5 4 0 16,0 1 8-16,-8-1-9 0,0 1 0 0,-4 3 3 16,0 3-2-16,-5-1 4 0,0 2 0 15,-6-5 1-15,0 5-1 0,-3 0 4 0,1-1-4 0,-2-4 3 16,-3 7 0-16,2-3 1 0,0-2-1 0,-1-1 4 16,2 1-1-16,0 0 2 0,0-4-1 0,0 0-1 15,3-1-4-15,-3-6 7 0,6 11 0 0,0-6 2 16,1-3 6-16,3 0-5 0,0-2-1 0,2 0-2 15,2-2 0-15,-2-2-1 0,0 0-2 0,1-1 4 16,2-3-7-16,-5 1 8 0,3-3-1 0,-3 1-4 16,-3-1 3-16,3-3-3 0,-5-2 0 0,4 4 2 15,-4 0-2-15,1-5 1 0,-1 4-2 0,-3 3 0 16,2-4 0-16,1 4 2 0,-2 2-1 0,-1 1 5 16,-2 6-3-16,2-11-2 0,-2 11-5 0,2-5-2 15,-2 5 2-15,0 0 0 0,0 0-3 0,0 0 2 16,0 0 4-16,-4 28 2 0,2-15 2 0,0-3 0 15,0 5 3-15,0-4-1 0,4 0 2 0,-1 1 1 16,0 1-2-16,1-3 0 0,4 2 0 0,-3-5 2 16,3 4 3-16,0-2 2 0,6-4-3 0,-3 1 0 15,2-1 1-15,3-2-1 0,-1-2-3 0,5-2-1 16,-5 0 13-16,3-5-9 0,0 1-2 0,-4-2 3 16,-4-2-6-16,5-2 4 0,-3 1 3 0,-3-3 0 15,-1-3 5-15,-2 0 3 0,1-2-2 0,0 0-2 16,-5 0-2-16,2 1-2 0,-4-9 5 0,2 0-6 15,-5 8-2-15,3-2 2 0,2 0-4 0,-2 0 2 16,1 2 6-16,1 7 7 0,-2-1 4 0,2 3 0 16,-2 3 0-16,2 6-4 0,-2-10-10 0,2 10 1 0,0 0-6 15,0 0 2-15,0 0-2 0,0 0-2 16,-2 35 4-16,-3-16-6 0,3-1 0 0,-2 8 6 16,2 0-3-16,-4-2 1 0,6 2 0 0,-4 0 2 15,2-2 4-15,4-5 1 0,-2-1-1 0,5 7 3 0,0-9-3 16,-1-3 2-16,7 2 10 0,-5-5-13 0,4 1 0 15,3-1 4-15,-4-3-6 0,7 0 6 16,1-1-8-16,-3-4 2 0,0 0 6 0,2-4-3 16,-3 0-3-16,5-3-3 0,-3-5 3 0,-1 0 2 0,-1-2-3 15,-1-1 1-15,-1-3 0 0,-2 0 0 0,1-8-7 16,0-1 1-16,-3-1 5 0,-1 1-10 16,-1 0 12-16,0-3-9 0,2 2-5 0,-3 0 9 15,0-1-13-15,-1 2 6 0,1 7-8 0,-4 1 3 0,2 6 3 16,0-1 1-16,1 3-2 0,-3 0-1 0,0 3-5 15,0 6 0-15,0 0 2 0,0 0-2 0,0 0 0 16,0 0 5-16,-5 33-2 0,5-16-1 0,-7 10 4 16,3-4 1-16,0 3 1 0,0 0 4 0,1-1 3 15,-1 1 2-15,1-6 0 0,3 0 9 0,3-2-5 16,-3 0 1-16,4 0 4 0,1-1-7 0,3-3 9 16,1 0-3-16,5-4 9 0,-5 0-12 0,7-2 2 15,-1-3-5-15,2 2 19 0,2-5-13 0,1 0-2 16,1-4-6-16,-3 1 4 0,0-3 10 0,-1-4-14 15,-1-1 2-15,0 2-3 0,0-5-3 0,-3 1 0 16,1-1-3-16,-3-2-12 0,1-3 4 0,-6-1-7 16,1 2 3-16,1-3-3 0,-8 1 2 0,3 3 3 15,-3 2 4-15,0 3 6 0,0 2-8 0,0 8-3 16,-5-11-1-16,1 7-2 0,4 4 0 0,-18 3 6 16,2 3 3-16,-4 3-1 0,-2 4 0 0,-1 4-1 15,5-6 5-15,3 3-3 0,3 1-8 0,1-2-28 16,4 4-40-16,5-2-57 0,2 3-47 0,5-3-47 15,3 1-61-15,8-4-156 0,-2 1-488 0,4-2 216 16</inkml:trace>
  <inkml:trace contextRef="#ctx0" brushRef="#br0" timeOffset="69910.31">27052 7675 11 0,'5'-16'262'0,"-5"1"-14"16,4-1-10-16,-2 0-7 0,1 0-2 0,-1 3-9 15,0 3-12-15,0 2-20 0,2 3-9 16,1-1-27-16,-5 6-15 0,12-4-14 0,-6 4-15 16,-6 0-1-16,15 9-17 0,-7-4-11 0,1 4-5 0,-1 1-10 15,-1 4-5-15,0-2-6 0,-2-1-5 0,-1 0-25 16,0 0-29-16,-1 0-32 0,3 0-36 0,-1-1-39 16,2 2-34-16,-3-5-42 0,2 3-38 0,1-4-163 15,5-2-422-15,-1 1 187 0</inkml:trace>
  <inkml:trace contextRef="#ctx0" brushRef="#br0" timeOffset="70542.64">27817 7442 114 0,'0'-9'249'0,"-1"0"-10"0,-4 4-19 15,1 0-19-15,-9 1-7 0,1 4-11 0,-5 4-6 16,-4 2-1-16,-4 6-12 0,-2 0-12 0,2 1-12 15,3 6-10-15,3 1-3 0,-1 0-15 0,10-3-7 16,0-3-7-16,-3 9-11 0,8-8-12 0,1-3-1 16,2 1-3-16,4 2-12 0,2 2-4 0,3-8-3 15,0-1-7-15,7 1-11 0,1 0-8 0,-3-4-11 16,5-3-3-16,-3 0-5 0,-1-2 1 0,-1-2-6 16,1-4-4-16,1 3 4 0,-4-4 4 0,1-1-7 15,-1 1 2-15,-1-4-1 0,-4 1 1 16,3-4 1-16,0 3-2 0,-4 0 1 0,0-2 1 0,1 2-5 15,-1-4 4-15,0 3-2 0,1 2 4 0,0 0 7 16,-3 4 6-16,1 1 1 0,-3 5-4 0,3-11-4 16,-3 11-7-16,0 0 1 0,0 0 0 0,0 0-2 15,0 0 5-15,0 0 7 0,0 0 1 0,-14 24-3 16,10-16 1-16,0 2 0 0,1 0 4 0,1-1-4 16,-2 3 3-16,7-1-3 0,-3 1 4 0,2-2 2 15,2-1 0-15,3 1-6 0,0-2 6 0,4-2-3 0,4 2-3 16,3-3 11-16,1-3-12 0,3-2-5 0,-2 3 8 15,0-6-2-15,0 1-3 0,-1-6 1 16,-4 3 2-16,1-2-1 0,-1-3-1 0,-5 3 3 0,1-1-5 16,-2-6-1-16,3 1 1 0,-4-2-1 0,-1 0-1 15,2-2 0-15,-3 1 0 0,-3 3 2 0,2 2-6 16,-2 1-4-16,-2-2 5 0,0 6 1 16,0-1-3-16,-1 7-2 0,0-9-3 0,0 9-2 0,0 0-6 15,0 0 6-15,0 0-1 0,-19 5 4 0,9 5 1 16,0-1-5-16,0 1 8 0,0 3-7 0,-2 2 4 15,2-1 11-15,-3 0-11 0,3 3 4 0,2-3 2 16,1 3 13-16,0-2-9 0,3-2 15 16,0 0-23-16,-1-2 6 0,3 4 7 0,0-3-2 0,-1-3-5 15,1 1 5-15,1-1-2 0,-3 0 8 0,2-3-6 16,0 1 3-16,-1-1-2 0,3-6-24 0,-4 10-27 16,0-5-22-16,4-5-41 0,-4 7-42 0,-2-3-53 15,6-4-66-15,-9 0-273 0,9 0-581 0,0 0 258 16</inkml:trace>
  <inkml:trace contextRef="#ctx0" brushRef="#br0" timeOffset="70703.32">28083 7647 125 0,'0'0'259'0,"0"0"-11"0,0 0-14 0,0 0-11 15,0 0-19-15,0 0-18 0,0 0-19 0,0 0-16 16,0 0-28-16,0 0-41 0,0 0-46 0,0 0-60 15,0 0-73-15,-14-16-64 0,14 16-132 0,-9-3-318 16,9 3 142-16</inkml:trace>
  <inkml:trace contextRef="#ctx0" brushRef="#br0" timeOffset="76704">11905 9206 3 0,'-14'3'197'0,"3"-1"-8"15,-1 1-7-15,5-2-5 0,7-1-4 0,-13 3-5 16,13-3-7-16,-9 0-10 0,9 0-11 0,-8 1-6 16,8-1-11-16,0 0-7 0,0 0-11 0,0 0 0 15,0 0-16-15,0 0-3 0,0 0 1 0,0 0-7 16,0 0-2-16,35-5-3 0,-15 2-8 0,12-2-4 16,3 0-7-16,14-5-8 0,5-2-13 0,5 1-9 15,0-2-13-15,0 1-12 0,-1 2-21 0,-2-3-28 16,-18 5-16-16,-2 2-26 0,-2-1-20 0,2 1-29 15,-6 3-23-15,1-1-24 0,-14 2-19 0,-3 0-113 16,-1 1-344-16,-4 1 153 0</inkml:trace>
  <inkml:trace contextRef="#ctx0" brushRef="#br0" timeOffset="76990.47">12309 9142 121 0,'-10'1'174'0,"10"-1"-11"0,-4 3-7 16,4-3 2-16,0 0-7 0,-4 9 1 0,2-1-3 15,1 0-4-15,1 2-9 0,1 1-5 0,-2 6-5 16,1 2-10-16,0 0-4 0,0 9-15 0,-2 0-2 16,-2-2-11-16,2-1-6 0,-1 3-8 0,-2-1-7 15,3 0-6-15,-2-3-3 0,1 1-8 0,1-7-3 16,0 1 0-16,0-2-8 0,0 2-14 0,0-4-21 15,-1-2-24-15,3 1-25 0,-1-1-18 0,1 0-34 16,0-3-22-16,1 1-20 0,2-1-29 0,1 0-18 16,-2-1 7-16,5 1 33 0,3-2-3 0,-1-1-85 15,3-1-256-15,4-3 114 0</inkml:trace>
  <inkml:trace contextRef="#ctx0" brushRef="#br0" timeOffset="77355.88">12634 9445 153 0,'2'-13'244'0,"0"5"-15"0,-2 1-11 0,0 7-11 16,0-10-23-16,0 10-21 0,1-8-19 0,-1 8-14 15,0 0-14-15,0 0-10 0,0 0-4 0,0 0 3 16,0 0-2-16,7 36-12 0,-5-18-6 0,3 0-9 16,-1 7-1-16,-2 1-14 0,0-7-8 0,0-2 2 15,1 3-12-15,-1-2 1 0,2-1-4 0,1-2-6 16,-2 2-1-16,-1-5 0 0,2 0-8 0,-1-2-4 15,1 1 4-15,0-5-5 0,0 2-2 0,-2-2-3 16,6-2 3-16,-1 2-2 0,-1-4-2 0,-6-2 4 0,18-2-7 16,-9 0 0-16,0-2 3 0,3 0-4 0,1-9-1 15,3 0-3-15,-3 0 3 0,5-7-1 16,0 0-2-16,-2-4 1 0,-1-1 9 0,-3 1-1 0,1-2 4 16,-4 1 4-16,1 0-2 0,-2-1-3 0,-3 9 4 15,-3-4 5-15,0 4 0 0,-2 0-4 0,2 5-1 16,-2 3-6-16,0 0-2 0,2 1 1 0,-2 8-4 15,0-11-15-15,0 11-12 0,0-9-25 16,0 9-25-16,0 0-43 0,0-8-36 0,0 8-30 16,0 0-24-16,0 0-26 0,0 0-195 0,0 0-454 0,21 13 200 15</inkml:trace>
  <inkml:trace contextRef="#ctx0" brushRef="#br0" timeOffset="77570.42">13403 9326 2 0,'0'0'269'0,"-5"-7"-13"0,5 7-15 0,-4-5-12 15,4 5-20-15,0 0-12 0,0 0-17 0,8-10-17 16,4 6-13-16,8-2-12 0,9 0-17 16,3-2-11-16,3-1-13 0,4 3-10 0,-3 2-24 0,0-1-27 15,-1 1-28-15,-3 1-31 0,-5 1-39 0,-6 1-27 16,-8-1-27-16,1 2-20 0,-3-2-18 0,-3 2-15 15,-8 0-133-15,5-1-326 0,-5 1 145 0</inkml:trace>
  <inkml:trace contextRef="#ctx0" brushRef="#br0" timeOffset="77756.1">13555 9264 157 0,'-6'3'152'16,"-1"1"-8"-16,-3 0 8 0,4 6 14 0,-1-1-10 15,1 6-7-15,-1 2 8 0,-4 7 0 0,8 2-4 16,-5 1-1-16,1 1-2 0,-2 4-5 0,0-1-11 15,4 0-10-15,-1 0-11 0,-2-2-11 0,2-1-7 16,-1 0-10-16,1 0-8 0,2-2-10 0,3-2-1 16,-4-4-20-16,1-1-21 0,4-2-32 0,0-1-29 0,-2 0-44 15,4-1-46-15,-2-5-45 0,2-3-39 16,-2-1-173-16,0-6-414 0,7 10 183 0</inkml:trace>
  <inkml:trace contextRef="#ctx0" brushRef="#br0" timeOffset="77917.73">13432 9681 163 0,'2'-7'274'0,"-2"7"-29"15,0 0-18-15,6-3-29 0,-6 3-13 0,0 0-14 16,19 3-8-16,-10-3-24 0,5 0-14 16,-1 2-16-16,5-1-23 0,1 0-41 0,2 2-53 0,8-3-56 15,0-2-71-15,-8 2-186 0,11-2-347 0,-3-3 153 16</inkml:trace>
  <inkml:trace contextRef="#ctx0" brushRef="#br0" timeOffset="78634.03">14351 9549 179 0,'0'0'234'0,"0"-8"-11"16,0 8-15-16,0 0-13 0,0 0-12 0,-7-9-18 16,7 9-12-16,0 0-12 0,0 0-6 0,-20 10-6 15,13 4-9-15,-2 4-3 0,-1 9-12 0,0 4-3 0,1 2-7 16,2 3-1-16,-5 11-17 0,4-12-6 0,1 10-8 15,0-9-3-15,7 13-9 0,-4-16-2 16,2-3-7-16,2 1-4 0,0-1 1 0,3-2-8 16,0 1-8-16,4-3-13 0,-3-7-25 0,3 0-27 0,2-4-32 15,-1 0-36-15,0 0-47 0,1-8-35 0,4 2-44 16,-3-4-149-16,3-1-416 0,-2-3 185 0</inkml:trace>
  <inkml:trace contextRef="#ctx0" brushRef="#br0" timeOffset="78837.23">14627 9762 134 0,'2'-11'215'0,"-2"11"-24"16,5-6-12-16,-1 2-19 0,4 0-9 0,2-2-12 15,7 3-11-15,4-3-12 0,8-1-5 0,3 1-13 16,4 1-13-16,1-3-10 0,0 3-22 0,-1 1-25 15,0 0-34-15,-2 0-27 0,-3 1-41 0,-4-1-24 16,-6 3-25-16,-4-1-133 0,-6 1-275 0,0 0 122 16</inkml:trace>
  <inkml:trace contextRef="#ctx0" brushRef="#br0" timeOffset="79048.5">14797 9678 40 0,'-6'1'176'15,"1"3"-8"-15,0 0-7 0,1 4-2 0,-2 2 9 16,0 5-2-16,0 1-11 0,2 8 6 0,3 1-4 16,-4 3-7-16,2 3-7 0,-2-1-8 0,1 0-9 15,-1 1-13-15,5 1-11 0,-2-3-12 0,0-1-5 16,1-1-9-16,-2-3-1 0,2 2-14 0,-1-8-25 16,2-1-24-16,0-4-29 0,0-1-30 0,-2-2-42 15,2 1-46-15,0-3-37 0,0-8-51 0,0 9-116 0,0-9-367 16,0 0 162-16</inkml:trace>
  <inkml:trace contextRef="#ctx0" brushRef="#br0" timeOffset="79971.45">14690 9996 81 0,'9'-2'188'0,"-9"2"-18"0,15 0-8 0,-3 0-8 15,3 0-12-15,3 1-10 0,1 0-10 16,-2 2-7-16,12-3-10 0,-7 1-15 0,6-1-8 15,-6 0-7-15,-1-3-10 0,1 3-1 0,1-1-11 0,-4 0-2 16,2 0-7-16,-7 0-4 0,1 2-2 16,-5-2 0-16,3-2-1 0,-7 1 6 0,1 0 5 0,-7 2 4 15,9-8 0-15,-9 8 4 0,5-6 5 0,-5 6-2 16,4-8 2-16,-4 8 3 0,1-7-3 0,-1 7-1 16,0 0 3-16,0 0-5 0,0 0-6 0,0 0-7 15,0 0-6-15,0 0 0 0,0 0 1 0,-22 20 4 16,16-6-1-16,-1 4-1 0,1-3-5 0,1 0-4 15,1 2-1-15,3 0-2 0,0 0 8 0,1 0-13 16,2-6-3-16,3 0-3 0,5 2 0 0,-3-4 0 16,4-1-2-16,0-2-3 0,1 0 0 0,4 0-1 15,6-8-14-15,-2 2 5 0,0-4-9 0,-4-3 3 16,3 1-2-16,-2-1-3 0,-1-4 0 0,-3 0 6 16,1-1-2-16,-3-2 0 0,0-2-1 0,-2 0 1 15,-4-1-2-15,1-1 2 0,1-6 1 0,-1 0 4 16,-2 5-3-16,-2 1-1 0,0-1-1 0,-2 2 2 15,2 3-1-15,-1 4 5 0,1 1 5 0,-2 0 4 16,0 9-1-16,0-12-5 0,0 12-3 0,0-7-3 16,0 7 9-16,0 0-8 0,0 0 5 0,0 0 0 15,-5 29-1-15,5-13 4 0,0 3 0 0,-2 0-1 16,0 1 6-16,3-3-8 0,0 3 2 0,3-2 3 16,1-2-2-16,-1 1-1 0,3-7-3 0,4 3 7 15,-2 0 0-15,4-3-5 0,-1-2 2 0,1-4 1 16,5 3-3-16,-1-3 0 0,2-1-2 0,1-5 3 15,-2 2-2-15,-2-2 1 0,0-1-1 0,1-3-2 16,-6-1 3-16,3-3-3 0,-3-2-1 0,-2-1-2 16,1 0-5-16,-3-7 1 0,-3 3-3 0,-2-9 1 15,1 0-6-15,-1-1-4 0,-4 3 6 0,2-5 2 0,-1-1-5 16,-1 2 1-16,2-3 0 0,-2 2 5 16,2 3-4-16,0 0 4 0,0 11 2 0,-1 3 10 15,1 3 0-15,0 2 6 0,0 7-7 0,0-12 3 16,0 12-4-16,0 0-1 0,0 0 4 0,0 0 2 0,12 27-1 15,-10-8 2-15,-1 9 4 0,2 4 1 0,-2-2-7 16,-2 1 11-16,-1 3-4 0,2-2 0 0,-2-2 3 16,1 1-5-16,0-3 4 0,1-2-3 0,1-7 0 15,1 0 1-15,2 0 1 0,1-2-2 0,1-7 1 16,0 3 0-16,3-5-8 0,1-1 7 0,5 0 2 16,3-1-5-16,-1-3-3 0,1-5-5 0,0 1 10 15,9-5-9-15,-7 1 0 0,-1-2-6 0,4-6-5 16,0-1-2-16,-5 3 3 0,5-5-4 0,-8 3 3 15,6-6-6-15,-5-1 5 0,1-3-1 0,-4 0 2 16,-4 5-1-16,-4-1-3 0,0-1 6 0,-3-4-6 16,-3-2 14-16,0 8-17 0,-2-1 7 0,2 4 0 15,-3 2 4-15,2 2 5 0,1 3 0 0,-2 1 4 16,3 7-8-16,-1-9 1 0,1 9-2 0,0 0 5 16,0 0 2-16,0 0-2 0,-13 34 6 0,8-16 6 15,-3 6-9-15,2 4 5 0,2-2-1 0,-3 4 1 16,5-2-5-16,2-2 5 0,1-1-13 0,0 2-32 15,3-8-35-15,4 5-34 0,0-6-51 0,2 5-31 16,-1-9-43-16,6 0-26 0,-1-1-23 0,9 1-153 16,-1 1-466-16,1 0 206 0</inkml:trace>
  <inkml:trace contextRef="#ctx0" brushRef="#br0" timeOffset="81233.64">16277 10264 138 0,'5'-5'198'0,"-1"-1"6"0,2-2-1 0,0-4-3 16,5-4 0-16,-1 0-25 0,4-7 6 0,3 3-12 0,-2-1-7 15,3-1-13-15,-4-2-8 0,4 1-10 16,0 3-8-16,-1-6-12 0,3 0-6 0,-2 1-10 16,4-1-7-16,-2 0-6 0,-2 1-10 0,-3 2 2 15,1 3-1-15,-4 4-5 0,-1 3-3 0,-6 2 5 0,0 3-1 16,0 2 5-16,-2 0-8 0,-1 1-3 0,-2 5-9 16,4-8-7-16,-4 8-8 0,0 0-5 15,0 0 1-15,0 0-3 0,-24 23-8 0,12-7 0 16,-2 6-3-16,3 0-4 0,3-3-2 0,2 6 0 0,2-6-3 15,3 8 0-15,2-2-6 0,1 0-8 16,5-6 9-16,-1 0-9 0,2-2 1 0,7 4 0 16,-6-4 1-16,-1-3-5 0,0 1 10 0,2 1-16 15,-4-8-6-15,-1 3-15 0,0-2-2 0,-1 1 0 0,-1-4-1 16,-2 2-3-16,0-2-4 0,-1-6 0 0,0 0-1 16,-5 14-4-16,5-14 1 0,-8 5 2 0,8-5 7 15,-7 1 1-15,7-1 5 0,0 0 2 0,0 0 4 16,-15-7 2-16,15 7 1 0,-2-9-2 0,2 9 9 15,0 0-3-15,12-19 2 0,-5 10 1 0,2-1 3 16,7-2-1-16,-2 0 1 0,3 0-1 0,-1 0 6 16,7-3 0-16,2-1-2 0,0 1 4 0,-9 4 1 15,6-4-1-15,1 1 7 0,-6 2 4 0,-1 0 8 16,-3 0 4-16,-4 2 2 0,2-2-1 0,-5 1 6 16,1 2 5-16,-5-2 6 0,2 0-2 0,-4 4-1 15,0 0 0-15,0 7 3 0,-4-11-2 0,4 11-2 16,-11-7-4-16,4 9-2 0,-6-1 10 0,0 4-8 15,0 0 0-15,-1 7-14 0,-1 3 20 0,1 0-12 16,2 1-2-16,0-1 1 0,3 2-5 0,1 0-1 16,2 2 0-16,4-4-18 0,1-1-18 0,5 0-23 15,3-3-25-15,6 2-25 0,4-5-30 0,0 1-35 16,9-3-14-16,3-3-26 0,-1-1-21 0,0-1 13 16,2-1 14-16,1-1 26 0,0-3-1 0,1 0 8 15,-3 0-1-15,-2-2 15 0,-3-3 10 0,-5 1 16 16,-1-3 7-16,-2-1 40 0,-4 3 25 0,1-6 29 0,-2 1 27 15,-3-2 24-15,-1 1 9 0,-2-2 15 16,-1-1 18-16,-2 2 10 0,-2 0 24 0,0 1 6 16,-1 4 2-16,-3 1 3 0,0 3 4 0,0-1 7 15,1 2 5-15,3 6-9 0,-13-3-4 0,4 3 7 0,-3 4-5 16,-3 7-2-16,-2-3-2 0,0 11-10 0,-1 3-12 16,0-2-9-16,4-4-6 0,4 1-6 15,0-1-7-15,5 2-11 0,-1-3-1 0,5-3-2 16,2 4-13-16,2-4-6 0,2-1-20 0,2-1-13 0,4 3-19 15,0-7-21-15,4 2-18 0,2-2-23 16,0-3-19-16,3 1-19 0,-1-3-13 0,2-2-2 0,0-1-6 16,8-3 1-16,-10 0 1 0,0-2 5 15,0-1 9-15,-1-1 15 0,-3 0 8 0,-2-3 3 0,0 0 30 16,0-1 1-16,-3 0 16 0,0-1 9 0,-1-1 19 16,-4 5 9-16,2-1 12 0,-2 0 20 0,0 5 25 15,-3 0 16-15,1-1 5 0,-1 2-1 0,-2 5-2 16,3-7 0-16,-3 7 0 0,0 0 8 0,0 0 9 15,0 0-4-15,0 0-2 0,-4 29-5 0,3-20-7 16,-3 1-7-16,0 2-4 0,2 0-6 16,-1 0 5-16,2 0-12 0,0-3-5 0,1 3-1 15,1-4-5-15,2 0-1 0,0 1-1 0,4-5 3 0,-2 1-12 16,1 0-7-16,2-3-4 0,-1 1 1 0,2-3-3 16,0 1-1-16,-1-1-3 0,2-2 4 0,-10 2-5 15,13-7 0-15,-6 4 4 0,-4-3-3 0,4-3-3 16,-5 1-1-16,-1-2 0 0,1 0 3 0,-1-1-2 15,-1 0-5-15,1-2 4 0,1 2-1 0,0 0 3 16,1-1 1-16,-2 5-2 0,4-2 1 0,-4 2-1 16,-1 7 2-16,7-8-2 0,-2 4 6 0,-5 4-1 15,9-1 2-15,-9 1 3 0,14 5 1 0,-5-1 2 16,-3 2 1-16,1 3-4 0,-2 1 4 0,2 0-5 16,-2-1 14-16,-1-1-7 0,0 1 2 0,3-1-3 15,-5 1 0-15,1-5-3 0,-3-4-2 0,5 11 6 0,-5-7-4 16,0-4 2-16,4 7 2 0,-4-7 0 15,1 6 3-15,-1-6 1 0,0 0-3 0,0 0 11 16,0 0-14-16,0 0-3 0,0 0-2 0,13-11 1 16,-8 4-4-16,2-2 3 0,2 1-6 0,4-2 4 15,2 0-7-15,2-3 4 0,1 6-1 0,-1-2-2 16,1 2 1-16,-2 1 0 0,-1-1 1 0,-2 4-2 0,0 3-3 16,-1-2 4-16,-1 4 0 0,-2 1-4 15,-3 0 4-15,0 3-1 0,-3 1 0 0,2 2-2 0,-2-1 3 16,-3 3-4-16,0-1-20 0,-1 1-30 0,-1-2-32 15,0 1-34-15,1-1-26 0,1 1-32 0,0-10-22 16,1 12-27-16,4-5-2 0,1 0 36 0,2-3 14 16,6 0 15-16,4 2-1 0,4-3-94 0,6-1-280 15,-8-2 124-15</inkml:trace>
  <inkml:trace contextRef="#ctx0" brushRef="#br0" timeOffset="81624.48">18125 10103 391 0,'12'-7'25'0,"2"0"16"16,0-4 11-16,-4 2 7 0,3-4 2 0,-4 2 8 15,1-2 2-15,-1-1 13 0,-3 3 16 0,-2 0 12 16,-1 1 16-16,-2 1 5 0,-1 3 13 0,0-3 5 15,0 9-1-15,-7-12-3 0,0 8-7 0,-1 1 4 16,8 3-6-16,-23 3-1 0,7 1-6 16,-3 1 1-16,-6 5-3 0,6-1-7 0,-5 5-1 0,7-2-11 15,0 1-11-15,3 0-4 0,2-2-9 0,4 0 2 16,3-1-24-16,-2 1-6 0,4 1-1 0,3-2-9 16,3-1 7-16,4-1-16 0,2-1-6 0,2-2-13 15,8-2-14-15,2 0-8 0,-1-3-10 0,2 0-9 16,6-4 2-16,-9 0-3 0,1-3 5 0,-4 2-1 15,-4-4 0-15,2-2 4 0,-5 2 3 0,0-4-1 16,-4 2 7-16,0-6-4 0,-3-1 3 0,0 0 0 16,-2-8-2-16,-3 2 3 0,-1 5 2 0,2-7-2 0,-3 1 7 15,2 0 2-15,2 1-2 0,-1-3 1 16,1 9 12-16,1 3 3 0,-1 2 8 0,1 1 6 16,1 5 6-16,-2-1-4 0,1 8 4 0,1-11-16 15,-1 11 0-15,0 0 5 0,0 0-1 0,0 0 5 16,0 0 4-16,-4 35-4 0,2-17 5 0,-2 1-15 15,1 0 2-15,0 9-2 0,0-3-5 0,-1 1 1 16,3-7-9-16,1 0-30 0,1 6-26 0,3-7-35 16,0 1-23-16,1-4-31 0,4 2-31 0,1-2-38 0,7-3-41 15,-2-3-33-15,2 1-222 0,1-4-543 0,3-2 239 16</inkml:trace>
  <inkml:trace contextRef="#ctx0" brushRef="#br0" timeOffset="82498.52">18603 9919 23 0,'-5'-4'254'0,"-3"-2"-16"0,-2 4 2 0,-1 2-3 16,-8 6-5-16,-1-2-2 0,-7 10-12 0,-1-3-8 15,0 2-4-15,3 3-18 0,2-2-15 0,2 1-18 16,5-1-9-16,0 0-16 0,6-5-6 0,1 4-14 16,3-2-8-16,3 1-11 0,2-1-3 0,2-1-7 15,3-1-10-15,2-3-8 0,5 2-6 0,0-5-4 16,6 2-9-16,-3-4-14 0,4-2-4 0,1-1-6 15,-1 1 0-15,-6-3-5 0,0-1-9 0,1 0 3 16,-2 0 3-16,-3-4-4 0,1 1 1 16,-1-1-2-16,-1-3-3 0,-3 3 2 0,2-2 1 0,-1-1 0 15,-1-3-4-15,0 4 8 0,1-1-8 0,-1 4-4 16,-1 0 5-16,3 1 10 0,-3 2-6 0,-3 5-1 16,3-8 9-16,-3 8-5 0,0 0-11 0,0 0 20 15,0 0 4-15,12 15 2 0,-11-6-1 0,1 2 3 16,-2 0-6-16,1 1 4 0,0 0-8 0,0 0-1 15,1 1-1-15,3 2 1 0,0 0 0 0,-1-5-1 16,1 2-2-16,3-3-2 0,0-1 5 0,0 0 9 16,2-3-18-16,3-2-4 0,-3 0 17 0,2-3-20 15,2 2 8-15,-3-4-6 0,1 2 2 0,2-3-5 16,-2 0-9-16,-2-2 12 0,-1-1-6 0,-2 0-5 16,0-3 2-16,0 2 3 0,-2-4-5 0,1 2 5 15,-1 0-4-15,-3-1-1 0,2-1 6 0,0-1-6 16,2 0 2-16,-1 1 3 0,-1 0-5 0,3 1-2 0,-2 1 8 15,2 2-4-15,-3 2-2 0,0 1 2 16,1 1-5-16,-5 3 6 0,7-4-4 0,-7 4-4 16,11 2 8-16,-11-2 5 0,8 9-4 0,-6-4 3 15,2 1 0-15,-1 1 6 0,-2-1-3 0,0 3-2 16,1-3 0-16,0 3 3 0,-1-2 3 0,1-1 3 16,-2-6 6-16,6 9-13 0,-2-1 3 0,0-4-2 0,0 3-1 15,1-4-4-15,1 1 3 0,3-2-3 0,-3 1 2 16,5-3-2-16,-11 0-13 0,20-4 10 0,-14 0-2 15,2 4 6-15,4-4-6 0,-2-1 1 16,-2 0-2-16,2-1 0 0,-1 0 2 0,-3-2-2 0,2-1 0 16,-1 0 2-16,0-1 3 0,0-1-5 0,0 2 5 15,2 0-3-15,-3 3-5 0,-2 2 6 0,0 0 3 16,-4 4-1-16,6-5 3 0,-6 5 8 0,0 0 9 16,0 0 4-16,0 0-4 0,13 8 1 0,-13-8 1 15,4 10-3-15,-4-4 1 0,0-6 1 0,4 10 0 16,0-4 6-16,-2 0-8 0,2-1-1 0,0 0-5 15,-4-5 4-15,10 5 13 0,-4-3-11 0,2-1-4 16,-8-1-12-16,15-3 7 0,-7 3 4 0,-2-3-3 16,-6 3 6-16,13-5-3 0,-5 2 3 0,-2-2-8 15,-2 1 1-15,1 0-2 0,0-2-2 0,-5 6 4 16,9-5 2-16,-6-2-2 0,-3 7-7 0,5-4 6 16,-5 4-7-16,0 0-13 0,0 0 9 0,0 0-3 0,8 11 4 15,-8-2 19-15,0 4-9 0,-4 3 0 16,-1 9 0-16,-1 1-4 0,4 1 8 0,-6 1-5 15,2 1 3-15,2-1-2 0,0 1-1 0,3-4-5 16,0 0-7-16,2-5-33 0,0-2-9 0,1-3-31 0,-1-2-27 16,1-1-36-16,1 0-39 0,0-2-47 0,0 0-42 15,0-4-48-15,1-2-216 0,-4-4-579 16,5 4 256-16</inkml:trace>
  <inkml:trace contextRef="#ctx0" brushRef="#br0" timeOffset="82782.38">19320 9650 10 0,'10'-5'288'0,"-1"6"-23"0,2 2-25 16,4 6-8-16,-1 4-3 0,5 7-21 0,-2 6-7 15,-2 3-13-15,-5 3-5 0,-1 0-13 0,0 13-6 16,-6-9-8-16,-2 10-4 0,-1-11-12 0,-4 11-5 15,0-13-10-15,-3 0-10 0,3-2-11 0,-5 1-11 16,0-1-6-16,-3-4-9 0,2 1-4 0,-1-2-5 16,-3-4-11-16,-3-2-8 0,3-4 1 0,-4 2-5 15,1-5-15-15,5-3-17 0,-4-1-26 0,5-1-30 16,-1-4-25-16,3 0-34 0,2-1-38 0,0-3-44 16,7 0-60-16,0 0-65 0,-6-11-170 0,6 11-516 15,9-20 229-15</inkml:trace>
  <inkml:trace contextRef="#ctx0" brushRef="#br0" timeOffset="82963.62">20018 9773 152 0,'0'0'296'0,"6"-4"-35"16,-6 4-24-16,0 0-30 0,8-1-15 0,-8 1-21 15,0 0-23-15,0 0-8 0,17 3-20 16,-17-3-10-16,9 2-18 0,-2-1-31 0,1 2-36 0,-1-2-46 15,3 2-40-15,1-2-45 0,-2 1-37 0,-3-1-28 16,-6-1-114-16,8 4-309 0,-8-4 136 0</inkml:trace>
  <inkml:trace contextRef="#ctx0" brushRef="#br0" timeOffset="83092.95">20074 9844 152 0,'-9'5'211'0,"-2"0"-1"0,0-1 5 0,1-1-3 16,1 3-8-16,0 0-3 0,-1-2-9 0,3-1-11 15,1 0-17-15,0 0-10 0,6-3-18 0,-9 5-6 16,9-5-9-16,-3 6-14 0,3-6-8 0,0 0-11 15,0 0-30-15,17 10-41 0,-8-10-54 0,4 0-70 16,2-3-73-16,-1 0-242 0,3-2-456 0,-1-4 202 16</inkml:trace>
  <inkml:trace contextRef="#ctx0" brushRef="#br0" timeOffset="83704.02">21181 9246 13 0,'0'0'230'0,"-2"-9"-22"16,2 9-25-16,0 0-13 0,0 0-1 0,13-4-7 16,-2 6-2-16,8 2-3 0,1-1-4 0,6 5-4 15,-1 3-3-15,1 2-10 0,-1 3-21 0,0-1-8 16,-6 3-9-16,0 2-7 0,-6-3-8 0,-2 0-6 16,0 6-2-16,-6-6-7 0,-3 1-5 0,-3 0-4 15,-2-2-3-15,-4 2-3 0,-5-1-7 0,-7 4 2 16,-3-5-4-16,-1-2-7 0,-4-2-2 0,-5-2-2 15,0-1-8-15,1-5 1 0,-3 2-2 0,2-2-4 16,4-1 4-16,7-2-2 0,2-2 3 0,2 1 2 16,3-2 4-16,4 1 0 0,2 1 1 0,8 0-7 15,-12 0-5-15,12 0-3 0,-7-1 0 0,7 1-8 16,0 0-2-16,-7 4-3 0,7-4 5 0,0 0 1 16,14 12-2-16,-2-6 2 0,6 1-2 0,1 0 3 15,9 4-3-15,1 0 0 0,3-1 7 0,2-3-11 16,3 2-17-16,0-1-25 0,13 1-33 0,3 0-41 15,-3-1-52-15,3-5-53 0,-1 1-59 0,-16-2-193 16,1-2-507-16,1 0 225 0</inkml:trace>
  <inkml:trace contextRef="#ctx0" brushRef="#br0" timeOffset="83959.65">21978 9393 59 0,'0'0'284'0,"2"-10"-32"0,-2 10-25 16,1-9-25-16,-1 9-19 0,0 0-9 0,0 0 4 15,0 0-4-15,0 0-6 0,10 21-3 0,-6-9 1 16,5 1-16-16,0 2-6 0,1 1-10 0,0 0-12 16,4 1-5-16,2 2-8 0,2 0-14 0,3 0-11 15,-1-2 0-15,-1 0-12 0,-4-4-19 0,2-2-23 16,0 1-28-16,-1-1-33 0,0-4-41 0,-5-1-42 15,-1-1-39-15,1 1-33 0,0-1-36 0,-4-3-40 16,-2-1-136-16,-5-1-432 0,12 0 192 0</inkml:trace>
  <inkml:trace contextRef="#ctx0" brushRef="#br0" timeOffset="84129.3">22335 9460 183 0,'-4'-10'243'16,"4"10"-19"-16,-6-2-9 0,6 2-14 0,-17 8-2 15,2 1-4-15,-3 1-1 0,-8 8-10 0,1 0-5 16,-2 2-17-16,-1-2-16 0,3 2-13 0,-1-2-15 16,3 2-16-16,1-1-26 0,1 2-35 0,2-4-43 15,5-2-56-15,1-1-70 0,6-3-66 0,-6-1-209 16,5 0-435-16,-1-3 193 0</inkml:trace>
  <inkml:trace contextRef="#ctx0" brushRef="#br0" timeOffset="84854.23">23104 9242 77 0,'-4'-3'134'0,"4"3"3"16,-9-3 2-16,9 3-1 0,-11-3-3 0,11 3-6 0,-12-2-4 16,7-1-6-16,5 3-2 0,-12-5-3 0,12 5-4 15,-9-1-4-15,9 1-3 0,-8-2-4 16,8 2-6-16,0 0-9 0,-8-2-6 0,8 2-5 16,0 0-10-16,0 0-6 0,0 0 17 0,0 0-22 0,0 0 2 15,45-3-7-15,-13 2-9 0,4 0-3 0,15 1-1 16,1-4-3-16,-13 4-4 0,-1-3-19 15,-2 6-17-15,-2-3-22 0,-3 1-17 0,-3-1-16 0,-8 1-14 16,-2 1-22-16,-4-2-27 0,-1 1-25 0,-1-1-19 16,-3 0-138-16,-2 0-334 0,-7 0 148 0</inkml:trace>
  <inkml:trace contextRef="#ctx0" brushRef="#br0" timeOffset="85064.14">23389 9165 103 0,'0'0'174'0,"-7"-2"-7"15,7 2-3-15,0 0-13 0,-7-5-13 0,7 5-18 16,0 0-11-16,0 0-4 0,0 0 4 0,-6 10 3 16,4 3-2-16,1-2 11 0,1 10 1 0,-4 5-4 15,-1 3-15-15,3 0-2 0,-2 2-9 0,1 0-6 16,2 1-5-16,-1 1-12 0,-2-3-4 0,-2 0-6 16,3-3-9-16,-1-1 1 0,6-2-9 0,-5-4-2 15,0-1-18-15,3-1-25 0,-1-1-38 0,1-3-31 16,0-2-47-16,0-2-32 0,0 0-40 0,1-1-178 0,-1-4-398 15,0-5 177-15</inkml:trace>
  <inkml:trace contextRef="#ctx0" brushRef="#br0" timeOffset="85414.6">23600 9352 122 0,'3'-7'224'0,"-1"2"-24"0,-2 5-16 15,4-8-19-15,-4 8-12 0,0 0-2 0,0 0 12 0,0 0-5 16,9 20-9-16,-6-4-8 0,-2 3-8 0,0-1-12 16,-1 6-6-16,1 2-8 0,-1-7-7 0,0 6-12 15,2-5-5-15,0-3 0 0,1-1-13 16,1 1-7-16,1-1-7 0,-2-5-5 0,4 0-5 0,-2-1 1 16,2-1-9-16,0-2 2 0,1 0 2 0,1-4-2 15,1 1-2-15,1-2-2 0,-2 0 0 0,-1-3 4 16,3 0 2-16,-1-3 3 0,0-2 4 15,1 0-2-15,-2-3-5 0,0-2 0 0,1-5-8 0,-1 1 2 16,3-8-4-16,-3 6-6 0,-2-6 1 0,1-2-7 16,-1 2 12-16,-2 3-15 0,1 1-4 0,0-4 0 15,-2 5-4-15,0 1 1 0,-3 6-3 0,1 0-15 16,0 0-21-16,0 5-18 0,-1-1-31 0,-1 7-32 16,1-10-40-16,-1 10-39 0,0-7-47 0,0 7-20 15,0 0-199-15,0 0-490 0,0 0 216 0</inkml:trace>
  <inkml:trace contextRef="#ctx0" brushRef="#br0" timeOffset="85754.23">24035 9323 87 0,'0'0'184'0,"11"-5"-11"16,-4 3-6-16,2-1-10 0,3 0-8 0,0 0-11 15,2 1-16-15,0-2-9 0,4 0-15 0,1 3-9 16,0-1-7-16,-1 0-20 0,0 0-17 0,-5 0-23 15,1 0-24-15,-3 1-9 0,-1-1-12 0,-3 1-10 16,3 1-7-16,-10 0 6 0,9-2-9 0,-9 2-4 16,6-5 6-16,-6 5 10 0,0 0 1 0,0 0 8 15,0 0 9-15,-17-15 1 0,7 13 20 0,-2-1 4 16,3 0 5-16,-1 2 15 0,10 1 8 0,-17 0-4 16,11 1 14-16,-1 3 6 0,2 1 5 0,-2 5 10 15,-1 0 16-15,0 5-2 0,2 2 5 0,-4 6 1 16,2 2 2-16,1 1-1 0,1-3-5 0,-2 3 1 15,1-1-9-15,0 1-7 0,3-6-6 0,-1 4-9 16,0 1 1-16,3-8-10 0,-2 2-3 0,3-2-10 0,-2 0-25 16,0-1-33-16,1 0-32 0,2-5-19 0,-1-2-44 15,-1 1-38-15,2-3-24 0,0-7-24 0,-2 12-140 16,-1-9-373-16,3-3 166 0</inkml:trace>
  <inkml:trace contextRef="#ctx0" brushRef="#br0" timeOffset="85906.51">24062 9522 5 0,'0'0'185'0,"8"-2"-15"15,-8 2-14-15,16 0-11 0,-2 0-14 0,2 2-17 16,6-1-11-16,5 2-9 0,0-1-16 0,5 1-40 16,-2-3-36-16,2 0-57 0,0 0-140 0,0 1-211 15,3-4 95-15</inkml:trace>
  <inkml:trace contextRef="#ctx0" brushRef="#br0" timeOffset="86270.04">24730 9256 34 0,'0'0'236'0,"-3"-7"-14"16,3 7-19-16,0 0-14 0,-5-7-18 0,5 7-3 15,0 0-6-15,-16 19 2 0,8 0-2 0,-3 6-9 16,-2 2-4-16,1 4-13 0,1 1-8 0,0 1-7 15,1 0-11-15,4-2-8 0,-1-1-9 0,1-2-6 16,3 0-11-16,1-2-3 0,2-1-9 0,5 0-5 0,-1-7-8 16,2 0-4-16,4-3-1 0,-1-1-8 0,2-1-35 15,3 0-29-15,0-2-32 0,0-2-38 0,4 0-34 16,-4-1-37-16,2-5-35 0,0-1-32 0,-3 0-155 16,4-1-422-16,-3-4 186 0</inkml:trace>
  <inkml:trace contextRef="#ctx0" brushRef="#br0" timeOffset="86521.37">25089 9407 215 0,'2'-12'256'0,"0"4"5"0,0 0-15 16,0 3-8-16,-2 5-14 0,3-9-28 15,-3 9-22-15,0 0-11 0,0 0-3 0,0 0 7 0,0 0-4 16,0 28-10-16,-2-11-4 0,1 2-3 0,-1 10-11 15,1-3-11-15,-2-1-14 0,1-1-11 0,0-3-7 16,2-2-9-16,0 1-11 0,0-3-10 0,2 1-20 16,-2-1-34-16,2-5-19 0,-2 3-36 0,3-1-27 15,-2-4-35-15,4 1-37 0,-5-5-31 0,2 0-20 16,-2-6-21-16,2 10-13 0,-2-10-8 0,0 0-143 16,0 0-414-16,0 0 184 0</inkml:trace>
  <inkml:trace contextRef="#ctx0" brushRef="#br0" timeOffset="86787.05">25104 9650 33 0,'3'-11'116'15,"1"3"-1"-15,1-2 8 0,-1 2 2 0,3-1-4 16,-2 2 3-16,3-2-9 0,0 3-7 0,1-1-7 16,1 3-8-16,4 0 0 0,-1-2-9 0,6 3-8 15,-2-3-6-15,2 1-10 0,0 0-7 0,-1 0-2 16,-7 1-7-16,3 0-2 0,2-2-3 0,-4 1 4 16,0 1-11-16,0-2 8 0,-1-1 7 0,-3 0 7 15,1 0 4-15,-1 1-1 0,-2-3 1 0,1 0-3 16,-3-1 8-16,1-2-3 0,0 3 3 0,-2 1 8 15,1-1 9-15,0 4 0 0,-4 5-5 0,4-7-5 16,-4 7-11-16,5-6-5 0,-5 6-3 0,0 0 7 0,0 0-6 16,0 0-1-16,-4 25-6 0,1-10 0 15,-5 3-9-15,3-1 0 0,-3 2-2 0,0 5-2 16,-3 0-5-16,6-5-26 0,-2-2-31 0,5 0-36 16,-1 0-47-16,0 0-45 0,3-7-48 0,-1 1-54 0,0-3-164 15,1-8-458-15,3 12 202 0</inkml:trace>
  <inkml:trace contextRef="#ctx0" brushRef="#br0" timeOffset="87131.88">25646 9509 74 0,'-6'-9'247'16,"0"6"-14"-16,6 3-9 0,-20 3-11 0,2 1-5 15,3 3-10-15,-5 1-8 0,3 0-11 0,0 2-14 0,0 0-13 16,4 2-14-16,0 0-11 0,6-1-17 0,-1 0-11 15,1-1-7-15,3 1-7 0,3-2-7 0,2 0-11 16,3-1-13-16,2-1-8 0,1 0-9 0,1-2 2 16,3 0-19-16,2-2-4 0,0-3 0 0,-2-3-9 15,2 1-1-15,-3 0-1 0,3-3 1 0,-4 1 2 16,0-2-4-16,0 0 4 0,-3 0-3 0,1-3 1 16,-1 2-4-16,0-3 8 0,-2 0 6 0,0 3 1 15,1-2 5-15,-3 3 9 0,0 2-2 0,-2 4 0 16,6-8-7-16,-6 8 2 0,0 0 0 0,0 0-5 15,0 0-1-15,0 0 3 0,0 19-1 0,-1-9 1 16,-3-1-6-16,3 5 1 0,-3-3 1 0,2 5-4 16,-1-4-15-16,2 5-25 0,1-2-29 0,2-2-40 15,0-2-36-15,2 1-42 0,2-5-32 0,0 1-46 16,-1-3-183-16,3-1-469 0,1-1 208 0</inkml:trace>
  <inkml:trace contextRef="#ctx0" brushRef="#br0" timeOffset="87344.84">25857 9450 157 0,'1'-7'265'0,"2"0"-6"0,-2 0-19 0,-1 7-18 0,2-9-24 16,-2 9-1-16,0 0-4 0,0 0 3 16,0 0 1-16,-3 31-12 0,-1-14-14 0,-1 4-16 15,-2 3-11-15,-1 0-9 0,1 0-13 0,3 1-12 0,-3-1-10 16,2-3-7-16,1-2-10 0,1 0-22 0,2-1-34 15,0-1-37-15,1-2-38 0,0-2-41 16,1 0-52-16,0-3-51 0,4-1-52 0,-1 0-221 16,4-3-503-16,0 1 223 0</inkml:trace>
  <inkml:trace contextRef="#ctx0" brushRef="#br0" timeOffset="87600.93">26189 9468 2220 0,'5'-17'117'0,"-5"-1"42"0,0 7-69 0,0 1-7 16,0-1-24-16,0 5-12 0,0 6-7 0,0 0 0 16,0 0 12-16,-11-2 16 0,2 16 9 0,-5-1 3 15,3 4 0-15,-4 6 7 0,0 6 3 0,3 0-2 16,2-1 3-16,1 1-7 0,0 3-8 0,1-3-12 16,0-1 1-16,4-1-2 0,-3-1 5 0,1 0-24 15,2 0-1-15,2 1-2 0,-2-9-5 0,2 7-6 16,0-9-17-16,-2-4-27 0,3-1-28 0,1 2-40 15,-4-1-19-15,2 0-23 0,-2-1-34 0,1-2-26 16,-4-1-33-16,3-1-41 0,1-3-40 0,3-4-156 16,-11 4-490-16,11-4 217 0</inkml:trace>
  <inkml:trace contextRef="#ctx0" brushRef="#br0" timeOffset="87745.03">25969 9726 83 0,'0'0'187'0,"12"-3"-31"0,-6 2-25 16,5-2-26-16,1 2-19 0,5-3-26 0,-3 0-42 16,4 1-27-16,2 3-14 0,7-3-3 0,1-1-1 15,5 0-33-15,-1 2-54 0,1-2-123 0,-3-2 55 16</inkml:trace>
  <inkml:trace contextRef="#ctx0" brushRef="#br0" timeOffset="88160.47">26450 9623 135 0,'9'-7'155'0,"-3"0"2"16,2 1 8-16,-4 0 8 0,1 3 10 0,-5 3 1 0,6-8-11 15,-6 8-12-15,0 0-10 0,0 0-1 16,0 0-1-16,0 0 1 0,0 0-6 0,-20 19-9 16,15-10-5-16,-2-1-9 0,-1 5-12 0,1-3-10 15,0 0-9-15,2 2-12 0,3-3-10 0,0 2-3 0,2-3-3 16,0 2-4-16,4-2-5 0,1 1-9 0,2-2-4 16,2 0-4-16,2-2-5 0,1-1-6 15,1-1-4-15,-2 0-2 0,1-3-7 0,0 2 0 16,0-4 0-16,-3 0 0 0,-2-1-2 0,-1 2-4 0,1-5 1 15,0 2-8-15,-2-2 1 0,1-3 7 0,-4 3-7 16,3 1 2-16,-3-1-1 0,3-1 4 0,-5 7-9 16,4-8 1-16,-4 8-2 0,3-6-4 0,-3 6 1 15,0 0-2-15,0 0 8 0,0 0-6 0,0 0 7 16,0 0-6-16,0 0 2 0,0 0-2 0,0 0 5 16,-3 25-1-16,3-25 3 0,5 8 1 0,-5-1 0 15,0-7 1-15,9 6 2 0,-1-5 5 0,4 2 8 16,-1-2 0-16,3-2-4 0,-1-2 0 0,2 0 14 15,-1 1-14-15,-3-3 5 0,1 0 2 0,-3 0 7 16,-1-3-3-16,-1 0 1 0,0-1-2 0,-2 1 0 16,-1-1-7-16,-2-1 7 0,2 0-7 0,-3-1-10 15,-1 1-18-15,0 0-21 0,0 1-18 0,0 9-22 16,-3-15-18-16,3 9-29 0,0 6-35 0,-2-8-37 16,2 8-27-16,0 0-21 0,4-10-16 0,-4 10-148 15,0 0-437-15,9 0 194 0</inkml:trace>
  <inkml:trace contextRef="#ctx0" brushRef="#br0" timeOffset="88430.22">26967 9567 30 0,'0'0'212'0,"0"0"-7"0,0 0-4 15,0 0 2-15,0 0-5 0,-29 7-1 0,14-1-8 16,-2 0-8-16,-1 4-10 0,3-1-4 0,-4 1-10 16,1-1-16-16,5 2-9 0,0-1-13 0,-1-2-12 15,5 0-11-15,3 0-6 0,-2 0-12 0,4-2-4 16,1 2-5-16,3 1-5 0,0-9-13 0,3 13-2 15,1-8-5-15,4 0-7 0,-2-2 0 0,3 0-9 16,-1 1-6-16,2-2 5 0,-1-2-2 0,4 1-4 16,-3-2 9-16,3 1-12 0,-5-2-3 0,0 1-5 15,-8 1 1-15,13-1-4 0,-13 1-1 0,11 0-3 0,-11 0 0 16,9 1-1-16,-9-1-1 0,7 4 0 16,-7-4-2-16,4 10 3 0,-4-5-1 0,0-5-26 0,4 11-32 15,-4-5-39-15,0-6-42 0,1 13-58 16,1-9-48-16,-2-4-219 0,7 9-501 0,-7-9 222 0</inkml:trace>
  <inkml:trace contextRef="#ctx0" brushRef="#br0" timeOffset="88918.02">27204 9592 180 0,'6'-9'230'16,"0"1"-9"-16,-4 4-1 0,-2 4-25 0,5-8-17 15,-5 8-11-15,0 0-6 0,0 0-9 0,0 0-6 16,13 12-3-16,-8-2-9 0,-1-2-14 0,-2 3-5 16,1 1-14-16,-1 0-6 0,-2-1-9 0,2 0-5 15,0-1-12-15,0 2-4 0,0-2-7 0,-1-1-9 16,1 1-2-16,0-2-7 0,0-3-5 0,-2-5 3 16,0 9-6-16,0-9-6 0,2 6 2 0,-2-6-8 15,0 0-3-15,0 8 3 0,0-8-11 0,0 0-2 16,0 0-9-16,0 0-12 0,0 0-3 0,0 0 0 15,19-11 0-15,-13 7 0 0,1-4 1 0,6 1 4 16,-4 0-2-16,3 1 3 0,-1-1 1 0,2 1 3 16,3-1-6-16,-5 2 6 0,3-2 1 0,-3 3 5 15,2-2 3-15,1 1 1 0,-1-1 1 0,-1 0-3 16,1 3-3-16,-1-3 7 0,1 1-7 0,2-1 4 0,1-2 0 16,1 2-2-16,-6 1 0 0,0-1 0 15,0 2 0-15,-2-2 4 0,-3 3 2 0,-1-3 16 16,1 2-9-16,0-2 3 0,-6 6-4 0,4-7-1 0,-4 7-3 15,0-8 0-15,0 8-3 0,0 0 0 16,0 0 4-16,-16-4-3 0,16 4-1 0,-16 7 6 16,5-1 9-16,0 0 2 0,0 4-1 0,-3 0 9 15,1 2-5-15,3 0-1 0,2-1-1 0,3-1 0 0,-1 3 4 16,5-2-8-16,2 0-5 0,3 2-15 0,3-3-29 16,4 2-33-16,4-1-43 0,2-4-55 0,3-2-50 15,8 0-62-15,-7-3-172 0,9 0-480 16,-1-4 213-16</inkml:trace>
  <inkml:trace contextRef="#ctx0" brushRef="#br0" timeOffset="89169.52">27896 9341 113 0,'5'-1'196'0,"-5"1"1"0,0 0-12 0,20 15 3 16,-13 1-7-16,4 8 0 0,1 1-14 0,-3 5-13 15,-1 3-6-15,-1-3-13 0,0 2-4 0,-4 1-10 16,-2-1-5-16,-1-2-6 0,-4 1-7 0,4-2-9 16,-5-3-2-16,3-2-10 0,-5-5-3 0,3 1-9 15,-5-2 0-15,4-2-9 0,-6 0-5 0,0-3 0 16,-3 2-10-16,1-4-7 0,-3-2-17 0,3 1-21 16,2-3-31-16,-1-2-40 0,1 0-48 0,-3-3-51 15,6-2-68-15,-4-1-192 0,4-1-464 0,8 2 206 16</inkml:trace>
  <inkml:trace contextRef="#ctx0" brushRef="#br0" timeOffset="89339.53">28303 9582 149 0,'5'-2'231'0,"1"-1"-28"15,2 1-21-15,-8 2-15 0,14-4-21 0,-5 4-11 16,1 0-27-16,-10 0-34 0,20 0-41 0,-8 2-34 0,-2 0-26 15,1 0-32-15,-1 1-29 0,-4-1-28 16,1 3-74-16,-3-2-206 0,-4-3 92 0</inkml:trace>
  <inkml:trace contextRef="#ctx0" brushRef="#br0" timeOffset="89447.16">28431 9639 5 0,'-4'6'126'0,"-1"-1"18"0,0-2 18 16,-1 2 3-16,0-2-6 0,6-3-9 0,-8 8-5 0,8-8-8 16,-7 5-9-16,4-1-11 0,3-4-12 0,0 0-6 15,-3 10-9-15,3-10-14 0,0 0-24 16,9 9-40-16,-2-6-39 0,4-2-56 0,0 1-75 15,2-2-110-15,-1-3-289 0,-1 0 127 0</inkml:trace>
  <inkml:trace contextRef="#ctx0" brushRef="#br0" timeOffset="90074.38">29044 9313 11 0,'-6'-7'249'0,"-3"1"-9"0,4 2-11 0,1-2-12 0,4 6-17 16,-7-5-18-16,7 5-12 0,0 0-19 0,-2-7-10 16,2 7-10-16,0 0-6 0,29 7-6 0,-10-2-15 15,2 2 3-15,3 3-17 0,0 4-11 0,1 0-6 16,-10-2-9-16,-1 5-3 0,-2-3-8 0,-3 3-9 16,-4 0-2-16,0 0-2 0,-8 3 1 0,-2-2 5 0,-4 6-12 15,-1-7-2-15,-5 3 2 0,-3-2-4 16,-4-1 1-16,-2 0 8 0,0-4-9 0,-5-1 0 15,5-1 1-15,-3-4-3 0,7-2-1 0,-1 0 2 16,3-2-1-16,3 1 3 0,5-2-6 0,0-1 6 0,1 1 0 16,2-1-7-16,7-1-1 0,-9 1-1 0,9-1-4 15,-6 3-2-15,6-3-3 0,0 0 2 0,0 0 1 16,0 0-5-16,0 0-2 0,21 4 1 16,-9 0-6-16,7-1 7 0,3 1 7 0,-2 2-13 15,10-3-13-15,-1 2-18 0,3 0-29 0,0 2-27 0,-1-3-29 16,0 1-36-16,-2 0-27 0,3 0-29 0,-3-5-33 15,-1 3-32-15,-7-2-139 0,1 2-438 0,-2-5 193 16</inkml:trace>
  <inkml:trace contextRef="#ctx0" brushRef="#br0" timeOffset="90333.43">29523 9354 121 0,'0'0'243'0,"-1"-9"-16"0,1 9-16 16,-4-6-19-16,4 6-17 0,0 0-4 0,0 0 0 15,0 0 5-15,0 0 3 0,18 25-10 0,-8-12-6 16,6 9-9-16,-3-2-5 0,4 0-13 0,0 1-8 16,3 1-11-16,2-1-4 0,-1-1-8 0,0-1-14 15,2 0-13-15,-1-2-4 0,-7-3-8 0,7 1-11 16,-6-3-27-16,1-2-22 0,-1 0-39 0,-1 0-45 15,-6-5-38-15,0 2-55 0,0-1-47 0,-3-2-49 16,-2-4-170-16,-4 0-471 0,0 0 209 0</inkml:trace>
  <inkml:trace contextRef="#ctx0" brushRef="#br0" timeOffset="90536.36">29815 9378 108 0,'-13'-1'235'0,"2"3"-4"16,-1 3-4-16,-5 4-6 0,-4 5-12 0,-5 2 5 0,3 2-20 16,-2-1-13-16,-1 0-12 0,2 2-21 0,-3 4-8 15,3-1-14-15,1-3-12 0,2 0-15 16,2 1-13-16,5-6-26 0,0 1-29 0,2 1-36 0,1-3-30 16,3 1-49-16,0-4-70 0,6 1-33 0,1-5-201 15,1-6-421-15,3 8 186 0</inkml:trace>
  <inkml:trace contextRef="#ctx0" brushRef="#br0" timeOffset="90970.37">30192 9304 81 0,'2'-7'278'16,"3"3"-15"-16,-5 4-6 0,5-8-19 0,-5 8-14 15,4-5-18-15,-4 5-22 0,0 0-17 16,0 0-14-16,0 0-17 0,0 0-6 0,0 0-1 0,-10 17-3 16,0-7-4-16,0 5-14 0,-3 1 9 0,4 0-16 15,-1-1-4-15,-3 2 7 0,1-2-21 0,5 1-3 16,-1-2-10-16,1 1-2 0,0-3-8 0,3-1-11 16,0 2 0-16,3-3 2 0,0 1-7 0,2 0-3 15,2-2 0-15,1 0-8 0,3 0 10 0,5-3-16 16,-1-1 0-16,8 1 2 0,-2-1-7 0,3-3-3 15,-2 0 4-15,3-1-4 0,0-2-4 0,-3-2 3 0,-1 0-3 16,0 0-2-16,-1-4 3 0,-2-2-5 16,-2 3 3-16,1-7 0 0,-2 0-3 0,-2 0-3 15,0-2-1-15,-1-3-9 0,-3 0 7 0,-2 0-3 16,0 0 10-16,-3-2-5 0,-1 2-5 0,-3 0-1 16,1 0-4-16,-7 4 5 0,0 1-3 0,0 0-7 15,-8 2 0-15,0 3 1 0,0 0 2 0,-9 2-15 16,4 4-6-16,-3-1-13 0,-3 0-12 0,11 6-32 15,-1-3-23-15,5 3-21 0,-2 4-27 0,4-2-25 0,2 2-28 16,0-1-14-16,3 1-25 0,1 1-218 0,4 0-502 16,2-8 223-16</inkml:trace>
  <inkml:trace contextRef="#ctx0" brushRef="#br0" timeOffset="91209.5">30501 9403 67 0,'10'0'289'0,"-10"0"-11"0,0 0-8 0,0 0 10 16,0 0-26-16,0 0-15 0,0 0-16 0,11-2-12 15,-11 2-18-15,0 0-18 0,0 0-19 0,0 0-18 16,0 0-17-16,0 0-6 0,0 0-10 0,0 0-11 16,3 6-9-16,-3-6-14 0,0 0 2 0,0 0-13 15,-2 10-7-15,2-10-20 0,0 0-28 0,0 0-28 16,-1 9-29-16,1-9-32 0,0 0-26 0,-4 7-37 15,4-7-44-15,0 0-40 0,0 0-228 0,0 0-497 16,0 0 221-16</inkml:trace>
  <inkml:trace contextRef="#ctx0" brushRef="#br0" timeOffset="91626.33">30723 9251 130 0,'0'0'252'0,"3"-9"-14"0,-3 9-11 0,2-10-10 16,4 6-13-16,-3-1-15 0,7 2-11 0,-3 1-14 15,5-1 1-15,0 3-23 0,4 4-10 0,0-1-6 0,1 1-13 16,-2 5-3-16,1-2-19 0,-5 2-8 0,-1 0-6 16,1 0-5-16,-2 5-5 0,-2-4 17 15,-3 2 0-15,-2 2-14 0,1 0-1 0,-4-2-12 16,-2 0 4-16,-2 0-6 0,-4 2 5 0,0-1-10 0,2-2 3 16,-6 1-12-16,3-5 1 0,-1 2-5 0,1-2-10 15,0-1 4-15,3 0 1 0,1-2-5 16,0-1-1-16,1 3-1 0,5-6-6 0,-8 5-2 15,8-5 0-15,-5 3-5 0,5-3-1 0,0 0 3 0,0 0-5 16,0 0-1-16,9 12-11 0,1-9-20 0,1-1-28 16,6-1-30-16,4 0-35 0,0-1-38 0,7-2-50 15,-1-1-48-15,-5-1-54 0,-2-2-166 0,7-1-509 16,-6-1 226-16</inkml:trace>
  <inkml:trace contextRef="#ctx0" brushRef="#br0" timeOffset="92080.08">31199 9213 65 0,'-7'-4'204'0,"7"4"-7"0,0 0-7 15,-15 8-11-15,15-8-9 0,-10 8 1 0,5-2-7 16,1 2-10-16,0 2-6 0,4 2-9 0,0 0-3 16,1 3-1-16,6 3-6 0,0-2-6 0,2 2 7 15,3 0-5-15,2 3-6 0,-1-4-7 0,-2 0-2 16,7 2-14-16,-8-4-9 0,2-1 0 0,-2 0-17 15,-6-3-4-15,2-3-8 0,1 2-4 0,-3-1-2 16,-1-3-10-16,1 1-1 0,-4-7-4 0,-5 11-1 16,0-7-6-16,-4 0-1 0,-5 0-11 0,-4-2-2 15,-2-2-12-15,-1-1-9 0,1-2-6 0,-3 1-5 16,5-2 2-16,-1-1-1 0,3-2-8 0,5 3 3 16,1-3-2-16,1 0 0 0,2 2 0 0,2-4-1 15,3 2-7-15,3-2-8 0,0-4-1 0,4 3 1 16,5-2 3-16,2-2 9 0,1 1-10 0,3-1 7 15,6-3 0-15,-1 0 5 0,-1-3 1 0,2 4 8 16,-7 4-5-16,8-5 4 0,-10 5 0 0,3-1 5 16,-3 1 8-16,-1-2 4 0,-2 1 7 0,-2-1 6 15,-2 4-2-15,0 0 4 0,-2-1-2 0,0 0-2 16,-3 0 10-16,1 1 1 0,-2 1-3 0,0 2 0 16,0 7 1-16,-4-10-3 0,1 4-2 0,-2 2-3 15,5 4-1-15,-11-5-4 0,2 3-3 0,-2 2 3 16,-1 1-14-16,-4 5-23 0,0 1-34 0,5 0-31 15,-1 5-36-15,3-4-53 0,2 2-35 0,3 0-223 0,2 0-477 16,2-10 211-16</inkml:trace>
  <inkml:trace contextRef="#ctx0" brushRef="#br0" timeOffset="92414.57">31734 9211 168 0,'10'-5'288'0,"-4"0"-6"15,-3 0-14-15,1 0-7 0,0-1-19 0,-4 6-23 16,4-4-23-16,-4 4-21 0,0 0-20 0,0 0-4 16,0 0 2-16,-15 23 9 0,3-8 0 0,-4 5-5 0,-2 2-7 15,1 3-6-15,1-4-3 0,4-4-24 16,0-1-17-16,2 1 10 0,3 0-15 0,-1 0-4 16,0 2-8-16,6 0-12 0,0-2-6 0,4 0-5 15,3-2 1-15,1 0-10 0,3 0-1 0,1-1-20 0,3-3 12 16,1 0-6-16,-2-4-4 0,-1 0-5 0,-1-4-3 15,1 0 5-15,-4 0-2 0,1-3-6 16,-2 1-2-16,-6-1-2 0,12-5-16 0,-7 1 2 16,-1 0-1-16,-4 4-7 0,4-16-4 0,-3 10-6 0,-2-5-10 15,-2 0-11-15,-3 1-6 0,-2 0-13 0,-5 0-11 16,-2 0-17-16,-9-1-16 0,-6 4-15 16,-2 1-22-16,-2 4-30 0,-6-1-33 0,-15 4-42 15,-1 1-35-15,0 2-253 0,0 1-573 0,-6 1 255 0</inkml:trace>
  <inkml:trace contextRef="#ctx0" brushRef="#br0" timeOffset="92692.18">27273 10574 119 0,'-12'2'287'0,"7"-1"-28"0,5-1-23 0,0 0-22 16,0 0-20-16,27 10-20 0,5-10-25 0,6 3-14 15,18-3-13-15,5 0-20 0,-1 0-27 0,-4-2-46 16,-4 4-61-16,2-2-72 0,-18 3-79 0,-5-1-113 15,-9-1-321-15,0 0 141 0</inkml:trace>
  <inkml:trace contextRef="#ctx0" brushRef="#br0" timeOffset="92854.42">27443 10859 254 0,'0'0'263'16,"-7"3"-29"-16,7-3-17 0,0 0-24 0,0 0-18 15,0 0-16-15,15 13-17 0,-5-10-16 0,1 2-14 16,10 2-37-16,-5-1-40 0,5 1-58 0,4 0-59 16,6 0-52-16,-3-1-157 0,3-2-316 15,2 0 140-15</inkml:trace>
  <inkml:trace contextRef="#ctx0" brushRef="#br0" timeOffset="93236.46">28470 10733 168 0,'4'-5'280'0,"-1"0"-20"0,-3 5-14 0,2-8-18 15,-2 8-10-15,0 0-17 0,0 0-12 16,-24 6-9-16,9 3-5 0,-7 7-12 0,-1 2-11 0,0 3-16 16,1-2-11-16,0 6-12 0,3-2-8 0,2 1-15 15,3-1-9-15,6 1-4 0,0-1-12 0,4-5-2 16,-1 1-5-16,10-3-4 0,-2-1 10 15,3 0-23-15,2-5 0 0,7 1-5 0,0-3-2 0,5-2-9 16,-2-2 6-16,6-4-8 0,4 1-3 0,1-2 8 16,-1-6-10-16,-9 2 1 0,3-2-4 0,-1-2-6 15,-3-1 6-15,-2 0-1 0,-1-1-4 0,-3-2-3 16,0-2 6-16,-5-2-3 0,1 1 2 0,-8-5-2 16,4 4-1-16,-6 0-4 0,-1-7-2 0,-1 4-3 15,-5 1 7-15,4 3 1 0,-3-1 4 0,-1 1 2 16,-2 0-5-16,0 9-3 0,-1-5-3 15,-2 5 2-15,-4 1-5 0,3 6 7 0,-3-3-12 0,-2 1-19 16,0 4-29-16,-1 1-29 0,3 1-35 0,0 3-48 16,5-1-47-16,2 0-40 0,6 1-58 0,1-1-155 15,4 0-504-15,0-6 223 0</inkml:trace>
  <inkml:trace contextRef="#ctx0" brushRef="#br0" timeOffset="93416.15">28826 10882 8 0,'0'0'337'0,"9"3"-38"0,-9-3-28 0,0 0-18 16,10 1-12-16,-10-1-7 0,4 2-21 0,-4-2-27 15,0 0-14-15,0 0-17 0,7 2-15 0,-7-2-8 0,0 0-19 16,3 11-23-16,-3-11-31 0,2 9-37 0,1-5-38 16,1 2-48-16,1-2-57 0,-5-4-52 15,11 5-56-15,-4-2-158 0,2-2-420 0,3-1 186 0</inkml:trace>
  <inkml:trace contextRef="#ctx0" brushRef="#br0" timeOffset="93723.1">29346 10675 221 0,'4'-4'271'0,"-2"-2"-21"16,-2 6-25-16,0 0-8 0,0 0-2 0,0 0 2 15,0 0-5-15,0 0-15 0,0 0-14 0,-24 20-18 16,17-11-13-16,-2 7-14 0,2-1-8 0,-1 2-20 15,4 0-8-15,3 2-7 0,0 0-8 0,2-2-10 16,3 1-8-16,0 0-4 0,5 0-2 0,0-1-11 16,1-1-3-16,4 0-4 0,-3-2-1 0,3 1-4 15,-1-5-6-15,4 2 11 0,-7 1-19 0,0-7-4 16,-2 4-1-16,3-2-3 0,-4 1-1 0,-2-3-3 16,0 0 0-16,-1 0-5 0,0-1 2 0,-4-5 4 15,0 10-3-15,0-10 0 0,-10 11-4 0,-1-6 6 16,-3-1 0-16,1-2-11 0,-6 1-14 0,-1-2-12 15,-2-1-16-15,0-1-19 0,3 0-28 0,-8-6-34 16,7 2-46-16,1 0-47 0,0-6-43 0,2 1-44 16,0-1-155-16,6-2-493 0,-1-2 219 0</inkml:trace>
  <inkml:trace contextRef="#ctx0" brushRef="#br0" timeOffset="94062.92">29360 10721 199 0,'16'-7'224'0,"1"0"-21"0,2-1-10 0,3 1-15 15,6 2-12-15,3 0-15 0,-1-2-13 16,4 1-15-16,-1 4-17 0,0 0-26 0,-4-1-31 16,3-1-34-16,-1 2-29 0,-2-1-29 0,-6 3-25 15,-2-3-28-15,1-1-21 0,-2 1-12 0,-7-1-98 0,0 1-245 16,-2 0 108-16,-2-1 959 0,-2 1-647 16,-2 1 10-16,-5 2 45 0,10-9 17 0,-6 4 12 15,0-1 14-15,-4 6 10 0,5-16 21 0,-3 10 7 0,2-4 6 16,0 3 16-16,-2 0 18 0,2-1 1 0,0 0 3 15,0 3 10-15,0 0-4 0,-4 5-4 0,5-8-6 16,-5 8-2-16,9-2-3 0,-9 2 3 16,0 0 11-16,7 11 5 0,-5-1 3 0,-2 7 2 0,-2-1 13 15,-4 9-11-15,0 1-7 0,-1 1-12 0,0 0-11 16,-2 1-7-16,0 0-12 0,2-3-8 0,1 4-9 16,3-4-30-16,1 0-37 0,2-6-31 0,0-2-38 15,1 0-39-15,2-1-29 0,1-4-47 0,-2-1-42 16,3-1-42-16,0-5-51 0,0 0-193 0,0-2-541 15,1 0 240-15</inkml:trace>
  <inkml:trace contextRef="#ctx0" brushRef="#br0" timeOffset="94358.18">30334 10641 98 0,'9'-5'273'16,"2"0"-17"-16,-5 1-7 0,5 3-9 0,0 1-8 15,-1 0-2-15,2 1-18 0,-1 4-14 0,0 2-14 16,-1 0-13-16,3 5-7 0,-6 2 5 0,-2 1-21 0,-2-1-9 16,-2 5 3-16,-2-3-15 0,-3 2-7 0,-4 6-1 15,1-6-15-15,-6 5-16 0,-1 0-2 16,1-6 8-16,-4 2-21 0,-2 2-17 0,-1-5 1 16,6 0-7-16,0-4 1 0,0 3-4 0,1-4-2 0,0 2-7 15,3-1-5-15,4-3 0 0,-2-1-9 16,5 1 1-16,5-2-4 0,3 2 14 0,4-2-19 0,6 0 1 15,11 2-23-15,8-4-26 0,20 2-22 16,1-3-30-16,5-4-39 0,2 5-44 0,0-3-44 0,-4 1-45 16,1-2-51-16,-20-1-231 0,0 0-582 0,-3 2 258 15</inkml:trace>
  <inkml:trace contextRef="#ctx0" brushRef="#br0" timeOffset="94692.09">29042 11460 95 0,'-9'5'295'0,"5"-2"-30"0,4-3-22 15,0 0-24-15,40 13-19 0,12-13-18 0,12 1-15 16,35-4-15-16,10 3-3 0,9 0-8 0,4-6 0 15,6 2-12-15,6 2 2 0,2 4-17 0,-5-3-9 16,1 6-6-16,-6-5 16 0,-8 0 5 0,-5 4-9 16,-4 0-10-16,-11-2-14 0,-34 1-5 0,-4-4-6 15,-8 2-8-15,-20 1-11 0,-13-2-4 0,0 0-8 16,-7 0 10-16,-1 1-16 0,-1-2 1 0,-4 2-4 0,-6-1 2 16,0 0-12-16,0 0 1 0,0 0-15 15,0 0-12-15,0 0-26 0,0 0-21 0,-28-10-29 16,15 9-37-16,-5 0-43 0,-3-1-46 0,3-4-63 15,-3 5-257-15,0-3-565 0,1-1 250 0</inkml:trace>
  <inkml:trace contextRef="#ctx0" brushRef="#br0" timeOffset="97622.46">11052 11085 7 0,'0'0'208'0,"0"0"-10"0,0 0-2 0,-13-2-17 16,13 2-3-16,0 0-10 0,-9 0-15 0,9 0-12 15,0 0-5-15,-14-1-5 0,14 1-8 0,-9-1-8 16,9 1-2-16,-10 0-12 0,10 0-5 0,-9 1-7 16,9-1 5-16,-10 1-14 0,10-1-4 0,-9 0-6 15,9 0-4-15,0 0-5 0,-9 2-1 0,9-2-5 16,0 0-7-16,0 0-4 0,-8 1-5 0,8-1-1 16,0 0-2-16,0 0-6 0,0 0-3 0,0 0 0 15,0 0 1-15,22-6 2 0,-2 3-5 0,11-3-3 16,7-2 1-16,15-1-6 0,5 0 8 0,4 1-16 15,-1-1-8-15,0 1-11 0,-2 1-16 0,2 1-15 16,-7 2-14-16,-14 1-14 0,10 2-12 0,-10 1-7 16,-1 0-21-16,-2 1-21 0,-4 0-11 0,1 1-23 15,-4 2-11-15,-1 0-34 0,-9 0-117 0,-2-1-355 0,1 0 157 16</inkml:trace>
  <inkml:trace contextRef="#ctx0" brushRef="#br0" timeOffset="97913.98">11354 11165 81 0,'0'0'237'0,"-7"-3"-17"0,7 3-15 0,-6-4-19 15,6 4-15-15,0 0-11 0,-7-6-18 0,7 6-13 16,0 0-10-16,0 0-19 0,0 0 1 0,-9 10 2 15,9 1-2-15,-2 5 0 0,0 2-8 0,0 6-5 16,-2 5-4-16,3 3-1 0,-2-1-10 0,1 2-4 16,-1 3-7-16,2 8-8 0,-3-8-6 0,3-1-2 15,-2-2-7-15,0 0-15 0,2 1-20 0,1-4-19 16,-1 0-27-16,0-2-23 0,-1 0-13 16,2-8-18-16,-1-1-34 0,4-3-26 0,-1-4-29 0,2 1-25 15,0-4-115-15,0-4-351 0,1-1 156 0</inkml:trace>
  <inkml:trace contextRef="#ctx0" brushRef="#br0" timeOffset="98417.03">11550 11151 156 0,'0'-10'228'15,"1"4"-27"-15,-1 6-18 0,3-9-15 0,-3 9 10 16,0 0-8-16,0 0-3 0,9 25-11 0,-4-8-1 15,-5 9-18-15,2 3 1 0,-2 3-17 0,2-1-12 16,-1 3-9-16,-1-3-11 0,3 3-6 0,-3-2-7 16,-3 1-7-16,0-4-8 0,1 0-6 0,-1-4-4 15,1 1-4-15,1-6-6 0,2-3 1 0,-2-4-8 16,-1-1-6-16,1-3-4 0,0-2-6 0,1-7-6 16,0 9 2-16,0-9 4 0,1 8-7 0,-1-8-2 15,0 0-5-15,0 0-4 0,0 0-5 0,0 0-6 16,11-35 5-16,-4 17-8 0,-1-1 3 0,8-4-2 15,0-3 0-15,-2 12 4 0,2 2 2 0,-1 0-1 16,3 3 0-16,0 0 2 0,0 4 5 0,2 2 3 16,0 2-2-16,1-2 2 0,-1 5-2 0,3 0 5 15,0 4 1-15,5-4-4 0,3 3 2 0,-2-2 1 16,4-1-1-16,1 0 4 0,-4-3-3 0,1-1-1 16,2 1 2-16,-4-2-1 0,2-1-2 0,-10 1 0 15,2-3 0-15,-6 1 3 0,-3 0 5 0,-3 0-5 0,-2-2 2 16,-2 3-5-16,0-6 2 0,-2 3 4 0,-3-5-3 15,1 5-1-15,-5-3 1 0,-1-2 1 16,-1 5-3-16,-2-3 0 0,-1 3 3 0,-4 2 1 16,1 0-2-16,0 4 2 0,-5 1-1 0,0 4 0 15,-1 1 0-15,0 4-5 0,0 3 5 0,-3 5-2 0,4 3-2 16,2 3-11-16,3-9-21 0,3 13-26 0,3-3-43 16,6 2-36-16,2-1-30 0,8 0-43 15,7-5-30-15,5 1-151 0,7-4-419 0,4-6 186 16</inkml:trace>
  <inkml:trace contextRef="#ctx0" brushRef="#br0" timeOffset="98801.63">13237 11358 200 0,'4'-13'223'0,"-4"3"-7"0,0-2-3 0,0 6 2 0,0 6-15 16,-7-14-9-16,3 11-3 0,-8 0-11 0,4 3-11 15,-6 3-1-15,-4 4-6 0,-5 5-8 0,-1 4-13 16,2 2-15-16,-5 4-13 0,4-2-10 0,8 2-9 16,-3 0-6-16,9-4-4 0,3-2-18 0,2 1-6 15,2 0-6-15,4-6-8 0,2 0-6 0,2 0-9 16,2-3-1-16,3-3-10 0,3 0-7 0,-1-3 1 16,1-2-4-16,2 0-4 0,0-4-3 0,-5-1 1 15,5-3 2-15,-1-5-3 0,-6 6 4 0,3-6 3 16,-4 3-1-16,-1-4-3 0,-1-3 0 0,-3 2-3 15,0 0 2-15,-1-1 1 0,-2 6-2 0,0-3-1 16,0 4 10-16,2 3 4 0,-2 6-2 0,-2-10-1 16,2 10 8-16,0-10 2 0,0 10-18 0,0 0 0 15,0 0 3-15,0 0 0 0,6 22 1 0,-5-6-2 16,1 3 6-16,4 6-4 0,-1 1 8 0,2-1-30 16,2 3-25-16,4-6-30 0,1 5-32 0,1-1-32 15,1-1-35-15,-1 0-38 0,6-4-29 0,-4-1-224 16,-3-5-497-16,-1-1 219 0</inkml:trace>
  <inkml:trace contextRef="#ctx0" brushRef="#br0" timeOffset="99138.38">13417 11409 98 0,'0'-10'239'0,"0"5"-20"16,0 5-13-16,6-8-15 0,-6 8 0 0,0 0-4 15,21 11 1-15,-8 1-13 0,-3 3-11 0,0 2-11 16,3 9-14-16,-4-2-9 0,3 3-16 0,1 0-8 16,-4-1-11-16,2 0-8 0,0-1-10 0,-4-7-6 0,3 1-5 15,-4-2-11-15,3-3-2 0,-5-4-5 16,0-1-3-16,2-1-9 0,-6-2 3 0,4-1 1 16,-4-5 12-16,6 5 2 0,-6-5-5 0,0 0-5 15,11-14 1-15,-6 4-10 0,0-2 1 0,0-7-7 0,1 0-4 16,1-5 3-16,-1-1-8 0,2-1-1 15,-2 2 1-15,-1-4-1 0,-1 1-1 0,0-2-12 0,3 3-6 16,-4 2-6-16,3 5-6 0,-4 4 5 16,-1 3-4-16,3 3-18 0,-2 1-25 0,-2 3-40 0,0 5-23 15,6-7-12-15,-6 7-25 0,0 0-23 0,0 0-17 16,21 12-33-16,-14-2-190 0,1-1-452 16,6 3 200-16</inkml:trace>
  <inkml:trace contextRef="#ctx0" brushRef="#br0" timeOffset="101458.03">13742 11621 157 0,'0'-10'223'16,"0"10"-19"-16,6-10-16 0,0 0-15 0,-2 1-14 15,5-1-13-15,1-4-7 0,2 1-13 0,1-1-11 0,6-7-9 16,-6 8-13-16,3 1-5 0,5-8-6 0,-2 2-8 15,-6 4-4-15,1 3-8 0,-3-1 1 16,1-1-10-16,-5 4-1 0,-1 1-9 0,-2-1 0 16,1 0-1-16,-3 3 13 0,0 1-11 0,-2 5-6 0,3-11-4 15,-3 11-1-15,0 0-6 0,-7-7-3 0,7 7-1 16,0 0-1-16,-20 6-4 0,10 1 4 0,2 3 4 16,-1 5 7-16,-3-1-11 0,3 1 2 15,1 9-4-15,1-5 1 0,3 2-3 0,6 3-4 0,2 1 0 16,1-7-1-16,5 5-4 0,7-2-9 0,0-2-11 15,6-3-7-15,2-4-21 0,2-2-9 0,2-2-14 16,3-1-14-16,-3 0-7 0,2-5-6 0,-1-3 1 16,1-1 7-16,-2-4 8 0,1 2 10 0,1-2 8 15,-5-6 4-15,-5 4 1 0,-1-1 8 0,-5-2 2 16,1 0 12-16,-4 0-4 0,-4-4 11 0,1 1 3 16,-4-1 4-16,-3 3 14 0,1-3 1 0,-4-1 3 15,-3 0 18-15,0 1 9 0,-1 1 8 0,-4 3 9 16,2 1 4-16,1 2 4 0,1 1 1 0,-3 3-3 15,2 1-1-15,6 3-6 0,-17 3-1 0,5 1-3 16,1 3 3-16,-2 3-5 0,1 5 0 0,1 0-7 16,0 8-2-16,2-5 1 0,2 1-8 0,1 0-4 15,4-1 1-15,0 0-11 0,2-2-7 0,3-4-7 16,0-1-2-16,3 0-9 0,-1-4-5 0,3 0 3 16,2-1-4-16,-3-5-5 0,4 1-4 0,1-2-2 0,-1-3 3 15,-3 1 2-15,-1-2 2 0,-2 1 4 16,5-4-2-16,-7 2 8 0,5-3-1 0,-5 2 1 15,2-4 6-15,-2 1-1 0,0-1-1 0,-2 0 6 16,-2-1 3-16,-1 3-5 0,2-5 8 0,-2 3-3 0,0 1 7 16,0-1 9-16,2 3 1 0,0 7 9 0,-5-11-2 15,4 6-8-15,1 5 6 0,-4-10 4 16,4 10-2-16,0-7-2 0,0 7-1 0,0 0-2 16,-2-9-5-16,2 9 2 0,0 0-2 0,0 0-1 0,0 0 3 15,0 0 5-15,0 0 5 0,0 0 11 0,2 28 0 16,-2-17-1-16,0 5 0 0,0 0-5 0,4 1 1 15,-2-2-3-15,2 2-3 0,-2-1-1 16,0-3-1-16,2-2-6 0,-1 2 1 0,-1-2-2 0,4-1 1 16,-1-1-3-16,2-4-3 0,-2 0 5 0,-1 0-3 15,5-3 1-15,1-1-7 0,3-2 12 0,-2 1-12 16,2-3-3-16,0-1 4 0,-2-1-5 0,6-3-1 16,-7 2-5-16,3-1 7 0,-3-2-8 0,-1 2 0 15,0-4-3-15,-2-3-6 0,-1 4 2 0,-1 1-1 16,-1-4-2-16,1-2 3 0,-5 4-1 0,3-5 2 15,-1 8 0-15,-2-1 2 0,0 3-1 0,0 6-1 16,0-11 4-16,0 11-2 0,0-10-2 0,0 10 3 16,2-6 3-16,-2 6 2 0,0 0-2 0,0-9 0 15,0 9 4-15,0 0-2 0,0 0-1 0,0 0 1 16,0-9 1-16,0 9 1 0,0 0-2 0,0 0-1 16,0 0 2-16,0 0 2 0,-2-10 2 0,2 10 0 15,0 0 1-15,0 0 7 0,0 0-6 0,0 0 1 16,0-9 2-16,0 9 4 0,0 0-6 0,0 0 0 15,-3-7-2-15,3 7 3 0,0 0-4 0,0 0 5 16,-5-6-1-16,5 6 1 0,0 0-6 0,0 0 9 16,0 0-3-16,0 0-4 0,0 0 0 0,-4-8 0 15,4 8 1-15,0 0-5 0,0 0 5 0,0 0-2 16,0 0 1-16,-5-5-1 0,5 5-3 0,0 0 1 16,0 0-1-16,0 0 4 0,-6-5-4 0,6 5 1 15,0 0 0-15,0 0 3 0,0 0-3 0,0 0 4 16,0 0-6-16,0 0-1 0,-6-4 2 0,6 4 3 15,0 0 2-15,0 0-8 0,0 0-5 0,0 0 1 16,0 0 0-16,0 0-2 0,0 0-2 0,0 0 5 0,0 0-6 16,24 6 3-16,-14-4 3 0,3-2-1 0,1 0 0 15,5 0 2-15,1 0-2 0,7-2 10 0,-6 2-7 16,1-1 0-16,-2 2-1 0,-2-2 1 16,-5 2-2-16,-1-1-2 0,0 2 2 0,-4-2 0 0,-1 1 0 15,0 2 1-15,-7-3 3 0,11 7-3 0,-8 2 14 16,-2-1 3-16,2 4-2 0,-2 2 3 0,-1-3-2 15,-3 6 1-15,3-2-1 0,-1 4 2 16,2-2-4-16,-1 1-3 0,0 0 2 0,2-2 3 0,0 0-4 16,2 0 1-16,0-4-3 0,2-1-2 0,3 1-14 15,-1-2-9-15,1-3-15 0,2 2-4 0,2-3-7 16,2-2-11-16,6-1-4 0,-4-3 1 0,5 0 1 16,-2-3 6-16,-1-1 2 0,7-1 8 0,-6-1-2 15,-2-2 7-15,-3-2 4 0,2 0 5 0,-4-3 0 16,-1 1 4-16,0-2 1 0,-3-1 8 0,-1 1 2 15,-4-1 9-15,-4 2 5 0,2-3 3 0,-4 3 5 16,2 2 14-16,-2-1 2 0,-2 0 4 0,4 5-1 16,-4-2 5-16,4 9-1 0,-6-9 2 0,1 7-8 15,5 2 5-15,0 0 14 0,-18 7-5 0,8 1-4 16,1 1 1-16,0 4-2 0,-3 2-4 0,2 2-3 16,1-2 0-16,4-1-1 0,-2 4-4 0,4-4 1 15,1-1-6-15,1-2 0 0,0-1 1 0,1 0-6 16,2-2-3-16,1-2-1 0,2 0 0 0,1 0-1 15,1-5-2-15,-1 2 2 0,-6-3-3 0,17-4-1 0,-8-2 2 16,-5 2-2-16,5-2-1 0,-3-2-2 16,0 0 4-16,-2-1-4 0,3 0 4 0,-2-3-4 15,-2 3 2-15,-1-1 2 0,0-2-3 0,0 2-3 16,-2 2 6-16,0 8 3 0,2-14 4 0,-2 8-5 16,0 6 0-16,3-8-1 0,-3 8-9 0,5-3 9 0,-5 3-4 15,0 0-3-15,0 0 0 0,0 0 1 16,4 19 2-16,-1-11-3 0,3 1 4 0,-3 1 0 15,6-1 1-15,0 1-2 0,2-3 1 0,2-3 1 0,3 5-2 16,2-4 0-16,1-3 3 0,1-1-1 16,2-1-1-16,-3-3-2 0,0-2 5 0,1 0-4 0,-5-1 2 15,-1 1 7-15,-1-6 6 0,-3 5-7 0,0-4 10 16,-3-1 5-16,-1 1 7 0,-2 1-1 16,0-2 2-16,-2-2-1 0,0 3-3 0,-2-1-7 0,-2 2 0 15,2 9 1-15,-2-16 0 0,2 10-7 0,0 6 2 16,-4-8-4-16,4 8-3 0,-6-7-2 0,6 7-1 15,0 0 2-15,-13 3-2 0,13-3-7 0,-9 14 5 16,3-4 2-16,0 4-1 0,2 2 1 0,1 1-4 16,1 2-2-16,2 0 2 0,0 0 4 0,2 8-1 15,-2-2-6-15,2 5 3 0,1 1 0 0,-2 1 1 16,2 0 2-16,-3 4 3 0,2-1 1 0,-2 11 0 16,2-10 2-16,0 12 2 0,-2-12 3 0,-2 10-9 15,2 2 6-15,-2-13-1 0,4 9 2 0,-4-9-5 16,2-1 2-16,-2-2 0 0,-2 2 2 0,-1-2-3 15,-2-2-4-15,0-1 11 0,1-4-12 0,-3-8 2 16,3-2 8-16,-1-4-7 0,1-1 1 0,0-3-13 16,2-1 8-16,-1-1-2 0,-1-4 2 15,6-1 0-15,0 0-3 0,-14-7-9 0,8 0-6 0,3-5-7 16,1 1-12-16,2-7 4 0,5-7-8 0,3 0-1 16,1-3-4-16,5 0-3 0,8-15-2 0,-4 12-5 15,10-12 0-15,0 2-5 0,4 4-2 0,-1-4 3 16,2 0-4-16,0-1 4 0,-1-1 4 0,-3 2 2 15,-1 0 9-15,-1 1 4 0,-9 9 3 0,3 3 3 0,-6 0 5 16,2 1 11-16,-5 2 11 0,-3 1 8 16,-4 8 11-16,-2-2 6 0,-2 4 3 0,-1 2 11 15,0 4 2-15,0 1 12 0,0 7-17 0,-1-11 2 16,1 11-2-16,-9-1 1 0,9 1 0 0,-20 18 10 16,5-4 1-16,-6 7 4 0,0 2-9 0,6-1 0 0,0 3-11 15,3-1 0-15,6 2-2 0,2-2 3 16,3 1-14-16,6 0-22 0,4-3-19 0,9 0-33 15,2 0-33-15,7-3-47 0,4-3-49 0,6-5-65 0,14 3-250 16,0-7-543-16,-1-5 239 0</inkml:trace>
  <inkml:trace contextRef="#ctx0" brushRef="#br0" timeOffset="110816.79">17164 11428 25 0,'-9'-6'138'15,"-4"3"-5"-15,1 0-2 0,-1 0 5 0,-4-1-5 16,4 2 2-16,-2 0 0 0,2 0-4 0,2 0-5 16,-1 1 3-16,3 0-15 0,9 1-8 0,-14-2-14 15,14 2-10-15,0 0-8 0,0 0-3 0,0 0-2 16,0 0-6-16,59 0-9 0,-22-2-4 0,16-3-4 16,4-2-5-16,1 4-18 0,0-1-19 0,-4 3-19 15,-4 1-31-15,-16 0-22 0,-2 3-17 0,-2-1-26 0,-1 1-6 16,-10-1-23-16,-2 0 3 0,-4 1-106 0,-2-2-264 15,-1 0 117-15</inkml:trace>
  <inkml:trace contextRef="#ctx0" brushRef="#br0" timeOffset="111032.29">17425 11378 28 0,'-4'4'129'0,"0"5"18"0,2 0 2 15,0 5-1-15,1 5-8 0,0 7-5 0,0 4-1 16,1 0-6-16,0 2-8 0,0-1-9 16,-3 2-13-16,2-1-8 0,-1 2-10 0,1-1-4 0,0-2-9 15,2-3-3-15,-1 3-10 0,1-3-6 0,2-1-23 16,-3-2-40-16,3-6-26 0,-1-1-41 0,1 0-11 16,2-2-32-16,-3-5-35 0,1 1-83 0,2-4-262 15,-3 0 115-15</inkml:trace>
  <inkml:trace contextRef="#ctx0" brushRef="#br0" timeOffset="111375.26">17781 11607 90 0,'3'-6'176'0,"1"1"-15"15,-4 5-10-15,0 0 7 0,0 0-3 0,0 0-10 16,10 14-5-16,-10 2-14 0,3 3-4 0,-2 0-7 15,0 7-11-15,0 0-8 0,3 1-2 0,-1-3-10 16,3-1-2-16,-2-3-7 0,1-1-7 0,1-2-6 16,4-1-6-16,0 0-8 0,-1-3-2 0,2 0-3 15,-1-4-2-15,2-2-2 0,4-1-2 0,2-2-2 16,3-2-5-16,-1-4 1 0,3-1-4 0,4-4-1 16,-5 2 0-16,-3-2-1 0,0-4 0 0,0 0 1 15,-3-2-5-15,-2-1-1 0,1-6-1 0,-5 4-3 16,2-7-2-16,-3 0-1 0,-3-2 0 0,-1 0-1 0,0 5 0 15,-1-6-5-15,-1 0 7 0,-2-2-9 16,-4 2-4-16,1 2-7 0,1 7-6 0,-2 3-6 0,2 4-12 16,-2 0-20-16,2 3-30 0,1 7-38 15,-3-12-47-15,3 12-28 0,0 0-4 0,0 0-148 16,0 0-372-16,7-4 166 0</inkml:trace>
  <inkml:trace contextRef="#ctx0" brushRef="#br0" timeOffset="111552.38">18483 11501 40 0,'20'-6'176'0,"0"-1"-15"0,9-2-7 0,0-1-20 16,5 1-13-16,0 1-16 0,-2 1-8 0,-1 1-14 16,-2 2-24-16,-8 2-20 0,0-1-26 0,-3 3-21 15,0-2-26-15,-6 1-20 0,0 1-20 0,-5 0-95 16,-7 0-183-16,14 0 81 0</inkml:trace>
  <inkml:trace contextRef="#ctx0" brushRef="#br0" timeOffset="111738.29">18553 11503 6 0,'-9'12'170'0,"4"4"-3"0,0 2-9 0,2 1-6 15,0 0-4-15,3 8-5 0,-2-1-6 0,2-1-10 16,0 1-4-16,0-1-11 0,2 2-9 0,1 1-10 15,-1-2-6-15,-2 1-10 0,2-1-11 0,-2-8-24 16,2 3-22-16,0-1-31 0,-2-2-30 0,1-1-24 16,1-2-29-16,-4-1-19 0,2-4-43 0,-5 1-87 15,3-1-261-15,-2-3 116 0</inkml:trace>
  <inkml:trace contextRef="#ctx0" brushRef="#br0" timeOffset="111894.07">18539 11826 12 0,'5'-4'186'0,"3"-3"-24"0,6 0-18 15,3 2-15-15,12-3-9 0,2 1-13 0,0 2-27 16,2-1-38-16,5 1-47 0,-2 2-55 0,2-1-94 16,14-1-165-16,3 2 74 0</inkml:trace>
  <inkml:trace contextRef="#ctx0" brushRef="#br0" timeOffset="112358.18">19908 11553 64 0,'0'0'212'0,"0"0"-4"0,0 0-4 15,0 0-6-15,-26 19-6 0,12-5-14 0,1 1-10 16,0 3-12-16,-2 2-13 0,5-1-12 0,4-2-12 0,1 2-10 15,1 0-12-15,3-2-10 0,4-1-2 16,4 0-9-16,2-1-9 0,1-2-4 0,3-2-2 16,2-1-10-16,1-3-3 0,0-2-3 0,-3-2 0 15,5 0-9-15,-2-5-5 0,0 1-2 0,-3-1-1 0,-1 0-1 16,0-2-1-16,-1-1 0 0,-1-1-1 16,1-4-5-16,-4 2-4 0,2 0-1 0,-2-4 0 15,-1 2-5-15,-2 0 4 0,2-2 0 0,-2 1-5 16,-1 4-2-16,-1 2-1 0,-1-2 0 0,-1 7-5 0,4-8-1 15,-4 8-3-15,4-5 2 0,-4 5 0 0,0 0-2 16,0 0 2-16,0 0-1 0,0 0 0 0,14 15 3 16,-9-10-1-16,2 2 0 0,-1-4 3 0,3 3-3 15,4-3 2-15,4 0-2 0,0 1 5 0,0-3-3 16,1 1-2-16,0-2 4 0,0-3 0 0,-8 2-2 16,3-5 3-16,-2 3-1 0,-1-3 3 0,1 0 8 15,-4-1-5-15,0-3-1 0,-2 1 3 0,-1-2 0 16,-2 2-1-16,-1-2-3 0,-1-1 1 0,0 3-3 15,-1-1-16-15,-1 0-14 0,0-1-18 0,-3 2-27 16,3 3-23-16,2 6-18 0,-5-10-31 0,5 10-39 16,-3-6-25-16,3 6-23 0,0 0-137 0,0 0-394 15,0 0 175-15</inkml:trace>
  <inkml:trace contextRef="#ctx0" brushRef="#br0" timeOffset="112546.46">20627 11526 90 0,'0'0'224'0,"8"-4"-5"0,-8 4-15 16,7-3-26-16,-7 3-17 0,0 0-4 0,0 0 0 16,6 7-9-16,-6-7 0 0,5 11-5 0,-4 0-8 15,-1 3-8-15,0 1-11 0,1 2-12 0,2-1-13 0,-3 2-7 16,1 0-10-16,2-1-17 0,-2 0-33 16,2 0-32-16,-2 0-29 0,0 1-45 0,1-7-36 15,0 0-32-15,0-1-48 0,-1 1-144 0,0-5-370 16,0-1 164-16</inkml:trace>
  <inkml:trace contextRef="#ctx0" brushRef="#br0" timeOffset="112713.93">20474 11409 1597 0,'-15'-22'10'0,"5"8"41"15,-1 2 18-15,4 2-22 0,2 3-22 0,-1 2-11 16,3 3-4-16,3 2 1 0,0 0-1 0,0 0-13 15,0 0-19-15,-2 18-32 0,9-9-36 0,4 5-23 0,6-1-41 16,1 0-81-16,9 1-254 0,6-2 112 0</inkml:trace>
  <inkml:trace contextRef="#ctx0" brushRef="#br0" timeOffset="112913.17">20971 11350 174 0,'4'-14'173'0,"-1"1"-11"16,-2 0 3-16,2 4 9 0,-1-1-1 0,-1 4-3 15,-1 6-18-15,2-12-23 0,-2 12-13 0,0 0-4 16,0 0 6-16,0 0-1 0,16 27 9 0,-11-8-10 16,2 7-10-16,-2 2-5 0,0 0-8 0,1 4-10 15,-3 0-7-15,3-1-12 0,-2 0 0 0,-4 1-13 16,3-4-21-16,-5 2-42 0,4-2-23 0,-4 0-32 16,2-7-33-16,-1-4-48 0,1 0-27 0,-1-4-26 15,1-1-151-15,-1-3-380 0,1-2 168 0</inkml:trace>
  <inkml:trace contextRef="#ctx0" brushRef="#br0" timeOffset="113124.13">21315 11380 171 0,'5'-8'237'0,"-1"-1"-20"15,0 4-23-15,-4 5-14 0,0 0-6 0,0 0 4 16,0 0-3-16,0 0-4 0,4 30-11 0,-7-5-13 15,-2-1-12-15,-1 6-12 0,0-3-13 0,1 2-13 16,0-4-7-16,-2 4-8 0,2-3-14 0,-1 1-34 16,3-2-39-16,1-5-37 0,1 4-54 0,2-5-13 15,4-1-31-15,6-2-34 0,6 4-190 0,6-2-392 16,6-3 174-16</inkml:trace>
  <inkml:trace contextRef="#ctx0" brushRef="#br0" timeOffset="113719.76">22202 11345 168 0,'1'-18'257'15,"-2"1"-20"-15,0 5-15 0,-1 4-19 16,1 0-23-16,1 8-21 0,-6-1-9 0,6 1-8 16,-13 19 0-16,1 6-6 0,2 1 2 0,-3 8-22 0,-2 9-7 15,4-9-11-15,-1 11-8 0,7-11-9 0,-3 0-9 16,5-2-5-16,-1 0-7 0,4-4-7 0,-2-1-7 15,2-8-5-15,0-2-2 0,-2-1-4 16,1-4-4-16,-1-2-3 0,2-1 2 0,0-3-5 0,0-6-2 16,-2 12-2-16,2-12-1 0,-2 8-1 0,2-8-2 15,-5 2-3-15,5-2-1 0,0 0-4 0,0 0-5 16,0 0-16-16,-12-11-3 0,12 11-7 16,0 0-6-16,10-23-4 0,-4 11-1 0,6 0-3 0,3 0 5 15,-1 3 2-15,3 1 3 0,1-1 2 16,-1 5 0-16,-4 2 4 0,-1 2 0 0,-1 1 1 0,-3 2 1 15,-2 1 2-15,1-1 3 0,-1 5 1 16,-5-2 8-16,-1 1-5 0,-1 3 2 0,-2-1 2 0,-3 2-1 16,-1 0-1-16,-2-2 2 0,-1-1 0 0,-1 0 0 15,0-1 0-15,2-1 4 0,0 2-2 0,2-4 4 16,2 0-4-16,0-2 3 0,5-2-3 0,-6 4-9 16,6-4-3-16,0 0 3 0,0 0 0 0,0 0 0 15,24 0-1-15,-5-4-2 0,9-2 2 0,3-2 1 16,3 2-3-16,0-2-3 0,3-1-9 0,1 0 5 15,-1-2-2-15,12-4 5 0,-14 4 4 0,0-3-1 16,-2 1 4-16,0-2-1 0,-5 0 2 0,-1-2 1 16,-6 0 6-16,1 1-3 0,-11 1 10 0,2-1 6 15,-5-1 7-15,-3 1 4 0,-3 0 5 0,0 0 4 16,-4 3 4-16,0 4-4 0,-3 2 5 0,-3-2-5 16,-5 5 0-16,0 4 2 0,-8 6 8 0,-7 5-3 15,-3 3 2-15,0 4 1 0,4 2-5 0,2-1 0 16,2 3-6-16,5 3 3 0,4-3-10 0,6 2 0 15,9-6-10-15,4-2-28 0,7 10-29 0,4-3-36 16,8-2-42-16,6-5-53 0,1 0-47 0,0-2-179 0,-1-3-438 16,0 2 194-16</inkml:trace>
  <inkml:trace contextRef="#ctx0" brushRef="#br0" timeOffset="115860.37">12092 13439 207 0,'0'0'192'0,"-8"-6"-19"0,8 6-18 0,-6-5-15 0,6 5-18 16,0 0-5-16,0 0-1 0,16-10-7 16,-3 6 1-16,7-1-4 0,10-3 8 0,7 2-3 15,1-3-6-15,14-1-4 0,1 1-11 0,0 1-9 0,3-1-5 16,2 3-7-16,-2-1-8 0,1-1-18 0,-6 2-22 15,-10 2-16-15,8 0-23 0,-10 2-18 0,-3 1-25 16,-1 1-28-16,-1 0-26 0,-3 2-11 16,-8 1-15-16,-6-1-7 0,-5 1-12 0,-1 1-95 0,-6 0-277 15,1 0 122-15</inkml:trace>
  <inkml:trace contextRef="#ctx0" brushRef="#br0" timeOffset="116085.34">12736 13401 3 0,'0'0'147'16,"-10"0"-19"-16,10 0-8 0,-8 3 7 0,8-3 10 16,-5 7 6-16,1 0 6 0,4 3-1 0,-4 2-1 15,2 5 3-15,4 1-8 0,0 7-11 16,-4 2-12-16,0 0-9 0,2 2-10 0,2 1-7 16,0 1-6-16,-4 1-13 0,6 1-7 0,-4 1-5 0,4-2-6 15,1-2-8-15,-1-1-11 0,0 2-17 0,1-7-25 16,4 0-22-16,-4-5-34 0,1-2-25 15,1 1-23-15,5-1-20 0,-2-3-16 0,1-1-8 16,3-2-19-16,-5-2-105 0,5-3-299 0,-3-2 133 0</inkml:trace>
  <inkml:trace contextRef="#ctx0" brushRef="#br0" timeOffset="116442.51">13207 13672 93 0,'0'-10'235'15,"0"3"-14"-15,0 7-16 0,3-11-26 0,-3 7-19 16,0 4-15-16,0 0-9 0,0 0-2 0,0 0-1 16,15 11-1-16,-8 0-6 0,-2 6-5 0,1-1-14 15,5 7-6-15,1 3-7 0,-3 1-4 16,4-5-11-16,1 3-3 0,-6-7-14 0,6-2 0 0,-3 1-7 16,2-3-3-16,1 1-5 0,-1-2-7 0,1-2-2 15,-1-2-3-15,2-1-4 0,-2-4-3 0,1 1 0 16,-1-3-4-16,-2 0 0 0,3-2-3 0,-2-2-1 15,2-1 2-15,-5-1-3 0,7-5 1 0,-5 0-6 16,0 1 7-16,1-4 3 0,-3-3 1 0,2 0-5 16,-3-10-3-16,0 1 5 0,-2-4-5 0,-3 2 0 15,1-5-4-15,-2 3 1 0,2-1-1 0,-3 0-4 16,-2 0-1-16,1 1-2 0,-2 1-1 0,0 9-8 16,2 0-3-16,0 7-14 0,0 1-14 0,0 0-21 15,-2 3-43-15,2 7-43 0,0 0-25 0,2-11 1 16,-2 11-13-16,0 0-14 0,16 5-17 0,-16-5-154 15,16 10-392-15,-8-4 174 0</inkml:trace>
  <inkml:trace contextRef="#ctx0" brushRef="#br0" timeOffset="116618.28">13980 13516 125 0,'18'-7'156'0,"0"-2"-10"16,7 0-10-16,-2 1-16 0,-6 1-9 0,4 3-12 15,-1-2-7-15,-3 3-16 0,0-1-22 0,0 1-24 16,-5 1-19-16,1 2-18 0,-2 0-17 0,1 0-17 16,-2 0-16-16,-3 1-16 0,-7-1-9 0,10 1 3 15,-10-1-54-15,0 0-142 0,0 0 63 0</inkml:trace>
  <inkml:trace contextRef="#ctx0" brushRef="#br0" timeOffset="116806.4">14225 13462 383 0,'0'0'-25'0,"-17"0"17"16,7 0 13-16,-3-1 4 0,-1 1 17 0,3-2 3 15,-1 1 3-15,-1 2 23 0,2-1 13 0,-1 2 1 16,1-1 0-16,-1 1 7 0,2 0 7 0,-1 5 10 15,1 1 14-15,2 1 6 0,-1 6 19 0,0 2 4 16,-1 1-8-16,2 8 1 0,-1-1 0 0,5 3-8 16,-4 0-9-16,4 1-7 0,-3-1-6 0,5 2-10 15,0 0-7-15,2-2-10 0,-2-2-3 0,1 3-4 16,0-4-12-16,2 1-11 0,-1-9-21 0,0 2-19 16,0 0-28-16,0-3-19 0,1 0-33 0,-1-3-23 15,0-2-23-15,2-2-26 0,-4-1-18 0,2-8-14 16,-1 11-134-16,-3-7-343 0,4-4 152 0</inkml:trace>
  <inkml:trace contextRef="#ctx0" brushRef="#br0" timeOffset="116952.06">13865 13836 120 0,'7'-6'149'0,"0"6"-11"0,6-2-4 15,1 1-24-15,4 1-10 0,2-1-9 0,2 2-8 16,7 0-18-16,-8 1-29 0,6 2-31 0,2-2-33 15,0-1-21-15,-6 1-28 0,-3-1-70 0,2-2-158 16,6-2 71-16</inkml:trace>
  <inkml:trace contextRef="#ctx0" brushRef="#br0" timeOffset="117300.43">14708 13471 55 0,'0'0'199'0,"0"0"0"15,0 0-9-15,0 0-11 0,0 0-15 0,0 0-19 16,0 0-11-16,0 0-2 0,0 0 1 0,-16 16-3 15,11-1-2-15,-3 4-3 0,-2 5-7 0,0 2-2 16,0 3-8-16,1-2-10 0,0 1-2 0,3 1-2 16,3 1-10-16,-1 0-7 0,4-2-9 0,0-3-6 15,4 0-8-15,1 0 2 0,2-6-10 0,4 4-9 16,-2-4-2-16,1-4-19 0,3 2-19 0,0-4-31 16,0-1-28-16,5 2-26 0,-7-4-29 0,6 0-30 15,-2 0-19-15,-4-2-20 0,0-3-22 0,0 0-137 16,-1-1-373-16,-2-2 165 0</inkml:trace>
  <inkml:trace contextRef="#ctx0" brushRef="#br0" timeOffset="117665.78">15108 13734 122 0,'0'-12'235'15,"0"4"-9"-15,-4 1-13 0,4 7-18 0,-4-9-16 16,4 9-15-16,-9-3-9 0,9 3-9 0,0 0-8 15,-24 13-10-15,15-1-5 0,-1 4-11 0,-3-1-11 16,3 2-11-16,1 1-10 0,-1-2-5 0,6 1-9 16,1-5-9-16,-1 4-3 0,4-1-3 0,0-5-6 15,2 1-4-15,0-4-8 0,3 1 1 0,0-2-6 16,4-1-2-16,-2-1-2 0,-1-3 0 0,3-1-2 16,2-1-2-16,-2-1-2 0,-2 0-4 0,4-5-1 15,-3 0-3-15,0-2 0 0,-2 2 3 0,2-3-4 16,-3-1-3-16,1-3 2 0,-1-2-1 0,-1 5 0 15,0-5-1-15,-2 5-1 0,0 0-3 0,0 3 4 16,0-2-2-16,-2 3 1 0,0 7 4 0,1-10-6 16,-1 10-6-16,0 0 2 0,0 0-2 0,0 0 2 15,0 0 1-15,0 0 1 0,2 24 0 0,-2-8-1 16,0 0 3-16,2 3-2 0,-2-2-15 0,0-1-30 16,1 1-26-16,-1-1-30 0,0-5-34 0,5 6-60 15,-2-5-20-15,-1 0-185 0,-2-2-432 0,2-4 193 16</inkml:trace>
  <inkml:trace contextRef="#ctx0" brushRef="#br0" timeOffset="117977.63">15301 13680 193 0,'0'0'211'0,"0"0"-4"0,0 0-8 16,0 0-1-16,0 0-10 0,18 17-5 0,-12-6-11 15,0 4-8-15,1 3-9 0,-1 2-10 0,3-2-7 16,-3 0-10-16,1-1-10 0,3 2-11 0,-1-3-6 16,-1 0-9-16,2-4-8 0,-2-1-7 0,1-1 8 15,1-3-8-15,-1 0 3 0,0-2-2 0,0 0-6 16,-3-2 14-16,1-3-10 0,-7 0 3 0,12-1-5 16,-12 1 12-16,12-7-20 0,-5 1-1 0,1-4 0 15,-2 2-15-15,0 0-4 0,-4-4 1 0,6 2-6 16,-3-6 0-16,-1-1-30 0,1 0-28 0,-3-2-19 15,-2 2-23-15,3 1-41 0,-3-1-31 0,1 0-32 16,1 1-26-16,1 0-39 0,0 5-25 0,2 0-13 16,-2 0-175-16,4-4-477 0,1 2 211 0</inkml:trace>
  <inkml:trace contextRef="#ctx0" brushRef="#br0" timeOffset="118188.96">15846 13447 129 0,'4'6'246'0,"3"4"-2"0,-1 6-13 0,3 0 3 16,-3 8-7-16,1 2-14 0,-5 0-6 0,1 1-21 15,-2 2-12-15,3 1-14 0,-4-1-6 0,0 5-22 16,0-4-16-16,-3 2-8 0,-2 0-12 0,-1-3-9 16,-2-3-21-16,1-1-31 0,-6-1-24 0,4-8-30 15,-3 0-32-15,3-1-44 0,-1-1-22 0,3-6-46 16,-1 0-31-16,1-2-44 0,-1-3-126 0,1-3-393 15,7 0 174-15</inkml:trace>
  <inkml:trace contextRef="#ctx0" brushRef="#br0" timeOffset="118431.93">16077 13784 1604 0,'16'-7'123'0,"-4"2"-77"0,-2-1-17 0,0 3-13 15,0-1-7-15,1 2 8 0,2 0-6 0,-1 1-7 16,0 0 6-16,3-1 0 0,-3 4-7 0,1-1-21 15,0 1-11-15,1 0-4 0,-3 2-17 0,-1 0 4 16,0 2-2-16,-1-3 2 0,-1 4 11 0,-2-2 2 16,0 0 1-16,-2 0-8 0,0-1 17 0,-1 2 14 15,-3-6 19-15,3 9 10 0,-1-2 11 0,-2-7 11 16,-2 11 4-16,2-11 2 0,-1 11-6 0,1-11-1 16,-2 9-6-16,2-9-3 0,0 9-4 0,0-9-5 15,1 8-18-15,-1-8-27 0,5 8-42 0,3-8-38 16,4 0-55-16,0 0-93 0,8-4-270 0,10-2 119 15</inkml:trace>
  <inkml:trace contextRef="#ctx0" brushRef="#br0" timeOffset="120158.47">17031 12966 34 0,'-11'-16'113'16,"11"16"-10"-16,-9-3 1 0,9 3-19 0,-13-4-1 16,3 4-2-16,-2-3-3 0,1 3-7 0,-3 0 2 15,2 1 0-15,-2-3 4 0,0 2 3 0,1 0-3 16,1 0-3-16,1 1-2 0,11-1 1 0,-15-1-4 0,15 1-5 15,-9 0-12-15,9 0-3 0,0 0-4 0,0 0 2 16,0 0-5-16,0 0-5 0,31-4-1 0,-2-1-1 16,4 1-4-16,6-4-5 0,13 1 2 0,3-1-9 15,0 2-1-15,-3 0 4 0,3 0-18 0,-15 2-25 16,-1 2-15-16,-1-1-24 0,-3 2-27 0,-3-2-14 16,-4 0-16-16,1 3-15 0,-12 0-113 15,-4 2-262-15,-1-2 116 0</inkml:trace>
  <inkml:trace contextRef="#ctx0" brushRef="#br0" timeOffset="120389.58">17365 12843 36 0,'-5'-3'163'0,"5"3"-17"0,0 0-13 15,0 0-15-15,0 0 4 0,0 0 0 0,1 16 12 16,3-6-1-16,1 5-12 0,-3 1-9 15,4 3-2-15,-3 8-12 0,2 3-7 0,-2 2-7 0,-2 2-9 16,0-2-5-16,-2 0-5 0,-1-1-8 0,-2 1-6 16,1-3 7-16,1 2-3 0,-2 1-7 0,-1-2-21 15,1-3-36-15,0 1-28 0,0-3-34 0,2-6-24 16,-3 1-24-16,3-4-31 0,0 0-142 0,-1-2-315 16,2-4 139-16</inkml:trace>
  <inkml:trace contextRef="#ctx0" brushRef="#br0" timeOffset="120750.6">17582 13126 86 0,'3'-8'215'0,"-2"3"-24"0,-1 5-19 16,2-8-15-16,-2 8-10 0,0 0 4 0,0 0-8 15,0 0-12-15,8 17-6 0,-7-6 1 0,2 5-16 16,-1-1-10-16,0 4-5 0,0 1-7 0,-1-1-8 15,3 0-7-15,2 6-4 0,-3-6-3 0,4 0-7 16,-2-1 0-16,2-1-5 0,1-2-6 0,0-2-4 16,5 1-1-16,-4-6-5 0,0 1 1 0,3-6-6 15,0 3 1-15,3-2 2 0,-2-4 3 0,6-2-2 16,-2-2-1-16,0-2 0 0,-1 1-5 0,0-7 6 16,0-1 0-16,-3-2-5 0,-2 0 4 0,1-10-10 15,0 2 2-15,0-2-7 0,-3 2-3 0,0-6-3 16,-3 1 3-16,-3-1-2 0,-1 2-1 0,1 0-5 15,0 3 5-15,-2 7-4 0,-1-1 2 0,0 3-5 16,-1 3-7-16,2 2-14 0,-1 4-20 0,0 6-29 16,-3-12-37-16,3 12-46 0,0 0-32 0,0 0-9 15,0 0-15-15,0 0-22 0,0 0-146 0,0 0-398 16,0 0 176-16</inkml:trace>
  <inkml:trace contextRef="#ctx0" brushRef="#br0" timeOffset="120914.33">18202 13018 14 0,'6'-7'183'0,"-2"4"-18"0,4 0-16 0,1-2-15 15,2 3-4-15,8-6 0 0,-1 5-28 0,9-3-12 16,1 4-6-16,-7 0-27 0,0 0-31 0,-3 2-29 16,4 1-25-16,-9 2-31 0,2-3-23 0,-3 2-14 15,0-1-70-15,-5 0-181 0,-7-1 80 0</inkml:trace>
  <inkml:trace contextRef="#ctx0" brushRef="#br0" timeOffset="121100.17">18276 12996 119 0,'-10'7'148'0,"-2"3"3"16,2 0 11-16,0 6 2 0,2 0-3 0,-6 8-4 16,3-2-2-16,2 2-7 0,1 0-4 0,-1 2-10 15,3-2-12-15,-1 3-11 0,2-3-9 0,0 2-10 16,1 2-6-16,0-2-8 0,2 1-9 0,0-2-7 15,2-6-13-15,-1 1-23 0,0-2-28 0,1 0-31 16,2 0-28-16,1-3-31 0,-2-3-41 0,3 0-34 16,-1-2-159-16,-3-3-352 0,0-7 156 0</inkml:trace>
  <inkml:trace contextRef="#ctx0" brushRef="#br0" timeOffset="121236.1">18223 13298 101 0,'30'-4'107'0,"2"3"-3"0,-2 1-15 16,1 1-27-16,0 3-36 0,-3 2-35 0,0-1-71 15,-9 1-87-15,3 0 38 0</inkml:trace>
  <inkml:trace contextRef="#ctx0" brushRef="#br0" timeOffset="121490.3">18684 13341 53 0,'0'0'247'0,"-3"-7"-8"0,3 7-18 15,0 0-19-15,-1-8-22 0,1 8-10 0,0 0-18 16,0 0-7-16,0 0 2 0,0 0-9 0,1 37 4 16,-1-19-8-16,0 6-8 0,0 3-6 0,-4-1-10 15,-1-1-9-15,1 1-12 0,0-1-7 0,-1-1-7 16,-1 1-10-16,3-7-5 0,2 7-3 0,-5-7-10 15,1 1 0-15,0 0-6 0,-1 6-13 0,5-7-20 16,-3 0-32-16,2-3-23 0,-3 0-31 0,0-2-27 16,1-4-39-16,2 1-35 0,0-4-29 0,1 0-18 0,-3 0-144 15,4-6-399-15,0 0 177 0</inkml:trace>
  <inkml:trace contextRef="#ctx0" brushRef="#br0" timeOffset="121716.33">18687 13300 73 0,'12'-6'174'0,"7"3"-5"15,-2 3-3-15,-5 3-6 0,5 1-9 0,-2 2-3 16,0 3-7-16,-5 0-10 0,0 2-5 0,-2 0-11 0,-2 0-11 16,-2 2-5-16,0 4-1 0,-4-1-2 15,-2 1-6-15,-4 1-10 0,-3-3-2 0,-2 0-13 0,-3 0-4 16,-1 1-7-16,0-2-11 0,0-2-18 15,0-1-20-15,-1-1-34 0,-2 0-36 0,3-2-44 16,2-2-38-16,2-1-37 0,-3 1-136 0,0-4-347 0,3-2 154 16</inkml:trace>
  <inkml:trace contextRef="#ctx0" brushRef="#br0" timeOffset="122089.6">18999 13372 194 0,'13'1'227'0,"0"2"-15"0,0 2 3 16,3 3-9-16,0 1-18 0,-2 1-6 0,0 0-15 15,-3 4-15-15,2-2-12 0,-3 1-12 0,-2-2-15 16,-1 1-11-16,-3-1-11 0,1 0-7 0,-1 1 0 16,-2-2-13-16,-4 0-6 0,2 0-7 0,0-10-6 15,-4 11-4-15,2-6-3 0,-2 1-4 0,4-6-4 16,-8 5 0-16,2-4-6 0,6-1 1 0,0 0-2 15,-13-3-4-15,13 3-6 0,-4-11-4 0,4 2-2 0,0-1-3 16,4-2-5-16,3-4-1 0,-1-2 1 16,4 0-6-16,0 0-2 0,2-3-1 0,5 0-1 0,-6 5 0 15,3 1 1-15,-2 3 1 0,3 2 0 16,-5 1 0-16,-1 3-3 0,3 2 1 0,-5 1-4 16,2 0 5-16,0 5-1 0,1 2 1 0,-1 0 5 0,-2 3 7 15,3 1-7-15,-2 2 1 0,-3 2-4 0,0-1 4 16,1 3-1-16,-2 2 2 0,-4 0-2 15,0 1-20-15,-4 0-35 0,2 1-53 0,-1-2-43 0,-1-1-48 16,-2 0-48-16,-3 0-147 0,0-5-422 16,1-2 186-16</inkml:trace>
  <inkml:trace contextRef="#ctx0" brushRef="#br0" timeOffset="122639.73">19509 13519 174 0,'0'0'202'0,"0"0"7"16,0 0-13-16,0 0-15 0,0 0-17 16,-9-28-12-16,8 17 0 0,1 2-9 0,0-3-10 0,3-3-9 15,3-3-14-15,2 0-9 0,2 0-11 0,8-4-8 16,-2 3-3-16,3 1-3 0,-4 8-8 0,4-2-6 16,-3 6-7-16,4 1-7 0,-1 3 1 15,-1 4-5-15,1 1-3 0,-4 3-3 0,3 4-2 0,-4 0-4 16,0 4-1-16,-1-1-4 0,-3 2 2 0,-1 0-4 15,-3-1-4-15,0 1 3 0,-5-3-3 0,1-1-1 16,-2 0-2-16,-1 1-4 0,0-2 3 0,-3-2-1 16,0-2-2-16,2 1 1 0,2-7 2 0,-7 7-1 15,7-7-4-15,-6 5 3 0,6-5-4 0,-6 2-1 16,6-2 0-16,0 0-2 0,0 0-2 0,0 0-4 16,2-24 1-16,4 15-3 0,1-1 1 0,2-4 1 15,2-3-5-15,2 2 0 0,7-5-9 0,0 1-2 16,1 0-1-16,2 2 1 0,-1 2 5 15,-5 4-5-15,-1 4 2 0,1 1-2 0,-5 3 1 0,0 0 3 16,-2 3-3-16,1 1 2 0,-1 4 4 0,-2 2-3 16,-1 3 4-16,-2-1-1 0,2 7-3 0,-5 0-10 15,-3 1-25-15,0-2-30 0,-2 3-41 0,-1-1-36 16,1 0-31-16,-1-2-20 0,1-1-174 0,-1-4-406 16,4-1 180-16</inkml:trace>
  <inkml:trace contextRef="#ctx0" brushRef="#br0" timeOffset="123520.13">20330 13293 130 0,'-4'-10'232'16,"-3"2"-6"-16,1 1-9 0,-5 2-12 0,2 4-10 16,-3 2-7-16,1 2-11 0,0 3-12 0,-3 5-14 15,3 2-8-15,1 0-10 0,-3 2-12 0,3 2-13 16,2-1-10-16,0-1-9 0,3 0-4 0,4 2-10 15,1-4-6-15,4-2-7 0,-3 1-3 0,4-1-4 16,-1 0-7-16,2-1-4 0,2-5-3 0,2 1-4 16,3 0 0-16,-3-3-5 0,2-3-2 0,-3 0-3 15,-9 0 2-15,15-2-4 0,-7-2-3 0,-2 1 3 16,0-1-9-16,1-3 0 0,2-1 3 0,-3 1-7 16,-2-1 2-16,-1-2-2 0,3-1-1 0,-2 1-2 15,0 1 1-15,2-2 0 0,-3 3 0 0,-1 0 1 16,1 3-2-16,-3 5-2 0,1-9-4 0,-1 9-1 15,0 0-2-15,6-3-4 0,-6 3 9 0,0 0 0 16,0 0-3-16,9 16 0 0,-5-10 0 0,-3 5 2 16,2-2 2-16,-2 1 7 0,3 0-1 0,-1 0-1 15,0-2 2-15,1 0-3 0,2 0 7 0,0-3-5 16,-1 1-1-16,1 1 3 0,1-4-1 0,0 1 10 16,1-1-6-16,0-2 2 0,-8-1 4 0,11 2-3 15,-11-2 8-15,13-2 2 0,-7-2-9 0,3 0 6 16,-5 1-4-16,-4 3 3 0,12-13-9 0,-6 6 3 15,-2-1-2-15,2 0-1 0,-2-1-5 0,4-2-2 0,-6 2 5 16,3-1-7-16,2-2-4 0,-1 2 4 16,1-1 6-16,-1 2-14 0,2 0 2 0,-2 0-1 15,-1 5 0-15,7 0 6 0,-5 0-10 0,0 3-2 16,-7 1-2-16,16 1 8 0,-9 1-3 0,2 4-2 16,-4 0 2-16,-1-2-2 0,3 4 1 0,-3 0 1 15,1 1 7-15,-1-2-7 0,1 1 0 0,-2 0-1 16,-1-2 2-16,3-1-4 0,-1 3 3 0,-1-4 4 15,1 1 1-15,1-1-3 0,-1 2 1 0,0-3 5 16,-4-3-1-16,10 5-3 0,-10-5 5 0,9 3-6 16,-4-3 7-16,-5 0-7 0,0 0 9 0,18-4-1 0,-13 1-6 15,-5 3-3-15,10-7 3 0,-2 1 3 16,-1 0-1-16,0-1-3 0,-1 0-1 0,-2 1 0 0,2 1 1 16,1 1-3-16,-2 1-2 0,0-1-6 15,-5 4 4-15,6-3-3 0,-6 3 8 0,0 0-2 0,14 4 2 16,-14-4-1-16,9 6 2 0,-4-2-1 0,-1 1 1 15,3 1-2-15,0-2 7 0,1 3 9 16,1-2-8-16,1-1-4 0,0-1 0 0,1 0 0 16,1-2 5-16,0-1 2 0,1-1-2 0,1-2-6 15,-1-1 7-15,-1-1 15 0,-2 2-10 0,0-4-2 0,1 3 4 16,-2-4 6-16,-3 4 0 0,1-1 2 0,2-3 1 16,-4 5 4-16,0 0 13 0,-5 3-15 15,6-7-2-15,-6 7-11 0,7-1 1 0,-7 1-3 16,0 0 1-16,0 0 11 0,3 14-2 0,-5-4 4 0,1 1 10 15,-3 4-5-15,-4 3 0 0,0 1 8 0,-3 5-7 16,1-3 0-16,-1 3 1 0,0 2-6 0,2-3-2 16,0 2-2-16,1 0-15 0,-2-1 4 0,4-6-35 15,1 1-31-15,-2 0-39 0,1-1-44 0,2-2-45 16,2 1-36-16,-1-5-40 0,4-2-50 0,-1-1-302 16,0-9-661-16,2 8 294 0</inkml:trace>
  <inkml:trace contextRef="#ctx0" brushRef="#br0" timeOffset="123716.31">21337 13330 207 0,'11'-7'224'0,"6"-2"-22"15,2 2-13-15,11 0-18 0,4-2-10 0,2 3-18 0,-1 0-13 16,3 0-3-16,-4 2-21 0,1-2-14 0,0 1-31 15,-3 1-33-15,-2 0-32 0,-2-1-38 0,-1-1-34 16,-8 0-44-16,-6 3-147 0,-4-1-288 0,-1-1 127 16</inkml:trace>
  <inkml:trace contextRef="#ctx0" brushRef="#br0" timeOffset="123897.84">21696 13100 112 0,'-10'-2'206'0,"3"7"14"0,0 0 6 0,-5 7 3 15,-1 1-11-15,-2 7 9 0,0 0-10 0,3-4-9 16,-3 4-8-16,-4 4-1 0,3-4-15 0,1 3-17 16,1-1-18-16,6-5-11 0,1 0-14 0,2 0-17 15,-1-1-17-15,5-2-31 0,-1-3-34 0,2 2-37 16,0-1-45-16,0-1-49 0,1 0-54 0,0-1-54 16,-1-2-246-16,0-1-497 0,0-7 219 0</inkml:trace>
  <inkml:trace contextRef="#ctx0" brushRef="#br0" timeOffset="124192.33">22280 12873 54 0,'0'-11'251'0,"5"5"-27"15,3 0-22-15,7-1-22 0,12-3-14 0,2 2-15 16,3 1-9-16,4 2-15 0,5 1-7 0,-4 0-20 0,3 2-4 16,-2 0-16-16,-6 2-25 0,-4 0-28 15,-8-1-32-15,0 2-37 0,-9-1-20 0,-2 0-31 16,-1 0-28-16,-8 0 0 0,9 2 0 0,-9-2-8 15,0 0-85-15,0 0-232 0,0 0 104 0</inkml:trace>
  <inkml:trace contextRef="#ctx0" brushRef="#br0" timeOffset="124372.49">22648 12807 144 0,'-13'1'13'0,"2"-2"13"0,-2 1 17 0,0-2 1 0,3 0 9 15,2 0 23-15,1 2 6 0,7 0 21 0,-9-1 10 16,9 1-6-16,0 0-2 0,-14-2-1 0,14 2-17 16,0 0 0-16,0 0 9 0,-7 7 20 0,7 1 8 15,0 4 4-15,0 6 5 0,-1 5-1 0,0 6 5 16,-2-1-8-16,2 4-2 0,-2 2-9 0,-1 0-13 15,-1-3-5-15,2 1-12 0,-3 0-8 0,1-1-11 16,0 0-1-16,1 0-11 0,0-2-19 0,-1-1-17 16,2-2-48-16,0-7-28 0,0 1-47 0,3-3-56 15,-1 0-56-15,-1-3-203 0,3-5-450 0,-2 0 199 16</inkml:trace>
  <inkml:trace contextRef="#ctx0" brushRef="#br0" timeOffset="124718.47">22706 13087 2 0,'2'-5'231'0,"1"2"-22"0,-3 3 2 0,0 0 10 16,0 0-11-16,11 10-8 0,-10-1-11 0,1 8-5 16,-2 0-13-16,-2 2-12 0,-2 1-15 0,3-2-10 15,0 1-4-15,0 0-15 0,1-1-9 0,0-1-8 16,0 0-11-16,2-2 0 0,1-4-10 0,1 2-4 15,1-4 2-15,1 1-5 0,4-3-3 0,-1-2 3 16,2-1-13-16,1-2 4 0,5-3 0 0,-3 0 5 16,0-2-2-16,3-4-4 0,-2 0-2 0,2-4-3 15,-5-1-5-15,0-1-2 0,2-2 2 0,-4-1-9 16,0-3-4-16,-2 0-4 0,4-5-1 0,-5-1-3 16,2 0-6-16,-2 1-3 0,-2-1-3 0,0 1 1 15,-4-1-6-15,0 5-13 0,-1 2-17 0,0 1-6 16,0 2-21-16,-2 3-19 0,2 3-17 0,0 1-23 15,0 8-35-15,-1-11-49 0,1 11-40 0,0 0-21 16,1-8-2-16,-1 8-7 0,0 0-189 0,0 0-482 16,0 0 214-16</inkml:trace>
  <inkml:trace contextRef="#ctx0" brushRef="#br0" timeOffset="125075.93">23217 12959 3 0,'9'-5'233'16,"0"-2"-3"-16,2 0-10 0,-2 0-15 0,4 1-11 15,-2 0-9-15,3-1-11 0,3 0-11 0,0-1-13 16,1 3-12-16,1 0-15 0,6-2-13 0,-3 3-14 16,0 1-8-16,-2 0-10 0,-1 2-27 0,0-2-23 15,-2 3-31-15,-5 0-29 0,-1 0-25 0,-1-2-33 16,-10 2-11-16,13 2-21 0,-13-2-4 0,8 0 9 16,-8 0-4-16,0 0 1 0,0 0 7 0,0 0 0 15,0 0 12-15,-31 1 9 0,18-2 13 0,-2-1 16 16,3 2 20-16,0 0 20 0,0-2 6 0,2 1 15 15,10 1 14-15,-17 0 9 0,10-1 9 0,-1 2 24 16,8-1 7-16,-15 3 14 0,8 2 12 0,1-1 13 16,-2 3 15-16,1 5 8 0,-2 2 3 0,1 4 0 0,-5 3 4 15,4 5 4-15,-1-1-2 0,1 0 1 16,-1 1-9-16,2-2-9 0,-1 1-5 0,2-1-11 16,0-5-12-16,2 6 6 0,0-1-20 0,1-5-10 15,0 0-7-15,2-4-25 0,-1 2-29 0,1-1-34 0,-1-4-40 16,0-2-41-16,2 1-42 0,0-1-28 0,0-2-25 15,-2-2-27-15,3-6-140 0,-6 10-406 16,6-10 180-16</inkml:trace>
  <inkml:trace contextRef="#ctx0" brushRef="#br0" timeOffset="125221.14">23227 13173 39 0,'3'-9'228'0,"-3"9"-20"0,6-6-16 16,1 4-20-16,4 0-12 0,0-1-14 15,8 1-16-15,-1 0-12 0,2 1-20 0,1 1-40 0,2 0-49 16,7 0-46-16,0-1-54 0,2 3-148 16,1 0-258-16,1-2 114 0</inkml:trace>
  <inkml:trace contextRef="#ctx0" brushRef="#br0" timeOffset="126749.95">23739 13362 48 0,'8'-7'298'0,"0"0"-9"0,1-1-15 16,0-1-12-16,1-4-16 0,0 3-19 0,0-2-10 15,3 1-24-15,4-5-19 0,3-1-12 0,-5 4-7 16,7-5-10-16,0 0-14 0,0 0-9 15,-1-1-11-15,1 0-14 0,-3 2-8 0,3-2-9 0,-5 0-4 16,1-2-14-16,-8 4 2 0,0 6-5 0,-2-3-5 16,-5 4-5-16,1 3-9 0,-2 0-4 0,-1 2-6 15,-1 5-3-15,0 0-6 0,0 0-7 0,-9-11 3 16,9 11-1-16,-17 7-7 0,7 1 2 16,-3 5-3-16,2 1-2 0,1 1-3 0,2 2-6 0,3 2-1 15,0 0 0-15,5 1-2 0,2 4 0 0,3 2 1 16,2-3-1-16,0 2-2 0,0-5 5 0,0-2 0 15,2 6 1-15,-2-7 0 0,-1-1-2 0,-2 0 2 16,2-3-2-16,-2-2 2 0,-3 1 1 0,-1-2-1 16,-1-1 1-16,0-2-7 0,-2 0 1 0,-2-1 3 15,-4 0-5-15,0 0-3 0,0-3-1 0,1-2 2 16,1 0 0-16,7-1 5 0,-13 0-1 0,13 0-5 16,0 0-4-16,-12-4-9 0,12 4-8 0,-2-7-11 15,2 7-1-15,9-13-4 0,3 4 1 0,2-3 6 16,4 2-1-16,6-4-1 0,-1 1 6 0,4-2 0 15,-2 1-1-15,0-3 7 0,-2 0 2 0,0 0 4 16,1 0 3-16,-6-2 3 0,0 3 4 0,-3 0 0 16,-1-5 2-16,-1 5 3 0,-5 0 4 0,-1 5 4 15,-3 1 3-15,0-1 9 0,2 2 10 0,-5 2-3 16,1-2 5-16,-2 9-8 0,0-9 4 0,0 9-3 16,-10-4 3-16,10 4 2 0,-18 8 8 0,5-3 9 15,-4 7-1-15,0-2-1 0,1 3 1 0,2 0 1 16,-1 0-6-16,2 1-3 0,4 2 1 0,3-2-8 15,0 2 2-15,5-3-8 0,2-1-19 0,5 3-19 16,0 1-24-16,3-3-14 0,5 2-21 0,1-4-21 16,2-2-9-16,2-1-18 0,-2 2-17 0,4-4-12 15,0-1 3-15,-1-1-2 0,8-3 10 0,-7 1 17 16,-3-4 12-16,1 0 11 0,-2-3 7 0,-1 2 22 16,-4-3 12-16,0-1 9 0,-1-2 12 0,3-2 14 15,-3-2 9-15,-3-1 16 0,0-3 10 0,-1 0 14 16,-2 3 8-16,2-2 12 0,-2-1 11 0,-1 5 20 0,0 0 12 15,0 4 14-15,-2 1 7 0,-2 0 2 16,2 0-3-16,-2 7-12 0,2-7-8 0,-2 7-9 16,0 0-7-16,0 0 12 0,0 0 15 0,0 0-6 15,-21 25-5-15,11-14 0 0,-1 4-7 0,3-2-6 0,0 2-4 16,3-1-6-16,1 3-8 0,-1-2 0 0,5 1-4 16,3 0-6-16,-2-5 0 0,2 0-6 15,4-1-3-15,-2 1-9 0,4-2-6 0,7 0-13 16,-6-2-10-16,0 0-13 0,-4-4-8 0,3-1-9 15,2-1-9-15,0 0-3 0,-1-1-5 0,1-1-1 0,0-1 3 16,-3-2 7-16,-3 1-4 0,1-2 1 0,2-2 1 16,-2 0 5-16,-3-1 1 0,1-1 0 15,-2 0 5-15,2-1 3 0,-1-1 4 0,-1 0 2 16,2 0 2-16,-3 0 2 0,2 1 2 0,-1 0 6 0,2 1 9 16,-2 2 5-16,-2 7 7 0,2-10 2 0,-2 10-4 15,3-6 1-15,-3 6 2 0,0 0 18 0,0 0 2 16,0 0 0-16,16 14 4 0,-13-5 6 0,-1 1 0 15,0 1-2-15,-1 0 0 0,0-1 1 0,1 3 6 16,0-1-7-16,-2-2-2 0,2 1-2 0,-2 0-6 16,0-4 0-16,0-7 0 0,0 12-1 0,1-7-5 15,-1-5 3-15,0 0-1 0,-1 9 6 0,1-9 6 16,0 0-5-16,0 0-1 0,0 0 0 0,0 0-2 16,0 0-5-16,0 0-4 0,0 0 0 0,7-20-4 15,-2 11 0-15,0 1 3 0,0-3-5 0,7 0 1 16,1-2-3-16,-2-2-3 0,3 1 2 0,8-3 1 15,1 2-2-15,-4 3-1 0,4 1 3 0,-5 2-3 16,0 2 6-16,-4 5-1 0,3-1 3 0,-3 2-2 16,-3 2 2-16,2 3-2 0,-3 0 8 0,-1 0 10 15,-1 2-2-15,-2 1 4 0,2 0-5 0,-3-1 1 16,-2 3 0-16,2 1-1 0,1-4 0 0,-2 0-3 16,-2 3 2-16,3-4 3 0,-1 2-1 0,-1-2-2 15,1 0 1-15,1-1 3 0,0 0-4 0,-5-4 4 16,8 6-1-16,-3-3-2 0,1-2 3 0,-6-1-1 15,14 1-2-15,-7-1 1 0,-7 0-9 0,15-1 2 16,-8-2-4-16,2 0 6 0,-2 1-10 0,-1 0 2 16,2-2 3-16,0-1-4 0,1-1 1 0,-2-4-12 15,3 5 13-15,0-2-16 0,-2-1 6 0,2 0 0 16,-1 0 1-16,-2-1-3 0,1 1 0 0,0 3 15 16,-4-1-15-16,0 2-2 0,1 0 0 0,-5 4-4 15,8-3-3-15,-8 3 2 0,0 0 7 0,11 3-2 16,-11-3-1-16,6 10 5 0,-2-5-3 0,-2 1 2 15,-1 0 4-15,2 3 0 0,0-1-4 0,-1 1 7 16,1-2-5-16,-1 2 2 0,2 0-3 0,-3 1-22 16,3-5-29-16,-4 3-34 0,0-8-36 0,2 11-41 15,-2-5-57-15,0-6-59 0,2 11-259 0,-2-11-578 16,7 6 256-16</inkml:trace>
  <inkml:trace contextRef="#ctx0" brushRef="#br0" timeOffset="127183.82">25650 13173 184 0,'0'-14'252'0,"-4"10"-18"0,4 4-10 16,-9-10-15-16,4 6-16 0,-4 2-7 0,-2 2-17 0,-1 1-10 16,-1 2-4-16,-1 1-12 0,3 3-13 15,-1-3-12-15,2 4-7 0,1-1-13 0,0 1-8 16,0 2-9-16,4-1-4 0,3 2-7 0,0-1-5 15,0 0-9-15,4 0-3 0,1 1-4 0,0 0-5 0,3-3-6 16,0 0 3-16,1-2-7 0,-1-3-3 0,3 2-8 16,-3-4 1-16,0 1 1 0,-6-2-5 0,15-1-2 15,-7-1-2-15,0-3-3 0,1-2-3 16,-6 1 2-16,3-3 1 0,1-3-2 0,-5 1 1 16,3 1-3-16,-1-2-1 0,-1-6-3 0,1 2-1 0,-2-2 3 15,-2 2-3-15,2-4 0 0,-2 1 1 0,2-6 5 16,-2 5 5-16,0 1 9 0,5-1-6 0,-5 1-4 15,1-1 11-15,1 2 14 0,-2 7 11 16,2-1 14-16,-2 3 1 0,-2-1-5 0,2 10-15 0,0-9-2 16,0 9-10-16,0 0-4 0,0 0-3 0,0 0 0 15,0 0-8-15,-7 33-4 0,2-15 0 0,3 7 2 16,0-4 2-16,0 4-2 0,-3 2-7 0,3-8-13 16,0-1-33-16,0 1-29 0,1 0-26 0,0 1-22 15,0-4-34-15,1 2-48 0,1-2-28 0,3-2-34 16,2-1-21-16,-2-4-190 0,3-1-507 0,5-2 225 15</inkml:trace>
  <inkml:trace contextRef="#ctx0" brushRef="#br0" timeOffset="127835.65">25871 13205 53 0,'8'-14'152'0,"-3"4"16"0,0 0 8 0,-3 2 16 16,2 0-2-16,-1 2-9 0,-3 6-8 0,-1-10-19 15,1 10-7-15,-11-5-1 0,11 5 1 0,-20 5-10 16,2-1-5-16,3 2-11 0,-2 0-3 0,4 2-13 15,-3 1-4-15,3-1-10 0,4-1 0 0,-1 0-19 16,4 0-4-16,-1 3-8 0,3-3-1 0,2 2-10 16,0-3 2-16,2-6-4 0,4 12-4 0,0-7-7 15,1 0-5-15,4-1-3 0,2 1 0 0,0-3-5 16,0-2-3-16,-1 2-2 0,3-4-3 0,-6 2 1 16,-7 0 1-16,15-2-4 0,-8-2-2 0,-1 1 0 15,4-1 3-15,-5 1-5 0,1-2 2 0,-2 0-6 16,1 0 2-16,-1 0-1 0,4-1 0 0,-6 0-4 15,5-1 4-15,-1-3-5 0,0 6 8 0,2-4-9 16,-4 1 1-16,5 0 1 0,-4 1-3 0,1 3 2 16,1-1 2-16,-7 4-1 0,11-5-1 0,-11 5 0 15,9-1 5-15,-9 1-6 0,10 0 0 0,-10 0 6 16,0 0 3-16,10 3 0 0,-5 0 1 0,-5-3-2 16,6 4-1-16,-6-4 0 0,5 5 2 0,-5-5-3 15,7 4 4-15,-7-4 6 0,5 4-8 0,-5-4 2 16,10 2-2-16,-10-2-1 0,5 2 2 0,-5-2-3 15,14 0-2-15,-8 0 3 0,-6 0-1 0,13-1 6 16,-13 1-7-16,14-2 3 0,-7 0-1 0,-3-1-5 16,-4 3 5-16,15-9 0 0,-9 4-6 0,2 0-1 15,-1 2 1-15,3-1-1 0,-2 1 4 0,-3 0 1 16,-5 3-5-16,7-6 2 0,-7 6-6 0,9 0-2 0,-9 0 3 16,0 0 3-16,0 0-1 0,11 2 0 15,-11-2-1-15,4 6 3 0,-4-6-2 0,2 6 1 16,-2-6 0-16,5 10 8 0,-1-7-7 0,-1 2 3 15,-3-5 3-15,9 6 0 0,-5-3 3 0,-4-3-6 0,9 3 3 16,-4-2 4-16,-5-1 1 0,14-1-5 0,-6-1 6 16,3-1-1-16,1 2 5 0,-4-3-1 0,-1 1 0 15,3 1 6-15,-4-1 3 0,-6 3 3 16,11-4-1-16,-11 4 0 0,10-2-1 0,-10 2-5 0,4-2-19 16,-4 2 6-16,0 0 2 0,0 0 6 0,0 17 2 15,0-17 0-15,-9 17 7 0,2-5-14 0,0 3 0 16,-4-1-7-16,2 3-11 0,0-1-45 0,0 0-36 15,0 3-49-15,-2 2-55 0,-4 1-47 0,5-6-62 16,-7 4-237-16,2-5-582 0,-2 4 258 0</inkml:trace>
  <inkml:trace contextRef="#ctx0" brushRef="#br0" timeOffset="128487.43">18266 14018 1553 0,'-12'-3'61'0,"2"-5"-7"0,0 3-7 0,-1-2-2 0,3 2 3 16,1 1-9-16,2 0 6 0,5 4-6 0,-9-3-3 15,9 3-4-15,-6-6-2 0,6 6 4 0,0 0 8 16,16-6 13-16,-2 4 8 0,16-1 6 0,8-1 5 16,22-2 6-16,44-3 1 0,-1 0 0 0,16 2-3 15,19 2-3-15,14-5-11 0,11 0-5 0,14 4 0 16,14 1-6-16,12 0-6 0,6-2-3 0,4 3-5 15,8 2 0-15,5-2-7 0,0 6-5 0,0-4 2 16,9 6-1-16,3-2 6 0,2 0 7 0,2 0 9 16,-2 1 8-16,2 1-11 0,-7-2 15 0,3-1-7 15,-8-1 2-15,-7 1-4 0,-11-3 2 0,-7 0-3 16,-13-7 0-16,-13 3 6 0,-17-2-10 0,-14-3 3 16,-14-2-17-16,-14-7 24 0,-5 1-12 0,-21 0-3 15,-33 9-4-15,-6-2-2 0,-18 3-8 0,-4 0 4 16,-4 2-5-16,-12 0-6 0,0-2 3 0,-4 4-2 15,-7-1-23-15,-2 0-16 0,0-4-25 0,-4 10-18 16,-7-11-33-16,-3 6-23 0,-9 1-27 0,-14 1-36 16,-8 1-37-16,-18 4-34 0,-4 5-27 0,-32 4-239 15,-3 0-558-15,4-5 248 0</inkml:trace>
  <inkml:trace contextRef="#ctx0" brushRef="#br0" timeOffset="128892.3">21799 14336 2776 0,'-38'-6'87'0,"-13"-3"3"16,15 3-48-16,2-2-1 0,7 2-11 0,8 1 4 0,6 3-12 15,1-2-3-15,9 2-1 0,3 2-4 16,0 0 3-16,0 0 11 0,32-11 6 0,-12 13 9 15,11-2 1-15,-2 5 5 0,0 1 2 0,-1 3-8 16,-3 4-5-16,-9-2 0 0,5 6-4 0,-11-3-4 16,-2 2-3-16,-1 4-2 0,-5-1 0 0,0 6 2 15,-7-1-7-15,-1 4 4 0,-4-5 2 0,-2 2-1 16,-5-1 3-16,-7-1 5 0,0-2-3 0,-3-2 11 16,-2-3 2-16,-2 3 6 0,-1-6 8 0,2 0 0 15,1-1 4-15,7-7 5 0,3 1-3 0,7 0-8 0,0-2-10 16,2-1 0-16,3 1-2 0,4 0-7 15,3-4 1-15,0 0 4 0,17 11-4 0,9-7-5 0,12-2-1 16,21-2-4-16,6-3 1 0,0 0-3 16,40-1-5-16,-7 1-6 0,-9-4-22 0,2 5-37 15,-27-1-45-15,-2 0-40 0,0 2-34 0,-4-2-33 0,-5 1-45 16,-16 1-41-16,2 0-41 0,-8-1-240 16,-1-1-611-16,-11 3 270 0</inkml:trace>
  <inkml:trace contextRef="#ctx0" brushRef="#br0" timeOffset="129407.98">16191 16092 22 0,'0'0'220'0,"0"0"-17"0,0 0-10 16,0 0-12-16,0 0-9 0,0 0-12 0,0 0-13 16,0 0-15-16,17-13-11 0,-17 13-14 0,8-3-9 15,-8 3-11-15,14-4-10 0,-4 4-8 0,3-2-20 0,-3-2-21 16,2 4-24-16,5 0-27 0,0-3-34 0,1 1-47 16,0-1-26-16,-5 1-19 0,1 0-120 15,-3 4-289-15,0-4 129 0</inkml:trace>
  <inkml:trace contextRef="#ctx0" brushRef="#br0" timeOffset="129581.63">16266 16193 122 0,'-9'3'182'0,"2"-1"1"16,1 1-3-16,6-3-16 0,-9 2-16 0,9-2-15 15,0 0-12-15,0 0-13 0,0 0-11 0,0 0-6 16,48-7-13-16,-14-1-19 0,0-3-35 0,19-1-28 15,0-3-39-15,5-2-41 0,-3-1-43 0,-2 5-112 0,-4-1-259 16,1-1 115-16</inkml:trace>
  <inkml:trace contextRef="#ctx0" brushRef="#br0" timeOffset="130913.9">18198 14993 190 0,'-5'-4'192'15,"-3"-1"-14"-15,2 1-15 0,-4-1-6 0,1 3-5 16,-4 2-8-16,-1-1-4 0,-3 1-9 0,3 1-5 16,-4 5-4-16,0 0 1 0,-2 1-12 0,1 2-5 15,1 2-10-15,-4 3-3 0,7-2-8 0,-4 6-3 16,6-4-7-16,-1 2-9 0,5 1-3 0,-1-1-6 15,2-1-2-15,5-2-4 0,1 1-7 0,3 2-1 16,2 0-4-16,1-6-3 0,7 4 0 0,-1-1-2 16,2-2 0-16,3 0-9 0,2-4 2 0,2 1-3 15,1-3-2-15,1-1-2 0,7-1 0 0,1-3 2 16,-1-2-6-16,2 0-1 0,-1-3-4 0,-7 1 2 16,-3-1 3-16,0-2-2 0,-7 3-6 0,3-5 5 15,-3 2-2-15,-1 0-1 0,-3-1-2 0,-2-2 1 16,1-1 1-16,-4-2-2 0,2-3 0 0,-2 0-4 15,-2-3 0-15,-2 3-1 0,-2-1 1 0,-2 0 0 16,-2 2-1-16,-2 0-2 0,1 1 4 0,-6 1-5 16,1 2 1-16,-3 2-3 0,-2 1 9 0,-1 2-10 15,-1 3-4-15,1 3-5 0,-4 1-12 0,3 0-16 16,-1 2-16-16,2 4-17 0,0 0-23 0,2 1-25 16,1 2-45-16,3-1-3 0,3 0-34 0,1 0-12 15,1 3-153-15,3-5-398 0,1 4 177 0</inkml:trace>
  <inkml:trace contextRef="#ctx0" brushRef="#br0" timeOffset="131091.41">18492 15126 36 0,'0'0'223'16,"13"-1"-10"-16,-13 1-13 0,10-3-11 0,-10 3-15 15,5-1-17-15,-5 1-16 0,0 0-14 0,0 0-16 16,0 0-9-16,10 4-10 0,-10-4-27 0,0 0-31 15,0 0-38-15,-1 16-39 0,1-16-34 16,2 9-31-16,-2-9-16 0,3 10-128 0,-3-10-272 0,0 0 121 16</inkml:trace>
  <inkml:trace contextRef="#ctx0" brushRef="#br0" timeOffset="131592.4">18842 14972 108 0,'0'0'166'0,"0"0"-9"0,0 0 3 0,0 0 6 0,0 0-4 16,0 0-13-16,-1 25-12 0,1-14-5 0,1-1-7 15,0 3-3-15,3 3-14 0,3 1-3 16,7 4-8-16,-2-5-6 0,6 2-8 0,4 0-6 16,1-2-7-16,1-2-7 0,2 2-4 0,-1-1-5 15,0-2-4-15,-2 0-4 0,-7-2-5 0,0 1-1 0,-1-3-9 16,-2 2 2-16,-4-3-11 0,1 1 2 0,-4-2 1 15,-3 0-4-15,-2 3-2 0,-1-3 0 16,0-7 0-16,-10 13 1 0,0-2-3 0,-6-3-4 16,-1-2 2-16,-1 0-11 0,-2 0-3 0,1-4-2 15,1-1-6-15,-1-2-5 0,1-1 0 0,0 0 0 16,1-4-1-16,1-1 3 0,5 1-3 0,1-1 7 0,3-2-12 16,2-1 5-16,4-1 2 0,1-1 2 15,4-2 3-15,1 0-2 0,2-3 0 0,5 1 0 16,1 1 3-16,1-2-5 0,4-1 3 0,1-3 0 15,-1 5 3-15,2-2-1 0,-3 5 2 0,-5 0-2 16,1-1 1-16,0 2 2 0,-3 1 2 0,-2-1 4 16,1 3-8-16,-5-2 3 0,1 0 2 0,-1 1-1 0,-2 0 1 15,0 1 1-15,-2-2-1 0,0 0 4 16,-3 0-5-16,-2 1 4 0,0 0 0 0,-3 1-4 16,-1 2 1-16,1 0 0 0,-3 4-2 0,-2 0 2 15,-4 3 1-15,-2 3-6 0,3 0 1 0,-5 2 3 16,1 4 2-16,-6 3-3 0,3 1-9 0,7-1-20 15,-1 1-23-15,0-2-24 0,5 5-30 0,0-6-45 0,6 2-17 16,2-2-25-16,3 2-116 0,1-3-334 16,0-9 148-16</inkml:trace>
  <inkml:trace contextRef="#ctx0" brushRef="#br0" timeOffset="131819.66">19404 14998 242 0,'8'-8'259'0,"0"1"-2"16,-4 1-2-16,-4 6-7 0,7-11-18 0,-7 11-12 16,5-5-27-16,-5 5-16 0,0 0-16 0,0 0-8 15,0 0 1-15,0 0-7 0,11 27-12 0,-9-11-6 16,-2 2-12-16,0 1-13 0,-4 7-9 0,2 1-12 16,3-2-3-16,-1 3-12 0,1-5 4 0,-1-4-36 15,2 0-24-15,1 1-39 0,1-1-32 0,0-1-28 16,-1-7-45-16,0 7-43 0,0-7-46 0,0 2-50 15,-3-2-162-15,0-11-470 0,2 20 209 0</inkml:trace>
  <inkml:trace contextRef="#ctx0" brushRef="#br0" timeOffset="132110.26">19688 15077 70 0,'15'-10'227'0,"3"3"-7"15,-1 1-12-15,2 5 3 0,-2 1-14 0,2 1-15 16,-2 5-8-16,0 1-8 0,-4 2-12 0,-1 1-8 16,-1 2-10-16,-2 2-14 0,0 2-9 15,-3 1-9-15,-3-1-11 0,-2 2-6 0,-2 0-8 0,-2-2-7 16,-2 1-7-16,-3-3-8 0,0 0-3 0,-1 0-6 16,-1-3-4-16,1-1-2 0,0-3-5 0,0 1-3 15,0-1-3-15,4-4 8 0,0 3-13 0,-1-3 2 16,6-3-9-16,-6 6-2 0,6-6 2 0,-4 4-4 15,4-4 0-15,0 0-6 0,16 4-16 0,-6-5-12 16,9 1-19-16,1-1-23 0,7-1-29 0,3 4-36 16,0-4-43-16,2-2-53 0,0 0-216 0,-2 1-475 15,-3-1 210-15</inkml:trace>
  <inkml:trace contextRef="#ctx0" brushRef="#br0" timeOffset="132362.68">20620 15233 153 0,'0'0'259'0,"-12"-3"-13"0,12 3-12 0,-7-2-14 0,7 2-23 16,0 0-8-16,0 0-18 0,0 0-9 15,0 0-8-15,0 0-8 0,32-3-13 0,0 2-10 16,1-2-10-16,6-1-13 0,13-2-8 0,-1 0-11 15,-16 4-6-15,4-1-15 0,-5-3-24 0,0 5-24 16,-4-3-19-16,-2 1-28 0,-6 1-35 0,-4 1-36 16,-5 1-32-16,-2-2-34 0,-1-2-58 0,-10 4-137 15,0 0-397-15,0 0 176 0</inkml:trace>
  <inkml:trace contextRef="#ctx0" brushRef="#br0" timeOffset="132558.34">20883 15034 214 0,'0'0'246'16,"-5"-7"-17"-16,5 7-26 0,0 0-17 0,0 0-6 16,0 0 18-16,0 0-6 0,0 0-2 0,0 24 0 15,4-9-5-15,0 2-7 0,-2 1-16 0,2-1-15 16,1 6-12-16,-1 3-12 0,-2-2-13 0,1-4-9 16,-2 3-10-16,1-3-9 0,0-1-33 0,-1-1-39 15,3-1-41-15,-2-1-54 0,-1-1-55 0,0-2-66 16,2-2-66-16,-3-2-173 0,0-9-482 0,1 20 214 15</inkml:trace>
  <inkml:trace contextRef="#ctx0" brushRef="#br0" timeOffset="133195.1">21764 15088 135 0,'0'-6'212'0,"-3"-3"-11"0,3 9-6 15,-5-15-7-15,1 11-11 0,-1-2-13 0,-1 3-12 16,6 3-11-16,-13 2-9 0,3 4 4 0,-1 1 3 16,-3 5-12-16,0 2-4 0,-6 8-8 0,3 0-1 15,1-2-10-15,3 3-6 0,1-1-11 0,5 2-1 16,3-8-7-16,1 5-8 0,5-2-5 0,1-1-1 16,8 4-5-16,0-6-3 0,2 0 2 0,9-1-5 15,3-2-4-15,2-2-4 0,2-5-2 0,1 1-2 16,0-4-5-16,1-1 0 0,0-2-1 0,-6-2-8 15,5-1 4-15,-3-2-5 0,-7 1 10 0,-3-3-12 16,-1 1 3-16,-2-4-2 0,-4 2 3 0,0-1-3 16,-3-1-6-16,-2-1-3 0,0-5 4 0,-3 2-8 15,-4-1-1-15,-3 0 2 0,-1-4-2 0,-4-4-3 16,-3 7 1-16,-4-5-2 0,-4 3-5 0,4 6-3 16,-1 0 3-16,-6 1-6 0,6 2-11 0,-1 2-14 15,1 2-26-15,-1 1-23 0,0 3-26 0,2 2-31 16,-1 2-24-16,0 1-42 0,4 0-35 0,-1 3-40 15,-1 1-183-15,7 1-497 0,3-4 220 0</inkml:trace>
  <inkml:trace contextRef="#ctx0" brushRef="#br0" timeOffset="133400.07">22173 15307 1980 0,'12'0'199'0,"2"-2"-71"0,-3 2-48 0,-4 0-23 16,1 0 2-16,-8 0-3 0,11 0 17 0,-11 0-8 15,8 0-4-15,-8 0 8 0,0 0 4 0,12-1-3 16,-12 1-1-16,0 0-4 0,0 0-7 0,0 0-6 16,5 5-7-16,-5-5-3 0,0 9-1 0,0-9-24 15,0 0-24-15,-2 12-28 0,2-12-28 0,0 7-32 16,0-7-34-16,2 10-20 0,-2-10-43 0,0 0-38 16,6 6-181-16,-6-6-443 0,0 0 196 0</inkml:trace>
  <inkml:trace contextRef="#ctx0" brushRef="#br0" timeOffset="133742.26">22625 15073 53 0,'0'0'237'0,"-3"-10"-18"0,3 10-18 0,0 0-15 0,0 0-5 16,0 0 6-16,0 0-4 0,0 0-23 0,0 0-11 15,-19 20-13-15,17-13-12 0,-2 5-10 16,4-3-3-16,-1 2-7 0,2 1-9 0,1-5-7 0,5 5-6 16,-1-3-5-16,6 4-4 0,2-2-6 0,1-2-6 15,3 1 0-15,0 0-7 0,1 0 0 0,2-1-6 16,-2-2-3-16,0 2-5 0,-1-1-4 16,-2 1-2-16,1 0-3 0,-4 0-2 0,-3-3-7 15,-2 1-1-15,-2-1-3 0,-2-1 0 0,-1 1 2 0,-2 1-2 16,-1-7 3-16,-8 12-2 0,2-5 0 0,-5 0-2 15,-4-1 8-15,-4 1-10 0,1-1-2 0,-4-3-15 16,4-1-14-16,-5 2-22 0,2-1-25 16,-7-3-35-16,6 1-41 0,1 2-33 0,1-5-53 0,3 0-26 15,3 0-176-15,4-3-464 0,1 0 206 0</inkml:trace>
  <inkml:trace contextRef="#ctx0" brushRef="#br0" timeOffset="133877.17">22822 15070 111 0,'13'-4'121'16,"4"0"-15"-16,1 0-2 0,-1 0-19 0,2 1-17 0,-1 2-33 15,-1-1-34-15,-1 2-30 0,3-1-72 0,-6 1-108 16,5 0 48-16</inkml:trace>
  <inkml:trace contextRef="#ctx0" brushRef="#br0" timeOffset="134359.51">23256 14957 33 0,'0'0'151'0,"4"-7"8"0,-4 7 1 16,0 0 4-16,4-5-4 0,-4 5 0 0,0 0-11 15,0 0 1-15,0 0-3 0,0 0-21 0,0 0 6 0,0 0-18 16,0 0-5-16,0 0-11 0,0 0-5 0,0 0-11 15,0 0-6-15,0 0-10 0,0 0-2 16,0 0-8-16,0 0-2 0,0 0-2 0,0 0-1 16,0 0-2-16,0 0 13 0,0 0-16 0,0 0 6 15,1-8-4-15,-1 8 3 0,0 0-6 0,0 0-5 0,0 0 2 16,0 0-2-16,0 0 0 0,0 0 2 0,0 0-3 16,0 0-3-16,0 0 5 0,0 0-3 15,0 0 0-15,0 0 2 0,0 0 1 0,0 0-2 16,0 0 6-16,0 0 6 0,0 0-1 0,0 0 8 15,0 0-2-15,0 0-3 0,0 0-1 0,0 0-1 16,0 0 1-16,0 0-9 0,0 0 0 0,0 0-20 0,0 0 5 16,0 0 0-16,0 0-6 0,0 0-3 0,0 0 1 15,8 24 3-15,-6-12 8 0,2 5-8 16,-1 1 7-16,1 0-1 0,-4 0 10 0,2 2-2 16,2 5 3-16,-3-6-6 0,1 1 2 0,-1-1-3 15,0 0 1-15,-1-1-7 0,0 0 0 0,0-2-1 0,-1 0-3 16,0-3-2-16,-1 3-3 0,2-3-4 0,-1 2 4 15,0-4-3-15,0 2-9 0,1-4-29 16,-2 1-42-16,2 0-33 0,0-1-43 0,0 0-45 16,-1-1-44-16,1-8-34 0,0 11-55 0,0-11-253 15,-4 5-619-15,4-5 275 0</inkml:trace>
  <inkml:trace contextRef="#ctx0" brushRef="#br0" timeOffset="134674.26">23571 15069 133 0,'18'-3'214'0,"1"0"-6"15,-3 3 0-15,-2 3-9 0,1-3-15 16,2 4-11-16,-3 3-6 0,-3 1-10 0,-1 0-7 16,-2 3-9-16,1 1-11 0,-7-1-9 0,1 2 0 15,-2 3-4-15,-2-1-4 0,-7 2-11 0,0-3-9 16,-3 1-6-16,-2 1-2 0,-1-5-7 0,-1 1 1 15,3 1-7-15,-2-3-1 0,4-2-8 0,2-1-5 0,2-3-4 16,1 0-13-16,0-1 0 0,2 4-4 16,3-7-4-16,0 0 2 0,4 13-1 0,7-9-5 15,7 1-5-15,12-2 1 0,5 0 0 0,18 0-5 16,3-1-9-16,0 0-2 0,6-2-17 0,-2 1-10 0,-7 0-34 16,-12 2-28-16,-4-2-33 0,-2 2-35 15,-8-2-37-15,-7-1-52 0,-7 1-43 0,-3 3-158 16,-10-4-473-16,4 4 211 0</inkml:trace>
  <inkml:trace contextRef="#ctx0" brushRef="#br0" timeOffset="135272.57">18687 16086 35 0,'-11'-2'202'0,"2"1"-4"0,3-3-5 0,-2 1-3 16,8 3-12-16,-11-4-7 0,5 2-13 0,6 2-14 0,-7-3-14 15,7 3-13-15,0 0-8 0,0 0 5 0,0 0-1 16,26-3 0-16,6 0-3 0,23-4-1 15,11-2-4-15,41 3 2 0,4-4-12 0,14 1 3 16,12-2-23-16,8 0 1 0,12-1-9 0,8 1-2 16,6 2-12-16,1 2-10 0,5-2 11 0,4-3-13 15,3 3-4-15,-1-2-4 0,-4-1-1 0,2 3-3 0,1-2-4 16,-3 0-6-16,-4 3 8 0,-1 0 5 0,-2 1 1 16,-2-1 2-16,-9 2 2 0,-2-2-2 15,-10 3 13-15,-10-1-1 0,-13 2 0 0,-7 0 1 16,-15 4 2-16,-13-2-5 0,-35 0-1 0,-17 3-5 15,-6-4-3-15,-4 3-3 0,-10 0-8 0,-6 0 1 16,0 0-5-16,-5-1 3 0,-1 1-3 0,-7 0 3 0,8-1-6 16,-8 1-12-16,0 0-25 0,0 0-20 15,-32 0-27-15,10 0-34 0,-8-1-29 0,-7 1-32 16,0 2-32-16,-2-1-34 0,-13 2-40 0,2 4-31 16,-4 0-159-16,-2 0-495 0,-4-2 219 0</inkml:trace>
  <inkml:trace contextRef="#ctx0" brushRef="#br0" timeOffset="135651.93">21080 16362 2866 0,'-26'-11'155'0,"6"4"-70"0,8 1-36 16,0 1-23-16,4-1-6 0,4 1-11 15,4 5 1-15,10-13-8 0,8 7 5 0,9-2 12 16,4 3 17-16,-1 2 0 0,2 1 3 0,-1 4-8 16,-5 5 3-16,-7 1-11 0,-4 2 1 0,-5 4 0 15,2 0 3-15,-2 2-7 0,-5 3 3 0,-4 0-5 16,-2 6-4-16,-4 1 1 0,-6-1-2 0,-2 2 7 16,-2-3-5-16,-5 0 2 0,-1-6-5 0,1 2 13 15,-3-4 8-15,-1-3-2 0,5 0 5 0,1-5 7 16,0 0 0-16,3-2 7 0,3-1 2 0,3 0-2 15,3-1-3-15,-2-2-10 0,8-2-1 0,-7 4 1 16,7-4-3-16,0 0-2 0,17 6-8 16,4-6 11-16,13-2-2 0,18-3-5 0,3 2-6 0,5-2-4 15,2 1-27-15,2-1-31 0,27-1-38 0,-31 0-43 16,-1 2-41-16,-3-3-36 0,-2 1-38 0,2-3-48 16,-1 0-39-16,-17 1-175 0,18-2-539 0,-3-4 239 15</inkml:trace>
  <inkml:trace contextRef="#ctx0" brushRef="#br0" timeOffset="136086.44">24137 15859 162 0,'0'0'263'0,"-9"-1"-10"15,9 1-15-15,0 0-12 0,-6-4-9 0,6 4-20 16,0 0-11-16,0 0-11 0,0 0-8 0,0 0-24 16,0 0-10-16,0 0-13 0,33-3-14 0,-13 3-13 15,2-1-7-15,0-1-11 0,6 4-31 0,-9-2-28 16,4-2-26-16,-5 2-31 0,0 0-32 0,-7 0-43 15,-1 2-27-15,1-2-29 0,-11 0-24 0,13 0-13 16,-13 0-115-16,5 0-350 0,-5 0 155 0</inkml:trace>
  <inkml:trace contextRef="#ctx0" brushRef="#br0" timeOffset="136217.71">24137 15935 30 0,'-14'4'124'0,"4"0"0"15,1-2-11-15,1 2 9 0,3 0 10 0,5-4 6 16,0 0-8-16,0 0-7 0,0 0-10 0,22 15-7 15,-1-12-11-15,10-2-10 0,0 3-39 0,1-3-42 16,3-1-58-16,1-4-51 0,-1 3-116 16,-2-1-240-16,1-3 106 0</inkml:trace>
  <inkml:trace contextRef="#ctx0" brushRef="#br0" timeOffset="137385.29">24910 15334 130 0,'0'0'202'0,"0"-14"-5"0,0 14-12 0,0 0-1 16,-5-11-17-16,5 11-8 0,0 0-9 0,-12-7-12 15,12 7-7-15,-13-2-7 0,13 2-7 0,-18 4-3 16,18-4-4-16,-25 8-7 0,14-2-8 0,-3 4-1 0,0 1-5 16,-2 3-3-16,1 1-6 0,1-3-6 0,-1 2-10 15,0 0-4-15,5-1-8 0,-1 3 3 16,3-2-3-16,2-3-8 0,-1 0-3 0,5 5 3 15,1-3-5-15,1-2-5 0,2 2 1 0,3-2-4 16,3 0-1-16,1-1-2 0,2-1-2 0,3 1 7 16,3-4-14-16,-3 0 5 0,5-4-8 0,-4 3 2 0,2-2-1 15,0-4 0-15,2 1 1 0,-6 0-6 16,1-4 1-16,-3 1 0 0,1 0 7 0,0-3-8 16,1-1 1-16,-4-1-3 0,0-1 3 0,0-2-9 15,-4-2 4-15,1 0 2 0,-4-3-2 0,0-1 1 16,-4-1-3-16,-2 1-3 0,0-1 12 0,-3 1-9 15,-2 0-5-15,-2-1 3 0,0 2-4 0,-2 1 5 16,0 2-6-16,0 2 1 0,2 3-8 0,2 1 0 16,0 2-13-16,-4 2-12 0,4 0-17 0,9 3-24 15,-19 6-27-15,9 1-32 0,10-7-36 0,-14 12-37 16,10-4-49-16,-3 7-187 0,4-4-480 0,3-11 213 16</inkml:trace>
  <inkml:trace contextRef="#ctx0" brushRef="#br0" timeOffset="137579.46">25102 15541 106 0,'0'0'243'0,"8"2"-8"0,-8-2-6 16,0 0-6-16,0 0-10 0,0 0-10 0,8 1-16 16,-8-1-14-16,0 0-15 0,0 0-17 0,0 0-14 15,0 0-15-15,0 0-12 0,0 0-27 0,0 0-31 16,0 0-34-16,0 0-44 0,-5 15-49 0,5-15-31 15,0 0-27-15,-6 7-34 0,6-7-159 0,0 0-364 16,0 0 161-16</inkml:trace>
  <inkml:trace contextRef="#ctx0" brushRef="#br0" timeOffset="137969.91">25605 15219 230 0,'0'0'240'0,"7"-8"-9"0,-7 8-8 16,3-7-16-16,-3 7-21 0,0 0-4 0,0 0-4 15,0 0 2-15,0 0-4 0,-36 22-3 0,15-3-17 16,-3 2-5-16,1 3-7 0,1-1-12 0,-1 3-13 16,3 0-6-16,2-2-12 0,-2 0-10 0,9 0-5 15,-3-3-15-15,5 4-1 0,-5-3-8 0,6-5-9 16,5 1 5-16,3 0-12 0,0-6 5 0,2 3-12 15,1-4-12-15,3 4 4 0,6-3-5 0,3-1 2 16,1-2-6-16,1-1 5 0,5-2-10 0,5 0 12 16,1-3-8-16,-7-1-5 0,9-4-7 0,-11 2 7 15,0-3-2-15,-2-2-5 0,1 1 1 0,-3-3 2 16,-5-1-4-16,-1-1-2 0,1-5 2 16,-2 5-5-16,-3-4 8 0,-1 2 0 0,-4-2-2 0,-4 3-15 15,-1-1-5-15,-9-1 8 0,1 2 0 0,-5 4-2 16,-3 3-9-16,-10 1-13 0,-3 2-15 0,-4 2-24 15,3 2-20-15,-1 5-34 0,0 0-33 0,4 2-45 16,5-1-54-16,0 1-33 0,7-3-190 0,6 2-514 16,1-4 227-16</inkml:trace>
  <inkml:trace contextRef="#ctx0" brushRef="#br0" timeOffset="138447.57">26115 15370 123 0,'4'-17'274'0,"1"8"-21"0,-5-4-14 0,0 3-16 15,0 10-15-15,-9-19-11 0,0 13-12 0,-2 1-14 16,-5 1-8-16,-2 4-10 0,-3 2-14 0,-7 0-12 16,1 5-12-16,6 0-9 0,-3 4-1 0,11-1-19 15,-3 1-8-15,7-1-10 0,2-1-4 16,1 2-11-16,6 1-4 0,0-1-4 0,2 0 0 15,6 3-6-15,4-4-4 0,4 0 0 0,-1-1-4 0,3-2-7 16,1 1 0-16,0-4 1 0,0-1-6 16,0-2 2-16,-5-1-1 0,1 0-5 0,-1-3-3 0,-1 0 1 15,0-4-3-15,-3 0 4 0,3 0 1 16,-3-2-11-16,-3 0 3 0,3-6-2 0,-2 0 4 16,-4 3-3-16,3-2 0 0,-3 1-1 0,-2 1 0 15,1 2 6-15,1 1 15 0,-4 9 7 0,2-13 5 0,-2 13 2 16,5-11-5-16,-5 11-2 0,0 0-10 0,5-8-1 15,-5 8-7-15,0 0 14 0,0 0-11 0,0 0 14 16,0 0 2-16,0 39 9 0,-2-20 4 16,-1 0-3-16,-2 5 1 0,3 0 0 0,-2 1-4 15,1-4 1-15,1 4 2 0,-2-6-7 0,0 7-7 0,1-2 4 16,-1-6-2-16,1 0-9 0,0-1-3 16,1 1 4-16,2 1-7 0,-4-3 1 0,4-4-26 15,2 1-26-15,-4 0-34 0,2-1-22 0,0 0-41 16,0-1-37-16,-2 0-25 0,2-11-42 0,0 15-55 15,-2-8-25-15,-1-2-204 0,3-5-561 0,-11 7 248 16</inkml:trace>
  <inkml:trace contextRef="#ctx0" brushRef="#br0" timeOffset="138772.56">26387 15393 138 0,'17'-4'216'0,"2"-2"1"0,-1 4-11 16,0 1-2-16,-6 4-9 0,-1 0-9 0,1 3-2 16,-2 0-10-16,-1 3-15 0,-3 2-5 0,1 0 0 15,0 4-13-15,-2 0-5 0,-5 1-17 0,-4-1-8 16,3 3-7-16,-8 0-10 0,0-1-7 0,-2 0-2 16,-7 2-4-16,3-7-7 0,-2 2 7 0,-1-3-3 15,1-1-14-15,-2 0 1 0,4-1-5 0,3-3-3 16,3-1-4-16,3-2-1 0,0 0-12 0,0 1-5 15,6-4-7-15,-6 7 6 0,6-7-1 0,0 0 4 16,9 12-8-16,4-6 3 0,8 0 0 0,8 0-5 16,5-1 6-16,2 0-10 0,1 2-14 0,18-1-25 15,-3-3-31-15,-15-3-38 0,1 3-25 0,-4 2-31 0,-1-4-52 16,-3 1-27-16,-8-1-35 0,-9 2-37 16,0-2-169-16,-7 1-498 0,-6-2 220 0</inkml:trace>
  <inkml:trace contextRef="#ctx0" brushRef="#br0" timeOffset="139148.19">25442 16071 22 0,'-13'0'265'0,"2"1"-12"0,5-1-14 0,6 0-7 16,0 0-7-16,0 0-10 0,0 0-5 0,36 7-13 16,-1-5-9-16,22 0 4 0,6 1-17 0,33-3-13 15,4 2-7-15,3-1-9 0,-11 4-12 0,16-5-13 16,-9 0-5-16,-5 1-10 0,-27 0-10 0,25-3-1 16,-31 3 1-16,-2 2 1 0,-1-3 1 0,-5-3 5 15,-16 0-1-15,-3 1 5 0,-13 1 3 0,0 0 8 16,-7-1 3-16,-1 2 2 0,-2-2 4 0,-2 2 1 15,-9 0 1-15,11-1-8 0,-11 1-14 0,5-7-8 16,-5 7-17-16,0 0-4 0,-5-10-11 0,5 10-5 16,-10-4-19-16,10 4-19 0,-12-6-19 0,7 3-21 15,5 3-29-15,-9-3-53 0,9 3-43 0,-8-5-58 16,8 5-62-16,0 0-70 0,-16-4-74 0,5 2-295 16,-1-2-757-16,1-1 335 0</inkml:trace>
  <inkml:trace contextRef="#ctx0" brushRef="#br0" timeOffset="182011.5">29949 9460 16 0,'0'0'45'0,"0"0"-15"0,0 0-10 16,0 0-16-16,0 0-24 0,0 0-21 0,0 0 10 16</inkml:trace>
  <inkml:trace contextRef="#ctx0" brushRef="#br0" timeOffset="182819.39">32359 9837 41 0,'0'0'83'0,"0"0"-15"16,0 0-22-16,0 0-22 0,0 0-14 0,0 0-19 15,0 0-36-15,0 0-47 0,0 0 22 0</inkml:trace>
  <inkml:trace contextRef="#ctx0" brushRef="#br0" timeOffset="183837.44">28283 11223 15 0,'0'0'85'0,"0"0"-13"0,0 0-12 0,0 0-17 15,0 0-14-15,0 0-12 0,0 0-15 0,0 0-33 16,0 0-18-16,0 0-53 0,24-8 24 0</inkml:trace>
  <inkml:trace contextRef="#ctx0" brushRef="#br0" timeOffset="185316.41">30818 9887 25 0,'-8'-6'35'0,"8"6"-4"15,0 0-1-15,-5-6-2 0,5 6-6 0,0 0-2 16,0 0 0-16,0 0-1 0,-5-6 1 0,5 6-4 16,0 0 2-16,0 0 2 0,-5-4-6 0,5 4 0 15,0 0 0-15,-6-4-10 0,6 4 6 0,-9-3-3 16,9 3 11-16,-12 0-1 0,6-2-7 0,6 2 8 16,-17-2-2-16,9 2 1 0,-2-2 3 0,-4 1-1 15,4 1 1-15,-3 0 7 0,-1 0-14 0,0-1 12 16,0 2-1-16,1-2-7 0,-1 1 2 0,1 0 12 15,-1 0-6-15,-2-1-1 0,2 1-4 0,1 0 9 16,-5-2 0-16,4 2-4 0,1 2 0 0,-5-2 13 16,5 1-14-16,1 0 3 0,-2-1-1 0,0 0-5 15,5 1 2-15,0-1 1 0,9 0-2 0,-13 2-7 16,13-2 5-16,-12 0-1 0,12 0 5 0,0 0 12 16,-9 0-18-16,9 0 0 0,0 0-5 0,-8 2 9 15,8-2-6-15,0 0-2 0,0 0 5 0,0 0-1 16,0 0 0-16,0 0 3 0,0 0 6 0,0 0-4 15,0 0-2-15,29 2 1 0,-15-2-4 0,7 0 1 16,9 3-5-16,3-3 3 0,3 0 1 0,4 4-2 16,16 0 0-16,1 4-5 0,2-4 1 0,8 5 1 0,25-2 2 15,-31 3-1-15,4-3-6 0,0-3 9 0,-1 4-8 16,-1-2 0-16,0-3-1 0,-3 4 1 0,-3-3 7 16,-3 0-3-16,-17-2-5 0,1-2 5 15,-5-1 3-15,-1 2-1 0,-5-2 10 0,-6 0 4 0,-2 0 9 16,-4-1-2-16,-3 1-1 0,-2-2-1 0,1 1-3 15,-2 0 3-15,-1 0 4 0,0 0 3 16,-8 2-2-16,9-2-3 0,-9 2 1 0,9-2-3 0,-9 2-2 16,6-5-3-16,-6 5-4 0,6-4 13 0,-6 4-5 15,0 0 1-15,0 0-7 0,5-4-6 0,-5 4 2 16,0 0-2-16,0 0-3 0,0 0-4 0,0 0-10 16,4-4-11-16,-4 4-12 0,0 0-14 0,0 0-17 15,0 0-16-15,0 0-17 0,0 0-16 0,0 0-26 16,0 0-21-16,0 0-12 0,0 0-14 0,0 0-98 15,0 0-292-15,0 0 130 0</inkml:trace>
  <inkml:trace contextRef="#ctx0" brushRef="#br0" timeOffset="185798.24">30808 9891 29 0,'0'0'114'0,"0"0"-13"15,0 0-9-15,0 0-3 0,11-11-11 16,-11 11-2-16,26-2-6 0,-11 2-3 0,15 0-2 16,0 0-3-16,5 2-8 0,2 0-3 0,1 2-6 15,2 1 0-15,10 1-2 0,-12-4-4 0,-1 3-2 16,1 0-3-16,1-1-9 0,11 1 6 0,-15-1-9 15,-1-2 1-15,-1 0-5 0,0 0 2 0,-2-1-2 16,-3 1-2-16,-6-4 4 0,-2 4 6 0,-2-1-1 0,-7-1 1 16,1-1-1-16,-3-1 4 0,0 2-9 0,-2-1 2 15,-7 1 3-15,12-4-4 0,-7 2-8 16,-5 2 0-16,9-4-7 0,-9 4-10 0,0 0-21 16,8-3-16-16,-8 3-15 0,0 0-14 0,0 0-9 0,0 0-7 15,0 0-10-15,0 0-13 0,0 0-70 16,0 0-193-16,-18-8 86 0</inkml:trace>
  <inkml:trace contextRef="#ctx0" brushRef="#br0" timeOffset="187433.41">31329 10051 120 0,'0'0'147'0,"0"0"-16"0,-6-3-11 15,6 3-2-15,0 0-13 0,-7-2-15 0,7 2 4 16,0 0-20-16,0 0-6 0,0 0-4 0,0 0-2 15,0 0-7-15,11 19-9 0,-4-10 13 0,1 0-12 16,3 4-7-16,5-1-4 0,0 0 2 0,6 4 0 16,1 0-8-16,0 1-2 0,3-3-5 0,-5 4 6 15,6-2 7-15,-4 0-3 0,0 0-5 0,-1-1-1 16,1-1-3-16,-4 3-1 0,-1-3-7 0,-1-3 0 16,1 1-1-16,-1-1 3 0,-1 0-5 0,-3-3 0 15,2 1 1-15,-5-1-7 0,2-1 11 0,-3-1-9 16,-3-2-5-16,0 1 0 0,1-2 1 0,-7-3 2 0,9 5 2 15,-9-5-2-15,5 5-5 0,-5-5 9 16,4 4-1-16,-4-4-3 0,0 0 4 0,5 3 0 16,-5-3-2-16,0 0 0 0,0 0-4 0,0 0 3 15,-10 9-2-15,1-3 5 0,-3-2-2 0,2 0-1 0,-2 2 2 16,-3 2-3-16,0-3 2 0,-1 4 0 16,1-1-2-16,-2-1-4 0,2 0 3 0,-2 2-14 0,6-2-26 15,-6 0-24-15,6-1-33 0,1-3-24 16,1 4-21-16,2-4-28 0,0 3-98 0,3-2-283 0,4-4 124 15</inkml:trace>
  <inkml:trace contextRef="#ctx0" brushRef="#br0" timeOffset="187621.58">31823 10343 23 0,'0'-17'219'0,"1"5"-19"16,-1 1-9-16,1-2 1 0,-1 2-9 0,0 1-13 15,1 1-11-15,-1 2-13 0,0 7-16 0,0-12-14 16,0 12-16-16,-1-10-34 0,1 10-40 0,0 0-42 16,3-7-17-16,-3 7-20 0,0 0-24 0,0 0-28 15,21 9-23-15,-12-2-124 0,4 4-272 0,1-1 120 16</inkml:trace>
  <inkml:trace contextRef="#ctx0" brushRef="#br0" timeOffset="187888.14">31771 10714 14 0,'-8'-5'200'15,"1"4"-2"-15,7 1-10 0,-9-7-16 0,9 7-13 16,0 0-19-16,0 0-11 0,0 0-11 0,35-1-17 16,-3 1-11-16,3 1-8 0,4 1-24 0,12 3-20 15,-14-3-29-15,-1 1-33 0,-2-1-10 0,-1 2-46 16,-3-1-11-16,-11-2-22 0,-1 1-113 0,-5-1-244 16,-1 1 107-16</inkml:trace>
  <inkml:trace contextRef="#ctx0" brushRef="#br0" timeOffset="188084.31">32064 10710 39 0,'0'0'124'0,"0"0"-10"0,0 0-13 15,0 0 10-15,-9 5 2 0,9-5 14 16,-1 7 10-16,1-7-8 0,-3 18-9 0,1-9-2 16,-1 4-11-16,1 0-3 0,0 3-12 0,0 0-11 0,1 0-3 15,-2 1-8-15,0 1-5 0,1 0-6 0,-3 0-5 16,1-2-17-16,0 1-24 0,-1 1-30 0,4-1-37 15,-1-6-30-15,2 2-24 0,-1 0-29 16,-1-1-129-16,0 0-288 0,4-2 128 0</inkml:trace>
  <inkml:trace contextRef="#ctx0" brushRef="#br0" timeOffset="188423.86">32344 10833 130 0,'4'-4'176'0,"-4"4"-6"0,0 0 2 0,0 0-8 15,6 12-12-15,-6-12-4 0,-2 16-8 0,2-5-19 16,-2 0-9-16,4 5-9 0,-2-4-10 0,-2 3-11 16,4-2 2-16,1 2-14 0,1 0-5 0,-1-3-7 15,-1-2-4-15,3 3-3 0,2-3-3 0,-1 1-2 16,4-3-1-16,-3 0-1 0,4 0-2 0,1-3-4 15,-2-2 6-15,2-1-9 0,0-2 6 0,0 0-2 16,1-2 4-16,-2-5-4 0,-1 3-1 0,2-3-3 16,-1-6-1-16,-3 4-3 0,2-5-3 0,-1 0-5 15,-1-3 0-15,-2 2-6 0,2-1-3 0,-4-1 2 16,0 1-5-16,-3-2-15 0,0 0-3 0,-1 5-8 16,1 1-19-16,1 2-11 0,-1-1-11 0,-1 3-25 15,1-1-31-15,-1 9-29 0,0-11-52 0,0 11-180 16,0-8-402-16,0 8 178 0</inkml:trace>
  <inkml:trace contextRef="#ctx0" brushRef="#br0" timeOffset="188613.13">32859 10785 5 0,'0'0'190'0,"0"0"-13"0,0 0-16 0,37-20-10 16,-37 20-16-16,35-10-13 0,-35 10-8 0,45-8-20 15,-45 8-8-15,49-3-17 0,-49 3-32 0,37-2-23 16,-37 2-30-16,0 0-29 0,40-5-17 0,-40 5-12 16,0 0-6-16,0 0-5 0,0 0-11 0,36-1-54 15,-36 1-162-15,0 0 72 0</inkml:trace>
  <inkml:trace contextRef="#ctx0" brushRef="#br0" timeOffset="188783.91">33141 10729 204 0,'0'0'5'16,"0"0"14"-16,0 0 0 0,0 0 7 0,0 0 0 0,0 0 1 15,-102 3 9-15,102-3 14 0,0 0-1 16,-33 13-8-16,33-13 6 0,0 0 20 0,-26 19 18 15,26-19 15-15,-15 19-3 0,15-19-2 0,-15 28 7 16,15-28 0-16,-16 30-12 0,16-30-5 0,-11 28-2 16,11-28-6-16,-10 28-10 0,10-28-2 0,-10 32-10 0,10-32-10 15,-7 26 4-15,7-26-2 0,0 0-18 0,-5 37-23 16,5-37-15-16,0 0-22 0,-10 34-28 0,10-34-30 16,0 0-25-16,-10 30-13 0,10-30-118 15,0 0-264-15,0 0 117 0</inkml:trace>
  <inkml:trace contextRef="#ctx0" brushRef="#br0" timeOffset="188925.67">32945 10965 78 0,'0'0'59'0,"0"0"-20"15,56-9-25-15,-56 9-30 0,37-6-13 16,-37 6-32-16,37-5 14 0</inkml:trace>
  <inkml:trace contextRef="#ctx0" brushRef="#br0" timeOffset="189199.92">33239 10910 51 0,'0'0'162'0,"0"0"-22"0,0 0-8 15,0 0-6-15,0 0 6 0,0 0-10 0,0 0 3 0,-45 55-5 16,45-55-10-16,0 0-8 0,0 0-1 0,0 0 21 15,0 0-15-15,25 38-3 0,-25-38-7 16,0 0-10-16,37 15-4 0,-37-15-7 16,0 0-7-16,37 1-5 0,-37-1-2 0,0 0-4 0,0 0-3 15,0 0 0-15,50-23-7 0,-50 23-5 0,0 0 0 0,13-25-5 16,-13 25-6-16,0 0-2 0,0-35-5 16,0 35-6-16,0 0-6 0,0 0-2 0,-22-43-18 15,22 43-14-15,0 0-14 0,-23-22-17 0,23 22-15 16,0 0-20-16,0 0-23 0,-30-9-37 0,30 9-14 15,0 0-16-15,0 0-12 0,0 0-97 0,0 0-308 0,0 0 136 16</inkml:trace>
  <inkml:trace contextRef="#ctx0" brushRef="#br0" timeOffset="189437.33">33618 10849 61 0,'0'0'215'0,"0"0"-5"0,0 0-7 16,0 0-3-16,0 0-13 0,0 0-18 0,12-42-17 0,-12 42-12 15,0 0-19-15,0 0-10 0,0 0-4 0,0 0 0 16,0 0-4-16,0 0-2 0,0 0-6 16,0 0-5-16,0 0-13 0,-38 92 1 0,31-68-6 15,7-24 2-15,-13 48-5 0,13-48-8 16,-6 38-15-16,6-38 1 0,-8 37 1 0,8-37-4 0,-8 37-8 0,8-37-1 16,-1 34-7-16,1-34-18 0,0 0-29 15,-1 36-29-15,1-36-24 0,0 0-44 0,-7 33-37 16,7-33-36-16,0 0-39 0,0 0-151 0,-20 19-410 15,20-19 181-15</inkml:trace>
  <inkml:trace contextRef="#ctx0" brushRef="#br0" timeOffset="189578.11">33471 11067 2 0,'0'0'209'0,"0"0"-23"0,0 0-15 15,0 0-19-15,29-28-11 0,-29 28-16 0,0 0-10 16,36 0-15-16,-36 0-14 0,0 0-33 0,0 0-42 15,0 0-55-15,60 12-49 0,-60-12-110 0,0 0-219 16,0 0 97-16</inkml:trace>
  <inkml:trace contextRef="#ctx0" brushRef="#br0" timeOffset="189907.81">32101 11392 153 0,'3'-5'204'0,"3"1"-15"0,-6 4-4 15,0 0-10-15,0 0-12 0,18 11-8 0,-15-2-8 16,-2-2-15-16,0 5 0 0,2 5-13 16,-3 2-8-16,-5 6-9 0,-2 0-12 0,1 0-10 0,-2 1-8 15,-1-3-4-15,3-4-9 0,-2 6-13 0,3-6-17 16,-4-2-20-16,4-1-28 0,0-3-26 16,1 1-37-16,3-5-38 0,-3 1-39 0,2-2-174 15,-1-4-360-15,-2 1 159 0</inkml:trace>
  <inkml:trace contextRef="#ctx0" brushRef="#br0" timeOffset="190219.34">32079 11553 38 0,'0'0'140'0,"30"-5"-15"0,-16 3-10 0,7 2-12 15,6 0-15-15,0 0 1 0,-5 0-3 0,0-3-21 16,-3 3-5-16,-3 2-5 0,4-2-13 0,-8 0-6 15,2-2-9-15,-2-1-1 0,1 0-4 0,-2-1 1 16,-1-2 3-16,0 0-2 0,-2-1-1 16,-1-2 2-16,0 0 10 0,-1 1 8 0,-3 1 9 15,2-1 9-15,1 2 7 0,-4-1 3 0,-1 0 5 0,-1 7 0 16,3-10-3-16,-3 10-11 0,1-7-3 0,-1 7-8 16,0 0 7-16,0 0 2 0,0 0 5 0,-10 18 0 15,4-8-6-15,-1-1 0 0,-3 5-9 16,2 4-5-16,1 0-2 0,-5 4-6 0,4-3-4 0,-2 3-5 15,4-3-30-15,-3 4-33 0,4-5-38 0,2 0-39 16,-1-1-34-16,2-1-35 0,-2 0-156 0,2-5-364 16,0 0 162-16</inkml:trace>
  <inkml:trace contextRef="#ctx0" brushRef="#br0" timeOffset="190374.1">32431 11639 8 0,'1'-9'208'0,"-1"9"-14"0,3-5-19 16,-3 5-17-16,0 0-16 0,0 0-16 0,1-11-28 16,-1 11-33-16,0 0-26 0,0 0-34 0,0 0-44 15,0 0-35-15,0 0-32 0,6 18-61 0,1-13-180 16,-2-2 80-16</inkml:trace>
  <inkml:trace contextRef="#ctx0" brushRef="#br0" timeOffset="190809.28">32658 11550 112 0,'0'0'191'0,"2"-4"-19"0,-2 4-3 0,0 0-5 15,0 0-1-15,0 0-10 0,0 0-10 0,0 0-11 16,-11 26-8-16,9-16-6 0,-1 2-9 0,1-2-11 16,-1 1-8-16,3 0-7 0,0 5-7 0,1-3-6 15,1-3-10-15,3 1-3 0,1 3-4 0,-2-7-6 16,4 3-2-16,-8-10-5 0,0 0-6 0,0 0-1 15,0 0-3-15,44 23-4 0,-44-23-1 0,0 0-1 0,0 0-5 16,0 0 4-16,40-3-12 0,-40 3-8 16,0 0-3-16,0 0-3 0,0 0-2 0,36-28-4 15,-36 28-3-15,0 0 1 0,15-26-6 0,-15 26 2 0,0 0 0 16,0 0 1-16,12-23-4 0,-12 23 5 16,0 0 2-16,0 0-4 0,0 0 5 0,0 0 1 15,0 0 2-15,0 0-1 0,0 0 3 0,0 0-1 16,0 0 1-16,0 0 2 0,0 0-3 0,0 0 4 15,0 0-1-15,0 0 3 0,14 72 0 0,-14-72-1 0,0 0-1 16,33 10 2-16,-33-10 5 0,0 0 4 0,51-9 5 16,-51 9 4-16,0 0 3 0,40-20 7 0,-40 20-2 15,18-17-1-15,-18 17-3 0,15-22 0 0,-15 22-4 16,13-25-1-16,-13 25-7 0,0 0-6 16,1-45-17-16,-1 45-9 0,0 0-26 0,0 0-18 0,-14-48-21 15,14 48-27-15,0 0-22 0,-17-24-41 0,17 24-20 16,0 0-112-16,0 0-334 0,0 0 147 15</inkml:trace>
  <inkml:trace contextRef="#ctx0" brushRef="#br0" timeOffset="190955.1">33068 11663 71 0,'0'0'143'0,"0"0"-15"0,0 0-20 0,0 0-44 0,0 0-21 15,0 0-43-15,0 0-42 0,0 0-45 0,0 0-92 16,0 0 41-16</inkml:trace>
  <inkml:trace contextRef="#ctx0" brushRef="#br0" timeOffset="191180.66">33259 11573 157 0,'0'0'206'0,"0"0"-23"0,0 0-15 0,0 0-4 0,0 0-1 16,0 0-3-16,0 0-6 0,0 0 19 16,0 0-10-16,0 0-16 0,0 0-9 0,0 0-10 0,-12 98-17 15,12-98-12-15,-14 42-5 0,9-23-8 0,5-19-12 16,-10 33-4-16,10-33-10 0,-9 28-7 16,9-28-15-16,0 0-26 0,-8 38-29 0,8-38-23 15,0 0-37-15,-7 29-34 0,7-29-38 0,0 0-19 16,0 0-30-16,0 0-143 0,-14 22-368 0,14-22 163 0</inkml:trace>
  <inkml:trace contextRef="#ctx0" brushRef="#br0" timeOffset="191437.12">33328 11554 155 0,'29'-23'209'0,"-29"23"-6"0,23-17-12 0,-23 17-15 15,0 0-14-15,0 0-5 0,27-7-14 0,-27 7-6 16,0 0-5-16,0 0-15 0,0 0-12 0,0 0-10 15,0 0-9-15,36 34-11 0,-36-34 0 16,0 0-10-16,0 0-3 0,-10 48-10 0,10-48-5 16,0 0-3-16,-26 39-5 0,26-39-7 0,-16 17 1 15,16-17-7-15,0 0-3 0,0 0 5 0,-21 22-8 0,21-22-1 16,0 0-4-16,0 0 1 0,0 0-5 0,0 0 4 16,-6 28-1-16,6-28 0 0,0 0-3 15,0 0-3-15,0 0 0 0,42 38-28 0,-27-26-28 16,-15-12-41-16,36 17-63 0,-36-17-53 0,38 15-180 15,-38-15-416-15,37 10 185 0</inkml:trace>
  <inkml:trace contextRef="#ctx0" brushRef="#br0" timeOffset="191595.67">33645 11848 234 0,'0'0'262'16,"0"0"-1"-16,0 0 6 0,0 0 2 0,0 0-5 15,0 0-12-15,0 0-26 0,0 0-20 0,0 0-13 16,0 0-28-16,0 0-8 0,0 0-29 0,0 0-45 0,0 0-43 15,0 0-56-15,0 0-65 0,0 0-64 0,0 0-61 16,0 0-221-16,0 0-462 0,0 0 204 16</inkml:trace>
  <inkml:trace contextRef="#ctx0" brushRef="#br0" timeOffset="193845.12">31042 11505 33 0,'0'0'52'0,"0"0"-4"0,0 0 2 16,0 0-9-16,0 0-4 0,7-2-3 0,-7 2-13 16,0 0-5-16,0 0-1 0,0 0-8 0,0 0 4 15,0 0-2-15,0 0-2 0,0 0 0 0,0 0 3 16,0 0-4-16,0 0 8 0,0 0-5 0,0 0-1 15,0 0-10-15,0 0 8 0,0 0-5 0,0 0-8 16,0 0-13-16,0 0-5 0,0 0-40 0,0 0-71 16,0 0 32-16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1T07:25:53.2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18762 10139 16 0,'0'0'40'16,"0"0"-6"-16,0 0-9 0,0 0-11 0,0 0-8 15,0 0-29-15,5 3-24 0,-5-3 11 0</inkml:trace>
  <inkml:trace contextRef="#ctx0" brushRef="#br0" timeOffset="2751.7">23232 10013 6 0,'0'0'35'0,"0"0"-5"0,0 0-4 16,0 0 0-16,0 0-3 0,0 0-1 0,0 0 4 16,0 0-14-16,0 0-3 0,0 0-11 0,15-3-9 15,-15 3-5-15,0 0-15 0,7 4-35 0,-7-4 16 16</inkml:trace>
  <inkml:trace contextRef="#ctx0" brushRef="#br0" timeOffset="3963.46">27057 9964 7 0,'0'0'57'0,"0"0"-2"0,0 0-12 0,0 0 6 16,0 0-13-16,0 0 3 0,0 0-10 0,0 0-1 16,0 0 1-16,0 0-8 0,0 0 2 0,0 0 2 0,0 0-4 15,0 0-8-15,0 0-1 0,0 0 2 0,0 0-2 16,0 0-8-16,0 0 4 0,0 0-2 0,0 0-3 16,0 0 3-16,0 0 3 0,0 0-5 0,0 0-2 15,0 0 4-15,0 0-2 0,0 0 0 0,0 0-5 16,0 0 8-16,0 0-5 0,0 0-7 0,0 0 10 15,0 0 0-15,0 0-2 0,0 0-8 0,0 0 4 16,0 0 2-16,0 0 7 0,0 0-2 0,0 0-7 16,0 0 8-16,0 0-4 0,0 0-1 0,0 0-7 15,0 0 10-15,0 0-10 0,0 0 7 0,0 0-6 16,0 0-2-16,0 0 8 0,4 5 0 0,-4-5 1 16,0 0-3-16,0 0 0 0,0 0-4 0,0 0 0 15,0 0-4-15,0 0 7 0,0 0 0 0,0 0-3 16,0 0 2-16,0 0 6 0,0 0-4 0,0 0 1 15,0 0 0-15,0 0-2 0,0 0-2 0,0 0-3 16,0 0 4-16,0 0 7 0,0 0-2 0,0 0-2 16,0 0 5-16,0 0-14 0,0 0 3 0,0 0 10 15,0 0-10-15,0 0 7 0,0 0-7 0,0 0 6 16,0 0-5-16,0 0 1 0,0 0-2 0,0 0-3 0,0 0 4 16,0 0 2-16,0 0-9 0,0 0 2 0,0 0 6 15,0 0 3-15,0 0-5 0,0 0 3 0,0 0-2 16,0 0-8-16,0 0 6 0,0 0-6 0,0 0 7 15,0 0-3-15,7-10 3 0,-7 10-2 0,0 0-5 16,0 0 3-16,0 0-3 0,0 0 0 0,4-6-3 16,-4 6-5-16,0 0 5 0,0 0-9 0,0 0 4 15,8-2 1-15,-8 2-4 0,0 0 1 0,0 0-21 16,0 0-44-16,0 0 20 0</inkml:trace>
  <inkml:trace contextRef="#ctx0" brushRef="#br0" timeOffset="6566.18">28271 11051 39 0,'0'0'40'0,"0"0"-1"0,0 0-15 0,0 0-5 0,0 0-12 16,0 0-11-16,0 0-24 0,0 0-29 0,0 0 12 15</inkml:trace>
  <inkml:trace contextRef="#ctx0" brushRef="#br0" timeOffset="6853.93">29036 11058 53 0,'0'0'53'0,"0"0"-3"0,0 0-12 0,0 0-16 16,0 0-3-16,0 0-17 0,0 0-6 0,0 0-36 16,0 0-41-16,0 0 19 0</inkml:trace>
  <inkml:trace contextRef="#ctx0" brushRef="#br0" timeOffset="9754.7">31115 9655 22 0,'0'0'14'15,"0"0"-16"-15,0 0-4 0,0 0-6 0,0 0 3 16</inkml:trace>
  <inkml:trace contextRef="#ctx0" brushRef="#br0" timeOffset="23351.13">20621 13734 33 0,'0'0'60'0,"0"0"-12"0,0 0-2 16,0 0-1-16,0 0-12 0,0 0-2 0,0 0 8 16,0 0-7-16,0 0 3 0,0 0-10 0,0 0 6 15,0 0-11-15,0 0 1 0,0 0 0 0,0 0-2 16,0 0 1-16,0 0 0 0,0 0 6 0,0 0-4 16,0 0 5-16,0 0 4 0,0 0-24 0,0 0 14 15,0 0 4-15,0 0-12 0,0 0 8 0,0 0-7 16,0 0 4-16,0 0 5 0,0 0-2 0,0 0-11 15,0 0-1-15,0 0 1 0,0 0-1 0,0 0 3 16,0 0-8-16,0 0 4 0,0 0-1 0,0 0-2 16,0 0 5-16,0 0-4 0,0 0 2 0,0 0-6 15,0 0 1-15,0 0-10 0,0 0-10 0,0 0-13 16,0 0-8-16,0 0-18 0,0 0-79 0,0 0-144 16,0 0 64-16</inkml:trace>
  <inkml:trace contextRef="#ctx0" brushRef="#br0" timeOffset="24020.08">24013 13430 76 0,'0'0'77'0,"0"0"-2"0,4-9-12 15,-4 9-13-15,0 0 0 0,0 0-22 0,0 0-20 16,0 0-24-16,0 0-53 0,0 0-74 0,0 0 32 15</inkml:trace>
  <inkml:trace contextRef="#ctx0" brushRef="#br0" timeOffset="24413.46">25290 12953 58 0,'0'0'95'0,"0"0"-12"0,0 0 17 0,7-3-15 16,-7 3-8-16,0 0-13 0,0 0-4 0,0 0 1 0,0 0-19 16,0 0 0-16,0 0-4 0,0 0-2 15,0 0 0-15,0 0-7 0,0 0 2 0,0 0-6 16,0 0 2-16,0 0-3 0,0 0 1 0,0 0-2 16,0 0-7-16,0 0-2 0,0 0-7 0,0 0-5 0,0 0 0 15,0 0-4-15,0 0-17 0,0 0-13 0,0 0-12 16,0 0-15-16,0 0-27 0,-18 16-58 15,7-13-155-15,5-3 69 0</inkml:trace>
  <inkml:trace contextRef="#ctx0" brushRef="#br0" timeOffset="25685.99">21762 14707 36 0,'0'0'89'16,"0"0"-11"-16,0 0-13 0,0 0 4 0,0 0-16 15,0 0-4-15,0 0-3 0,0 0-6 0,0 0-3 16,0 0-5-16,0 0-1 0,0 0-4 0,0 0-5 16,0 0 6-16,0 0-6 0,0 0-3 0,0 0-4 15,0 0 5-15,0 0-3 0,0 0 4 0,0 0-14 16,0 0 3-16,0 0-4 0,0 0-1 0,0 0-2 15,0 0 7-15,0 0-6 0,0 0-1 0,0 0 3 16,0 0-4-16,0 0 1 0,0 0 1 0,0 0-1 16,0 0-2-16,0 0-3 0,0 0 12 0,0 0-6 15,0 0 1-15,0 0-4 0,0 0-1 0,0 0 0 16,0 0 4-16,0 0 0 0,0 0-3 0,0 0 1 16,0 0-2-16,0 0-1 0,0 0 6 0,0 0-9 15,0 0 2-15,0 0 0 0,0 0 14 0,8-2-16 16,-8 2 0-16,0 0 3 0,0 0-3 0,0 0-1 15,0 0-1-15,0 0-8 0,0 0-6 0,0 0-7 16,0 0-4-16,0 0-9 0,0 0-7 0,0 0-17 16,0 0-46-16,0 0-117 0,0 0 53 0</inkml:trace>
  <inkml:trace contextRef="#ctx0" brushRef="#br0" timeOffset="27029.98">19008 15498 49 0,'0'0'55'0,"0"0"-7"0,0 0 2 16,0 0-9-16,0 0 3 0,0 0-12 0,0 0-3 15,0 0-8-15,0 0-4 0,0 0-9 0,0 0-5 16,0 0-13-16,0 0-7 0,0 0 0 0,0 0-10 15,0 0-28-15,-7 17-59 0,7-17 27 0</inkml:trace>
  <inkml:trace contextRef="#ctx0" brushRef="#br0" timeOffset="35549.83">23662 15670 51 0,'0'0'112'0,"0"0"-5"0,0 0 2 15,0 0-5-15,0 0-6 0,0 0-14 0,0 0-15 16,2-11 1-16,-2 11-13 0,0 0 2 0,0 0-18 16,0 0 8-16,0 0-9 0,0 0-6 0,0 0-3 15,0 0-9-15,0 0-3 0,0 0 10 16,0 0-9-16,0 0-1 0,0 0-7 0,0 0 2 0,0 0-3 16,0 0-3-16,0 0-2 0,0 0 6 0,0 0-24 15,0 0-1-15,0 0 4 0,0 0-8 0,0 0-2 16,0 0-4-16,0 0-7 0,0 0-5 0,0 0-8 15,0 0 4-15,0 0-17 0,0 0-14 16,0 0-7-16,0 0-64 0,0 0-153 0,0 0 68 16</inkml:trace>
  <inkml:trace contextRef="#ctx0" brushRef="#br0" timeOffset="36372.41">21440 16751 42 0,'0'0'44'16,"0"0"2"-16,0 0-7 0,0 0-11 0,9 7-4 16,-9-7-12-16,0 0-6 0,0 0-17 0,0 0-28 15,0 9-42-15,0-9 20 0</inkml:trace>
  <inkml:trace contextRef="#ctx0" brushRef="#br0" timeOffset="41753.05">25110 16127 77 0,'0'0'125'0,"0"0"-7"15,0 0-7-15,0 0-8 0,1-6-15 0,-1 6-1 16,0 0-12-16,0 0-12 0,0 0 2 0,0 0-6 16,-11-8 7-16,11 8-5 0,0 0-6 0,-11-1-6 15,11 1-1-15,-16 1-7 0,16-1-1 0,-14 2 6 16,14-2-4-16,-15 1 0 0,10 0-7 0,5-1-5 15,-15 0-2-15,7 1-8 0,8-1 5 0,-14 1 11 16,9-1 4-16,5 0 2 0,-14 2 0 0,14-2-2 16,-9 0-4-16,9 0 3 0,-9 1-2 15,9-1 1-15,0 0 0 0,-10 0-1 0,10 0 0 16,0 0 2-16,0 0-2 0,0 0 5 0,-8 2-5 0,8-2 12 16,0 0-3-16,0 0-6 0,0 0-5 0,0 0-4 15,0 0-7-15,0 0-2 0,0 0-5 0,0 0-3 16,23-12-2-16,-6 7 2 0,3-2-3 0,10-1-3 15,3-1 1-15,1 1 1 0,0-1-3 16,4 4-1-16,14-2-1 0,6 0 0 0,-2-2-2 0,-1 4 6 16,-2-1-4-16,3-3 4 0,-6 3 2 0,6 0 6 15,0-1 15-15,-4-2-8 0,0 4 27 0,-4 3-1 16,-10-1 0-16,-3-1 2 0,3 0-10 16,-6 2 5-16,1-1 1 0,-2 2 7 0,-8-2-1 0,-5-1-4 15,4 2 6-15,-5 1 6 0,-2 1 0 0,-3-2 3 16,-1 2-1-16,-1 0-5 0,-10 0 6 0,12-1 3 15,-12 1-23-15,9-2 25 0,-9 2-16 0,0 0-6 16,11-1-3-16,-11 1-1 0,0 0-1 0,9-1-8 16,-9 1-2-16,0 0 0 0,0 0-3 15,0 0-11-15,0 0 6 0,0 0-12 0,0 0-1 16,0 0-30-16,0 0-26 0,0 0-20 0,0 0-27 0,0 0-30 16,0 0-35-16,0 0-30 0,0 0-41 0,0 0-32 15,0 0-17-15,0 0-191 0,0 0-505 0,0 0 223 16</inkml:trace>
  <inkml:trace contextRef="#ctx0" brushRef="#br0" timeOffset="42161.48">26831 15263 112 0,'0'0'172'0,"0"0"-7"0,0 0 1 15,0 0-10-15,0 0-5 0,0 0-9 0,0 0-7 16,0 0 0-16,0 0-8 0,0 0-11 0,0 0-13 16,0 0-10-16,-10 21-8 0,10-21-13 0,0 0-3 15,0 0-3-15,-1 9-3 0,1-9 7 0,0 0 0 16,0 0 1-16,0 0-2 0,0 0-7 0,0 0-3 16,0 0-8-16,0 0-5 0,32-12-6 0,-11 4-3 15,5-7-6-15,3 4-20 0,8-6-26 0,9-4-28 0,2-2-27 16,-1 0-66-16,5-3-59 0,-6 0-186 15,6-5-413-15,22-15 182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6T04:32:11.8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6478 3510 22 0,'0'0'70'0,"0"0"-8"0,0 0 15 16,0 0-16-16,0 0-1 0,0 0 3 0,0 0-7 0,0 0 3 16,0 0 2-16,0 0-5 0,0 0 15 0,0 0-18 15,0 0 7-15,0 0-7 0,0 0 1 16,0 0-2-16,0 0-7 0,0 0-2 0,0 0-8 16,0 0-3-16,0 0-9 0,0 0 1 0,0 0-1 0,0 0 10 15,0 0-18-15,0 0-3 0,0 0 3 16,0 0-1-16,0 0-6 0,0 0 1 0,0 0 4 0,0 0-4 15,0 0 2-15,0 0-7 0,0 0-1 0,0 0 7 16,0 0-7-16,0 0 3 0,0 0-12 16,0 0 14-16,0 0-1 0,0 0-9 0,0 0 4 15,0 0 0-15,0 0 12 0,0 0-17 0,0 0 5 16,0 0 15-16,0 0-19 0,0 0-1 0,0 0 1 16,0 0 4-16,0 0 4 0,0 0-4 0,0 0-2 15,0 0-4-15,0 0 5 0,0 0-2 0,0 0-4 0,0 0 20 16,0 0-21-16,0 0 3 0,0 0-5 15,0 0 8-15,0 0-6 0,0 0 7 0,0 0 1 16,0 0-2-16,0 0 2 0,0 0 2 0,0 0-1 16,0 0 8-16,0 0 0 0,0 0 9 0,0 0-5 15,0 0 7-15,0 0 4 0,0 0-5 0,0 0 6 0,0 0-3 16,0 0 4-16,0 0-10 0,0 0 4 16,0 0 0-16,0 0-2 0,0 0 11 0,0 0-12 15,0 0 1-15,0 0-1 0,0 0 2 0,0 0-1 16,0 0-2-16,0 0-4 0,0 0 0 0,0 0-7 15,0 0 4-15,0 0-2 0,0 0-6 0,6 7 3 16,2-7 2-16,-8 0-3 0,18 0 0 0,0 0 2 16,3 0-2-16,10 0 1 0,1-2-1 0,4 1 1 15,-2 1-2-15,3-3 0 0,-2 3-1 0,-3-2 1 16,1-1-4-16,-4 3 3 0,2 0 0 0,-2 0 0 16,0 0 0-16,-9-1-1 0,2 0 3 0,-3 1-6 15,-4 0-1-15,-2 1-1 0,1-2-5 0,-4 2-7 16,-2 0-19-16,0-1-10 0,-8 0-19 0,15 0-18 15,-15 0-7-15,9 1-4 0,-9-1-15 0,0 0-25 16,5 3-90-16,-5-3-240 0,0 0 107 0</inkml:trace>
  <inkml:trace contextRef="#ctx0" brushRef="#br0" timeOffset="3579.29">6525 3546 27 0,'0'0'88'0,"-6"-3"2"0,6 3-4 0,0 0-3 16,0 0-1-16,0 0 2 0,0 0-11 0,-8-6 1 15,8 6-2-15,0 0 2 0,0 0-3 16,0 0 2-16,0 0-8 0,-4-4 8 0,4 4 0 16,0 0-3-16,0 0 0 0,0 0-9 0,-5-5-4 15,5 5 4-15,0 0-2 0,0 0 3 0,-5-5-1 16,5 5-5-16,0 0 0 0,0 0-3 0,0 0 2 0,0 0-11 15,0 0 4-15,0 0-10 0,0 0 0 16,0 0-6-16,0 0-2 0,0 0-4 0,0 0-6 16,0 0-5-16,0 0-1 0,0 0 0 0,0 0-4 15,0 0-4-15,0 0 3 0,4 24 0 0,-3-11 0 16,0 2-4-16,-1 5 1 0,3 5 0 0,-2 1-2 16,-1 3 4-16,-1 0 0 0,1 2 4 0,-1-3-6 0,2 2 3 15,-1 0-2-15,0-3 1 0,0-2 4 16,0 1-7-16,-1-6-1 0,1-3 1 0,0 0 6 15,-3 0-7-15,4-2 4 0,-3-3-1 0,2 2-3 16,1-6 1-16,-1 4 1 0,0-4-1 0,0 0 0 16,-1 0-1-16,-1 1 0 0,2-9 0 0,-2 12 2 15,2-12-3-15,0 10 7 0,0-10-8 0,1 8-6 16,-1-8-15-16,0 8-16 0,0-8-6 0,0 0-18 16,0 0-35-16,0 0-29 0,0 0-33 0,-6 5-34 15,6-5-101-15,0 0-314 0,0 0 138 0</inkml:trace>
  <inkml:trace contextRef="#ctx0" brushRef="#br0" timeOffset="3736.95">6508 3903 9 0,'20'-2'97'16,"8"-1"-9"-16,0 0-23 0,1-3-23 0,2 4-43 15,-2-6-9-15,4 2-39 0,-2 2-52 0,-3-2 24 16</inkml:trace>
  <inkml:trace contextRef="#ctx0" brushRef="#br0" timeOffset="4646.09">7045 3755 123 0,'0'0'138'0,"0"0"-6"0,0 0-13 0,0 0 6 16,0 0 6-16,0 0-11 0,0 0 0 0,3 20-9 16,-1-10-2-16,-2 0-9 0,2 2-6 0,0 0-6 15,-2 3-6-15,3-3-5 0,1-2-7 0,-1 3-6 16,4-1-4-16,-1 2-6 0,0-3-6 0,2 0-4 16,1-4-7-16,0-1 2 0,0 1-2 0,1-2-5 15,2-1-2-15,1-3 0 0,-1 3-6 0,-2-2 1 16,2-2-1-16,6-2-1 0,-7 0 0 0,2-1-4 15,-1-1-3-15,-1-2-2 0,2-2-1 0,-4 0-2 16,0-2 0-16,0-4 5 0,-3 5-9 0,3-8 1 16,-5 0 1-16,4 1 1 0,-6-1-3 0,-1 2 2 15,2 1 0-15,-2 1 13 0,-1-3-11 16,2 1 3-16,-4 3 0 0,1 0-1 0,0 3 4 0,2-1 8 16,-1 10-1-16,-1-13 2 0,1 13 1 0,-2-9-6 15,2 9-4-15,0 0-6 0,-2-7-2 0,2 7 0 16,0 0 1-16,0 0-9 0,0 0 6 15,0 0-4-15,1 35 3 0,0-20 2 0,1 2-2 0,-1 0 2 16,-2-5-1-16,1 5 3 0,0 1-4 16,0-3 2-16,1-2-4 0,2 0 2 0,-1 0-2 0,2-2 2 15,0-1 0-15,0 0 2 0,3 1 0 0,1-2-2 16,0-1 0-16,-2-2 4 0,5-1-1 16,0 1-2-16,-2-3 0 0,5-1 4 0,-1-2-3 15,2-3 3-15,-2 1-4 0,6-4 2 0,-4 0-4 16,2-1 4-16,-1-4-4 0,1 0 4 0,-3-1-5 15,0-1 3-15,-2-2-1 0,-2 0 1 0,1-2-3 0,-4 1 2 16,0-2-4-16,0 2 2 0,-2-2-8 16,-3-7 7-16,1 5-4 0,0 2 3 0,-3 0-1 0,0 0 3 15,0 0-1-15,-3 7 2 0,3-2-1 16,-1 1 5-16,1 2-8 0,-3 2 8 0,2 2-1 16,1 6-2-16,-1-9 1 0,1 9-3 0,0 0-2 15,-2-7-4-15,2 7 2 0,0 0 1 0,0 0-4 0,0 0 3 16,0 0 0-16,3 38 0 0,-4-23-1 0,-1 6 4 15,2 3-3-15,0 1 0 0,-1 4 3 0,0-10 0 16,3 8-1-16,-2-2-2 0,-1-5 4 0,2-2 0 16,1 1-3-16,-1-2 1 0,0-2 3 15,4 0-3-15,0 2 0 0,-1-6 1 0,1-1 1 0,2 0 2 16,-2-3-3-16,0-1-1 0,1 1 4 0,3 1 1 16,-1-5 0-16,2 1 10 0,-2-4-8 0,3 2 1 15,0-3 1-15,0 0-2 0,3-3 0 16,-4-1 3-16,1 1-6 0,4-8 4 0,-2 1-3 15,-2-1-1-15,-1-3-1 0,-1-3 1 0,2 0 2 16,-4-2-2-16,1-2-6 0,1 0 1 0,-4 2 1 0,-3-5 1 16,2 0 0-16,-1-1-1 0,-3 1-1 0,0 6 1 15,0 3 0-15,0 0 31 0,0 6 3 16,1 0 6-16,-1 3-6 0,0 7-5 0,0-10-9 16,0 10-2-16,0 0-5 0,0 0 0 0,0 0-3 15,0 0 3-15,-9 30-4 0,3-14 3 0,2 8 3 16,-2 2 0-16,2 1-3 0,-1-1-5 0,-2 0 2 15,0-1 3-15,5 2-1 0,0-8-2 0,3 0-25 16,-1 0-32-16,3-1-40 0,-1 0-54 0,2 0-56 16,2-3-72-16,-2 1-227 0,5-2-535 0,-2-4 238 15</inkml:trace>
  <inkml:trace contextRef="#ctx0" brushRef="#br0" timeOffset="6102.51">8662 3750 95 0,'1'-9'205'0,"-1"9"-13"0,1-8-5 16,-1 8-8-16,0 0-20 0,3-9-15 0,-3 9-22 15,0 0-6-15,0 0-15 0,0 0-6 0,0 0-12 16,-3 26-8-16,0-8-1 0,0-1-7 0,-1 2-6 15,2 5-3-15,-2 0-7 0,2-5-3 0,2-1-1 16,2 0-11-16,-1-6-4 0,2 5-1 0,-2-2 3 16,3-3-8-16,-2-3-4 0,1 1 1 0,1-3-2 15,1 0 2-15,0-2-3 0,-1-1 4 0,1 0 5 16,-5-4 0-16,14 1 1 0,-5-2-3 0,0-4 0 16,1 0-2-16,0 1-1 0,-1-6-6 0,1 3 2 15,1-3-3-15,-1-3-1 0,0 4-4 0,0-4 3 16,-2 3-3-16,-2-2-2 0,1 1 0 0,2 0-3 15,-4-4 1-15,-1 5 0 0,-1-1-4 0,0 6-2 0,0-1-2 16,-1 0-1-16,-2 6-6 0,8-8-11 16,-8 8-3-16,0 0 1 0,0 0 5 0,0 0-3 15,13 12 3-15,-8-6 6 0,-1 3 1 0,1 0 0 16,2 1 1-16,-2 1 1 0,1 0-3 0,5 1 0 16,-3-3-3-16,-2 2 6 0,2-3-5 0,1-1 4 15,1-1-3-15,-1-2 8 0,0-1 0 0,0-2 1 0,2-1 4 16,-4 0 2-16,2-4-1 0,1 1 6 15,-1-3 6-15,-1-1 10 0,-1-3-3 0,-1 0 0 16,1-1 0-16,-2-6 1 0,-4 2-1 0,2-2-3 16,-2 2-3-16,-1-3-4 0,0 3 8 0,-1-3-9 15,-2 2-3-15,1-2 0 0,-1 2 0 0,-1 0-1 16,-1 5-4-16,3-1-5 0,-3 1-7 0,3 2-11 16,0 0-15-16,-2 2-17 0,4 7-23 0,-3-9-35 15,3 9-13-15,0 0-10 0,0 0-9 0,0 0-14 16,0 0-13-16,-2 22-10 0,2-22-104 0,2 19-305 15,2-11 136-15</inkml:trace>
  <inkml:trace contextRef="#ctx0" brushRef="#br0" timeOffset="6687.07">9326 3785 68 0,'0'0'171'0,"-7"-7"-10"0,7 7-21 0,0 0-11 0,-21 1-4 15,21-1-9-15,-20 13-2 0,7-3-9 16,-2 3-9-16,3 1-5 0,1 3-6 0,-2 0-9 15,4 1-5-15,1-1-8 0,-1 0-8 0,6-2-1 16,1-1-4-16,2 2-3 0,0-6-6 0,2 0-5 0,0-1-9 16,6 0 3-16,-8-9-5 0,7 8 3 0,-7-8-4 15,9 5 2-15,-2-3-5 0,-7-2-5 0,18-7 3 16,-9 3-6-16,0-1-2 0,-1-1 0 16,0-3 0-16,0 0 3 0,-2 1-2 0,0-4-1 15,-2 2-11-15,3-5 4 0,-2 1 5 0,-2 2-1 16,0-1 5-16,0 2-3 0,1 3 5 0,-3-2-1 0,-1 10 1 15,4-13 0-15,-4 13-2 0,2-9-8 16,-2 9-3-16,0 0 5 0,0 0-2 0,7 2-2 16,-7-2 1-16,6 15 3 0,-4-4-4 0,1 6 0 15,1-2 3-15,0 2 2 0,-3 1-10 0,2-1-29 16,1 2-28-16,2 0-37 0,2-2-34 0,-1-1-38 16,4 2-145-16,-2-5-339 0,-2-3 150 0</inkml:trace>
  <inkml:trace contextRef="#ctx0" brushRef="#br0" timeOffset="7235.53">9591 3778 28 0,'0'0'156'0,"6"-4"-8"0,-6 4-8 15,0 0-4-15,0 0 1 0,11 21-5 0,-9-9-9 16,2 5-6-16,-1 1-8 0,2 3-6 0,1 5-14 15,0-2-7-15,-2-7-7 0,4-1-7 0,-2 1-7 16,2-1-5-16,-2 0-3 0,-2-6-7 0,0 0-2 16,1-2-3-16,-1-1-3 0,1-2-2 0,-2 0 6 15,-3-5 20-15,5 5 0 0,-5-5 0 0,0 0-4 16,0 0 3-16,11-8-11 0,-8 1 6 0,1-2 1 16,-2-2-9-16,4-3-6 0,0-4 0 0,-3 3-8 15,1-2 0-15,2-1-6 0,-1-1-3 0,0-5-5 16,-2 6 0-16,4-1-5 0,-2 1-5 0,0 2-4 15,0 4-7-15,2 5 4 0,-2 1-14 0,-1 0 0 16,2 2-5-16,-6 4 1 0,10 0 0 0,-1 6 3 16,-1 2 4-16,0 0-6 0,-2 5-1 0,1-3 0 15,4 3-5-15,-3 2-5 0,4-2-3 0,-7-3 3 16,3 2-3-16,-2-3 0 0,4-2 11 0,0-2 2 16,-1 1 4-16,1-3 0 0,-1 0 1 0,2 1 3 15,2-4 1-15,-13 0-2 0,23-7 8 0,-10 5 6 16,-2-4 1-16,1-1 3 0,-2 0 3 0,3-4-1 15,-4 4-2-15,-3-4 6 0,-1 0 0 0,2 1 3 16,-4-1 3-16,1 0-1 0,-1 0-3 0,-3 11-3 16,-3-19 3-16,3 19 5 0,-6-15-1 0,2 10-5 15,-1 0-1-15,0 3-3 0,-7-1 3 0,2 3-1 16,-8 3-9-16,2 6-1 0,-9 4 3 0,1 4-1 16,1 2-1-16,0 0 2 0,3 0-2 0,0-2-1 15,5 4-1-15,6-4-1 0,4-1-9 0,4 4-17 16,3-3-23-16,5 1-45 0,9 3-61 0,9-6-56 15,0 0-182-15,8-5-423 0,17 0 187 0</inkml:trace>
  <inkml:trace contextRef="#ctx0" brushRef="#br0" timeOffset="7855.11">10788 4076 2157 0,'0'0'73'0,"0"0"1"0,0 0-49 0,0 0 19 16,7-25-5-16,-5 17-5 0,-2 8-3 0,4-11-6 15,0 3 4-15,-1 2 7 0,-1-3 11 0,5-2-1 16,-2-2-1-16,2 1 0 0,2-2 8 0,-4-1 2 16,-1 3-5-16,4-3-1 0,-3-1-1 0,1-2-12 15,-1 1 3-15,1 1-2 0,-2-3-5 0,-2 2 0 16,-2 1-4-16,0-1-4 0,0 5-1 0,-2-1-3 15,0 3 3-15,0 1-7 0,-1 0 10 0,-1 2-12 16,0 2-3-16,-2 0-1 0,-2 1-6 0,-2 1 2 16,-2 1-1-16,1 2 0 0,0 2-1 0,0 0-4 15,0 1-2-15,3-1-2 0,3 1 1 0,0 1 5 16,5-4-6-16,-6 12-2 0,6-12-1 0,0 0 2 16,8 12-3-16,-1-8 2 0,3 1-3 0,4-1 3 15,2 0-4-15,1 0 3 0,4-1 1 0,-1-1-2 16,-1 0-1-16,-2 2 4 0,2 0-4 0,-6-3-2 15,-2 5-2-15,0 0 3 0,-1 1 0 0,-1 2 7 16,-4 1-6-16,3 4 0 0,-4 2 1 0,-1 1 6 16,0-2-4-16,-2 2 2 0,3 1-1 0,-3 0 2 15,2-3 2-15,-1 1 8 0,2 0-7 0,-1-4 0 16,-1-1 2-16,4-2-1 0,1 0-4 0,5-4 2 16,4 0-6-16,3-3-1 0,10-2 1 0,-1-4 2 15,2-3-7-15,2 2 0 0,-1-6 0 0,-2-1 1 16,-2-1-3-16,-1-1 7 0,-4-3-1 0,-2 6 3 15,-6-2-4-15,6-4 3 0,-8 1-2 0,1-1 4 16,-6 1-1-16,1-2-3 0,-3 1 5 0,1 0 4 16,-6 2-4-16,0 5 2 0,0 1 1 0,-2 0 2 15,-3 4-3-15,-3 2 1 0,8 3-1 0,-18 0 7 16,-1 8-2-16,-3 6 8 0,-3 4 2 0,2 1 1 16,-1 2-4-16,2 2-2 0,5-3-1 0,1 3-2 15,9-5 0-15,1 0-15 0,3 0-33 0,5 0-35 16,0 0-44-16,9-5-64 0,3 0-63 0,-1-1-162 15,13-4-443-15,-4-4 197 0</inkml:trace>
  <inkml:trace contextRef="#ctx0" brushRef="#br0" timeOffset="8065.85">11658 3773 36 0,'-10'-4'243'0,"-2"4"-11"15,-2 1-12-15,-4 5-14 0,-7 9-6 0,0-1-4 0,2 4-9 16,0 2-14-16,2 1-13 0,2-1-15 16,7 2-14-16,4-3-12 0,3-1-8 0,2 2-9 0,7-1-12 15,5 3-23-15,4 1-29 0,3-4-34 0,7-5-41 16,1 0-43-16,3-5-30 0,3-3-38 16,1-6-33-16,0 2-170 0,0-2-380 0,-1-3 168 15</inkml:trace>
  <inkml:trace contextRef="#ctx0" brushRef="#br0" timeOffset="8297.89">11948 3623 98 0,'1'-20'227'16,"0"5"-3"-16,-1 4 4 0,1 1-3 0,-1 3-14 16,0 7-16-16,0-12-26 0,0 12-9 0,0 0-11 15,0 0 6-15,0 0-3 0,-6 40 1 0,0-11-6 16,-4 3-13-16,6 1-6 0,-1 0-8 0,-1 2-1 15,1-3-12-15,1 1-13 0,-3-1-4 0,4 2-10 16,-3-4 3-16,2 0-12 0,1-1-20 0,-1-3-31 16,1-7-24-16,1-1-36 0,-1-2-22 0,3-1-33 15,-4-1-34-15,4-5-34 0,0-9-39 0,0 14-29 16,-4-8-213-16,4-6-481 0,0 0 212 0</inkml:trace>
  <inkml:trace contextRef="#ctx0" brushRef="#br0" timeOffset="8539.41">11758 3846 16 0,'0'0'181'0,"0"0"-21"0,7-8-12 15,-7 8-5-15,14-2-9 0,0 0 2 0,6 2-10 16,-3 0-11-16,6 0-5 0,-3 0-4 0,2 0-10 16,-1 2-4-16,2 0-10 0,-2-2-4 0,0 3-9 15,-1-1-9-15,-2 1-2 0,-4 1-7 0,-1-1-5 16,1 1-3-16,-3 3 4 0,-3 0 7 0,2 0 3 15,-1 4-5-15,-4 2 5 0,1 2-1 0,-4-2-3 16,-2 3-2-16,0 1-9 0,-2-2-2 0,-1 2-3 16,-1-2-17-16,0 0-24 0,-1 1-41 0,3-4-40 15,0-2-46-15,-3-2-49 0,5 4-183 0,0-12-391 16,-3 12 173-16</inkml:trace>
  <inkml:trace contextRef="#ctx0" brushRef="#br0" timeOffset="8705.06">12079 3716 1593 0,'-4'-24'114'0,"2"6"-61"0,-5 1 12 15,3 3-30-15,-3 4-9 0,2 4-4 0,1-1-2 16,4 7-8-16,-6-6-6 0,6 6-15 0,0 0-8 16,0 0-19-16,0 0-32 0,-7 22-49 0,7-22-46 15,10 19-93-15,3-8-278 0,6-2 123 0</inkml:trace>
  <inkml:trace contextRef="#ctx0" brushRef="#br0" timeOffset="8961.91">12479 3653 1962 0,'3'-12'44'0,"-2"-1"-12"0,0-2 10 16,-1 3 8-16,0 0-11 0,-2 1 16 0,1 2 7 0,-1-1-6 16,2 10 4-16,-4-13 4 0,4 8-2 0,0 5-3 15,-6-7-9-15,6 7 0 0,0 0 1 0,-14 12 0 16,7 2-1-16,-4 11 4 0,2 5 3 15,-5 2 5-15,1 16-5 0,-1 2-1 0,-1-3-3 0,3-2-2 16,5 2-3-16,-1-14-3 0,-1 13-5 0,0-13-2 16,2 1-4-16,0-4-5 0,1 2 1 0,-1-1-5 15,2-4 2-15,1 0-2 0,-1-8-6 0,1-1-15 16,-1 0-19-16,0-6-25 0,1 0-17 16,-1-2-25-16,3-1-22 0,0-2-27 0,2-7-39 0,-6 6-39 15,6-6-54-15,-9 3-158 0,9-3-455 0,0 0 202 16</inkml:trace>
  <inkml:trace contextRef="#ctx0" brushRef="#br0" timeOffset="9211.29">12217 3911 16 0,'17'-6'154'0,"-3"1"-21"0,4 1-11 0,2 0-11 15,3 1-12-15,-5 3-5 0,11-2-1 0,-2-1-24 0,-5 1 11 16,5-1-5-16,-7 1-6 0,3 0-15 0,-2-1 1 15,-4 3-7-15,2-1-3 0,-5 2 0 0,-2-2-5 16,-12 1-5-16,13 0-3 0,0 1-2 16,-13-1 5-16,10 2 5 0,-10-2 13 0,9 9 2 15,-7-3 3-15,-2-6-1 0,2 17-1 0,-2-8 0 16,0 3-5-16,-4 0-4 0,0 2-2 0,2-1-6 0,-3 4-6 16,1-2-31-16,-1-3-25 0,0-1-45 15,3 2-36-15,-3-4-39 0,5 1-155 0,-4 1-324 16,4-11 144-16</inkml:trace>
  <inkml:trace contextRef="#ctx0" brushRef="#br0" timeOffset="9360.89">12578 3684 50 0,'0'0'123'0,"0"-12"-32"0,0 12-21 16,0 0-13-16,0 0-5 0,0 0-39 0,0 0-22 15,27 21-66-15,-22-5-80 0,6 2 35 0</inkml:trace>
  <inkml:trace contextRef="#ctx0" brushRef="#br0" timeOffset="9797.2">12821 3950 61 0,'11'-8'217'0,"-6"3"-8"0,1-2-24 16,1 2-10-16,-1-3-14 0,2 1 0 0,-2-3-16 15,3 2-9-15,-4-2-18 0,4-6-7 0,0 2-10 16,-2-2-3-16,-3 5-2 0,0-4-10 0,-1 5-6 16,0-1-10-16,-1 1 0 0,-2 1-5 0,-3 2-6 15,3 7-6-15,-7-11-7 0,2 8-4 0,-1-3-6 16,-5 5-3-16,-3 5-4 0,-1 3 0 0,-3 6-7 16,2-1-2-16,0 1 1 0,-7 7-4 0,6 0 1 15,3-4-1-15,-1 6-6 0,6-7 2 0,2 2 5 16,4-1-9-16,3 0 2 0,3 0-4 0,4-2 2 15,-1 1-3-15,3-8 1 0,4 6-5 0,3-5 1 16,1 2-1-16,4-5-10 0,-4-1-3 0,4-1 0 16,0-3-2-16,0-1 1 0,1 1-1 0,-7-4-3 15,4-1 5-15,-8 0 4 0,2-1-4 0,-3-2 0 16,0 0 3-16,3-3 0 0,-5 0 1 0,0-3 3 16,-1 1-3-16,-2 1 3 0,4-4-2 0,-4 2 3 15,1 2-2-15,-2-3 1 0,3 1-2 0,0 3 4 16,0 1 1-16,-3 3 2 0,1 1 0 0,1 2 3 15,0 0-1-15,-6 4 4 0,12 2-2 0,-12-2 1 16,14 10 7-16,-5-2 1 0,-4 2 0 0,1-1 0 16,-2 4-1-16,1-1-3 0,-1 3-2 0,1 0-17 15,0 4-38-15,-3-3-47 0,0 1-57 0,2-5-55 16,-1 1-178-16,-1-2-416 0,2-5 184 0</inkml:trace>
  <inkml:trace contextRef="#ctx0" brushRef="#br0" timeOffset="10163.77">13670 3782 1778 0,'9'-14'78'0,"-1"-1"16"0,-4 7 18 16,2 0 5-16,-2 1-21 0,-1 2-23 0,1 1-16 16,-4 4-18-16,4-4-9 0,-4 4-1 15,0 0 4-15,12 13 4 0,-7-2 5 0,1 7 7 16,3-1 1-16,1 5 2 0,-2 3-7 0,1-7 1 15,-1 7-4-15,2-2 3 0,-3-4-6 0,1-2 4 0,2 0-4 16,-1-2-2-16,0 1 3 0,-1-2-3 0,2-2-1 16,-1-4 1-16,-3 1 4 0,0-4-1 0,-2-1 17 15,2 1 4-15,-6-5 16 0,5 5 10 16,-5-5 0-16,0 0-12 0,0 0 7 0,13-8-7 16,-9 2-3-16,2-4-11 0,-2 1-2 0,2-8-13 15,-1 2-5-15,1-4 2 0,2-5-3 0,-2-1-11 0,1-2 4 16,2 4-9-16,2-6-1 0,0 2-7 0,0 0-14 15,1 1-23-15,-1 3-1 0,-2 5-8 16,0 4-10-16,-2 0-19 0,2 3-23 0,-5 4-22 16,3-2-51-16,-2 5-47 0,-1 2-19 0,-4 2-28 15,0 0-15-15,15 14-21 0,-11 1-164 0,-1 2-485 16,-3 10 215-16</inkml:trace>
  <inkml:trace contextRef="#ctx0" brushRef="#br0" timeOffset="10507.71">14087 4081 14 0,'8'-5'255'0,"-1"0"-15"16,5-2-9-16,-2 2-5 0,-1-3-1 0,1-1-8 15,0 1-12-15,4-5-7 0,-1-1-14 0,1 0-18 16,-1 1-13-16,2-1-14 0,-5 1-12 0,6-2-11 16,-6-2-11-16,3 4-7 0,-3-4-8 0,-3 7-13 15,-3-2-4-15,2 0 2 0,-5 3-18 0,-1 9 3 16,1-17-7-16,-1 17-8 0,0-11-7 0,0 11-6 15,-8-6-9-15,8 6 1 0,0 0-1 0,-19-2-11 16,19 2-9-16,-13 8-5 0,5 0-7 0,2-2 2 16,0 3-6-16,4 1-3 0,0 2-4 0,4-2 1 15,0 2-2-15,4-1 0 0,2 2 0 0,-1 0-2 16,5 1 4-16,2 1 2 0,-1-2 0 0,0 3 4 16,-2-1 0-16,0-2 2 0,-4-3-5 0,2 0 5 15,-3 0 1-15,-4 1 5 0,3 0-2 0,-4-3 9 16,3 1-6-16,-2-1-1 0,-7 0-3 0,2 1-3 15,-3-1-10-15,-2-1-19 0,-4 1-35 0,-3-1-35 16,-1-1-70-16,0-4-62 0,-3 2-189 0,6-4-464 16,0-1 205-16</inkml:trace>
  <inkml:trace contextRef="#ctx0" brushRef="#br0" timeOffset="10667.34">14584 3983 2761 0,'11'-3'137'0,"1"2"-31"0,-1-1-55 0,-4 0-4 15,-1 0 13-15,-6 2-7 0,9-3 4 0,-9 3-1 16,0 0-6-16,12-1 0 0,-12 1-3 0,0 0-3 16,7-3-11-16,-7 3-27 0,0 0-40 0,0 0-56 15,0 0-59-15,0 0-90 0,0 0-269 0,0 0-550 16,0 0 244-16</inkml:trace>
  <inkml:trace contextRef="#ctx0" brushRef="#br0" timeOffset="11113.29">15259 3714 109 0,'3'-12'262'15,"-2"1"-11"-15,1 2-11 0,-2 0 3 0,2 2-5 16,-2 7-8-16,3-13-13 0,-2 9-17 0,-1 4-17 15,2-8-21-15,-2 8-17 0,0 0-9 0,0 0-13 16,0 0-24-16,0 0 2 0,0 0-17 0,0 0-6 16,1 29-5-16,-2-11-3 0,-3 1-9 0,2 8-2 15,0 2 0-15,-1 1-2 0,2-2 5 0,-4 3-3 16,0-5-10-16,2 4-4 0,0-2-6 0,0-3-4 16,-1-6 4-16,0 6-1 0,0-7-10 0,-2 1-1 15,6-2-4-15,-2-2-1 0,-1-4-25 0,2 0-23 16,-1 0-36-16,-1-1-38 0,1 0-39 0,1-3-55 15,0-1-63-15,1-6-271 0,0 0-571 0,-3 13 252 16</inkml:trace>
  <inkml:trace contextRef="#ctx0" brushRef="#br0" timeOffset="11293.28">15232 3946 19 0,'0'0'230'15,"0"0"-21"-15,0 0-24 0,9-10-23 0,1 7-19 16,2-2-22-16,5 1-17 0,4 0-24 0,-2 3-21 16,4-1-26-16,4-2-18 0,2-1-21 0,-2-1-24 15,-5 0-30-15,-2 1-18 0,1-1-27 16,-2-1-76-16,-4-1-194 0,2 0 86 0</inkml:trace>
  <inkml:trace contextRef="#ctx0" brushRef="#br0" timeOffset="11459.27">15583 3817 238 0,'8'-16'23'0,"-2"0"24"15,-1-1 15-15,0-2 26 0,-5 0 17 0,2 3 13 16,-2-1 9-16,2 5 8 0,-3 0 4 0,0 2-5 15,-1 0 1-15,1 3 1 0,1 7-13 0,0-10-14 16,0 10-16-16,0 0-10 0,0 0-5 0,0 0 9 16,0 0 9-16,-15 29 1 0,6-5 8 0,0 7-6 15,0 1-2-15,-1 1-1 0,-1 1-20 0,1-1-11 16,0-1 10-16,5-2-19 0,-1 0-11 0,-2-1-28 16,4-5-30-16,2 3-46 0,0-8-40 15,2 0-44-15,4-3-61 0,-1-5-207 0,-1 0-446 16,6-4 197-16</inkml:trace>
  <inkml:trace contextRef="#ctx0" brushRef="#br0" timeOffset="11819.96">15850 3830 68 0,'0'0'222'0,"-7"-6"-10"16,7 6-7-16,-18 7 1 0,-1 3-13 0,-7 6-1 15,0 6-11-15,0-1-11 0,1 0-14 0,0 0-11 0,6 0-15 16,2 1-15-16,4-6-12 0,4 1-5 16,2-1-7-16,4 0-14 0,0 0-7 0,3-6-3 15,3-1-5-15,2-1-9 0,-1-3-3 0,5 1-7 16,2-4-4-16,0-1-9 0,1-1-1 0,0-3-7 0,-2 0 2 16,2-3-3-16,-2 0-1 0,0-1-6 0,0-1 3 15,-2-2-3-15,0 1-3 0,-2-3 6 16,2 2-8-16,-1-3-4 0,-1 2 2 0,1 1 0 15,2-1-1-15,-4 3 2 0,-2 2-5 0,1 1-6 16,-4 5 0-16,6-6-3 0,-6 6 4 0,0 0 0 16,0 0 1-16,5 14-3 0,-5-6 7 0,3 5-2 0,-6 3 2 15,6 0-6-15,-6 1 7 0,2 0-8 16,2 0-33-16,-1 0-35 0,0-1-28 0,3 1-37 16,3-7-39-16,-2-1-44 0,2 1-190 0,2-3-442 15,1-2 196-15</inkml:trace>
  <inkml:trace contextRef="#ctx0" brushRef="#br0" timeOffset="12055.63">16149 3762 183 0,'-1'-12'271'0,"2"1"-3"0,1 2-6 15,-2 9-11-15,0-10-28 0,0 10-23 0,0 0-21 16,0 0-11-16,0 0 0 0,0 0-5 0,-5 43-11 15,2-13-6-15,-2 1-7 0,1 0-15 0,-1 3-7 16,0 0-12-16,0 2-12 0,-2-4-6 0,3 0-11 16,1 1-5-16,-1-4-12 0,0 0-31 0,3-5-34 15,-4-5-44-15,3-3-37 0,1 0-37 0,0-4-42 16,0-3-49-16,1-9-38 0,1 15-186 0,-1-15-475 16,0 0 209-16</inkml:trace>
  <inkml:trace contextRef="#ctx0" brushRef="#br0" timeOffset="12302.1">16528 3798 1763 0,'5'-19'52'15,"-1"4"18"-15,-3 4 8 0,0-1-7 0,-2 6-7 16,1 6-20-16,-4-12-5 0,-1 9-7 0,5 3 5 16,-17 3 3-16,7 2 7 0,-10 13 6 0,-2 5 13 15,0 4 6-15,4 2 4 0,-6 12 11 0,10-7 2 16,-4 9-16-16,9-8-1 0,0-2-4 0,-1-1-8 15,2 1-5-15,4 0-4 0,2-5-7 0,1 0 2 16,-2-2-4-16,3-7-8 0,0 1-6 16,0-3-3-16,0-1-16 0,0-2-17 0,1-3-17 0,1-1-24 15,-4 1-22-15,2-3-26 0,0-8-31 0,-2 13-63 16,2-13-57-16,-12 7-181 0,2-6-464 0,10-1 206 16</inkml:trace>
  <inkml:trace contextRef="#ctx0" brushRef="#br0" timeOffset="12439.79">16272 4095 53 0,'27'-4'172'0,"2"-2"-41"0,1 3-35 16,3 0-33-16,-1 0-29 0,2 1-40 16,0-1-32-16,-1 2-47 0,-3-1-90 0,2 0 40 0</inkml:trace>
  <inkml:trace contextRef="#ctx0" brushRef="#br0" timeOffset="12886.23">16970 3951 109 0,'0'0'209'0,"0"0"-12"0,0 0 5 0,0 0 2 16,0 0 0-16,-14 28 0 0,4-12-7 0,1 0-18 15,3 1-18-15,0 1-14 0,2 0-6 0,1 1-17 0,1-1-6 16,1 0-15-16,5-1-6 0,1-5-4 0,0-1-14 15,1 0-3-15,2-3-8 0,1 1-3 0,1-5-7 16,3 1-5-16,1-3-5 0,-1-2-4 0,2 0-2 16,-3-2-3-16,4-5-2 0,-2 3-7 15,-2-3 0-15,2-2-7 0,-1 0-3 0,-2-3-7 16,-3 2 3-16,-2 0-6 0,-1-1 1 0,1 0-7 0,-3 0 1 16,2-1-4-16,-1 3 3 0,0-1-6 15,-3 5-1-15,-1 5-3 0,2-8 0 0,-2 8-3 16,0 0 0-16,0 0 2 0,0 0-2 0,0 0 1 15,-9 28 6-15,2-16-5 0,5-1 5 0,2 1-3 16,0 1 2-16,1-2 2 0,3 1 2 0,0 1-1 16,1-4 1-16,1-2 3 0,2 1-2 0,3-4-2 0,0 0 4 15,1-3 2-15,2-1 2 0,-2-3-1 16,2-1 6-16,-3 0 13 0,1-2 0 0,2-4-9 16,-2-2-1-16,-1 1 3 0,-5-1 4 0,3-2-5 15,-2 0-3-15,-2 3-3 0,-1-6-1 0,-1 5-6 16,0-3-6-16,-2-1-23 0,-2 2-17 0,0-2-25 15,-1 6-24-15,-1-2-33 0,-5 4-24 0,8 8-36 0,-6-10-18 16,1 8-21-16,5 2-24 0,-10 0-134 16,10 0-410-16,0 0 181 0</inkml:trace>
  <inkml:trace contextRef="#ctx0" brushRef="#br0" timeOffset="13203.67">17591 3993 84 0,'9'-8'237'0,"0"1"-12"16,-3-1-14-16,-2 3-8 0,1-1-5 15,-3 0-8-15,-2 6-19 0,-2-10-10 0,2 10-16 16,-13-2-1-16,13 2-8 0,-32 12-5 0,7 1-8 16,-1 3-5-16,0 3-9 0,2 0-9 0,3 0-7 15,0 1-15-15,10-4 7 0,1 0-16 0,1-1-8 16,5 0-5-16,0-2-7 0,4-2-2 0,3 0-6 16,-1 0-3-16,3-3-4 0,4 0-1 0,1-2-6 15,1-2 7-15,1-1-19 0,0-1-3 0,2-2-4 16,-1 0-2-16,0-3-3 0,-1-1-1 0,1 0-4 15,1 0 13-15,-4-1-12 0,2 1 2 0,-1 0-3 16,0-2 5-16,-4 2-3 0,0 1 2 0,1 1-2 0,-8 2 1 16,10-2-5-16,-10 2 3 0,0 0-3 15,0 0 2-15,11 7-2 0,-7-2 3 0,-4-5 0 16,2 10-1-16,0-2-16 0,-1-2-34 0,0 3-34 16,-1-9-39-16,1 12-44 0,-1-12-37 0,7 13-26 15,-5-8-199-15,-2-5-466 0,6 6 206 0</inkml:trace>
  <inkml:trace contextRef="#ctx0" brushRef="#br0" timeOffset="13723.09">17783 4006 137 0,'1'-4'196'0,"-1"4"-9"15,0 0-9-15,0 0-2 0,0 0-1 0,0 0-5 16,10 19-10-16,-9-6-7 0,2-1-9 0,1 4-10 15,1 0-11-15,-2 1-3 0,0 0-3 0,2-1-8 16,-3 1-14-16,0-9-10 0,1 5-3 0,1-1-10 16,-2-2-6-16,1-2-6 0,-2-1-6 0,0-2-1 15,-1-5-3-15,3 9-7 0,-3-9-1 0,3 7-5 16,-3-7-2-16,0 0-5 0,0 0-5 0,0 0-8 16,0 0-2-16,0 0-2 0,0 0-2 0,0 0-7 15,0 0 1-15,13-22-2 0,-6 13 3 0,-1-1-6 16,7-2 4-16,0-2-4 0,-3 2-2 0,7-2 2 15,-3 3-3-15,4 2 0 0,-4-1 2 0,1 2 0 16,-3 0-2-16,-1 4-1 0,1 1 2 0,-5-1 1 16,5 0 3-16,-5 3 3 0,4 2 5 0,0-2 5 15,-11 1-6-15,18 0 5 0,-7 0 2 0,-3 1 2 16,2-1 15-16,3-2-5 0,0 0 4 0,-3 0 1 16,3 0 4-16,-2-1-7 0,1-4-3 0,-1 2 0 15,-2-1-2-15,-2-1-2 0,2 1-4 0,-3-4 7 16,-1 2-12-16,-1-1-2 0,-1 1-1 0,-2-2-4 15,0 2 0-15,-1 8-4 0,-6-16-4 0,2 10 1 16,-4 0-5-16,1 5 2 0,-5-2 3 0,1 4-1 16,-9 1 1-16,5 3 7 0,-4 3-3 0,-5 5-1 15,7-3-2-15,-1 1 0 0,0 2 1 0,0 6 4 16,4-3-2-16,3 0-1 0,2 0 4 16,4-1 1-16,0 2-1 0,5-2-11 0,3 1-22 0,1 0-33 15,4-2-39-15,4-1-28 0,1-1-37 0,4-1-53 16,1-4-45-16,0 1-196 0,1-2-495 0,1-2 220 15</inkml:trace>
  <inkml:trace contextRef="#ctx0" brushRef="#br0" timeOffset="14782.94">18640 4112 119 0,'0'7'166'16,"0"-7"-2"-16,-1 12-2 0,1-12-11 0,1 10-4 15,-1-10 3-15,2 9-4 0,1-6 6 0,4 0 2 16,-1 0-6-16,4-2-2 0,2 2-6 0,-2-3-5 16,3 0-11-16,1-1-4 0,-1-2 4 0,1 0-13 15,2-1-16-15,2-3-7 0,-5 2-7 0,4-2-4 16,-3-3 2-16,2 1-7 0,-2-1-2 0,2-2-7 16,-2 1 1-16,0-1-11 0,0-2-1 0,-3-1-1 15,1-1-3-15,-3 1 2 0,-1-1 4 0,0 3-6 16,-3-2-5-16,-2 3 0 0,1-2 9 0,-3 2-1 15,0 4-3-15,1-2-3 0,-2 4 3 0,0 6-9 16,-4-8-6-16,4 8-2 0,-10-6 6 0,1 6-9 16,-1 0-6-16,-2 2-13 0,-1 2 17 0,3-1-6 15,0 1-3-15,-2-1 3 0,3 1-8 0,0 1-5 16,2-2-5-16,3 3 5 0,0-2 0 0,4-4 2 16,-3 11-5-16,3-11 3 0,8 11-6 0,2-5-6 15,2-1-2-15,3 0-4 0,6-2 1 0,-1-1-2 16,3 1-6-16,-4-1-5 0,2 0-1 0,-5-1 5 15,0-1 9-15,-5 1-10 0,1 0 2 0,-2-1 3 16,-2 0-2-16,-8 0 2 0,11 0-4 16,-11 0 2-16,9 2-3 0,-5 3 6 0,-4-5-1 0,5 10 6 15,-5-2 5-15,-1 2-8 0,-1-1 7 0,-1 2 3 16,0 1 1-16,2 0-6 0,-2-1 12 0,2 1-8 16,1 1 12-16,0-3-10 0,1-1-2 0,2 2 5 15,1-5-4-15,5 4-1 0,2-4-8 0,1-1 7 16,7-1-12-16,-1 2 4 0,2-5-6 0,7 0-5 15,-8-3 1-15,0-1 2 0,-1-3-6 0,1 3 7 16,-2-4-2-16,0-2 1 0,-5 4 1 16,1-5 6-16,-3 2 0 0,3-3 2 0,-1-1-3 15,-2-2 2-15,0 0 0 0,-1 0-1 0,-3 0 4 0,-2-2 0 16,4 1 1-16,-2-1 2 0,-2 6-3 0,-1 3 0 16,-2 2 11-16,-1 5 0 0,3-12 6 0,-3 12-4 15,2-8-10-15,-2 8 8 0,0 0 0 0,0 0 2 16,0 0 6-16,-17 20 8 0,10-9-5 0,-5 2 2 15,7-1-2-15,-4 4-1 0,0-1-4 0,4 0 3 16,3 0-20-16,3-2-21 0,2-1-33 0,-2-2-32 16,6 0-39-16,1-1-46 0,6-2-35 0,5-1-41 15,0-2-193-15,-1-4-487 0,5 0 215 0</inkml:trace>
  <inkml:trace contextRef="#ctx0" brushRef="#br0" timeOffset="14993.08">19821 3901 217 0,'0'0'233'0,"-14"1"-3"0,14-1-6 15,-19 11-11-15,3-1-4 0,1 0-12 0,0 3-4 16,1 1-12-16,0 1-17 0,1 1-10 0,2-2-14 16,3 2-16-16,1 0-13 0,3 0-8 0,3 1-9 15,2-5-6-15,6 2-24 0,3 1-22 0,4-3-34 16,2-1-48-16,10-2-46 0,2-2-42 0,2-2-40 15,1-1-36-15,1 0-21 0,-3-2-132 0,-2-3-386 16,1-1 171-16</inkml:trace>
  <inkml:trace contextRef="#ctx0" brushRef="#br0" timeOffset="15223.38">20178 3769 115 0,'-2'-10'284'0,"4"4"-13"0,-1-1-19 15,-1 7-28-15,0 0-24 0,0 0-13 0,0 0-6 16,0 0 5-16,0 0-3 0,1 29 1 16,2-4-4-16,-4 4-14 0,2-2-9 0,-1 4-13 15,0-4-13-15,-1 3-9 0,-1 0-11 0,0-2-7 0,-1 0-20 16,2-2 3-16,0-3-16 0,-3-4-3 16,2 0-19-16,0-3-29 0,0 1-23 0,-1-2-30 15,3-6-30-15,-4-1-35 0,4-8-31 0,-4 13-33 16,4-13-47-16,-5 7-44 0,5-7-216 0,0 0-508 0,-14-1 226 15</inkml:trace>
  <inkml:trace contextRef="#ctx0" brushRef="#br0" timeOffset="15475.56">20074 4021 51 0,'0'0'249'0,"4"-6"-29"0,-4 6-18 0,9-8-10 15,-3 6-20-15,10-1-12 0,-1 2-7 0,4-1-15 0,0 0-9 16,1 1-10-16,6-2-9 0,-3 1-5 0,-1 2-6 15,6-6-5-15,-7 3-9 0,0 3-5 0,1-2-5 16,-4 2-9-16,0 2-1 0,-7-2-5 0,1 0-8 16,-2-2-7-16,-10 2-3 0,12 2-5 15,-7-1 4-15,1 4 1 0,-2 4 3 0,2-1 0 16,-1 1 3-16,-2 2-9 0,-2 2 4 0,2 0-7 0,-3 2-4 16,0 0 1-16,1-1-11 0,-1-3-26 15,-1 0-31-15,1-1-42 0,0-10-42 0,-1 18-26 16,1-18-63-16,0 10-42 0,0-10-148 0,0 0-432 15,1 11 192-15</inkml:trace>
  <inkml:trace contextRef="#ctx0" brushRef="#br0" timeOffset="15640.2">20386 3817 211 0,'0'0'191'0,"-1"-11"-22"0,1 11-36 15,0 0-28-15,0 0-28 0,0 0-26 0,2-11-37 0,-2 11-49 16,13 0-35-16,-13 0-71 0,28 1-153 16,-6 1 67-16</inkml:trace>
  <inkml:trace contextRef="#ctx0" brushRef="#br0" timeOffset="15897.74">20810 3685 122 0,'1'-6'232'0,"1"0"-17"0,-2 6-10 0,4-10-14 15,-3 6-9-15,-1 4-15 0,0 0-14 0,4-9-13 16,-4 9-17-16,0 0-6 0,0 0 1 0,0 0 12 16,0 0 1-16,-13 37 0 0,3-13-12 0,0 4-4 15,-1 6 7-15,0 0-6 0,-3 11-3 0,5-10 0 16,-7 8-4-16,7-8-11 0,-2-1-4 0,2 1-10 16,0-3 3-16,3 0 9 0,-4 1-6 0,-1-5-12 15,2 1-3-15,-1-3-5 0,1-1-6 0,3-7-9 16,1-1-5-16,-3 1 0 0,4-1-12 0,0-6-7 15,2 0-26-15,-1-1-22 0,-1 0-28 0,4-2-32 16,0-8-33-16,-4 10-33 0,4-10-28 0,0 0-49 16,-2 9-37-16,2-9-52 0,0 0-171 0,0 0-520 15,0 0 230-15</inkml:trace>
  <inkml:trace contextRef="#ctx0" brushRef="#br0" timeOffset="16170.63">20474 4053 211 0,'8'-2'214'0,"3"0"-26"0,10 0-15 0,-1 1-17 16,1 0-9-16,6-1-10 0,1 2-8 0,-7 0-4 15,7-2-12-15,-5 2-12 0,3-1-8 0,-7 1-7 16,2 0-8-16,-3-1-10 0,-1 0-4 0,-2 1-5 16,-2-1-10-16,-1-2-4 0,2 2 1 0,-4-2-6 15,-2 3 1-15,-2-2 3 0,-6 2 6 0,12-1 1 16,-12 1 3-16,6-2-7 0,-6 2-5 0,9 0-7 15,-9 0-4-15,0 0-4 0,9 7 2 0,-9-7-3 16,3 10 2-16,-2 0-6 0,0-2 3 0,-2 3 5 16,0 0-12-16,-1 2-27 0,-1-2-27 0,0 0-31 15,3-11-47-15,-4 19-43 0,3-9-43 0,-2-3-191 16,3-7-421-16,-3 11 187 0</inkml:trace>
  <inkml:trace contextRef="#ctx0" brushRef="#br0" timeOffset="16322.75">20902 3811 42 0,'1'-10'132'0,"-1"10"-20"0,0 0-30 0,0-13-30 0,0 13-19 16,0 0-27-16,0 0-24 0,0 0-56 0,11 29-80 15,-10-16 36-15</inkml:trace>
  <inkml:trace contextRef="#ctx0" brushRef="#br0" timeOffset="16927.66">21031 4111 45 0,'14'3'217'0,"-1"-3"-15"0,-13 0-11 0,22-4-13 16,-11 4-13-16,-2-4-1 0,3 0-1 0,-5 2-5 16,4-3 0-16,0-1-23 0,-1-1-11 0,-3-1-6 15,3 0-12-15,-4-2-18 0,1 0-3 16,-2-1-9-16,0 1-5 0,-1 0 2 0,-1 2 4 15,-3 8 2-15,3-15-4 0,-3 15-11 0,0-14-2 16,0 14-11-16,-3-10 3 0,3 10-11 0,-9-5-5 0,9 5-4 16,-15 0-1-16,15 0 6 0,-24 3-12 0,6 6 0 15,3 3-1-15,-2 2 7 0,-1 3 1 16,-1 3-2-16,1 1-3 0,8-6-2 0,1 2-1 16,-1-2-2-16,5-1-8 0,-3 3 0 0,4-1-2 15,2 0-3-15,0-3 7 0,2-2-7 0,3 1 3 0,0-2-1 16,3 2 1-16,2-2-2 0,3-1-4 0,-1-2 5 15,7 1-7-15,2-3 6 0,0 2 6 16,-6-5-8-16,2 1-3 0,2-3 4 0,1 0-3 16,-6-3-3-16,7-1 4 0,-4-1 2 0,3-2-6 15,-3-2 4-15,1 0-7 0,-2-2-1 0,0-5-5 0,2-3-9 16,-6 3-3-16,1-7 1 0,-3 0-9 0,-2 4-4 16,-2-6-1-16,-3 0 2 0,-1 7 7 0,-1 2-3 15,-1 3 8-15,0 1 6 0,-1 0 4 16,0 2 3-16,0 4 5 0,3 6 9 0,-4-12 3 15,3 7 1-15,1 5-4 0,0 0 0 0,-5-11-3 16,5 11 1-16,0 0-3 0,-2-8-8 0,2 8 3 0,0 0 1 16,0 0-3-16,0 0 1 0,0 0 7 0,0 0-8 15,17 2 0-15,-17-2 0 0,22 7 2 16,-12-4-4-16,3 1-4 0,-2 0-1 0,1 1 2 16,-2-1-4-16,0 0 3 0,0 0-1 0,-1 0 1 15,-2-1 1-15,-1-1-1 0,-1 3-2 0,3 0 0 16,-4 0 10-16,2 3-10 0,1 3 2 0,-4-2 11 0,2 2 3 15,-1 0 0-15,0 1 0 0,-1 0 1 16,-1 4 1-16,1-1 1 0,-2-2-2 0,0-2 3 0,1 1-1 16,-2 0 1-16,1 0-16 0,-1-2-27 15,1-2-28-15,1-1-29 0,-2-7-28 0,0 0-46 16,0 21-39-16,0-21-37 0,2 8-217 0,-2-8-490 0,0 0 216 16</inkml:trace>
  <inkml:trace contextRef="#ctx0" brushRef="#br0" timeOffset="17103.57">21713 4001 101 0,'0'0'203'16,"2"-9"-18"-16,-2 9-18 0,0 0-26 0,3-7-4 16,-3 7-14-16,0 0-10 0,0 0-14 0,0 0-14 15,0 0-32-15,0 0-40 0,0 0-28 0,0 0-33 16,-9 30-34-16,6-22-42 0,0 3-69 0,1 0-207 15,-1-1 92-15</inkml:trace>
  <inkml:trace contextRef="#ctx0" brushRef="#br0" timeOffset="17228.59">21701 4232 25 0,'1'11'204'0,"-1"-11"-6"0,1 7-16 0,-1-7-17 16,0 0-19-16,-1 10-11 0,1-10-14 0,0 0-13 15,0 0-16-15,0 0-32 0,0 0-44 0,5 9-65 16,-5-9-64-16,0 0-102 0,0 0-234 15,0 0 104-15</inkml:trace>
  <inkml:trace contextRef="#ctx0" brushRef="#br0" timeOffset="17375.12">21940 4119 2246 0,'0'0'106'0,"6"-5"-34"0,-6 5-47 16,0 0-3-16,3-5-8 0,-3 5-4 0,0 0-3 15,0 0-2-15,0 0 1 0,0 0-3 0,0 0-4 16,0 0-12-16,0 0-28 0,0 0-26 0,0 0-38 15,8-8-47-15,-8 8-31 0,0 0-143 0,0 0-353 16,0 0 156-16</inkml:trace>
  <inkml:trace contextRef="#ctx0" brushRef="#br0" timeOffset="18831.74">7350 4719 132 0,'0'0'175'0,"-8"-1"-8"0,8 1-6 16,0 0-11-16,-8-3-11 0,8 3-10 0,0 0-10 15,0 0-10-15,0 0-11 0,0 0-3 0,0 0-4 16,0 0 0-16,0 0-1 0,26 6-1 0,-14-6-1 16,10 2-1-16,6-1-3 0,4 0 0 0,18 1 2 15,2 2-5-15,5-6-22 0,5 2 3 0,29-2-2 16,2 0-2-16,-28 1-5 0,36-5-6 0,-5 6 3 15,-1-4-4-15,4 1-1 0,4 1-3 0,5-1 5 0,-1-1-8 16,4 6-3-16,-3-2-3 0,5-4-2 16,-5 4-7-16,-2-2 3 0,8 4 5 0,-3-4-13 15,1 2 6-15,-3 2-1 0,-1-4-12 0,3 4 0 16,-1-2-2-16,10 0 0 0,-4 0-1 0,12-2 0 16,-5-1-1-16,1 1 1 0,1 4-5 0,5-2 3 15,2-6-1-15,0 5-3 0,-5 2 3 0,-1-2-4 16,-1 0 4-16,0 3-3 0,-5-4 5 0,7 2 3 15,7 2-5-15,-6 4-1 0,2-3-1 0,-2 1 1 16,-3 3 3-16,3-2 0 0,-2 0-2 0,0 1 0 16,-2 0-2-16,-6 3 0 0,2-1 4 0,-6-1-7 15,-5-1 0-15,2 0 1 0,-2 0 2 0,-2 2-4 16,-3-5 1-16,-4-2-1 0,-3 0-1 0,1 2-1 16,-1-3 0-16,-9 0 4 0,8 2-2 0,-3 3 0 15,-1-5 0-15,-1 4 0 0,0-2 0 0,-25 1 3 16,25 0 0-16,5-1 0 0,-31 2 0 0,23-1 2 15,-19-1-5-15,23 2 3 0,-27-2 0 0,26 1-2 0,-26-1 1 16,0-2-1-16,26 0 1 0,-27 1-2 16,25 0-3-16,-29-1 5 0,6 0-3 0,26-2 2 15,-27-1-5-15,26 1 3 0,-26-2-2 0,26-2 4 16,-28 2 0-16,3-1 0 0,-1 0 0 0,1 0-4 16,2 1 4-16,-7 1-1 0,2-2-2 0,-4 2 2 15,3 0-1-15,-5-3 8 0,0 4-7 0,-2-1 0 16,-1 3-6-16,-4 0 6 0,-11-4 0 0,12 2 1 15,-14 1 5-15,13-2 1 0,-11 2-1 0,-1 0-2 16,2-1 1-16,14 4 5 0,-4-4 1 0,-11 0 1 16,-2 2-2-16,0-1 0 0,16-2-5 0,-3 2 4 0,-9 0 1 15,10-2-3-15,-11 3-2 0,14-2 1 0,1 0 8 16,-3 2-10-16,2 2-1 0,-2-2 1 16,-1-4 1-16,0 4-1 0,4 1-1 0,-1 0 3 15,1 4-4-15,2-3 1 0,1-1 0 0,-2 0-2 16,-1 2-1-16,5-5 2 0,-1 5 3 0,0-3-5 0,2 0 0 15,0-1-2-15,2 4 4 0,0-9-5 16,-1 5 3-16,0 2 3 0,-1-3-5 0,-2 0 1 16,0 2 1-16,-3-2 3 0,1 1-4 0,-2-3 3 15,2-1 0-15,-5 1-4 0,1 0 1 0,-13 2-2 16,14-5 3-16,-16 2-2 0,15-3-2 0,-15 2 6 16,2 2-1-16,11-2-3 0,0-1 0 0,-14 4 2 15,2-2-5-15,-1 3 5 0,-1-5-3 0,0 3 1 16,0 3 0-16,-1-2-1 0,-3 1 1 0,-1-2 2 15,-3 0-2-15,-2 3 0 0,-5 0 0 0,-3 0 1 16,0 0 3-16,-5 0-2 0,3 0 3 0,-4 1 4 16,-1-2 5-16,-2 2 3 0,-1-2 3 0,0 2 2 0,-1-1 2 15,-2-3 0-15,-6 4-1 0,11-4-2 16,-11 4 1-16,8-4-9 0,-4 0-14 0,-4 4-22 16,7-6-42-16,-7 6-38 0,0-11-47 0,0 11-45 15,-11-19-62-15,-2 8-235 0,-4-2-535 0,-7-6 236 16</inkml:trace>
  <inkml:trace contextRef="#ctx0" brushRef="#br0" timeOffset="25885.02">9812 5965 5 0,'0'0'82'0,"0"0"4"0,0 0-4 15,0 0-6-15,0 0-5 0,0 0-6 0,0 0 0 16,0 0-1-16,0 0-7 0,0 0-2 0,0 0-6 15,0 0 4-15,0 0-19 0,0 0 8 0,0 0-4 16,0 0 0-16,0 0 11 0,0 0-14 0,0 0-6 16,0 0-12-16,0 0 22 0,0 0-8 0,0 0-2 15,0 0 2-15,0 0 2 0,0 0 0 0,0 0-7 0,0 0-16 16,0 0 22-16,0 0-6 0,0 0-1 0,0 0 2 16,0 0-5-16,0-8 3 0,0 8 0 0,0 0 5 15,0 0-11-15,0 0 8 0,0 0 1 16,0 0-8-16,0 0 2 0,0 0-5 0,0 0 5 0,0 0-4 15,0 0-2-15,0 0 5 0,0 0-5 0,0 0 1 16,0 0-1-16,0 0-7 0,0 0 8 0,0 0-1 16,0 0-2-16,0 0-1 0,0 0 0 0,0 0 4 15,0 0-2-15,0 0 4 0,0 0 1 0,-5-14 0 16,5 14-1-16,0 0 5 0,0 0 0 0,0 0-2 16,0 0-7-16,0 0 2 0,0 0 2 0,0 0-4 15,1-7 4-15,-1 7-2 0,0 0-1 16,0 0 2-16,0 0-7 0,0 0 3 0,0 0 0 0,0 0 12 15,0 0-5-15,0 0-3 0,0 0-3 0,6-4 1 16,-6 4-4-16,0 0 0 0,0 0-5 0,0 0 4 16,0 0-6-16,0 0 0 0,0 0 1 0,0 0-2 15,0 0 0-15,0 0-3 0,0 0 0 0,0 0-2 16,0 0 5-16,0 0-2 0,0 0 0 0,0 0 0 16,4 22 0-16,0-16 1 0,1 3 0 0,-1-1 2 15,0 3-2-15,0-2 3 0,3 5 0 0,-1 0 4 16,-1 0-1-16,-1 2 6 0,2 2 1 0,0 0-3 15,-2 0 3-15,0-2-4 0,-1 0 1 0,0 0 5 16,3 2-10-16,-3-2 2 0,0-3 7 0,1 2-9 16,-1-3-2-16,0 0 0 0,-2-2 1 0,2-2-1 15,-2 1 1-15,1-3-2 0,-2-6 1 0,2 10-2 16,-1-7 9-16,-1-3-5 0,0 0 9 0,0 11 5 16,0-11 9-16,0 0 10 0,0 0 3 0,3 6 7 15,-3-6 3-15,0 0-1 0,0 0-1 0,0 0-9 16,0 0 0-16,0 0-7 0,0 0 0 0,0 0-6 15,0 0 1-15,0 0-1 0,0 0-5 0,3-22-3 16,-3 22-5-16,2-14-2 0,-1 8 2 0,4-3-6 16,-2 0 6-16,2 1-7 0,0-1-4 0,3-1 0 15,-2 0-2-15,6-4-7 0,-3 5 4 0,5-3-2 16,0-1-3-16,1 1 2 0,6-6 2 0,-2 6-2 16,0-5 4-16,4 4-5 0,-5 2-1 0,4-4 2 15,-6 7-1-15,-2-3 1 0,4 3-1 0,-1-1 1 16,-6 2-2-16,0 1 8 0,0-2-5 0,-3 3 0 15,-1-1 0-15,1 0 2 0,0 3-2 0,-3-1 2 16,0 0-1-16,-5 4-2 0,9-6-2 0,-9 6-3 16,5-2 1-16,-5 2-3 0,0 0 1 0,0 0-2 15,0 0 1-15,10 7 1 0,-7 2 4 0,-2 7 6 16,2 3 10-16,-5 11 6 0,1-1 8 0,-2 2 7 16,1 3 5-16,-3-2 0 0,0 1-1 0,-2 0 12 15,5 2-7-15,-1-2-6 0,1-3 0 0,-2 1-3 16,0-1-5-16,4 0-2 0,2-3 0 0,-2 2-3 0,6-2-9 15,1 0-33-15,5 0-37 0,-2-3-44 0,4-2-58 16,1 0-57-16,2-3-69 0,-3-5-219 16,1-3-546-16,5 0 242 0</inkml:trace>
  <inkml:trace contextRef="#ctx0" brushRef="#br0" timeOffset="26205.96">11211 6332 135 0,'0'0'216'0,"0"0"-18"0,0 0-9 15,0 0-16-15,0-10-18 0,0 10-16 0,0 0-15 16,0 0-11-16,16-2-12 0,-6 0-9 0,0 2-23 16,3 0-22-16,0-3-25 0,5 6-40 0,-2-3-42 0,5 0-44 15,-2 0-162-15,-8 0-287 0,3 0 128 16</inkml:trace>
  <inkml:trace contextRef="#ctx0" brushRef="#br0" timeOffset="26370.82">11219 6432 154 0,'-5'6'214'0,"5"-6"-18"0,0 0-5 0,-1 7-6 15,1-7-9-15,0 0 7 0,11 7-17 0,1-5-15 0,1-2-16 16,7 2-18-16,0-1-38 0,10-1-40 0,-2 2-50 15,1-2-75-15,-1-2-66 0,-6 1-138 16,5-1-314-16,-10-1 139 0</inkml:trace>
  <inkml:trace contextRef="#ctx0" brushRef="#br0" timeOffset="27679.62">7115 6025 116 0,'0'-10'212'0,"0"10"-6"15,-1-9-14-15,1 9-21 0,0 0-19 0,0 0-16 16,-1-9-8-16,1 9-5 0,0 0-5 0,0 0-13 15,0 0-5-15,1 25-1 0,0-13-7 0,-2 4-6 16,4 2-7-16,-3 0-7 0,1 0-4 0,-2 2-10 16,2 1-3-16,-1-2-7 0,1-1-5 0,1-1-6 15,-2-1-19-15,0 0-28 0,0 0-38 0,0-3-33 16,1-1-54-16,-1-1-39 0,1-1-171 0,-3-2-373 16,2-8 165-16</inkml:trace>
  <inkml:trace contextRef="#ctx0" brushRef="#br0" timeOffset="27836.99">7042 5699 25 0,'0'0'3'0,"0"0"-8"0,-8 19-6 16,8-19 4-16</inkml:trace>
  <inkml:trace contextRef="#ctx0" brushRef="#br0" timeOffset="28044.75">7462 5897 33 0,'12'12'162'16,"-1"0"-15"-16,-3 5 11 0,0 0-11 0,-3 2-10 0,1 6-6 15,-5 3-4-15,-5 4-12 0,-1-2-10 16,-4 0-7-16,-1 2-11 0,-4-2-8 0,-3-1-6 16,3-3-11-16,-3 1-12 0,2-4-23 0,0-1-35 15,-3-1-19-15,5-6-36 0,-1 0-38 0,-3-4-38 16,-7 4-95-16,5-5-253 0,-8-3 112 0</inkml:trace>
  <inkml:trace contextRef="#ctx0" brushRef="#br0" timeOffset="28257.62">6765 5981 102 0,'-15'10'179'0,"-3"9"-1"0,-1 3-8 15,2 6-11-15,1 1-2 0,5 3-17 0,1 1-13 16,6 2-11-16,6 0-14 0,4-2-7 0,7 1-12 15,5-1-21-15,12 6-27 0,10-3-34 0,6-7-39 16,8-7-54-16,3-4-48 0,-1-5-100 0,2-1-259 16,1-6 115-16</inkml:trace>
  <inkml:trace contextRef="#ctx0" brushRef="#br0" timeOffset="31273.73">13444 6010 13 0,'0'-10'157'0,"4"-1"-1"0,-4-1-9 0,2 2-7 15,2 0-9-15,-4-1 1 0,0-1-2 0,3 3-3 16,-1 2-5-16,0 1-2 0,-2 6-3 0,4-10-8 16,-2 4-9-16,-2 6-7 0,0 0-12 0,0-10-11 0,0 10-8 15,0 0-5-15,0 0-12 0,0 0 2 16,0 0-10-16,0 0-4 0,0 0 3 0,0 0-3 15,5 20-1-15,-9-9-5 0,1 4 1 0,1 1-4 16,0 3 0-16,-2-2-2 0,-3 2-3 0,5 5-4 16,-6 0 2-16,4-5 1 0,0-4-7 0,-1 0 5 15,1 1-4-15,-2-1 4 0,5-4-8 0,-4 1 1 16,1 0 0-16,-1-3 0 0,1 1-5 0,0-2 5 16,0 0-1-16,1-3 0 0,-1 0-2 0,4-5 1 0,-5 7 0 15,5-7-1-15,-3 7 0 0,3-7 1 16,0 0 0-16,-2 7-1 0,2-7 0 0,0 0 0 15,-4 6-5-15,4-6 2 0,0 0-3 0,0 0 0 16,0 0-4-16,0 0 5 0,0 0-3 0,16 0-4 0,-16 0-2 16,17 0-4-16,-2-4-1 0,-2 4 1 0,5-3-1 15,-5 3-8-15,5-3 7 0,2 0 0 16,-2 1 0-16,3-2 1 0,-4 0 1 0,2 0 1 16,-2-2-1-16,1 3 4 0,-5-2 2 0,4 0-1 0,-6 1-1 15,3-2 1-15,-6 1 5 0,1 0 0 0,0 0-3 16,-2-1 2-16,0 1 0 0,-1 0 5 15,-2-1 2-15,-3-1 2 0,3-2-3 0,-1 1 3 0,-1 1-2 16,-2-1 7-16,2 1 3 0,-1 0-2 16,-1 7 1-16,0-12 5 0,0 12 3 0,-1-10 1 0,1 10 1 15,3-7-4-15,-3 7-2 0,0 0-5 0,0 0-6 16,0 0 2-16,0 0-2 0,0 0-3 0,0 0 0 16,0 0 2-16,-5 26 3 0,5-10 0 15,-5 0 1-15,1 3 0 0,-1 1 0 0,1 3-2 0,-1 3-2 16,1-8 0-16,0 2 1 0,1 0 1 0,1-1-2 15,-3 6 3-15,1-8-5 0,1 1-15 0,2 2-27 16,-4-2-23-16,3 0-35 0,0-1-20 16,0-1-29-16,2 0-33 0,0-3-36 0,-3-4-109 0,3-1-349 15,-3-2 156-15</inkml:trace>
  <inkml:trace contextRef="#ctx0" brushRef="#br0" timeOffset="31663.23">13960 6210 50 0,'0'0'189'15,"4"-5"-15"-15,-4 5-20 0,0 0-18 0,0 0-5 16,0 0-3-16,0 0-1 0,0 0 0 0,-13 19 0 16,8-9 1-16,-3 6-14 0,0-2-6 0,1 1-10 15,1 2-6-15,2-2-5 0,-3 1 5 0,0 1-9 16,5-1-7-16,1-4-9 0,1 0-5 0,0 0-8 15,3-2-3-15,-1 0-5 0,3-1-5 0,2 1-1 16,2-5 1-16,-1 1-6 0,4-1 2 0,1-2-9 16,6-1-1-16,-4-2-3 0,5-2 0 0,-2-2-6 15,0-1 4-15,3-2-3 0,-4-2 2 0,-3 1 3 16,1-3 2-16,-1 0 1 0,-5-2-4 0,2 0 2 16,-1-3-6-16,-4 2 4 0,-1-2 3 0,-4 3-3 15,1-5 0-15,-4 0-2 0,0 1-5 0,-4-1-4 16,0 0 3-16,-4 3-1 0,-1-2 0 0,2 2-7 15,-5 3-2-15,1 0-1 0,3 5 1 0,-1 0-3 16,0 4-8-16,-2 1-11 0,4 4-12 0,-2-1-16 16,1 3-18-16,-3 1-25 0,4 0-41 0,-2 2-26 15,4 2-37-15,3 0-33 0,-1 0-156 0,1 0-412 16,1 1 182-16</inkml:trace>
  <inkml:trace contextRef="#ctx0" brushRef="#br0" timeOffset="31869.71">14369 6343 131 0,'0'0'256'0,"8"1"-19"16,-8-1-12-16,0 0-7 0,0 0-15 0,0 0-9 16,0 0-11-16,7 1-14 0,-7-1-15 0,0 0-18 15,0 0-16-15,0 0-11 0,0 0-15 0,0 0-23 16,0 0-26-16,4 9-36 0,-4-9-41 0,2 6-43 15,-2-6-56-15,1 8-34 0,-1-8-194 0,0 7-388 16,0-7 172-16</inkml:trace>
  <inkml:trace contextRef="#ctx0" brushRef="#br0" timeOffset="32311.99">14986 6044 87 0,'0'0'253'0,"3"-6"-23"15,-3 6-22-15,1-7-17 0,-1 7-19 0,0 0-14 16,0 0-12-16,0 0-6 0,0 0 0 0,-26 7-7 16,19 2-4-16,-7 4-12 0,-3 9-10 0,2 0-5 15,0-2-3-15,-1 3-5 0,3 2-7 0,0-4-9 16,5-2-6-16,-2 0-6 0,6 0-9 0,-4-2-7 15,3-1-4-15,0 1-1 0,2 2-4 0,1-3-3 16,0-1-2-16,4-2-10 0,-2-1 2 0,4-2-3 16,-2 2 0-16,5-3-5 0,-1 3 0 0,0-5-1 15,5 0 0-15,-2-1 3 0,0 0-6 0,2-1-3 16,-2-2 1-16,4-3 0 0,-3 0-2 0,0 0-1 16,0-2 2-16,3-2-3 0,-4-1 3 0,2 1-4 15,-2-2 0-15,-1-4-1 0,0 3 0 0,-1-2 1 16,-1-3-3-16,-5 2 2 0,0-1 1 0,-1-2-3 15,0 3-4-15,-4-5 1 0,0 5-3 0,-1 1 3 16,-4 0-3-16,2 0-3 0,-4 3 0 0,-1 1 1 16,-1 2-1-16,1 2-3 0,-7 3-1 0,-2 3-17 0,0-1-14 15,-6 4-26-15,-1 2-25 0,0-1-28 16,5-2-36-16,6 2-33 0,0 1-31 0,4-1-40 16,-3 0-136-16,5-3-424 0,6 1 187 0</inkml:trace>
  <inkml:trace contextRef="#ctx0" brushRef="#br0" timeOffset="32869.94">15655 6075 62 0,'0'0'230'0,"0"-11"-18"16,0 11-23-16,0 0-13 0,-1-8-21 0,1 8-15 15,0 0-16-15,0 0-12 0,0 0 1 0,0 0-2 0,-21 27-8 16,8-5-2-16,-1 2-4 0,-2 3-6 16,-2 0-4-16,2 0-13 0,-4-3-9 0,7-1-1 15,-1 2-12-15,0-2 3 0,1-1-9 0,2-6-2 16,3 2-14-16,0-4-24 0,1 2-32 0,0-7-35 0,4 3-32 15,0-6-42-15,-1 1-43 0,2 0-163 16,-2-2-370-16,4-5 163 0</inkml:trace>
  <inkml:trace contextRef="#ctx0" brushRef="#br0" timeOffset="33023.32">15357 6119 107 0,'8'-1'150'0,"-8"1"-25"0,11 5-33 0,-3-3-26 16,3 5-53-16,0-2-106 0,0-1-99 0,5 6 44 15</inkml:trace>
  <inkml:trace contextRef="#ctx0" brushRef="#br0" timeOffset="33177.21">15726 6440 152 0,'0'0'187'16,"7"4"-17"-16,-7-4-12 0,0 0-21 0,7 2-19 15,-7-2-26-15,9 4-36 0,-1-4-45 0,1 1-46 16,1-1-32-16,3 1-97 0,-2 1-177 0,5-2 79 16</inkml:trace>
  <inkml:trace contextRef="#ctx0" brushRef="#br0" timeOffset="33401.28">17140 6270 152 0,'0'0'273'0,"9"-3"-31"0,-9 3-20 0,10 0-24 15,-2-2-18-15,2 2-20 0,0-2-13 0,2 3-24 16,2-4-31-16,-1-1-34 0,4 4-49 0,-4 0-52 16,0 0-46-16,0 0-54 0,-7 2-121 0,3-2-285 15,-9 0 126-15</inkml:trace>
  <inkml:trace contextRef="#ctx0" brushRef="#br0" timeOffset="33554.11">17055 6431 10 0,'-2'4'286'0,"2"-4"-25"16,0 0-27-16,-9 3-23 0,9-3-15 0,0 0-22 16,0 0-18-16,0 0-13 0,0 0-15 0,23 8-19 0,-5-7-29 15,2-1-38-15,7-2-42 0,3 2-53 0,4-4-63 16,4 1-62-16,-1 0-103 0,1-1-304 16,0-3 135-16</inkml:trace>
  <inkml:trace contextRef="#ctx0" brushRef="#br0" timeOffset="34170.32">18661 6083 94 0,'0'0'274'0,"0"0"-17"0,2-11-21 15,-2 11-16-15,0 0-16 0,0-6-15 0,0 6-11 16,0 0-14-16,0 0-10 0,0 0-18 0,0 0-10 16,0 0-15-16,0 0-8 0,0 0-14 0,0 0-3 15,0 0-13-15,0 0 0 0,-14 17-10 0,10-5-1 16,3-3-12-16,0 2-2 0,1 2-7 0,1-3-1 16,4 6-7-16,-2-1-1 0,2-3 0 0,1 3-4 15,2 3 0-15,1 0 0 0,0 0-8 0,1-1-1 16,-1-1 6-16,8 3-6 0,-5-3 1 0,0 0-2 15,-1 0-5-15,-2-2 8 0,4 0-10 0,-3-1 2 16,-3-5-4-16,0 2 0 0,-4-3 1 0,-1 0-1 16,-2 1 8-16,0-8-8 0,-10 14-4 0,0-10 1 15,-5 1 0-15,-5-2-6 0,1-3-11 0,-3 0-1 16,3 0 2-16,-2-3 1 0,1 0 0 0,0-1 3 16,5-1-2-16,2 0 4 0,1-1-2 0,0-2 1 15,4 1 0-15,2-1 2 0,4-3-4 0,2 1-5 16,3-2-4-16,-1 1 1 0,4 0-5 0,6-2-2 15,1 0 2-15,4 1 3 0,7-1 3 0,-2-1-3 16,-4 3 1-16,0 1 6 0,-2 0 0 0,7-4 0 0,-6 3 1 16,1 1 2-16,-6 1 0 0,5-2 3 0,-3 1-1 15,-1-3 4-15,-3 1 6 0,2-1 7 16,-7 4-1-16,2-2 1 0,-3-2 9 0,0 2-8 16,-3 0-2-16,1 1 3 0,-2-1-3 0,-3 0 1 0,2 1-1 15,-3 2-3-15,-1-2-3 0,-1 2 4 0,-1 1-3 16,-2 2 2-16,-1 0-4 0,0 0-2 15,-1 2 0-15,0 2 1 0,-1-1-2 0,-2 2 0 16,3 2-13-16,-1 1-14 0,2-1-17 0,-3 3-21 0,0-1-22 16,2 2-14-16,2 0-26 0,-1 1-24 0,2 1-19 15,5 0-17-15,0 1-5 0,3 2-21 0,1 0-122 16,2 0-362-16,7 2 161 0</inkml:trace>
  <inkml:trace contextRef="#ctx0" brushRef="#br0" timeOffset="35164.1">19178 6028 166 0,'0'0'202'0,"3"-10"-7"0,-2 5-1 0,-1 5 0 16,0 0-2-16,1-10-8 0,-1 10-12 0,0 0-6 15,4-4-24-15,-4 4-12 0,0 0-13 0,0 0-12 16,0 0-13-16,0 0-9 0,0 0-7 0,0 0-4 16,0 0-1-16,5 18 0 0,-5-10-1 0,3 5 2 15,-3 4-11-15,1 1-2 0,-2 8 0 0,1-2-6 16,0-3-1-16,0-2-3 0,2 6-3 0,-2-1-4 15,0 0-4-15,0-7-4 0,0 0-3 0,0 1-2 16,-1-1-4-16,1-1-13 0,0 0-18 0,0 1-32 16,0-7-28-16,-1 3-26 0,1-1-32 0,0-1-51 15,-1-1-39-15,1-1-43 0,-3-3-141 0,3-6-430 16,-1 9 190-16</inkml:trace>
  <inkml:trace contextRef="#ctx0" brushRef="#br0" timeOffset="35343.3">19394 6243 2115 0,'5'-5'23'0,"-5"5"29"15,0 0-28-15,7-6-17 0,-7 6-2 0,0 0-7 16,5-3 2-16,-5 3 0 0,0 0 1 0,0 0-1 16,0 0-2-16,0 0 3 0,6 9-12 0,-6-9-16 15,3 8-23-15,1-4-23 0,-4-4-34 0,6 10-39 16,-2-5-156-16,1 0-327 0,0-2 144 0</inkml:trace>
  <inkml:trace contextRef="#ctx0" brushRef="#br0" timeOffset="35645.68">19780 6054 56 0,'17'-9'212'0,"-2"2"-17"0,3 1-17 16,-3 1-8-16,-2 3-10 0,4 2-5 0,-6 3-3 0,1 3-5 15,-2 3-7-15,0-1-2 0,0 7-2 0,-3 2-4 16,-3 2-12-16,1 0 4 0,-4 1-20 0,-6 5-5 16,-1-3-9-16,-1 4-5 0,-3-2-10 0,0-7 7 15,-7 5-16-15,-1-3-5 0,4-4-4 16,-2-2 0-16,1-1 4 0,0-2-11 0,2-1-1 0,3-3-2 16,0-1-6-16,5-1-3 0,0-1 0 0,-1-1-1 15,6-2-7-15,-6 5 0 0,6-5-4 0,0 0-1 16,0 0 0-16,0 0-8 0,19 3-8 0,-2-3 24 15,11-4-25-15,4 0-32 0,1 1-31 0,6-1-29 16,-1-1-42-16,3 3-44 0,11-3-34 0,-11 3-34 16,10-1-16-16,3 3-146 0,-2-4-434 0,-12 1 192 15</inkml:trace>
  <inkml:trace contextRef="#ctx0" brushRef="#br0" timeOffset="35909.74">21043 6079 177 0,'4'-9'279'0,"1"5"-19"0,-3-1-18 16,-2 5-18-16,5-7-20 0,-5 7-18 0,3-8-19 15,-3 8-5-15,0 0 0 0,0 0 1 0,0 0-1 16,-13 26 3-16,6-9-5 0,-2 7-11 0,-3 1-1 16,1 1-17-16,0-1-14 0,-1-1-8 0,4 1-9 15,-5 1-8-15,0-1-2 0,2 1-11 0,4-6-7 16,-5 1-7-16,3-3-4 0,1 0-6 0,-1-1-2 15,2-1-7-15,1 0-4 0,-1-1-25 0,1-4-27 16,1 0-31-16,0 0-26 0,0-1-19 0,-1-1-29 16,2-2-33-16,-1 2-37 0,2-2-33 0,-2-4-19 15,5-3-55-15,-10 6-165 0,2-6-495 0,8 0 219 16</inkml:trace>
  <inkml:trace contextRef="#ctx0" brushRef="#br0" timeOffset="36078.11">20791 6116 228 0,'0'0'245'0,"0"0"-26"0,0 0-28 0,0 0-24 0,0 0-20 16,0 0-30-16,0 0-33 0,7 17-28 16,-5-10-34-16,3 2-35 0,3-1-29 0,3 7-47 15,3-4-133-15,-1 2-241 0,10 4 106 0</inkml:trace>
  <inkml:trace contextRef="#ctx0" brushRef="#br0" timeOffset="36223.21">21198 6451 2655 0,'8'6'173'15,"-3"1"-56"-15,-1-3-56 0,-1-1-25 0,-3-3-9 16,6 7-8-16,-6-7 0 0,4 5-9 0,-4-5-1 16,0 0-2-16,5 5 0 0,-5-5-2 0,0 0-7 0,7 4-31 15,-7-4-42-15,0 0-57 0,0 0-57 16,0 0-76-16,7 1-144 0,-7-1-441 0,0 0 195 15</inkml:trace>
  <inkml:trace contextRef="#ctx0" brushRef="#br0" timeOffset="37323.56">13949 5061 184 0,'-7'-8'215'0,"7"8"-14"0,0 0-24 0,-2-6-8 16,2 6-19-16,0 0-13 0,0 0-18 0,0 0 7 15,0 0 2-15,0 0 10 0,-2 23-5 0,1-11 0 16,-4 5-14-16,-1 1-7 0,4 2-7 0,-3 4-9 16,-1 1-13-16,4-6-6 0,0 7 1 0,-1-3-5 15,0 2-18-15,3-6 0 0,3 0-9 0,-3-2-19 16,2-3-24-16,-2-1-26 0,0-4-32 0,-2 3-36 16,2-12-55-16,-3 21-41 0,3-14-26 0,-2 2-158 15,2-9-402-15,-5 10 179 0</inkml:trace>
  <inkml:trace contextRef="#ctx0" brushRef="#br0" timeOffset="37646.11">13928 5249 67 0,'14'-7'198'0,"4"3"-17"16,2 1-22-16,2 1-13 0,8 1-14 0,-1 2-15 15,2-3-13-15,-4 0-25 0,2 1-19 0,-6 0-31 16,4-1-14-16,-4 2-19 0,-4-1-17 0,1 0-10 15,-7-1-1-15,0 1-6 0,1-1-4 0,-1-1 3 16,-2-1 3-16,-3 1 6 0,2-3 4 0,-10 6 5 16,10-11 16-16,-7 3 0 0,1 0 15 0,-4 8 14 15,3-19 5-15,-3 10 12 0,0-1 9 0,-3 0 13 16,3 0 3-16,-2 2 20 0,2 8 6 0,-2-10 7 16,2 10-10-16,0-10-5 0,0 10-16 0,0 0-4 15,0 0-9-15,0 0-1 0,0 0 0 0,0 0 2 16,0 0-8-16,-3 36 5 0,2-19-5 0,0 1-3 15,-3 1-5-15,2 1 1 0,0 10-6 0,-2-3-11 16,1-1-32-16,0-6-31 0,3-3-41 0,0 2-51 16,-2-2-48-16,2 1-144 0,0-2-351 0,-2-3 156 15</inkml:trace>
  <inkml:trace contextRef="#ctx0" brushRef="#br0" timeOffset="37815.58">14436 5331 2229 0,'7'-10'76'0,"-7"7"-22"0,0 3-15 0,9-6-19 0,-9 6-3 16,4-6-8-16,-4 6-6 0,7-4 0 0,-7 4-1 15,0 0-1-15,0 0 0 0,11 2 0 0,-11-2-16 16,8 8-28-16,-5-5-21 0,5 6-50 0,0-5-53 16,-1 2-175-16,4 0-371 0,0-1 164 0</inkml:trace>
  <inkml:trace contextRef="#ctx0" brushRef="#br0" timeOffset="38237.11">14754 5175 100 0,'0'0'222'16,"0"0"-26"-16,0 0-13 0,0 0-13 0,0 0 0 16,0 0-9-16,-3 27-12 0,1-14-7 0,2 3-8 15,-3 0-5-15,3 1-4 0,3-2-10 0,0 1-3 16,0 1-6-16,1-5-6 0,2-2-6 0,2 2-6 15,3-1-13-15,0-1-3 0,1-3-11 0,0-2-2 16,5 0-7-16,-4-3-4 0,7-2-4 0,-7-2-1 16,2 1-8-16,-4-3-2 0,6-1-3 0,-8 1-2 15,-2-2-3-15,2-3 0 0,-1 1-6 0,-2-1-2 16,0 2-1-16,-1-3 1 0,-1 1-5 0,2 3 5 0,-3-1-6 16,-1 1-3-16,-2 6 0 0,3-11-2 15,1 6-3-15,-4 5 2 0,2-7-9 0,-2 7 0 16,0 0 4-16,0 0-3 0,0 0-3 0,0 0 2 15,0 0 2-15,14 15-2 0,-9-12 6 0,-2 2-4 16,2-2 0-16,0 3 0 0,-1-2 1 0,1 1 1 16,0-1 2-16,-5-4 1 0,13 6 2 0,-8-6 8 15,-5 0 5-15,0 0 11 0,14-6 4 0,-6 2 2 16,-6-2 1-16,2-4 2 0,-3 0 0 0,1-2-9 16,-2 0 4-16,-2 2-8 0,2-3-2 0,-3 2 0 0,0-1-16 15,0 1-19-15,0-1-21 0,0 2-23 16,-3 1-35-16,2 0-38 0,0 5-45 0,4 4-58 15,-1-10-36-15,1 10-170 0,0 0-475 0,0 0 210 16</inkml:trace>
  <inkml:trace contextRef="#ctx0" brushRef="#br0" timeOffset="38388.87">15335 5220 210 0,'5'1'340'15,"2"1"-18"-15,-7-2-23 0,10 1-23 0,-10-1-23 16,6 3-19-16,-6-3-26 0,0 0-19 0,9 1-19 0,-9-1-28 15,0 0-42-15,0 0-52 0,0 0-56 0,12 0-69 16,-12 0-80-16,7 4-86 0,-7-4-142 16,15-1-416-16,-3-3 185 0</inkml:trace>
  <inkml:trace contextRef="#ctx0" brushRef="#br0" timeOffset="38811.18">19205 5111 2588 0,'0'0'74'0,"0"0"17"0,0 0-22 15,0 0-11-15,-6-27-6 0,6 27 2 0,-3-9 11 16,3 9-5-16,-1-6-2 0,1 6 8 0,0 0-1 15,0 0 9-15,-1-10-1 0,1 10-6 0,0 0-11 16,6-9 5-16,7 6-17 0,-2-1 0 0,10 2-6 16,0-2-6-16,10 0-15 0,1 2-23 0,-3-1-11 15,3 0-28-15,-2 1-17 0,-10 0-36 0,2-1-30 0,-4 2-33 16,-7 1-30-16,1-2-34 0,-3 1-22 16,-9 1-191-16,7 0-474 0,-7 0 210 0</inkml:trace>
  <inkml:trace contextRef="#ctx0" brushRef="#br0" timeOffset="39006.08">19305 5011 170 0,'0'0'176'0,"-9"1"-14"0,9-1-10 15,-12 5-2-15,7-3 4 0,0 3 9 0,-3 5 3 16,1-2 2-16,-3 7 8 0,-2 1-8 0,2 0-1 16,0 6-2-16,1-2-9 0,0-1-10 0,1 4-6 15,-2-1-15-15,5-3-11 0,-2 0-13 0,4 0-8 16,-1 6-5-16,2-7-12 0,1 1-9 0,-2-6-22 15,2 2-39-15,0-4-26 0,1 2-45 0,0-5-41 16,-1 0-55-16,1-1-57 0,0-7-236 0,0 11-493 0,0-11 218 16</inkml:trace>
  <inkml:trace contextRef="#ctx0" brushRef="#br0" timeOffset="39159.28">19169 5292 58 0,'0'0'265'0,"7"-4"-27"0,-7 4-25 0,0 0-22 0,5-3-16 16,-5 3-16-16,0 0-17 0,13 2-14 16,-6-1-15-16,6-1-19 0,0 3-44 0,1-2-60 15,3 0-69-15,3-1-211 0,0-1-314 0,0 1 139 0</inkml:trace>
  <inkml:trace contextRef="#ctx0" brushRef="#br0" timeOffset="39316.86">19562 5293 236 0,'0'0'287'0,"0"0"-29"0,0 0-26 16,0 0-22-16,0 0-22 0,0 0-17 0,0 0-19 15,0 0-28-15,0 0-29 0,0 0-36 16,0 0-39-16,9-1-43 0,-9 1-49 0,10 3-62 16,-4-2-167-16,2 1-326 0,2-2 145 0</inkml:trace>
  <inkml:trace contextRef="#ctx0" brushRef="#br0" timeOffset="39766.15">19815 5149 75 0,'0'0'251'15,"5"-7"-28"-15,-5 7-24 0,5-4-19 0,-5 4 0 16,0 0 3-16,0 0 4 0,0 0-1 0,-10 25-4 16,6-14-6-16,0 0-6 0,-2 3-9 15,3 0-9-15,2-3-11 0,-2 5-8 0,2 0-10 16,3-6-11-16,0 2-13 0,4 3-9 0,2-1-5 0,1-6-4 15,-2 2-9-15,2-4-7 0,2 0-1 0,1-1-7 16,-1-2-7-16,1-1-5 0,0-2-4 0,-2-1-7 16,0-4-1-16,1-2-8 0,-2 4-1 15,-1-4-4-15,-3 2-4 0,5 0-1 0,-5-3-3 0,1 1-4 16,2 0-3-16,-3-3-7 0,1 1-1 0,1-1 0 16,-3 4 1-16,-1 1 1 0,2 0-3 0,-5 5-2 15,5-9-3-15,-5 9 9 0,7-1-9 0,-7 1 0 16,0 0-2-16,8 8 6 0,-8-8-1 0,3 11 3 15,0-4 8-15,3 1-12 0,-1 0 1 0,1 2 8 16,-1 1-4-16,1-1 2 0,3-2 6 0,2 1-4 16,-1-2 11-16,2-3 5 0,1 0 13 0,7 0-13 15,0 0 7-15,-6-4 1 0,4 0 11 0,-1-4 7 16,-5-1-1-16,6-4-8 0,-8 2 25 0,4-3-1 16,-6 1-10-16,1-4 3 0,0 2 2 0,-3 0-15 15,-1-1 2-15,-2 0 4 0,1-3-7 0,-3-1-2 16,0 4-2-16,-2-5-8 0,-2 5-15 0,1 0-10 15,-2-1-15-15,-3 4-21 0,1-3-36 0,0 3-31 16,-2 2-36-16,-1 1-48 0,-2 2-60 0,6 2-65 16,-6 2-292-16,11 0-653 0,-15 2 290 0</inkml:trace>
  <inkml:trace contextRef="#ctx0" brushRef="#br0" timeOffset="39918.75">20520 5274 346 0,'8'4'420'0,"-3"-1"-37"15,-1-1-30-15,-4-2-20 0,9 4-23 0,-9-4-23 16,0 0-23-16,6 2-25 0,-6-2-23 0,0 0-16 0,8 4-30 16,-8-4-31-16,0 0-61 0,0 0-60 15,0 0-63-15,0 0-91 0,0 0-114 0,0 0-305 16,0 0-600-16,0 0 266 0</inkml:trace>
  <inkml:trace contextRef="#ctx0" brushRef="#br0" timeOffset="44249.75">6326 7892 63 0,'2'-6'258'0,"2"0"-16"0,-4 6-15 16,2-6-19-16,-2 6-13 0,3-7-23 16,-3 7-5-16,0 0-24 0,3-6-12 0,-3 6-17 15,0 0-5-15,0 0-6 0,0 0-7 0,0 0-7 0,6 17-2 16,-5-9-1-16,-1 2-5 0,2 2-6 16,-4 1-2-16,2 3-11 0,-2-1 0 0,2 3-8 15,-3-2-6-15,3-2-4 0,-1 1-4 0,-2-2-6 16,2 0-15-16,-2-3-26 0,2 3-22 0,-1-1-33 0,-3-1-31 15,3 1-39-15,1-2-52 0,-1-1-32 0,-1 1-178 16,2-3-425-16,1-7 188 0</inkml:trace>
  <inkml:trace contextRef="#ctx0" brushRef="#br0" timeOffset="44453.41">6539 7915 158 0,'4'-6'230'0,"0"0"-13"15,-4 6-14-15,1-8-19 0,-1 8-22 0,4-5-11 16,-4 5-7-16,0 0 0 0,0 0-2 0,0 0-2 16,-5 23-10-16,0-12-6 0,3 2-12 0,-3 2-11 15,1 3-11-15,1-2-3 0,-1 0-13 16,0 1-5-16,0-1-14 0,-1-5-20 0,2 4-28 0,1-3-26 16,1-2-40-16,-2 2-43 0,2-4-61 0,1-1-45 15,-3 0-160-15,3-7-399 0,-4 7 176 0</inkml:trace>
  <inkml:trace contextRef="#ctx0" brushRef="#br0" timeOffset="44611.42">6419 7591 107 0,'0'0'102'16,"0"0"-23"-16,0 0-37 0,0 0-37 0,0 0-37 15,0 0-19-15,13 29-54 0,-8-20 23 0</inkml:trace>
  <inkml:trace contextRef="#ctx0" brushRef="#br0" timeOffset="44795.94">6806 7795 1613 0,'19'4'11'0,"-1"2"-3"0,-1 1-13 15,-7 2 9-15,5 2 32 0,1 2 17 0,-5 2 16 0,6 5-3 16,-7-1-9-16,-1-1 11 0,-3 0 1 15,2 5 1-15,-5 3 0 0,-1-7-4 0,-2 5-9 16,-1 1-4-16,-3-7-8 0,0 1 1 0,-4-1-10 16,-3 0-18-16,0-1-22 0,-2-1-26 0,-6 0-26 0,3-2-37 15,0-2-25-15,-3-2-32 0,1-2-37 0,-4-1-125 16,0-4-338-16,2-3 149 0</inkml:trace>
  <inkml:trace contextRef="#ctx0" brushRef="#br0" timeOffset="44985.52">6048 7816 45 0,'-19'5'218'0,"-1"5"-11"0,-3 4-8 0,2 8-6 0,2 3-8 16,0 2-12-16,1 4-12 0,1 0-18 0,6 1-10 15,3-1-11-15,4-1-16 0,7 2-9 16,1-2-20-16,6-3-40 0,4 0-41 0,3 0-63 15,8-5-53-15,5 0-198 0,13 1-344 0,-5-11 153 0</inkml:trace>
  <inkml:trace contextRef="#ctx0" brushRef="#br0" timeOffset="45777.75">8181 8292 102 0,'3'-8'289'0,"-1"-1"-26"15,1-2-19-15,2 1-25 0,-1-2-13 0,1-2-13 0,3-4-15 16,-2 1-10-16,3 1-17 0,1-7-11 16,-1 5-14-16,-1 0-12 0,5-9-2 0,-1 1-18 15,0 0-10-15,-3-2 0 0,2 3-13 0,0-1-10 16,-4 2-4-16,0 6-5 0,-2-1 0 0,-1 4-5 15,-2 4-5-15,-2-1-1 0,0 3 0 0,0 3-8 0,0 6-1 16,-1-13-6-16,1 13 5 0,-4-8-11 16,4 8-6-16,-6-3-3 0,6 3 3 0,-16 3-3 0,9 3-3 15,-1-1-4-15,-3 1 2 0,3 2-3 0,1-2 0 16,3 2-4-16,1 1 2 0,4-3 4 0,1 5-7 16,4-4-5-16,-1 2-4 0,13 2 1 15,1-3-5-15,6 2-5 0,4-3-3 0,1 1-6 0,2-2 2 16,-1-2 1-16,0 0-1 0,-1-1 0 0,-8-2 6 15,-3 2-2-15,2 0 4 0,-4 1-2 0,-5 0 2 16,-2 1 2-16,2 1 2 0,-5 3-2 0,1 0 4 16,-3 2 2-16,-1 0-2 0,1 2 1 0,-5-2 4 15,1 6 5-15,-2-4-3 0,1-1 2 0,-1 2 5 16,1-4-4-16,0 2 2 0,1-2 4 0,1-1-3 16,1 0 1-16,1-2 2 0,2 0-3 0,1-1 5 15,3-1-4-15,1-2 0 0,1 1 3 0,3-4-2 16,1 0 1-16,3-2 1 0,-6 1-1 0,6-1-1 15,-3-3-2-15,1-2 6 0,0 0-1 0,-2-3 0 16,-5 3-1-16,4-4 0 0,-3 0 0 0,0-3-4 16,-2-1 10-16,-3-1-9 0,1 0 1 0,-3-1 1 15,1-2-2-15,-4 3 0 0,0 3 5 0,-1 2 6 16,1 2-1-16,-1 1 2 0,0 8-3 0,0-11-3 16,0 11-1-16,3-10-3 0,-3 10-2 0,0 0 0 15,0 0-1-15,0 0 4 0,-9 22 1 0,3-8 13 16,1 4-9-16,-1-1-3 0,3 2 4 0,0-1-1 15,2-1 0-15,2 2 0 0,0-3-2 0,3 0-1 16,1-4-3-16,3 2-17 0,0-3-26 0,1-2-38 16,2 2-46-16,6-4-52 0,-1-1-45 0,3-2-212 0,1-4-467 15,-2-2 207-15</inkml:trace>
  <inkml:trace contextRef="#ctx0" brushRef="#br0" timeOffset="45933.66">8989 7703 147 0,'0'0'131'0,"0"0"-24"0,-7 13-25 16,7-4-43-16,0-1-48 0,3 5-75 0,1-1-89 16,1-2 41-16</inkml:trace>
  <inkml:trace contextRef="#ctx0" brushRef="#br0" timeOffset="46160.13">9237 7786 2226 0,'4'-9'15'0,"2"-4"34"0,-2 5-21 0,1-1 11 15,-4 3 11-15,2 0 2 0,-3 6-3 16,5-8-8-16,-5 8-9 0,3-5 0 0,-3 5 4 0,0 0 27 16,5 16 12-16,-4 2-2 0,0 10 4 0,1 4 1 15,-5 13 1-15,0 5-7 0,-6 0-5 0,1-2-9 16,-4 0-1-16,-1-2-5 0,3-11-3 15,-1 9-4-15,1-13-8 0,-1 2 3 0,2-2-21 0,1-2-23 16,1-2-23-16,0-1-21 0,2-6-28 0,1-2-26 16,-2 1-36-16,3-2-41 0,2-4-25 0,0-2-51 15,-3-1-172-15,4-10-461 0,-5 10 204 0</inkml:trace>
  <inkml:trace contextRef="#ctx0" brushRef="#br0" timeOffset="46372.02">9243 7971 184 0,'11'-6'173'0,"1"1"-6"15,0 3-4-15,-3 2-2 0,1 3-4 0,0 3 4 16,0 1-5-16,1 8-9 0,-4-2-9 0,1 3-11 16,0 1-12-16,-10 0-8 0,4 2-11 0,-4 0-6 15,-1 0-11-15,-2 0-4 0,-3-1-9 0,-1-3-4 16,-1 2-19-16,1-3-21 0,0-3-28 0,-3 0-42 15,2-3-58-15,1-1-39 0,0-3-49 0,-2-1-138 16,11-3-360-16,-12-1 160 0</inkml:trace>
  <inkml:trace contextRef="#ctx0" brushRef="#br0" timeOffset="46591.8">9547 7765 136 0,'4'-7'257'15,"-1"2"-30"-15,-3 5-22 0,4-7-22 0,-4 7 0 16,0 0 11-16,0 0-1 0,-3 34-6 0,-2-8-7 16,-1 5 1-16,-2 3-20 0,-5 13-9 15,3-1-13-15,2-11-10 0,-3-1-12 0,3 0-13 0,-2-1-3 16,1 2-14-16,1-3-7 0,3-4-9 0,-1-1-10 16,1-1-22-16,2-1-19 0,-1-6-43 0,3-4-40 15,-1 3-40-15,0-1-41 0,1-6-47 0,1 0-37 16,-1 0-212-16,1-11-476 0,-3 10 211 0</inkml:trace>
  <inkml:trace contextRef="#ctx0" brushRef="#br0" timeOffset="46797.16">9559 8010 78 0,'15'-14'203'0,"-1"4"-9"0,2 1-16 15,-5 3-1-15,3 2-5 0,-1 4-6 16,-1 0-14-16,0 3-5 0,-1 0-10 0,-1 5-10 0,1 4 0 15,-3 1-12-15,-2 3-11 0,1-1-6 0,-6-4-9 16,-1 6-9-16,-4 0-6 0,-1-2-1 16,-3 3-7-16,-1-1-13 0,-3-4-20 0,1-1-21 0,-1-1-28 15,-2-1-40-15,2-3-43 0,-1-1-48 16,3-1-48-16,-2-2-162 0,4-3-387 0,8 0 171 0</inkml:trace>
  <inkml:trace contextRef="#ctx0" brushRef="#br0" timeOffset="47187.03">9908 7741 242 0,'4'-9'254'0,"0"2"-24"15,-2 1-24-15,-2 6-22 0,4-4-23 0,-4 4-4 16,0 0 0-16,4 18-1 0,-4 7 6 0,-4 1-15 16,1 3-12-16,1 5-12 0,-6 2-10 0,-1 8-11 15,3-11-7-15,1-1-7 0,-4 0-13 0,1 0-9 16,2-3-3-16,-1-1-6 0,2-3-6 0,3-5-5 15,0-2-8-15,1-3-1 0,1 1-6 0,1-4-13 16,2-2-5-16,1 0 0 0,2 0-9 0,3-4-2 16,1 0-4-16,1-2 0 0,2 1 1 0,7-4-3 15,3-2-4-15,5-4 4 0,0-1 1 0,3 0-3 16,-3-5 3-16,-4 2 2 0,0-4 2 0,2 0-3 16,-2-2 2-16,-1-1-2 0,-4-2-1 0,2-2 6 15,-8 6 3-15,-1-3 0 0,0 0 5 0,-2 1-1 16,-2 2 8-16,-4 2 5 0,-2 1 9 0,2 2-2 15,-3 3 1-15,-1 6 0 0,0-9-7 0,0 9-3 16,0 0-4-16,-16 1 1 0,2 8-2 0,-2 5-2 16,-5 3-3-16,-2 2 3 0,0-1-1 0,6 4-6 15,3-7-6-15,-1 4-19 0,7-5-19 0,3 3-23 16,2-5-34-16,6 1-39 0,2-2-50 0,4 1-68 16,0-5-211-16,10 2-499 0,3-4 221 0</inkml:trace>
  <inkml:trace contextRef="#ctx0" brushRef="#br0" timeOffset="47516.32">10719 8006 215 0,'4'-11'290'0,"0"6"-26"16,-1 1-24-16,-3 4-25 0,6-7-26 0,-6 7-16 15,0 0-5-15,6 14-8 0,-2-3-6 0,-1 7 8 0,-1 1-19 16,1 4-11-16,-2-2-12 0,1 4-11 15,0 0-8-15,-2-6-9 0,1 1-8 0,-1-4-10 16,2 1-7-16,-2-5-3 0,1 0-5 0,1-2-8 16,0-2 0-16,-1 0-2 0,0-2-1 0,-1-6 2 0,1 10 16 15,-1-10 18-15,2 8 16 0,-2-8 22 0,0 0-3 16,0 0-9-16,0 0-12 0,0 0 1 16,16-14-21-16,-8 5-3 0,0-5-9 0,1 1-9 15,1-1-7-15,1-2-2 0,4-7-6 0,1 0-11 0,0-1-14 16,1-4-26-16,4 1-33 0,2-3-11 0,-2 2-26 15,1 0-23-15,-1 2-34 0,0 3-28 0,-4 1-35 16,-4 9-30-16,-3 2-32 0,-1 2-26 0,-4 5-13 16,-1 1-188-16,-4 3-528 0,0 0 234 0</inkml:trace>
  <inkml:trace contextRef="#ctx0" brushRef="#br0" timeOffset="47779.9">11034 8145 53 0,'-1'9'205'0,"1"-2"-24"0,0-7-12 0,0 13-2 15,-2-8-2-15,2-5 4 0,4 12-2 0,-1-3 5 16,-1-3-4-16,2-2-5 0,0 3-4 0,2-2-4 16,2 1-7-16,1-5-14 0,2 3-3 0,2-2-13 15,1-2-12-15,0 0-7 0,4 0-3 0,-1-4-1 16,2-1-12-16,-2-1-6 0,-2-1 0 0,-4 0-6 16,5-4 0-16,-5-2-2 0,0-1-7 0,-4-3-5 15,-1 1-7-15,-2 1-2 0,-1-1-5 0,1-1-5 16,-8 4-3-16,4 2-10 0,-3-1 6 0,-1 3-6 15,-3 0-8-15,-3 3-9 0,-2 1-10 0,-2 3-13 16,-5 2-17-16,0 2-17 0,-2 5-24 0,-3 3-34 16,6-1-48-16,-4 6-45 0,6-4-39 0,3 2-50 0,-1-3-169 15,5 0-496-15,5-1 219 0</inkml:trace>
  <inkml:trace contextRef="#ctx0" brushRef="#br0" timeOffset="48018.04">11549 7912 2277 0,'10'-17'82'16,"1"-1"-3"-16,-5 2-13 0,1 5 34 0,-4-1 14 15,3 2 2-15,-1 5-11 0,-3-2-3 0,-2 7-26 0,5-10-2 16,-5 10-15-16,4-3-4 0,-4 3-1 0,0 0-2 16,0 0 17-16,-2 34 3 0,0-8 21 0,-3 3-8 15,-2 0-3-15,0 4-12 0,1-1-2 16,-1 0-12-16,-2-2-4 0,2 1-5 0,1-6-2 0,0 3-19 15,1-3-18-15,-2-1-34 0,4-5-25 0,-3-2-38 16,2-2-40-16,3-3-52 0,-3 0-56 0,4-3-49 16,-1-1-246-16,1-8-574 0,0 0 254 0</inkml:trace>
  <inkml:trace contextRef="#ctx0" brushRef="#br0" timeOffset="48241.5">11844 7924 1975 0,'11'-28'45'0,"0"3"63"0,-1 1 4 0,-4 10-3 0,-2 4 3 16,1 0-20-16,-3 5-17 0,0 0-21 0,-2 5-16 16,0 0 15-16,0 0 25 0,0 0 19 0,-2 24 12 15,-5 1-3-15,3 1 5 0,-5 2-1 0,-2 2-2 16,2 1-6-16,0-2-4 0,-1 0-9 0,2 0-18 16,0-2 2-16,0 1-10 0,3-9-13 0,3 0-3 15,-4-2-27-15,1 1-40 0,3-7-31 0,0 1-25 16,-1-2-33-16,3 0-43 0,0-2-41 15,0-8-43-15,-2 11-20 0,2-11-38 0,0 0-159 0,-7 7-491 16,7-7 217-16</inkml:trace>
  <inkml:trace contextRef="#ctx0" brushRef="#br0" timeOffset="49319.95">11666 8008 183 0,'0'0'233'0,"3"-12"-22"0,1 9-22 16,5-1-13-16,9-3-17 0,1 4-15 0,9-2-14 15,3 2-13-15,1 0-10 0,2 0-9 0,0 3-11 16,-2-2-7-16,3 0-9 0,-3 2-7 0,1 0-2 16,-6-1-11-16,1-1 0 0,-7 2-12 0,-1-1-2 15,1 1 0-15,-8 1-7 0,-1-1-4 0,-1 0-2 16,-4 2-1-16,-7-2-6 0,13-2 6 0,-13 2-2 16,7 3 6-16,-7-3-5 0,0 0 10 0,-2 10-2 15,2-10 6-15,-18 18 9 0,5-5 9 0,-6 4 4 0,1 1 7 16,1 1-2-16,-2-1-2 0,8-2-3 15,-2 0 6-15,-1 0 1 0,3 0-6 0,1-3-8 16,4-3 0-16,1 3-4 0,3-4-2 0,0 1-8 0,4 0 1 16,0 0-3-16,5-1-7 0,1-2 6 0,3-1-4 15,1-2-6-15,7-1-13 0,-1-1-7 16,0-2-5-16,2-2-4 0,0-1-3 0,0-1-5 16,-3-2 3-16,-3-1-2 0,3-1-1 0,-7 1-2 15,1-4-7-15,-3 0-4 0,-2 0 6 0,1-3-5 16,-5-1-2-16,2 3 3 0,-4-1 2 0,-1 3 2 15,1 0 3-15,0 3 3 0,0 7 0 0,0-11-3 16,0 11 7-16,0 0-6 0,-9-3 10 0,9 3 2 0,0 0 11 16,-18 16 3-16,11-8 5 0,0 2-2 0,1-1 4 15,1 1-1-15,2-1 4 0,1 2-4 0,2-2 2 16,2 4-1-16,3-4-2 0,0 0-1 0,3 2 5 16,3-5-5-16,6 0 1 0,2-1-3 0,2-1-1 15,-2-2 1-15,9 0-1 0,0-4 1 0,-9 1-3 16,11-2-1-16,-4-1-4 0,-7 0 0 0,-2 0 5 15,2-1-8-15,-2-3 7 0,-3 3-1 0,-3 1 10 16,5-6-12-16,-1 0-3 0,-1 1 0 0,-1-2 1 16,1 1 0-16,-3-3-2 0,0 1 0 0,-1-2-2 15,-6 4 3-15,1 2-1 0,1 0 8 0,-4 2-8 16,-1 0-3-16,-1 6-3 0,0-11 0 0,0 11 0 16,0 0 1-16,-14-4-1 0,0 5 8 0,-3 4 3 15,-3 4 1-15,1-2 10 0,-1 5-9 0,-3 1-1 16,8-2-1-16,1-1 1 0,1 1 2 0,2-3-5 15,4 0 1-15,1 0 0 0,1 0 6 0,3-4-5 16,0 3 0-16,2-7-6 0,-4 11-2 0,4-11-1 16,4 9 0-16,-4-9 0 0,2 4-1 0,-2-4-3 15,8 4 0-15,-8-4 3 0,9 1-5 0,-9-1 3 16,10 2-1-16,-10-2 1 0,7 1-3 0,-7-1 3 16,6 3-7-16,-6-3 4 0,9 7 0 0,-5-2 0 15,2 2 2-15,0 3 4 0,-1 0-1 0,1 7 6 16,-2 8 6-16,3 0 5 0,-4 4 6 0,-3 4-7 15,-3-1 3-15,3 3-1 0,-2-2 1 0,1-3 2 16,-1 0-9-16,0 2 1 0,2-3 3 0,-4-1 0 0,0-1 0 16,-1-3 6-16,-1 0-13 0,0-5 1 0,-2-2 11 15,-3-1-5-15,-1-2 3 0,-1-1 4 0,-4-1-3 16,0-2 0-16,-8 0-5 0,0-1-1 16,4-2-4-16,-7 0 5 0,-1-3 0 0,7-2-1 0,1-1-6 15,3-1 5-15,3 0-1 0,5-1 4 0,0-3-4 16,3-1-7-16,4-1 5 0,1-4-11 0,6-3-2 15,6-5 2-15,9-6-3 0,8 1-5 16,21-12 7-16,-1 2 0 0,9 1-2 0,19-13-2 0,-20 16 10 16,-2-5-3-16,3 3-6 0,29-12-2 0,-36 15-6 15,7-4-1-15,1 1 1 0,-1-1 1 16,-9 4 0-16,0-3-1 0,-7 2 5 0,0 0 5 16,-17 6 0-16,0-3 1 0,-6 3 8 0,-2-1 5 0,-3 0 15 15,-7 8-12-15,0-2 5 0,-3 1-2 0,-4 5-2 16,0 0 2-16,-3 5 1 0,0 1-2 0,-5 4-2 15,-5 2 0-15,-11 9 12 0,-3 4 1 0,-2 3 4 16,-4 3 16-16,7 1-12 0,1 0-6 0,0 2 2 16,8 1 2-16,6-1-19 0,-1 4 12 0,8-9 0 15,1 1-19-15,7-1-26 0,1-1-25 0,5 1-31 16,4-1-29-16,1-3-43 0,3 0-42 0,0-2-47 16,11-3-39-16,-2 5-240 0,-3-7-561 0,6 0 248 15</inkml:trace>
  <inkml:trace contextRef="#ctx0" brushRef="#br0" timeOffset="107639.85">14820 7852 96 0,'-1'-11'184'0,"0"1"-3"0,-1 0-3 16,1 2-2-16,1 8-16 0,-4-10-6 0,2 4-5 16,2 6-6-16,-3-11-13 0,3 11-10 0,-1-7-13 15,1 7-12-15,0 0-11 0,0 0-9 0,0 0-12 16,0 0-7-16,0 0-1 0,0 0 6 0,4 21-3 15,0-3 7-15,-2 0-9 0,1 10 0 0,1 0-8 16,-2-1-2-16,1 2-4 0,2-4-2 0,-3 2-1 16,2-2-3-16,-1-4 1 0,-1-2-6 0,0-1-6 15,0 8 3-15,-2-10-3 0,2-3-2 0,0 0-6 16,-2-3 4-16,1 2-5 0,1-2-2 0,-2-1 2 16,1-1 2-16,-1-1-5 0,0-7-3 0,0 11 1 15,0-11-1-15,-1 8 1 0,1-8 1 0,0 0-1 16,0 9 2-16,0-9-4 0,0 0 3 0,0 0 4 15,0 0-2-15,0 0 0 0,0 0-5 0,0 0 1 16,5-32 0-16,1 14-4 0,-1 1 0 0,7-5-4 16,0-2 11-16,0 2-10 0,2 1 1 0,-3 3-4 15,2 4 2-15,0 0-4 0,-2 3 2 0,0 4-5 16,0 0-1-16,-1 2 3 0,1 2-2 0,0 3 0 16,-2 0 10-16,2 4-11 0,0 1 2 0,-1 1-1 15,-2 2 5-15,2 6 2 0,0-1-3 0,-2 1 2 16,-2 2 0-16,1-1 1 0,-2 1-1 0,1-2-2 0,2 0-15 15,-3 1-18-15,2-1-16 0,-4 1-23 16,2-3-28-16,-2-1-47 0,2 1-34 0,0-2-36 16,0-2-181-16,-1 3-432 0,-4-11 191 0</inkml:trace>
  <inkml:trace contextRef="#ctx0" brushRef="#br0" timeOffset="107837.97">15292 8038 92 0,'0'-10'254'0,"-4"4"-19"0,4 6-25 0,-1-12-21 16,1 12-23-16,-1-7-17 0,1 7-17 0,0 0-15 16,0 0-6-16,0 0-2 0,0 0-12 0,2 25-2 15,2-14-11-15,-2 4-8 0,2 4-6 0,-1-2-10 16,4 2-3-16,-1 0-27 0,-4-1-21 0,3-3-21 16,2 5-27-16,-2-2-26 0,0 0-17 0,1-4-36 15,-1-3-13-15,0 5-24 0,-2-3-135 0,-3-3-315 16,1-1 140-16</inkml:trace>
  <inkml:trace contextRef="#ctx0" brushRef="#br0" timeOffset="107989.45">15267 7857 109 0,'-2'-3'100'0,"2"3"-17"0,0 0-8 0,0 0-18 16,0 0-20-16,0 0-17 0,14 17-17 0,-6-4-20 15,1 3-17-15,2 6-39 0,1 2-77 0,-1-9 34 16</inkml:trace>
  <inkml:trace contextRef="#ctx0" brushRef="#br0" timeOffset="108284.81">15619 8042 41 0,'0'-5'182'0,"0"5"-8"15,-1-14-3-15,1 14-9 0,-5-12-6 0,1 7-6 16,-1 1-1-16,-3 2-14 0,2-3-10 0,-3 3-12 15,-5 2-8-15,3 3-6 0,-2 1-13 0,1 2-6 16,0-1-11-16,2 3-5 0,0-2-3 0,1 4-9 16,0-1-4-16,1 1-4 0,3 0-6 0,0 0-2 15,4 1-5-15,2-1-3 0,0 1 0 0,2 0-4 16,1 0-4-16,6-1 0 0,0 1-3 0,2 1-2 16,-1 1 0-16,1-2-4 0,-2 1 0 0,1 1-1 15,0-1 2-15,-4 1-4 0,3 2 0 0,-2 0-2 0,-4-2 0 16,0 5 0-16,-1-1-3 0,-5 3 7 15,1-3-4-15,-3 8-4 0,-1-7 4 0,1-1-1 16,-2 4-18-16,-3-3-13 0,1-2-13 0,1 0-23 16,-1-2-5-16,-1 1-33 0,4-6-30 0,-2-1-23 15,2 0-19-15,0-2-143 0,-1-2-341 0,6-4 152 16</inkml:trace>
  <inkml:trace contextRef="#ctx0" brushRef="#br0" timeOffset="108624.89">15780 7954 54 0,'8'-18'193'16,"-3"1"-7"-16,-1 6-21 0,-1 5-20 0,4 0-11 15,-2 5-13-15,-5 1 1 0,17 10 12 0,-10 7 2 16,5 10-3-16,-6 4 1 0,2 4-5 0,-3 13-11 16,0 2-10-16,0-15-10 0,-4 0-9 0,1-1-9 0,-4-5-9 15,2-2-6-15,-1-8-7 0,2-2-8 16,-1-4-2-16,0-2-4 0,2 0-3 0,-2-5-4 15,0-6 0-15,1 10-2 0,-1-10 10 0,1 8 3 0,-1-8-3 16,0 0-7-16,0 0-4 0,0 0-3 0,16-17-6 16,-6 2 3-16,-1 1-7 0,0-4 0 15,6-4-3-15,0-2-4 0,2 2 1 0,2 4 0 16,-2 3-8-16,-3 2 0 0,2 1-3 0,0 4 1 0,2 1-5 16,-8 5 1-16,4 5 1 0,-1 1-3 0,-4 2 0 15,6 5 3-15,-3 1-5 0,-1 4 6 0,-2 2-2 16,3 5 0-16,-5-5-11 0,-1 1-20 0,1 7-29 15,-3-1-36-15,0 4-45 0,2-12-58 0,4 8-62 16,-3-9-141-16,2-3-432 0,6-1 192 0</inkml:trace>
  <inkml:trace contextRef="#ctx0" brushRef="#br0" timeOffset="108859.57">17661 8160 135 0,'0'0'346'0,"0"0"-35"0,0 0-37 15,0 0-25-15,0 0-24 0,0 0-15 0,0 0-29 16,7 3-11-16,-7-3-8 0,15-2-20 0,-1 0-13 16,4-2-11-16,4 3-10 0,7-4-11 15,2 2-10-15,-2 0-33 0,6-2-34 0,-2 5-41 0,-3-3-43 16,0 0-57-16,1-1-53 0,-3 1-43 0,-10 1-187 15,3-2-437-15,1 0 194 0</inkml:trace>
  <inkml:trace contextRef="#ctx0" brushRef="#br0" timeOffset="109603.71">19415 8303 268 0,'-9'-6'287'0,"9"6"-20"16,-4-14-19-16,4 4-15 0,4-4-22 0,2 1-12 0,7-11-15 15,1 1-27-15,4-3-16 0,1-1-9 0,1-1-12 16,0 1-12-16,1 1-3 0,1-2-15 16,-3-3-3-16,0-1-9 0,7-10-8 0,-8 10-5 15,-3 3-12-15,2-5-5 0,-7 3 2 0,3 2-7 0,-6-2-9 16,1 4 7-16,-4 11 7 0,-1-1-2 0,-1 6-1 16,-1 0-6-16,1 4 7 0,-1 1-18 15,-1 6-4-15,1-11-2 0,-1 11-7 0,0 0 2 0,0 0-5 16,0 0 9-16,-19 41-9 0,9-15-4 0,-4 8 1 15,1 0 1-15,-1 14-5 0,0-4 2 0,2-12 7 16,7 0-11-16,1-3 4 0,2 1-5 0,1-5 3 16,1 2-1-16,2-9 1 0,1-1-3 0,4 1 4 15,0-7-5-15,2 2 8 0,0-3-2 0,3-1-3 16,-1-1 0-16,4 0 1 0,-1-3 4 0,3-1 0 16,-3-3 1-16,4-1-6 0,-3 0 2 0,3-3-3 15,-3-1 2-15,3-2-2 0,-1-3-2 0,-1 0 0 16,0-1-9-16,-2 0 4 0,-3-3-6 0,-1 0 5 15,1-1-10-15,-2-1 1 0,-2-1-2 0,-2 1 4 16,2 3-1-16,-4 3 6 0,0 3 1 0,0-1-8 16,-2 1 4-16,-1 6-6 0,3-7 12 0,-3 7-13 15,0 0 4-15,0 0-2 0,0 0 1 0,0 0 2 16,-2 24 2-16,1-13 3 0,-2 2 2 0,1 0-1 16,2-3 1-16,-2 3-2 0,2-3 1 0,2 1 3 15,0-1 4-15,2-2 0 0,1 0 1 0,1-3 1 16,4-1 3-16,-1 0-3 0,2-3 5 0,4-2-6 15,1 0 3-15,3 0-4 0,-2-4-6 0,-5 1 5 16,4-5 6-16,-4 2-6 0,1-3 2 0,-5 2 1 16,1-3 3-16,-3 1-8 0,-1-6 2 0,-2 3-1 0,-2-2-7 15,-3 0-4-15,-2 0 8 0,-3-2-4 16,0 2-3-16,-3 2 0 0,-1 3-3 0,2 2-2 16,-2 1-7-16,-2 1-11 0,-3 3-12 0,3 1-13 0,-1 4-19 15,1-1-15-15,-1 6-20 0,1-1-16 0,3 3-27 16,3 0-34-16,0 1-20 0,4 0-193 15,2 1-436-15,2 0 194 0</inkml:trace>
  <inkml:trace contextRef="#ctx0" brushRef="#br0" timeOffset="110041.87">20238 7984 194 0,'0'0'231'0,"6"-4"-21"0,-6 4-16 15,0 0-23-15,0 0-11 0,9-2-21 0,-9 2-8 16,0 0 4-16,0 0-1 0,4 12-8 0,-4-12-6 15,-2 12-10-15,4-5-3 0,-2-1-7 0,0 3-17 16,4 0-5-16,-2 0-8 0,1 0-1 0,-1-3-12 16,1 0-4-16,0 1-5 0,5 0-5 0,-4-2 0 15,5 0-6-15,0 1-2 0,3-3-5 0,-1-2 0 16,1 2-6-16,0-4 1 0,1-2-4 0,-1 2-1 16,-1-3-2-16,0 2 3 0,-1-2-4 15,-1-2 0-15,-2 1-4 0,1-5-5 0,2 3 2 0,-5-2-1 16,2 2 0-16,-3 1-1 0,-2 0-4 0,-2 6 1 15,8-9 0-15,-6 4-7 0,-2 5 1 0,0 0-4 16,7-2 0-16,-7 2 2 0,0 0-2 0,0 0 2 16,10 7 1-16,-7-2-3 0,0-1 1 0,5 2 6 15,-3 0-4-15,1-2 2 0,1-1 2 0,2 3 2 16,1-2 2-16,0-1 12 0,3-3 1 0,-1 0 7 16,0 0 8-16,1-4 8 0,-1 1 1 0,2 0-1 15,1-6-7-15,-5 4 10 0,6-5 2 0,-7 2-6 16,-1-1-1-16,0-1 10 0,-2 0-13 0,0 0 2 15,-4-2-10-15,1 0 4 0,-2-1-9 0,-1 2 0 16,-1-2-4-16,-3 2-7 0,0 0-9 0,0 0-12 16,0 3-14-16,0 4-20 0,2-3-35 0,2 7-47 0,-8-6-54 15,8 6-46-15,-6-3-42 0,6 3-220 0,0 0-526 16,-10 13 233-16</inkml:trace>
  <inkml:trace contextRef="#ctx0" brushRef="#br0" timeOffset="110203.32">20975 7919 77 0,'7'-2'390'16,"-7"2"-36"-16,10-4-34 0,-10 4-28 16,6-4-25-16,-6 4-26 0,0 0-26 0,9-3-21 0,-9 3-22 15,0 0-24-15,5-4-20 0,-5 4-38 0,0 0-42 16,9-2-50-16,-9 2-65 0,0 0-78 0,9-4-77 16,-4 1-195-16,5 0-452 0,2-3 200 15</inkml:trace>
  <inkml:trace contextRef="#ctx0" brushRef="#br0" timeOffset="113309.46">6037 9785 10 0,'-3'-7'234'0,"-3"0"-14"0,2 1-16 16,4 6-11-16,-8-9-15 0,6 4-7 0,2 5-9 0,-4-6-8 16,4 6-13-16,-3-6-10 0,3 6-17 15,0 0-10-15,0 0-12 0,0 0-11 0,0 0-4 16,0 0-11-16,0 0-9 0,0 0-4 0,0 0-6 15,-3 25-3-15,1-14-5 0,2 6-1 0,0-1-7 0,-1 2 1 16,1-2-2-16,-1 3-2 0,-2 1-3 16,1-4-2-16,-1 10-4 0,-1-9-1 0,3-2-13 0,-2 2-25 15,0-1-25-15,-1 0-28 0,-3 0-22 0,3-1-17 16,-1 0-26-16,-1-4-24 0,1 1-26 0,1-2-144 16,0-1-358-16,3-1 158 0</inkml:trace>
  <inkml:trace contextRef="#ctx0" brushRef="#br0" timeOffset="113515.47">6124 9911 25 0,'4'-11'212'15,"-2"3"-7"-15,-1-2-8 0,1 5-10 0,-2 5-11 16,2-10-11-16,-2 10-13 0,3-6-18 0,-3 6-11 16,0 0-15-16,0 0-10 0,0 0-6 0,0 0 0 15,0 0-7-15,0 0-8 0,-10 25-7 0,3-10-5 16,3-2-1-16,3-1-10 0,-5-1-7 0,2 6 0 15,0-4-6-15,0 3-15 0,0 0-30 0,2-3-39 16,-2 1-33-16,3-1-35 0,-1-2-31 0,1 0-33 16,-3 0-158-16,3-4-359 0,0 0 160 0</inkml:trace>
  <inkml:trace contextRef="#ctx0" brushRef="#br0" timeOffset="113705.9">6188 9863 34 0,'1'-5'197'0,"1"-2"-14"0,-2 7-21 0,3-9-17 16,-3 9-5-16,0 0-10 0,0 0-9 0,0 0-9 15,0 0-2-15,0 0-8 0,9 19-10 0,-8-12-10 16,2 5-4-16,-2 0-10 0,2 6-9 0,-2-2-15 16,1 3-33-16,1-3-37 0,1 1-42 0,-2 0-27 15,2-2-30-15,-2 3-135 0,-1-7-280 0,1-2 124 0</inkml:trace>
  <inkml:trace contextRef="#ctx0" brushRef="#br0" timeOffset="113915.01">6378 9924 109 0,'4'-3'145'0,"-4"3"-2"0,10-2-8 0,-10 2 2 0,10 5-3 16,-3 3-6-16,-2 1 2 0,-1 3-10 0,2 6-6 15,-1 5-10-15,-2 5-8 0,-3-1-9 0,1 1-8 16,-5-1-3-16,0-8-9 0,-5 7-10 16,2-2-8-16,-1-5-24 0,-1-1-14 0,-1-2-27 0,0 0-34 15,-3-4-41-15,1-1-36 0,-3-1-150 0,-4-2-301 16,0-1 133-16</inkml:trace>
  <inkml:trace contextRef="#ctx0" brushRef="#br0" timeOffset="114138.48">5618 9990 99 0,'-13'20'185'0,"-1"7"-16"0,-2 4-6 0,4 0-13 15,-2-1-7-15,5-1-10 0,0 0-16 0,2 1-8 16,7-2-14-16,3-1-6 0,3-3-7 0,1-6-6 15,3 0-5-15,4-2-18 0,6 0-23 0,0-7-40 16,8 1-38-16,2-6-39 0,4-5-45 0,0-2-117 16,2-5-268-16,-2-5 120 0</inkml:trace>
  <inkml:trace contextRef="#ctx0" brushRef="#br0" timeOffset="114316.9">6191 9597 218 0,'3'-9'193'0,"-3"4"-19"0,0 5-16 16,3-9-4-16,-3 9-21 0,0-9-12 0,0 9-10 15,0 0-13-15,2-7-7 0,-2 7-11 0,0 0-16 0,0 0-27 16,0 0-41-16,0 0-30 0,21 10-35 16,-12-5-47-16,-1 0-120 0,1 2-253 0,-1-6 112 15</inkml:trace>
  <inkml:trace contextRef="#ctx0" brushRef="#br0" timeOffset="-202952.07">8901 9997 14 0,'-13'-2'148'16,"7"0"2"-16,6 2-6 0,-9-3 4 0,9 3-12 0,-7-2-10 16,7 2-7-16,0 0-9 0,0 0-12 0,-7-2-8 15,7 2-12-15,0 0-6 0,0 0-10 0,0 0-5 16,0 0-3-16,0 0 4 0,0 0-6 15,38 8-1-15,-16-5-3 0,12 1-4 0,2-1-5 0,16 0-2 16,-2 0-7-16,1-1 0 0,-14-1-17 0,2 1-13 16,-6 2-21-16,-1-3-21 0,-4 3-22 0,-10-2-20 15,1 1-18-15,-6-1-17 0,-3 2-25 0,0 0-95 16,-6-2-259-16,1 0 115 0</inkml:trace>
  <inkml:trace contextRef="#ctx0" brushRef="#br0" timeOffset="-202716.61">9149 10039 8 0,'0'0'135'0,"-11"3"-6"0,11-3 12 0,-5 9-6 16,-1 1 0-16,0 0-8 0,0 4-8 0,-1 1-9 15,-2 3-4-15,-1 6-7 0,-1 1-10 0,-1 0-6 16,3 2-10-16,0 0-8 0,-1-1-3 0,2-1-10 15,3 2 2-15,0-1-8 0,1-1-4 0,-3 1-6 16,4-6-12-16,-1 4-22 0,3-5-21 0,-1-1-26 16,1 3-15-16,2-3-22 0,1-2-20 0,0 0-25 15,-1-2-113-15,2-4-259 0,2 0 114 0</inkml:trace>
  <inkml:trace contextRef="#ctx0" brushRef="#br0" timeOffset="-202301.34">9549 10159 113 0,'1'-7'187'0,"-1"7"-25"0,3-8-5 0,-3 8-34 0,0 0-7 16,0 0 0-16,0 0-8 0,0 0-13 0,0 0 3 15,1 29-5-15,-2-14-6 0,-1 4-11 0,1 0-1 16,0 7-12-16,1-2-6 0,1-4-6 0,2-1-4 15,-1 1-4-15,2-1-3 0,2-1 1 0,-1 0-4 16,1-3-10-16,0 3-4 0,2-1-2 0,0-2 2 16,-2-3-3-16,4 2-2 0,-2-4-3 0,2-2 3 15,-3 0-3-15,4-1-4 0,0-2 5 0,-2 0-7 16,3-1 5-16,0-4 0 0,3-2-1 0,-3 0-3 16,5-4-1-16,2-3-2 0,-2-3-9 0,-2-2 12 15,4-6-5-15,0-1 0 0,0-2 2 0,1-2 2 16,-6-1-1-16,-3-3 5 0,2 0 4 0,-4 2-1 15,0-2-2-15,-3-1 3 0,3 3 3 0,-4 1-5 16,-1-3 7-16,-3 12 1 0,1-8-3 0,-2 9 1 16,0 0 2-16,-2 6-6 0,2-2 1 0,-1 5 1 15,-1-1-8-15,2 8-2 0,-2-11-20 0,2 11-27 16,-2-7-30-16,2 7-31 0,0 0-13 0,0 0-20 16,0 0-20-16,0 0-20 0,0 0-132 0,0 0-329 15,13 18 146-15</inkml:trace>
  <inkml:trace contextRef="#ctx0" brushRef="#br0" timeOffset="-202084.88">10432 10058 48 0,'2'-7'185'15,"-2"7"-19"-15,6-5-5 0,-6 5-18 0,11-7-1 16,0 3-9-16,2-2-4 0,5 3-11 0,8-5-4 15,1 4-17-15,3 0-9 0,0-2-10 0,0 3-5 0,1 2-16 16,0 0-17-16,-3-2-26 0,-6 4-18 0,-2 1-18 16,-3-2-19-16,0-2-19 0,-4 2-25 15,-1-1-22-15,-1 2-24 0,-4 1-92 0,-2 0-241 16,-5-2 106-16</inkml:trace>
  <inkml:trace contextRef="#ctx0" brushRef="#br0" timeOffset="-201871.51">10532 10062 27 0,'-4'6'129'0,"0"4"6"0,-1 1 7 0,0 6 1 15,0-1 1-15,-1 8-6 0,3-5-5 16,-3 7-11-16,0 1-11 0,-2 1-9 0,3 0-7 0,-1 1-8 16,1-3-2-16,-2 1-8 0,-1-2-8 0,0-1-8 15,0 3-8-15,4-8 0 0,-2 1-5 0,0-3-10 16,0 0-7-16,1 1-9 0,1-4-28 0,-1 3-32 15,3-6-29-15,-2 0-23 0,3-1-32 0,-2-1-41 16,1-3-98-16,2-6-281 0,-6 9 126 0</inkml:trace>
  <inkml:trace contextRef="#ctx0" brushRef="#br0" timeOffset="-201706.93">10443 10432 148 0,'7'-3'189'0,"3"0"-14"16,1 2-14-16,2-1-9 0,6 0-15 0,3 1-8 16,9-1-15-16,2-1-24 0,2 3-34 0,0-2-51 15,16-3-49-15,-13 2-63 0,0 1-95 0,14-4-217 16,2 0 97-16</inkml:trace>
  <inkml:trace contextRef="#ctx0" brushRef="#br0" timeOffset="-179244.94">8613 12391 67 0,'-6'-12'130'0,"1"1"-12"0,-2-4 17 0,2 5-8 16,0-6-22-16,0 6 7 0,0 2 3 0,1-2-7 15,0 5-5-15,2-2-7 0,2 7-6 0,-5-11-3 16,2 7-19-16,3 4-4 0,-3-8-12 0,3 8-3 16,0 0-6-16,0 0-4 0,0 0-4 0,0 27-2 15,0-10-5-15,2 8 0 0,-1 4 2 0,-1 0 1 16,-1 4 1-16,-3-1-4 0,1 3 2 0,-2 0-6 16,3 1-4-16,-1-4 0 0,1 2 5 0,-2-3-5 15,-1-2-5-15,5-2-1 0,0 1 2 0,0-9 0 16,1 0-13-16,0-2-19 0,0-4-22 0,-1 1-32 15,3-3-22-15,0-1-24 0,0 0-21 0,0-2-30 16,-3-1-87-16,0-7-274 0,1 7 121 0</inkml:trace>
  <inkml:trace contextRef="#ctx0" brushRef="#br0" timeOffset="-178906.04">8522 12695 80 0,'11'-2'113'0,"0"-2"-5"0,3 2-37 0,7-3 18 16,-1 2-8-16,2-1-15 0,9-2-1 0,2 3-25 16,-1-3 18-16,0 0-7 0,-2 1-11 0,1-1-7 15,-2-1-15-15,0 1-3 0,-8 3-18 16,0-3 16-16,-2-1-14 0,-2 1 3 0,-2-3-7 0,-4 2 9 16,3-3-3-16,-2-1 5 0,-3-3 3 15,0 0 8-15,-3-2-3 0,1 0 3 0,-2 0 14 16,-3 0 8-16,2-1 9 0,-3 5-2 0,-2 1 1 15,1-2 1-15,0 1-2 0,0 5 15 0,0 7 4 0,-2-14-3 16,2 14-9-16,0-10-6 0,0 10-6 0,0 0-5 16,0 0 1-16,0 0-1 0,0 0-2 0,0 0 11 15,10 36-3-15,-10-18-2 0,2 8-1 16,-2 2-5-16,2 1 0 0,-4-2-6 0,1 2 0 0,1 2-4 16,-1-3 0-16,-1 1-13 0,2 0-25 0,0-1-33 15,-1-1-22-15,0-2-43 0,1 0-37 0,-1-5-141 16,-2-1-314-16,3-2 139 0</inkml:trace>
  <inkml:trace contextRef="#ctx0" brushRef="#br0" timeOffset="-178719.14">9324 12639 109 0,'6'-2'168'0,"-6"2"-4"16,0 0-15-16,7 10-16 0,-5-3-3 0,1 3-15 15,-3 2-11-15,1 3-8 0,-1 2-12 0,0 2-8 16,0 0-9-16,-1 0-13 0,0 0-33 0,-1 0-39 16,2-2-35-16,0 0-21 0,0 0-29 0,-1-2-101 15,4-4-221-15,-2-1 98 0</inkml:trace>
  <inkml:trace contextRef="#ctx0" brushRef="#br0" timeOffset="-178569.79">9363 12394 20 0,'0'0'60'0,"-11"11"-13"0,5-1-19 16,3 6-25-16,3 2-30 0,1 1-29 0,6-1 14 16</inkml:trace>
  <inkml:trace contextRef="#ctx0" brushRef="#br0" timeOffset="-178312.79">9786 12579 90 0,'-7'-6'146'0,"-2"1"-5"0,-3 1-3 0,2 2-3 16,-4 1-6-16,1 1-7 0,-2 1 0 0,2 2-14 16,0 1-10-16,3 2-10 0,2 2-5 0,0 1-5 15,3 2 2-15,1 0-8 0,2 5-7 0,2-3-7 16,3 3-5-16,2 0-7 0,1 2-3 15,1 1-4-15,-1 0-1 0,2-1-4 0,3 5-5 0,-3 1-2 16,-3-6-3-16,-1 0-4 0,-1 3-2 0,-2 2-2 16,-1-4 0-16,-3 0 4 0,-2 6-6 0,-1-1 1 15,-1-8-17-15,-3 3-19 0,2-3-21 0,1 0-29 16,-3-3-27-16,2-3-29 0,0-1-25 0,2-2-130 16,-1-3-306-16,0-1 135 0</inkml:trace>
  <inkml:trace contextRef="#ctx0" brushRef="#br0" timeOffset="-177983.93">10008 12378 152 0,'2'-7'167'16,"-2"7"-21"-16,5-5-3 0,-5 5 7 0,0 0 1 15,13 19-5-15,-5-1 2 0,-1 6-4 0,1 7-11 16,0-2-11-16,-3 4-10 0,0 1-2 0,-1-3-16 15,-2 0-11-15,1-4-6 0,2-1-10 0,-4-5-4 16,2-3-8-16,-1-1-4 0,-2-5-5 0,3 0-5 0,-2-2-4 16,0-3-1-16,1-1-2 0,-2-6 0 15,2 9-3-15,-2-9-2 0,4 3-4 0,-4-3-2 16,0 0-3-16,17-8-1 0,-10 0 0 0,1-2-5 16,5-4 1-16,1 0-4 0,-2-1-4 0,1 3 0 15,0-2-7-15,1 4 0 0,-3 2-2 0,-4 1-1 16,0 2-7-16,0 3 0 0,-7 2-2 0,12 0-2 15,-12 0 1-15,10 7-12 0,-5 1-13 0,-2 2-24 16,-1 2-24-16,-1-1-26 0,2 5-31 0,-2 2-38 16,-1-6-162-16,2 3-369 0,-1-2 164 0</inkml:trace>
  <inkml:trace contextRef="#ctx0" brushRef="#br0" timeOffset="-177683.85">10621 12598 146 0,'0'0'174'0,"0"0"-8"0,0 0-10 16,0 0-2-16,0 0-7 0,0 0-11 15,0 0-7-15,-17 23-3 0,14-13-12 0,0 4-7 16,2 1-10-16,-1 0-9 0,1-2-7 0,4-1-8 0,-1 0-3 16,2 0-4-16,4-2-7 0,-1 0-6 0,2-1-2 15,2-3-6-15,0-3 0 0,1 0-7 16,2-2-2-16,-2-2-3 0,1-2 1 0,4-4 2 15,-3 0 5-15,1-2-7 0,-6 0-2 0,1 0-6 0,-1-5-1 16,-1 5-2-16,-2-6 0 0,-2 0-4 0,0-1 0 16,-5 0-4-16,-3 4-2 0,1 1-11 0,-4-5-6 15,-2 2-16-15,0 6-14 0,0-2-17 16,-3 4-22-16,-3 3-24 0,2 2-19 0,-6 3-31 16,0 2-22-16,-2 3-169 0,0 0-364 0,4 3 162 0</inkml:trace>
  <inkml:trace contextRef="#ctx0" brushRef="#br0" timeOffset="-176687.52">11117 12555 90 0,'0'0'178'0,"6"-5"-12"0,-6 5-8 0,7-3-15 15,-7 3 0-15,0 0-8 0,0 0 5 0,7 12-7 16,-8-5-8-16,0 5-11 0,-3 0-1 0,0 3-8 16,2 1-4-16,-2-1-8 0,0 1-8 0,3 1-7 15,-1-1-6-15,2-5-5 0,0 0-10 0,0 1-4 16,2-1-1-16,0-1-6 0,2-2-2 0,1-2-6 16,0-1-6-16,0-2-2 0,0 1-1 0,3-3-2 15,0 1-3-15,1-2-1 0,-9 0-3 0,18-4 2 16,-9-1 1-16,-2 1-4 0,1-2-1 15,-2-1 2-15,1-2-2 0,-1 1-2 0,-1 0 0 0,-1-1-4 16,0 0 1-16,-1 0-1 0,-1-1-5 0,-2 1 5 16,0 2 6-16,0 7-8 0,-1-13-1 0,0 6-1 15,1 7-2-15,-6-12 1 0,6 12 0 0,0-7 0 16,0 7-5-16,0 0 0 0,-2-9 0 0,2 9-1 16,0 0-4-16,0 0 3 0,0 0-2 0,0-8 0 15,0 8 6-15,0 0-4 0,0 0-5 0,0 0 5 16,0 0 0-16,0 0-3 0,0 0 0 0,0 0 4 15,0 0-11-15,0 0-2 0,0 0-5 16,0 0-9-16,0 0-8 0,0 0-7 0,0 0-8 0,0 0-2 16,0 0-4-16,0 0-2 0,0 0 3 0,0 0-2 15,0 0 5-15,0 0 3 0,0 0 5 0,0 0-1 16,0 0 5-16,0 0 1 0,14 13 3 0,-14-13 0 16,0 0 10-16,0 0-5 0,0 0 6 0,0 0 3 15,0 0 2-15,0 0 1 0,2 6 4 0,-2-6 1 16,0 0 0-16,0 0 2 0,0 0 2 0,0 0-3 15,0 0 9-15,0 0-8 0,0 0 17 0,0 0-8 16,0 0 4-16,0 0 3 0,0 0 5 0,0 0-1 16,0 0 3-16,0 0-5 0,0 0 3 0,0 0 2 15,0 0 0-15,0 0 0 0,0 0 1 0,0 0 1 16,0 0 4-16,0 0 1 0,0 0 1 0,0 0 3 16,0 0-1-16,0 0 2 0,0 0 2 0,0 0-4 15,0 0 3-15,0 0-2 0,0 0 0 0,0 0-6 16,0 0 11-16,0 0-13 0,0 0-1 0,0 0 2 15,0 0-2-15,0 0 2 0,0 0-2 0,0 0-1 16,0 0 4-16,0 0 2 0,0 0 0 0,0 0-4 16,0 0 0-16,0 0 0 0,0 0 0 0,0 0-1 15,0 0-1-15,0 0 2 0,0 0-1 0,0 0-3 0,0 0 1 16,0 0 0-16,0 0-1 0,0 0 2 16,0 0-4-16,0 0 4 0,0 0-5 0,0 0 0 15,0 0 0-15,0 0 0 0,0 0 0 0,0 0 0 16,0 0-2-16,0 0 1 0,0 0 1 0,0 0 1 15,0 0 1-15,0 0 4 0,0 0-1 0,0 0 2 16,0 0-1-16,0 0 2 0,0 0 0 0,0 0 8 0,0 0-5 16,0 0 0-16,0 0 0 0,0 0 0 15,0 0-5-15,3-15 3 0,-3 15-2 0,0 0 0 16,0 0 0-16,0 0-3 0,0 0 0 0,0 0-2 16,0 0-4-16,0 0 2 0,0 0-3 0,0 0 2 15,0 0-2-15,0 0 1 0,0 0-1 0,0 0 1 16,0 0-5-16,0 0 3 0,0 0-1 0,0 0 0 15,0 0-2-15,0 0 4 0,0 0-8 0,0 0 2 16,0 0 0-16,0 0-3 0,0 0-8 0,0 0-12 0,0 0-16 16,0 0-11-16,0 0-16 0,0 0-14 0,0 0-18 15,0 0-18-15,0 0-10 0,0 0-21 0,0 0-27 16,0 0-10-16,0 0-18 0,0 0-106 16,0 0-333-16,0 0 147 0</inkml:trace>
  <inkml:trace contextRef="#ctx0" brushRef="#br0" timeOffset="-175049.29">10583 12813 98 0,'5'-2'98'0,"1"-4"-4"0,-1 2-10 0,3 1-5 0,1-3 4 16,-3-1-6-16,2 1 8 0,-2 0-6 15,2-1-2-15,0 0-8 0,-3-2-4 0,1 2 4 0,-3 1 0 16,1-1-5-16,1 1-4 0,-3 0-3 0,2-4 3 16,-3 5-11-16,1-5 1 0,-1 3-10 0,0-3 9 15,-1 10 3-15,1-12 3 0,-1 6-6 16,0 6-6-16,-1-12-1 0,1 12-4 0,-2-10-8 0,-1 5 1 15,3 5-8-15,-8-7 1 0,8 7-3 0,-11-5 0 16,4 4-7-16,7 1 1 0,-17 0-7 0,9 1 4 16,0 2-5-16,1-1 16 0,0 2-18 0,-2 1-2 15,4 1-3-15,-1 1 2 0,-1 0 1 16,1 4 1-16,2-2-1 0,0 1-1 0,4 1 3 0,0-1-1 16,2 1 2-16,2 0 0 0,1 0 2 0,2-2-1 15,1 0 0-15,5 2 2 0,2-2-4 16,0-2-2-16,3-2 4 0,1 0-1 0,1-1 1 0,1-2 1 15,1 1-2-15,-1-4-2 0,7-1 3 0,2 0-3 16,-8-3 0-16,0 1-3 0,-6-1 1 0,6 0 4 16,-5-3 0-16,2 1 2 0,0-1-8 0,-4 0 5 15,2-2-3-15,-7 1 0 0,7-3 0 0,-6 2-1 16,-3 1 4-16,0-1 1 0,-2-1-2 0,-2-2-4 16,-3 3 1-16,0 1 0 0,-3-4 2 0,2 2 2 15,-4 3-3-15,-2-4 0 0,1 4-1 0,-4-1 1 16,0 2-1-16,1 1-1 0,0 0-1 0,1 2 11 15,-1 2-14-15,8 2-1 0,-12-4 5 16,6 1-1-16,6 3-4 0,-9-4 0 0,9 4 1 0,0 0 8 16,0 0-6-16,0 0-2 0,0 0 4 0,0 0-5 15,15 18 5-15,-3-13 2 0,3 1-2 0,2-1-1 16,2 0 0-16,4-1 2 0,-1-2-1 0,-2-1 4 16,3 1-1-16,-2-1-4 0,-2 1-1 0,1 0 5 15,-2 0-3-15,-6 0 1 0,-1 2-1 0,-2-3-3 16,0 2 8-16,-2 0 0 0,-2 2 3 0,2-1 2 15,-2 3 8-15,0-2 4 0,-2 3 13 0,1 2-4 16,-3 2 0-16,2-1-1 0,-3 2-4 16,0 3-2-16,0-4 0 0,0 1-7 0,2 1 3 0,-2 2-3 15,0 0 0-15,2-1-1 0,-2 1-4 0,0-1-29 16,2-3-26-16,1 1-16 0,-2-1-31 0,1 0-27 16,2-1-33-16,0 1-21 0,0-2-24 0,0 0-101 15,-2-5-321-15,7 0 141 0</inkml:trace>
  <inkml:trace contextRef="#ctx0" brushRef="#br0" timeOffset="-174716.83">11621 12666 71 0,'3'-7'171'0,"-3"7"-19"0,0 0-14 15,4-5 1-15,-4 5-2 0,0 0-6 0,0 0-9 16,0 0-4-16,5 19-14 0,-3-13-10 0,-1 2-4 15,3-1-5-15,-2 3-7 0,4-2-2 0,-2 1-5 16,5 0-4-16,-1-2-6 0,1-1-4 0,2 0-1 16,-2-1-7-16,6-3-2 0,-2 0-2 0,8-2-1 15,-2-2-1-15,1-3 2 0,-1 2-2 0,-2-4-2 16,-3-2 0-16,3 2 3 0,-4-4-2 0,-1 1 1 16,-3-3 2-16,-1 3 1 0,-5-3-2 0,-2 0-5 0,-1-3 0 15,-2 4-4-15,-4-4-7 0,-3 0-2 16,-2 2-4-16,-2 1-4 0,-1 2-1 0,-4 4-3 15,-2 1-10-15,2 3-9 0,-4 3-12 0,3 4-13 16,0 2-16-16,-3 1-17 0,5 3-24 0,1 0-26 16,1 3-17-16,3-1-23 0,6 2-28 0,1-3-25 0,3 4-110 15,2-5-341-15,5-1 151 0</inkml:trace>
  <inkml:trace contextRef="#ctx0" brushRef="#br0" timeOffset="-174493.13">12161 12414 220 0,'0'-13'228'0,"2"3"-8"16,0 1-8-16,-2 2-11 0,0 7-18 0,0-11-20 15,0 11-18-15,0 0-16 0,0 0-7 16,0 0 3-16,0 0-6 0,13 27-1 0,-5-1-9 0,0 3-10 16,-4 4-6-16,1 1-9 0,-1 12-8 0,-1-10-7 15,-1 0-6-15,-6 9-7 0,3-10-3 16,-3-2-9-16,0-1-16 0,0 0-20 0,1-3-27 15,-3 0-26-15,1 0-39 0,0-2-40 0,3-8-47 16,-2 0-33-16,1-2-183 0,1-6-419 0,2-1 185 0</inkml:trace>
  <inkml:trace contextRef="#ctx0" brushRef="#br0" timeOffset="-174294.17">12404 12639 102 0,'1'-6'222'0,"2"-1"-19"15,-1 2-24-15,-2 5-21 0,0 0-9 0,0 0 12 16,0 0-6-16,9 12-8 0,-7 2-10 16,2 3-10-16,-1 7-12 0,0 1-9 0,-5-5-13 15,2 5-11-15,-1-1-5 0,1 1-9 0,1-5-7 0,-2-1-10 16,1-1-26-16,0 1-24 0,0-1-29 0,-3-5-32 16,1-1-36-16,2-2-34 0,-2 0-32 15,-1 1-163-15,3-11-350 0,-8 9 155 0</inkml:trace>
  <inkml:trace contextRef="#ctx0" brushRef="#br0" timeOffset="-174097.04">12567 12491 163 0,'13'-5'174'0,"1"1"-8"0,-3 4-11 15,1 0 0-15,-1 3-6 0,-3-1-11 0,4 5-10 16,-3 0-7-16,-3 1-12 0,1 2-9 0,-2 1-8 15,-2 5-6-15,-5 0-11 0,-4 2-3 0,-2 0-13 16,-5 5-25-16,-4-1-34 0,-2 0-31 0,-4 0-38 16,0-4-34-16,-2 1-40 0,0 0-129 0,-3-3-295 15,1-2 131-15</inkml:trace>
  <inkml:trace contextRef="#ctx0" brushRef="#br0" timeOffset="-173659.23">10353 13629 1975 0,'-26'-14'4'0,"3"0"2"16,5 2 16-16,5 2 21 0,2 0-12 0,3 3 8 15,2 0 3-15,1 2-8 0,1 2-9 0,4 3-2 16,0 0 8-16,0 0-2 0,0 0 7 0,15-3 5 16,-4 11 5-16,4 2 0 0,-1 1-5 0,5 7 5 15,-2 3-7-15,-1 1 0 0,3-1-2 0,-6 3-5 16,0-2 3-16,4 3-3 0,-3 0-2 0,-4-7 2 16,1-1 4-16,0-2 0 0,-5-2-2 0,-1-2 0 15,0-3-2-15,-1 0 6 0,0 0 13 0,-2-4 19 16,2 0 14-16,-4-4 10 0,8 2-5 0,-8-2-10 15,8-10-12-15,-1-5-8 0,2-1-6 0,5-9-7 16,0-2 1-16,-1 0 0 0,1-3-12 0,0 0-3 16,0-2-1-16,-1-1-6 0,-1 2-6 0,-2-2-4 15,1 4-14-15,-1 1-13 0,0 1-22 0,0 4-11 16,-5 7-25-16,-3 4-26 0,1 4-39 0,-1 2-45 16,1 0-34-16,-3 6-1 0,8-3-12 0,-8 3-13 15,0 0-11-15,12 13-128 0,-5-5-410 0,-3 2 181 16</inkml:trace>
  <inkml:trace contextRef="#ctx0" brushRef="#br0" timeOffset="-173433">10920 13621 22 0,'3'2'183'0,"-3"-2"2"0,6 8-13 0,-3-5-8 16,-3-3-12-16,7 7-7 0,-7-7-5 0,7 5-3 16,-7-5 1-16,7 4-12 0,-3-1 5 0,-4-3-5 15,9 4 1-15,-9-4-4 0,10 1-12 0,-1-1-9 16,-9 0-6-16,14-3-7 0,-5-1-8 0,0 2-5 15,-4-1-5-15,2 0-3 0,-2-1-2 0,-5 4-9 16,5-9-4-16,-5 9-7 0,-1-11-8 0,1 11-7 16,-7-12-6-16,3 7-15 0,-2 1-24 0,-3 0-17 15,-2 3-17-15,11 1-16 0,-20 2-20 0,4 1-13 16,4 1-32-16,0 1-31 0,3 0-21 0,0 1-22 0,-2 0-144 16,4-1-376-16,3 0 167 0</inkml:trace>
  <inkml:trace contextRef="#ctx0" brushRef="#br0" timeOffset="-173214.83">11326 13333 138 0,'4'-8'243'0,"0"2"-13"0,-1 0-16 0,-1 1-15 16,-2 5-18-16,4-7-18 0,-4 7-17 0,0 0 1 0,0 0 0 15,0 0-4-15,19 16-2 0,-12-3-16 0,0 4-5 16,0 1-16-16,3 4-11 0,-4 4-6 15,-2-2-11-15,-1-5-6 0,2 1-8 0,-3-1-3 16,-2 2-10-16,3-3-22 0,-3 2-28 0,0-2-27 0,0 0-43 16,1-1-42-16,-1-1-45 0,0-5-50 0,0 2-190 15,0-3-431-15,-1-4 191 0</inkml:trace>
  <inkml:trace contextRef="#ctx0" brushRef="#br0" timeOffset="-173007.86">11581 13360 1434 0,'0'-17'114'0,"0"-1"-5"16,0 6 15-16,0 3-51 0,2 1-32 0,-2 8-6 16,0-7 2-16,0 7 29 0,0 0-1 15,0 0 14-15,3 28-1 0,-2-12-1 0,-1 4-3 16,-1 6-5-16,2-1-5 0,1 3-6 0,-4 1-5 0,4-1-8 16,-1-3 0-16,1 2-4 0,0-2-7 15,1-5-10-15,0-1-23 0,3 0-23 0,-3 0-17 16,-1-7-31-16,4 1-45 0,-4-2-17 0,2-4-37 15,1 1-15-15,-2-4-13 0,-3-4-122 0,2 3-345 0,-2-3 152 16</inkml:trace>
  <inkml:trace contextRef="#ctx0" brushRef="#br0" timeOffset="-172131.97">11559 13453 16 0,'-3'-8'179'0,"1"2"-17"15,2 6-15-15,0-9-19 0,0 9-8 0,9-4-14 0,2 3-5 16,2-1-13-16,8 2-5 0,6-1-16 0,2 0 0 15,3-2-5-15,1 2-6 0,1-1 0 16,-2 0-11-16,-1 0-2 0,0 2 4 0,-10-2-10 16,-1 1-3-16,0 0 2 0,-3 1-1 0,-5 0-5 0,-3-2 3 15,-3 2 17-15,-6 0 12 0,11 2 10 0,-11-2-2 16,0 0 3-16,0 0-4 0,0 0-3 0,0 0 2 16,0 0 2-16,-25 8-4 0,17-5-4 15,-1 4 5-15,-2 0 3 0,-1 4-6 0,2-3-2 16,-2 5-5-16,4-2-6 0,1 0-4 0,4 0-6 0,1 0-3 15,-2 0-6-15,3 0 1 0,4 0-4 0,-1-2 0 16,5 1-2-16,2-2-4 0,0-3 2 0,7 3-6 16,0-3-1-16,6-2 4 0,-7-2-6 0,6-2 0 15,-3-2 1-15,2-1-3 0,-2-2-6 0,-1 1 2 16,0-2-1-16,-7 1 2 0,2-2-2 0,-2 1 2 16,-2-1 0-16,-1-1-3 0,0-1 1 0,-3 2 0 15,-1-2-1-15,-2 1-3 0,0 1 2 0,-1 8-3 16,2-10 1-16,-2 10-2 0,2-9 1 0,-2 9-6 15,0 0 2-15,0-7-3 0,0 7 1 0,0 0-1 16,0 0 5-16,0 0-3 0,0 0 2 0,4 25 1 16,0-19-2-16,4 1-1 0,-4 0 0 0,7 0 3 15,5-2 2-15,4-1 0 0,-1-1 0 0,3-1-5 16,0-2 3-16,5-3-1 0,2-1 0 0,-8 1-1 16,1-3 5-16,3-4-7 0,1 2 2 0,-7 0 2 15,-6 1 5-15,1-2 3 0,-3 2-5 0,-3 0-3 16,-2-2 3-16,-1-1-3 0,-1 2 0 15,0 3 2-15,-4-1 1 0,0 6 1 0,0-10-2 0,0 10 1 16,-4-9-3-16,4 9-1 0,-9-3 0 0,9 3-1 16,0 0-1-16,-14 9-1 0,5-2 3 0,5 3 2 15,-6 3 0-15,4 3-2 0,-1 8 4 0,1-6 1 16,2 8 7-16,0 2-2 0,-2 1 4 0,6 0 0 16,0 2 1-16,0 2-2 0,4 2 5 0,-4-1 4 15,5-3-2-15,-2 2-5 0,1-1 0 0,3-1 2 16,-3-1 0-16,-4-1 1 0,4-3 1 0,-4-1-9 15,-2-6-1-15,0-1-1 0,-3 1 4 0,1-4-2 16,-5 0 1-16,0-5-5 0,0-1 1 0,0-2-3 16,-3-1-2-16,0-2 0 0,-2-2-10 0,2-1-3 15,0-2 7-15,0-1-10 0,3-5-6 0,0 1-14 16,-2-5-10-16,4-2-9 0,7-6-7 0,4 0-1 16,6-9-2-16,7 0-1 0,2-1 3 0,14-12-2 15,1-1 1-15,4 3-2 0,-1 0 4 0,5 4 2 16,0-1-1-16,-6 0 5 0,5 1 5 0,-8 2 4 15,-9 7 5-15,1-3 6 0,-2 2 4 0,-4 2 4 16,-2-1 5-16,-1 2 5 0,-3 1 12 0,-4 7 13 16,-2 2 9-16,-4 5 11 0,1-3 5 0,-2 4-1 15,-2 2-3-15,0 6-4 0,-2-9-4 0,2 9-3 16,0 0 0-16,0 0 3 0,-29 19 10 0,18-5 4 16,-10 7-2-16,0 2-5 0,6-3 2 0,1 2-6 15,6-4 0-15,3 2-4 0,5-3 0 0,3 0-19 16,3-1-24-16,3 0-39 0,2-3-40 0,5-3-50 15,11-1-62-15,2-3-57 0,0-2-142 0,3-5-445 0,2-1 197 16</inkml:trace>
  <inkml:trace contextRef="#ctx0" brushRef="#br0" timeOffset="-171973.66">13407 13252 86 0,'0'0'197'0,"0"0"-19"0,0-11-18 16,0 11-13-16,0 0-28 0,0 0-35 0,0 0-56 16,18 2-62-16,-9-2-61 0,7-2-50 0,2-2-158 15,11-3 70-15</inkml:trace>
  <inkml:trace contextRef="#ctx0" brushRef="#br0" timeOffset="-167987.6">14052 12555 70 0,'-2'-12'114'0,"-1"-1"18"15,1 4-9-15,0-3-8 0,0 1-6 0,-3-1-4 16,3 1-7-16,0 1-4 0,0 1 7 0,-1 2 4 15,1 1-4-15,2 6-4 0,-3-8-9 0,3 8-12 16,0 0-12-16,0 0-4 0,0 0-7 0,0 0-4 16,0 0-3-16,-6 24 4 0,4-8-2 0,-1 10-2 15,-1 0-5-15,0 4-3 0,1 0-6 0,-2-3 3 16,3 2-5-16,0-3-4 0,2 0-2 0,0-6 0 16,-2 5-4-16,1-7-3 0,1-1 3 0,-1-3-9 15,1-2 6-15,0 0-3 0,0-3-3 0,0 1-3 16,0-10 0-16,0 13 1 0,0-13 1 0,1 10-1 15,-1-10 0-15,-1 7 3 0,1-7 3 0,0 0 0 0,0 0 1 16,0 0-2-16,0 0 1 0,0 0-3 16,0 0-2-16,0 0-1 0,13-21-2 0,-8 10-3 15,1 1 6-15,3-3-6 0,1 0 3 0,-2 1-6 16,1 5 5-16,0-3-5 0,1 3-2 0,2 0 1 0,-3 2-3 16,5 2 0-16,-5 3 1 0,3 0 1 0,-3 1-1 15,-1 4-4-15,1 1 6 0,1 2-4 16,-2 2 0-16,-3-1-2 0,4 5 1 0,-4-2-13 15,5 5-20-15,-7-2-12 0,1 1-27 0,0 1-25 0,-2-1-19 16,-1-1-17-16,4 0-25 0,-5 1-133 0,0-4-320 16,0-1 142-16</inkml:trace>
  <inkml:trace contextRef="#ctx0" brushRef="#br0" timeOffset="-167797.1">14306 12773 129 0,'-3'-10'147'0,"3"2"-7"0,0 8-10 16,0-12-9-16,0 12-17 0,0 0-12 16,3-7-5-16,-3 7-1 0,0 0-7 0,0 0-7 0,5 26-3 15,-3-13-5-15,2 3-12 0,1 1-3 0,-5 8-7 16,-3-5-21-16,5-2-30 0,-4 0-19 0,4 1-19 16,-2-1-23-16,0-1-13 0,0-2-16 15,-2-2-93-15,0-1-207 0,2-2 92 0</inkml:trace>
  <inkml:trace contextRef="#ctx0" brushRef="#br0" timeOffset="-167406.85">14816 12693 88 0,'0'0'149'0,"-3"-12"-10"0,3 12-16 0,-9-5-7 15,9 5-8-15,-16-1-7 0,6 2-10 0,10-1-3 16,-21 3-9-16,14 3-3 0,-1-2-3 0,-2 3 3 15,5 1-7-15,-1 1-10 0,2 3-2 0,-1 3-1 16,3-4-5-16,0 7-7 0,2 0-1 0,4 0 1 16,-2 2-6-16,1 4-4 0,-3-7-6 0,4 9 3 15,-2-6-2-15,1 4-6 0,-2-3-3 0,-2 3-2 16,-1 0 2-16,-1-4-4 0,-1-2 1 0,-1 1-5 16,-2-2-12-16,1 2-17 0,-3-3-17 0,0 0-28 15,0-2-17-15,0 0-39 0,0-4-21 0,1-3-123 16,-3-1-282-16,1-1 125 0</inkml:trace>
  <inkml:trace contextRef="#ctx0" brushRef="#br0" timeOffset="-167063.62">15048 12537 67 0,'0'0'163'15,"8"10"-7"-15,-4 1-2 0,-1 6-17 0,0 0-3 16,-2 2-6-16,3 7-13 0,-2-1-4 0,-2 2-8 16,3-2-11-16,-6 1-8 0,3-10-10 0,0 3-4 0,3-3-8 15,-2 0-8-15,-2-5-1 0,1 1-6 16,0-5-4-16,1-1 0 0,-1-6-8 0,0 11-3 16,0-11-1-16,1 7 2 0,-1-7-7 0,5 3 0 15,-5-3-2-15,0 0-1 0,20-10-2 0,-10 2-3 0,4-1-3 16,1-3-1-16,1 1 4 0,3-2-9 0,-4 4-1 15,-1-1 2-15,2 4-3 0,0-2-1 0,-8 5-5 16,3 0 3-16,1 3-3 0,-2 0-2 16,0 1 2-16,0 4 2 0,-1 2-3 0,-1 0-4 0,-3 1 7 15,2 3-14-15,-5 1-14 0,2 2-39 0,-1 2-18 16,-2 0-45-16,0 0-41 0,-1 0-129 16,-1-6-320-16,3 3 141 0</inkml:trace>
  <inkml:trace contextRef="#ctx0" brushRef="#br0" timeOffset="-166764.02">15686 12736 23 0,'0'0'168'16,"0"0"-1"-16,0 0-6 0,0 0-12 0,0 0-6 15,0 0-6-15,0 0-11 0,10 26-7 0,-4-20-12 16,2 2-9-16,2-2-4 0,3 1-12 0,1 0-6 15,4-2-8-15,0-1-9 0,-1-2-2 0,1-1-8 16,0-2 0-16,0-3-3 0,-2-1-4 0,0-2-1 16,-6 0 11-16,2 0 2 0,-5-3 0 0,0 1 0 15,-2-1-4-15,-4-1 0 0,-2-1-7 0,-2 1-5 16,0 0-3-16,-5-4-5 0,-1 6-3 0,-3-4-2 16,2 6-6-16,-6-2-1 0,-1 6-5 0,-1 1-12 15,-1 2-12-15,0 1-20 0,0 3-17 0,-1-1-19 16,4 4-27-16,3-2-27 0,0 2-20 0,4 0-33 15,2 1-150-15,3-2-349 0,1-3 156 0</inkml:trace>
  <inkml:trace contextRef="#ctx0" brushRef="#br0" timeOffset="-166537.79">16108 12513 90 0,'4'-12'203'16,"-1"2"10"-16,-2 4-4 0,2 0-7 0,-3 6-21 15,2-11-18-15,-2 11-18 0,0 0-14 0,0 0-1 16,0 0 2-16,17 18-8 0,-11-3-1 0,-1 14-7 16,2-2-8-16,-4 5-11 0,0-3-9 15,0 3-5-15,-5-1-8 0,1 1-7 0,-2-1-6 0,1 1-7 16,1-5-3-16,-6 0-14 0,2 0-23 0,3-1-21 16,-2-1-28-16,-4-2-38 0,4-5-31 0,-2-1-32 15,3-1-36-15,1-4-34 0,-1-2-159 0,2-3-392 16,1-1 174-16</inkml:trace>
  <inkml:trace contextRef="#ctx0" brushRef="#br0" timeOffset="-166318.85">16342 12741 96 0,'4'-11'204'0,"0"2"-4"0,-1-1-16 16,-1 6-18-16,-2 4-20 0,4-6-11 0,-4 6 9 15,0 0 2-15,5 16-10 0,-5-4-5 0,1 5-11 16,1 2-6-16,-4 6-10 0,2 0-11 0,-1 1-8 15,-3 1-8-15,3 2-7 0,-2 1-6 0,3-3-6 16,0 1-6-16,-1-2-4 0,1-2-2 0,1-3-9 16,-2-3-14-16,1-2-22 0,-2 0-19 0,2-4-21 15,-3 0-22-15,0-2-27 0,1 0-36 0,-2-1-23 0,0-3-18 16,-1 0-20-16,0-1-125 0,-3-3-334 0,8-2 148 16</inkml:trace>
  <inkml:trace contextRef="#ctx0" brushRef="#br0" timeOffset="-166124.72">16379 12725 154 0,'7'-7'158'0,"1"1"-9"0,0 2-6 0,0 3-4 0,-8 1 7 16,15 2 7-16,-7 2-12 0,1 1-13 0,-3 2-15 16,2 0-5-16,-2 4-9 0,2-1-3 0,-5 0-12 15,-1 3-9-15,-2-3-2 0,0 2-9 0,-5 5-5 16,-1-2-10-16,-4 2-32 0,-2-2-25 0,-3-1-34 15,-6 4-45-15,5-5-41 0,-1-3-41 16,-7 1-117-16,6-4-309 0,1 1 136 0</inkml:trace>
  <inkml:trace contextRef="#ctx0" brushRef="#br0" timeOffset="-165768.93">16971 12607 166 0,'5'-7'163'0,"-5"7"-2"0,12 0-2 0,-12 0-1 16,13 11-9-16,-7-3 3 0,0 3-8 16,1 5-4-16,-2 2-6 0,-1 7-5 0,-3 1-6 15,-1 0-15-15,-3-2-9 0,1 1-9 0,-3 0-11 16,-2-1-6-16,1 1-6 0,2-6-8 0,-1-1-9 0,1-1-3 16,-1 1-1-16,0-2-18 0,2 1-21 15,1-5-21-15,-1-3-35 0,1-1-40 0,0-1-24 16,1-1-34-16,1-6-9 0,-1 7-172 0,1-7-354 15,0 0 157-15</inkml:trace>
  <inkml:trace contextRef="#ctx0" brushRef="#br0" timeOffset="-165561.08">17059 12563 87 0,'9'-4'140'0,"3"1"-8"0,-2 2 6 16,2 2 2-16,0 2-3 0,-3 2-5 0,-1 3-6 15,-2 1-11-15,2 2-9 0,-3 1-8 0,1 2-2 16,-4 3-9-16,-1 0-7 0,-2 0-6 16,-4 2-8-16,-2 0-7 0,-2-2-5 0,-4 5-3 0,3-5-6 15,-5-1-17-15,2-1-28 0,-6 2-29 0,5-3-20 16,-1-3-29-16,2 0-28 0,-1-2-31 0,6-1-129 16,-2-3-287-16,3-1 127 0</inkml:trace>
  <inkml:trace contextRef="#ctx0" brushRef="#br0" timeOffset="-165304.9">17255 12782 128 0,'2'9'153'0,"0"-2"-9"0,-2-7 2 0,6 10-8 16,-3-3-7-16,0-2-2 0,1 0-6 0,0 0-10 15,4 1-7-15,2-3-9 0,-4 1-2 0,5-2-3 16,-1-1-4-16,1-2-2 0,0 0 3 0,1-3-5 15,-3 1-3-15,3-2 1 0,-3-2-8 0,-3 0-8 16,-1-2-5-16,-2 0-4 0,-2-1-8 0,-1-1-4 16,-1-1-8-16,-4 1-5 0,-2-2 7 0,-3 0-19 15,0 5-18-15,1-2-21 0,-3 3-21 0,1 2-22 16,-1 1-30-16,0 2-13 0,-1 1-29 0,-1 1-21 16,2 1-15-16,3 3-132 0,-2-1-327 0,6 0 144 15</inkml:trace>
  <inkml:trace contextRef="#ctx0" brushRef="#br0" timeOffset="-164881.72">17503 12696 62 0,'10'-1'156'0,"-10"1"-10"0,0 0 8 16,9 3-1-16,-9-3-2 0,4 7-9 0,-4-7-1 16,0 8-19-16,1-2-8 0,-1-6-10 0,0 12-6 15,1-6-11-15,1 3-5 0,-2-1-5 0,0-8-11 16,2 13-7-16,1-7-4 0,-1 0-1 0,3-1 0 15,-5-5-5-15,9 8 0 0,-5-5-3 0,-4-3-4 16,10 3-2-16,-2-3-4 0,-8 0-3 0,13-2-4 16,-7 0-1-16,1-2-4 0,-1-1-1 0,2 1-2 15,-1-4-7-15,-1 2 1 0,-3 1-2 0,5-3-1 16,-4 2 2-16,0 1-5 0,-1-1-1 0,-3 6 4 16,4-7-5-16,-4 7-3 0,4-6-3 0,-4 6-1 0,4-3-5 15,-4 3 0-15,0 0 2 0,0 0 1 16,0 0-1-16,0 0 0 0,0 0 0 0,0 0-1 15,9 11 2-15,-9-11 0 0,5 5 1 0,-5-5 4 16,0 0 5-16,9 3 6 0,-9-3 9 0,9-1 8 16,-9 1 5-16,11-6-4 0,-4 2 8 0,1-2 1 15,2-2 0-15,-4 1-2 0,-1 0 2 0,2-1 4 16,-2-2-2-16,1 2-4 0,-2-2-8 0,1 0-4 16,-4 1-1-16,3 0-16 0,-4 0-11 0,1-1-16 15,1 5-21-15,-2 5-19 0,1-12-30 0,-1 12-38 0,0-7-36 16,0 7-10-16,0 0-1 0,0 0-5 0,0 0-1 15,0 0-2-15,0 0-117 0,0 30-321 16,-1-18 142-16</inkml:trace>
  <inkml:trace contextRef="#ctx0" brushRef="#br0" timeOffset="-164434.65">17871 12753 42 0,'6'0'155'0,"-6"0"-2"16,17-4 8-16,-11 3-2 0,2-4-6 15,1-1-10-15,-2 2 1 0,0-2-7 0,-1 2-12 16,1-2-3-16,-1-2-11 0,0 2-4 0,0-2-5 0,-3 1-6 15,1-2-8-15,-1 1-6 0,-2-1-7 0,-1 0-7 16,0 9 4-16,1-13-2 0,-1 6-10 0,0 7-2 16,0-10-3-16,0 10-7 0,0-7-5 0,0 7-6 15,0 0-3-15,0 0-5 0,0 0-2 0,0 0-8 16,0 0 3-16,-23 11 4 0,16-3-11 0,-3 6-3 16,3-4-2-16,-1 0-1 0,3 3 1 0,1-1 3 15,1 1-4-15,3-1-2 0,1-1 2 0,3 0-1 16,-2-1 1-16,2 1 4 0,2-4-7 15,1 3 1-15,2-3 0 0,0-1 3 0,1 0-3 0,0-3 2 16,4 0-1-16,-2-3-1 0,2 1 0 0,-4-3-2 16,4 0 1-16,-2 1 3 0,-2-4-3 0,1-1 1 15,-2-1 0-15,-4 1-2 0,3-2 6 0,0-1-8 16,-2-1-1-16,-2 0 0 0,2-2 3 0,-2 2-1 16,1-4-5-16,0 1 6 0,0 2-6 0,1-4 2 15,-1 5-2-15,1-1 2 0,2 1-2 0,-2 4-1 16,2 0 0-16,2 1-1 0,0 2 0 0,-2 1-1 15,-2 2-1-15,-6 0-2 0,16 3 3 0,-10 1 1 16,0 2 2-16,1 3 8 0,-2 1 4 0,0-1-2 16,-2 1-2-16,0 1 0 0,-1 2-1 0,0 2 5 15,0-3-6-15,-2 0 1 0,0 0-3 0,0 2-23 16,-2 0-36-16,1-2-56 0,0-2-54 0,-1 3-55 16,1-5-205-16,0-1-461 0,1-7 205 0</inkml:trace>
  <inkml:trace contextRef="#ctx0" brushRef="#br0" timeOffset="-164285.83">18500 12748 1543 0,'0'0'21'0,"0"-8"-17"16,0 8-6-16,0 0 2 0,0 0 5 0,0-15-6 16,0 15 0-16,0 0 5 0,0 0-18 0,0 0-25 15,0 0-30-15,0 0-43 0,0 0-112 0,0-7-242 16,0 7 108-16</inkml:trace>
  <inkml:trace contextRef="#ctx0" brushRef="#br0" timeOffset="-159231.89">20694 12108 25 0,'0'0'189'0,"-4"-5"-9"0,4 5-8 16,0 0-10-16,-3-8-12 0,3 8-12 0,0 0-21 15,0 0-10-15,0 0-7 0,0 0-7 0,0 0 4 16,0 0-2-16,0 0-3 0,0 0-1 0,20 12-11 16,-11-8-8-16,-2 4-2 0,2 0-7 0,0 0-5 15,3 0-1-15,-1 3-6 0,1-3-7 0,-2-1-5 16,-1 2-2-16,2-2-1 0,0 0-6 0,-1 2-3 15,1-1-20-15,-3 0-19 0,1 1-21 0,-1-2-37 16,-1 3-29-16,2-4-38 0,-4 0-12 0,-1-2-29 16,-1 2-123-16,-3-6-324 0,1 10 143 0</inkml:trace>
  <inkml:trace contextRef="#ctx0" brushRef="#br0" timeOffset="-159049.45">20850 12076 87 0,'0'0'121'0,"-7"-4"-3"0,7 4-11 0,0 0 1 15,-17 15-16-15,8-7-8 0,-2 4-13 16,0 2 1-16,-1 0-10 0,3 2-7 0,-2-2-33 16,1 3-25-16,-2 1-24 0,5 0-37 0,-5 4-88 15,-1-6-162-15,4-1 71 0</inkml:trace>
  <inkml:trace contextRef="#ctx0" brushRef="#br0" timeOffset="-149045.97">15215 10187 2010 0,'0'0'-13'0,"-2"-16"3"16,2 16 3-16,0 0 3 0,-16-6-5 0,16 6 3 16,-16 6 4-16,5 1 3 0,-4 3-1 0,1 2-3 15,-6 6-3-15,0 3 9 0,4-2 7 0,-3 1 9 16,1 1 7-16,-1 2 2 0,1-3-1 0,7-2 4 15,-3 3 1-15,3-3-4 0,0-2 0 0,4 1-1 16,-1-2-5-16,5 2 4 0,0-4-2 0,4-2-3 16,-1-2-1-16,4 1 2 0,1-1-2 0,4-1 1 15,3-2 1-15,5-3 1 0,3 0-2 0,8-3-5 16,2-4 9-16,4 0 6 0,-1-5 0 0,0 0-3 16,-2-4-4-16,-4 2-2 0,-3 0 1 0,0-5 0 15,-10 4-2-15,0 1 0 0,-5-3-3 0,-1 0 0 0,-4 0-1 16,-3-3-6-16,-2-2 1 0,-7 4 0 0,3-1-4 15,-5-1 1-15,-3 3-4 0,1-1 3 0,-2 3-2 16,-3 1-1-16,-12-1-1 0,8 6 1 0,-5 1-3 16,-3 3 0-16,2 2-3 0,-1 2 1 0,1 3 0 15,0 2-2-15,7 0-6 0,0 1-7 0,-5 5-12 16,8-2-19-16,1 2-27 0,2 0-17 0,1-1-32 16,6 0-29-16,4-2-20 0,1 2-19 15,2 1-138-15,4-5-354 0,5 0 157 0</inkml:trace>
  <inkml:trace contextRef="#ctx0" brushRef="#br0" timeOffset="-148867.46">15572 10400 195 0,'0'0'195'0,"0"0"-14"0,0 0-14 15,9-1-13-15,-9 1-15 0,0 0-18 0,0 0-9 16,0 0-13-16,5 4-8 0,-5-4-12 0,1 7-36 15,-1-7-32-15,1 9-36 0,2-5-46 0,-3-4-17 16,3 12-34-16,-2-7-92 0,-1-5-232 0,2 11 104 0</inkml:trace>
  <inkml:trace contextRef="#ctx0" brushRef="#br0" timeOffset="-148617.52">15918 10297 19 0,'9'-4'186'0,"1"1"-3"0,0 1-11 16,1 4-7-16,1-1-9 0,-1 4-5 0,-1 2-9 0,0 0-10 16,-2 1-9-16,-2 3-7 0,1 5-10 0,-6-1-9 15,-1 0-11-15,-4 4-6 0,-1-2-7 0,-2 2-5 16,-5 3-6-16,1-5-6 0,4-1-5 0,-5-2-3 16,3 1-6-16,2-5-3 0,-1 1-4 0,3-5-5 15,1 0-3-15,2 0 1 0,2-6-4 0,-2 9-4 16,2-9-2-16,0 0-12 0,13 7-18 0,-1-8-21 15,5 0-19-15,4-4-28 0,8 1-32 0,2-2-26 16,0-3-26-16,1 2-161 0,-3-3-353 0,0-2 156 16</inkml:trace>
  <inkml:trace contextRef="#ctx0" brushRef="#br0" timeOffset="-148198.89">16420 10332 74 0,'2'-5'150'0,"-2"5"-6"0,3-8-6 0,-3 8-15 16,2-6-6-16,-2 6-14 0,0 0-9 0,0 0 2 15,0 0 0-15,0 0-1 0,0 0 6 0,10 14-5 16,-9-4-2-16,3-1-8 0,2 6-2 0,2 2-7 16,2-1 3-16,2 1-1 0,4 5 3 0,-2-3-8 15,4 2-7-15,-5-7-4 0,5 6-7 0,-6-5-6 16,-3-1-5-16,-1-4-2 0,1 4-3 0,-2-3-5 16,-2-1-3-16,-2-1-1 0,-1 0-5 0,-2-1 1 15,0-8-1-15,-8 16-6 0,-1-10-2 0,-5-2 1 16,-2 2-3-16,-5-6-1 0,2 0-2 0,-9-2 0 15,6-2-4-15,1 0 0 0,3-2-1 0,-2-2 1 0,5 1-1 16,2-1 0-16,3 1-2 0,4-5-1 0,2 2 0 16,1-3-1-16,5 1-1 0,4-4-4 15,0 2 2-15,5-2 0 0,6-3-2 0,-2 5-2 16,4-7 0-16,0 1 2 0,-2 7 0 0,4-6-5 0,-5 8 4 16,-1-4 3-16,-1 2-2 0,-1 0 0 15,-3 0 0-15,0-1 1 0,-3 4-3 0,-1 0 3 16,-2 1 1-16,-2-1-2 0,0 3 1 0,-4-1-5 15,2 8-1-15,-4-12-4 0,-1 5 2 0,5 7 2 0,-8-6-2 16,4 3 2-16,4 3-2 0,-13-2 3 0,4 2-10 16,9 0-13-16,-15 4-15 0,6 1-16 0,-1 1-22 15,2 2-29-15,1-1-22 0,2 3-21 0,3-3-26 16,-1 5-143-16,3-3-349 0,4-1 156 0</inkml:trace>
  <inkml:trace contextRef="#ctx0" brushRef="#br0" timeOffset="-147887.72">17013 10237 126 0,'0'0'191'15,"0"-8"-8"-15,0 8-10 0,0 0-10 0,-6-8-11 16,6 8 3-16,0 0-9 0,-19 12 0 0,5 1-13 16,-3 9-5-16,-1-2-8 0,-1 2-13 0,2 5-3 15,0-3-14-15,4 1-10 0,0 2-5 0,3-4-11 16,3-4-4-16,5-1-6 0,2 1-4 0,4-2-11 15,2 0 6-15,5-4-7 0,1-1-1 0,3-1-2 16,3-2-5-16,4-4-3 0,-3-3-2 0,4-1-3 16,-1-1-5-16,-2-1-3 0,1-3-1 0,-3-1 0 15,-2-2 3-15,-3 0-5 0,-1 1-2 0,-5-3-3 16,0-1-1-16,-4-1 2 0,-1 2-1 0,-2-1-4 16,-3 1 6-16,-3-1-11 0,-1 4-7 0,-2-2-6 15,-5 2-14-15,-1 1-15 0,-4 3-11 0,-2 3-20 16,-6 2-21-16,-2 3-17 0,2 1-42 0,0 2-49 15,2 1-149-15,7-3-382 0,3 3 170 0</inkml:trace>
  <inkml:trace contextRef="#ctx0" brushRef="#br0" timeOffset="-147393.12">19885 10258 225 0,'0'0'209'0,"0"0"-23"0,-3-6-10 0,3 6-15 0,0 0 0 16,-14 12-1-16,8-4-7 0,-3 5-8 0,-2 2-10 15,-1 0-14-15,2 1-17 0,-3 6-4 0,4-4-14 16,1-2-5-16,2 0-8 0,0 0-6 16,3-5-9-16,2 1-4 0,1 1-2 0,0-3-6 0,4 0-1 15,0-2-2-15,3 0-4 0,2-3 1 0,1-1-7 16,7 1 2-16,1-1-4 0,4-3 1 0,-1-4-4 15,0 1-4-15,0-2-2 0,0 0 3 0,-3-3-2 16,-2-2 3-16,0 1 4 0,-4-3-7 0,-1-4 1 16,-4 1-6-16,4-2 7 0,-9-2-11 0,-1 0-1 15,-2-8-2-15,-1 6 1 0,-6-5-3 0,-1 9-3 16,-1-2 0-16,-4 3-2 0,0 3-2 0,-5 2 0 16,-1 4-3-16,-9 1 0 0,-1 5-9 0,1 3-17 0,-2 1-21 15,-1 4-20-15,3 3-27 0,0 3-34 16,2 0-32-16,8-2-37 0,5 3-40 0,2-2-133 15,3-3-401-15,7 0 177 0</inkml:trace>
  <inkml:trace contextRef="#ctx0" brushRef="#br0" timeOffset="-147213.22">20258 10382 250 0,'-3'-5'251'0,"3"5"-11"15,-8-8-14-15,8 8-17 0,-5-7-13 0,5 7-22 0,-6-4-17 16,6 4-15-16,0 0-20 0,0 0-26 0,0 0-28 16,0 0-37-16,0 0-53 0,0 0-51 0,0 0-47 15,0 0-205-15,3 23-352 0,-3-23 157 0</inkml:trace>
  <inkml:trace contextRef="#ctx0" brushRef="#br0" timeOffset="-146748.91">20561 10194 209 0,'1'-6'218'0,"-1"6"-17"15,3-8-21-15,-3 8-23 0,0 0-14 0,2-5-2 16,-2 5-7-16,0 0-5 0,0 0 6 0,6 22-15 16,-4-5-8-16,2-5-6 0,1 5-15 0,1 0-4 15,1 2-7-15,2 6-3 0,-1-7-10 0,3-1-2 16,-2-1-7-16,-1 1-6 0,3 0-2 0,1-1-7 15,-2-1-3-15,4 0-2 0,-4-3-7 0,-1-1 0 16,-1-1-6-16,-2-1-2 0,0-3-1 0,-2 3-1 16,-1-2-4-16,-3-7 3 0,-5 11-4 0,-4-5 2 15,-4-3-7-15,-5 2 3 0,-10 0-6 0,-3-5-3 0,2-1-2 16,1-1 5-16,5-2-2 0,5-1-5 16,-1-1 4-16,3-1-3 0,5 0-1 0,3 0 2 15,3-3-7-15,2-1-10 0,5 0-8 0,-1-2 1 16,6-4-2-16,3 2 1 0,2-2 3 0,6-2 0 0,4-2-1 15,2 1 1-15,3 1 3 0,-1-1 1 0,1 0 5 16,1 0 0-16,-3 3-1 0,1-4 4 16,-3 3-3-16,-5 2 4 0,-4 0 1 0,-4 3 7 15,-2-1 4-15,-2 1 1 0,-2 3-3 0,-3-1-1 0,-3-1 0 16,-1 1 3-16,-6 1-3 0,0 2 2 0,0 1 1 16,-3 2-3-16,-1-1-3 0,-4 3 2 0,-3 5 0 15,-6 3-2-15,4 0-1 0,-6 5 0 0,2 3-21 16,-3 0-15-16,7 0-23 0,2 3-26 0,6-3-27 15,3 1-19-15,7-3-26 0,2-1-25 0,2 2-152 16,8 2-364-16,2-4 162 0</inkml:trace>
  <inkml:trace contextRef="#ctx0" brushRef="#br0" timeOffset="-146540.95">21035 10145 1561 0,'14'-23'11'0,"-4"5"64"16,-2 1 15-16,0 1 4 0,-3 6 6 0,1-2 6 15,-1 4-6-15,-2 0-9 0,0 3-14 0,-1 0-9 16,-2 5-5-16,4-6-8 0,-4 6-10 0,0 0 3 16,0 0 5-16,10 16 10 0,-9-3-7 0,1 6-7 15,-2 6 2-15,1 3-7 0,1 0-8 0,1 1 4 16,-4 1-6-16,5-2-17 0,-4 3-26 0,3-5-39 16,-4 3-26-16,1-2-39 0,0-8-33 0,4 5-49 15,-3-5-212-15,-1-4-442 0,-1-1 196 0</inkml:trace>
  <inkml:trace contextRef="#ctx0" brushRef="#br0" timeOffset="-146289.86">21546 10120 159 0,'11'-1'197'0,"-1"2"-8"0,1 2-11 0,0 3 0 0,-4 2-7 16,0 0-7-16,0 8-16 0,-3 1-12 0,-1 10-9 15,-6-3-12-15,0 0-5 0,-3-5-6 0,-3 8-4 16,-1-3-11-16,0-6-8 0,-2-1-6 0,5-2-6 16,0-4-7-16,2 1-6 0,1-3 0 0,3 0-1 15,2 0 0-15,8-2-2 0,3 0-4 0,16-2-8 16,9-1-3-16,19-5-19 0,7-2-27 0,29-2-37 16,-26-2-34-16,26-5-37 0,-1 1-34 0,-3-2-31 15,-21 6-28-15,29-5-139 0,-8 1-377 0,-30 2 167 16</inkml:trace>
  <inkml:trace contextRef="#ctx0" brushRef="#br0" timeOffset="-134419.3">20685 12371 41 0,'0'0'150'0,"-3"-9"-1"0,3 9-5 16,0 0-3-16,0 0-1 0,-1-9-10 0,1 9-9 16,0 0-8-16,0 0-9 0,0 0 0 0,0 0-17 0,1-10-11 15,-1 10-5-15,0 0-7 0,0 0-5 16,0 0-6-16,0 0-4 0,0 0 3 0,0 0-2 15,0 0 7-15,0 0 1 0,0 0-5 0,14 19-7 0,-11-13 0 16,0 1-8-16,2 1 1 0,1 0-2 0,-1 2 2 16,2 0-2-16,-2 1-3 0,1-1-2 0,2 1 2 15,-3-1-3-15,0 0 0 0,1 2-4 16,1-2-1-16,-2 0-3 0,2 2 4 0,0-2-11 0,-3 0 2 16,1 0-1-16,-1-2-2 0,0 1-1 0,2-1-1 15,-2-2 1-15,-2 1-1 0,2-3-7 0,0 0 9 16,-4-4-5-16,4 9-3 0,-4-9-5 0,4 7 6 15,-4-7 1-15,0 0 5 0,5 5 7 0,-5-5 9 16,0 0 9-16,5 5 9 0,-5-5 5 0,0 0-8 16,0 0-8-16,0 0-1 0,8-18-5 0,-2 9-5 15,0-1 0-15,6-4-1 0,2 0-6 0,2-7 2 16,5-1-4-16,3 0-3 0,12-11-5 0,-6 10-3 16,10-12-3-16,4 0 3 0,-1-4-2 0,2 3-2 15,-1 2-3-15,-3-1 1 0,0 3-2 0,-2 1 4 16,-10 11-2-16,-1 1-1 0,-2-2-3 0,-1 0 3 15,0 5-1-15,-10 3 0 0,0 1 1 0,-1 2-1 16,-3 3-1-16,-2-1 5 0,0 3-1 0,-4 1-3 16,0 0 1-16,-5 4 0 0,9-6-9 0,-7 2-5 15,-2 4-11-15,0 0-10 0,8-4-9 0,-8 4 1 16,0 0-2-16,0 0-12 0,0 0-21 0,-10 22-35 16,-2-11-14-16,1 2-36 0,-6 1-26 0,-5 4-26 15,-3 3-140-15,-1-3-385 0,-3-2 171 0</inkml:trace>
  <inkml:trace contextRef="#ctx0" brushRef="#br0" timeOffset="-133881.02">20518 12401 117 0,'0'0'127'0,"0"0"5"0,0 0-11 0,0 0 3 16,0 0-8-16,0 0 0 0,0 0 10 0,16 23-4 16,-8-14-1-16,-2 2-11 0,6 4 7 0,-3-2-14 15,2 1-8-15,2 1-3 0,0 1-1 0,-2-1-4 16,2-2-8-16,0 1-6 0,-2 0-8 0,0-1-6 0,-1-1 10 15,-1-3-6-15,-2 0-2 0,1-2-4 0,0 0-6 16,-1 0-5-16,-3-1-6 0,1-3-2 0,-5-3-3 16,5 6 1-16,1-4 6 0,-6-2 8 15,5 4 3-15,-5-4 3 0,11-3-5 0,-11 3 0 0,14-9-4 16,0-1-4-16,0 0-6 0,3-3-1 0,3-6-3 16,2 1-2-16,2-2-7 0,-1-3-1 0,3-1-1 15,11-6-1-15,-1-3-5 0,3 0 1 16,2-2-1-16,1 0-7 0,-1-4 5 0,-1 0-3 15,1 6-1-15,-1-1-5 0,-11 9 5 0,0 2-2 0,-2 2-4 16,-3 0-2-16,0 2 5 0,-4 2 0 0,-5 5-4 16,1 1 2-16,-6-2-1 0,4 4 2 0,-5 3-3 15,-1-1-1-15,-3 2 2 0,1 0-2 0,-2 1-2 16,-4 4 1-16,9-6-7 0,-9 6-10 16,5-4-10-16,-5 4-12 0,0 0-14 0,4-5-11 0,-4 5-15 15,0 0-11-15,0 0 5 0,0 0-8 0,0 0-14 16,0 0-22-16,0 0-18 0,5 15-18 0,-5-15-16 15,-8 18-26-15,-1-8-128 0,-1 2-362 0,-4-2 161 16</inkml:trace>
  <inkml:trace contextRef="#ctx0" brushRef="#br0" timeOffset="-133456.08">20668 12495 75 0,'0'0'138'0,"0"0"-12"0,0 0 8 16,0 0 9-16,0 0-5 0,4 16 1 0,-4-16-2 16,5 14-5-16,-1-3 0 0,0-1-13 0,0 1-12 15,1 0-5-15,-1 0-3 0,-2 0-10 0,2-1-7 16,0 1-6-16,1-3-7 0,-2-1-4 0,-2-2-8 15,3 1 0-15,-4-6 5 0,4 8 5 0,-4-8 6 16,3 5 9-16,-3-5-3 0,8 0-5 0,-8 0 1 16,19-4-7-16,-3-6-4 0,9-2-5 0,5-1-6 15,0-4-4-15,16-8-5 0,2 3-4 0,3-4-4 16,0 0-5-16,0-2 0 0,4-3-3 0,0-2-2 16,20-16-1-16,-22 17-1 0,-2-4-5 0,1 0-4 15,-1 0-2-15,0 1-3 0,-5 5 1 0,-1-1 3 16,-4 4-5-16,-13 7 1 0,-5 4-2 0,-5 4-3 15,-4 2-1-15,-5 4 1 0,0 0-2 0,0-1-9 16,-2 4-9-16,-1-1-29 0,-2 0-22 0,-4 4-22 16,0 0-6-16,9 0-11 0,-9 0-18 0,0 0-20 15,1 11-18-15,-1-11-25 0,-13 19-28 0,-2-5-151 16,-1-2-395-16,-7 4 175 0</inkml:trace>
  <inkml:trace contextRef="#ctx0" brushRef="#br0" timeOffset="-132813.25">16570 11969 159 0,'-4'-10'171'0,"1"0"-9"0,2 0 4 15,0 1-2-15,-1-1-10 0,1 3-10 0,1 7-2 16,-1-12-8-16,1 12-8 0,0-11-5 0,0 11-16 16,1-8-12-16,-1 8-6 0,5-7-10 0,-5 7 2 15,13-2-2-15,-1 2-11 0,-1 0-7 0,2 2-3 16,4 0 5-16,-1 2-9 0,2-1-7 15,1 2-1-15,-2 0-8 0,3-1-1 0,1 1-1 0,-5 1 0 16,3 0-6-16,-3 0-5 0,-2-1-1 0,1 2-1 16,2-1-5-16,-2 0-14 0,-2-1-21 0,-3 1-21 15,1 0-18-15,0-2-33 0,-3 3-24 0,1-2-26 16,-3-1-20-16,0 1-15 0,-1-1-11 0,-1 0-115 16,-4-4-326-16,0 0 145 0</inkml:trace>
  <inkml:trace contextRef="#ctx0" brushRef="#br0" timeOffset="-132608.08">16846 11801 15 0,'0'0'170'0,"-4"-8"-20"0,4 8-12 16,0 0 2-16,0 0-3 0,0 0-1 0,0 0 10 16,-20 18-11-16,9-3-4 0,-5 8-4 0,-2 0-7 15,-1-1-11-15,-3 4-2 0,1 0-12 0,0 0-6 16,-3 0-10-16,2 2-10 0,-1-2-6 0,0-1 0 15,-3 5-12-15,2-6-18 0,0 3-29 0,-1-3-41 0,1 5-27 16,1-7-42-16,4-1-43 0,-2 1-37 0,4-9-109 16,1-3-318-16,3 0 141 0</inkml:trace>
  <inkml:trace contextRef="#ctx0" brushRef="#br0" timeOffset="-132430.86">16418 12101 15 0,'5'-3'161'0,"6"0"-8"0,1 1-26 0,6-2-5 16,0 2-23-16,2-2-19 0,8 0-46 16,3 1-46-16,1-1-119 0,-2-2-139 0,6-5 61 15</inkml:trace>
  <inkml:trace contextRef="#ctx0" brushRef="#br0" timeOffset="-132275.78">17485 11855 2134 0,'0'-9'17'0,"0"9"17"0,1-11-1 16,-1 11-20-16,-4-12 2 0,2 6 0 0,2 6-8 16,-5-10-4-16,5 10 1 0,-4-6-20 15,4 6-38-15,0 0-19 0,0 0-28 0,0 0-34 0,0 0-38 16,0 0-115-16,0 0-311 0,0 0 139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7T04:52:58.5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14884 13445 3 0,'0'0'15'0,"0"0"-1"0,0 0 0 16,0 0 5-16,-8-2-6 0,8 2 2 0,0 0-2 15,0 0-3-15,0 0-3 0,-7-4 8 0,7 4-7 16,0 0 1-16,-8-2-2 0,8 2-2 0,0 0 3 15,0 0 7-15,-7-5 2 0,7 5-2 0,0 0 4 16,0 0-1-16,0 0 1 0,-7-4-1 0,7 4-1 16,0 0 3-16,0 0-2 0,0 0-6 0,0 0 0 15,0 0 4-15,0 0-2 0,0 0-1 0,-6-2 2 16,6 2-3-16,0 0 7 0,0 0-7 0,0 0 4 16,0 0-2-16,0 0-1 0,0 0-2 0,0 0-1 15,0 0 4-15,0 0 0 0,0 0-5 0,0 0 0 16,0 0 0-16,0 0 1 0,0 0-2 0,0 0-5 15,0 0 3-15,0 0-1 0,0 0-2 0,0 0 0 16,0 0-3-16,0 0 6 0,0 0-4 0,0 0 1 16,0 0 5-16,0 0-5 0,0 0-1 0,0 0 5 15,22-4-7-15,-22 4 3 0,9-1 5 0,-9 1-5 16,12-1 1-16,-12 1-2 0,13-2 1 0,-5 2 2 16,-1 0-5-16,-7 0-3 0,14-3-2 0,-7 2 8 15,-7 1 2-15,15 0 1 0,-7 0-6 0,0 0 5 16,3 0 1-16,-11 0 3 0,16 0-4 0,-8 0 0 15,-8 0-3-15,17 0 12 0,-17 0-15 0,13 0 8 16,-13 0-6-16,20 0 10 0,-20 0-10 0,18-1 1 16,-5 1 2-16,-3-2-3 0,-10 2-5 0,23 0 6 15,-13-2 1-15,3 2 1 0,-3-1 3 0,3 0-4 16,1-1-3-16,-1 1 3 0,5 1 4 0,-6-1 0 16,0 1-7-16,2 0-2 0,-14 0 1 0,23 1 2 15,-10 0 1-15,1 1 1 0,-3-1 4 0,-11-1-6 16,25 1 2-16,-14 1-3 0,1-2-2 0,2 0 1 15,-1 2-1-15,0 0 7 0,0 0-9 0,5-1 8 16,0 1-1-16,0-1 5 0,1-1-10 0,-2 1 2 16,2 0-2-16,-1-1 4 0,1 2-2 0,0 0 7 15,-1-2-7-15,1 1 4 0,-2-2-6 0,0 2 2 16,0-1 2-16,2 2-1 0,-6 0-3 0,5-2 8 16,0 2-3-16,-4-2 0 0,-1 2-3 0,1-1 1 15,0-1-2-15,4 2 1 0,-8-1-5 0,4 2 21 16,-1-2-15-16,0 0 3 0,-2 1-3 0,3 0 2 15,-2-1-1-15,1 2-1 0,-1-1-1 0,0 0 1 16,-1 0 0-16,2 1 1 0,4-1 2 0,-2 0-4 16,2 0 3-16,2-1 5 0,0 1-2 0,0-2 5 15,0 0 4-15,1-2-6 0,0 2 4 0,0-1 1 16,0-1-6-16,0 0 8 0,0 0-9 0,-1 1 4 16,0-2-1-16,-3 0 0 0,3 2-3 0,-1 0 3 15,0-1-4-15,-3 0 5 0,2 0-8 0,-4 0 3 16,0 1-5-16,-1 0 6 0,0 1-3 0,-2-2 1 15,4 0-3-15,-4 0 4 0,2 2-6 0,-3 0 5 16,-9 0 1-16,14-1 7 0,-14 1-15 0,16 0 11 16,-9 0-5-16,3 1 3 0,-1-1-3 0,-9 0 2 15,15 0-2-15,-8 0-3 0,-7 0 1 0,16 0-1 16,-8 2-2-16,2-2 4 0,-10 0-1 0,21 2-1 16,-11-2 2-16,1 0 2 0,-11 0 9 0,20 3-4 15,-9-4-6-15,1 1 5 0,-1 1 1 0,2-1-7 16,-13 0 3-16,23-1 2 0,-11 1-11 0,0-2 6 15,1 1 0-15,-1 0 8 0,-12 1-1 0,23 0 0 16,-13-2 1-16,1 2 4 0,1-1-10 0,-12 1 6 16,21-2-5-16,-8 2 2 0,1-2-3 0,-2 0 6 15,1 2-7-15,-1-3-4 0,0 2 3 0,-12 1 3 16,22-1 2-16,-12 1 3 0,-10 0 0 0,16-4-5 16,-16 4 3-16,15 0-7 0,-15 0 9 0,15-1-6 15,-15 1-1-15,10-2 5 0,-10 2-8 0,0 0 0 16,15-1-2-16,-15 1 8 0,0 0-4 0,0 0 6 15,9-2-7-15,-9 2 11 0,0 0-10 0,0 0 7 16,0 0-4-16,0 0 2 0,0 0-2 0,0 0 6 16,0 0 1-16,12-1 1 0,-12 1-5 0,0 0-3 15,0 0 10-15,0 0-8 0,0 0-2 0,0 0 2 16,0 0-3-16,0 0 2 0,0 0 0 0,0 0-3 16,0 0-1-16,0 0-4 0,0 0 5 0,0 0 3 15,0 0-2-15,0 0 2 0,0 0-2 0,0 0 0 16,0 0-4-16,0 0-1 0,0 0-1 0,0 0 1 15,0 0-2-15,0 0 0 0,0 0-2 0,0 0 2 16,0 0 5-16,0 0-3 0,0 0 4 0,0 0 2 16,0 0-7-16,0 0 6 0,0 0-5 0,0 0 0 0,0 0 0 15,0 0 1-15,0 0-1 0,0 0 1 16,0 0-3-16,0 0 12 0,0 0-11 0,0 0 3 16,0 0-2-16,0 0-1 0,0 0 2 0,0 0 17 15,0 0-19-15,0 0-2 0,0 0 2 0,0 0-4 16,0 0 3-16,0 0 2 0,0 0-5 0,0 0 1 0,0 0 6 15,0 0-1-15,0 0 1 0,0 0-5 16,0 0-1-16,0 0 1 0,0 0 3 0,0 0 4 16,0 0-3-16,0 0 0 0,0 0-1 0,0 0 2 15,0 0-3-15,0 0 2 0,0 0-3 0,0 0 1 16,0 0 0-16,0 0 1 0,0 0 7 0,0 0-3 0,0 0-6 16,0 0 0-16,0 0-1 0,0 0 6 0,0 0-6 15,0 0 0-15,0 0 2 0,0 0 2 16,0 0-3-16,0 0 12 0,0 0-9 0,0 0 0 15,0 0 3-15,0 0-5 0,0 0-1 0,0 0 2 16,0 0-1-16,0 0-2 0,0 0 3 0,0 0 4 0,0 0-5 16,0 0 8-16,0 0-10 0,0 0 2 0,0 0 0 15,0 0 1-15,0 0-4 0,0 0 2 16,0 0 3-16,0 0 1 0,0 0-5 0,0 0 3 16,0 0-5-16,0 0 6 0,0 0 0 0,0 0 0 15,0 0-5-15,0 0 9 0,0 0-4 0,0 0 5 0,0 0-7 16,0 0 0-16,0 0 3 0,0 0-2 0,0 0-2 15,0 0 1-15,0 0 4 0,0 0-2 16,0 0-2-16,0 0 2 0,0 0 2 0,0 0 2 16,0 0-6-16,0 0 1 0,0 0 0 0,0 0 0 0,0 0 1 15,0 0 2-15,0 0-1 0,0 0 0 0,0 0 1 16,0 0-6-16,0 0 1 0,0 0-1 0,0 0 3 16,0 0 3-16,0 0 0 0,0 0-1 15,0 0-1-15,0 0 3 0,0 0-5 0,0 0 5 16,0 0-4-16,0 0-1 0,0 0 3 0,0 0-2 0,0 0 3 15,0 0-2-15,0 0 12 0,0 0-9 0,0 0-6 16,0 0 3-16,0 0-4 0,0 0 1 0,0 0-2 16,0 0 1-16,0 0-1 0,0 0-3 0,0 0-7 15,0 0-3-15,0 0-25 0,0 0-15 16,0 0-3-16,0 0-1 0,0 0-11 0,0 0-9 0,0 0-13 16,-5 18-105-16,6-13-215 0,-1-5 95 0</inkml:trace>
  <inkml:trace contextRef="#ctx0" brushRef="#br0" timeOffset="2428.07">21178 13483 32 0,'0'0'35'0,"0"0"-10"15,-2-8 5-15,2 8 0 0,0 0 1 16,0 0-3-16,0-9-2 0,0 9 0 0,0 0-6 15,0 0-2-15,-4-7 1 0,4 7 4 0,0 0-11 0,0 0 10 16,0 0-6-16,-4-5 5 0,4 5-3 0,0 0-5 16,0 0 3-16,0 0 2 0,0 0-4 0,-9-3-3 15,9 3-1-15,0 0 1 0,0 0 0 16,-9-2-10-16,9 2 2 0,0 0 3 0,0 0-2 0,0 0-2 16,-11 0 6-16,11 0-3 0,0 0-3 0,0 0 0 15,-8-2 0-15,8 2 1 0,0 0 6 0,-6-4-4 16,6 4 3-16,0 0-4 0,0 0 4 0,-9-3 0 15,9 3 3-15,0 0-2 0,0 0-4 0,-10-1 8 16,10 1-3-16,0 0-16 0,0 0 11 0,0 0-6 16,0 0 2-16,0 0 2 0,0 0 5 0,0 0-2 15,0 0-4-15,0 0-5 0,0 0 19 0,0 0-1 16,0 0 0-16,0 0 0 0,0 0-6 0,20 19 10 16,-10-16-2-16,3 2 3 0,-2-3-1 0,8 3 1 15,1-2-3-15,11 0 7 0,-2-1 4 0,3 2-4 16,2-2-3-16,3 0-3 0,-1-2 6 0,15 0-3 15,2 1 3-15,-16 0-5 0,15-1-9 0,-15 0 5 16,3 0-4-16,-1 0 1 0,-3 0-1 0,3 1 9 16,1-2-12-16,-3 1-5 0,-1 0 3 0,-1-1 2 15,-1 1 2-15,0-1-9 0,-2 1 5 0,-2-2 5 16,2 4-1-16,-1-2-1 0,-3 0-8 0,-1-2 13 16,1 4-1-16,1-2-5 0,-7 1 5 0,-3-1-10 15,2 1 0-15,-4-1 4 0,-3 0-6 0,-1 1 2 16,1 0 0-16,-3-1 6 0,0 0-10 0,-3 0 7 15,-8 0 4-15,11 1 5 0,-11-1 9 0,12 1 5 16,-12-1 3-16,5 2 14 0,-5-2-4 0,0 0 2 16,0 0 5-16,8 1 0 0,-8-1-7 0,0 0 2 15,0 0 0-15,0 0-2 0,0 0 6 0,0 0-7 16,0 0-2-16,0 0-3 0,0 0-8 0,7-4-2 0,-7 4 0 16,0 0-5-16,0 0-4 0,0 0-3 0,0 0-9 15,0 0-17-15,0 0-16 0,0 0-19 16,0 0-27-16,0 0-10 0,0 0-7 0,0 0-5 15,0 0-13-15,0 0-29 0,-7 20-101 0,3-13-259 16,4-7 115-16</inkml:trace>
  <inkml:trace contextRef="#ctx0" brushRef="#br0" timeOffset="3809.84">27393 13498 1 0,'5'-5'62'0,"-5"5"3"15,0 0-2-15,6-8-1 0,-6 8-7 0,3-5-6 16,-3 5 0-16,0 0-4 0,0 0 8 0,2-11-23 16,-2 11-4-16,0 0 2 0,2-7-5 0,-2 7 1 0,0 0 0 15,0 0-4-15,0 0 2 0,-4-12-5 16,4 12-3-16,0 0 1 0,-3-6 1 0,3 6-5 15,0 0 1-15,0 0-10 0,-6-7 4 0,6 7 4 16,-7-3-1-16,7 3-5 0,-7-4 9 0,7 4-7 16,0 0-1-16,-11-4 9 0,11 4-13 0,-12-3 6 15,6 1 1-15,6 2 10 0,-13-3-17 0,9 3 8 16,4 0-7-16,-17-3 8 0,10 2-4 0,7 1-6 16,-13-3 0-16,4 3 7 0,9 0-1 0,-11 0-4 15,11 0 7-15,-14 0-10 0,14 0 11 0,-9 0-9 16,9 0-1-16,0 0 1 0,0 0 1 0,-8 0 0 15,8 0-7-15,0 0 8 0,0 0 0 0,0 0 5 16,0 0-5-16,-9-2 9 0,9 2-8 0,0 0 8 16,0 0-3-16,0 0-3 0,0 0-9 0,0 0 6 0,0 0 2 15,0 0-1-15,0 0 4 0,0 0 8 0,0 0-6 16,0 0 3-16,26 8 3 0,-16-7-6 0,-1-1 5 16,3 0-14-16,0 0 10 0,2 3 7 15,4-3-4-15,-1 0-10 0,3-1 13 0,8 1-2 0,-6-2 9 16,6 1-14-16,0 1 2 0,3-2 4 0,2 0-7 15,-5 0-3-15,6 0 9 0,-2 1-6 0,-1-2-3 16,-2 1 8-16,0-2-4 0,0 3 1 0,8-1-3 16,-6-2 1-16,-1 1 1 0,5 1-8 0,1 0 8 15,-2-1 3-15,-1 2-14 0,1-1 9 0,-1-1 1 16,1 0 1-16,-4 3 1 0,1-1-8 0,1 0 2 16,-3-1-2-16,-2 1 4 0,-7 1 2 0,3 0-4 15,-4-1 2-15,2 2 0 0,-1-1 1 0,-2 0-3 16,1 0-2-16,-2 1-6 0,1-1 5 0,-5 0 7 15,2 2 0-15,-2-1 7 0,2 0 2 0,2-1 2 16,-3 0 1-16,-2 0-9 0,0-1 6 0,1 1-3 16,-3 0 4-16,1 0 3 0,-1-1-2 0,-2 1 5 15,1-2-8-15,-1 1 7 0,5 1-3 0,-3-1 3 16,0 0 2-16,-10 1-7 0,14 0 1 0,-5 0-4 16,-1-1-1-16,-8 1-2 0,14 0-1 0,-14 0 3 15,14-2-6-15,-8 4 1 0,-6-2-2 0,12 1-10 16,-7 0 11-16,-5-1-1 0,13-1 0 0,-13 1-2 15,7 2 0-15,-7-2 1 0,0 0-2 0,11 0 1 16,-11 0 1-16,0 0-4 0,8 0-1 0,-8 0 0 16,0 0 4-16,0 0-2 0,8 1 0 0,-8-1 2 0,0 0-2 15,0 0 0-15,0 0 2 0,0 0 7 16,0 0-2-16,0 0-3 0,0 0 3 0,0 0 2 16,0 0 0-16,0 0-3 0,0 0 0 0,0 0 3 15,0 0-5-15,0 0-4 0,0 0 0 0,0 0 3 0,0 0-4 16,0 0-21-16,0 0-20 0,0 0-23 0,0 0-24 15,0 0-27-15,0 0-11 0,0 0-31 16,0 0-112-16,0 0-287 0,0 0 128 0</inkml:trace>
  <inkml:trace contextRef="#ctx0" brushRef="#br0" timeOffset="22644.17">5466 14676 72 0,'0'0'126'0,"0"0"-8"0,0 0 1 16,0 0-3-16,0 0-14 0,0 0-13 0,0 0 1 15,0 0-16-15,0 0 2 0,-16-15-8 0,16 15-6 16,0 0 4-16,-9-3-2 0,9 3-2 0,-6-4 4 16,6 4-9-16,0 0-9 0,-8-4 0 0,8 4-7 15,-6-3-2-15,6 3 5 0,-9-4-4 0,9 4-13 16,-12-2 5-16,7-2-3 0,5 4 3 0,-10-3-4 15,10 3-5-15,-13 0 1 0,13 0-2 0,-13 0-1 16,6-1-4-16,7 1 0 0,-13 1 1 0,13-1-3 16,-10-1 0-16,10 1-1 0,-9 1-8 0,9-1 11 15,0 0-2-15,-10 0-5 0,10 0 2 0,0 0-7 16,0 0 1-16,-7 3-1 0,7-3 8 0,0 0 8 16,0 0 2-16,27 2-1 0,-7-4 3 0,10 5-5 15,6-3-2-15,-1 0 0 0,4-3 2 0,20 3-3 16,-21-1-5-16,0-1 0 0,-5-1-1 0,19 0-1 15,-20 3 3-15,-2-1-5 0,0-1 0 0,-2 1-1 16,-1 1-1-16,-4 1 3 0,-3-2-1 0,1-1-2 16,0 2 0-16,-2 0-3 0,-2-4 2 0,-3 4-1 15,-2 0-2-15,0 0 1 0,-2 0 1 0,1 0 0 16,-5 0-1-16,-6 0-4 0,14 0-18 16,-14 0-16-16,9-1-20 0,-9 1-19 0,0 0-28 0,7 1-18 15,-7-1-32-15,0 0-162 0,0 0-339 0,0 0 150 16</inkml:trace>
  <inkml:trace contextRef="#ctx0" brushRef="#br0" timeOffset="23056.21">5650 14611 74 0,'-3'-7'200'0,"3"7"-4"0,0 0-11 16,0 0-7-16,-2-8-11 0,2 8-7 0,0 0-12 16,0 0-15-16,0 0-7 0,0 0-12 0,0 0-10 15,0 0-15-15,0 0-3 0,0 0-11 0,0 0-7 16,0 0-8-16,0 0-8 0,0 0-6 0,0 0-7 16,0 0-1-16,0 0-5 0,0 0 0 15,5 22-5-15,0-10 0 0,-4 3-4 0,1 2-1 0,1 2-4 16,-2-1 0-16,3 8-1 0,-3 1 3 0,1 0 0 15,-2-1 1-15,1 4-2 0,-1-1 0 0,0 0-4 16,-3 0 1-16,3-3-4 0,-1-1 0 0,1-5-3 16,-1-1 6-16,1 5-8 0,0-4 5 0,-1-3-6 15,1 0 2-15,-2 1 1 0,1 0 3 16,0-3 0-16,2-2-8 0,-1-2 0 0,0 1 0 0,0 1-3 16,-1-1 2-16,2-3 0 0,-1-2 2 0,0 2-3 15,0-9-2-15,0 13-1 0,0-6 7 0,0-7-14 16,1 10-18-16,-1-10-22 0,-1 8-30 0,1-8-33 15,-5 7-58-15,5-7-47 0,-11 4-155 16,1-3-400-16,3-1 176 0</inkml:trace>
  <inkml:trace contextRef="#ctx0" brushRef="#br0" timeOffset="23829.67">6186 14755 149 0,'0'0'191'0,"0"-10"-2"0,0 10-10 0,0 0-6 16,2-10-12-16,-2 10-9 0,0 0-10 0,0 0-9 15,0-9-9-15,0 9-11 0,0 0-12 0,0 0-8 16,0 0-10-16,0-8-11 0,0 8-9 0,0 0-5 0,0 0-7 16,0 0-7-16,0 0-4 0,0 0-3 0,0 0-6 15,0 0-3-15,0 25-3 0,0-15 0 16,0 3-2-16,1 4 3 0,-2-1-4 0,1 5-1 16,0-2 0-16,1 6-4 0,-1-7 0 0,-3 7 6 15,2-6-7-15,1 0 4 0,0 6-5 0,0-5-1 0,3-2 1 16,-2-1-4-16,0-1 10 0,2 1-7 0,1-2-2 15,-2 1-1-15,1-3 3 0,2-3 0 16,-4 1-3-16,3 0 1 0,0 0-2 0,1-3-1 16,-1 0 0-16,1 1 0 0,-1-3-1 0,4 1 4 15,-1 0-2-15,-1-4-1 0,1 2-5 0,4-1 8 16,-2-2-3-16,1 1 2 0,3-2-2 0,0-1-2 0,1 1 0 16,0-3 3-16,4-2-1 0,-3 0-2 15,3 0 0-15,0-3-1 0,0 0-3 0,0-3 0 16,0 0 2-16,5-4 0 0,-7 4 1 0,6-8-3 15,-9 6 12-15,7-7-10 0,-1 0-5 0,-8 3 6 16,-1-2-2-16,1 0 3 0,1-6 1 0,-7 4 0 16,0-4 1-16,-1 5 3 0,-2-2-4 0,0 2 3 15,-1-5-2-15,-2-2 2 0,-1 8 6 0,1 0-3 16,-1 0-3-16,-1 2 5 0,2-1 0 0,0 1 0 16,-2 6-1-16,1-2 4 0,2 12-3 0,-2-19-4 15,2 9-3-15,0 10 5 0,-1-11-6 0,1 11 1 16,1-12 2-16,-1 12 1 0,0 0-5 0,-4-11 0 15,4 11-16-15,0 0-17 0,0 0-21 0,0 0-23 16,-1-12-40-16,1 12-17 0,0 0-35 0,0 0-25 16,0 0-35-16,0 0-180 0,0 0-435 0,0 0 193 15</inkml:trace>
  <inkml:trace contextRef="#ctx0" brushRef="#br0" timeOffset="24335.34">7110 14696 123 0,'-6'-5'155'0,"6"5"-3"15,-8-6-17-15,8 6-5 0,-6-6-3 0,6 6-1 16,-8-4 8-16,8 4-6 0,-4-5-7 0,4 5-3 16,0 0-10-16,0 0-10 0,-5-4-7 0,5 4-10 15,0 0-14-15,0 0-3 0,0 0-9 0,0 0-3 16,28-7-2-16,-10 7-8 0,3-3-3 0,7 1-2 16,0 1-3-16,1-2-1 0,1 0-2 0,-10 0-4 15,1 2-1-15,-1-3-5 0,-1 2 1 0,2-1-5 16,-7 3-1-16,0 0 1 0,-3-3-5 0,2 2 2 15,-3-1-9-15,-3 1-20 0,-7 1-13 0,10 0-27 16,-10 0-28-16,0 0-28 0,0 0-9 0,0 0-18 16,10 3-15-16,-10-3-23 0,0 0-96 0,0 0-294 15,-27 7 130-15</inkml:trace>
  <inkml:trace contextRef="#ctx0" brushRef="#br0" timeOffset="24717.6">7105 14673 46 0,'0'0'163'0,"0"0"-9"16,0 0-4-16,0 0 0 0,-9-5-20 0,9 5 2 16,0 0-18-16,0 0-12 0,0 0-6 0,0 0-7 15,0 0-14-15,0 0-4 0,0 0-8 0,0 0-8 16,0 0 3-16,-6 11 0 0,6-3 9 0,0 3 0 15,-1 2-1-15,1-1-1 0,-2 5-7 0,1 1 7 16,-2 7-1-16,1 0-8 0,-1 3-2 0,2 0-2 16,1-1 1-16,-3 0-7 0,2 0-2 0,0 0-2 15,0 0 5-15,-1-1-1 0,2 0-6 0,-3-7-3 16,1 6-3-16,0-5 1 0,2-3 2 0,-1-1-8 16,1-1-5-16,0-3 0 0,0-1-1 0,0 2-2 15,-2-4-1-15,2 0 0 0,-1-2-3 0,1-7 0 16,-1 13-3-16,-1-7 8 0,2-6-5 0,-1 10-8 15,1-10 2-15,-1 8 2 0,1-8-1 0,-1 8-9 16,1-8-12-16,0 0-13 0,0 0-24 0,0 0-31 16,-7 4-46-16,7-4-52 0,0 0-29 0,0 0-27 15,0 0-134-15,-13-19-396 0,11 15 175 0</inkml:trace>
  <inkml:trace contextRef="#ctx0" brushRef="#br0" timeOffset="25031.97">7052 15128 153 0,'6'-5'165'0,"-1"3"-5"0,4 0 6 16,2 1-8-16,2-1-9 0,1 1-12 0,4-2-1 16,1 0-12-16,3 2-1 0,-3-2-8 15,3 1-2-15,-3-2-8 0,0 0-5 0,1 2-3 16,0-1-1-16,-2 1-5 0,0-1-1 0,-3 1-3 0,-1 1-3 15,-2-1-3-15,-2-1-4 0,-1 2-3 0,-3 0-2 16,-6 1-2-16,9 0-7 0,-9 0-2 0,10-2-3 16,-10 2-8-16,0 0 0 0,9-1-7 15,-9 1-5-15,0 0-3 0,0 0-3 0,8-2-7 16,-8 2-1-16,0 0 2 0,0 0-4 0,0 0-5 0,0 0-4 16,0 0-17-16,0 0-19 0,0 0-28 0,0 0-30 15,0 0-40-15,0 0-49 0,0 0-38 0,0 0-45 16,0 0-159-16,0 0-446 0,0 0 197 0</inkml:trace>
  <inkml:trace contextRef="#ctx0" brushRef="#br0" timeOffset="31453.38">14865 14653 34 0,'5'-3'145'0,"-5"3"-3"0,0 0-3 0,0 0-12 16,0 0 2-16,0 0-9 0,2-9 4 15,-2 9-7-15,0 0-6 0,0 0-4 0,0 0-6 16,0 0-1-16,0 0-3 0,0 0-4 0,0 0-6 0,0 0-8 16,0 0-10-16,0 0-7 0,0 0-7 0,0 0-2 15,0 0-7-15,0 0-9 0,0 0 0 0,0 0-6 16,0 0-1-16,0 0-3 0,0 0-3 0,-18 12-1 15,11-8-4-15,1 0 0 0,-1 3-5 16,0 0-2-16,-1-1 0 0,0 0 0 0,1 2-2 0,-2-1-1 16,2 2 0-16,0 0-3 0,-1 1-3 0,3-3 2 15,-4 3-2-15,4-2 1 0,0 4-1 0,-1-3 1 16,0 7-1-16,1-4 1 0,3 0 1 0,-2 2-4 16,1 1 1-16,1-2-1 0,2-2 0 0,0 3 2 15,0 1-2-15,0-4 1 0,0-2-1 0,2 2-9 16,2 0 10-16,-3-2 1 0,5 0-1 0,2-1 0 15,-1-1-2-15,-1 3 4 0,2-3-2 0,0-2 4 16,-1 2-10-16,3-2 6 0,-1 0 4 0,3-4-6 16,-1 2 2-16,1-2-1 0,-1-1 2 0,3 1-1 15,-1-3 1-15,-1-1 3 0,2 1-3 16,-2-2-1-16,2-1-1 0,-2 0 1 0,-2-2 1 16,2 0 0-16,-2-3 0 0,5 3 5 0,-5-1-2 0,-1-1-4 15,-1-2 2-15,0 3 1 0,-1-4-3 0,1 3 3 16,-3-2-3-16,1-1 6 0,1 1-3 0,-2-3 1 15,-1-2-3-15,-4 2 0 0,0-1 3 16,0 1 0-16,2 1-2 0,-2 0 0 0,-2-4-3 16,0 3 1-16,-1-1 2 0,0-1-1 0,-2 4 1 15,1 1 1-15,3 0 5 0,-3 0 1 0,-1 1-2 0,1 3-1 16,4 7-1-16,-9-15-1 0,4 12 0 0,5 3 1 16,-11-10-6-16,2 7 4 0,1 0-4 0,8 3-1 15,-17-3 0-15,7 3 2 0,10 0-6 16,-21 0 4-16,10 0-7 0,-1 2-3 0,3 3-7 15,-3-1-7-15,-1 1-16 0,2 0-18 0,1 0-13 16,-2 4-24-16,3-2-26 0,3 2-21 0,-4 1-23 0,1 1-31 16,0 2-102-16,0-2-322 0,4-4 142 0</inkml:trace>
  <inkml:trace contextRef="#ctx0" brushRef="#br0" timeOffset="31671.49">15301 14826 188 0,'0'0'199'0,"0"0"-4"0,0 0-23 0,0 0-13 16,0 0-17-16,0 0-18 0,0 0-10 0,7 1-10 15,-7-1-9-15,0 0-9 0,0 0-20 0,0 0-32 16,0 0-38-16,0 0-51 0,4 14-31 0,-4-14-50 15,0 0-98-15,0 0-252 0,0 0 113 0</inkml:trace>
  <inkml:trace contextRef="#ctx0" brushRef="#br0" timeOffset="32202.39">15703 14589 144 0,'5'-3'158'0,"4"-1"-5"0,-1 2-6 0,2-2-9 15,1 4 0-15,0-1-4 0,2 1-10 0,-2 2-12 16,1 3-9-16,2 6-5 0,-4-2-5 0,0 4-5 16,-3 3 1-16,0 0-8 0,-5 0-3 0,-4 1-14 15,0 2 1-15,-2 0-6 0,-1 0-10 0,-4-1 1 16,-4 4-6-16,3-5-2 0,-3 0 1 0,-3 2-12 15,1-4-1-15,-1-1-5 0,-1-3 2 0,1-2-5 16,-2 1-2-16,2 0-1 0,4-4-1 0,-4 1-2 16,7-2-1-16,1-2 6 0,2-1 13 0,-1 1-6 15,7-3 3-15,-9 4-2 0,9-4 0 0,0 0-7 16,-9 1-5-16,9-1 0 0,0 0-2 0,0 0-3 16,0 0 1-16,0 0-6 0,0 0 1 0,0 0-1 15,0 0-4-15,0 0 3 0,0 0 1 0,31-3-1 16,-18 5 0-16,0-1-4 0,1-1 2 15,0 1-1-15,5 0-1 0,-2 1-13 0,2-1-23 0,2-1-28 16,-2 1-32-16,0 0-40 0,0-1-29 0,0 0-45 16,-2 0-149-16,-4-1-387 0,0 0 171 0</inkml:trace>
  <inkml:trace contextRef="#ctx0" brushRef="#br0" timeOffset="32790.18">16226 14653 170 0,'0'0'211'0,"0"0"-14"0,0 0-13 0,0 0-15 16,-4-14-11-16,4 14-13 0,0 0-14 16,0 0-15-16,0 0-9 0,0 0-9 0,0 0-10 15,0 0-8-15,-20 19-6 0,20-19-11 0,-3 10 6 16,2-3-12-16,1-7 1 0,1 12-7 0,2-1-1 0,-1-4-2 15,1 3-2-15,2 0-4 0,1-4-2 0,2 10 0 16,-2-8 5-16,3 3-9 0,1-2 1 0,-3 1 0 16,7 1-3-16,-5 0-3 0,0-2-3 0,1-1-4 15,0 1-1-15,-1 1-5 0,0-3 1 16,-2 4-2-16,2-3 0 0,-3 2-1 0,-1-1-4 16,-1-1-1-16,-1-1 0 0,-2-1 0 0,0 2 0 15,-1-8-1-15,-5 15 1 0,-3-7-2 0,-1-1-6 0,-2 0-3 16,-6 1-7-16,1-1-4 0,-2-3-4 15,0 2-1-15,4-5-7 0,1 1 2 0,0-2-2 16,-1-2 3-16,4 2 2 0,1-3-3 0,1-1 4 16,8 4-2-16,-14-9-4 0,10 5-6 0,2-2 3 15,0-3 1-15,2 9 2 0,6-19 1 0,-2 10-5 0,2-3 3 16,2 2 7-16,6-2 2 0,-1-4-5 0,0 3 0 16,3 0 8-16,-2 1 3 0,-1-2-2 15,1 1 0-15,-2 2 4 0,4-3-3 0,-5 1 4 16,3 2 3-16,-1-1 9 0,-3-1 2 0,-3 6 4 15,2-3 3-15,-4 1 4 0,0 1 0 0,-2 0 4 16,-1-1-2-16,-2 9 0 0,-1-23-1 0,1 23-2 0,-3-17-1 16,-2 10 1-16,1 0-6 0,4 7 1 15,-10-14 0-15,4 7 0 0,6 7-4 0,-13-9 1 16,5 3-4-16,8 6 1 0,-13-5-3 0,6 4-1 16,7 1-2-16,-18-1-2 0,18 1 2 0,-16 6 5 15,6 1-8-15,0 0-19 0,-2 4-30 0,2-4-34 16,1 6-36-16,2-4-50 0,-1 3-27 0,1 1-149 0,1-1-375 15,4-2 167-15</inkml:trace>
  <inkml:trace contextRef="#ctx0" brushRef="#br0" timeOffset="33350.48">16740 14589 108 0,'-5'-5'212'0,"5"5"-14"16,0 0-7-16,0 0-8 0,-8-3-19 0,8 3-19 15,0 0-8-15,0 0-13 0,0 0-15 0,0 0-10 16,0 0-15-16,0 0-5 0,0 0-9 0,0 0-3 16,14-9-10-16,-14 9 1 0,13-1-12 0,0 2 0 15,-1-2-2-15,0 2-8 0,2-1 1 0,-3 1 1 16,1-2 4-16,1 1-2 0,-2 0-5 0,-1 0 0 16,-2 0-1-16,-8 0-4 0,14-1-4 15,-14 1-1-15,10-2-3 0,-10 2-2 0,11 0-1 0,-11 0-3 16,7 3-2-16,-7-3-3 0,7 4-1 0,-7-4 0 15,6 3-3-15,-6-3-3 0,6 3 6 0,-6-3 1 16,4 3 0-16,-4-3 1 0,3 10 2 0,-2-5-4 16,-1-5-1-16,5 11 6 0,-3-4-4 0,-2 3 7 15,-2 1 1-15,2 2 1 0,0 0-3 0,-2 2 7 16,-2 3-6-16,0 1 1 0,-1-5 1 0,2 3 1 16,-3-1-6-16,0-1 1 0,4 2 0 0,-2-1-3 15,-2 1 4-15,2 1-3 0,0-2-2 0,-1-4 0 16,0 3-2-16,3-3-3 0,-2 1 3 0,1-3 1 15,2 1-2-15,-2 0-1 0,1 0-2 0,0-3 0 16,0 3-13-16,1-4-17 0,-4-1-21 0,2 1-18 16,1-2-24-16,2-5-27 0,-3 9-30 0,3-9-26 15,-3 6-14-15,3-6-12 0,0 0-165 0,0 0-389 16,0 0 173-16</inkml:trace>
  <inkml:trace contextRef="#ctx0" brushRef="#br0" timeOffset="33533.37">16805 14805 143 0,'0'0'152'0,"0"0"4"0,0 0-18 16,0 0-9-16,0 0-9 0,0 0-8 0,0 0-11 16,0 0-10-16,27-3-6 0,-9 3-6 0,10-1-20 15,0-2-14-15,4 1-31 0,1 0-42 0,-1-2-44 16,0 0-42-16,-1 4-88 0,-2-3-218 0,-7-1 96 15</inkml:trace>
  <inkml:trace contextRef="#ctx0" brushRef="#br0" timeOffset="36687.21">20997 14612 22 0,'4'-4'200'0,"-4"4"-10"0,0 0-11 0,0 0-16 16,0 0-15-16,0 0-9 0,2-6-19 0,-2 6-13 15,0 0-7-15,0 0-10 0,0 0-11 0,0 0-12 16,0 0-2-16,0 0-6 0,-28 5-9 0,20-1-6 16,2 0-2-16,-2 2-4 0,-1 1-5 0,0 1-1 15,-2 1-2-15,1 3-3 0,-1 0-16 0,1 2-8 16,0 1 8-16,1-2-1 0,1 3-6 0,-2 0 2 15,4 0 1-15,1 1-2 0,0-1 1 0,-2-3 3 16,3 6-5-16,4-6 4 0,-2 3-1 0,2-3-4 16,0 1 4-16,1-1-3 0,2-3-2 0,2 2 5 15,-1-2-4-15,1 0 1 0,2-2 2 0,2-1 5 16,0 0-3-16,2-3 4 0,1-1-7 0,0 2 5 16,3-4 1-16,0 1-1 0,-2-2 5 0,5-2-7 15,-1-2 4-15,2 0 0 0,-1-1 2 0,-3-2 3 16,2-2 1-16,-3 0-1 0,2-2 0 15,-4 1-2-15,1-3 0 0,-2 0 0 0,-1-3-1 0,-2 2 2 16,1 0-1-16,-4-4-4 0,-1 2-2 0,-4 1-3 16,-4-4 5-16,3 3-3 0,-7-2-4 0,1 1 2 15,-2 0-2-15,-4-5 2 0,-1 9-7 0,0 0 3 16,0 3-2-16,-3-3 4 0,-1 5-4 0,0 0-2 16,2 3-1-16,-5 0 6 0,3 4-3 0,-1 2-3 15,-2 0-6-15,4 3 8 0,-1 1-7 0,2 2-5 16,1 2-15-16,2 1-7 0,1 0-17 0,0 3-23 15,3 1-22-15,2-3-30 0,3 1-22 0,1 1-32 16,2 4-107-16,2-4-312 0,3-3 138 0</inkml:trace>
  <inkml:trace contextRef="#ctx0" brushRef="#br0" timeOffset="36889.53">21325 14841 203 0,'0'0'224'0,"0"0"-9"16,10-1-16-16,-10 1-19 0,0 0-16 0,0 0-20 0,0 0-15 15,0 0-11-15,0 0-11 0,0 0-14 0,0 0-11 16,7 5-26-16,-7-5-33 0,0 0-29 0,-3 13-47 16,3-13-40-16,0 0-27 0,-2 11-34 0,2-11-99 15,0 10-272-15,0-10 121 0</inkml:trace>
  <inkml:trace contextRef="#ctx0" brushRef="#br0" timeOffset="37286.61">21839 14644 56 0,'0'0'197'16,"1"-7"-8"-16,-1 7-4 0,2-9-16 0,-2 9-16 0,0 0-10 15,0 0-16-15,0 0-8 0,0 0-10 16,-20 11-8-16,10-3-10 0,3 2-6 0,-5 5-7 16,-1 2-8-16,3-1-6 0,0 1-6 0,-3 8-3 15,1-3-4-15,2-5-3 0,3 2-3 0,0-1-7 16,2 0-3-16,0-2-2 0,0 0-6 0,4 0 0 16,1-3-1-16,0 0-4 0,3-2-3 0,0 0 0 15,2-1-2-15,0-2-1 0,2 0-2 0,-1 1 0 16,2-2-3-16,-1-1-2 0,1-3 0 0,-2-1-3 15,5 0 1-15,0-2-5 0,1-1-1 0,0 0 2 16,-1-3-2-16,0 1 1 0,-2-3-1 0,-4 1 1 16,3-1-1-16,-2-1-1 0,1-3-2 0,-4 1 1 0,1-1-11 15,-2 0 9-15,-2-2 1 0,-2 2-2 16,1 1 1-16,-4 2 0 0,1 0 0 0,-2 1-1 16,-2 1-1-16,-1 2-10 0,-2 0-5 0,-2 2-14 15,0-2-19-15,-1 4-12 0,1 1-29 0,-1 2-21 16,1-1-20-16,3 0-31 0,-1 3-137 0,0 0-328 0,2 0 145 15</inkml:trace>
  <inkml:trace contextRef="#ctx0" brushRef="#br0" timeOffset="37816.08">22309 14658 62 0,'-6'-4'197'0,"-4"0"-12"0,-2 1-7 0,1 1-16 15,-2 2-12-15,-1 0-14 0,-3 2-10 0,-1 4-11 16,3 0-10-16,0 3-11 0,1 0-11 0,0 1-9 16,-1 1-6-16,3 0-7 0,3 0-8 0,2-1-4 15,2 0-4-15,-1 0-6 0,3-2-3 0,2 2-2 16,2-3-4-16,-1 3-3 0,5-3 0 0,-1-1-1 15,3 1-6-15,0-1 3 0,2-3-3 0,3-1-5 16,-3-2-6-16,2 1 0 0,2-1-4 0,-1-3-3 16,0 1 2-16,-1-2 0 0,-1 1-1 0,0-3-2 15,0-2 1-15,-1 0 2 0,1-3-1 0,-2 2-1 16,0-5 4-16,-1-1-7 0,2 1 2 0,-5 3 4 16,1-3 10-16,-1 2-4 0,-1 2 9 0,1 0 14 15,-2 1 8-15,2 5 6 0,-2-3 6 0,-2 7-11 16,3-7-5-16,-3 7-4 0,2-8-5 0,-2 8-7 15,0 0-4-15,0 0-5 0,0 0 6 0,0 0-4 16,0 0 1-16,6 22-2 0,-6-11 1 0,0 5-2 16,-2 3-1-16,1 0 0 0,-2-1 6 0,1 10-3 15,1-3 3-15,-3 0-5 0,3-6 4 0,-3 0-4 16,1 1 0-16,1 0-1 0,-1-2 1 0,-1 1-2 16,3-2-3-16,-2 0 2 0,2-2-1 0,0 2-2 15,-2-5 0-15,3 0 0 0,-1 1 1 0,1-4-5 16,-1 3-3-16,-2-2-14 0,6-1-15 0,-3 1-23 15,0-4-28-15,0-6-43 0,-4 10-30 0,4-10-38 16,0 9-32-16,0-9-140 0,0 0-392 0,0 0 174 16</inkml:trace>
  <inkml:trace contextRef="#ctx0" brushRef="#br0" timeOffset="38179.33">22602 14730 64 0,'8'-8'213'0,"-1"3"-8"15,3-1-3-15,-3 3-14 0,1-1-15 0,-2 2-17 16,-6 2-14-16,14 0-3 0,-14 0-8 0,14 5-13 16,-2 0-5-16,-3 4-10 0,-3 0-3 0,0 2-8 15,-1 1-4-15,-1 4-7 0,-4 1-5 0,-1-1-5 16,-4 3-6-16,2-3-7 0,-3 1-4 0,-2-1-4 15,-1 3-7-15,-1-3-1 0,0-1-7 0,-3 0-1 16,0-2-4-16,0-2-4 0,0-1 1 0,2 0-4 16,1-4-1-16,0 0-2 0,2-2-3 0,3 2-1 15,1-4-1-15,0 3-4 0,4-5 7 0,-7 5-7 16,7-5 3-16,-4 4 3 0,4-4-13 0,0 0 3 16,0 0 1-16,0 0-3 0,0 0-1 0,0 0 1 15,16 2-1-15,-4-3-2 0,2 0-2 0,7-1 3 16,-1 0-12-16,8 1-30 0,0-2-26 0,0-2-45 15,-1-1-54-15,5 0-50 0,0 3-210 0,-3-3-460 16,2-2 204-16</inkml:trace>
  <inkml:trace contextRef="#ctx0" brushRef="#br0" timeOffset="40339.96">26196 14666 123 0,'0'0'124'0,"0"0"-7"0,-9-5-11 16,9 5 2-16,-5-4 1 0,5 4-6 0,0 0-7 16,0 0-10-16,-8-3-5 0,8 3-13 0,0 0-1 15,-9 0-5-15,9 0-1 0,-12 4 0 0,3 0-1 16,1 1-7-16,-4 1-4 0,3 1-1 0,-2-1-9 15,-1 3 2-15,-1 1 0 0,1 2 0 0,-1-2-14 16,3 3 0-16,-2 0-7 0,1 1 1 0,2-2 1 16,-3 3-3-16,2-1-2 0,3 1-1 0,-1-1 5 15,4 0-4-15,-3 2-5 0,5-4-1 0,2 2 2 16,-2-2-1-16,0 1 4 0,4-1-3 0,1-2 2 16,1 1 2-16,2-1-2 0,0-2 4 0,2 2 1 15,1-4 0-15,0 0 2 0,5-2 3 0,-3-1-4 16,3 2-4-16,-3-4 0 0,2-1 2 0,1 0 0 15,1-1 1-15,-1-1-3 0,-5-1 5 0,5-1-9 16,-1 0 7-16,-4-1-4 0,0-1 3 0,0-3 1 16,-3 0 0-16,3-2-9 0,1-2 3 0,-6 2-3 15,-2-4 1-15,3 0-1 0,-1-2-1 0,-2 2-1 16,-2-1-3-16,-4-1 1 0,4 4-2 0,-3-3-2 16,-1 0-2-16,-2 6 3 0,-2-4-1 0,0 1-3 15,1 3 0-15,-4-2 5 0,-1 3-5 0,-3 2-1 16,1 3 0-16,1-1-2 0,-3 3 0 0,0 1 3 15,-2 2 0-15,5 1-4 0,-7 3-3 0,6 0-10 16,-4 3-9-16,7-1-28 0,-3 3-27 0,3-2-14 16,1 0-31-16,2 1-35 0,1-1-31 0,3 1-105 15,0 1-322-15,2-4 142 0</inkml:trace>
  <inkml:trace contextRef="#ctx0" brushRef="#br0" timeOffset="40547.61">26295 14905 134 0,'0'0'241'0,"7"2"-14"0,-7-2-10 0,0 0-14 16,0 0-18-16,0 0-14 0,0 0-18 0,0 0-17 16,0 0-11-16,0 0-20 0,0 0-6 0,0 0-20 15,0 0-19-15,0 0-20 0,0 0-33 0,0 0-30 16,0 0-34-16,-19 8-37 0,19-8-41 15,-11 3-33-15,7-1-117 0,4-2-307 0,-9 2 136 0</inkml:trace>
  <inkml:trace contextRef="#ctx0" brushRef="#br0" timeOffset="41131">26515 14781 160 0,'0'0'192'0,"0"0"-8"0,0-9-14 16,0 9-15-16,0 0-19 0,0 0-12 0,0 0-15 16,0 0-11-16,0 0-13 0,-9-4-5 0,9 4-11 15,0 0-5-15,0 0-4 0,0 0-4 0,-9 15-5 16,9-15-8-16,-5 11 4 0,5-11-7 0,3 13-3 16,-1-6 2-16,0 1-1 0,1-1 3 0,1 1-5 15,1 2 1-15,5-2-3 0,-3 3 3 0,3-2 4 16,3 2-1-16,-4-2-3 0,0 1 2 0,6 0-10 15,-5-3 2-15,5 3-4 0,-4-2 1 0,3 0-5 16,-5 1-3-16,0 0-4 0,0-2 3 0,0 2-5 16,-3-2 0-16,-1-3 0 0,-1 0-1 0,2 1 1 15,-6-5-6-15,2 7 3 0,-2-7 1 0,0 0-1 16,-8 9 0-16,-1-5-8 0,-1 0 7 0,-4 0-3 16,-4-3-4-16,4-1-7 0,-1-1 0 15,-3 2-1-15,5-2-5 0,4-2-1 0,-3-1-10 0,1 0 5 16,2 1-12-16,0-1-3 0,4-3-2 0,1 3 6 15,0-3 0-15,4 7-4 0,-3-12 1 0,4 2-8 16,1 0 7-16,2 1-1 0,0-1 1 0,3 1-5 16,1-2 7-16,2 4-1 0,-1-4 3 0,3 4 7 15,-1-5-1-15,2 2 5 0,-4 2 5 16,2 1 5-16,-2-3-5 0,5-1 9 0,-3 4 5 0,-2-3 10 16,5 3 4-16,-6-2 3 0,-1 1 2 0,5 0 1 15,-6 0-5-15,-1-2 1 0,3 4 9 0,-5-3 0 16,0 1-6-16,1-1-2 0,-4-1-3 0,2 5 3 15,-2 5-6-15,2-14-2 0,-2 14 2 16,-4-10 0-16,4 10-6 0,-4-10-3 0,0 7 1 16,-2-1-4-16,6 4 4 0,-15-4-2 0,1 4-3 0,3 2 1 15,-3 1-3-15,-2 2-8 0,4 0-9 0,-5 1-20 16,4 0-11-16,1 0-30 0,2 0-24 16,-4 2-27-16,5-1-25 0,0 2-158 0,0-1-338 0,2-1 150 15</inkml:trace>
  <inkml:trace contextRef="#ctx0" brushRef="#br0" timeOffset="41400.48">26848 14725 179 0,'2'-5'237'0,"-2"5"-8"16,6-6-16-16,-6 6-19 0,7-3-20 0,-7 3-20 15,0 0-19-15,4-6-9 0,-4 6-15 0,0 0-10 16,0 0-6-16,8 18-9 0,-8-8-3 0,2 1-7 16,-2 4-5-16,-2-2-4 0,2 4-2 0,-2-1-1 15,2 1-10-15,-4 1-1 0,4-3-7 0,0 2-4 16,-2-1-7-16,2 1 2 0,0-5-5 0,-2 0-6 16,0-1-7-16,2 0-32 0,-2 0-29 0,2 0-39 15,-2 0-41-15,2-1-40 0,-3-2-35 0,3 1-168 16,0-9-395-16,-8 12 175 0</inkml:trace>
  <inkml:trace contextRef="#ctx0" brushRef="#br0" timeOffset="41738.42">27066 14720 150 0,'0'0'192'15,"10"-9"-5"-15,-3 7-7 0,-7 2-18 0,16 0-3 16,-7 2-13-16,2 1-7 0,-2 1-2 0,2 3-10 16,-4-2-17-16,2 2-15 0,-6 3-8 0,3-2-4 15,-4 3-8-15,1-1-9 0,-1 0-4 0,-5 2-5 16,-1-2-5-16,2 0-3 0,-2 1-5 0,-1 0-5 16,-4-1-4-16,4 1-4 0,-4-3 0 0,-1 2-1 15,2-3-7-15,-1 1-1 0,1-3-2 0,3 1-3 16,-4 2-1-16,7-3-1 0,-5 0-3 0,7-5 1 15,-2 11 1-15,0-7 6 0,2-4 3 0,2 10 3 16,-2-10-1-16,10 9 2 0,0-6-6 0,5-1-3 16,6 2 2-16,2-1-4 0,3 0-3 0,3-2-24 15,0 1-23-15,-2 0-44 0,-8 0-33 0,3-2-54 16,-4 0-45-16,-9 1-170 0,5-1-411 0,-14 0 182 16</inkml:trace>
  <inkml:trace contextRef="#ctx0" brushRef="#br0" timeOffset="42399.33">26377 14889 121 0,'4'-4'138'0,"-4"4"-8"0,0 0 10 16,4-6-4-16,-4 6 1 0,0 0-8 0,0 0-5 15,0 0 1-15,0 0-6 0,0 0-6 0,0 0 1 16,0 0-6-16,0 0-9 0,0 0-2 0,0 0-1 16,0 0-6-16,0 0-6 0,0 0-2 0,0 0-6 15,0 0-11-15,0 0-5 0,0 0-9 0,0 0-7 16,0 0 1-16,0 0-9 0,0 0-1 0,0 0-13 16,0 0-18-16,0 0-17 0,0 0-30 0,0 0-42 15,0 0-52-15,0 0-37 0,0 0-188 0,0 0-391 16,0 0 173-16</inkml:trace>
  <inkml:trace contextRef="#ctx0" brushRef="#br0" timeOffset="48712.11">26170 15215 11 0,'0'0'71'0,"0"0"-6"16,0 0 4-16,-5-4-6 0,5 4-7 0,0 0 1 0,0 0 0 15,0 0 3-15,-5-6 1 0,5 6-14 0,0 0 1 16,0 0-1-16,0 0-5 0,0 0-5 0,0 0 4 16,0 0-9-16,0 0-3 0,0 0-2 15,0 0-6-15,0 0 3 0,0 0-7 0,11-8 0 0,-11 8-12 16,18-2 4-16,-8 1-9 0,3 1-4 0,1-1 3 15,3-2-14-15,1 3-14 0,2-1-8 0,9 1-7 16,1-1-9-16,3-1 9 0,4 2-17 0,1 0 2 16,11 0 6-16,-8-1-6 0,-3 0-34 15,0 1-100-15,0-1 45 0</inkml:trace>
  <inkml:trace contextRef="#ctx0" brushRef="#br0" timeOffset="49737.71">21293 15154 24 0,'19'2'43'0,"3"-4"-5"0,9 1-1 0,5 1-9 0,15-3-18 16,4 0-16-16,4 3-23 0,1 0-32 0,0-6 14 16</inkml:trace>
  <inkml:trace contextRef="#ctx0" brushRef="#br0" timeOffset="50913.64">15609 15183 22 0,'19'2'42'16,"4"-2"-12"-16,8 1-20 0,1 2-28 0,2 1-19 15,-2-2 9-15</inkml:trace>
  <inkml:trace contextRef="#ctx0" brushRef="#br0" timeOffset="58091.59">5662 15788 62 0,'0'0'118'0,"-5"-7"-6"0,5 7-10 16,0 0-5-16,-5-6-11 0,5 6-5 0,-7-5-2 15,7 5 2-15,-8-4-3 0,8 4 1 0,-8-6-2 16,8 6 2-16,-9-4-8 0,9 4 1 0,-9-3-1 0,9 3 3 16,-9-3-1-16,9 3-5 0,-6-3-5 15,6 3 0-15,-8-3-7 0,8 3-4 0,0 0-5 16,-6-6 0-16,6 6-7 0,0 0-5 0,0 0-1 16,-5-3-7-16,5 3-1 0,0 0-3 0,0 0-4 15,0 0 2-15,24 0-3 0,-24 0-1 0,31-3-3 16,-10 2-2-16,5 0 2 0,2-1-2 0,0 1-2 15,4-3-2-15,-2 3-5 0,-1 0-9 0,-9-2-6 16,2 2-1-16,-3 1-20 0,3-2-11 0,-5 0-13 16,-2 2-31-16,0-1-22 0,-1 0-30 0,-3 2-15 15,-1-1-106-15,-10 0-282 0,10 4 124 0</inkml:trace>
  <inkml:trace contextRef="#ctx0" brushRef="#br0" timeOffset="58466.09">5593 15781 53 0,'0'0'200'0,"0"0"-6"15,-1-5-17-15,1 5-10 0,0 0-22 0,0 0-16 16,0 0-12-16,0 0-14 0,0 0-9 0,0 0-10 15,0 0-5-15,0 0-9 0,0 0 0 16,0 0-1-16,8 31-1 0,-7-17-2 0,0-3 0 16,3 7-7-16,-3 1-1 0,2 0 6 0,0-1 3 0,-1 10-5 15,1-8-2-15,-2 5-3 0,0 2-3 0,3-2-1 16,-3 3-3-16,-1-8-6 0,1 3-2 16,-1-3 0-16,3-1-6 0,-2 1-1 0,1-4-5 15,-1 2-6-15,0-1 1 0,-1-4-3 0,0-1 0 0,0 0-5 16,1-2-3-16,1 1 1 0,-4-1 1 15,1-3-1-15,1-7-1 0,-2 12 0 0,2-12-7 16,1 9-43-16,-1-9-14 0,-1 7-14 0,1-7-11 16,0 0-16-16,0 0-28 0,0 0-43 0,0 0-29 15,0 0-173-15,0 0-394 0,0 0 174 0</inkml:trace>
  <inkml:trace contextRef="#ctx0" brushRef="#br0" timeOffset="58751.62">5624 16113 64 0,'0'0'146'0,"0"0"-7"0,11-11-13 0,-11 11-2 15,20-2-16-15,-8 1-12 0,6-3-7 16,-1 1-13-16,1 1 2 0,1 0-17 0,1 0 3 0,0-1-9 15,-1 3-6-15,-1-3-6 0,0 0-1 0,-3 3-3 16,-3-1-9-16,0 0 6 0,-12 1-13 0,19-2 1 16,-10 1 1-16,-9 1-8 0,13-1-2 0,-13 1 1 15,0 0 0-15,15-1-1 0,-15 1-2 0,0 0-13 16,9-4-16-16,-9 4-18 0,0 0-28 16,0 0-46-16,0 0-128 0,0 0-253 0,0 0 112 15</inkml:trace>
  <inkml:trace contextRef="#ctx0" brushRef="#br0" timeOffset="59357.16">6216 15954 180 0,'0'0'193'0,"0"0"-15"16,-5-5-9-16,5 5-19 0,0 0-15 0,0 0-13 15,-11-2-14-15,11 2-14 0,0 0-6 0,-11 7-9 16,6 0-6-16,-2 2-7 0,0-2-9 0,0 8-1 0,-2-5-3 16,4 1-5-16,1 2-6 0,-4 2-5 15,5 2-3-15,0 0 0 0,3-2-5 0,-1-2-2 16,2 3-3-16,1-5-5 0,2 0 3 0,-1 1-1 15,4-2-5-15,-2-1 4 0,4-1-4 0,-1 0-2 16,2-1 3-16,0-1-1 0,0-2-3 0,3 0 1 16,0-1 2-16,1-3-3 0,2 0-4 0,-2-3 0 15,-1 1 5-15,6-2-2 0,-3-2 3 0,0-2 2 16,0 0-9-16,-2-1 4 0,-2-1 0 0,-1 3 1 16,3-7 2-16,-4 2-6 0,-4-2 2 0,3-1 0 15,-4-1-2-15,-2 1-3 0,0 3 1 0,-3-1-1 16,-3-4 0-16,-1 1-5 0,-1 2 3 0,-1 2 0 15,-1 2-3-15,0 0-2 0,-1-1 2 0,-2 4-8 16,-2-2 7-16,1 3-5 0,-3 2 4 0,-3 0-8 16,3 1-7-16,-4 2-15 0,4 1-7 0,-6 2-23 15,4 0-20-15,-2 2-24 0,7 2-38 0,-6 0-28 16,6 2-135-16,-3 1-332 0,2 0 147 0</inkml:trace>
  <inkml:trace contextRef="#ctx0" brushRef="#br0" timeOffset="59779.08">6482 16205 157 0,'10'-7'199'15,"4"-2"-10"-15,0-1-15 0,-1 0-14 0,-6 1-4 16,3 1-17-16,2-5-10 0,-3 0-13 0,1-1-9 15,-5 4-6-15,3-2-7 0,-5 2-4 16,0-3-9-16,0 4-1 0,1-2-12 0,-4 1-3 16,0 0-2-16,-3 1-4 0,-1 0-7 0,1 0-7 15,-4 1-4-15,-1 0-2 0,0 1-8 0,-3 1 0 0,2 2-7 16,0-1 0-16,1 1-5 0,1 2 2 0,7 2-5 16,-8-5-1-16,8 5-4 0,-6-2-5 0,6 2-7 15,0 0-2-15,0 0-3 0,0 0 6 0,0 0-3 16,0 0 0-16,0 0 1 0,0 0 1 15,26-4 1-15,-15 3-3 0,-1 1 4 0,1-1-6 16,3 2 4-16,-4 0-2 0,1 1 1 0,-2-1-1 16,0 1-1-16,0 2 0 0,3 0 0 0,-6 3 0 0,3-2 0 15,-3 0 2-15,-2 6-9 0,3-4 7 16,-4 3 2-16,0-1 0 0,1 1 0 0,-2 2-2 16,0 5 3-16,0-2-1 0,1 2-6 0,-2-5-21 15,-2 2-23-15,2-1-39 0,0 0-33 0,1-1-45 16,-1-1-172-16,-1 1-370 0,-1-3 165 0</inkml:trace>
  <inkml:trace contextRef="#ctx0" brushRef="#br0" timeOffset="60361.88">6888 16030 105 0,'0'0'153'0,"0"0"-4"0,0 0-17 0,9 15-9 16,-7-8-9-16,-2 5-12 0,3-1-6 0,-3 0-9 16,1 1-8-16,1-1-5 0,-2 1-5 15,1 0-4-15,0-2-9 0,-1-1-7 0,0-3-4 0,0-6 3 16,0 12 7-16,0-12 13 0,0 7 11 0,0-7 14 16,1 6 15-16,-1-6-5 0,0 0-7 15,0 0-14-15,0 0-4 0,0 0-7 0,0 0-11 16,-11-18 1-16,11 18-10 0,-1-12-5 0,-2 0-8 0,2-7 1 15,1 8-8-15,2-6-2 0,-2 4-2 16,5-2-4-16,1 0-2 0,0-1-1 0,2 2-4 16,-2 2-2-16,-1 5-6 0,3-3 3 0,1 3-4 15,-2 1 0-15,1 3-4 0,2 0 0 0,0 2 4 0,2 1-5 16,-2 1-3-16,2 5 1 0,-3 1 1 16,0 0-3-16,2 3-1 0,-3 0 4 0,1-1 0 15,0 3-1-15,-3-2-3 0,3 5 1 0,-4-4-1 16,0 0 3-16,-1 0-1 0,0-3 0 0,0 1-1 15,-2-2 0-15,1-4 1 0,-3-3 2 0,1 8 2 16,-1-8 4-16,0 0-1 0,0 0 1 0,0 0 1 16,0 0 1-16,0 0 2 0,0 0-1 0,0 0 1 15,0 0-3-15,0 0 0 0,-11-19-3 0,11 9-3 16,2-2 4-16,1 2 0 0,2-5-1 0,1-1-1 16,6 1-2-16,-1 0 0 0,0 0-4 0,2 2 4 15,-2 6-2-15,2-5-2 0,-1 6-2 0,0-2-1 16,-1 4 3-16,0 2-3 0,-2 1 1 0,2 1-2 15,-1 2 2-15,-1 0 0 0,1 5 1 0,-2 1-1 16,-2-2 3-16,1 3-5 0,-3 2 3 16,1 0-2-16,-1-1 4 0,-3 3 0 0,1-1-14 0,-2 2-19 15,0 4-24-15,-1-5-25 0,0-2-35 0,1 0-51 16,-3 1-48-16,2 0-159 0,-3-3-406 0,4-3 179 16</inkml:trace>
  <inkml:trace contextRef="#ctx0" brushRef="#br0" timeOffset="60800.21">7830 15691 4 0,'-5'-7'192'16,"0"2"3"-16,-4-1-23 0,-1 3-3 0,2 1-22 0,0 0-15 15,8 2-12-15,-14 0-13 0,8 4-12 0,-2 1-5 16,0 4-4-16,-3 5-4 0,2 0-4 15,1 4-5-15,-3 8 3 0,3-1-9 0,0-1-2 16,2 5 6-16,0-1-9 0,-1-1-3 0,3-1-8 16,1-1-2-16,-3 2-5 0,4-2-3 0,-3-2-4 15,0 3 5-15,3-6-10 0,-1-1-4 0,-1 0-1 16,1-1-2-16,-1-1-2 0,3 0-5 0,-2-6 1 16,2 2-4-16,0-2 0 0,1-1 0 0,-1-1-3 15,-1 1-15-15,1-5-25 0,1-5-18 0,-1 12-21 16,1-12-17-16,0 7-24 0,0-7-26 0,0 0-21 15,0 0-33-15,0 0-116 0,-5 5-329 0,5-5 146 16</inkml:trace>
  <inkml:trace contextRef="#ctx0" brushRef="#br0" timeOffset="61312.23">7483 16009 124 0,'18'-5'124'0,"-6"4"-13"0,7-3-9 16,2 0-6-16,2 3-1 0,7-3-21 0,1 1-4 16,0 1-5-16,-1-3-3 0,2 2-8 0,-2 1-12 15,-9-1 3-15,0 1-9 0,-1-1 0 16,-1-1-1-16,-6 3-5 0,-1-2-2 0,-1 1 4 0,-3 1 2 16,0-1 0-16,-8 2 8 0,11-3 4 0,-11 3 9 15,9-1-5-15,-9 1 3 0,5-3 3 0,-5 3-14 16,0 0 0-16,0 0-3 0,0 0-6 0,0 0-6 15,0 0 0-15,0 0-3 0,-17-9 0 16,17 9 1-16,-14 1-5 0,14-1-3 0,-14 6-4 16,4 0-3-16,0 0 1 0,1 3-1 0,-1-3 0 15,1 6 2-15,1-3-8 0,2 1 2 0,-3-1-3 16,4 1 1-16,1-1-1 0,0 3 1 0,3-1 5 0,-1-1-3 16,2-1-1-16,3 1 0 0,-2-5-1 15,3 1 6-15,1 0 0 0,0-3-1 0,2 2-2 16,0 0 6-16,1-3-5 0,2-2 2 0,-1 1-5 15,-9-1 1-15,16-5 2 0,-9-1 2 0,1 4 5 16,-2-5-1-16,3 3-2 0,0-5 0 0,-3 1-2 16,0-1-1-16,0 0 0 0,0-1-3 0,-2 1-1 15,3-1 3-15,-2 2-2 0,-1 1-1 0,-1 2 8 16,0 0 0-16,-3 5-5 0,4-6-2 0,-4 6 0 16,0 0-6-16,0 0 2 0,0 0 0 0,0 0-5 15,14 11 5-15,-13-4-6 0,2 4 4 0,-3-2 3 16,1 3-1-16,2 5 1 0,0 0-11 0,-1-4-23 15,0-2-21-15,0 1-33 0,1 0-46 0,2-2-45 16,-2 1-133-16,1-3-333 0,0-3 149 0</inkml:trace>
  <inkml:trace contextRef="#ctx0" brushRef="#br0" timeOffset="61563.31">8271 15893 112 0,'0'0'225'0,"-13"-2"-14"0,13 2-21 15,-23 5-11-15,11-1-15 0,-2 5-8 0,-3 3-8 16,0-1-20-16,3 1-14 0,2 2-11 0,0 0-9 0,4 3-7 16,0-3-8-16,1 1-8 0,4 0-6 0,2 2-7 15,2-5-6-15,4 3-1 0,0-4-6 16,2 0-5-16,2 2-11 0,2-4-23 0,1-3-27 15,2 2-31-15,4-4-34 0,-6 0-38 0,6 3-38 16,-5-6-28-16,0 1-106 0,5-3-319 0,-6 0 141 16</inkml:trace>
  <inkml:trace contextRef="#ctx0" brushRef="#br0" timeOffset="61815.7">8544 15752 122 0,'4'-8'284'16,"-1"-4"-12"-16,-2 8-14 0,-1 4-27 0,1-11-26 16,-1 11-20-16,3-5-22 0,-3 5-14 0,0 0-12 15,9 14-21-15,-7-3-4 0,1 5-11 0,1 2-7 16,-3 3-3-16,0-2-10 0,-1 8-10 0,0-9-5 16,0 2-2-16,0 4-8 0,0-3-3 0,0-2-7 15,0 0-2-15,0-2-7 0,0 1-1 0,-1-3-6 16,1 3-1-16,-1 0-13 0,1-1-25 0,-2 0-29 15,2-6-29-15,-1-1-32 0,1 1-36 0,-1 0-45 16,-2-2-45-16,2-2-175 0,1-7-432 0,-6 7 191 16</inkml:trace>
  <inkml:trace contextRef="#ctx0" brushRef="#br0" timeOffset="62251.87">8382 15929 6 0,'0'0'175'0,"0"0"-10"0,0 0-13 0,22-3-11 15,-9 3-9-15,2-2-15 0,4 2-8 16,1-2-9-16,9 1-6 0,-8-2-16 0,7 3-8 16,-2-2-3-16,-6 1-6 0,-2-1-8 0,-5 2-6 0,2 0-2 15,-4 0-6-15,-1-1-2 0,-4 2-6 0,-6-1-7 16,13 2-2-16,-7-2 3 0,-6 0-5 15,7 3-8-15,-7-3 4 0,9 6-7 0,-7-2-1 16,-2-4 2-16,4 11-5 0,-3-3 5 0,1-2-3 16,0 3 0-16,-1 0-1 0,1 1-8 0,-1-1-1 15,0 1 12-15,3-1-5 0,-1 2 1 0,-1-2 2 16,2 1 4-16,-1-1-5 0,0 0 1 0,3 0 2 16,-1-5-3-16,0 1 1 0,5 0 5 0,-2-1 0 15,-1-2 9-15,4-2 1 0,1 0 8 0,-1-3 3 16,0 1 6-16,-2-2-1 0,1-1 4 0,-1-1 1 15,1-1-1-15,-1 0 2 0,-1-1-4 0,0 1 0 16,-3-4-4-16,0 0-5 0,-1 0-3 0,-2 0-6 16,-2-2-1-16,2 1-4 0,-5 0-5 0,1 0-14 15,-4 0-9-15,-1 4-15 0,-5-1-20 0,2 3-18 16,-5-1-19-16,3 4-19 0,-1 1-25 0,1 1-41 16,0 2-21-16,-3 1-107 0,2 2-320 0,0 1 142 15</inkml:trace>
  <inkml:trace contextRef="#ctx0" brushRef="#br0" timeOffset="62707.54">8910 16188 28 0,'15'-5'265'16,"-7"-1"-7"-16,1-1-1 0,0 0-9 0,-4 1-19 15,2 0-15-15,0-4-13 0,3-4-18 0,-2 5-16 16,-1-4-12-16,1 2-15 0,1-3-18 0,1 0-8 15,-1 0-12-15,0 0-13 0,-1-2-4 0,-2 2-13 16,-2 3-6-16,0-1-7 0,0-1-2 0,-2-2-10 16,1 5-2-16,-2-3-5 0,0 3-2 15,-1-1-5-15,-1 1-3 0,-3 3-8 0,3 0 0 16,1 7-6-16,-6-13 4 0,3 8-5 0,3 5 0 16,-5-8-1-16,0 5-5 0,5 3 1 0,-5-6-3 0,5 6-3 15,0 0 1-15,-8-7-2 0,8 7 0 0,0 0-3 16,-4-6-4-16,4 6-7 0,0 0-3 15,0 0-6-15,0 0 2 0,0 0 3 0,0 0 0 16,0 0 0-16,0 0 3 0,28 4-2 0,-15-2 1 16,4-1-4-16,2 2 2 0,-1-2 0 0,1 0 3 15,0 0 4-15,-7 3-6 0,-1-3 2 0,0 1-1 0,-3 0-2 16,0 4 2-16,-2-3-3 0,3 1 5 16,-1 3-1-16,-6-1 5 0,4 1-1 0,0 2 2 15,-3-2-2-15,2 1 0 0,-3 3 2 0,1-2-2 16,-2 2 4-16,-1-3-2 0,3 4 3 0,-3 0 1 15,1-2-4-15,1 0 9 0,1 0-7 0,0 1 2 16,2-1 0-16,0 1-16 0,1 1-34 0,-1-3-45 16,4-2-52-16,1 3-70 0,1-4-211 0,-1 1-464 15,0-3 206-15</inkml:trace>
  <inkml:trace contextRef="#ctx0" brushRef="#br0" timeOffset="66127.47">14893 15891 132 0,'0'0'180'0,"0"-15"-8"0,0 10-15 15,0 5 1-15,-4-13-10 0,4 13-16 0,0-11-10 16,0 11 3-16,-2-9-4 0,2 9-13 0,0 0-8 16,0-7-13-16,0 7-8 0,0 0-10 0,0 0-8 15,0 0-11-15,0 0-4 0,0 0-5 0,0 0-1 16,0 0-6-16,0 0-5 0,0 0-1 0,2 29-2 16,-2-17-3-16,0 0 1 0,0 0-1 0,0 4 2 15,0 1-3-15,-2-1 3 0,4 2 0 0,1 0 5 16,-2-1-1-16,-1 3 8 0,0 0-6 0,4-1 2 15,-3 1-5-15,2-1-1 0,1 0-2 0,-2-4 1 16,5 0-2-16,-4 2-1 0,5-2-2 0,-5-4 1 16,2-1-3-16,-1-1-5 0,-2-1 3 0,5 1 0 15,-5-2-3-15,3-1-7 0,-2 0-24 0,-3-6-32 16,6 8-33-16,-6-8-26 0,2 5-38 0,-2-5-33 16,4 3-41-16,-4-3-123 0,0 0-371 0,0 0 164 15</inkml:trace>
  <inkml:trace contextRef="#ctx0" brushRef="#br0" timeOffset="66350.1">15202 16018 22 0,'8'-6'248'0,"-8"6"-1"15,0 0-5-15,0 0-12 0,3-6-17 0,-3 6-16 16,0 0-20-16,0 0-17 0,0 0-16 15,0 0-17-15,0 0-14 0,0 0-9 0,0 0-13 0,0 0-7 16,0 0-8-16,0 0-12 0,0 0-32 16,11 9-34-16,-11-9-38 0,0 0-27 0,4 15-35 0,-4-15-51 15,2 10-39-15,1-6-145 0,-3-4-363 0,0 0 161 16</inkml:trace>
  <inkml:trace contextRef="#ctx0" brushRef="#br0" timeOffset="66705.38">15600 15872 183 0,'0'0'214'16,"0"0"-18"-16,5-5-15 0,-5 5-16 0,0 0-17 16,0 0-4-16,0 0-7 0,0 0-11 0,0 0-8 15,-13 23-14-15,8-17-11 0,2 3-7 0,3-2-9 16,-1-1-8-16,1-6-7 0,4 16-6 0,0-7 3 15,2-1-10-15,3-1-5 0,1 3-1 0,0-3-6 16,6 4-2-16,-1-4-5 0,2 2-1 0,-2-3-3 16,2 1-2-16,-2 0-6 0,1 0 0 0,-5 1 0 15,2-2-3-15,-3-1-4 0,-1 3 9 0,1 0-12 16,-1-1 3-16,-1 1-7 0,1-1 5 0,-3 2-6 16,-2-2 6-16,-1-4-4 0,-1 3 0 0,-2-6 0 15,4 6 4-15,-4-6-3 0,0 0 1 0,-6 14 2 16,2-10-1-16,-1 0-3 0,-4-2 3 0,0 2-1 15,-2-2 0-15,-2 1-2 0,1-3-8 0,-2 0-14 16,-3-2-39-16,3 2-24 0,-2-4-37 0,3 1-56 16,-1 0-57-16,-2-4-119 0,-1 0-376 0,-2 0 166 15</inkml:trace>
  <inkml:trace contextRef="#ctx0" brushRef="#br0" timeOffset="66867.7">15721 15885 32 0,'13'-4'198'0,"-1"-1"-14"16,-1 2-14-16,3 0-15 0,-2 0-14 0,3 2-15 15,3 0-12-15,-2-1-23 0,2 2-35 0,0 0-43 16,3 2-58-16,0 0-44 0,0 0-102 0,-1-2-208 16,8 1 93-16</inkml:trace>
  <inkml:trace contextRef="#ctx0" brushRef="#br0" timeOffset="67291.77">16395 15776 173 0,'-1'-10'235'0,"1"10"-13"0,0 0-14 15,0 0-18-15,0 0-21 0,0 0-15 0,0 0-16 16,3-6-11-16,-3 6-11 0,14 0-2 0,-2 0-12 15,1 1-4-15,-1-1-13 0,6 2-3 0,-1 1-6 16,-2-3-8-16,2 1-7 0,2 1-2 0,-2-1-8 16,-3 0-4-16,0-1-3 0,-2 2-3 0,1-2-4 15,-1 2-1-15,-1-2-4 0,0 0-1 0,-4 1-3 16,5 0 3-16,-2 2-6 0,-1-3-2 0,-2 1-4 16,-7-1-3-16,15 2-4 0,-9 1 1 0,0 0 0 15,1 0-4-15,-1-1 0 0,-1 2 0 0,2 0 0 16,-2 1 0-16,-1 0-1 0,-1 1 4 0,0 0 2 15,1 2-3-15,-2 1 3 0,0 3 1 0,-2-2 1 16,0 3 6-16,-2 5 3 0,0-3 6 0,-2 2 0 16,0 1-5-16,0-3 1 0,-2 1-4 0,1 1 0 15,0 0 0-15,1-2 0 0,0 4-1 0,0-1-2 16,0-3 0-16,-1 1-1 0,3-1-3 0,1-4-3 16,1-2 4-16,-2 2-4 0,1-1-4 15,0-3-4-15,1 3-29 0,2-4-19 0,0 0-33 0,-2-6-38 16,-2 12-37-16,2-12-43 0,0 9-36 0,0-9-219 15,0 0-484-15,0 0 215 0</inkml:trace>
  <inkml:trace contextRef="#ctx0" brushRef="#br0" timeOffset="67453.36">16649 16043 169 0,'0'0'210'16,"0"0"-15"-16,0 0-14 0,4-9-16 0,2 6-16 0,-6 3-11 15,21-3-16-15,-5-1-12 0,5 2-9 0,6 0-24 16,-1-3-35-16,8 2-40 0,1-1-59 16,1 1-52-16,-4-2-141 0,-1 0-269 0,-2 0 119 15</inkml:trace>
  <inkml:trace contextRef="#ctx0" brushRef="#br0" timeOffset="73253.14">21004 15963 87 0,'4'-5'131'0,"-4"5"-3"0,0 0-3 16,0 0-9-16,0 0-5 0,0 0-6 0,3-7-5 15,-3 7 0-15,0 0-7 0,0 0-6 0,1-7-9 0,-1 7-10 16,0 0-4-16,0 0-2 0,0 0 4 0,-1-10 1 16,1 10 25-16,0 0-2 0,1-9-1 0,-1 9 0 15,0 0-3-15,0-9-6 0,0 9-7 16,0 0-7-16,-1-11-5 0,1 11-4 0,-1-8-1 16,1 8-3-16,1-9-2 0,-1 9-4 0,0-11-4 15,0 11-1-15,1-8 3 0,-1 8-2 0,0 0 4 16,-1-13 1-16,1 13-3 0,0 0-2 0,0 0-2 0,-3-6-7 15,3 6-4-15,0 0-5 0,0 0-3 16,0 0-3-16,0 0-8 0,0 0 0 0,0 0-3 16,0 0 0-16,0 0-2 0,0 0 1 0,0 0-3 15,6 25 2-15,-6-15-1 0,1 2 0 0,0 6-2 16,0-1 1-16,-1-1-1 0,0 1-1 0,3 1-1 16,-3-1 0-16,0 1 0 0,0-1 2 0,0 2 2 15,1 0-5-15,-1-2-1 0,0 2-1 0,1 1 5 16,-1-4-3-16,2 0 5 0,-2-2-3 0,1-3 1 15,0-1-2-15,2 1 2 0,-3 2-2 0,1-3 2 16,-1-3-3-16,1 0 2 0,-1-7-1 0,0 12 4 16,2-6-8-16,-2-6 4 0,0 9-4 0,0-9-13 15,1 8-13-15,-1-8-21 0,0 0-10 16,1 7-16-16,-1-7-14 0,0 0-21 0,0 0-19 0,0 0-29 16,0 0-43-16,0 0-182 0,0 0-414 0,0 0 184 15</inkml:trace>
  <inkml:trace contextRef="#ctx0" brushRef="#br0" timeOffset="73488.3">21316 16045 64 0,'0'0'226'0,"0"0"-15"0,0 0-17 0,0 0-12 15,0 0-17-15,3-5-19 0,-3 5-16 0,0 0-12 16,0 0-11-16,0 0-13 0,0 0-10 0,0 0-6 16,0 0-6-16,0 0-12 0,0 0-15 0,0 0-28 15,0 0-26-15,0 0-35 0,0 0-21 0,4 24-41 16,-4-19-45-16,0-5-119 0,0 0-292 0,0 0 129 16</inkml:trace>
  <inkml:trace contextRef="#ctx0" brushRef="#br0" timeOffset="73836.36">21871 15880 16 0,'0'0'247'15,"0"0"-11"-15,0 0-14 0,4-4-14 0,-4 4-20 16,0 0-13-16,0 0-24 0,4-5-17 0,-4 5-15 16,0 0-13-16,0 0-11 0,0 0-5 0,0 0-5 15,3 17-6-15,-3-17-3 0,0 17 3 0,0-7-4 16,0 1-7-16,0 1-9 0,0 4-1 0,-2 1-7 16,4-1 1-16,-2 1-6 0,0-1-2 0,0-5-12 15,2 9 4-15,-2-4-4 0,1 1 0 0,-2 1-7 16,1-7-3-16,1 1-1 0,-1 1-2 0,1-4 1 15,-1 2-7-15,1 0-2 0,-2-3-21 0,2 1-17 16,2-2-22-16,-3-1-19 0,0-6-36 0,-1 12-33 16,1-12-44-16,1 9-52 0,-1-9-137 0,-3 7-399 15,3-7 177-15</inkml:trace>
  <inkml:trace contextRef="#ctx0" brushRef="#br0" timeOffset="74102.07">22294 15928 62 0,'4'-4'267'0,"-4"4"-20"16,4-6-24-16,-4 6-19 0,4-5-20 0,-4 5-17 16,0 0-6-16,0 0-5 0,0 0 3 0,8 13-10 0,-5-4-14 15,-2 1-8-15,2-1-13 0,-2 4-6 16,0-1-9-16,1-1-9 0,-2 2-8 0,1 2-4 0,-1-3-12 15,0 3-1-15,0 2-8 0,0-6-3 0,0 2-8 16,1 0-11-16,-1-1 4 0,1 1-1 16,1-2-18-16,-1-2-24 0,0 2-31 0,1-3-41 15,-1 2-36-15,-1-3-50 0,1 1-54 0,-1-8-223 16,-1 11-473-16,0-5 210 0</inkml:trace>
  <inkml:trace contextRef="#ctx0" brushRef="#br0" timeOffset="76907.22">25964 15854 199 0,'0'0'188'0,"7"-4"-9"0,-7 4-12 0,2-9 3 0,-2 9-8 16,8-5-17-16,-8 5-10 0,4-7 6 0,-4 7-7 15,4-7-4-15,-4 7-4 0,5-4-3 16,-5 4-15-16,0 0-7 0,0 0-6 0,4-3-13 16,-4 3-7-16,0 0-10 0,0 0-6 0,0 0-9 15,0 0-7-15,0 0-6 0,0 0-6 0,0 0 0 16,0 0-1-16,7 15-7 0,-7-5 1 0,0 1-3 15,0 1-3-15,0 1-2 0,2 4 2 0,-2-2-2 16,0 2 1-16,-2-2 0 0,0 2-3 0,1-2 3 16,-1 3-5-16,2 1-2 0,-2 0 6 0,0-3 0 15,0 3-7-15,0-3 2 0,0-3-6 0,1 3 4 16,1-3-2-16,-2-1 5 0,2-1-7 0,-2 0 1 16,0 0-1-16,2-1-13 0,0 0-16 0,2-3-23 15,-2-7-19-15,0 12-32 0,0-12-41 0,2 10-42 16,-2-6-35-16,0-4-177 0,0 0-424 0,0 10 189 15</inkml:trace>
  <inkml:trace contextRef="#ctx0" brushRef="#br0" timeOffset="77125.75">26220 16028 89 0,'0'0'251'0,"6"-6"1"0,-6 6-15 15,0 0-14-15,4-4-17 0,-4 4-23 0,0 0-18 16,5-3-16-16,-5 3-16 0,0 0-12 0,0 0-13 16,0 0-12-16,0 0-7 0,0 0-12 0,0 0-5 15,0 0-10-15,0 0-26 0,6 11-27 0,-6-11-28 16,0 0-40-16,0 0-43 0,2 17-54 16,-2-17-33-16,0 10-151 0,0-10-366 0,0 0 162 0</inkml:trace>
  <inkml:trace contextRef="#ctx0" brushRef="#br0" timeOffset="77380.56">26528 15871 26 0,'2'-4'254'0,"-2"4"-14"0,0 0-19 0,6-7-22 15,-6 7-19-15,0 0-22 0,0 0-9 0,0 0-15 16,0 0-5-16,0 0 1 0,2 21 4 15,-2-8-9-15,0 1-8 0,2-1-11 0,0 3-10 16,-2 0-9-16,0-1-11 0,0 1-2 0,0-5-9 16,0 3-6-16,0-2-5 0,0 1-4 0,0 5-7 15,0-3-2-15,2 1-3 0,0-5-4 0,-2 0-20 16,1 1-29-16,-1-2-36 0,0 1-37 0,2-6-40 0,-2 5-44 16,2-3-50-16,-2 3-172 0,0-10-425 15,0 9 189-15</inkml:trace>
  <inkml:trace contextRef="#ctx0" brushRef="#br0" timeOffset="77607.25">26846 15931 33 0,'2'-6'271'16,"4"-1"-8"-16,-4 4-11 0,-2 3-21 0,5-9-28 15,-5 9-18-15,6-3-18 0,-6 3-4 0,0 0 11 16,0 0-8-16,0 21-11 0,0-11-14 0,0 3-14 15,-2 5-6-15,2-3-11 0,-2 3-22 0,-2-1 10 16,1 3-15-16,1 1-7 0,0-4 1 0,0 2-29 16,-2-3 6-16,3 0-23 0,-3 0-29 0,4 2-38 15,-5-6-36-15,5 1-51 0,-5-1-60 0,3-2-76 16,-4 0-182-16,-1-4-478 0,1 2 211 0</inkml:trace>
  <inkml:trace contextRef="#ctx0" brushRef="#br0" timeOffset="79312.37">5705 16837 174 0,'-3'-10'192'0,"3"10"-3"0,1-16-4 16,-1 16-3-16,0-15-1 0,0 15-16 0,-1-10-9 15,1 10-18-15,0 0-18 0,0 0-8 0,1-14-15 16,-1 14-12-16,0 0-11 0,0 0-7 15,0 0-8-15,0 0-5 0,0 0-8 0,5 35-4 16,-2-8-2-16,-2 1-1 0,2 2-4 0,-2 0-1 16,-1 2-6-16,4-2 6 0,-3 3-9 0,-2-2 0 15,3-2 30-15,0 3-8 0,-2-6-4 0,4 2-2 16,-2-1-7-16,-1-4-4 0,6-5 0 0,-6 0-5 16,-1-1 2-16,1 0-6 0,-1-6-2 0,3 0 1 15,-1 0-2-15,0-2-4 0,0 2-1 0,-2-11-27 16,3 17-25-16,-1-9-24 0,-2-8-21 0,4 11-10 15,-4-11-19-15,3 7-15 0,-3-7-32 0,0 0-34 16,0 0-161-16,0 0-384 0,0 0 171 0</inkml:trace>
  <inkml:trace contextRef="#ctx0" brushRef="#br0" timeOffset="79583.92">5685 16867 163 0,'7'-19'154'0,"0"3"-7"16,4 0-3-16,0 3-12 0,3-1-15 0,3 4 0 15,0 1-10-15,0 1-9 0,1 6-8 16,1 2-11-16,0 3-14 0,-6 1-3 0,4 5-6 16,-4 1-10-16,-2 5 4 0,1 10-10 0,-6 0-4 15,-5-5-2-15,-1 7-7 0,0-2-1 0,-3-1 2 16,-6 2-13-16,-2-10 3 0,4 1 5 0,-2-1-5 15,-4-2 0-15,1-1-6 0,-2 0 3 0,0-3-15 16,0-1-14-16,2-1-9 0,1-4-22 0,1-1-36 16,-1-1-29-16,0-1-44 0,0 1-98 0,11-2-273 15,0 0 121-15</inkml:trace>
  <inkml:trace contextRef="#ctx0" brushRef="#br0" timeOffset="79971.06">5965 17321 112 0,'13'-2'180'0,"4"-4"-6"0,-1 0-23 0,5 1-14 15,0 0-11-15,4-3-13 0,2-2-16 0,-2 1 1 0,-6 2-12 16,2-2-7-16,-2 2-8 0,-1-3 4 15,-4 1-12-15,2 1-4 0,-7-1-5 0,-1 2 7 16,0-3-12-16,-1 3-3 0,-2-5-5 0,-1 2-6 16,0-1 1-16,-3-5-4 0,1 5-9 0,-1 2 12 15,-1 9-7-15,-4-22-1 0,0 13 8 0,0-1 6 16,4 10-1-16,-6-12-6 0,1 5-3 0,5 7-6 16,-9-7-1-16,9 7 0 0,-9-10-10 0,9 10 0 15,-11 2-5-15,11-2 7 0,-16 9-7 0,7 0 0 16,-3 2-3-16,1 4 2 0,2-1-3 0,3 1-3 15,0 1-1-15,2 0 4 0,1 2-1 0,2 0 2 16,1-3-1-16,2 1-16 0,2-4-12 0,2-1-14 16,5 2-23-16,-3-5-27 0,3 0-28 0,4 1-31 15,-2-2-20-15,4-2-136 0,-3-1-327 0,0-2 144 16</inkml:trace>
  <inkml:trace contextRef="#ctx0" brushRef="#br0" timeOffset="80619.84">6540 17077 13 0,'0'0'167'0,"2"-16"-4"0,-2 16-10 15,0 0-16-15,-9-12-10 0,9 12-12 0,-12 2-8 16,12-2-5-16,-20 7-4 0,6 2-7 0,-2 3-11 0,2 2-3 16,-1 0-7-16,-1 6-7 0,4-4-9 15,3-2-2-15,1 2-3 0,3 0-5 0,0-4-10 16,4-1 3-16,1 2-6 0,1-1 2 0,3-4-7 15,1 3-2-15,0-6-1 0,0 3-1 0,-5-8-2 16,17 8 2-16,-8-5-1 0,1-3-7 0,3 0 1 16,-13 0 3-16,19-5-3 0,-13 1 2 0,6-1-4 15,-5 0-3-15,2-4 0 0,2-1-2 0,-2-3 1 16,1 0 0-16,-3-1 0 0,-2-1 1 0,1-1-4 16,-4 3 2-16,1 3 10 0,-1-3-6 15,1 4 6-15,-3 9-1 0,0-14 7 0,0 14 0 0,-1-14-3 16,1 14 0-16,0 0-1 0,0-11-6 0,0 11-8 15,0 0-1-15,0 0 1 0,0 0-2 0,0 0 2 16,0 0-2-16,0 0 2 0,2 34 0 0,0-23-8 16,-1 4 4-16,3-4 1 0,-2 1-3 0,1 1 4 15,0-4-1-15,1 2 1 0,-1-2 1 0,1 0-2 16,1 0 1-16,4 0 4 0,0-3-9 0,0-2-1 16,0 1-7-16,2-3-12 0,-3 0-2 15,-8-2-7-15,20 1-3 0,-20-1-5 0,16-5-6 16,-10 0 3-16,3 0 1 0,-1-2 8 0,-1-2 2 15,1 0 5-15,1-7 3 0,-1 0 4 0,-2-1-3 16,2-9 2-16,-1 7 7 0,2-9 12 0,0 3 7 16,0-4 5-16,-3 7 13 0,-2 1-1 0,1-6 22 0,-1 10 13 15,-1-1 6-15,-2 0 8 0,0 6 20 16,-1 12 5-16,2-23 3 0,-1 13-4 0,-1 10-8 16,0 0-12-16,-1-17-10 0,1 17-12 0,0 0-7 15,0 0-4-15,0 0-7 0,0 0-4 0,0 0 0 16,1 46 3-16,-1-22-7 0,-4 2 0 0,2 1 0 15,0-2 0-15,1 0-4 0,0-1-3 0,1 1-2 16,-2-6-1-16,4 6-4 0,-2-6 4 0,0-1-3 16,1 6 0-16,0-6-4 0,-1-1-15 0,2 0-22 15,-1-5-23-15,-1 2-42 0,0-2-31 16,0-3-34-16,1 2-31 0,-1-11-42 0,1 16-37 0,-1-16-137 16,-1 10-435-16,1-10 193 0</inkml:trace>
  <inkml:trace contextRef="#ctx0" brushRef="#br0" timeOffset="80930.11">6953 16927 136 0,'0'0'162'16,"0"0"-12"-16,0 0 4 0,0 0-21 0,0 0-4 15,0 0-14-15,-14 35-5 0,6-21-15 0,-1 0-9 16,-2 1-8-16,1-1-3 0,1-4-12 0,-3-1-3 15,3 1-5-15,0-1-4 0,3-3-7 0,-4 0-2 16,10-6 2-16,-9 7-10 0,4-3 2 0,5-4-5 16,-9 4 0-16,9-4-4 0,0 0-3 0,-14 0 8 15,14 0-2-15,0 0-1 0,0 0-5 0,0 0-4 16,0 0-3-16,0 0-4 0,0 0-2 0,-9 5-3 16,9-5-1-16,0 0 1 0,0 0-2 0,14 20 0 15,-9-11-4-15,1-1 2 0,3 3 2 0,-2 0-1 16,0-1-12-16,7 3-23 0,-1 1-35 0,1-1-10 15,4-2-28-15,6 2-39 0,5-2-154 16,-3-4-320-16,6 0 142 0</inkml:trace>
  <inkml:trace contextRef="#ctx0" brushRef="#br0" timeOffset="81249.67">7553 16770 146 0,'-6'-18'234'15,"6"18"-13"-15,-6-14-16 0,6 14-15 0,-8-11-18 16,8 11-20-16,0 0-19 0,-7-8-13 0,7 8-15 16,0 0-11-16,0 0-8 0,0 0-7 0,-20 34-9 15,14-18-8-15,-1 10 0 0,1 5 1 0,1 0-8 16,1 2-1-16,0-2-1 0,4 2-7 0,-2-3 4 15,-4 1-3-15,3-5-7 0,3 3-3 0,0-1 1 16,1 1-6-16,-2-4-6 0,1 0 11 0,-2-5-12 16,0-2-2-16,4 0-1 0,-2-3-1 15,0 1-2-15,-2-4-3 0,4 0-25 0,-2-2-26 16,0-10-17-16,0 17-35 0,0-17-25 0,-2 11-46 16,2-11-33-16,0 0-175 0,0 0-395 0,-6 8 175 0</inkml:trace>
  <inkml:trace contextRef="#ctx0" brushRef="#br0" timeOffset="81746.16">7248 17070 15 0,'0'0'153'16,"18"-12"-5"-16,-5 8-8 0,6-1-13 0,11 1-6 15,-1 0-9-15,5-1-16 0,4-1-6 0,-1 1-13 16,2 2-4-16,0-3-9 0,-1 2-2 15,0-2-12-15,-2 2-2 0,-5 1-2 0,-2-3-7 0,-8 2-2 16,-2-1-4-16,-1 2-7 0,-7 2 4 16,-11 1-3-16,16-5 11 0,-16 5-8 0,11-5 1 15,-11 5-1-15,0 0-3 0,0 0 2 0,9-7-4 16,-9 7-5-16,0 0-3 0,0 0-4 0,0 0 10 0,0 0-6 16,0 0-2-16,0 0-4 0,-44 18 0 0,36-10-3 15,-1 1 6-15,-2 5-3 0,1 0-10 0,-1 1 11 16,4-1-2-16,-3 1-7 0,6-4 1 0,0 5 0 15,0-5 0-15,4 0 3 0,-1 1-1 16,1-12 0-16,3 20 1 0,-1-10 3 0,-2-10-5 16,7 9-2-16,-3-4 6 0,-4-5-5 0,11 6 6 15,-11-6-5-15,10 2 2 0,-10-2 0 0,0 0-2 16,23-10 6-16,-15 7-7 0,0-4 2 0,0-2-2 16,-1 3-6-16,-1-4 3 0,1-1-3 0,-1 0 3 15,-2 1 0-15,1 0-7 0,-1 1 8 0,-2-1-4 0,-2 10 6 16,6-12 0-16,-6 12 2 0,5-10-2 15,-5 10-9-15,0 0 6 0,6-4-3 0,-6 4 1 16,0 0-7-16,0 0 5 0,0 0 3 0,6 20-3 16,-4-11 3-16,-2-9 0 0,1 21-3 0,2-10 4 15,-1-1-2-15,1 2-6 0,-1 1-24 16,2-3-31-16,1 1-35 0,3-2-45 0,-2 1-34 0,2-4-93 16,0 0-290-16,2-1 128 0</inkml:trace>
  <inkml:trace contextRef="#ctx0" brushRef="#br0" timeOffset="81991.64">8148 16922 102 0,'-8'-11'238'0,"8"11"-18"0,-9-7-24 0,9 7-14 0,0 0-23 15,0 0-8-15,-24 12-10 0,13 1-6 16,-2 2-13-16,1 0-14 0,2 9-2 0,0-8-15 15,4 4-5-15,-1-1 0 0,5 0-16 0,-1-2-10 16,4 7 1-16,1-7-4 0,0-1-10 0,2-4-1 16,2 2-6-16,4-1-9 0,-3-2-21 0,2-2-20 15,0-1-25-15,4 0-30 0,2-3-31 0,2 0-36 16,-1-1-32-16,3-4-30 0,-1 0-115 0,-5-4-333 16,5-1 147-16</inkml:trace>
  <inkml:trace contextRef="#ctx0" brushRef="#br0" timeOffset="82237.53">8413 16786 177 0,'-3'-23'248'0,"2"13"0"0,1 10-8 16,-3-15-13-16,3 15-22 0,0 0-24 16,-2-16-21-16,2 16-21 0,0 0-12 0,0 0-13 0,0 0-7 15,0 0-7-15,2 55-7 0,1-26 0 16,-2 0-5-16,-2 2-9 0,2 0 0 0,-1-3-7 15,1-2-11-15,1-1-1 0,-1 1-2 0,-2-7-13 16,3-2-2-16,-2 3-4 0,2-2-5 0,-1 0-2 16,0-3-20-16,-1-3-25 0,3 0-26 0,-5-1-24 15,4-1-37-15,-2-10-36 0,0 0-31 0,3 16-22 16,-3-16-17-16,-1 9-169 0,1-9-406 0,0 0 180 16</inkml:trace>
  <inkml:trace contextRef="#ctx0" brushRef="#br0" timeOffset="82605.64">8312 16984 63 0,'13'-5'147'0,"-1"2"4"0,1 0-8 0,-13 3-8 16,31-4-9-16,-14 2-11 0,-4 1-4 0,6 2-8 16,-1-2-10-16,-4 2-3 0,3 1-10 15,-3-1-8-15,-1 2-2 0,-13-3-11 0,20 8-5 16,-9 0 1-16,-4 0-6 0,2 0 0 0,-4 3 0 15,3-2 1-15,-4 2-1 0,2-2-11 0,2 3 6 16,-4-3-14-16,1 5 8 0,0-3-7 0,0 0 1 16,3-1-3-16,-3-2-1 0,2-1 1 0,1 0-5 15,2 0 5-15,-1-1-5 0,2-2-2 0,1-1 6 16,0-3-3-16,1 3 3 0,4-3 0 0,-4-3 2 16,1 0 0-16,-1-1 4 0,1-2 2 0,-2-1 1 15,-3-1 0-15,1-3-2 0,-5 1 1 0,0-6-7 16,0 0 0-16,-5 0-1 0,0-2-5 0,-2 1-1 15,-3 0-2-15,-5-1-5 0,3 0 0 0,-1 3-2 16,-1 1-5-16,0 3 0 0,0 4-5 0,0 0-12 16,-1 1-16-16,10 6-28 0,-18-3-20 0,18 3-32 15,-21 0-27-15,21 0-28 0,-21 10-39 0,12 0-160 16,2-2-389-16,-2 6 173 0</inkml:trace>
  <inkml:trace contextRef="#ctx0" brushRef="#br0" timeOffset="83060.86">8880 17234 111 0,'4'-5'280'0,"-4"5"-11"16,12-12-12-16,-7 3-12 0,0-1-14 0,1 2-25 16,1-5-20-16,0 1-14 0,1-5-22 0,1 1-13 15,1 0-12-15,-3 1-11 0,2-3-7 0,-3-2-15 16,3 2-9-16,-3-5-10 0,-1 3-7 0,-2 2-9 15,2 3-5-15,-2-3-2 0,-2 2-7 0,-1-1-4 16,-1 1-6-16,1 16-7 0,-5-22-2 0,2 13-3 16,3 9 4-16,-12-17-10 0,5 12 0 0,-3-3-6 15,10 8-1-15,-15-7 2 0,5 2-4 0,10 5-4 16,0 0 1-16,-19-3-3 0,19 3-2 0,0 0 1 16,-16-2-7-16,16 2 1 0,0 0 2 0,0 0 0 15,0 0 0-15,0 0 3 0,0 0 0 0,0 0 8 16,0 0-11-16,24 27 4 0,-6-24 1 0,0 0 0 15,1 0 0-15,2-2 1 0,0 0-3 0,1-1 3 16,6 3-4-16,-10-3-1 0,-3 1 6 0,-15-1-4 16,31 2-3-16,-19 1 3 0,-12-3-1 15,20 5-2-15,-10-1 2 0,-10-4-6 0,16 12 3 16,-8-5-1-16,-4 3 3 0,2 1 0 0,-1 0 0 16,-1 2 2-16,0 2 2 0,0 1 5 0,-2-1-1 15,1 3 1-15,-3-2 0 0,3-4-2 0,-1 4 3 0,1-5-3 16,1 0 3-16,1 5-20 0,-3-5-33 0,5 0-28 15,-1-2-58-15,2 1-52 0,3-2-63 16,-3 0-183-16,5-4-464 0,4-1 205 0</inkml:trace>
  <inkml:trace contextRef="#ctx0" brushRef="#br0" timeOffset="86336.92">15684 16854 123 0,'0'0'153'0,"-8"-3"-7"0,8 3-4 0,-5-4 0 16,5 4-10-16,0 0-5 0,-5-7-4 0,5 7-5 0,0 0-5 15,0 0-11-15,0 0 0 0,0 0-16 0,0 0-8 16,0 0-8-16,16-10-1 0,-6 6-3 0,0 4-9 16,0 1-8-16,-1-1-4 0,3 3-5 0,-3 1-7 15,0-1-3-15,1 3 1 0,-1 2-7 16,-3 7 3-16,3-1-6 0,-5 3-5 0,-2-1 4 15,-3 4-3-15,0-1-1 0,-7 5 0 0,1 0-2 16,-5 0 31-16,-3-1-6 0,1-1-4 0,1-5-2 16,-5 2-4-16,-1-2 1 0,3-4-6 0,0 1-3 0,-2-5 2 15,0 3-4-15,-2-5-6 0,2 1 4 16,0-3 0-16,2 0 4 0,3 2-1 0,1-5 6 16,-1 0 1-16,3-2-2 0,10 0 7 0,-14 3 2 15,14-3 0-15,-11 2-4 0,11-2-7 0,0 0 1 16,0 0-15-16,0 0 8 0,0 0-1 0,0 0-1 15,0 0-1-15,53-7-1 0,-18 2-3 0,2 1 1 16,14-1-17-16,2 2-25 0,0 0-34 0,2 0-41 16,-2 3-60-16,1 3-60 0,-17 0-190 0,17 2-451 15,-17-2 200-15</inkml:trace>
  <inkml:trace contextRef="#ctx0" brushRef="#br0" timeOffset="86959.38">21810 16686 50 0,'-27'-5'150'15,"-1"0"-8"-15,1 2-7 0,5 1-1 0,-1 0-12 0,3-1-9 16,2 2-2-16,3 0-7 0,4 1-5 0,2-1-12 16,9 1-8-16,-12-1-2 0,12 1-11 0,0 0-9 15,0 0-1-15,0 0-4 0,35 2-6 16,-7-2-1-16,7 0-5 0,3-1-5 0,15 1-2 15,-2-1 3-15,-13 0-12 0,-1 1 0 0,-1 0-6 16,-4 0-25-16,-3 1-27 0,-8 0-31 0,-2-2-26 16,-1 2-37-16,-7-1-22 0,-3 1-94 0,-8-1-263 15,0 0 116-15</inkml:trace>
  <inkml:trace contextRef="#ctx0" brushRef="#br0" timeOffset="87381.83">21560 16680 40 0,'-10'-3'196'0,"10"3"-16"16,0 0-25-16,0 0-11 0,0 0-14 0,-14 9 2 16,10 0-11-16,0 2-6 0,1 5 0 15,0 3-6-15,-1 9-3 0,2-2-8 0,-5 3-6 16,5 1-5-16,-3 0-2 0,0 1-11 0,-1-2-11 15,5 0 29-15,-2 0-10 0,0-4-12 0,-4 2-4 0,5-2-5 16,-1-5-4-16,1-1-9 0,0 1-2 0,0-1-6 16,-1-3-3-16,1 3-4 0,-1-7-2 15,1 0-6-15,-1 0 2 0,3-3-7 0,-1-1 4 16,1-8-4-16,-3 9-1 0,3-9-7 0,0 10 10 16,0-10-9-16,0 0 7 0,0 0-1 0,-6 5-3 15,6-5-5-15,0 0 6 0,0 0-5 0,-14-20-1 16,7 12-3-16,0-2 5 0,-2 1-6 0,0-1-2 15,-5-1 0-15,0 2 2 0,-4 0-4 0,1 1-1 16,-5 1-3-16,-3 2 3 0,-2 0-3 0,-1 1 2 16,-1 4 0-16,-2 0 0 0,10 0-4 0,-9 3 2 15,11 1-5-15,-1-2-12 0,8 1-16 0,0 1-16 16,2-3-29-16,1 3-22 0,9-4-27 0,-10 5-26 16,10-5-35-16,0 0-37 0,0 0-118 0,0 0-370 15,0 0 163-15</inkml:trace>
  <inkml:trace contextRef="#ctx0" brushRef="#br0" timeOffset="87662.16">21753 16988 156 0,'0'0'210'0,"27"-1"-11"0,-27 1-13 0,22 2-11 0,-9 2-20 15,-2 1-14-15,2 4-8 0,-3-1-13 0,-1 1-7 16,-2 5-13-16,-4-1-9 0,0 2-4 0,-4-2-2 15,1 3-3-15,-5 0-1 0,-2-2 1 16,-3 2 1-16,0-3-3 0,-2 0-7 0,0-1-2 16,4-2-6-16,-3-4-6 0,1 3-1 0,1-4-12 15,4-1-1-15,-2 4-6 0,0-4-2 0,7-4-3 16,-6 6-3-16,6-6-5 0,0 0 1 0,0 0-2 16,0 0 0-16,18 17-7 0,-2-14-10 0,6-3-16 15,14 1-20-15,1-2-27 0,19-5-28 0,3 1-41 16,0-1-55-16,6-2-61 0,-4-5-149 0,36 1-420 15,-6-4 186-15</inkml:trace>
  <inkml:trace contextRef="#ctx0" brushRef="#br0" timeOffset="88234.42">26025 16816 97 0,'-4'-10'170'0,"4"10"10"0,-2-10-8 0,2 10-7 15,0 0-11-15,4-13-17 0,1 6-16 0,7 1-9 16,7-3-10-16,10 3-8 0,5-4-4 0,4 5-6 15,12-6-6-15,4 4-5 0,0-2-5 0,-5 3-5 16,-13 1-6-16,2 1-8 0,-2 0-1 0,-7-1-9 16,-1 2 1-16,-11 1-10 0,-3 1-23 0,-3 1-36 15,-3 0-34-15,-8 0-29 0,0 0-40 0,0 0-28 16,0 0-133-16,0 0-316 0,-44 7 140 0</inkml:trace>
  <inkml:trace contextRef="#ctx0" brushRef="#br0" timeOffset="88639.87">25845 16777 27 0,'0'0'162'0,"-2"7"-4"15,2-7-14-15,-2 17 12 0,0-6-7 0,2 7 3 16,-4 6-15-16,1 5-3 0,-3 1-15 0,1 1 3 15,0 1-7-15,1 0 24 0,-5-1-14 0,2 2-1 16,-2-2-12-16,4-1-9 0,-3 2-10 0,2-4-5 0,1 1-10 16,-2-3-4-16,5-1-3 0,-3-6-12 0,-1-3-5 15,3 1-4-15,1-4-6 0,-2 3-1 16,-2-5-6-16,4-2-6 0,0 1 0 0,2-3-5 16,-4-2 1-16,4-5-4 0,0 0-3 0,-2 13 10 15,2-13 11-15,0 0 7 0,0 0-1 0,0 0-10 16,0 0-6-16,0 0 5 0,0 0-9 0,-19-19-2 15,15 9-1-15,-3 1-5 0,1-4-1 0,-3-4-2 16,1 7 1-16,-2-4-8 0,1 4 1 0,-5-3-4 16,1 2 0-16,-3 3-3 0,5 3-4 0,-6-2-5 15,-2 2-15-15,-2 1-3 0,4 2-14 0,-3 2-8 16,1 0-11-16,2 0-15 0,3 2-14 0,0-2-14 16,6 2-22-16,8-2-26 0,-19 2-29 0,19-2-40 15,-8 5-177-15,8-5-426 0,0 0 188 0</inkml:trace>
  <inkml:trace contextRef="#ctx0" brushRef="#br0" timeOffset="88959.72">26291 17080 70 0,'0'0'252'0,"0"0"-14"0,11-6-21 15,-11 6-13-15,0 0-20 0,11-2-11 0,-11 2-19 16,0 0-13-16,22 9-13 0,-15-2-11 16,0 0-15-16,-2 4-4 0,-1 1-11 0,-2-1-8 15,0 1-13-15,-2 4 1 0,-4 0-6 0,-2 1-2 16,-2-4-5-16,-3 1 0 0,0-1-1 0,-7-1-7 16,2 0 3-16,0-2-4 0,1 1 0 0,-1-3-12 15,5-2-3-15,1 0 3 0,4-2-5 0,6-4 0 16,-11 6-5-16,11-6-3 0,-4 6 0 0,4-6-3 15,0 0 3-15,0 0-15 0,31 4-20 0,-2-6-20 16,3 0-25-16,6-4-23 0,18-2-27 0,2 1-27 16,1-2-42-16,8-1-40 0,25-4-158 0,-27 2-409 15,29 4 180-15</inkml:trace>
  <inkml:trace contextRef="#ctx0" brushRef="#br0" timeOffset="186874.98">26892 2870 2 0,'0'0'50'0,"0"0"-11"0,0 0 2 16,0 0-6-16,0 0-2 0,0 0-4 0,0 0-2 15,0 0 1-15,0 0-8 0,0 0-1 0,0 0-2 16,0 0-1-16,0 0-8 0,0 0-2 0,0 0 0 15,0 0-12-15,0 0 2 0,0 0-2 0,0 0-2 16,0 0 8-16,0 0-9 0,0 0 4 0,0 0-4 16,0 0 6-16,0 0-1 0,0 0 5 0,0 0-4 15,0 0 3-15,0 0-8 0,0 0 7 0,0 0-1 16,0 0 3-16,0 0-1 0,0 0-3 0,0 0 5 16,0 0-5-16,0 0 4 0,0 0-1 0,0 0 1 15,0 0-1-15,0 0 3 0,0 0 5 0,0 0-4 16,0 0-1-16,0 0 3 0,0 0-2 0,0 0-3 15,0 0 4-15,0 0-4 0,0 0 5 0,0 0-1 16,0 0-2-16,0 0-5 0,0 0 11 0,0 0 2 16,0 0-1-16,0 0-1 0,0 0 6 15,0 0-2-15,0 0 1 0,0 0-7 0,0 0 6 16,0 0-4-16,0 0 4 0,0 0-6 0,0 0 0 0,0 0 2 16,0 0 0-16,0 0 10 0,0 0-14 0,0 0-4 15,0 0-6-15,0 0 4 0,0 0-2 0,0 0 4 16,0 0 4-16,0 0-6 0,0 0 4 0,0 0-3 15,0 0 4-15,0 0-2 0,0 0 2 16,0 0-3-16,0 0 1 0,0 0 2 0,0 0 0 16,0 0-4-16,0 0 2 0,0 0-3 0,0 0-8 15,0 0 0-15,0 0-4 0,0 0-8 0,0 0 4 16,0 0-15-16,0 0 4 0,0 0-9 0,0 0-28 16,0 0-71-16,0 0 31 0</inkml:trace>
  <inkml:trace contextRef="#ctx0" brushRef="#br0" timeOffset="193128.11">29527 13863 112 0,'0'0'91'0,"0"0"1"15,0 0-8-15,0 0 2 0,0 0-3 0,0 0-9 16,0 0 4-16,0 0-4 0,0 0-8 0,0 0-4 16,0 0 1-16,0 0-1 0,5 3-4 0,-5-3 7 15,0 0-2-15,0 0-1 0,5 6-2 0,-5-6 4 16,6 7-8-16,-3-4-8 0,0 3-2 0,-3-6 8 16,9 10-5-16,-5-3-7 0,-2-1-2 0,1 1-1 15,1-1 8-15,-2 2 7 0,2 1-5 0,1-1-5 16,-2 0-2-16,0 0-3 0,0-2-1 0,0 0 1 15,-2-1-7-15,-1-5-1 0,4 9-1 0,-3-4-3 16,-1-5-3-16,4 8 4 0,-1-4-4 0,-3-4 1 16,6 7 1-16,-6-7 1 0,5 3 2 0,-5-3-7 15,14 3 3-15,-3-4-6 0,6-2-16 0,3-3-17 16,11-4-28-16,4-5-31 0,22-9-40 0,25-17-42 16,5-1-31-16,-1 0-133 0,4-9-347 0,6-1 154 15</inkml:trace>
  <inkml:trace contextRef="#ctx0" brushRef="#br0" timeOffset="213560.37">27645 13791 73 0,'-5'-12'95'0,"3"5"-1"0,2 7-15 0,-2-14-8 16,1 9 4-16,1 5-6 0,-4-14-3 0,2 9-1 15,0-4-3-15,2 9-1 0,-1-12-5 0,-1 6-7 16,2 6-7-16,-6-12-3 0,6 6-1 0,0 6-11 16,-5-12 9-16,3 7 3 0,-3-1-7 0,5 6 4 15,-6-12-11-15,1 6-3 0,1 1 1 0,-1-2-6 16,1 2 4-16,-3-1 7 0,0 0-10 0,1 1 5 16,-3 0-2-16,1 1-1 0,-2 0-12 0,3 1 3 15,-2 0 6-15,-1 2 0 0,-4-2-4 0,-2 5-16 16,-6-2 13-16,3 2 1 0,-8 3-2 0,-2 2-1 15,8-3 3-15,-8 2-5 0,-2 2-3 0,5-2-1 16,-2 4 5-16,3-2-9 0,-2 2 3 0,7-3 5 16,1 3-1-16,0-2 1 0,-6 6-2 0,3-1-1 15,-1 2 4-15,-3 2-11 0,5 1 11 0,-1-3-1 16,2 4 3-16,1 0 4 0,2 3-2 0,-1 1 0 16,5-1 12-16,-1 2-1 0,3 2-1 0,2 2-2 15,-1-2-2-15,4 4-2 0,-1-1 0 0,3 2 1 16,2-1-3-16,0-1-3 0,1 1 5 0,-1 4-17 15,2-5-1-15,2 1 2 0,-1 1-1 0,1-6 9 16,4-1-13-16,-4 3 9 0,3-1 1 0,1-2-5 16,2 1 4-16,0-1 0 0,-3-6-2 0,3 0 5 15,0-2-1-15,1 0 0 0,1 0 4 0,5-2 9 16,4 4 5-16,4-6 3 0,-2-3 4 0,8-2-3 16,4 3 4-16,-1-9-5 0,5-1-1 0,-1-3-4 15,2-1 0-15,1 1 4 0,-3-6-5 0,0 0 1 16,-1-2 2-16,-3-2-2 0,-3 3-6 0,-2-3 1 15,1 0 1-15,-11 1 1 0,6-4-3 0,-3-1-4 16,1-2 3-16,-6 0-4 0,3-2 3 0,-4-2-4 16,1 2 1-16,-3-4-3 0,-4 2-1 0,1-6-1 15,-2 1 1-15,-2 0 2 0,-1 0-1 0,0-1-4 16,-3-3 3-16,-1 2-5 0,-1-2-1 0,-1 0 3 16,-2 3-3-16,2-3-2 0,-2 3 3 0,1 0-3 15,-2 1 2-15,-2 4 3 0,3-2-3 0,1 7 5 16,-1-1-4-16,0 4-2 0,-1-1 2 0,-2 0-2 15,1 0 1-15,-1 1 1 0,1 1-2 0,-1 4-1 16,-2-3 2-16,-2 1 1 0,2 3-5 0,-5-3 5 16,-1 4-2-16,0 0-2 0,-2 2 0 0,-1 1 2 15,-3 2-4-15,-6-1 2 0,-4 4-2 0,3 2 0 16,-5 2 1-16,-3 2 0 0,1 2 0 0,-14 4 1 16,12 0 0-16,-3 0-3 0,-5 4 4 0,-2 5 1 15,-3 0-4-15,18-5 3 0,-1 2-11 0,2-2-16 16,1 3-12-16,4 0-6 0,3-1-18 0,1 2-14 0,9-6-20 15,-1 2-13-15,3-1-6 0,4 0-18 16,-2 1-133-16,4 2-292 0,-1-1 130 0</inkml:trace>
  <inkml:trace contextRef="#ctx0" brushRef="#br0" timeOffset="-214225.25">27296 13896 4 0,'0'0'111'0,"-2"-8"-3"0,2 8 5 0,-2-7 6 0,2 7-5 16,-2-9-15-16,2 9 4 0,-2-10-13 0,2 10-14 16,-5-12 4-16,5 9 4 0,0 3-6 0,-4-11 1 15,4 11-14-15,-4-10-5 0,3 5-5 16,1 5-4-16,-7-8-5 0,3 3 11 0,4 5-10 15,0 0 0-15,-5-10-3 0,5 10-3 0,-2-5-6 0,2 5 0 16,0 0-5-16,0 0-1 0,-6-6-9 0,6 6 6 16,0 0-10-16,0 0-2 0,0 0-2 0,0 0-1 15,0 0-4-15,0 0 1 0,0 0 2 0,0 0-2 16,17 22 7-16,-7-14-3 0,-1 2 9 0,3 6 3 16,0 0-3-16,2-2-1 0,4 6 6 0,-1-2 0 15,-5-2 2-15,1 0-9 0,6 4 1 0,-5-4-1 16,3 3-4-16,-4-2 1 0,3 2-4 0,2 1-4 15,-2 1 3-15,1-3 3 0,-5-2 0 0,1 1-1 16,-3-2 0-16,3 1-3 0,0-1-2 0,-1-1 0 16,0 1-1-16,-2-1 5 0,3-4-7 0,-6 0 5 15,2 0-3-15,0-2 1 0,-2 0-4 0,2-2-19 16,-5 0-24-16,1 0-13 0,-2-3-23 0,1 3-20 16,-4-6-13-16,4 7-12 0,-4-7-11 0,5 4-9 15,-5-4 3-15,0 0-124 0,0 0-283 0,0 0 125 16</inkml:trace>
  <inkml:trace contextRef="#ctx0" brushRef="#br0" timeOffset="-213984.65">27627 13811 129 0,'-3'-12'152'0,"2"8"-14"0,1 4-11 0,0 0-10 15,-5-10-14-15,5 10-8 0,0 0-11 0,-10 2 7 16,1 4 7-16,-3 8-3 0,-7 5-1 0,-5 4-8 16,-4 1-7-16,-5 11-5 0,1 0-9 0,-1 1 0 15,-1 0-10-15,-4-1-6 0,6 1-4 0,4-10-9 16,-13 7-5-16,2-2-25 0,-3-2-23 0,2 0-22 16,-3 1-30-16,16-12-24 0,-3 1-38 0,2 0-131 15,-3-2-282-15,3-4 125 0</inkml:trace>
  <inkml:trace contextRef="#ctx0" brushRef="#br0" timeOffset="-82949.02">28514 7135 25 0,'0'0'59'0,"0"0"-6"0,0 0 1 0,0 0 3 0,0 0-2 15,0 0-10-15,0 0 0 0,0 0 7 16,0 0-16-16,0 0 1 0,0 0-7 0,0 0-1 16,0 0 5-16,0 0-7 0,0 0-10 0,0 0 7 15,0 0-8-15,0 0-4 0,0 0 0 0,0 0 3 16,0 0-4-16,0 0-2 0,0 0-4 0,0 0 2 16,0 0-3-16,0 0 5 0,0 0-10 0,0 0 1 15,0 0 1-15,0 0 0 0,0 0 3 0,0 0 6 16,0 0-10-16,0 0 11 0,0 0-6 0,0 0-7 15,0 0 1-15,5 16-4 0,-5-16 18 0,0 0-12 16,4 5-1-16,-4-5-1 0,0 0 4 0,0 0 0 16,2 5-1-16,-2-5 0 0,0 0-7 0,4 6 10 15,-4-6 9-15,0 0-5 0,0 0-2 0,8 4 2 16,-8-4 1-16,0 0-1 0,4 3 3 0,-4-3-1 16,0 0-6-16,0 0 6 0,0 0-6 0,0 0 0 0,6 6 2 15,-6-6-2-15,0 0 2 0,10-1 2 0,-10 1-11 16,13-2-8-16,-3-2-7 0,3-2-20 0,6 2-16 15,2-2-88-15,7-4-151 0,3-1 67 16</inkml:trace>
  <inkml:trace contextRef="#ctx0" brushRef="#br0" timeOffset="-82363.14">28443 7159 28 0,'0'0'43'0,"9"-8"-4"0,-9 8 8 16,0 0-10-16,0 0-4 0,0 0-6 0,0 0-10 16,6-6-19-16,-6 6-23 0,0 0-16 0,5-4-45 15,-5 4 21-15</inkml:trace>
  <inkml:trace contextRef="#ctx0" brushRef="#br0" timeOffset="-81530.4">28581 7075 13 0,'0'0'60'0,"0"0"-5"0,0 0 1 0,0 0-7 0,0 0-7 15,0 0-2-15,0 0 0 0,0 0-6 0,0 0 3 16,0 0-10-16,0 0 3 0,0 0-1 0,0 0-6 16,0 0-5-16,0 0 2 0,0 0 6 0,0 0-12 15,0 0-3-15,0 0 1 0,0 0 2 0,0 0 2 16,0 0 2-16,0 0 0 0,7 11 2 0,-7-11-2 16,0 0-3-16,5 4-3 0,-5-4-2 0,0 0 3 15,0 0-1-15,5 7-4 0,-5-7 0 0,0 0-5 16,4 3-9-16,-4-3-3 0,0 0-6 0,0 0 6 15,0 0 2-15,0 0 0 0,0 0-1 0,0 0-3 16,0 0-5-16,0 0-10 0,0 0-3 0,0 0-5 16,0 0 3-16,0 0 7 0,0 0-1 0,-14-16 0 15,14 16 1-15,-5-7 1 0,5 7 4 0,-6-9 1 16,6 9 4-16,-5-11 1 0,3 8-2 0,2 3 3 16,-7-10 1-16,7 10 8 0,-4-7 3 0,4 7 5 15,-4-9 2-15,4 9 2 0,-3-6 2 0,3 6-1 16,0 0 3-16,-4-8 2 0,4 8 3 0,0 0-6 15,0 0 9-15,0 0-2 0,-1-8-3 0,1 8-2 16,0 0 0-16,0 0 0 0,0 0-5 0,0 0 0 16,0 0 1-16,0 0-4 0,0 0 0 0,0 0 3 15,0 0-4-15,0 0 5 0,0 0 0 0,0 0-2 16,0 0 0-16,0 0 0 0,0 0 8 0,0 0-3 16,14 19-5-16,-14-19 12 0,5 9-6 0,-2-5-3 15,0 0 3-15,0 3 2 0,1-1 4 0,0-1-6 16,0 0 2-16,-3 1-6 0,-1-6 2 0,9 12 1 15,-7-8 4-15,1 2-2 0,1 0 0 0,0-2 0 16,-4-4 0-16,5 9-1 0,-1-4-5 0,-4-5 4 16,3 8-2-16,-3-8-6 0,5 6 5 0,-3-3-5 15,-2-3 9-15,4 6-3 0,-4-6-6 0,5 5-1 16,-5-5 2-16,4 4 0 0,-4-4-1 0,0 0 6 0,0 0-11 16,3 4 3-16,-3-4 6 0,0 0-12 15,0 0 6-15,0 0-1 0,0 0 0 0,4 6-3 16,-4-6 4-16,0 0 5 0,0 0 11 0,0 0-6 15,0 0 3-15,12-9 0 0,-3 1 4 0,5-2-12 0,1-1 7 16,9-7-9-16,6 1-9 0,12-12-17 16,3 3-8-16,6-2-17 0,4 0-23 0,3-1-36 15,24-7-56-15,7-2-173 0,-31 13 77 0</inkml:trace>
  <inkml:trace contextRef="#ctx0" brushRef="#br0" timeOffset="-38063.94">28579 7071 19 0,'0'-7'34'0,"0"7"-4"0,0 0-3 0,0 0 0 16,0 0-1-16,0 0-5 0,0 0-1 0,0 0-5 15,0-9 10-15,0 9-21 0,0 0 12 0,0 0 1 16,0 0 1-16,0 0-8 0,0 0 5 0,0 0-5 16,0 0 0-16,4-5 0 0,-4 5-1 0,0 0-6 15,0 0 5-15,0 0-4 0,0 0 2 0,0 0-3 16,0 0 1-16,0 0-2 0,0 0 0 0,0 0 4 16,0 0-5-16,0 0 3 0,0 0-5 0,15 10 1 15,-15-10 2-15,4 5-3 0,-4-5 6 0,4 6-1 16,-4-6 0-16,2 7-4 0,-2-7 2 0,3 8-2 15,-3-8 1-15,2 7 0 0,-2-7 7 0,2 7 4 16,-2-7-8-16,6 9 2 0,-6-9-3 0,3 4 3 16,-3-4-4-16,5 6-4 0,-5-6 11 0,4 6-7 15,-4-6 3-15,6 4-2 0,-6-4 5 0,5 2-5 16,-5-2 2-16,9 3 1 0,-9-3 0 0,10 2-1 16,-10-2-4-16,11 0-2 0,-11 0 13 0,15-1-6 15,-8 0 1-15,4-2-3 0,1-1 1 0,1 0 1 16,3-2-3-16,3-2-3 0,9-2-6 0,-1-1-12 15,0 1-9-15,3-1-9 0,1-5-43 0,2 3-85 16,2 2 38-16</inkml:trace>
  <inkml:trace contextRef="#ctx0" brushRef="#br0" timeOffset="-18608.84">5352 2878 39 0,'-7'-3'48'0,"7"3"-5"16,-7-5 4-16,7 5-5 0,-8-4 12 0,8 4 10 15,-5-4-5-15,5 4-2 0,-4-6-4 0,4 6 9 16,-5-7 10-16,5 7 2 0,-5-8-8 0,5 8 18 15,-5-8-13-15,5 8 7 0,-3-8-5 0,3 8-5 16,-2-6 6-16,2 6-7 0,0 0-2 0,-4-8-4 16,4 8-13-16,0 0-5 0,0 0-3 0,0 0-3 15,-3-7-6-15,3 7-4 0,0 0-9 0,0 0-1 16,0 0 0-16,0 0-1 0,8 26 6 16,-5-18-11-16,2 3 3 0,2 4-3 0,0 2-1 0,-1 0 4 15,2-1-7-15,1 4-4 0,-2-2 0 0,2 5 4 16,-1-6 0-16,1 1 0 0,0-3 7 0,-3 1-7 15,1-1-4-15,0 1 4 0,1-3-3 0,-3-1-1 16,2 2-2-16,-2-2 0 0,1-2 0 0,-2-1 5 16,1 1-1-16,-1-2-2 0,0-2-3 0,-4-6-5 15,5 13 10-15,-5-13-3 0,6 9 0 16,-6-9-3-16,5 7 6 0,-5-7 15 0,0 0 15 16,0 0 8-16,8 3-4 0,-8-3 1 0,0 0-9 15,0 0 2-15,9-23-7 0,-4 7-2 0,2 0-3 16,-3 1-4-16,5-9 1 0,0 7-2 0,4-7 0 15,-7 7-2-15,5-2-3 0,0-5-1 0,-1 2-1 16,2-3-3-16,-2 10 2 0,-3-5-2 0,-1 5-1 16,3 0 3-16,-3-1-11 0,-1 3 7 0,0 3 7 15,-2 3-11-15,-2 0 3 0,2 1-7 0,0 1-18 0,-3 5-11 16,0 0-15-16,5-11-27 0,-5 11-25 0,0 0-20 16,0 0-22-16,0 0-5 0,0 0-12 15,0 0-94-15,0 0-274 0,0 0 122 0</inkml:trace>
  <inkml:trace contextRef="#ctx0" brushRef="#br0" timeOffset="-18257.02">5689 3066 46 0,'0'11'83'0,"0"-11"6"0,-1 24-19 0,3-12 11 16,0-1-11-16,2 0 2 0,-4-11-15 0,6 21 14 16,-1-13-3-16,4 1 1 0,-3-3-8 0,2 2 8 15,-8-8 7-15,22 6 6 0,-9-4-6 0,1-5-3 16,-2 0-2-16,6-3 2 0,-2-1-9 16,1-1 0-16,-1-1-4 0,0-4-6 0,-3 1-1 15,0 1-4-15,-3-3 1 0,1 0-6 0,-5 4-2 16,1 2-8-16,-1-8-5 0,-5 4-2 0,-4 0-3 15,-2-2-2-15,-4-1-2 0,4 5-6 0,-4 1-5 16,0-1 2-16,-7 2-9 0,3 3 4 0,-4 1-6 16,1 1-5-16,-3 3-3 0,1 3-16 0,1 4-8 15,-3-1-12-15,2 3-14 0,1 3-27 0,-2 0-25 16,1 5-17-16,4-4-16 0,1 2-91 0,2 1-252 16,1-3 111-16</inkml:trace>
  <inkml:trace contextRef="#ctx0" brushRef="#br0" timeOffset="-17983.88">6067 2855 28 0,'4'-6'185'0,"-4"6"-16"0,0 0-16 16,5-4-10-16,-5 4-22 0,0 0-14 0,0 0-10 15,0 0-10-15,9 11 2 0,-6-2-2 0,1 1-7 16,2 6-8-16,1 0 5 0,-1 1-13 0,1 1-3 16,1 0-1-16,-1 1-5 0,-2 9-10 15,-1-10 0-15,3 1-4 0,0 5-8 0,-4-7 2 16,1 1-4-16,-1 0-11 0,0 0-21 0,-1-1-25 0,-2 1-31 16,0-1-45-16,0-6-28 0,0 1-33 15,-4 1-88-15,3-3-273 0,-3-2 121 0</inkml:trace>
  <inkml:trace contextRef="#ctx0" brushRef="#br0" timeOffset="-17724.61">6406 2813 168 0,'0'0'153'0,"3"-7"-8"16,-3 7-15-16,0 0-4 0,0 0 5 0,0 0 1 15,0 0-8-15,-2 29-6 0,2-13-9 0,-1 2 1 16,0 0-6-16,-2 1-7 0,1 5-5 0,0 2-11 16,2-7-7-16,0 2 0 0,0 3-10 0,0-5-7 15,-1 1-7-15,1-5-1 0,0-2-15 0,-1-1-4 16,1 4-19-16,0-4-20 0,1-1-20 0,2-3-18 16,-3-1-26-16,0-7-20 0,0 11-25 0,0-11-17 15,0 9-8-15,0-9-9 0,-4 6-92 0,4-6-265 16,-12 0 117-16</inkml:trace>
  <inkml:trace contextRef="#ctx0" brushRef="#br0" timeOffset="-16618.57">6276 3000 120 0,'28'-6'115'15,"2"-3"-4"-15,1 2 2 0,1 0-12 0,3-2-2 0,-1 0-14 16,2 4-2-16,-3-4-17 0,-1 3-1 0,-2 0-7 15,-4-2-10-15,-7 6 3 0,-2-3-9 0,-3 2-1 16,-1 0-9-16,-3 1 2 0,-2 0-5 16,-2 1-10-16,-6 1 6 0,8-3-4 0,-8 3 2 15,8-1-9-15,-8 1-2 0,0 0 2 0,0 0 1 16,0 0-7-16,0 0 3 0,0 0-5 0,0 0 2 16,-27 14-1-16,15-8-2 0,2 5-4 0,-5 2 8 0,3-1-2 15,2 2 5-15,-3 1-7 0,7-3 8 0,-1-3-8 16,0 5 3-16,3-1-6 0,3-2-9 15,-1-5 15-15,2 4 2 0,0-10 3 0,3 12-4 16,5-7 1-16,-6-1-1 0,2 0 7 0,2-1 2 16,-6-3-3-16,11 2 1 0,-1-1 5 0,-10-1-10 15,14-3 6-15,-5-2-1 0,0-2-1 0,-2 0-4 16,-1 1 3-16,1-3-11 0,1 2 14 0,0-3-10 0,-2 1 3 16,-1-1-8-16,-1 2 2 0,0-1-4 15,-2 2 1-15,1-2 3 0,-2 1-3 0,2 3 1 16,-3 5-6-16,0 0 6 0,1-13-3 0,-1 13-4 15,0 0-4-15,0 0 7 0,0 0-3 0,0 0-2 16,0 0 7-16,0 0 0 0,3 22-5 0,-3-22 5 16,3 17 7-16,-1-9-7 0,2 2 3 0,-1-3-3 15,2 1 5-15,2 0-3 0,2-2 3 0,0-1-5 16,9 1 4-16,-7-3 6 0,8-2-1 0,2-2-4 16,6-2 2-16,-6-1-3 0,6-2 4 0,-1-3-3 15,-5 3-1-15,4-3-4 0,0-3 3 0,-6 3 0 16,-2 0 3-16,0-2-4 0,-3 2 2 0,1 0 0 15,-6 2 2-15,-1-1 0 0,2-1 5 0,-5 2-2 16,0-2 4-16,-1 3 2 0,-3-3-9 0,1 2 0 16,-2 7 6-16,-3-11-1 0,3 11 4 0,-6-9 2 15,-1 5-8-15,1 1-1 0,6 3-3 0,-19 2 4 16,3 0-4-16,1 5-4 0,-3 3 2 0,1 0-3 16,0 2 0-16,1-1 4 0,1 3 0 0,6-4-2 15,0 5-1-15,1-1-4 0,5-4 3 0,-1 0-2 16,1-1 3-16,4 1-4 0,1-4 4 0,2 1 2 15,-1-3-4-15,2 1 5 0,2-1-5 0,-1-1 1 16,4 0-2-16,-1-3 0 0,2-2-1 0,-11 2 9 16,16-3-10-16,-7 0 5 0,-1-4 0 0,-2 1 2 15,2 1-6-15,-1-1 1 0,-1-1 0 0,0-2 3 16,-2 2-5-16,0 2 6 0,0-1 4 0,-1 0-3 16,-3 6-5-16,4-7 0 0,-4 7 4 0,4-5-4 15,-4 5-3-15,0 0-2 0,0 0 3 0,0 0 1 16,10 10 5-16,-6 0 6 0,5 7 4 15,-1 6-1-15,2 5 8 0,-1 3 2 0,1 4 5 16,2 8 1-16,-5-7-3 0,1-1 6 0,1 13-4 16,-7-12-2-16,4-2 6 0,-6 0-1 0,1 1-3 0,0-6-1 15,-2 1-1-15,-3 0 0 0,-1-3-2 0,-3-3 0 16,-4-1 1-16,-3 0-3 0,1-8 0 16,-4 5-7-16,3-8 6 0,-3 1-5 0,0-5-3 15,0 2 1-15,1-7-1 0,-4 1-8 0,2-3 4 16,5-1 3-16,2-3-4 0,-3-6-7 0,4-3 3 15,4-3-3-15,3-1-4 0,5-10 1 0,6 2 0 16,1-6-7-16,4 3-5 0,2-5-4 0,9 4 3 0,5-12-4 16,2 1 5-16,-8 11 0 0,8-10-1 15,2 2-2-15,0 0 0 0,3 0 0 0,-11 14 0 16,7-17 0-16,1 3 2 0,-8 10 1 0,0-2-1 16,-1 1 3-16,-5 1 0 0,-1 2 3 0,-2 0-5 15,-6 6 10-15,0 0 1 0,-4 0 2 0,-1 0-6 16,-3 3 1-16,-3-1 0 0,0 5 10 0,-1 1 4 15,-1 2-3-15,0 3-3 0,-4 0 0 0,1 3 4 16,-6 4-4-16,-5 2-2 0,-3 2 0 0,-7 8 4 16,0 3-2-16,-3 1 3 0,2 1-2 0,4 4 2 15,3-1-6-15,5-1 2 0,2 3-13 16,8-7-18-16,4 3-26 0,4 4-18 0,5-4-30 0,7-4-30 16,9 3-24-16,2-2-121 0,7-4-305 0,3-5 136 15</inkml:trace>
  <inkml:trace contextRef="#ctx0" brushRef="#br0" timeOffset="-15544.75">7918 3215 90 0,'4'-5'211'15,"2"-3"3"-15,1 1-11 0,0-3-11 0,4-5-12 0,1 4-16 16,-1-3-3-16,-1-1-15 0,6-8-10 15,0-2-9-15,-1 0-9 0,-1-2-13 0,3 5-10 16,-3-4-10-16,1 1-6 0,-3 1-10 0,-1-2-9 16,-2 0 0-16,-3 0-14 0,-2 6 2 0,-1 2-8 15,-1 0-6-15,-3 3-4 0,0 2-6 0,-2 2-6 16,-2 0 3-16,0 4-4 0,-3-1-6 0,-3 3-3 16,-1 3-1-16,-5-2-2 0,-4 6 1 0,-7 3-3 15,-2 2 2-15,-2 2-5 0,3 0 3 0,2 2 0 16,7-3 1-16,4 0-5 0,4-2-6 0,3 2 5 15,2-1 1-15,1 0-6 0,2-2 1 0,3 1-2 16,1-6 2-16,5 9-3 0,0-2 6 0,4-2-3 16,3 0 0-16,6-1-1 0,2-3-1 0,-1 2 2 15,4-2 1-15,4-1-8 0,-7 1 11 0,0-2-8 16,-1 0-1-16,-3 3-7 0,-2-2 9 16,-2 2-2-16,1-1 0 0,-3 1-1 0,-2 1 4 0,1 2 0 15,-1 1-1-15,-1 1 3 0,-1 1-2 16,1 1 2-16,-1 1 0 0,0 1 1 0,-2 1-1 0,1 2 0 15,2 3 2-15,-2-7 2 0,0 3 2 0,0 1 0 16,0-4 0-16,0-2 1 0,2 3 1 0,2-3-1 16,-2 0-2-16,2 1 1 0,4-3 1 0,-3-1 1 15,3-2 0-15,5 1 0 0,4-3 4 16,-6-3-9-16,6-4 7 0,-3 3-3 0,3-3 2 16,-4 0-4-16,0-1 0 0,-2 1 0 0,1-4 1 15,1-1 0-15,-3 4 1 0,1-5 2 0,-4-1-7 16,0 1 0-16,-5 1-1 0,2-2 3 0,-2 1-5 15,-3 2 0-15,-1-3-1 0,0 4-1 0,-4-3 1 0,1 4 2 16,-3-2-1-16,3 10 3 0,-2-11 1 0,-2 6-1 16,4 5 1-16,-8-10-5 0,8 10 6 15,-11-3-7-15,11 3 1 0,0 0 2 0,-26 6-2 16,17 1 2-16,-5 2 1 0,4 1 0 0,1 3 0 16,-3 1 1-16,3-2 2 0,3 0-2 0,1 0-3 15,1 0 0-15,0 0 2 0,4-12-7 0,2 20 3 16,3-7-7-16,-2-3-8 0,3-1-1 0,1 1-8 15,1-5-1-15,5 0-6 0,-2 1-5 0,6-2-4 16,0-2 9-16,2 0-13 0,1 0 9 0,-2-3 0 16,1 1-1-16,-1-1 5 0,0-3-5 0,2 3 3 15,1-3-9-15,-2-1 6 0,-1-2 6 0,1 1 8 16,1-4-8-16,5-2 10 0,-7 5-1 0,-1-3 2 16,-1-1 13-16,-1 3 5 0,-5-1 11 0,1 1 10 15,-1 2 1-15,-2-3 16 0,-3 5 11 0,-5 4 8 16,7-11 2-16,-4 8 2 0,-3 3-6 15,1-9-3-15,-1 9-4 0,0 0 0 0,-9-9-11 16,9 9 4-16,-14-1-1 0,1 2-2 0,13-1-6 16,-31 7 2-16,14-1-3 0,-1 0-3 0,3 4-2 0,1-6-4 15,2 2-1-15,3-2 2 0,0 2-5 0,3-1-1 16,6-5 1-16,-9 8-3 0,9-8 0 0,-7 7-6 16,7-7-5-16,0 0 0 0,-6 8-2 0,6-8 0 15,0 0-7-15,0 0 2 0,1 13 1 16,-1-13 2-16,0 0 1 0,0 0 1 0,9 8-1 0,-9-8 3 15,0 0-2-15,10 6 2 0,-4-2-2 16,-6-4-1-16,9 7 2 0,-4-1 4 0,2 2 0 16,-2 2-2-16,2 0 2 0,-3 3-1 0,5 1 5 15,-3 3-11-15,-1 2 10 0,0-1-13 0,0 7 9 0,2-5 4 16,-5 4-1-16,2 0 8 0,-3-6-13 16,1 2 7-16,-4-4-4 0,2 3 5 0,-1-2 1 15,-2-1 11-15,1-1 6 0,-6-1 0 0,-1 2-1 16,-1-3 4-16,-5 0-4 0,1 0 0 0,-4-1-4 15,0-2 3-15,-2-2-17 0,0 0-11 0,2-2-17 16,-2-2-28-16,3 0-40 0,0-3-36 0,-1 1-43 16,0-2-99-16,18 0-295 0,-31-6 130 0</inkml:trace>
  <inkml:trace contextRef="#ctx0" brushRef="#br0" timeOffset="-15133.99">8880 3044 30 0,'7'-10'213'0,"-7"10"-5"0,5-6-7 0,-5 6-16 16,0 0-14-16,0 0-21 0,6-7-16 16,-6 7-20-16,0 0-13 0,0 0-11 0,0 0-9 15,0 0-7-15,0 0-6 0,0 0-8 0,9 23-11 16,-6-15 1-16,1 2-4 0,-1 0-4 0,2 0-1 15,-1-1-7-15,0-2-3 0,-4-7-9 0,8 13-2 16,-3-7-2-16,1-2-3 0,-1 3-4 0,-5-7 0 0,13 7 0 16,-5-5-1-16,-8-2-1 0,17-3-2 15,-17 3 0-15,19-7-2 0,-13 1-2 0,2 0 6 16,0-4-9-16,-1 1 4 0,-1-2-5 0,1 1 2 16,-1-4 1-16,-1 2 0 0,-1 0 1 0,1 2 2 15,-2-3-3-15,-2 4 5 0,2-4-1 0,-3 13 5 16,4-13 7-16,-3 6 1 0,-1 7 0 0,4-8-4 15,-4 8-4-15,0 0-6 0,0 0 1 0,0 0-5 16,0 0 2-16,0 0 1 0,0 0-1 0,0 0 2 16,0 30-3-16,0-17 3 0,0 4 0 0,0 0-21 15,1-6-21-15,3 6-29 0,0-1-28 0,2-3-40 16,-1-1-43-16,1-2-152 0,0 0-355 0,3-1 157 16</inkml:trace>
  <inkml:trace contextRef="#ctx0" brushRef="#br0" timeOffset="-14899.78">9389 2749 168 0,'-3'-7'229'16,"1"1"-7"-16,-2 0-25 0,4 6-17 0,-4-7-29 0,4 7-16 15,0 0-13-15,0 0-14 0,0 0-6 16,-10 28-8-16,7-9-13 0,-2 7-6 0,3 5-7 15,-2-5-7-15,0 3-7 0,4 0-2 0,0-1-6 16,0 3-1-16,0-6-34 0,1 1-27 0,2-1-15 16,-3-5-28-16,1-1-30 0,0 0-31 0,1-2-27 15,2 1-24-15,-3-6-91 0,0-1-283 0,-1-11 126 16</inkml:trace>
  <inkml:trace contextRef="#ctx0" brushRef="#br0" timeOffset="-14538.44">9660 2901 87 0,'-4'-3'207'0,"-3"0"-18"0,-4 1-14 0,0 1-14 16,-3 4-11-16,-3 0-16 0,-1 4-11 0,-2 2-14 16,4 0-8-16,0 2-11 0,2-2-5 0,5 1-13 15,0-1-7-15,1 1-6 0,4 0-5 16,2 0-3-16,2-10-7 0,-2 18-4 0,2-11-5 15,0-7-3-15,7 13-1 0,-3-7 2 0,2-1-6 16,-6-5 1-16,15 3-7 0,-4-1 1 0,3-2-4 0,-3 0-5 16,1-4-3-16,-1 0-7 0,-1 2 8 0,-1-4-2 15,0 1 0-15,-1-3-1 0,-2 1-3 0,1-1 0 16,-2 0-1-16,1-1 1 0,-2 1 2 16,0-2-2-16,-2 5 1 0,2-2 3 0,-4 7 6 15,4-8 0-15,-4 8-4 0,3-8-6 0,-3 8-4 16,0 0 0-16,0 0-2 0,0 0 6 0,0 0-3 15,0 0-1-15,6 23-1 0,-6-10 2 0,3 3 0 16,-2 1-8-16,1 2-20 0,1 0-39 0,0-2-44 16,3-1-34-16,0 0-44 0,3-2-126 0,-2-4-339 15,2-2 151-15</inkml:trace>
  <inkml:trace contextRef="#ctx0" brushRef="#br0" timeOffset="-14260.49">9982 2719 35 0,'-5'-16'267'0,"2"5"-3"15,1 2 0-15,-2-1-12 0,0 4-18 0,4 6-27 16,-2-10-22-16,2 10-30 0,-4-5-16 16,4 5-16-16,0 0-11 0,0 0-12 0,-12 29-10 15,11-10-8-15,-3 8-7 0,1 2-10 0,1-1-7 0,1 3-1 16,-1 0-5-16,-3 1-3 0,4-4-8 0,0 0-4 15,1 5-4-15,0-6 0 0,0 2-7 0,0-5 2 16,1 2-12-16,-1-8-9 0,0 1-24 16,1-2-19-16,1-2-25 0,-2-1-11 0,0-2-18 15,0-2-21-15,0 0-12 0,0-10-26 0,0 0-15 16,-3 16-24-16,3-16-159 0,-9 6-373 0,9-6 165 16</inkml:trace>
  <inkml:trace contextRef="#ctx0" brushRef="#br0" timeOffset="-13968.44">9817 2969 125 0,'0'0'121'0,"-5"-9"-10"0,5 9-13 16,0 0-12-16,0 0-5 0,19-7-5 0,-19 7-3 16,22-3-7-16,-2 0-2 0,-2 1-1 0,3-1-3 15,-2 0-7-15,0 0-6 0,1 1 0 0,0-1-5 16,0 0 1-16,-7 3-14 0,2 0 4 0,-3-1-3 15,-12 1-6-15,21 0 1 0,-12 0-2 0,-9 0-5 16,16 1 2-16,-16-1-4 0,11 2 2 0,-4 2 0 16,-7-4 12-16,12 12 7 0,-6-5 7 0,-1 4 3 15,-3-2-4-15,-2-9-3 0,4 25 5 0,-3-9-8 16,-1 0 2-16,-1 1-4 0,0 1-6 0,-2-1 0 16,2-4-4-16,0 5-2 0,-1-7-18 15,2 2-27-15,0-13-32 0,2 22-55 0,-1-13-58 0,-1-9-111 16,4 14-301-16,-4-14 133 0</inkml:trace>
  <inkml:trace contextRef="#ctx0" brushRef="#br0" timeOffset="-13800.63">10181 2737 25 0,'0'0'79'16,"0"0"-44"-16,-8 14-48 0,9-3-8 0,-1-11-23 16,7 22 10-16</inkml:trace>
  <inkml:trace contextRef="#ctx0" brushRef="#br0" timeOffset="-13242.97">10316 2972 171 0,'-6'5'190'0,"0"2"-10"16,-3 0-21-16,1 0-7 0,1 3-19 0,2 2-10 15,-3-2-12-15,3 1-10 0,1 0-11 16,1-1-14-16,2 2 2 0,1-1-8 0,0-1-11 0,1-3-4 16,2-2-7-16,0 2-1 0,1-2-6 15,-1 0 0-15,-3-5-7 0,8 9 0 0,-8-9-1 16,5 4-4-16,-5-4 5 0,6 2-5 0,-6-2-10 0,0 0 3 15,0 0-5-15,16-9 0 0,-14 0-6 0,1 5 3 16,1-6 0-16,-3 1-1 0,0-1-4 0,1-1-1 16,-1-5 3-16,0 4-6 0,0 0 5 15,1-4-4-15,-1 5-3 0,0 1 1 0,2 1 1 16,-2 1 1-16,0 0-1 0,2 2-11 0,-3 6 6 16,7-9-10-16,1 5 9 0,-1 1-2 0,4 3-2 15,-1 3 2-15,3 0 0 0,-1 3 0 0,3 3 3 16,-1 1-6-16,-2 4 4 0,0-2-1 0,1 1 0 15,-3 1 5-15,-1-2-5 0,0-1 6 0,-2-1-5 16,-1-1 4-16,-2-3-3 0,0 0 5 0,1 0-4 16,-2-1 9-16,-3-5 14 0,6 7 8 0,-6-7 18 15,2 4-1-15,-2-4-2 0,0 0-3 0,0 0-4 16,0 0 3-16,0 0-7 0,0 0-2 0,0 0-7 16,-10-22-3-16,10 22 1 0,0-14-4 0,2 0-3 15,2-2-2-15,5 2-1 0,2-2-1 0,6-5-2 16,3 2-5-16,-5 4-1 0,0 3-2 0,3 3-3 15,0 1 3-15,-2 2-6 0,-4 0-3 0,4 2 5 16,-1 4-5-16,-4 0-1 0,1 4 1 0,-1 3 1 16,-2 1 1-16,-1 1 2 0,1 1-2 0,-4 5 7 15,5 9-4-15,-5-8 0 0,-2 1 3 0,1-1-1 16,-4-2-1-16,0 3-23 0,0-6-44 0,1 7-51 16,-1-2-67-16,-5-5-219 0,2-1-437 0,-2-1 194 15</inkml:trace>
  <inkml:trace contextRef="#ctx0" brushRef="#br0" timeOffset="-13093.32">10988 2967 2047 0,'0'0'-12'0,"-12"-14"9"0,12 14-22 15,-3-6-50-15,3 6-24 0,-3-6-50 0,3 6-28 0,-7-5-75 16,7 5-272-16,-12-5 121 0</inkml:trace>
  <inkml:trace contextRef="#ctx0" brushRef="#br0" timeOffset="-5853.83">14901 2891 78 0,'2'-9'128'16,"-2"9"-5"-16,0 0-10 0,2-7-6 0,-2 7-15 16,0 0-7-16,0 0-4 0,0 0-13 0,0-11-1 15,0 11-10-15,0 0-2 0,0 0-9 0,-4-9-2 16,4 9-2-16,0 0-15 0,-4-8 11 0,4 8-8 16,-4-6-1-16,4 6-9 0,-6-7 4 0,6 7-4 15,-7-6 7-15,7 6 2 0,-8-5-1 0,5 2-2 16,3 3-6-16,-12-5-4 0,7 1 4 0,-1 0-6 15,6 4 3-15,-12-4-6 0,6 0 3 0,6 4-8 16,-12-3 4-16,7 1-3 0,5 2-1 0,-14-2-4 16,14 2 2-16,-15 0-2 0,10 2-1 0,-3 0-1 15,-2 0 5-15,3 2-2 0,-1-1-1 0,1 5 2 16,-3-2-18-16,2 0 14 0,1 2 2 0,-2 0 2 16,4 2-3-16,1-1-1 0,-3 1-3 0,5 1 0 15,-2-3 1-15,4-8-6 0,0 20 9 0,0-12-3 16,0-8 5-16,5 16-3 0,-1-8-1 0,0 0-1 15,3-2-2-15,4 1 5 0,-2-2-4 0,0 0 6 16,3-3-3-16,1 1 3 0,1-2 3 0,-1-1-8 16,6-1 1-16,-6-3 9 0,0 3-6 15,-2-4-11-15,2 3 11 0,-3-1-7 0,3-3 7 0,-4 2 0 16,1-2 2-16,-2 1-4 0,-2-3-1 0,1 0 1 16,-1-1-2-16,-1-1 6 0,-2-1-6 15,2 1 7-15,-4 1-3 0,2-2-2 0,-1 3-2 0,-2-2 8 16,0 3-5-16,0 7 19 0,0-12-3 0,0 12 4 15,0-9 6-15,0 9-5 0,-2-10-1 16,2 10 0-16,-2-8 4 0,2 8-2 0,0 0-2 16,0 0-5-16,-1-7-7 0,1 7-1 0,0 0-2 15,0 0-4-15,0 0 1 0,0 0 0 0,0 0-5 16,0 0 4-16,0 0 0 0,1 40 2 0,1-21-4 16,0 10 0-16,0 3 1 0,-2 1 4 0,2-5-12 15,1 7 9-15,-2-2 1 0,1 3 0 0,-1-1 3 16,2 0 0-16,1-2 2 0,-2 0-1 0,1 0-2 15,-1-2 0-15,0 0 0 0,-2 1-4 0,0-4 7 16,0 0 1-16,-2-2-6 0,-1-1 4 0,-1-5-11 16,0-1 11-16,-1-2-6 0,0-2-4 0,1-1 3 15,-2-1-8-15,1-4-4 0,-1 1-2 0,-2-2 1 16,1-1-1-16,-2-3 7 0,0 0-7 0,-1-1-3 16,1 0-4-16,9-3-2 0,-23-4 2 0,14 1-3 15,-5-2 5-15,6-3-2 0,-2-1-10 0,1 0 11 16,2-5 9-16,-1 0-4 0,8-1-2 0,-3-4-4 15,5 2 8-15,1-6 2 0,3 3-10 0,4-2 7 16,3-3-9-16,-2 3 9 0,6 2-14 0,-4-3 6 16,3 2-1-16,-1 1 6 0,-2 4-3 0,0 0 3 15,2 0 0-15,-2 2 8 0,4-5-9 0,-5 6 2 16,6-6-1-16,-4 5 8 0,4-4-1 16,-5 2 13-16,-2 2-10 0,0-2 9 0,-1 4-5 15,0-1-8-15,0 3 9 0,-1-3-17 0,-1 3 25 0,0 0 1 16,-4 1 8-16,-1 2-6 0,-3 7 3 0,8-12-3 15,-8 12 2-15,5-8 14 0,-5 8-6 0,3-9 4 16,-3 9-9-16,0 0 7 0,0 0-5 16,3-9-2-16,-3 9 0 0,0 0-3 0,0 0-3 15,0 0 3-15,0 0-16 0,0 0 11 0,0 0 5 16,0 0-12-16,0 0 2 0,0 0-4 0,0 0 5 16,0 0-2-16,0 0-6 0,0 0 5 0,0 0 1 15,-6 41 6-15,5-30-12 0,0 0 9 0,1 0-2 16,0-11 3-16,1 22-5 0,0-13 5 0,-1-9-2 15,4 15 3-15,-2-7-6 0,-2-8 4 0,7 12-1 16,-3-6 4-16,-4-6 1 0,5 9-3 0,-5-9-3 16,0 0 3-16,13 9-3 0,-7-7 3 0,-6-2-1 15,12 3 3-15,-12-3-5 0,0 0 3 0,0 0 0 16,19-8 2-16,-19 8-2 0,11-11 0 0,-6 6 2 16,-5 5-5-16,11-17 1 0,-4 8 2 0,-3 0-4 15,3-1-2-15,-4 1 2 0,0 1 1 0,-3 8-4 16,10-14 5-16,-8 8-8 0,-2 6 4 0,6-9 4 15,-6 9-7-15,6-8 0 0,-6 8-2 0,8-5-1 16,-8 5-3-16,0 0 8 0,16 1-8 0,-16-1 2 16,15 8 9-16,-5-2-9 0,-4 1 5 0,2 0-1 15,-2 1 3-15,4 1-9 0,-2 1 9 0,-2-2-8 16,2 0 7-16,1-2-1 0,-1 2 3 0,1-2-6 16,-2-2 7-16,-7-4 0 0,16 5-2 15,-5-3 4-15,-3 0 2 0,-8-2-2 0,20-4 3 16,-9 0-7-16,-1 0 6 0,-1-2-3 0,-2 0-3 0,2-3 6 15,-2 2 2-15,-2-2 1 0,1 0-9 0,-2-2 4 16,0 2-3-16,0-1 3 0,-3-2 2 0,-1 12-12 16,-5-23 9-16,4 12-2 0,-3 1 5 0,-1-1-8 15,0 1 0-15,-1 3 1 0,0-2 0 0,-2 3-1 16,1-1-3-16,7 7-15 0,-11-7-12 16,11 7-15-16,-12-2-15 0,12 2-12 0,0 0-6 15,-17 7-22-15,12-1-77 0,-1 2-197 0,6-8 87 16</inkml:trace>
  <inkml:trace contextRef="#ctx0" brushRef="#br0" timeOffset="-5393.28">15807 2921 4 0,'0'0'141'0,"0"0"-1"16,0 0-5-16,-9-11-4 0,9 11-6 0,-9-4-9 15,9 4-12-15,0 0-7 0,-20 1-15 16,20-1-14-16,-21 7-3 0,11-2-10 0,-2 4-4 0,-2 0-2 16,1 1-7-16,0 3-1 0,1 0-7 0,2 3-10 15,1-3 3-15,2-2 0 0,2 1 3 0,1-4-9 16,2 3-5-16,2-2 0 0,0-9-5 16,1 17 1-16,1-8-7 0,-2-9-2 0,8 10 3 15,-1-5-4-15,2-2 2 0,0-1 3 0,2-2-5 16,-11 0 5-16,27-3-3 0,-9-6-2 0,-1 4-1 15,2-4-6-15,-4 1 0 0,3-4 5 0,-3-2-4 16,-1 3 0-16,-2-2 7 0,0-2-3 0,-3-2 0 16,-1-1 0-16,-1-1 0 0,0-6 0 0,-3 2-3 15,-1-2 1-15,-2-3-2 0,-1 2 2 0,-1-1 0 16,-2 1 5-16,2 6-1 0,-4-5 8 0,2 6 2 16,-2 1-1-16,3 3 7 0,-2-1 2 0,2 6 8 15,1 3 0-15,-2 0-5 0,3 7 0 0,-2-10-8 16,2 10-8-16,0 0 3 0,0 0-5 0,0 0 1 15,0 0-2-15,0 0 0 0,1 45 2 0,0-18-1 16,-1 1 2-16,0 2 1 0,0 1 0 0,0 3-2 16,2-1 0-16,-1-1-12 0,0 0-19 0,2 0-29 15,0-1-29-15,-1 0-14 0,3-2-44 0,-4-1-117 16,3 2-280-16,1-6 124 0</inkml:trace>
  <inkml:trace contextRef="#ctx0" brushRef="#br0" timeOffset="1770.21">21438 2936 118 0,'0'0'161'0,"0"0"-3"15,0 0-6-15,0 0-8 0,0-8-5 16,0 8-17-16,0 0-8 0,0 0-11 0,0 0-12 0,0 0-11 16,0 0-6-16,0 0-14 0,0 0-3 15,0 0-7-15,0 0-7 0,0 0-6 0,0 0-7 16,0 0-15-16,0 0-8 0,0 0-9 0,0 0-13 16,0 0-28-16,1 22-16 0,-1-22-20 0,-1 12-24 15,1-12-14-15,-2 13-107 0,1-5-240 0,1-8 106 16</inkml:trace>
  <inkml:trace contextRef="#ctx0" brushRef="#br0" timeOffset="1955.16">21674 2871 28 0,'0'0'110'0,"0"0"-16"0,5-3-12 15,-5 3-1-15,0 0-17 0,0 0 3 0,0 0-15 16,3 19-9-16,-3-9-12 0,1 0-52 0,-1 2-33 16,0 3-43-16,-2 4-103 0,-1-7 46 0</inkml:trace>
  <inkml:trace contextRef="#ctx0" brushRef="#br0" timeOffset="2491.19">27247 2633 26 0,'0'0'102'0,"0"0"-2"15,7 2-6-15,-7-2-8 0,0 0-21 0,0 0 4 16,0 8-6-16,0-8-8 0,4 9 0 0,-2-4-10 16,-2-5-1-16,3 10-5 0,-3-3-6 0,0 0-8 15,2 0-20-15,-2-7-13 0,-2 15-17 0,2-8-29 16,-2 0-25-16,-3 1-45 0,-1 0-133 16,6-8 58-16</inkml:trace>
  <inkml:trace contextRef="#ctx0" brushRef="#br0" timeOffset="2690.93">27597 2694 129 0,'0'0'120'0,"0"0"-7"0,7 4-9 0,-7-4 0 16,0 0-21-16,-2 16-4 0,-1-6-5 0,0 0-14 15,-2 2-14-15,1 3-26 0,-1 1-35 0,-2-2-33 0,0 2-24 16,1 0-62-16,-5-1-143 0,1 0 64 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2-02-01T07:27:09.0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15676 7390 13 0,'0'0'12'0,"0"0"-2"0,0 0 0 0,0 0 1 16,0 0-1-16,0 0 0 0,0 0-3 0,0 0-3 15,0 0-2-15,0 0-10 0,-1 10-6 0,1-10-15 16,0 0 7-16</inkml:trace>
  <inkml:trace contextRef="#ctx0" brushRef="#br0" timeOffset="795.59">21951 7489 1 0,'0'0'26'15,"0"0"-17"-15,0 0-8 0,0 0-8 0,0 0-6 16,0 0 3-16</inkml:trace>
  <inkml:trace contextRef="#ctx0" brushRef="#br0" timeOffset="1847.16">27706 8002 8 0,'0'0'41'0,"0"0"-3"0,0 0 1 16,0 0-10-16,0 0-1 0,0 0-1 0,0 0-1 0,0 0-3 15,0 0-4-15,0 0-4 0,0 0 4 0,0 0-4 16,0 0-6-16,0 0 5 0,0 0-9 0,0 0 4 15,0 0-4-15,0 0 3 0,8-20-2 16,-8 20-1-16,0 0 2 0,0 0 2 0,0 0-4 0,0 0-1 16,0 0 2-16,0 0-5 0,0 0 1 0,0 0 0 15,0 0-2-15,0 0 2 0,0 0-3 0,0 0 1 16,0 0-1-16,0 0 8 0,0 0-8 16,0 0 7-16,0 0-4 0,0 0-1 0,0 0 2 0,0 0 1 15,0 0-3-15,0 0 0 0,0 0-6 0,0 0 0 16,0 0 3-16,0 0 8 0,0 0-3 0,0 0-8 15,0 0 1-15,0 0 2 0,0 0 6 0,0 0-7 16,0 0 1-16,0 0 5 0,0 0-4 0,0 0 3 16,0 0-4-16,0 0-4 0,0 0 2 0,0 0-8 15,0 0-2-15,0 0 1 0,0 0-6 0,0 0 9 16,0 0-12-16,0 0 7 0,0 0-13 0,0 0 8 16,0 0-2-16,0 0 5 0,0 0-3 0,0 0 6 15,0 0 0-15,0 0-1 0,0 0 2 0,0 0-14 16,0 0-28-16,0 0 13 0</inkml:trace>
  <inkml:trace contextRef="#ctx0" brushRef="#br0" timeOffset="10690.03">17547 13021 15 0,'0'0'73'0,"0"0"-3"0,0 0-6 0,0 0-5 16,0 0-2-16,0 0-3 0,0 0 7 0,0 0-10 15,0 0 2-15,0 0-5 0,0 0-11 0,0 0 4 16,7 3-1-16,-7-3-12 0,0 0 6 0,0 0-4 16,0 0 3-16,0 0 8 0,0 0-6 0,2 5 16 15,-2-5 1-15,4 5-3 0,-4-5-9 0,5 9-2 16,-5-9-2-16,4 7-3 0,-1 0 7 0,-2-2 11 16,-1-5-8-16,4 13-1 0,-4-6-8 0,1 0 1 15,0 2 1-15,-1-3 5 0,3 4-8 0,0-4 5 0,-2 0 1 16,-1-6-9-16,5 10 2 0,-4-6 9 0,-1-4 6 15,0 0 4-15,5 6 2 0,-5-6 0 16,0 0-5-16,0 0-14 0,17-12 5 0,-8 5-8 16,6-6 0-16,4-6-6 0,6-1-4 0,3-4-8 15,10-5-7-15,3-3-23 0,4 2-26 0,5 0-53 16,6-2-30-16,18-12-47 0,-22 13-120 0,21-13-317 0,-19 11 141 16</inkml:trace>
  <inkml:trace contextRef="#ctx0" brushRef="#br0" timeOffset="12023.81">23093 12953 84 0,'5'7'101'0,"-5"-7"-3"0,5 6-19 16,-5-6 1-16,3 7-10 0,-3-7 6 16,2 10 8-16,-1 0-8 0,2 1 6 0,-3 0-4 15,2 1-6-15,-4 0-2 0,4 0-2 0,-2-1-1 0,0 0-10 16,-2-2-3-16,2 5 1 0,0-5-7 16,0 3-5-16,0-4 2 0,0-8-11 0,2 12 5 15,-2-6-3-15,0-6 6 0,3 7 7 0,-3-7 1 0,5 3-5 16,-5-3-4-16,14-6-1 0,-1 0-4 0,4-5-7 15,11-5-8-15,2-3-3 0,14-8-23 16,3 2-26-16,4-4-20 0,0-2-32 0,6 2-30 0,26-11-45 16,-27 8-97-16,23-9-276 0,-23 13 124 15</inkml:trace>
  <inkml:trace contextRef="#ctx0" brushRef="#br0" timeOffset="13206.68">28902 12962 35 0,'0'0'93'0,"5"-5"-13"0,-5 5-16 16,0 0 3-16,0 0-7 0,0 0-6 0,0 0-9 15,0 0 3-15,0 0-1 0,0 0 1 0,0 0 0 16,0 0-13-16,0 0 29 0,12 12 5 0,-12-6-12 0,0-6-1 16,1 12 9-16,-2-5 3 0,1 3-14 0,-1-1 0 15,1 1-2-15,0 0 0 0,-2 0-1 0,2 1-4 16,0-2-3-16,-2 1-3 0,2-1-5 0,0-1-4 15,0-8 4-15,2 14 1 0,0-7-10 0,-2-7 5 16,1 10-4-16,-1-10-1 0,1 7 9 0,-1-7 6 16,4 6 11-16,-4-6-6 0,8 0 0 0,-8 0-2 15,20-6-9-15,-2-1-5 0,9-6-1 0,0-3-10 16,7 0-8-16,16-10-16 0,5 3-23 0,6 0-31 16,24-12-44-16,-1 5-30 0,-24 5-29 0,27-9-117 15,2-5-302-15,-3 2 134 0</inkml:trace>
  <inkml:trace contextRef="#ctx0" brushRef="#br0" timeOffset="15539.98">17103 14123 61 0,'4'7'83'0,"-4"-7"1"0,0 0-7 0,0 0 2 15,3 4-7-15,-3-4-3 0,0 0-6 16,0 0-1-16,0 0 1 0,8 3 0 0,-8-3 1 0,0 0 2 16,8 2-5-16,-8-2-7 0,10 1 6 0,-2 0 1 15,-8-1-5-15,16-1-7 0,-4 1-4 0,-1-3-6 16,1 1 3-16,3 0-8 0,3-1 7 0,1-4-7 15,2 2-9-15,-2 1 2 0,8-3-9 16,-2-1 2-16,2-2-4 0,1-2-8 0,-1 1-5 0,1 2-16 16,3-4-19-16,2 0-30 0,3-1-14 0,-4-4-28 15,2 3-115-15,1-4-237 0,11-5 105 0</inkml:trace>
  <inkml:trace contextRef="#ctx0" brushRef="#br0" timeOffset="16306.45">22980 14091 153 0,'2'10'159'0,"-2"-10"-15"0,0 13-1 16,1-6 4-16,0 0-1 0,-1 0-5 0,0-7-16 15,3 12-14-15,-1-9-6 0,-2-3-11 0,7 9 9 16,-7-9-1-16,7 1-1 0,-7-1-9 0,23-11 7 15,0-3-12-15,8-3-8 0,12-8-9 0,4-4-8 16,5 1-8-16,3-1-9 0,24-15-14 0,-25 17-17 16,26-11-37-16,-24 9-26 0,24-9-42 0,-24 12-37 15,21-16-36-15,-25 18-162 0,-1-1-352 0,0 1 156 16</inkml:trace>
  <inkml:trace contextRef="#ctx0" brushRef="#br0" timeOffset="18579.75">27449 13883 41 0,'-4'6'144'0,"-3"1"-2"0,3 5-2 15,-3-3 1-15,0 1-9 0,3 6 0 0,-3 0 2 16,0-2-9-16,1-3-12 0,3-1-12 0,-1 0-10 16,3-3-7-16,1 0-2 0,0-7 5 15,0 13 2-15,3-10-2 0,-3-3-21 0,12 6-4 16,-6-6-8-16,-6 0-1 0,20-3-5 0,-11-1-8 0,2-3 2 15,1-1-3-15,-1-6 11 0,2 2-11 16,-3-1-4-16,-2 0-1 0,1-3-3 0,-5 2-1 0,2-4-9 16,0 1 0-16,-2 1 1 0,-1 0-4 15,-1 1-1-15,-2 5 1 0,-3 3 1 0,-3 1 0 16,-3 2-1-16,-3 0 7 0,-7 8-4 0,-8 5 11 0,-7 2 12 16,0 8 10-16,-11 5 0 0,3 7-11 0,-1-2 1 15,11-4-7-15,9-2 1 0,2-3-5 0,9-2-5 16,3-3-3-16,1 0 10 0,6-2-8 15,4-3-1-15,2-1 5 0,2 1 6 0,1-4-5 16,1 0-3-16,5-3-1 0,9 0-1 0,10-4-3 0,-3-3 0 16,2-2 5-16,-4-1-12 0,-9-2 0 0,2 1-4 15,-5-4 2-15,2-1-5 0,-4 0 2 16,-1-1-2-16,-2-3 0 0,-1-1-2 0,-3 3-1 16,0-2 1-16,-4 2-1 0,-2 4 3 0,0-1 8 15,-4 2-3-15,-3 3-6 0,-2 2 2 0,-2 4-1 0,-7 3 11 16,-8 7 2-16,-3 5 2 0,0 5 18 0,-3 1-4 15,-1 3-13-15,7-1 2 0,-1-2-5 0,4 2-2 16,7-2-3-16,5-4 1 0,7-3-5 16,2-4 8-16,4 1-7 0,2 0 2 0,3 0 3 15,2-2 1-15,2 0-5 0,8-4 11 0,-2 1-9 0,6-4-5 16,-4-1-3-16,4-3 4 0,-1-1-1 0,-4-1-4 16,-2-4 3-16,-5 4-6 0,3-6 4 0,-7 2-1 15,1-3-2-15,-5 2 4 0,2-3-16 16,-3-3 9-16,-2 0-1 0,-2 0-1 0,-1 0-1 15,-2 0-1-15,-1 5 1 0,-1 3-1 0,-1 2 0 0,-2 1-4 16,-1 4 3-16,-3 2 4 0,-12 5-1 0,-1 7 0 16,2 3-9-16,-2 1 12 0,0 4-5 0,4 1 4 15,2-2 0-15,4 1-2 0,4-5 4 0,3 0 1 16,4 0-5-16,4-2 14 0,2-2-9 0,4-2-3 16,2 1-3-16,2-3 4 0,3-2 6 0,5-1-2 15,4-1-1-15,0-3 5 0,1-1 10 0,-2-3-19 16,0-2 2-16,-2 0 1 0,0 0-2 0,-3-5 0 15,-4 2 4-15,-5-4-1 0,1 1 6 0,0-6-12 16,-5 1 10-16,-1-2-12 0,-1-1 2 0,-3 0 2 16,-2 0-4-16,-1 2-1 0,-2-2-4 0,2 6 2 15,1 2 4-15,-3 3 2 0,-1 4-6 0,-1 1 0 16,-2 3-5-16,-5 7 10 0,-9 6-8 0,2 3 8 16,-1 4-4-16,5 2 2 0,1 0-1 0,2 0-4 15,7 2 9-15,4-8-2 0,2 3-4 16,4-3 2-16,3 1-3 0,2-2 2 0,0-3 2 0,3-3-1 15,3 1 10-15,3 0 2 0,1-3-8 0,-2-2-4 16,7-1 2-16,-2-4-8 0,2 0 6 0,-6-2 4 16,1-3 4-16,-3-2 11 0,-1-1-10 0,0 0-1 15,-3-2 15-15,-3-7-18 0,3 2-5 0,-5-4 0 16,0-1-2-16,-4-5 5 0,0-3 4 0,-3-2-15 16,1-2 8-16,0-1-3 0,-1 0 5 0,1 3-3 15,-1 2-2-15,0 5-5 0,-1 7 12 16,3 6-4-16,-1 0-10 0,-6 4 4 0,10 6 1 0,-23 4-2 15,6 6 5-15,-5 5-4 0,0 6 3 0,-3 3 1 16,2 2-4-16,4 3 1 0,0-2 2 0,3 1 14 16,5-1-14-16,3 0 6 0,6-8-9 0,-1 2 6 15,-2-4-7-15,5 1-26 0,3-5-22 0,2-1-29 16,-1 4-39-16,0-5-41 0,3-1-48 16,1-4-64-16,2 2-54 0,1 0-203 0,5-2-578 0,-1-1 255 15</inkml:trace>
  <inkml:trace contextRef="#ctx0" brushRef="#br0" timeOffset="19309.33">29534 13934 57 0,'0'0'140'0,"0"0"-3"16,0 0 2-16,0 0 4 0,0 0-11 0,0 0-8 15,0 0-3-15,0 0-11 0,0 0-13 0,-8 25-8 16,8-25 4-16,-4 9-6 0,3-1-10 0,1-8-7 16,-5 8-3-16,5-8-12 0,-1 8-3 0,1-8-4 15,0 0-3-15,-2 9-1 0,2-9-7 0,0 0 6 16,0 0 1-16,0 0-4 0,13 4 2 0,-13-4-7 15,13-3-2-15,-1-1-3 0,0 1-7 0,0 0 4 0,-2 0-5 16,4-1-8-16,-4 0-2 0,3-1-18 0,0 0-23 16,4 0-27-16,0-2-28 0,2-2-36 15,2 2-25-15,4-2-20 0,-4 2-123 0,0 2-311 16,9-4 138-16</inkml:trace>
  <inkml:trace contextRef="#ctx0" brushRef="#br0" timeOffset="19439.32">30328 13679 40 0,'0'0'96'0,"0"0"-8"16,0 0-16-16,12-6-17 0,-12 6-43 0,7-2-73 16,-7 2-66-16,0 0 30 0</inkml:trace>
  <inkml:trace contextRef="#ctx0" brushRef="#br0" timeOffset="22439.38">15051 15266 73 0,'0'0'104'0,"0"0"-5"0,-6-5-15 0,6 5-4 0,0 0-6 16,-3-7 3-16,3 7-10 0,0 0-4 15,0 0-10-15,0 0-8 0,-4-4 2 0,4 4-9 16,0 0 0-16,0 0-6 0,0 0-13 0,0 0 8 16,0 0-3-16,0 0 3 0,0 0-31 0,0 0-14 0,0 0-16 15,0 0-27-15,0 0-27 0,0 0-57 16,7 22-156-16,-7-22 70 0</inkml:trace>
  <inkml:trace contextRef="#ctx0" brushRef="#br0" timeOffset="23002.4">16819 15138 84 0,'0'0'80'0,"0"0"-4"0,0 0-9 15,0 0-11-15,0 0-2 0,0 0-1 0,0 0-2 16,0 0 2-16,0 0-4 0,0 0-2 0,0 0 0 15,0 0-8-15,0 0-1 0,0 0 0 0,0 0-2 16,0 0-3-16,0 0-5 0,0 0 0 0,0 0-3 16,0 0 11-16,0 0-15 0,0 0-2 0,0 0 1 15,5-9-6-15,-5 9 0 0,0 0-3 0,0 0 4 16,0 0 1-16,0 0-9 0,0 0-2 16,0 0-5-16,0 0 6 0,0 0 1 0,0 0 11 0,0 0-7 15,0 0-3-15,0 0-6 0,0 0 4 0,0 0-17 16,0 0 13-16,0 0-16 0,0 0-6 0,0 0-11 15,0 0-10-15,0 0-17 0,0 0-27 0,0 0-75 16,0 0-174-16,0 0 77 0</inkml:trace>
  <inkml:trace contextRef="#ctx0" brushRef="#br0" timeOffset="23925">21807 15221 49 0,'0'0'60'0,"0"0"-8"0,0 0-10 0,0 0-6 15,0 0-16-15,0 0-18 0,0 0-10 0,0 0-35 16,0 0-45-16,0 0 20 0</inkml:trace>
  <inkml:trace contextRef="#ctx0" brushRef="#br0" timeOffset="24296.81">22571 15162 68 0,'0'0'143'0,"0"0"-14"15,0 0 1-15,0 0-11 0,0 0-8 0,0 0-9 16,0 0-1-16,0 0-7 0,0 0 3 0,0 0-10 16,0 0-4-16,0 0-4 0,0 0-6 0,0 0-3 15,0 0-12-15,0 0-4 0,0 0 0 0,0 0-6 16,0 0-6-16,0 0 2 0,-1-10-6 0,1 10-3 15,0 0-6-15,0 0-3 0,0 0-2 0,0 0-5 16,0 0 4-16,0 0-7 0,0 0-8 0,0 0-10 16,0 0-19-16,0 0-15 0,0 0-28 0,0 0-27 15,0 0-16-15,0 0-22 0,0 0-130 0,0 0-282 16,0 0 125-16</inkml:trace>
  <inkml:trace contextRef="#ctx0" brushRef="#br0" timeOffset="24807.68">25996 15202 53 0,'0'0'124'0,"0"0"-7"0,0 0-13 0,0 0-18 16,0 0-2-16,0 0-11 0,0 0-8 0,0 0-21 15,0 0-19-15,0 0-23 0,0 0-17 0,0 0-24 16,0 0-19-16,0 0-54 0,0 0-119 0,6-5 53 16</inkml:trace>
  <inkml:trace contextRef="#ctx0" brushRef="#br0" timeOffset="25249.38">26657 15218 200 0,'0'0'199'15,"0"0"-7"-15,4-6-2 0,-4 6-10 0,0 0-3 16,0 0-18-16,0 0-15 0,0 0-18 0,0 0-6 16,0 0-15-16,0 0-4 0,0 0-9 0,5-7-8 15,-5 7-9-15,0 0 2 0,0 0-16 0,0 0-4 16,0 0-9-16,0 0-4 0,0 0-5 0,0 0 0 16,0 0-7-16,0 0-5 0,0 0-1 0,0 0-2 15,0 0-8-15,0 0 2 0,2-5-1 0,-2 5-3 16,0 0 0-16,0 0-3 0,0 0 1 0,0 0-7 15,0 0 1-15,0 0 2 0,0 0 0 0,0 0-2 16,0 0-4-16,0 0-2 0,0 0 4 0,0 0-3 16,0 0-3-16,0 0 7 0,0 0-7 0,0 0 4 15,0 0-7-15,0 0 5 0,0 0-2 0,0 0-3 16,0 0 2-16,0 0 1 0,0 0-5 0,0 0-4 16,0 0-4-16,0 0-7 0,0 0-3 0,0 0-17 15,0 0-12-15,0 0-13 0,0 0-10 0,0 0-21 16,0 0-17-16,0 0-1 0,0 0-19 0,0 0-2 15,0 0-11-15,0 0-17 0,0 0-87 0,0 0-273 16,0 0 120-16</inkml:trace>
  <inkml:trace contextRef="#ctx0" brushRef="#br0" timeOffset="26807.53">27022 15145 69 0,'0'0'160'0,"0"0"-7"0,0 0-7 0,0 0-9 15,0 0-8-15,0 0-11 0,0 0-6 0,0 0-11 16,0 0-7-16,6-7-7 0,-6 7-5 0,0 0-10 15,0 0-6-15,0 0-5 0,0 0-4 0,0 0-7 16,0 0-13-16,0 0 3 0,0 0-4 0,0 0-5 16,0 0-15-16,0 0-11 0,0 0-22 0,0 0-15 15,0 0-24-15,0 0-32 0,0 0-17 0,0 0-11 16,0 0-23-16,0 0-79 0,0 0-236 0,0 0 104 16</inkml:trace>
  <inkml:trace contextRef="#ctx0" brushRef="#br0" timeOffset="27872.82">21808 14989 11 0,'0'0'67'0,"0"0"-24"15,0 0-16-15,0 0-23 0,0 0-30 0,0 0-27 16,0 0 12-16</inkml:trace>
  <inkml:trace contextRef="#ctx0" brushRef="#br0" timeOffset="29196.05">25675 14898 50 0,'0'0'95'0,"0"0"-15"0,0 0-6 15,0 0-9-15,0 0-7 0,0 0-12 0,0 0 5 16,0 0-23-16,0 0-7 0,0 0-25 16,0 0-25-16,0 0-61 0,0 0-96 0,0 0 42 15</inkml:trace>
  <inkml:trace contextRef="#ctx0" brushRef="#br0" timeOffset="32816.17">16797 14675 9 0,'0'0'12'0,"0"0"-16"16,0 0-4-16,0 0 2 0</inkml:trace>
  <inkml:trace contextRef="#ctx0" brushRef="#br0" timeOffset="37349.62">16231 16179 71 0,'0'0'69'0,"0"0"4"15,0 0-2-15,0 0-16 0,0 0-15 0,0 0-2 0,0 0 1 16,0 0-3-16,0 0-3 0,0 0-7 0,0 0-8 16,0 0 4-16,0 0 3 0,0 0-6 15,0 0-4-15,0 0 12 0,0 0-12 0,0 0 1 16,0 0-1-16,0 0-9 0,0 0 0 0,0 0 0 16,0 0-7-16,0 0 0 0,0 0-2 0,0 0-13 15,0 0-1-15,0 0-15 0,0 0-9 0,0 0-18 0,0 0-37 16,0 0-103-16,0 0 47 0</inkml:trace>
  <inkml:trace contextRef="#ctx0" brushRef="#br0" timeOffset="37945.48">20796 15848 100 0,'0'0'119'15,"0"0"-8"-15,0 0-12 0,0 0-10 0,-7-14-9 16,7 14-9-16,0 0-2 0,0 0-14 0,0 0 1 16,0 0-10-16,0 0-7 0,0 0 6 0,0 0-15 0,0 0-9 15,0 0-29-15,0 0 2 0,0 0-13 16,0 0-21-16,0 0-14 0,0 0-11 0,0 0-75 16,0 0-152-16,0 0 68 0</inkml:trace>
  <inkml:trace contextRef="#ctx0" brushRef="#br0" timeOffset="38261.51">21932 15979 8 0,'0'0'61'0,"0"0"-14"0,0 0-2 15,0 0-6-15,0 0-11 0,0 0-9 0,0 0-10 16,0 0-7-16,0 0-45 0,0 0-48 0,0 0 22 16</inkml:trace>
  <inkml:trace contextRef="#ctx0" brushRef="#br0" timeOffset="38794.58">26084 16241 119 0,'0'0'143'0,"0"-7"-11"15,0 7-11-15,0 0-13 0,0 0-11 0,-5-12-13 16,5 12-6-16,0 0-11 0,0 0-13 0,0 0-21 16,0 0-11-16,0 0-19 0,0 0-17 0,-2-7-20 15,2 7-26-15,0 0-21 0,0 0-65 0,0 0-157 16,0 0 69-16</inkml:trace>
  <inkml:trace contextRef="#ctx0" brushRef="#br0" timeOffset="39136.87">26906 16268 18 0,'7'2'153'0,"-7"-2"-5"16,0 0-5-16,0 0-2 0,0 0-10 0,0 0-7 15,0 0 0-15,0 0-8 0,0 0-4 0,0 0-13 16,11-2-9-16,-11 2-4 0,0 0-13 0,0 0-10 16,0 0-2-16,0 0-7 0,0 0-6 0,0 0-8 15,0 0 1-15,0 0-4 0,0 0-6 0,0 0-9 16,0 0-13-16,0 0 0 0,0 0-17 0,0 0-17 15,0 0-11-15,0 0-19 0,0 0-26 0,0 0-28 16,0 0-29-16,0 0-116 0,0 0-275 0,-32 2 122 16</inkml:trace>
  <inkml:trace contextRef="#ctx0" brushRef="#br0" timeOffset="40743.47">15891 17170 53 0,'0'0'70'0,"0"0"9"0,0 0-22 0,0 0-9 0,0 0-9 16,0 0 0-16,0 0-1 0,0 0 2 0,0 0-6 15,0 0-12-15,0 0-7 0,0 0-16 0,0 0 1 16,0 0-10-16,0 0-9 0,0 0-12 0,0 0-9 15,0 0-33-15,0 0-77 0,0 0 34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7T04:50:59.0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30676 10623 8 0,'0'0'33'16,"0"0"-4"-16,0 0-4 0,0 0-11 0,0 0-8 15,0 0-12-15,0 0-13 0,0 0-19 0,0 0 9 16</inkml:trace>
  <inkml:trace contextRef="#ctx0" brushRef="#br0" timeOffset="297.1">30615 11065 30 0,'0'0'34'0,"0"0"-18"0,0 0-9 15,0 0-13-15,9-14-8 0,-9 14-15 0,0 0 7 0</inkml:trace>
  <inkml:trace contextRef="#ctx0" brushRef="#br0" timeOffset="2509.75">31844 10579 29 0,'0'0'79'0,"0"0"-5"0,0 0 0 0,0 0-2 15,0 0 2-15,0 0-16 0,0 0-1 16,3-5-9-16,-3 5-2 0,0 0-16 0,0 0-4 16,0 0 18-16,0 0-18 0,0 0 6 0,0 0-10 0,0 0 3 15,0 0-8-15,6 14 16 0,-6-14 7 0,8 8 0 16,-6-4-8-16,1 1 0 0,1 0-15 0,0 0 6 16,-2 2-4-16,2-2 5 0,-1 1-4 0,3 2-4 15,-1 0 0-15,1-2 1 0,-2 1-3 0,1 2-1 16,1-1 11-16,1-1-7 0,-2-1 3 0,0 2-1 15,1-1-4-15,-1 1 1 0,-1-2-7 0,2-1 8 16,-1 1-9-16,-1-1-2 0,-4-5 5 0,6 8-2 16,-3-3-8-16,1-1 4 0,-4-4 2 0,5 5-1 15,-5-5-3-15,0 0 5 0,5 4-1 0,-5-4 9 16,0 0-1-16,4 5 5 0,-4-5 5 0,0 0 14 16,0 0-8-16,0 0 4 0,0 0-11 0,0 0-4 15,0 0 3-15,0 0-6 0,10-10-2 0,-10 10-9 16,4-12 12-16,0 3-6 0,-1-1 2 0,4 1-3 15,-2-1-1-15,0 1-1 0,-2-3-2 0,2 2 0 16,-1 0 0-16,-1 1 2 0,2 0-6 0,-2-1 0 16,1 4 6-16,-2-3-4 0,1 2-3 0,-1 0-1 15,2-2 2-15,-2 2-3 0,0-1 3 0,1 1-2 16,-3 7 0-16,2-14-4 0,2 8 0 0,-4 6 0 16,4-12 7-16,-3 7-2 0,-1 5-7 0,0 0 2 15,3-9 0-15,-3 9 2 0,0 0-10 0,0-7-22 16,0 7 3-16,0 0-7 0,0 0-34 0,0 0-11 15,0 0-12-15,0 0-9 0,0 0-12 0,-12 19-90 16,7-11-222-16,0 1 99 0</inkml:trace>
  <inkml:trace contextRef="#ctx0" brushRef="#br0" timeOffset="3116.94">32030 10872 45 0,'3'4'101'0,"-3"-4"-8"0,0 0 6 16,0 0-14-16,14-5-7 0,-14 5 15 0,8-4-17 16,-8 4-9-16,6-7 1 0,-6 7-9 0,7-7-10 15,-2 4-3-15,-5 3-3 0,9-11-5 0,-5 5-3 16,-2 1 5-16,3-1-12 0,-1 0-6 0,0-1 6 15,2-3-5-15,-2 3-10 0,1-3-4 0,1 3 3 16,-1-4 3-16,-1 3 3 0,-1-1-3 16,2 1-3-16,-2 1-5 0,-1 0 5 0,4-1-12 0,-5 0 5 15,2 3 9-15,-3 5-8 0,3-10 0 0,-3 3 3 16,0 7-2-16,2-8-4 0,-2 8-2 0,-2-10-4 16,2 10 3-16,0 0 5 0,-3-10 1 0,0 5-12 15,3 5 10-15,0 0-2 0,-7-6-2 0,7 6-3 16,0 0 10-16,-8-3-10 0,8 3 3 0,0 0-1 15,-11-3 0-15,11 3 2 0,0 0-8 0,-10 3 11 16,10-3-11-16,0 0 8 0,0 0-9 0,-11 0 5 16,11 0 4-16,0 0-2 0,0 0-5 0,0 0-1 15,0 0 6-15,0 0 4 0,0 0-6 0,-8 1 3 16,8-1-6-16,0 0 4 0,0 0 3 0,0 0-7 16,0 0 2-16,0 0 10 0,22 12-2 0,-12-11-2 15,-2 0-2-15,3 1 1 0,-2 0-1 0,1-1 1 16,0 1 2-16,-2-2-3 0,-8 0-4 0,13 1 5 15,-4 0-4-15,-3 1 7 0,-6-2-5 0,12 2 4 16,-6 0-2-16,-6-2-2 0,10 2-1 0,-10-2 5 16,9 1-6-16,-9-1 3 0,4 4-4 0,-4-4 1 15,0 0 3-15,0 0-7 0,9 2-3 0,-9-2 8 16,0 0-2-16,3 6 0 0,-3-6 0 0,0 0 7 16,1 9 2-16,-1-9-1 0,-1 9-4 0,1-9 8 15,-3 17-5-15,2-9 3 0,2 1-11 0,-2 3-21 16,1-2-22-16,0 3-25 0,-3-2-32 0,3 4-76 15,-3-2-197-15,1-3 87 0</inkml:trace>
  <inkml:trace contextRef="#ctx0" brushRef="#br0" timeOffset="7778.34">30504 11014 35 0,'0'0'41'0,"0"0"-5"0,0 0 0 15,0 0-7-15,0 0-8 0,0 0 0 0,0 0 2 16,0 0-4-16,0 0-3 0,0 0-3 0,0 0-2 15,0 0-2-15,0 0-3 0,0 0-3 0,0 0-4 16,0 0 1-16,0 0-8 0,0 0-1 0,0 0-6 16,-17-4-33-16,17 4-52 0,0 0 23 0</inkml:trace>
  <inkml:trace contextRef="#ctx0" brushRef="#br0" timeOffset="9593.52">30403 11122 5 0,'0'0'49'0,"0"0"1"0,0 0-15 0,0 0-3 16,0 0-5-16,0 0-11 0,0 0-14 0,0 0-5 15,0 0-16-15,0 0-14 0,2-6-35 0,-2 6 16 0</inkml:trace>
  <inkml:trace contextRef="#ctx0" brushRef="#br0" timeOffset="10380.51">30388 11135 30 0,'0'0'24'0,"0"0"-2"15,13-7-17-15,-13 7-12 0,0 0-6 0,0 0-13 16,4-6 6-16</inkml:trace>
  <inkml:trace contextRef="#ctx0" brushRef="#br0" timeOffset="10742.15">30404 10582 26 0,'0'0'27'0,"0"0"-4"0,0 0-7 16,0 0-7-16,0 0-5 0,0 0-3 0,11 13-19 15,-11-13-19-15,0 0 8 0</inkml:trace>
  <inkml:trace contextRef="#ctx0" brushRef="#br0" timeOffset="15116.15">30922 10577 40 0,'1'-6'46'0,"-1"6"-2"15,0 0-17-15,0 0-7 0,0 0-5 0,0 0-3 16,0 0-6-16,0 0-4 0,0 0-16 0,6 16-19 15,-6-16-36-15,-2 13 16 0</inkml:trace>
  <inkml:trace contextRef="#ctx0" brushRef="#br0" timeOffset="41763.28">31327 11065 45 0,'0'0'39'0,"0"0"-2"15,0 0-6-15,0 0-19 0,0 0-2 0,0 0-16 16,0 0-22-16,0 0-31 0,0 0 14 0</inkml:trace>
  <inkml:trace contextRef="#ctx0" brushRef="#br0" timeOffset="49710.11">24803 12923 8 0,'0'0'15'15,"0"0"-5"-15,0 0-3 0,0 0 1 0,0 0-5 16,0 0 5-16,0 0 1 0,0 0-5 0,0 0 2 16,0 0 0-16,0 0-1 0,0 0 1 0,0 0 0 15,0 0-6-15,0 0 4 0,0 0-1 0,0 0-2 16,0 0 1-16,0 0 1 0,0 0-2 0,0 0-1 0,0 0-6 16,0 0 3-16,0 0 1 0,0 0-16 0,0 0-19 15,0 0 9-15</inkml:trace>
  <inkml:trace contextRef="#ctx0" brushRef="#br0" timeOffset="55683.44">23673 10684 12 0,'10'-1'9'15,"-2"-1"4"-15,5-1 1 0,-2 2-6 0,-1-3 0 0,0 3 0 16,1-3-3-16,-1 3 3 0,1-2-6 0,-4 1 3 16,2 0 2-16,0 1 0 0,-2-2-7 15,4 3 3-15,-4-2 3 0,4-1-3 0,-11 3 0 0,15 0-3 16,-7 0 1-16,0-1 0 0,-8 1-1 15,16 1 2-15,-7-1 2 0,-2 2-3 0,-7-2-2 0,18 1 4 16,-10 0-4-16,0 0 2 0,-1 2-2 0,0 0 3 16,2-1-3-16,-2-1 1 0,0 2-3 15,2 1 6-15,-2-1-1 0,0 0-1 0,-1 1-4 16,2 0 6-16,1 4-4 0,-4-2 1 0,0-2 0 0,1 2-3 16,1 1 1-16,2-3-1 0,-2 2-2 0,1 2-4 15,-1-3 5-15,3 0-2 0,-3 0 4 0,1 1-3 16,0-1 0-16,1-2 2 0,0 2-1 0,-3 1 3 15,0-3-3-15,3 4 1 0,-2-2-1 0,-3-1 0 16,2 1 0-16,-1 0 0 0,1 0 1 0,0 0 2 16,-3-1 0-16,1 1-1 0,3 1 3 0,-3-2-1 15,2 3-5-15,-2-2 2 0,1-1-5 0,-1 0 7 16,-2 2-5-16,-2-6-7 0,7 9 3 0</inkml:trace>
  <inkml:trace contextRef="#ctx0" brushRef="#br0" timeOffset="55704.97">24226 10882 2 0,'3'8'-1'15</inkml:trace>
  <inkml:trace contextRef="#ctx0" brushRef="#br0" timeOffset="56695.11">23890 10635 13 0,'9'-2'12'16,"1"2"-4"-16,1 0 1 0,0 2-3 0,-1-4 0 0,-1 2-1 15,2 2-3-15,-2-1 4 0,2 0-3 0,-5 1-9 16,2 0 10-16,-2-1 2 0,-6-1 0 0,17 3-5 16,-11 0-4-16,2-1 8 0,0 1 6 0,-1 0-4 15,2 3-6-15,-1-3-1 0,2 3 7 0,-1 0-3 16,-2-1-5-16,-1 0 1 0,3 0 5 0,0 2 1 16,-3-1-4-16,3 3-1 0,0-3 6 0,-1 2-3 15,1 0-1-15,0-2 1 0,0 2 0 0,1 0-5 16,0-1 9-16,0 3-9 0,-1-2 3 0,0 0-1 15,3 0-1-15,-2 0 3 0,1-1 1 0,0 2-5 16,0-2 6-16,1 0-2 0,-2-1-3 0,-1 2-4 16,2-2 3-16,-2-1 9 0,-2 4-6 0,2-3-1 15,-2 0-2-15,-2-1-1 0,1 0-6 0,-1 1 2 16,0-1-1-16,1 1 0 0,2-1-7 0,-4 2-8 16,1-2-25-16,-3 1 11 0</inkml:trace>
  <inkml:trace contextRef="#ctx0" brushRef="#br0" timeOffset="58309.33">24290 10960 2 0,'8'5'7'0,"-6"-2"1"16,-2-3-1-16,7 4-1 0,-7-4 0 0,6 3 0 15,-1 1-3-15,-5-4-1 0,8 4-7 0,-8-4-2 16,6 6-9-16,-6-6 4 0</inkml:trace>
  <inkml:trace contextRef="#ctx0" brushRef="#br0" timeOffset="59012.28">24895 10929 1 0,'12'-2'6'0,"1"1"-4"0,1 1 6 0,-1-2 1 15,0 2 1-15,-1 0-7 0,1-2 5 0,-1 2-5 16,1-2-2-16,-2 1 5 0,3 1 0 0,-3-1-3 16,0 0-4-16,1 1 3 0,-2-3-2 0,2 3 0 15,1 0 0-15,-1 0 0 0,-1 0 0 0,2-1 0 16,-1 1 5-16,-2-1-5 0,4 1 3 0,-3-2-2 15,0 4-3-15,0-2 3 0,-1 0 1 0,3 0-9 16,-3 0-5-16,-2 0-13 0,2 1 6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8T04:55:08.9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8050 5010 4 0,'0'0'10'0,"0"0"2"16,0 0-1-16,0 0-5 0,0 0 1 0,0 0-4 16,0 0 0-16,0 0 2 0,0 0 4 0,0 0-1 15,0 0-2-15,0 0-3 0,0 0 2 0,0 0-2 16,0 0-3-16,23 1 4 0,-13-2 0 0,-10 1-1 15,20-4 2-15,-9 2-9 0,1 0 12 0,1-1-8 16,1 0-1-16,-1 2-1 0,6-2 2 16,-2 0-6-16,1 1-2 0,-2 0-9 0,2-1-17 15,-4 2 7-15</inkml:trace>
  <inkml:trace contextRef="#ctx0" brushRef="#br0" timeOffset="277.45">8117 4933 14 0,'2'12'18'0,"0"4"-6"0,1 4-1 0,-1 5-5 16,0 2-11-16,-1 1-5 0,-1 2-10 0,0 0 5 16</inkml:trace>
  <inkml:trace contextRef="#ctx0" brushRef="#br0" timeOffset="790.3">8277 6647 41 0,'0'0'51'0,"0"0"-9"0,12-12-5 0,-3 5-5 16,7-2-9-16,2 0-16 0,9 1-17 0,1-2-28 16,0 2-40-16,-1 0 18 0</inkml:trace>
  <inkml:trace contextRef="#ctx0" brushRef="#br0" timeOffset="12360.39">8473 5070 1 0,'0'0'17'0,"0"0"-4"0,0 0 1 16,0 0 1-16,0 0-4 0,0 0 0 0,0 0 5 16,0 0-4-16,0 0-4 0,0 0 4 0,0 0-3 15,0 0-2-15,-13 3-1 0,13-3-3 0,0 0 10 16,0 0-2-16,0 0-3 0,0 0 3 0,28-7 5 0,-16 4-2 15,5-4-4-15,1 1-4 0,4 1 5 16,5-2-13-16,0 2-9 0,-2 0-30 0,-3 2-43 16,-3 3 19-16</inkml:trace>
  <inkml:trace contextRef="#ctx0" brushRef="#br0" timeOffset="12996.83">8802 6629 33 0,'6'-4'31'0,"3"-1"0"15,2-1-3-15,-1 1-2 0,0 1-4 0,3-1 0 16,-1 0-2-16,-1 2-10 0,1 0-7 0,-2 0-7 16,1 0-4-16,0 1-28 0,0 1-39 0,1 0 17 0</inkml:trace>
  <inkml:trace contextRef="#ctx0" brushRef="#br0" timeOffset="14841.31">9634 4687 14 0,'0'0'15'0,"0"0"-3"0,-7-5-8 0,7 5-4 15,0 0-8-15,0 0-8 0,0 0 4 0</inkml:trace>
  <inkml:trace contextRef="#ctx0" brushRef="#br0" timeOffset="21545.43">23748 10632 9 0,'0'0'13'0,"0"0"-4"0,0 0-4 16,0 0 4-16,0 0 2 0,0 0-5 0,0 0 2 0,0 0-5 15,0 0 5-15,0 0-2 0,0 0-3 0,0 0-1 16,0 0 0-16,0 0-1 0,0 0 1 0,0 0-3 16,0 0 2-16,0 0-6 0,0 0 5 0,2-8-4 15,-2 8 1-15,0 0 3 0,0 0 1 0,0 0 0 16,0 0-3-16,0 0 0 0,0 0 0 0,0 0 2 15,0 0 0-15,0 0 2 0,0 0-4 0,0 0-4 16,0 0 12-16,0 0-7 0,0 0 2 0,0 0-4 16,0 0 2-16,9-1 1 0,-9 1 0 0,0 0-2 15,0 0 3-15,0 0-6 0,0 0 7 0,0 0-3 16,11 0-1-16,-11 0-1 0,0 0 3 0,0 0-2 16,10-1 1-16,-10 1-1 0,0 0 3 0,0 0 0 15,0 0 2-15,0 0 2 0,0 0 1 0,0 0 0 16,0 0 3-16,0 0-3 0,7-3 4 0,-7 3-2 15,0 0-4-15,0 0 4 0,0 0-1 0,0 0 0 16,0 0-4-16,0 0 0 0,0 0 1 0,0 0 1 16,0 0-2-16,0 0-2 0,0 0 7 0,0 0-4 15,0 0-2-15,0 0 2 0,0 0-5 0,0 0-1 16,0 0 5-16,0 0-6 0,0 0 5 0,0 0 0 0,7-4-1 16,-7 4 1-16,0 0-5 0,0 0 5 15,3-7-1-15,-3 7 1 0,0 0 1 0,0 0 2 16,0 0 0-16,2-5 6 0,-2 5-6 0,0 0 8 15,0 0 1-15,0 0-1 0,0 0-1 0,0 0-3 0,0 0-4 16,0 0 4-16,0 0-7 0,0 0 5 0,2-9 0 16,-2 9-1-16,0 0 1 0,0 0-2 15,0 0 3-15,0 0 3 0,0 0-1 0,0 0 5 16,0 0-2-16,0 0 0 0,0 0-4 0,0 0 12 16,0 0-11-16,0 0 3 0,0 0 2 0,0 0-1 0,0 0-1 15,0 0-2-15,0 0 3 0,0 0-2 16,0 0-1-16,0 0-9 0,0 0 1 0,0 0 8 15,0 0-10-15,0 0 8 0,0 0-7 0,0 0 5 0,0 0-11 16,0 0 6-16,0 0-3 0,0 0 6 16,0 0-8-16,0 0 3 0,0 0 4 0,6 16-3 0,-6-16 1 15,0 0-1-15,0 0 5 0,4 5-6 0,-4-5-2 16,0 0 5-16,0 0-4 0,3 8 1 0,-3-8-1 16,0 0-1-16,0 0 2 0,0 0-1 0,0 0 0 15,1 6 5-15,-1-6-2 0,0 0-14 0,0 0 14 16,0 0 4-16,0 0-3 0,0 0 3 0,0 0 2 15,0 0 3-15,0 0 5 0,0 0-4 0,0 0-4 16,0 0 6-16,0 0-10 0,0 0 7 0,0 0-13 16,0 0 16-16,0 0-6 0,0 0 6 0,0 0-8 15,0 0 2-15,0 0 3 0,0 0-2 0,0 0-6 16,0 0 5-16,0 0 0 0,0 0 6 0,0 0-8 16,0 0-4-16,0 0 5 0,0 0-1 0,0 0 1 15,0 0-3-15,0 0 0 0,0 0 0 0,-5-22-7 16,5 22 2-16,0 0 3 0,0 0-3 0,0 0 1 15,0 0-17-15,0 0 17 0,0 0 5 0,0 0-7 16,0 0 2-16,0 0 8 0,-4 22-7 0,4-22 0 16,0 7 0-16,0-7-3 0,0 0-2 0,0 10 5 15,0-10-8-15,0 0 2 0,0 0 14 0,-1 7-5 0,1-7 3 16,0 0 7-16,0 0 8 0,0 0-13 0,0 0 16 16,0 0-4-16,0 0 4 0,0 0-6 15,0 0-7-15,0 0 2 0,0 0-3 0,0 0 5 0,0 0-15 16,-12-17 13-16,12 17-1 0,-4-10-4 0,4 10-6 15,-1-9-3-15,1 9 12 0,-1-10-12 0,1 10-2 16,-1-11 6-16,1 11 2 0,-2-8-9 16,2 8 6-16,-1-7-6 0,1 7 1 0,0 0-7 0,0 0-5 15,-3-7-1-15,3 7-21 0,0 0 8 0,0 0-2 16,0 0 3-16,0 0-19 0,0 0-17 0,0 0-69 16,0 0-142-16,-7 20 63 0</inkml:trace>
  <inkml:trace contextRef="#ctx0" brushRef="#br0" timeOffset="34451.64">12098 4866 20 0,'0'0'19'15,"8"-3"6"-15,-8 3-11 0,9-3-2 0,-3 0-10 16,-6 3-4-16,11 0-13 0,-11 0-17 0,11 0 7 15</inkml:trace>
  <inkml:trace contextRef="#ctx0" brushRef="#br0" timeOffset="35124.49">12199 4873 4 0,'0'0'7'16,"-4"-7"-2"-16,4 7 0 0,0 0-3 0,-1-7 7 15,1 7-1-15,0 0-1 0,-4-6 0 0,4 6-3 16,-5-7-6-16,5 7 4 0,-4-4 0 0,4 4 5 15,-7-6-4-15,7 6 0 0,-4-6 1 0,4 6 5 16,-5-5-3-16,5 5-6 0,-7-6 4 0,7 6-2 16,-4-4 4-16,4 4-5 0,0 0 3 0,-7-6 0 15,7 6 1-15,0 0-2 0,-5-3 2 0,5 3 1 16,0 0 0-16,0 0 5 0,0 0 3 0,0 0 0 16,-4-6 0-16,4 6-7 0,0 0 5 0,0 0-8 15,0 0 3-15,0 0-6 0,0 0 5 0,0 0-4 16,0 0 4-16,0 0-8 0,0 0-2 0,0 0 7 15,0 0 0-15,0 0 2 0,0 0-1 0,0 0-5 16,0 0 4-16,-6 15-3 0,6-15 2 0,-2 6-4 16,2-6 4-16,0 0-2 0,-1 9-3 0,1-9-4 15,0 0 12-15,1 12-8 0,-1-12 1 0,0 9 7 16,0-9 1-16,0 12 4 0,0-12-4 16,3 11 3-16,0-5 14 0,-1-1-16 0,2 1 8 0,-2 0-6 15,4-1-1-15,-2 2 0 0,-1-1 0 0,3 0 0 16,-2 1 1-16,0 0 1 0,1 0-2 15,3 0-5-15,-4-2 14 0,2 0-9 0,-2 2-5 16,5-2 3-16,-6 0-1 0,4 1 1 0,-3-1 3 0,1 0-1 16,-1-2 8-16,1 2-13 0,-5-5 3 15,9 7-11-15,-9-7 12 0,6 5-3 0,-6-5-2 16,7 5 10-16,-7-5 6 0,2 4 7 0,-2-4 5 0,0 0 5 16,7 2-3-16,-7-2 2 0,0 0-12 0,0 0-1 15,9-9 7-15,-4 4-8 0,-1 0-9 0,-4 5 6 16,11-13-9-16,-6 3-1 0,4 2 3 15,0-2-1-15,-3 0-14 0,6-2 8 0,-5 3-8 16,3-5-6-16,0 2-25 0,1 5 3 0,-4-5 1 16,1 4-19-16,0-1-11 0,-3 5-38 0,-1-1-106 0,0 0 47 15</inkml:trace>
  <inkml:trace contextRef="#ctx0" brushRef="#br0" timeOffset="35423.9">12552 4765 23 0,'9'-4'34'0,"8"0"-13"16,-3 0-7-16,-1 4-19 0,-1-3-10 0,1 3-15 15,1 0 6-15</inkml:trace>
  <inkml:trace contextRef="#ctx0" brushRef="#br0" timeOffset="35922.89">12617 4861 26 0,'0'9'35'0,"2"3"-3"0,-4-1 2 0,2 1-1 0,-4 1-1 16,3-1-4-16,-4-2-1 0,3 2-1 0,0-1-1 15,0 0-4-15,0 0-4 0,-1-3-4 0,1 1 7 16,0-2-4-16,0-2 1 0,2-5-7 0,-4 11 5 15,2-5-4-15,2-6 9 0,-1 9-11 0,1-9 0 16,-3 7 2-16,3-7-9 0,0 0 2 16,0 8 6-16,0-8-5 0,0 0 7 0,0 0-16 0,0 0 11 15,-2 8-4-15,2-8-2 0,0 0 9 0,0 0-7 16,0 0 2-16,0 0-3 0,0 0-4 0,-9 0 14 16,9 0-7-16,0 0-10 0,-11-3 4 15,11 3-4-15,0 0 7 0,-18-3 0 0,10 3-3 16,8 0 3-16,-12 0 2 0,12 0-4 0,-14-1-4 15,14 1 2-15,-8 1-3 0,8-1 3 0,0 0-2 0,-9-1 14 16,9 1-10-16,0 0 5 0,0 0-6 0,0 0-2 16,0 0 1-16,0 0 1 0,0 0 1 0,0 0 0 15,0 0-1-15,0 0 9 0,0 0-9 0,26 3-4 16,-16-3 5-16,3 0 2 0,5-2-19 16,0 1-14-16,2 0-12 0,-1 1-35 0,0 1-83 15,-2-4 37-15</inkml:trace>
  <inkml:trace contextRef="#ctx0" brushRef="#br0" timeOffset="84986.42">10842 4977 54 0,'0'0'47'0,"0"0"-2"15,-2-7-7-15,2 7-6 0,0 0-3 0,0 0-4 16,0 0-2-16,0 0 1 0,-3-9 0 0,3 9-8 15,0 0 6-15,0 0 4 0,0 0-7 0,0 0 1 16,-1-7 6-16,1 7-1 0,0 0 0 0,0 0 4 16,0 0 16-16,0 0-17 0,0 0-3 0,0 0-3 15,-2-8 4-15,2 8-8 0,0 0 3 0,0 0-2 16,0 0-10-16,0 0 5 0,0 0-10 0,0 0 3 16,0 0 0-16,0 0 0 0,0 0 0 0,0 0-5 15,0 0 1-15,0 0 0 0,0 0-1 0,0 0 5 16,0 0-9-16,0 0 0 0,0 0 4 0,0 0 5 15,8 20-7-15,-5-15 6 0,-1 2-3 0,2 2 3 16,0-1 10-16,0 1-7 0,-1-1 6 0,1 1-9 16,-1 1 1-16,2-1 7 0,0 1 3 0,-1-1-3 15,2-1-1-15,-1 0-12 0,1 1 2 0,-1-2 6 16,-1 0-1-16,1 0 8 0,1-1-12 0,-1 3 4 16,4-2 0-16,-5-3-3 0,0 1 17 0,1 0-18 15,-5-5 5-15,6 6-1 0,-3-2-11 0,-3-4 8 16,6 6-1-16,-6-6 2 0,5 6-5 0,-5-6 4 15,5 3 1-15,-5-3 0 0,0 0 3 0,0 0 7 16,4 6 2-16,-4-6 2 0,0 0 8 0,0 0 6 16,0 0-9-16,0 0 2 0,0 0-3 0,0 0 1 15,0 0 3-15,0 0-2 0,0 0-1 0,10-11-7 16,-10 11 0-16,3-6-2 0,-3 6 2 0,3-10-6 16,0 6 2-16,3-3-5 0,0 0-9 0,2-1 7 15,-2 0 2-15,0 0 0 0,4-2-6 0,-3 3-6 16,2-1-10-16,0-1-14 0,-1-1 4 0,2 1-4 15,3-4-12-15,-1 1-4 0,2-1-11 0,-5 5-12 16,4-1-14-16,-4 1-12 0,-1 2-85 0,1-1-192 16,-4 1 85-16</inkml:trace>
  <inkml:trace contextRef="#ctx0" brushRef="#br0" timeOffset="85340.95">11227 4902 17 0,'9'-5'73'0,"1"1"-7"0,3-2-8 0,-1 1-8 0,1 2 8 16,-1-2-16-16,1 0 0 0,1 2-8 0,2 0 11 15,-4-1-24-15,-1 1-9 0,1 2-6 0,-3-1-7 16,1-1-14-16,-10 3-8 0,13 0-10 15,-13 0-8-15,11-1-28 0,-11 1-74 0,9 0 32 0</inkml:trace>
  <inkml:trace contextRef="#ctx0" brushRef="#br0" timeOffset="85880.71">11433 4847 19 0,'0'0'20'0,"0"0"11"0,0 0-8 16,0 0 7-16,-26-6 1 0,26 6 8 15,-6-3-2-15,6 3-6 0,-11-4 3 0,11 4-10 16,-11-3 3-16,11 3 6 0,-9-1 3 0,9 1-4 15,-8-2 13-15,8 2-6 0,0 0-7 0,-9-3 4 16,9 3-2-16,0 0-3 0,0 0-7 0,0 0-2 0,-10 0 1 16,10 0 1-16,0 0-4 0,0 0-8 15,0 0 5-15,0 0-5 0,0 0 3 0,0 0-10 16,-5 9 12-16,5-9 6 0,0 9-3 0,0-9 13 16,3 13 4-16,-3-13-8 0,1 13 7 0,0-3 0 15,0-4-4-15,2 4-7 0,-3-1 6 0,0 2-3 0,3-2 6 16,-6 2-4-16,3-1 1 0,3 1-9 0,-2-1-3 15,-1 3 0-15,1 0 5 0,-1-3-4 0,0 2-13 16,0 1 7-16,1 2-6 0,-1-4 11 16,0 1-4-16,1-2-3 0,-1 0 4 0,2 1 4 15,-2-1-12-15,-2-2 4 0,2-8 3 0,0 13-10 16,0-6 5-16,0-7-8 0,-1 7 6 0,1-7-4 0,0 0-2 16,0 9 3-16,0-9 0 0,0 0-5 15,0 0 0-15,0 0 3 0,0 9 2 0,0-9-5 16,0 0 2-16,0 0-12 0,-10 4 2 0,10-4-1 15,-9 0 6-15,9 0-9 0,0 0 0 0,-11 0-1 16,11 0 7-16,0 0 3 0,-13-2-5 0,13 2 3 0,-8-1 0 16,8 1 4-16,0 0-1 0,-9-4 2 15,9 4 2-15,0 0-9 0,-7-3 4 0,7 3 0 16,0 0-1-16,0 0 3 0,0 0-1 0,0 0-3 16,0 0 11-16,0 0-12 0,0 0 9 0,0 0-1 15,0 0-1-15,0 0-1 0,0 0 2 0,0 0-4 16,0 0 7-16,0 0-8 0,21-8 5 0,-12 6 7 0,4 0-5 15,-1-2-8-15,4 1 3 0,1 0-3 16,1 0-10-16,1-1-14 0,-3 0-12 0,3 1-16 16,1 1-14-16,-4-3-31 0,1 2-15 0,-3 2-59 15,-2-3-191-15,2 2 85 0</inkml:trace>
  <inkml:trace contextRef="#ctx0" brushRef="#br0" timeOffset="86245.24">11219 4914 11 0,'0'0'70'16,"0"0"4"-16,0 0-11 0,0 0-11 0,0 0 1 15,0 0-8-15,0 0-5 0,0 0-12 0,0 0-1 16,0 0-12-16,35-9-18 0,-14 6-14 0,10-4-16 16,2-3-39-16,2 5-76 0,-1-6 35 0</inkml:trace>
  <inkml:trace contextRef="#ctx0" brushRef="#br0" timeOffset="90230.2">11631 5079 2 0,'0'0'92'0,"0"0"-5"0,5-5-1 0,-5 5 0 0,0 0 3 16,0 0-8-16,4-5 1 0,-4 5-9 0,0 0 1 15,0 0-7-15,0 0 1 0,0 0 7 0,0 0-13 16,0 0 8-16,0 0-16 0,0 0 1 15,4-5-2-15,-4 5-6 0,0 0 1 0,0 0-2 16,0 0 1-16,0 0-3 0,0 0-5 0,0 0-4 16,0 0-7-16,0 0-5 0,0 0-3 0,0 0-3 0,0 0-3 15,0 0 0-15,0 0 0 0,0 0 0 0,0 0-7 16,0 0 4-16,0 0-6 0,-23 10 0 16,23-10 2-16,-7 8-6 0,6-4 3 0,-3 2-3 15,4-6 1-15,-3 10-3 0,-1-3 7 0,3-1-9 16,1-6 8-16,-1 17-10 0,1-10-1 0,2 1-14 0,0-2-19 15,-2-6-18-15,6 13-4 0,3-4-21 0,0-2-39 16,3-2-107-16,6 1-246 0,3-6 108 16</inkml:trace>
  <inkml:trace contextRef="#ctx0" brushRef="#br0" timeOffset="91238.64">11711 5096 30 0,'0'0'82'0,"0"0"-4"0,0 0 0 0,-2-10-14 15,2 10-5-15,0 0-8 0,0 0-5 0,2-7 3 16,-2 7-12-16,0 0 2 0,0 0-4 0,0 0 1 16,0 0-5-16,0 0-4 0,-4-9 4 0,4 9-5 15,0 0 1-15,0 0-6 0,0 0 1 0,0 0 0 16,-2-10 7-16,2 10-8 0,0 0-1 0,-4-5-2 15,4 5 5-15,0 0-6 0,0 0 3 0,0 0 3 16,-5-5-1-16,5 5-7 0,0 0 1 0,0 0-6 16,0 0-1-16,0 0-4 0,0 0 3 0,-4-5-3 0,4 5 3 15,0 0 5-15,0 0-8 0,0 0 8 16,0 0-4-16,0 0-1 0,0 0-11 0,0 0 2 16,-10-2 4-16,10 2-5 0,0 0 0 0,0 0 0 15,0 0-3-15,0 0 12 0,-11 4-2 0,11-4-9 16,-6 3 2-16,6-3 3 0,-5 5 1 0,5-5 1 15,-6 6-1-15,6-6-3 0,-4 8 9 0,4-8-2 16,-4 6-1-16,4-6 0 0,-5 9 0 0,4-4-1 16,1-5 5-16,-3 9-5 0,2-4 0 0,1-5 1 15,-3 12-3-15,3-12 5 0,0 12 1 0,0-5-5 0,0-7 11 16,0 11-8-16,0-11 18 0,0 11-15 16,2-6-4-16,-2-5 4 0,1 11 0 0,-1-11-4 0,1 10-2 15,-1-10 4-15,3 7-1 0,-3-7 7 16,2 10-8-16,2-7-7 0,-4-3 6 0,9 7-16 15,-2-5 8-15,2 1-9 0,2-2-15 0,3-1-14 0,3-1-22 16,2 0-21-16,-7-2-27 0,9-1-62 0,-12 0-188 16,7-2 84-16</inkml:trace>
  <inkml:trace contextRef="#ctx0" brushRef="#br0" timeOffset="91660.1">11679 5053 78 0,'0'0'77'0,"0"0"-13"0,0 0 1 16,0 0-2-16,0 0-7 0,0 0-6 0,0 0-9 15,-4 7 5-15,4-7-5 0,-4 7 4 0,-2-2-6 16,6-5-3-16,-7 7-11 0,3-2-1 0,0 0 1 16,4-5-1-16,-4 10-2 0,2-6 1 0,2-4-7 15,-2 14-4-15,2-8-5 0,0-6-18 0,4 11-5 16,-1-4-18-16,2-3-11 0,2 1-32 0,3 0-39 16,1-1-126-16,3-4 55 0</inkml:trace>
  <inkml:trace contextRef="#ctx0" brushRef="#br0" timeOffset="93528.68">12726 5063 85 0,'0'0'81'16,"0"0"2"-16,0 0-6 0,0 0 6 0,0 0 6 15,0 0-5-15,0 0-5 0,0 0-4 0,0 0-6 0,0 0 4 16,-4-7-3-16,4 7-5 0,0 0-6 0,0 0-1 16,0 0-3-16,0 0 1 0,0 0-8 15,0 0 0-15,0 0-5 0,0 0 2 0,0 0-5 16,0 0-2-16,0 0-4 0,0 0-2 0,0 0-7 15,0 0 1-15,0 0-2 0,0 0-2 0,0 0-5 0,0 0 2 16,0 0-4-16,0 0-2 0,0 0 2 16,0 0-6-16,0 0-5 0,0 0 2 0,0 0-4 15,0 0 3-15,0 0-9 0,0 0-3 0,0 0-2 16,0 0-2-16,0 0-11 0,0 0 8 0,0 0 0 0,0 0 10 16,0 0-9-16,0 0 1 0,0 0-4 0,0 0 7 15,0 0-5-15,0 0 2 0,0 0-3 0,0 0 11 16,0 0-2-16,0 0 2 0,0 0-4 15,0 0 3-15,0 0 0 0,0 0 10 0,0 0-11 0,0 0 3 16,0 0-2-16,0 0 5 0,0 0-5 0,0 0 10 16,0 0-4-16,0 0 2 0,0 0-5 0,0 0 8 15,0 0-2-15,0 0 0 0,0 0 8 0,0 0-9 16,0 0-3-16,0 0 5 0,0 0-6 0,0 0 3 16,0 0 0-16,0 0 5 0,0 0-5 0,0 0 0 15,0 0 0-15,0 0-4 0,0 0 11 0,0 0-7 16,0 0-3-16,0 0 6 0,0 0-5 0,0 0 1 15,0 0-8-15,0 0 4 0,0 0 1 0,0 0 4 16,0 0-2-16,0 0-7 0,0 0 1 0,0 0 4 16,0 0 0-16,0 0 2 0,0 0-1 0,0 0 2 15,0 0-1-15,0 0 0 0,0 22 3 0,0-22-6 16,0 0-2-16,2 11 3 0,-2-11 0 0,2 6 2 16,-2-6 1-16,1 10 5 0,-1-10-9 0,4 8 6 15,-4-8-2-15,0 8-3 0,2-2 3 0,-2-6-1 16,0 7-3-16,0-7 7 0,3 8 0 0,-3-8 0 15,0 8-1-15,0-8-4 0,0 0 1 0,0 11 2 16,0-11-4-16,0 0 4 0,0 0-2 0,0 9-3 16,0-9 5-16,0 0 2 0,-5 8-7 0,5-8 9 15,0 0 8-15,0 0-13 0,0 0-2 0,5 7 3 16,-5-7-3-16,0 0 7 0,0 0-4 0,0 0 3 16,0 0-5-16,0 7 4 0,0-7 0 0,0 0-3 15,0 0 0-15,0 0-2 0,0 0 3 0,0 9 1 16,0-9-8-16,0 0 9 0,0 0-3 0,0 0-1 15,0 0 6-15,0 0-6 0,0 0 1 0,0 0 1 16,0 0-2-16,0 0 5 0,0 0-6 0,0 0 2 16,0 0 10-16,0 0-7 0,0 8-4 0,0-8 3 15,0 0-4-15,0 0-2 0,0 0 6 0,0 0 4 16,0 0-5-16,0 0 1 0,0 0 4 0,0 0-4 16,0 0-2-16,0 0 1 0,0 0-1 0,0 0 1 15,0 0-1-15,0 0-2 0,0 0-1 0,0 0 4 16,0 0 0-16,0 0-1 0,0 0-4 0,0 0 6 15,0 0-6-15,0 0 16 0,0 0-12 0,0 0-2 16,0 0-2-16,0 0 7 0,0 0-6 0,0 0-2 16,0 0 8-16,0 0-7 0,0 0 6 0,0 0-2 15,0 0 1-15,0 0 0 0,0 0 1 0,0 0-1 16,0 0 6-16,0 0-1 0,0 0-1 0,0 0 2 16,0 0-6-16,0 0 2 0,0 0 3 0,0 0-3 15,0 0-1-15,0 0-4 0,0 0 2 0,0 0 2 16,0 0-6-16,0 0 8 0,0 0-4 0,0 0-2 15,0 0 3-15,0 0-3 0,0 0 3 0,0 0-5 16,0 0 4-16,0 0 2 0,0 0-4 0,0 0 3 16,0 0-4-16,0 0-3 0,0 0-14 0,0 0-13 15,0 0-25-15,0 0-14 0,0 0-25 0,0 0-12 16,0 0-20-16,0 0-85 0,0 0-230 0,0 0 102 16</inkml:trace>
  <inkml:trace contextRef="#ctx0" brushRef="#br0" timeOffset="134226.53">23783 10600 16 0,'0'0'36'0,"0"0"-2"0,0 0-2 0,0 0-6 15,0 0 1-15,0 0-6 0,0 0 0 16,-7-4-1-16,7 4 1 0,0 0-6 0,0 0 3 15,0 0-7-15,0 0 0 0,0 0 1 0,0 0-1 0,0 0-2 16,0 0 2-16,0 0-2 0,0 0 5 0,0 0-4 16,0 0 4-16,0 0 2 0,0 0-1 0,0 0-1 15,0 0 4-15,0 0-2 0,0 0-4 16,0 0 4-16,0 0-4 0,0 0 1 0,0 0 1 0,0 0-8 16,0 0 6-16,0 0-6 0,0 0-1 0,0 0 1 15,0 0-1-15,0 0-2 0,0 0 0 16,0 0 4-16,0 0-6 0,0 0 1 0,0 0-2 0,0 0 3 15,0 0-2-15,0 0 1 0,0 0 0 0,0 0-2 16,0 0-2-16,0 0 2 0,0 0 1 0,0 0 2 16,0 0-2-16,8-14 3 0,-8 14-4 0,0 0 0 15,3-7-1-15,-3 7 8 0,0 0-4 0,0 0-4 16,5-6 0-16,-5 6 3 0,0 0-1 0,0 0 5 16,0 0-3-16,0 0 1 0,0 0 4 0,0 0-7 15,0 0 0-15,0 0 0 0,0 0-1 0,0 0 4 16,0 0-8-16,0 0 8 0,4-5-2 0,-4 5 2 15,0 0-4-15,0 0-1 0,0 0 1 0,0 0-3 16,0 0 3-16,0 0 3 0,0 0-2 0,0 0-3 16,0 0 2-16,0 0-2 0,0 0 4 0,0 0-4 0,0 0 5 15,0 0-2-15,0 0-5 0,0 0-1 0,0 0 9 16,0 0-9-16,0 0 8 0,0 0-9 16,0 0 9-16,0 0-3 0,0 0 6 0,0 0 5 0,0 0-10 15,0 0 1-15,0 0 1 0,0 0 7 0,0 0 1 16,0 0 5-16,0 0-7 0,0 0 5 15,0 0-2-15,0 0 9 0,0 0 3 0,0 0 3 16,5 17-4-16,-5-17 1 0,-2 12-4 0,2-6 5 0,0 3-7 16,0-9 4-16,-1 14-8 0,1-5 2 0,-1 1 1 15,1-1-5-15,0-1-1 0,-1-1 5 0,1-7-9 16,0 12 7-16,0-5-3 0,0-7 3 0,0 10 0 16,0-10 0-16,0 13-5 0,0-13 2 0,0 8 3 15,0-8-6-15,0 0 0 0,0 7 0 0,0-7 4 16,2 6-2-16,-2-6-3 0,0 0 2 0,0 0-7 15,0 0 8-15,0 0 3 0,0 0-7 0,-1 11-8 16,1-11 13-16,0 0-6 0,0 0 2 0,0 0-3 16,0 0 3-16,0 0-3 0,0 0 7 0,0 0-10 15,0 0 3-15,0 0-3 0,0 0-2 0,0 0 4 16,0 0-1-16,0 0-3 0,0 0 3 0,0 0-1 16,0 0 2-16,0 0-1 0,0 0 0 0,0 0-1 15,0 0-3-15,0 0-1 0,0 0-1 0,0 0 10 0,0 0-3 16,0 0-4-16,0 0 0 0,-4-30-4 15,4 30 1-15,-1-8 4 0,1 8 2 0,1-11 0 16,-1 11-4-16,0-12 3 0,0 12 0 0,1-10-4 16,-1 10 1-16,-1-12-2 0,1 12 3 0,0-10-4 0,0 10 8 15,0-11-10-15,0 11 6 0,0-9-4 0,0 9 9 16,0-8-10-16,0 8 9 0,0 0-4 0,-1-10 4 16,1 10-8-16,0 0 10 0,-5-8-5 0,5 8-1 15,0 0-2-15,-3-9 3 0,3 9 2 0,0 0-2 16,-4-5 2-16,4 5-1 0,0 0-1 0,0 0 0 15,-1-9 1-15,1 9 1 0,0 0-4 0,0 0 0 16,0 0-2-16,0 0 6 0,0 0-2 0,0 0 9 16,0 0-14-16,0 0 4 0,0 0-3 0,0 0 4 15,0 0 0-15,-5-5 2 0,5 5-2 0,0 0 0 16,0 0 5-16,0 0-4 0,0 0 3 0,0 0 5 16,0 0 2-16,0 0-3 0,0 0-1 0,0 0-8 15,0 0 5-15,0 0-6 0,0 0 0 0,0 0-3 0,0 0 2 16,0 0 6-16,0 0-3 0,0 0 7 15,0 0-3-15,0 0 2 0,0 23-6 0,0-23 0 16,0 10 7-16,0-10-3 0,0 10 3 0,0-10 4 16,-1 12-4-16,1-4 8 0,0-8-5 0,-3 11-1 0,2-4-3 15,1-7-1-15,1 11-1 0,-1-11 6 0,-1 11-5 16,1-11 3-16,0 8-5 0,0-8 3 0,1 8-6 16,-1-8 4-16,-3 9-2 0,3-9 1 0,0 0-6 15,-1 8 7-15,1-8 2 0,0 0-3 0,0 0 0 16,0 0-2-16,0 11 5 0,0-11-3 0,0 0 0 15,0 0-5-15,0 0 3 0,-2 4-1 0,2-4 6 16,0 0-5-16,0 0-4 0,0 0 6 0,0 0-5 16,0 0 2-16,0 0-1 0,0 0 0 0,0 0-4 15,0 0 10-15,0 0-9 0,0 0 6 0,0 0-2 16,0 0 1-16,0 0 0 0,0 0 3 0,0 0-7 16,0 0 8-16,0 0-5 0,0 0-1 0,0 0 3 15,0 0 0-15,0 0-5 0,0 0 6 0,0 0-9 16,6-24 6-16,-6 24 3 0,1-8-7 0,-1 8 0 0,3-9 6 15,-3 9 1-15,0-7-1 0,0 7-4 16,0 0 5-16,1-11-6 0,-1 11 7 0,0 0-5 16,1-10-1-16,-1 10 7 0,0 0-4 0,0 0-3 0,0 0 5 15,0-8-2-15,0 8-2 0,0 0 3 0,0 0 1 16,-2-9-3-16,2 9 1 0,0 0-2 0,0 0 2 16,4-8-5-16,-4 8 4 0,0 0 1 0,0 0-1 15,0 0-2-15,0 0-3 0,0 0 4 0,0 0 8 16,0-7-8-16,0 7-3 0,0 0 3 0,0 0 4 15,2-10-1-15,-2 10-1 0,0 0-9 0,3-5 6 16,-3 5-1-16,1-8 4 0,-1 8-4 0,3-6 6 16,-3 6-5-16,0 0-2 0,1-8-2 0,-1 8 1 15,0 0 1-15,0 0 4 0,0 0-8 0,0 0 8 16,5-6-4-16,-5 6-1 0,0 0 3 0,0 0 2 16,0 0-2-16,0 0 3 0,0 0-4 0,0 0 2 15,0 0 0-15,0 0 11 0,0 0-11 0,0 0-3 16,0 0 1-16,3-5-1 0,-3 5 3 0,0 0 4 15,0 0-5-15,0 0 2 0,0 0-4 0,0 0 2 16,0 0-1-16,0 0 5 0,0 0 1 0,0 0 1 16,0 0-4-16,0 0 1 0,-3 22-1 0,3-22 4 0,0 11-1 15,0-11-6-15,0 0 5 0,-1 11-3 0,1-11 1 16,-3 9 3-16,6-3-1 0,-3-6 6 16,-4 10-6-16,4-10 3 0,0 8 1 0,0-8-5 15,0 0 1-15,0 13 1 0,0-13-3 0,0 0 0 0,-1 8 1 16,1-8-2-16,0 0 4 0,0 9-5 0,0-9 2 15,0 0-2-15,0 0-1 0,0 8 5 0,0-8-5 16,0 0 6-16,0 0-3 0,0 0 0 0,0 0 0 16,0 0 6-16,1 7-3 0,-1-7 5 0,0 0-11 15,0 0 4-15,0 0 1 0,0 0-2 0,0 0-5 16,0 0 14-16,0 0-11 0,0 8 3 0,0-8 2 16,0 0-2-16,0 0 2 0,0 0-5 0,0 0 2 15,0 0 4-15,0 0-6 0,0 0 12 0,0 0-10 16,0 0 4-16,0 0-5 0,0 0 5 0,0 0-3 0,0 0-3 15,0 0 2-15,0 0-1 0,0 0 1 16,0 0 4-16,0 0-4 0,0 0 2 0,0 0 1 16,0 0-4-16,0 0 1 0,0 0-3 0,0 0-1 0,0 0 3 15,0 0 10-15,0 0-6 0,0 0-6 0,-4-25 0 16,4 25 10-16,-1-8-9 0,1 8 0 16,0 0-4-16,0-12 3 0,0 12-4 0,0-11 3 15,0 11-2-15,0-11-1 0,0 11 12 0,4-13-8 0,-3 7 2 16,0-2-2-16,-1 8 3 0,4-10-3 0,-4 10-1 15,1-9 3-15,-1 9 2 0,0 0-2 0,0-8-4 16,0 8 3-16,0 0 2 0,0 0 8 0,2-7-8 16,-2 7 0-16,0 0 0 0,0 0 0 0,0 0-1 15,0 0 0-15,0 0-2 0,0 0-2 0,0 0 6 16,0 0-1-16,0 0 1 0,0 0-2 0,0 0 8 16,2-7-14-16,-2 7 6 0,0 0-2 0,0 0 4 15,0 0 1-15,0 0-7 0,0 0 3 0,0 0-2 16,0 0 2-16,0 0 4 0,0 0-5 0,0 0 6 15,0 0 1-15,0 0-2 0,0 0 0 0,0 0 5 16,3 24-9-16,-3-24 3 0,-2 10 0 0,2-10 1 16,2 9 4-16,-2-9 1 0,-2 12-5 0,2-12 6 15,0 12-3-15,0-12 3 0,2 10-4 0,-2-3 4 16,-2 2-4-16,2-9 1 0,2 11-1 0,-2-11-1 0,0 10 3 16,0-10 0-16,-2 8-4 0,2-8 4 0,2 8-5 15,-2-8 6-15,0 0-5 0,1 6 2 0,-1-6-5 16,0 0 1-16,0 0 5 0,0 0 1 0,0 0-9 15,1 8 5-15,-1-8-4 0,0 0 4 0,0 0 1 16,0 0-2-16,0 0-1 0,0 0 2 0,-2 8-2 16,2-8 3-16,0 0-3 0,0 0-1 0,0 0-1 15,0 0 4-15,0 0-2 0,0 0 4 0,0 0-4 16,0 0 3-16,0 0-11 0,0 0 7 0,-2-27-2 16,2 27 8-16,0 0-6 0,2-12 9 0,-2 5-11 15,0 7-2-15,1-11-1 0,-1 11 9 0,1-9-11 16,-1 9 7-16,2-9 1 0,-2 9-3 0,0-10 2 0,0 10-3 15,0-10 8-15,0 10-9 0,0-9-3 16,0 9 5-16,0 0 1 0,2-9 2 0,-2 9-3 16,0 0 0-16,0-7 4 0,0 7-3 0,0 0 0 15,0 0 3-15,0 0-5 0,0 0 5 0,0 0-4 16,0 0 7-16,0 0-8 0,0 0 9 0,0 0-8 0,0 0 1 16,0 0 1-16,0 0-1 0,0 0-1 15,0 0-4-15,-1-11 5 0,1 11 0 0,0 0-2 0,0 0-7 16,0 0-6-16,0 0-12 0,0 0-7 0,0 0-7 15,0 0-22-15,0 0-12 0,0 0-16 0,-3 24-100 16,3-24-207-16,-4 6 92 0</inkml:trace>
  <inkml:trace contextRef="#ctx0" brushRef="#br0" timeOffset="138422.51">24741 6643 30 0,'0'0'31'0,"0"0"-8"0,0 0-2 0,0 0-3 16,0 0 7-16,0 0-7 0,-12 11 1 0,12-11-2 16,-4 3-3-16,4-3 3 0,0 0-3 0,-4 7 0 0,4-7-9 15,-4 6 8-15,4-6 9 0,-4 7-8 0,4-7-3 16,-2 8 0-16,2-8 0 0,-5 10 0 16,3-5 2-16,2-5-3 0,-4 13-7 0,2-8 7 15,2-5 2-15,-3 13-2 0,1-7 4 16,-1-1 1-16,3-5-5 0,-2 12-1 0,2-12 4 0,-3 10-2 15,3-10-3-15,-4 10 0 0,4-10-3 0,-1 7 3 16,1-7 3-16,-1 10-2 0,1-10-1 0,0 6 2 16,0-6-4-16,0 0-2 0,0 0 1 0,-4 7 8 15,4-7-6-15,0 0-4 0,0 0 6 0,0 0 7 16,0 0-5-16,0 0 6 0,0 0-2 0,0 0-1 16,0 0-3-16,0 0-3 0,0 0 0 0,0 0-7 15,0 0 5-15,0 0-1 0,0 0-2 0,0 0 0 16,0 0 0-16,0 0-1 0,-5-21 1 0,5 21-6 15,3-12 8-15,-3 12 1 0,0-12-3 0,0 12-3 0,1-11-1 16,0 5 4-16,-1 6-7 0,1-10 3 16,-1 10 1-16,2-10 3 0,-2 10-8 0,1-11 7 15,-1 11-2-15,2-9 0 0,-2 9-3 0,0 0 1 16,2-6 4-16,-2 6-4 0,0 0 9 0,0 0-11 0,0-9 0 16,0 9 2-16,0 0 1 0,0 0 3 0,0 0-2 15,0 0-4-15,0 0 5 0,0 0-1 16,0 0-2-16,0 0 13 0,0 0-17 0,0 0 4 0,0 0-1 15,0 0-3-15,0 0 2 0,0 0 3 16,0 0-8-16,0 0 11 0,0 0-4 0,0 0 4 0,0 0 5 16,0 0-9-16,0 0-1 0,5 23-8 15,-5-23 8-15,1 9 0 0,-1-9 5 0,1 9-4 0,-1-9 5 16,1 9-1-16,-1-9-2 0,3 7-2 0,-3-7-2 16,4 8 6-16,-4-8 0 0,0 7-2 0,0-7 3 15,2 6-3-15,-2-6 0 0,0 0 1 0,0 0-5 16,0 9 1-16,0-9 0 0,0 0 1 15,0 0 4-15,0 0 1 0,0 0-1 0,2 7 0 16,-2-7 1-16,0 0 4 0,0 0-7 0,0 0 3 0,0 0-3 16,0 0 9-16,0 0 2 0,0 0-2 0,0 0-9 15,0 0 9-15,0 0-12 0,0 0 7 0,0 0 2 16,0 0 0-16,0 0 1 0,0 0 0 0,4-20-10 16,-4 20 9-16,0-9-7 0,0 9-8 0,1-10 5 15,0 3 6-15,-1 7-10 0,0-10 2 0,0 10 8 16,0-10-4-16,0 10 2 0,3-10 2 0,-3 10-7 15,-3-9 5-15,3 9 1 0,0 0 1 0,3-11-2 16,-3 11 0-16,0 0 3 0,2-6-7 0,-2 6 7 16,0 0 1-16,0 0-10 0,0 0 5 0,0 0 1 15,0 0 3-15,0 0-6 0,0 0-3 0,0 0 5 16,-2-10 2-16,2 10-6 0,0 0 5 0,0 0 4 16,0 0-6-16,0 0-2 0,0 0 0 0,0 0 4 15,0 0-5-15,0 0 0 0,2 26 1 0,-2-26 0 16,0 11 5-16,0-11-4 0,-2 13 9 0,-1-5-1 15,6-2-8-15,-3-6 7 0,-3 12-7 0,3-12 3 16,-2 9-5-16,2-9 8 0,0 10-1 0,0-10-2 16,0 0 1-16,0 9 9 0,0-9-5 0,0 0-3 15,2 5 15-15,-2-5-8 0,0 0 7 0,0 0 5 16,0 0-5-16,0 0 0 0,0 0 6 0,0 0-9 16,0 0 1-16,0 0-9 0,0 0 5 0,0 0-2 15,0 0 8-15,0 0-14 0,0 0 4 0,-1-28-1 16,1 28-1-16,-1-13-12 0,1 5 18 0,0-1 2 15,1 0-12-15,-1 0 0 0,0 9 6 0,0-17-2 16,-1 8 0-16,1 9-4 0,-2-13 0 0,2 13-5 16,-1-6 1-16,1 6 3 0,0 0-1 0,0-11 5 15,0 11-14-15,0 0-7 0,-3-7 5 0,3 7 4 16,0 0-3-16,0 0 5 0,0 0-9 0,0 0-8 0,0 0-8 16,0 0-22-16,0 24-74 0,-2-17-138 15,-1 1 62-15</inkml:trace>
  <inkml:trace contextRef="#ctx0" brushRef="#br0" timeOffset="155379.29">7503 11205 78 0,'-3'-8'132'0,"-2"0"-7"16,3-2-6-16,-2 2-2 0,1-1-4 0,0 2-1 15,1 2-5-15,2 5-7 0,-5-11-5 0,2 5-5 16,3 6-10-16,-4-5-7 0,4 5-11 0,0 0-7 16,0 0-10-16,-3-7-4 0,3 7-6 0,0 0-3 15,0 0 0-15,0 0-9 0,0 0 3 0,0 0 0 16,3 30-1-16,2-14-6 0,-3 0-4 0,2 9 2 16,-4 0-8-16,1 4 2 0,-1 3 2 0,1 0-8 15,-1 3 4-15,1-1 6 0,1 1-11 0,-1 10 0 16,2-12-1-16,-5-1 9 0,6-1-7 0,3-2-2 15,0-1-1-15,0 0 1 0,-1-3-12 0,-5-7-6 16,3 1-12-16,-3-2-20 0,2-5-19 0,-2 0-27 16,3-2-10-16,-3-1-29 0,-1-2-102 0,0 2-253 15,0-9 112-15</inkml:trace>
  <inkml:trace contextRef="#ctx0" brushRef="#br0" timeOffset="155756.4">7495 11150 45 0,'8'-11'105'0,"-2"1"0"16,2 2-17-16,-3 1-5 0,4 2-8 0,-3 1-13 15,-1 2 2-15,2-1-7 0,-7 3-10 0,14 3 1 0,-5 1-13 16,0 3 6-16,-2 2-3 0,1 1-2 15,-3 6-4-15,-2 0 0 0,-3 2-2 0,-2-1-5 16,0 1-4-16,-3 0-1 0,-7 5 1 0,3-7-5 0,0 1 4 16,-1-1-4-16,-1-3-1 0,-1 1 8 0,1-5-10 15,0-2 7-15,4 0-7 0,-2-1 14 0,4-3-8 16,-2 2 13-16,2-2-2 0,5-3 6 16,-6 3-8-16,6-3 3 0,-8 3-6 0,8-3-5 0,0 0-6 15,0 0 0-15,-8 2-5 0,8-2-9 0,0 0 11 16,0 0-2-16,0 0 2 0,0 0-5 0,0 0-1 15,17 11 0-15,-11-8-15 0,1 1 19 0,3 2-18 16,3 1-2-16,-2 2-20 0,3 1-14 0,0 2-12 16,-1 0-16-16,4-1-20 0,-1 2-21 0,-2 1-77 15,3-2-207-15,-2-4 92 0</inkml:trace>
  <inkml:trace contextRef="#ctx0" brushRef="#br0" timeOffset="156016.44">7913 11313 98 0,'-1'-8'155'0,"1"8"-3"0,-2-13-11 15,2 13-5-15,-2-10-21 0,2 10-10 0,-2-7-16 16,2 7-7-16,0 0-11 0,0 0-15 0,0 0 1 16,0 0 1-16,-10 32-5 0,9-14-8 0,0 6-1 15,0 7-1-15,-2 0 1 0,2 1-4 0,1 3 0 16,0 0-12-16,-3-2 6 0,1 3-5 0,0-4-2 15,1-2-3-15,0 1-3 0,-1-1-4 0,1-2-1 16,1-8-1-16,0-1-1 0,1 0 1 0,-1-2-10 16,3 1-30-16,-3-7-30 0,3 0-7 0,-1 0-39 0,1-2-15 15,-2-2-27-15,-1-7-86 0,1 9-246 16,-1-9 109-16</inkml:trace>
  <inkml:trace contextRef="#ctx0" brushRef="#br0" timeOffset="156180.81">7753 11673 16 0,'0'0'116'0,"0"0"-14"15,0 0-4-15,13-10-14 0,-4 5-3 0,5 1-9 0,5-4-3 16,8 1-4-16,1 0-13 0,3-3-19 0,-1 1-21 16,0 0-19-16,-2 2-36 0,-1 1-26 15,-6 2-45-15,-3-1-123 0,4 0 55 0</inkml:trace>
  <inkml:trace contextRef="#ctx0" brushRef="#br0" timeOffset="156444.64">8586 11254 145 0,'-4'-11'141'0,"1"7"-3"0,3 4-14 0,-13-7-8 15,5 7-16-15,-3 1 3 0,-7 5-9 0,-1 1 10 16,-4 9-12-16,1-3 4 0,0 6-15 0,-1 4 4 16,3 0-4-16,1 2-13 0,2-2-4 0,2 2-8 15,4-2-2-15,3 1-8 0,5 2-1 16,3-9-7-16,5 3 0 0,0-2-5 0,4 1-5 0,4-4-7 16,7 2-20-16,3-1-17 0,4-4-35 0,3-2-18 15,4-4-32-15,2-2-16 0,0 0-30 0,-2 1-102 16,0-4-269-16,-1-1 119 0</inkml:trace>
  <inkml:trace contextRef="#ctx0" brushRef="#br0" timeOffset="156694.41">7554 12149 111 0,'27'4'115'16,"8"-4"-9"-16,20-3-13 0,8-3-4 0,30-5-13 16,7-3-5-16,-2-1-3 0,-1-2-20 0,4-1-15 15,-3 1-23-15,5 1-34 0,-6 6-40 0,-5-3-58 16,-27 5-133-16,26-3 59 0</inkml:trace>
  <inkml:trace contextRef="#ctx0" brushRef="#br0" timeOffset="165568.1">7958 11313 14 0,'0'0'19'0,"0"0"-8"16,0 0 2-16,-9-2-1 0,9 2 0 0,0 0-6 16,0 0-2-16,0 0 1 0,0 0 4 0,0 0 1 15,0 0-4-15,0 0 1 0,0 0-6 0,0 0 0 16,0 0 3-16,0 0 2 0,0 0 3 0,0 0-6 16,0 0 3-16,0 0 0 0,0 0 2 0,0 0-1 15,0 0 1-15,0 0-6 0,0 0 6 0,0 0-8 16,0 0 4-16,0 0-3 0,0 0 5 0,0 0-1 15,0 0-4-15,0 0 1 0,0 0-5 0,0 0 8 16,0 0-4-16,0 0 2 0,0 0 0 0,0 0-3 16,0 0 6-16,0 0-8 0,0 0 0 0,0 0 3 15,0 0 10-15,0 0-4 0,0 0 5 0,0 0 0 16,0 0 6-16,0 0-1 0,0 0-4 0,0 0 4 16,0 0-1-16,0 0 1 0,0 0-5 0,0 0 0 15,0 0-5-15,0 0 9 0,0 0-2 0,0 0-1 0,0 0-4 16,0 0-2-16,0 0 1 0,0 0-4 15,0 0-1-15,0 0 0 0,0 0-2 0,0 0 3 16,0 0 4-16,0 0-10 0,0 0 2 0,0 0 5 16,0 0-8-16,0 0 3 0,0 0 6 0,0 0-2 15,0 0 7-15,0 0 5 0,0 0 1 0,0 0-1 16,0 0-5-16,0 0 11 0,0 0 2 0,0 0 3 16,0 0-6-16,0 0-3 0,0 0 0 0,0 0-2 15,-7-4-3-15,7 4-11 0,0 0 11 0,0 0 5 16,0 0-7-16,-4-6 8 0,4 6-6 0,0 0-2 0,0 0 5 15,-5-7-7-15,5 7-11 0,0 0 13 0,0 0 6 16,-5-4-9-16,5 4 6 0,0 0 5 0,0 0-2 16,0 0-2-16,-2-8 4 0,2 8-1 0,0 0 1 15,0 0-5-15,0 0-8 0,0 0 4 0,-2-7-2 16,2 7 0-16,0 0-2 0,0 0 3 0,0 0-1 16,0 0 7-16,0 0-11 0,0-10 1 0,0 10-5 15,0 0 11-15,0 0-6 0,0 0 2 16,0 0-6-16,0 0-2 0,0 0-1 0,0 0 4 15,0 0 3-15,0 0 4 0,0 0-1 0,0 0-13 0,2-9 15 16,-2 9-5-16,0 0-8 0,0 0 3 0,0 0 2 16,0 0-1-16,0 0 2 0,0 0 5 0,0 0-9 15,0 0 3-15,0 0-3 0,0 0 3 0,0 0-6 16,0 0 3-16,5-6-1 0,-5 6 6 0,0 0-1 16,5-4 0-16,-5 4-5 0,0 0 3 0,6-3-1 15,-6 3-1-15,0 0 0 0,0 0-3 0,9-2 4 16,-9 2 4-16,7-2 0 0,-7 2-4 0,7-3-6 15,-7 3 9-15,8-5-7 0,-8 5 7 0,9-4-5 16,-9 4-5-16,8-1 4 0,-8 1 6 0,7-4-6 16,-7 4 1-16,0 0 4 0,0 0 4 0,9-3-6 15,-9 3 1-15,0 0 3 0,0 0-4 0,7-1 1 16,-7 1 1-16,0 0-3 0,0 0 5 0,0 0-6 16,0 0-12-16,0 0-5 0,0 0-5 0,0 0-23 15,0 0-11-15,0 0-12 0,0 0-18 0,0 0-52 16,9 5-152-16,-9-5 67 0</inkml:trace>
  <inkml:trace contextRef="#ctx0" brushRef="#br0" timeOffset="166415.22">12188 11028 60 0,'0'-11'137'0,"-2"-5"-4"0,2 4-2 0,0 1-8 0,-1 0-14 16,1 0-3-16,-1 1 2 0,1 10-14 0,-1-17-2 15,2 14 2-15,-1 3-6 0,0-12-10 0,0 12-13 16,0-7-10-16,0 7-6 0,0 0-4 0,0 0-9 16,0 0-6-16,0 0 3 0,0 0-5 0,11 16-2 15,-7-6-9-15,0 6 2 0,0 3 1 0,2 7-3 16,-2 0 0-16,-2 3-7 0,1-3 4 0,-1 0-7 15,-1 1 4-15,0-2 1 0,-1-5-7 0,2 0-2 16,-2 5 7-16,0-6-3 0,2-1-6 0,-2-1 9 16,2 1-5-16,-1-1-17 0,-1-5-8 0,1 2-12 15,-1-2 6-15,0-2-26 0,0 0-13 0,0-2-20 16,0-1-11-16,0-7-20 0,0 12-7 0,0-12-1 16,-4 7-69-16,4-7-208 0,0 0 93 0</inkml:trace>
  <inkml:trace contextRef="#ctx0" brushRef="#br0" timeOffset="166717.64">12280 10836 78 0,'8'-10'90'0,"4"-2"-5"0,-1 8-13 15,-2-1-9-15,2 0-5 0,-1 4 2 0,-10 1-11 0,13 5-10 16,-4 1-6-16,-4 2 1 0,-1 2-5 0,-2 2-1 15,-4 6-6-15,-2 1 1 0,-4 5 2 16,1 1-6-16,-5-1 1 0,-2-1 1 0,0 0 5 16,-2-2-16-16,1-1 4 0,1-6 7 0,3-1-5 0,0 0 3 15,0-5-5-15,6-1 2 0,-3-2-1 16,5 1-4-16,-1-2 9 0,4-4-11 0,-7 9 6 16,7-9-8-16,0 8 3 0,0-8-7 0,9 6 1 15,-4-3-1-15,5 0 5 0,2 1 0 0,5-1 4 0,4 0-5 16,-3-2-4-16,4-1-19 0,6-1-18 0,0 0-16 15,0 1-31-15,-9 1-76 0,2 0-169 0,-5-2 75 16</inkml:trace>
  <inkml:trace contextRef="#ctx0" brushRef="#br0" timeOffset="167008.29">12552 11105 135 0,'4'-5'140'0,"-4"5"-9"0,0 0-16 0,0 0-13 16,0 0-6-16,0 0-5 0,7 11-4 0,-5-4-1 15,-2 3 1-15,2 2-6 0,-2 3-1 0,4 1-9 16,-6 2-2-16,2 0-11 0,-2-1-3 0,2 0-7 16,0 1-3-16,0-6-4 0,0 1-2 0,0-1-3 15,2-1-6-15,-4-1-4 0,4-4-2 0,-2-6-4 16,0 13 1-16,2-9 2 0,-2-4-6 0,0 9-5 15,0-9 4-15,3 5 0 0,-3-5-6 0,0 0 5 16,6 5-10-16,-6-5-13 0,6 2-21 0,-6-2-21 16,0 0-33-16,13-3-23 0,-13 3-16 0,13-4-11 15,-6 1-101-15,-7 3-252 0,13-6 113 0</inkml:trace>
  <inkml:trace contextRef="#ctx0" brushRef="#br0" timeOffset="167265.57">13176 10965 92 0,'0'0'119'0,"0"0"-8"0,0 0-10 0,0 0-4 16,-18 17-11-16,15-12 5 0,-1 0-10 0,-2 2 2 0,1-3-18 15,-2 3-5-15,0 2-10 0,3-5 9 0,-1 1-14 16,1 2-14-16,4-7-18 0,-10 7-16 16,8-3-16-16,2-4 1 0,-4 8-16 0,4-8-12 0,0 0-13 15,4 10-21-15,-4-10-75 0,4 7-167 0,-4-7 75 16</inkml:trace>
  <inkml:trace contextRef="#ctx0" brushRef="#br0" timeOffset="167758.34">13201 10901 158 0,'-6'-7'174'0,"0"3"-20"0,6 4-16 0,-11-4-5 16,5 0-6-16,-4 1-18 0,1 2-3 0,-2 0-9 16,-1 1-7-16,2 2-5 0,-3 2-9 0,-4 1-9 15,-1 4-7-15,3 4-6 0,-8 3-2 0,0 1-2 16,2 2-7-16,0 2 0 0,4-1-10 0,3-4 1 16,-2 4 0-16,0 2 0 0,5-5-6 0,0-1-1 15,6-3-4-15,-1-3-3 0,3-1-3 0,-1 1-3 16,2-3 0-16,2-1-2 0,0-6 1 0,-2 9-5 15,2-9-8-15,0 10-10 0,0-10-4 0,4 4-17 16,-4-4-14-16,9 1-15 0,-9-1-16 0,0 0-12 16,18-5-7-16,-13 2-10 0,3 0-3 0,-1-1-19 15,0 1-101-15,0 1-247 0,1-2 109 0</inkml:trace>
  <inkml:trace contextRef="#ctx0" brushRef="#br0" timeOffset="168146.77">12093 11596 76 0,'-4'5'117'0,"4"-5"1"15,0 0-7-15,9 10 4 0,0-6-5 0,11 0-6 16,10-4-7-16,8 1-11 0,22-4-14 0,5-4-6 16,33-3-10-16,-1-8-4 0,0 3-26 0,-39 2-33 15,-6-1-40-15,-19 4-24 0,-3 2-36 0,-10 4-56 16,-2-2-176-16,0 1 79 0</inkml:trace>
  <inkml:trace contextRef="#ctx0" brushRef="#br0" timeOffset="171088.69">13086 11049 63 0,'4'-7'52'0,"-4"7"-1"0,5-7-5 0,-5 7-11 0,8-10 5 15,-4 5-12-15,0-1-2 0,0 0 3 16,1-2-6-16,1 0 2 0,-2 2 4 0,-1 2 0 16,2-3 2-16,-1 3 3 0,-4 4 3 0,3-9 0 15,1 5-8-15,-4 4 6 0,2-9-5 0,-2 9 16 0,0 0-1 16,0-8 9-16,0 8-2 0,0 0-7 0,0 0-7 16,0 0-5-16,-6-9-2 0,6 9-3 0,0 0-3 15,0 0 3-15,-19 7-12 0,10-1 10 16,-3-1-8-16,2 4-2 0,-5 0-2 0,3 1 1 0,-3 3-1 15,3-1 0-15,-2 0-17 0,2 1 13 0,2 1 6 16,-1-1-2-16,2 1-1 0,0-3-3 0,4 0-6 16,-1 1 8-16,1-1-2 0,3-1 0 0,0 1-13 15,2 1 11-15,2-2 1 0,0 0-6 0,3-1 9 16,-1 1-2-16,3-2-7 0,4-1 2 0,0-1-5 16,0 0 2-16,5 1-3 0,3-1-18 15,-4-2-6-15,3-1-9 0,0 0-16 0,4-2-2 16,-3-1-11-16,0 0 1 0,2-1-11 0,-1-2-12 15,2 2-1-15,-1-1-58 0,1-1-156 0,-4 2 69 0</inkml:trace>
  <inkml:trace contextRef="#ctx0" brushRef="#br0" timeOffset="171409.67">14119 11203 37 0,'-3'-7'108'0,"-1"2"-6"16,4 5-3-16,-10-8-15 0,5 3-16 0,-3 3-1 15,8 2-5-15,-13-5-8 0,7 3-15 0,6 2-25 16,-9-2-20-16,9 2-34 0,-11 4-75 0,4-3-124 16,-2 3 54-16</inkml:trace>
  <inkml:trace contextRef="#ctx0" brushRef="#br0" timeOffset="171645.21">13697 11214 176 0,'0'0'177'0,"0"0"-18"0,-4-6-15 0,4 6-15 15,0 0-14-15,0 0-19 0,0 0-5 0,9-10-7 16,-1 9-9-16,1-1-6 0,3 0-19 16,-1 0-25-16,3 1-15 0,5 1-26 0,2-2-25 15,1 0-21-15,8 2-22 0,-3-3-25 0,-6 3-73 16,9-2-196-16,-3-1 87 0</inkml:trace>
  <inkml:trace contextRef="#ctx0" brushRef="#br0" timeOffset="172486.36">14512 11017 2 0,'0'0'133'0,"-16"-3"-7"0,2 3-9 0,-3 0 0 16,-6 3-7-16,-1-1-7 0,-3 2-3 0,7 2-1 15,-7 4-1-15,0 1-8 0,8-2-6 16,2 1-8-16,-1 2-7 0,4-1-4 0,0 2-10 0,2 0-3 15,5 1-5-15,-1 0-5 0,4-1-3 0,2-1-5 16,2 0-8-16,2 0 4 0,3 0-3 0,2-2-5 16,2 0 1-16,0 0-2 0,-1-2-4 0,8 0-2 15,-1-2-2-15,2-1 1 0,-1-4 0 16,1-1-3-16,2-1 5 0,-2-1-6 0,2-5-2 0,3-2 2 16,-7 2-8-16,4-3 1 0,-6-2-1 0,1-2-5 15,-3-2 10-15,0-7-8 0,0-1 3 0,-4 0-2 16,-1-2-2-16,-1-3 1 0,-1 0 2 0,-3-2-2 15,1 1 5-15,-2 0-2 0,0-1 4 0,0-3-3 16,-2 3-3-16,1 0 7 0,-1 2-4 0,2 2 10 16,-2 8-1-16,-2-7 6 0,3 10 2 0,0 4-3 15,-4 2-5-15,5 2-1 0,-4 1-2 0,4 7-2 16,2-10-3-16,-2 10-4 0,0 0 6 0,0 0-7 16,0 0 1-16,0 0-3 0,0 0 3 0,8 28 1 15,-5-9 1-15,-1 5 1 0,0 5-3 0,1-1 0 16,0 1 5-16,1-3-2 0,-2 3 4 0,5-1-8 0,-5-3 8 15,2-1-3-15,3-4-4 0,-3-2 4 16,3-1-2-16,-2-2 2 0,3 1 3 0,-3-6-1 16,6-1-2-16,-4 1 2 0,2-3-5 0,5-1 4 15,-5 0-1-15,1-4 1 0,0 1 7 0,-1-4-7 16,2-1 1-16,2-1-1 0,3-5-1 0,-5 2 0 0,5-6 0 16,-3 1-2-16,-1-1 1 0,1-1 1 15,-4 4-3-15,0-7 2 0,-4 2 1 0,3 5 0 16,-5-3-1-16,1 3-2 0,-1 0-1 0,1 0 0 0,-2 5 2 15,-2 4-4-15,3-7 2 0,-3 7-1 0,0 0-4 16,0 0 0-16,0 0 1 0,0 0 0 0,0 0 5 16,0 0-6-16,0 0 0 0,-8 24 1 0,7-14 1 15,1 0 1-15,1 1-3 0,-1 0 3 0,3 0 1 16,0-1-2-16,1-2 3 0,4 0 0 0,0-2 1 16,3 0 3-16,0-3-3 0,7 2 4 0,-1-4-2 15,2-2-4-15,-2-4 8 0,2 2-6 16,1-3 0-16,-3-1 2 0,-2-3 1 0,2 2 1 0,-3-2-7 15,-1-1 1-15,-3 0 3 0,-1 1-3 0,-1-1 2 16,-3 0 0-16,-1-1-2 0,1-3 2 0,-3 3-1 16,-2 1 0-16,-1 0 0 0,1 4 0 15,0 7 7-15,0-13 3 0,0 13 2 0,0-11-7 0,0 11 0 16,0 0-2-16,0-7-1 0,0 7-4 0,0 0-1 16,0 0 4-16,0 0-1 0,0 0 0 0,0 36-1 15,0-20 1-15,-1 2 1 0,2-2-1 0,0 2 1 16,1-1 3-16,-1 1-7 0,-2 0-16 0,1-1-18 15,0 1-15-15,1-1-23 0,-1-1-12 0,0-3-27 16,0-1-29-16,0 0-27 0,-1 0-92 0,-2-1-284 16,-1-3 127-16</inkml:trace>
  <inkml:trace contextRef="#ctx0" brushRef="#br0" timeOffset="172647.08">14901 10673 18 0,'0'0'55'0,"0"0"-22"0,0 0-31 0,23 21-20 16,-13-14-20-16,4 6 9 0</inkml:trace>
  <inkml:trace contextRef="#ctx0" brushRef="#br0" timeOffset="172861.53">15395 10756 57 0,'-10'-2'154'0,"10"2"0"15,-15 0-6-15,15 0-19 0,-19 9 2 16,3 0-14-16,2 0-14 0,0 4 2 0,0 2-14 16,3-1-7-16,2 3-10 0,1 0-2 0,0 2-13 0,5-2-3 15,0 0-7-15,3 0-2 0,0 2-6 16,5-3-1-16,1-1-11 0,-1-3-8 0,6 0-17 0,0-2-14 15,1-1-11-15,3-2-27 0,4-2-10 16,3-2-25-16,-1-2-21 0,5-2-20 0,1-1-96 0,-4-2-238 16,-4-2 105-16</inkml:trace>
  <inkml:trace contextRef="#ctx0" brushRef="#br0" timeOffset="173715.39">15646 10585 109 0,'-1'-7'146'0,"1"7"-27"0,-3-7-6 16,3 7-12-16,0 0-7 0,0 0 1 0,0 0 0 16,5 22 4-16,-2-3-3 0,-1 11-3 0,1 0-10 15,-2 2-6-15,4 1-6 0,-4-1-4 0,3 2-10 16,-1-4-1-16,-1 1-8 0,1-2-1 0,-1-12-7 16,0 2-5-16,3-3-3 0,-5-5-1 0,3 1-7 15,-2-3 3-15,0-2-3 0,3-2 1 0,-4-5-1 16,0 10 7-16,0-10 1 0,0 0-1 0,2 5-4 15,-2-5-1-15,0 0-5 0,0 0-1 0,8-19-2 16,-4 9 1-16,0 0-14 0,3-7-7 0,2 0-5 16,2 1 2-16,-1 1-3 0,0 0 3 0,2 2 2 15,-5 5-2-15,3 1-2 0,-2 2 1 0,0 4-1 16,-2 1 0-16,-6 0 0 0,21 2-2 0,-12 2 1 16,1 1 5-16,-1 2 1 0,0 0-2 0,2 3-3 15,-2-1 4-15,1 0 2 0,2 2-9 0,-2-2-2 16,2 2-11-16,0-5-8 0,4 1-5 0,-2-2-9 15,4-2-10-15,-1 0-6 0,0-4 2 0,-3-1 2 16,4-1-4-16,3-4-3 0,-4 0 17 0,1-3 0 16,0 3 3-16,-2-3 8 0,-3-2 6 0,0 2 8 0,0-4-4 15,-4 2 12-15,-1-2-8 0,-4 1 16 16,0 2 8-16,-3-4 21 0,0 0 7 0,-1 2 0 16,1 3 7-16,-2 0 2 0,0 5-6 0,-2-3 12 15,3 8 0-15,-6-8-9 0,6 8-1 0,-8-3 0 0,8 3 1 16,-15 8 2-16,6 3-2 0,-3 2 5 15,1 2 0-15,-1 8-8 0,1 1 0 0,2-6-3 16,4 0-5-16,2-1-1 0,1-2-1 0,0 2-3 0,4-4-4 16,1-1 0-16,1-1-1 0,0 0 2 0,1-1 1 15,3-1-3-15,1-2-2 0,-1 1-4 0,0-6 6 16,1 0-4-16,4-4 2 0,0 0-2 16,-2-1-2-16,0-1 0 0,0-2-2 0,-2 1 1 0,0-4-3 15,0-1-2-15,-3-1 2 0,2-3 1 0,-3 3-3 16,0-8-3-16,0 5-2 0,-2 2 2 0,-1-4 3 15,1 4 0-15,0 2-2 0,-2 4 0 0,0 1-2 16,-1 5-4-16,3-11-3 0,-3 11 4 0,0 0-3 16,2-7 1-16,-2 7 5 0,0 0-2 0,0 0-2 15,7 18 0-15,-6-10 5 0,3 2-3 0,-4 0-3 16,2 1 3-16,1-1 3 0,-1 0 2 0,2 2-8 16,0-3 5-16,1-2 0 0,-3 0 1 0,1-1-2 15,0-1 0-15,1 1 3 0,0-3-4 0,-4-3 6 16,5 8-2-16,-5-8-5 0,7 0 3 0,-7 0 5 15,11-6-9-15,-5 3 4 0,-1-3 1 0,2 2-1 16,-2-5 9-16,0 1-7 0,2 0-1 0,0-1 2 16,-1-1-2-16,1-2-2 0,0 2 1 0,1 3-2 15,-2-3 5-15,-2 5-5 0,1 0-2 0,0 0 1 16,2 1 0-16,-7 4 0 0,10 0 0 0,-10 0-2 16,9 3 0-16,-3 1 3 0,-1 2 3 0,2 1-1 15,-2 2-5-15,-1 0-12 0,2 1 0 0,-1 0-20 16,2 0-17-16,-1-1-24 0,2 1-20 0,-1 1-18 15,3-1-34-15,0-2-109 0,-1-2-281 0,2-1 125 16</inkml:trace>
  <inkml:trace contextRef="#ctx0" brushRef="#br0" timeOffset="174441.29">16773 10756 112 0,'0'0'175'0,"-10"-5"-18"0,10 5-12 16,-13 3-6-16,13-3-9 0,-17 8-11 16,6-1-4-16,-2 4-8 0,2 3-14 0,0-1-5 0,2 3-9 15,1 0-7-15,2-2-13 0,3 4-2 0,0-3-7 16,2 0-2-16,2 1-8 0,3-1-2 0,1-1-3 16,3 0-10-16,0-3-13 0,2-1-18 15,0-2-16-15,1 0-23 0,5-2-18 0,1-2-6 0,-4-2-13 16,5-1-12-16,-5-1-7 0,6-2-3 0,-2-5 11 15,-1 2 0-15,-4 0 2 0,0-2 4 0,0-4 6 16,0 0 8-16,-1-2 4 0,-5-1 11 16,2-2 1-16,0-2 11 0,1-6 15 0,-4-2 11 0,0-1 14 15,-2 3 2-15,-1-4 10 0,2 2 5 0,0 0 6 16,-3 0 12-16,4 0 9 0,-5 0 6 0,0 1 8 16,0 7 13-16,1 2 5 0,-2 4 14 0,1 3 18 15,0 0-11-15,-1 2-9 0,1 7-9 0,0-10-11 16,0 10-10-16,0 0 7 0,0 0 12 0,0 0 3 15,-5 41-5-15,0-21-1 0,1 12 3 0,-1-3-8 16,0 4 2-16,2-2-4 0,0 3-5 0,2-2-5 16,0-2 0-16,0 1-9 0,-1-6-1 0,2-6-5 15,0-4-1-15,0 1-3 0,3-5-4 0,-3-3-4 16,1-2 0-16,-1-6-4 0,3 10 3 0,-3-10-3 16,0 6 1-16,0-6 1 0,0 0-2 0,0 0-1 15,0 0 0-15,0 0-3 0,0 0-1 0,23-16-2 16,-13 3-2-16,2-1-1 0,-1-1-3 0,1 1-8 15,-1-2-1-15,3 3-3 0,0 0 1 0,0 1-4 16,-2 3 6-16,-2 3-6 0,0 0-2 0,0 2 6 16,1 1-2-16,-4 2 0 0,3 2 1 0,1 2-2 15,-2 2-1-15,1 0 4 0,-1 1 0 0,1 1-2 16,-2-1 6-16,-1 2 0 0,1-2 0 0,2-1 0 16,-2 0 0-16,1-1 6 0,0-1-1 0,1-3 3 15,-1 0 4-15,0-3-4 0,2-1 6 0,0-3-2 0,-1 1 2 16,0 1-1-16,-2-4 2 0,1 1 1 0,-2-1-2 15,0-1 0-15,-2 0-6 0,-1 1 2 0,1-3-2 16,0-2 2-16,-1 5 1 0,-3 4-1 16,0-3-4-16,-1 8-4 0,4-7-1 0,-4 7-7 0,0 0 3 15,0 0-2-15,0 0 5 0,0 0-3 0,0 23 1 16,-1-12-2-16,-2 7 3 0,-2 1-5 0,3-3-18 16,-2 12-18-16,3-4-16 0,1 2-12 0,1-1-41 15,1-8-57-15,5 2-40 0,-5 0-135 0,5-9-369 16,0-3 164-16</inkml:trace>
  <inkml:trace contextRef="#ctx0" brushRef="#br0" timeOffset="174608.17">17305 10549 85 0,'0'0'92'15,"0"0"-23"-15,0 0-20 0,0 0-12 0,-8 23-35 16,9-10-24-16,4 5-30 0,1 6-57 0,1 3 25 16</inkml:trace>
  <inkml:trace contextRef="#ctx0" brushRef="#br0" timeOffset="174948">17455 10867 181 0,'6'4'197'15,"-6"-4"-9"-15,3 4-9 0,-3-4-12 0,0 0-15 16,0 0-14-16,0 0-8 0,0 0-15 0,0 0-10 15,0 0-13-15,0 0-4 0,0 0-10 0,4-15-5 16,-4 15-8-16,7-9-8 0,-4 4-4 0,-3 5-8 16,7-6-6-16,-3 2-8 0,-4 4-4 0,9-3-3 15,-9 3 0-15,9 0-6 0,-9 0 0 0,15 0-1 16,-6 4 0-16,1-1-1 0,-1 0-1 0,1 1 2 16,-2-1-5-16,3 0-2 0,0-1-2 0,-2 2 0 15,1-1 2-15,-2-3 2 0,2-4-6 0,0 4-1 16,-10 0 3-16,15-5 0 0,-8 4-1 0,0 0 1 15,0-1-1-15,-1-4 2 0,-1 3-4 0,-5 3 3 0,8-7 2 16,-4 3 2-16,-4 4 1 0,5-6 1 16,-5 6-4-16,4-6 0 0,-4 6-9 0,0 0 2 15,0 0-4-15,0 0 4 0,0 0-3 0,5 20-1 0,-6-8 3 16,-2-1 0-16,-1 7-1 0,-1 0 5 16,2 6-10-16,-2-5-19 0,2-2-19 0,1 2-22 0,0 0-31 15,2 1-24-15,2-4-6 0,2 1-23 16,-1-1-22-16,4-1-129 0,-3-5-324 0,0-1 144 0</inkml:trace>
  <inkml:trace contextRef="#ctx0" brushRef="#br0" timeOffset="175878.7">6696 11505 25 0,'0'0'157'0,"0"0"2"0,0 0-4 0,0 0-8 16,0 0-4-16,0 0-6 0,0 0-13 0,0 0-11 0,0 0-12 15,0 0-12-15,12-1-7 0,-12 1-11 16,13 0-20-16,-2-1-27 0,6-2-26 0,11-2-37 16,0-3-39-16,3 2-36 0,0-2-111 0,0 2-242 15,0-4 107-15</inkml:trace>
  <inkml:trace contextRef="#ctx0" brushRef="#br0" timeOffset="176351.79">3951 12049 30 0,'-15'0'95'0,"5"3"-12"0,-1-1-6 0,0 3-7 15,-2 1-3-15,4 2-1 0,-3 5-11 16,1 1 7-16,1 3-3 0,2-1 6 0,2 9-3 16,-2-1-5-16,3 1-4 0,2-5-2 0,3 4 0 15,2-4-2-15,0-1-15 0,3-4 9 0,4 1-2 0,0-2-14 16,3-2-1-16,2 0-2 0,4-2-18 15,2-4-21-15,7-3-28 0,5-4-29 0,-3-3-21 16,2-1-79-16,-3-6-186 0,-1-3 83 0</inkml:trace>
  <inkml:trace contextRef="#ctx0" brushRef="#br0" timeOffset="176740.7">4223 11764 129 0,'0'0'123'0,"0"0"-14"0,0 0-15 0,0 0-3 16,0 0-4-16,0 0-2 0,14 25 5 15,-6-1-4-15,1 2-5 0,0 0-3 0,0 5-4 16,0 0-2-16,-1 0-11 0,0-1-6 0,-3-2-2 16,2-1-4-16,-2-4-12 0,0-4 1 0,-2-4-2 0,-1-3 5 15,2 0-13-15,-3-4-1 0,2 1-2 16,-3-2 1-16,2-1-4 0,-2-6-2 0,2 8 4 15,-2-8 11-15,1 6 5 0,-1-6 3 0,0 0-3 16,0 0-5-16,0 0 0 0,0 0-3 0,0 0-3 16,0 0-8-16,0 0-17 0,5-22-2 0,-2 9-6 0,3-2-3 15,2 1 1-15,-2 3-3 0,3-3-4 0,-2 4 0 16,3 1 1-16,-3 2 2 0,0 3-4 16,2-2 5-16,2 4 2 0,-2 1-4 0,-1 2 2 15,3 1 2-15,0 1-2 0,-1 4 2 0,2 0 5 0,-1 1-5 16,2 2-13-16,1 2-9 0,-4-4-17 0,3 5-18 15,1-2-13-15,0-2-17 0,-4-3-5 0,2 1-3 16,1-1-5-16,0-3-6 0,5 0-79 0,-2-3-208 16,-2-1 92-16</inkml:trace>
  <inkml:trace contextRef="#ctx0" brushRef="#br0" timeOffset="177960.31">4766 12107 30 0,'6'-7'17'0,"-1"-4"3"0,0 1 12 16,-1-1 1-16,-3 0 16 0,3-3-2 0,-4 3 10 15,0-2 9-15,-3 3 16 0,1 0-3 0,-1 3 12 16,1-3-11-16,-1 4-1 0,3 6-5 15,-5-8-11-15,5 8 0 0,-7-6-5 0,7 6-11 0,-6-3-5 16,6 3 0-16,0 0-5 0,-13 12 8 0,8-5 5 16,0 2-2-16,1 2-5 0,2 5-2 0,-1-6-1 15,-2 3-6-15,5 0 5 0,0 2-8 0,1-2-5 16,3-1 2-16,-3 1 3 0,3-4-9 0,0 1-1 16,4-2 3-16,-3 1-3 0,5-2-3 0,-1-2 0 15,0 0-4-15,1-2-2 0,2-2 2 0,-2-1 2 16,-1 0-3-16,-9 0-8 0,16-2-5 0,-8-1 2 15,1-2-5-15,0 1-5 0,-1-3-4 0,-2-1 4 16,2 0-1-16,-3-1 2 0,-1 0-3 0,-3-1 2 16,0 1-6-16,-1-2-1 0,0-2 4 0,-1 3 3 15,0-1 0-15,-1 3 11 0,2 8-3 0,-1-12 1 16,1 12-5-16,-1-10 0 0,1 10-2 0,0 0 3 16,0 0 0-16,1-7 2 0,-1 7-3 0,0 0 1 15,0 0 1-15,0 0-5 0,13 14 5 0,-9-10 0 16,1 1 11-16,2 1-9 0,0 0-1 0,1 0 2 15,-2-1 0-15,3-1 2 0,-3 0 8 0,1-2-1 16,-7-2 2-16,14 4 3 0,-7-3-5 0,-7-1 1 16,11 0 0-16,-11 0 0 0,10-3 1 0,-10 3-5 15,9-5 2-15,-5 0-1 0,-1 0 0 0,0-2-1 16,-3 7 1-16,4-13-1 0,-3 7-2 0,1-1 0 16,-2-4-3-16,0 2 2 0,-2-3-2 0,2 1-3 15,0-1 2-15,0 2 7 0,2 0-10 0,-1-1 4 16,0 3 0-16,-1 8-1 0,3-15-8 0,0 11 2 15,0-3-2-15,2 0 2 0,-5 7-1 0,9-8 0 16,-4 6 0-16,-5 2 1 0,13-2-2 0,-13 2 1 16,13 2-2-16,-7 2 5 0,2-1-1 0,-1 3 1 15,0 1-1-15,-1 1-1 0,2 1-3 0,-2 0 6 16,-1 1-1-16,2 1 3 0,-2-1 0 0,0-1-3 16,1 0 1-16,-1 1 2 0,-1 0-1 0,0-1 1 15,1 1-4-15,-2-3-19 0,1-2-12 0,1 2-7 16,1-1-8-16,-1-2 1 0,3 1-7 0,0-3 3 15,0 1-7-15,4-3 1 0,2 0-1 0,-4-3-3 16,3-3 1-16,0 1 6 0,1-4 13 0,0-2-5 16,-3-1 9-16,1-1 16 0,-1 0 1 0,-3-2 7 15,0 1 13-15,-4 2 9 0,1-2 7 0,-3 0 1 16,0-4 3-16,-2 8 11 0,-2-3 9 0,1 3 18 0,0 0 0 16,-3 3-5-16,1 1-1 0,0 0-3 15,-1 0-6-15,4 6-4 0,-8-6-4 0,8 6-7 16,-8-2-1-16,8 2-3 0,0 0-7 0,-14 12 4 15,9-3 0-15,0 1-4 0,0 3-1 0,0-3 1 0,2 3 2 16,2-1 0-16,-1 1-4 0,2-2-2 16,1-2-2-16,1 1 4 0,1-3-12 0,-2-1 1 15,4 0-10-15,-1 0 1 0,-1-2 0 0,-3-4 5 16,7 9-6-16,-7-9 3 0,6 3-1 0,-6-3 3 16,0 0-1-16,7 0 6 0,-7 0 2 0,0 0 1 0,0 0-4 15,8-10 0-15,-8 10 3 0,2-7 1 16,-2 7-4-16,0 0 3 0,2-8-3 0,-2 8 0 15,0 0 4-15,0 0-9 0,0 0-3 0,7-3 4 16,-7 3-4-16,8 12 8 0,-2-1-2 0,2 6 16 16,1 7-1-16,0 1 6 0,1 5-1 0,-2 1 0 0,-2 1-1 15,6 1-1-15,-3 2-5 0,0-2 3 0,-2 0-5 16,2-1 3-16,-2 0-2 0,-4-5 1 16,1 1 5-16,-1-9-7 0,-2-1-6 0,-2-1 5 15,0-6-2-15,-2 1 3 0,-1-2-6 0,0-1-1 0,-1-4 1 16,-2 0-7-16,0-4-16 0,-3-1-6 0,10 0-7 15,-20-10 2-15,11 1-3 0,-1-8 6 0,2 0 9 16,3-9-3-16,3 0 7 0,2-2 5 0,3 2-11 16,2 1 5-16,4-3 3 0,0 3 8 15,-3 0-6-15,6 2 6 0,-2-2-1 0,3 5 8 0,-3 2-10 16,1 1 6-16,0 0-6 0,0 1 2 16,-1 0 0-16,2 0 7 0,-2 3-6 0,0-3 10 0,-2 1-5 15,1 1 4-15,-1 0-4 0,-3 2 6 0,-1 2 5 16,-1-1 7-16,-1-1 11 0,-1 3-3 0,-1-2-1 15,0 0-3-15,0 0-1 0,-1 2 11 0,-1-1 1 16,2 10 0-16,-2-12 0 0,2 12-3 0,-3-7-7 16,3 7-4-16,0 0-5 0,-1-7-3 0,1 7-1 15,0 0-4-15,0 0 2 0,0 0-4 16,-1 24 0-16,2-9 1 0,0 2 4 0,-2 2 1 0,1-1-3 16,3 3 2-16,-2-3-4 0,3 1 4 0,-2 0-2 15,3-1-3-15,-3-2-32 0,1 0-34 0,-1 0-20 16,3-2-22-16,-3-3-23 0,2-3-17 0,0-2-116 15,4 0-278-15,-5-4 123 0</inkml:trace>
  <inkml:trace contextRef="#ctx0" brushRef="#br0" timeOffset="178486.64">5717 12040 11 0,'0'0'168'0,"0"0"-8"15,0 0-2-15,0 0-4 0,0 0-9 0,0 0-21 16,-2-24-9-16,4 16-15 0,-1-2-7 0,1 2-4 16,-1 0-12-16,3-1-6 0,0 0-10 0,2 0-6 15,-1 0-6-15,4 2-3 0,0 1-9 0,0 0-5 16,3 1-3-16,-2 3-7 0,0-1 0 16,4 1-1-16,-2 1-4 0,5 1 0 0,2 1 0 0,1 1-1 15,-2-1-4-15,0 0 2 0,-1 0-1 0,-4-1-3 16,5-1 1-16,-4 1-1 0,-1-1 0 0,-3-2 1 15,1 2 2-15,-4-2 7 0,1 1 8 16,-2-2 0-16,1-1-4 0,-2-1 5 0,-1 1 2 0,-1-2 11 16,1 0-7-16,-3 0 0 0,3 1-5 0,-4 6 1 15,4-13 4-15,-3 9-4 0,-1 4-4 0,2-10 2 16,-2 10-11-16,0 0-4 0,1-8-5 0,-1 8-6 16,0 0 2-16,0 0-2 0,4 19 0 0,-3-3 1 15,-1 4 0-15,0 6 3 0,0 2-2 0,0 4 2 16,0-2-4-16,0 2 2 0,1-2-1 0,1-1-26 15,0-1-24-15,2 1-27 0,-3 0-29 0,6-3-40 16,2-1-25-16,-3-8-27 0,2-2-109 0,-3-4-327 16,3-2 146-16</inkml:trace>
  <inkml:trace contextRef="#ctx0" brushRef="#br0" timeOffset="-214312.87">23564 15298 1 0,'0'0'1'16,"0"0"4"-16,0 0-5 0,0 0 5 0,0 0-3 15,0 0 2-15,0 0-7 0,0 0 4 0,0 0-4 16,0 0 8-16,0 0-3 0,0 0-2 0,0 0 3 15,0 0-3-15,0 0-5 0,0 0 6 0,0 0-5 16,0 0 6-16,0 0 0 0,0 0 1 0,0 0-7 16,0 0 8-16,0 0-6 0,0 0-2 0,0 0 5 15,0 0-2-15,0 0-1 0,0 0 4 0,0 0-1 16,0 0 5-16,0 0-3 0,0 0 7 0,0 0-6 16,0 0 1-16,0 0 4 0,0 0-1 0,0 0 3 15,0 0-3-15,0 0 0 0,0 0 0 0,0 0 1 16,0 0-6-16,0 0 4 0,0 0 1 0,0 0-3 15,0 0 0-15,0 0-1 0,0 0-2 0,0 0 2 16,0 0-1-16,0 0 2 0,0 0-2 0,0 0-1 16,0 0 1-16,0 0-3 0,0 0 3 0,0 0-2 15,0 0-1-15,0 0-2 0,0 0 1 0,0 0-3 16,0 0-3-16,0 0-6 0,0 0 2 0,0 0 3 16,0 0 1-16,0 0 1 0,0 0 2 0,6-22-3 15,-6 22-9-15,0 0-17 0,0 0 8 0</inkml:trace>
  <inkml:trace contextRef="#ctx0" brushRef="#br0" timeOffset="-211891.99">24166 14890 2 0,'5'-4'4'0,"-5"4"-2"15,0 0 1-15,7-6 1 0,-7 6 2 16,0 0-1-16,6-3-3 0,-6 3 3 0,0 0 1 16,0 0-6-16,5-5 5 0,-5 5 0 0,0 0-3 15,0 0-2-15,8-3 1 0,-8 3 0 0,0 0 0 16,0 0 6-16,0 0-8 0,0 0 4 0,0 0 0 16,0 0 1-16,0 0-4 0,0 0 4 0,0 0 2 15,0 0 3-15,0 0-3 0,0 0 3 0,0 0 0 16,0 0-1-16,0 0 3 0,0 0-5 0,0 0 0 15,0 0 4-15,0 0-2 0,0 0-7 0,0 0 4 16,0 0 3-16,0 0-11 0,8-2 10 0,-8 2-3 16,0 0 1-16,0 0-4 0,0 0-2 0,0 0 5 15,0 0-5-15,0 0-1 0,0 0 6 0,0 0-6 16,0 0 2-16,0 0-4 0,0 0 4 0,0 0 1 16,0 0-6-16,0 0 1 0,0 0 0 0,0 0-3 15,0 0 4-15,0 0 0 0,0 0 3 0,0 0-3 16,0 0-3-16,0 0 2 0,0 0 0 0,0 0 3 15,0 0-3-15,0 0 0 0,0 0 7 0,7-1-3 16,-7 1 0-16,0 0-5 0,0 0 7 0,0 0-1 16,0 0-1-16,0 0 0 0,0 0-2 0,0 0 2 15,0 0-3-15,0 0 2 0,0 0 3 0,0 0-1 16,0 0-6-16,0 0 4 0,0 0 4 0,0 0-4 16,0 0 5-16,0 0-5 0,0 0 2 0,0 0 3 15,0 0 5-15,0 0-6 0,0 0 2 0,0 0-1 16,0 0-1-16,0 0 4 0,0 0-5 0,0 0 2 15,0 0-6-15,0 0 5 0,0 0-5 16,0 0-1-16,0 0 8 0,0 0-6 0,0 0 5 0,0 0-7 16,0 0 3-16,0 0 3 0,0 0 0 0,0 0-3 15,0 0 1-15,0 0 3 0,0 0-5 0,0 0 5 16,0 0 7-16,0 0-8 0,0 0 3 0,0 0-1 16,8-2 4-16,-8 2-9 0,0 0 5 0,0 0 6 15,0 0 1-15,0 0-6 0,0 0 13 16,0-13-11-16,0 13 5 0,0 0-1 0,0 0 0 0,0 0-10 15,-1-10 5-15,1 10 7 0,0 0 2 0,0 0-1 16,-2-11-2-16,2 11 6 0,0 0-3 0,0 0 24 16,0 0-31-16,0 0 6 0,0 0 2 0,0 0-1 15,0 0-6-15,0 0 3 0,0 0 4 0,0 0 1 16,0 0-9-16,-2-12 1 0,2 12-4 16,0 0 2-16,0 0 6 0,0 0-9 0,0 0-7 15,0 0 4-15,0 0-1 0,0 0 3 0,0 0 0 0,0 0-3 16,0 0 1-16,0 0 0 0,0 0-1 0,0 0 2 15,0 0-6-15,0 0-2 0,0 0 7 0,0 0 1 16,0 0-8-16,0 0 3 0,0 0 1 0,0 0 2 16,0 0-2-16,0 0 1 0,0 0-2 15,0 0 4-15,0 0 1 0,0 0-4 0,0 0 3 16,0 0-3-16,0 0-4 0,0 0 4 0,0 0-1 16,0 0-1-16,0 0 2 0,0 0 0 0,0 0 2 15,0 0-3-15,0 0 0 0,0 0 6 0,0 0-10 0,0 0 9 16,0 0-3-16,0 0-2 0,0 0 2 0,0 0 1 15,0 0-1-15,14 21 1 0,-14-21-6 16,0 0 4-16,0 0-2 0,0 0 1 0,0 0 8 16,0 0-2-16,0 0-5 0,0 0 1 0,0 0 6 15,0 0-3-15,0 0 2 0,0 0 6 0,0 0-5 0,0 0 7 16,0 0 10-16,0 0-9 0,0 0 5 16,0 0 1-16,0 0-4 0,0 0 8 0,0 0-10 15,0 0 13-15,0 0-14 0,0 0-8 0,0 0 7 16,0 0-7-16,0 0-2 0,0 0 5 0,0 0-4 15,0 0 9-15,0 0-4 0,0 0 5 0,0 0-8 16,0 0 7-16,0 0-4 0,0 0 5 0,0 0-10 16,0 0 6-16,-13-24-5 0,13 24 7 0,0 0-10 15,0 0 2-15,0 0-3 0,0 0 2 0,0 0-2 16,0 0 2-16,0 0-3 0,0 0-5 0,0 0 4 16,0 0-5-16,0 0 6 0,0 0 4 0,0 0-2 15,0 0-5-15,0 0 4 0,5 32 1 0,-5-32-4 16,0 0 5-16,0 0 2 0,0 0-21 0,3 11 20 15,-3-11 5-15,0 0-9 0,0 0-2 0,0 0 1 16,0 0 3-16,0 0 1 0,0 0 3 0,0 0 4 16,0 0-4-16,2 8 16 0,-2-8-11 0,0 0 1 15,0 0-10-15,0 0 7 0,0 0-4 0,0 0 4 16,0 0-8-16,0 0 3 0,0 0-3 0,0 0 5 16,0 0 15-16,-18-23-8 0,18 23-15 0,0 0 2 15,0 0 0-15,0 0 0 0,0 0 0 0,-3-10 4 16,3 10-10-16,0 0 7 0,0 0-10 0,0 0 11 15,0 0-2-15,0 0-8 0,0 0 9 0,0 0-4 16,0 0-1-16,0 0 1 0,0 0 4 0,0 0 0 16,0 0 2-16,0 0-2 0,0 0 0 0,0 0-2 15,0 0 0-15,0 0 7 0,0 0-9 0,0 0-4 16,0 0 14-16,0 0-1 0,0 0-6 0,0 0 3 16,0 0 4-16,0 0-14 0,0 0 5 0,0 0 2 15,0 0 2-15,0 0-5 0,0 0-11 0,0 0 11 16,0 0 0-16,0 0-11 0,0 0-3 0,0 0-2 15,0 0-6-15,0 0-22 0,0 0-11 0,0 0-10 16,0 0-75-16,-7 15-154 0,7-15 68 0</inkml:trace>
  <inkml:trace contextRef="#ctx0" brushRef="#br0" timeOffset="-185714.02">24032 10579 29 0,'-4'-4'24'0,"4"4"-6"0,0 0-1 0,0 0-9 16,0 0-3-16,0 0-2 0,0 0-2 15,0 0 4-15,0 0 0 0,0 0-2 0,0 0 0 16,0 0-4-16,0 0 0 0,0 0 8 0,0 0-7 0,0 0-2 16,0 0 3-16,0 0 2 0,0 0-5 15,-10 0 3-15,10 0-5 0,0 0 2 0,0 0 7 0,0 0-3 16,0 0-1-16,0 0 2 0,0 0 0 15,0 0-2-15,0 0-5 0,0 0 6 0,0 0-6 0,0 0 0 16,0 0 2-16,0 0 1 0,0 0-1 0,0 0 3 16,0 0-2-16,0 0 3 0,0 0-1 0,0 0-2 15,0 0 2-15,0 0 2 0,0 0 2 0,0 0-3 16,0 0-1-16,0 0 4 0,0 0 1 0,0 0-3 16,0 0 3-16,0 0-1 0,0 0-6 0,0 0-1 15,0 0 0-15,0 0 4 0,0 0 2 0,0 0 1 16,0 0-3-16,0 0-2 0,0 0-3 0,0 0 0 15,0 0 3-15,0 0 3 0,0 0-2 0,0 0 1 16,0 0-2-16,15 12 0 0,-15-12 0 0,12 3 0 16,-6-2 3-16,1 2-6 0,-1-1 0 0,3 2-2 15,-1-1 2-15,-2-2-2 0,1 2-6 0,3-2 4 16,-4 1-6-16,6 0 2 0,-2 0-8 0,0 1-20 16,0-1 10-16</inkml:trace>
  <inkml:trace contextRef="#ctx0" brushRef="#br0" timeOffset="-182847.72">26497 10913 2 0,'0'0'9'0,"0"0"-5"0,0 0 2 0,0 0 1 16,0 0-9-16,0 0 8 0,0 0-3 15,0 0-3-15,0 0 4 0,0 0-1 0,0 0-5 0,27 7 7 16,-21-5-5-16,-6-2-3 0,12 4 4 0,-3-3 3 16,-3 1-4-16,-6-2 3 0,14 4 1 0,-5-1-4 15,0 0-2-15,1 1-1 0,2-1-1 0,-3-1-4 16,1 0-8-16,1-1 4 0</inkml:trace>
  <inkml:trace contextRef="#ctx0" brushRef="#br0" timeOffset="-179188.22">24431 10590 67 0,'0'0'93'0,"0"0"-6"16,0 0-4-16,0 0-6 0,0 0-3 0,0 0-3 16,0 0-6-16,0 0-6 0,0 0-9 15,0 0 6-15,0-9-6 0,0 9 4 0,0 0-6 0,0 0-2 16,0 0-15-16,0 0 5 0,2-10-5 0,-2 10 0 15,0 0 0-15,2-7-3 0,-2 7-3 0,0 0-3 16,0 0-2-16,0 0 3 0,0 0-9 0,1-7 6 16,-1 7-1-16,0 0-7 0,0 0-4 0,0 0-7 15,0 0 2-15,0 0-10 0,0 0 3 0,0 0-11 16,0 0-8-16,0 0-4 0,0 0-3 0,0 0-6 16,0 0-1-16,0 0 8 0,0 0 3 0,0 0 0 15,0 0 4-15,0 0 5 0,-15 17-2 0,15-17-3 16,-6 3 7-16,6-3-2 0,-5 4 2 0,5-4 1 15,-5 5 6-15,5-5 5 0,0 0-5 0,-6 5-1 16,6-5 6-16,-5 4-6 0,5-4 3 0,0 0 4 16,0 0-3-16,-5 4 1 0,5-4 3 0,0 0 0 15,0 0-3-15,0 0 8 0,0 0-1 0,-4 6 3 16,4-6-10-16,0 0 15 0,0 0-5 0,0 0-1 0,0 0 8 16,0 0-5-16,0 0-2 0,0 0 0 0,0 0 1 15,0 0 5-15,0 0-8 0,0 0 9 16,0 0-7-16,0 0 1 0,0 0 5 0,0 0-2 0,0 0 1 15,5 10 8-15,-5-10-7 0,0 0 4 0,0 0 4 16,0 0 24-16,0 0-10 0,0 0 11 0,0 0 4 16,0 0 1-16,0 0 0 0,0 0-4 15,0 0-6-15,0 0-3 0,18-11-5 0,-18 11-2 0,4-9-4 16,-4 9 2-16,3-8-7 0,1 0 1 0,0 4-8 16,-1-2-2-16,2-3 4 0,-1 2-1 0,1 1-4 15,-1-2 2-15,1-1-4 0,1 0 0 0,-1-1-5 16,4 0 6-16,-3 1-4 0,1-1 9 0,-1 1-7 15,2-2-1-15,1 0 2 0,-4 0-2 0,3 1 1 16,-3-1 2-16,1 1-1 0,8-2-2 0,-7 2-3 16,-1 1 2-16,2 2-2 0,-2-2 0 0,3 1 0 15,-1 0 4-15,2-2-5 0,-4 0 0 0,2-1-2 16,2 3 2-16,-2-2-5 0,-2 3 5 0,2-4 0 16,0 4-1-16,-1-3-2 0,1 2 3 0,1-1-7 15,-1 0 8-15,-1 2-6 0,1 0 4 0,-3 0 4 16,0 1-4-16,0 1-3 0,0 0 2 0,-1 0 5 15,-4 5-4-15,7-11 2 0,-2 6 7 0,-3 0-3 16,1 0 9-16,-3 5 4 0,4-7-2 0,-4 7 8 0,5-6-7 16,-5 6 2-16,0 0-3 0,4-6-2 15,-4 6-1-15,0 0-2 0,0 0 1 0,3-5-5 16,-3 5-9-16,0 0 4 0,0 0-2 0,0 0-13 16,0 0-20-16,0 0-26 0,0 0-32 0,0 0-28 0,0 0-33 15,0 0-135-15,0 0-308 0,0 0 137 0</inkml:trace>
  <inkml:trace contextRef="#ctx0" brushRef="#br0" timeOffset="-178242.25">24723 9782 20 0,'0'0'147'0,"0"0"-9"0,0 0 1 16,-2-8-17-16,2 8 2 0,0 0-6 0,0 0-11 0,0 0-1 16,-4-6-6-16,4 6-8 0,0 0-7 0,0 0-5 15,0 0-11-15,0 0-4 0,0 0-3 0,0 0-12 16,0 0 1-16,0 0-10 0,0 0-3 0,0 0-8 16,0 0-2-16,0 0-7 0,0 0 2 0,0 0-7 15,0 0-2-15,0 0 5 0,0 0-4 0,0 0-10 16,10 22 4-16,-5-13 0 0,-2-2-5 0,1-2 2 15,0 2 0-15,1 1-3 0,0 2 4 16,0 0-3-16,0-1 0 0,-1-1 4 0,0 0-5 0,2-1-4 16,-1 1 8-16,-2-2-5 0,2-1 3 0,-3 1-4 15,0 0 1-15,-2-6-1 0,5 9 4 0,-1-5-4 16,-4-4 4-16,2 9-4 0,-2-9 3 0,4 5 1 16,-4-5-6-16,3 5 8 0,-3-5-1 0,0 0 8 15,0 0 7-15,3 5 8 0,-3-5 6 0,0 0 8 16,0 0 5-16,0 0 1 0,0 0-2 0,0 0-7 15,0 0-5-15,0 0-3 0,13-18-5 0,-9 8-2 0,-1 2-2 16,4-2-1-16,-4 1-6 0,1-2 4 16,2-5-5-16,-2 7-1 0,0-2 1 0,1-1-5 15,1 0-1-15,2-1-1 0,-4 0 1 0,0 3 2 16,1-1-6-16,-3 2 2 0,3 0 0 0,-2 3 0 16,-1 0-4-16,-2 6 4 0,4-7-3 0,-4 7 1 15,3-7-3-15,-3 7 1 0,0 0-1 0,4-6-4 16,-4 6 0-16,0 0 1 0,0 0-3 0,0 0 0 15,2-6-14-15,-2 6-9 0,0 0-1 0,0 0-9 0,0 0-15 16,0 0-18-16,0 0-16 0,0 0-27 16,0 0-11-16,0 25-30 0,0-25-23 0,-2 12-125 15,0-5-326-15,2-7 144 0</inkml:trace>
  <inkml:trace contextRef="#ctx0" brushRef="#br0" timeOffset="-177436.76">25030 9885 49 0,'0'0'117'15,"0"0"-3"-15,5-7-14 0,-5 7 8 0,0 0-11 16,0 0 4-16,0 0-8 0,0 0 3 0,4-4-2 16,-4 4-2-16,0 0-6 0,0 0-3 0,0 0 4 15,1-7-8-15,-1 7-5 0,0 0 0 0,0 0-4 16,0 0-6-16,0 0-5 0,0 0-5 0,0 0-6 15,0 0-4-15,0 0-6 0,0 0-3 0,0 0-4 16,0 0-2-16,0 0-2 0,0 0-3 0,0 0-2 16,0 0-1-16,0 0-6 0,0 0-9 0,0 0 8 15,0 0-2-15,0 0 1 0,0 0 0 0,0 0-6 16,0 0 2-16,0 0-5 0,0 0 1 0,0 0 0 16,0 0-2-16,-9-9-1 0,9 9 4 0,0 0-7 15,0 0 3-15,-10 1 0 0,10-1 0 0,0 0-3 16,-11 0 3-16,11 0-3 0,0 0 2 0,-13 4 0 15,13-4 2-15,-10 0-4 0,10 0 1 0,0 0 0 16,-8 1 1-16,8-1-1 0,0 0-3 0,0 0 4 0,-9 3-1 16,9-3-5-16,0 0 5 0,-6 2-5 0,6-2 7 15,0 0-5-15,-8 4-1 0,8-4 0 0,-4 5-1 16,4-5-1-16,-4 7 1 0,4-7 5 16,-3 7 2-16,3-7-2 0,-3 9 0 0,3-9-3 0,-3 10 5 15,3-10-6-15,2 11 1 0,-2-4 4 0,0-7-7 16,1 8 3-16,-1-8 3 0,3 9 2 15,-1-3 0-15,-2-6-4 0,4 8 2 0,0-3 4 16,-4-5-2-16,9 6-4 0,-3-1 5 0,-2-3-2 0,2 2 4 16,2-3-7-16,3 4 1 0,-4-3 0 0,-1-2 0 15,3 3 1-15,-9-3 1 0,12 3-2 0,-6 1 1 16,1-3-3-16,-7-1 3 0,11 3 0 16,-6 0-4-16,-5-3 4 0,5 5-1 0,-1-2 3 15,-4-3 1-15,6 7-3 0,-6-7-5 0,2 7 7 0,-2-7 0 16,0 0 4-16,-1 10-6 0,1-10 2 0,-9 7 3 15,4-3 6-15,-6 0-5 0,2 0 2 0,-2-1 3 16,-1 1 8-16,3-2-1 0,-2 2 3 0,-2-3 0 16,3 1-6-16,2-1 2 0,-2-1 0 0,10 0 0 15,-15-1-4-15,8 2 3 0,7-1-4 0,-13 0-2 16,13 0 3-16,0 0-8 0,-11-1-13 0,11 1-19 16,-7-2-26-16,7 2-35 0,0 0-29 0,0 0-42 15,0 0-34-15,0 0-109 0,0 0-326 0,0 0 145 16</inkml:trace>
  <inkml:trace contextRef="#ctx0" brushRef="#br0" timeOffset="-174817.43">25158 9913 78 0,'0'0'108'15,"0"0"-9"-15,0 0-14 0,0 0-9 0,0 0-4 16,0 0-13-16,0 0 0 0,0 0-7 0,0 0-2 0,0 0-10 16,0 0-2-16,0 0 0 0,0 0-4 15,-4 22 0-15,4-22 1 0,-4 12-1 0,4-12-1 16,-2 11-1-16,2-5-5 0,0-6-4 0,-3 8 1 0,3-8-8 15,0 10 3-15,0-10-10 0,0 0 3 0,-1 8 1 16,1-8-2-16,0 0-1 0,0 0-4 0,-2 7 4 16,2-7-5-16,0 0 4 0,0 0 2 15,0 0-3-15,0 0 0 0,0 0 6 0,0 10 7 0,0-10 2 16,0 0 13-16,0 0 0 0,0 0 11 0,0 0 1 16,0 0 7-16,0 0-5 0,0 0-6 0,0 0-5 15,0 0-1-15,0 0-4 0,0 0-2 16,-2-28-7-16,2 28 0 0,0-11-3 0,0 11-6 0,0-18 0 15,0 9-3-15,3 0 1 0,-1 3-2 0,-2 6-4 16,5-12 4-16,-3 5-1 0,-2 7 0 0,4-7-5 16,-4 7-1-16,2-8-4 0,-2 8 6 0,4-6-5 15,-4 6 1-15,5-4 0 0,-5 4-1 0,0 0-5 16,12-1 7-16,-12 1-9 0,0 0 5 0,13 4-3 16,-9-2 1-16,-4-2 1 0,9 9 0 0,-4-4 0 15,-1 1-2-15,1-2 3 0,-5-4 1 0,5 11-2 16,-2-7 1-16,0 2-2 0,-3-6 1 0,2 8-1 15,-2-8 1-15,3 7 1 0,-3-7 1 0,0 7-2 16,0-7 6-16,0 0-1 0,0 0 6 0,0 0 5 0,0 0 1 16,0 0 5-16,0 0-6 0,0 0-2 15,0 0 5-15,0 0-8 0,0 0 4 0,0 0-2 16,0 0-2-16,0 0 0 0,-7-22-3 0,7 22-1 0,2-14 0 16,-2 14-2-16,5-9 1 0,-4 4-4 0,-1 5 3 15,6-10-7-15,-4 6 5 0,-2 4-2 0,5-9 1 16,-1 6-1-16,-4 3-2 0,6-4 4 0,-6 4-3 15,9-3-2-15,-9 3-2 0,0 0-1 0,11 3 4 16,-11-3-4-16,8 3 5 0,-8-3-2 0,6 6 2 16,-6-6-1-16,4 8 2 0,-2-5-5 0,-2-3 6 15,5 10-3-15,-4-5 4 0,-1-5-7 0,2 14-4 16,-2-8-17-16,0-6-13 0,0 13-21 0,0-6-12 16,0-7-25-16,-2 11-26 0,2-11-12 15,-1 9-131-15,1-9-288 0,-5 7 128 0</inkml:trace>
  <inkml:trace contextRef="#ctx0" brushRef="#br0" timeOffset="-174435.8">25382 9847 23 0,'-8'-5'140'0,"8"5"-9"15,-8 0-17-15,8 0-10 0,0 0-13 0,-15 4-2 0,9-1-6 16,0 0-8-16,1 3-13 0,-1-3-5 15,4 3-7-15,-2 0-10 0,-2-1 4 0,6-5-7 16,-5 13 2-16,3-7-2 0,2-6-5 0,-2 12-7 16,2-12-1-16,0 10 2 0,0-3-4 0,0-7-3 15,0 7-4-15,0-7-1 0,0 0 1 0,6 8 4 0,-6-8-5 16,3 2 0-16,-3-2-1 0,0 0 3 16,0 0 3-16,0 0 10 0,0 0 1 0,13-10-1 0,-8 5-2 15,-5 5 2-15,4-7 5 0,-4 7-3 0,5-8-5 16,-3 2 0-16,-2 6-5 0,4-11 3 0,-1 7-6 15,-3 4 1-15,6-7-4 0,-6 7-2 0,2-5-2 16,-2 5-5-16,6-5 2 0,-6 5 2 0,0 0-6 16,0 0 1-16,0 0-4 0,0 0 2 0,13 10 1 15,-9-5-2-15,-4-5-1 0,6 7 2 0,-2 3-2 16,0-3 3-16,-2-2-4 0,0 4-9 0,2-4-12 16,-1 1-22-16,4 2-19 0,-3 0-21 0,-2-2-31 15,3 1-24-15,-3-3-107 0,-2-4-265 0,2 7 118 16</inkml:trace>
  <inkml:trace contextRef="#ctx0" brushRef="#br0" timeOffset="-174230.79">25479 9846 16 0,'0'0'135'0,"0"0"6"0,0 0-17 16,0 0-12-16,0 0-5 0,0 0-10 0,0 0-5 0,15 12-7 15,-15-12 5-15,8 9-13 0,-4-5-5 0,0 2-4 16,-1-1-14-16,4 1 3 0,-4 0-15 0,1 0-19 16,-4-6-23-16,6 11-33 0,-3-6-26 15,1 0-13-15,-2 0-31 0,-2-5-85 0,2 7-203 0,-2-7 90 16</inkml:trace>
  <inkml:trace contextRef="#ctx0" brushRef="#br0" timeOffset="-174062.44">25558 9868 67 0,'0'0'153'0,"-4"-9"-14"0,4 9-14 16,0 0-19-16,0 0-8 0,0 0-5 0,0 0-9 15,0 0-6-15,-18 14-8 0,13-9-8 0,-3 4 0 16,1 0-4-16,-2-1-11 0,4 3-3 0,-6-2-10 16,4 0-20-16,2 3-20 0,1-2-40 0,-1 0-31 15,1 1-43-15,0-2-62 0,2-4-195 0,-2 1 87 16</inkml:trace>
  <inkml:trace contextRef="#ctx0" brushRef="#br0" timeOffset="-173546.6">25702 9916 51 0,'0'0'192'0,"0"0"-14"0,5-3-8 0,-5 3-14 16,0 0-12-16,0 0-12 0,0 0 5 16,4-6-28-16,-4 6-8 0,0 0-13 0,7-7-4 15,-7 7-10-15,6-6-5 0,-1 2-14 0,2-1-3 0,-2 1 0 16,-1 0-5-16,-4 4 2 0,6-10 1 0,-2 4-4 15,-4 6 1-15,8-10-4 0,-4 5-4 16,-2 1-8-16,1-3 0 0,-3 7-3 0,2-10-3 0,-2 10 3 16,4-7-1-16,-4 7-4 0,0-9-1 0,0 9 1 15,0-8-4-15,0 8-3 0,0 0 4 16,0 0-8-16,-4-11 0 0,4 11-4 0,-6-3-1 16,6 3 2-16,-12-1-4 0,12 1 3 0,-11 0-5 15,11 0 3-15,-18 3-7 0,7 2 0 0,2-3 6 0,-1 3-5 16,-1 1-3-16,2 0 4 0,0 3-4 0,0 0 2 15,0 2-2-15,0 1-2 0,0 2 5 0,1-4-3 16,3 2 2-16,-1 3-3 0,0-1 3 0,2 2 4 0,1-4-4 16,2 0 3-16,1 0 4 0,1-1-2 15,4-2-2-15,-3 1 7 0,4-1-7 0,-2 1 0 16,2-1 1-16,3-1 4 0,0-3-1 0,1 1-1 16,0-1-4-16,2-3-18 0,-1 1-19 0,0-1-22 15,1-2-21-15,3-2-24 0,4 0-30 0,-3-4-21 16,5 2-13-16,-5-3-135 0,0 1-328 0,2 1 146 15</inkml:trace>
  <inkml:trace contextRef="#ctx0" brushRef="#br0" timeOffset="-172589.98">26025 9719 91 0,'0'0'123'0,"0"0"-11"0,0 0-2 0,0 0 0 0,0 0-12 16,0 0-3-16,0 0-1 0,0 0-7 0,0 0 0 15,0 0-10-15,0 0-7 0,0 0-5 0,0 0-6 16,0 0-8-16,0 0 0 0,0 0-5 0,0 0-3 16,0 0 1-16,0 0-5 0,0 0-1 0,0 0-7 15,0 0 3-15,0 0 0 0,-18-5-1 0,18 5-2 16,0 0 3-16,-11 0-2 0,11 0 1 0,-9-1 6 16,9 1-8-16,0 0-2 0,-16 1-4 15,16-1-1-15,-11-1 2 0,11 1 1 0,0 0 0 0,-11-1 0 16,11 1-4-16,0 0 0 0,0 0-5 0,-9-2 3 15,9 2-6-15,0 0-3 0,0 0-1 0,0 0 0 16,0 0 0-16,0 0-3 0,0 0-2 0,0 0-1 16,0 0-1-16,0 0 1 0,0 0 1 0,0 0 2 15,0 0 0-15,0 0-1 0,0 0-5 0,29 2 4 16,-29-2 0-16,14 1 2 0,-8-1-2 0,-6 0-1 16,11 0 3-16,-11 0-2 0,10-1 1 0,-10 1-5 15,9 1 7-15,-9-1 0 0,0 0-3 0,8 1 2 0,-8-1 3 16,0 0-1-16,0 0 4 0,13-1 1 15,-13 1 0-15,0 0-4 0,0 0 0 0,0 0-2 0,8 1 2 16,-8-1-4-16,0 0 1 0,0 0-3 0,0 0 2 16,0 0-2-16,0 0-9 0,0 0-16 0,0 0-25 15,0 0-29-15,0 0-33 0,0 0-23 0,0 0-10 16,7 1-27-16,-7-1-142 0,0 0-333 16,0 0 147-16</inkml:trace>
  <inkml:trace contextRef="#ctx0" brushRef="#br0" timeOffset="-172081.25">26279 9517 2 0,'0'0'190'0,"0"0"-9"0,0-10-11 0,0 10-9 16,0-8-9-16,0 8-4 0,0-9-18 0,0 9-9 15,0 0-4-15,0-11 0 0,0 11-7 0,0 0-4 16,0-10-7-16,0 10-8 0,0 0-8 0,0 0-8 15,0 0-7-15,0 0-9 0,0 0-5 0,-4-6-8 16,4 6-7-16,0 0-2 0,0 0-9 0,0 0 1 16,0 0-5-16,0 0-2 0,0 0-3 0,0 0 1 15,4 24-4-15,-4-24 0 0,0 14-4 16,0-7-1-16,0 3-3 0,2-2 1 0,-2 2-1 0,0-1-2 16,2 1 4-16,-4-1-5 0,2 1 2 0,0-10 0 15,0 14-1-15,0-6 0 0,0 0-2 0,-2-1 2 16,2-7-3-16,2 12 0 0,-2-4 5 0,0-8-5 15,0 10 1-15,2-4 2 0,-2-6 0 0,3 10 0 16,-3-10 0-16,0 8-3 0,0-8 0 0,5 6 4 16,-5-6-4-16,6 5-2 0,-6-5-10 0,7 3-10 15,-7-3-15-15,14 2-18 0,-14-2-24 0,11-2-16 16,-11 2-14-16,13-3-31 0,-6 1-21 0,-2-1-22 16,3 1-126-16,-3-3-331 0,-1 0 146 0</inkml:trace>
  <inkml:trace contextRef="#ctx0" brushRef="#br0" timeOffset="-171880.84">26207 9546 112 0,'-10'-1'175'16,"10"1"-11"-16,-8-1-11 0,8 1-23 0,0 0-6 15,0 0-20-15,0 0-5 0,-9-2-12 0,9 2-9 16,0 0-10-16,0 0-14 0,0 0-4 0,0 0-16 15,0 0-25-15,25-3-20 0,-18 1-24 0,7 1-19 16,-5 1-27-16,1-1-22 0,2-2-91 0,1 2-208 16,-2-2 93-16</inkml:trace>
  <inkml:trace contextRef="#ctx0" brushRef="#br0" timeOffset="-171523.27">26133 9728 135 0,'-9'3'144'0,"9"-3"-2"0,-7 2-4 0,7-2-6 15,0 0-4-15,-8 2-10 0,8-2-11 0,0 0-12 16,0 0-6-16,0 0-6 0,0 0 10 0,0 0-2 16,0 0-1-16,33-2 1 0,-12 0-8 0,10-1-4 15,1-5-8-15,1 2-11 0,1 2-3 0,0-2 0 16,1-2-11-16,-1 3 1 0,-3 0-5 0,-2 0-6 16,1 0-4-16,-10 1-7 0,-4 3 1 0,-2-1-15 0,-3 1-11 15,1 0-20-15,-2-1-15 0,-3 1-21 16,-7 1-11-16,11-2-33 0,-11 2-9 0,7-1-6 15,-7 1-8-15,0 0-13 0,0 0-20 0,0 0-83 16,4 8-258-16,-4-8 114 0</inkml:trace>
  <inkml:trace contextRef="#ctx0" brushRef="#br0" timeOffset="-170885.6">26448 9775 192 0,'0'0'243'0,"-2"-10"-6"0,2 10-17 0,0 0-7 15,0 0-15-15,0 0-15 0,-2-7-14 0,2 7-23 16,0 0-15-16,0 0-11 0,0 0-18 0,0 0-14 16,0 0-10-16,0 0-5 0,0 0-8 15,0 0-8-15,0 0-6 0,0 0-5 0,0 26-4 0,0-19-1 16,0-7-7-16,0 15-4 0,0-7 0 0,0 0-5 16,2-1-5-16,-2 3 6 0,0-3-8 0,0-7-4 15,0 12 2-15,2-7-17 0,-2-5-19 16,2 11-19-16,-2-11-15 0,0 0-18 0,0 9-7 0,0-9-9 15,0 0-2-15,2 7 2 0,-2-7-20 0,0 0-20 16,0 0-13-16,0 0-6 0,0 0 5 0,0 0-4 16,0 0-3-16,0 0 14 0,-2-27-79 0,2 27-232 15,2-12 104-15,-2 5 904 0,0 7-622 0,0-16 23 16,0 7 17-16,0-1 20 0,2 2-1 0,-2-2 25 16,0 3 18-16,2-3 11 0,-2 10 14 0,0-13 5 15,3 7-1-15,-1-1-6 0,-2 7 0 0,2-11-3 16,-2 11 3-16,2-9 5 0,-2 9-8 0,8-6-8 15,-8 6-5-15,4-5-1 0,-4 5-7 0,0 0 1 16,0 0-10-16,0 0 3 0,0 0-6 0,0 0 2 16,0 0 2-16,13 14-5 0,-13-14-5 0,-2 12 3 15,2-12-2-15,-4 11-6 0,-1-3 1 0,3-1 3 16,-2 2-6-16,-2-3 1 0,6-6-4 0,-6 10 3 16,4-5-7-16,2-5-1 0,-5 9 0 0,5-9 0 15,-4 7 1-15,4-7 0 0,0 0-4 0,0 7 2 16,0-7-2-16,0 0 0 0,4 7-5 0,-4-7-11 0,9 2-19 15,-9-2-36-15,14 1-6 0,-5-2-37 16,0-1-13-16,2 1-16 0,-2 0-126 0,0-3-286 16,-3 3 127-16</inkml:trace>
  <inkml:trace contextRef="#ctx0" brushRef="#br0" timeOffset="-170626.35">26603 9758 95 0,'2'-5'158'0,"-2"5"5"16,0 0 1-16,0 0-2 0,0 0-9 0,0 0-10 0,0 0-12 15,0 0-12-15,2-7-11 0,-2 7-7 0,0 0-14 16,0 0-11-16,0 0-9 0,0 0-7 0,0 0-4 16,0 0-4-16,0 0 6 0,0 0 1 15,0 0-2-15,4 19-6 0,-4-19-1 0,1 10-2 0,-1-10-3 16,0 10-5-16,0-10-1 0,4 9 0 0,-4-9-8 16,0 10 1-16,0-10-3 0,4 7-2 0,-4-7-5 15,5 7 2-15,-5-7-5 0,3 8 0 0,-3-8 0 16,6 6-1-16,-2-1-2 0,1-3 0 0,-5-2-3 15,7 3-21-15,-7-3-15 0,11 4-25 0,-6-4-25 16,-5 0-31-16,13 0-27 0,-13 0-23 0,16-2-22 16,-7-2-150-16,-1 3-351 0,0-3 156 0</inkml:trace>
  <inkml:trace contextRef="#ctx0" brushRef="#br0" timeOffset="-170386.27">26921 9671 149 0,'0'0'182'0,"7"-4"-11"16,-7 4-11-16,0 0-17 0,0 0-11 0,0 0-10 16,0 0-11-16,0 0-1 0,0 0-2 0,-22 12-5 15,13-4-1-15,-2-1-11 0,2 2-5 0,-3 1 1 16,3-1-6-16,-1-2-3 0,5 1-10 0,-3 0-1 16,2-4-9-16,4 1-8 0,-2-1-5 0,4-4-2 15,-3 10-3-15,1-4-6 0,2-6 0 0,0 0-1 16,2 13-1-16,3-9-3 0,-5-4-3 0,11 5-3 15,1-2-6-15,-2-2-30 0,1 0-36 0,1-1-42 16,-1-1-49-16,3-2-47 0,-3 2-170 0,2-1-385 16,-3-2 172-16</inkml:trace>
  <inkml:trace contextRef="#ctx0" brushRef="#br0" timeOffset="-170102.75">26559 9690 53 0,'0'0'151'16,"0"0"-24"-16,0 0-15 0,0 0-11 0,17-14-7 0,-6 12-20 16,5-3-17-16,3 1-23 0,4-2-14 0,2 0-21 15,4-1-20-15,0 1-48 0,-8 1-53 16,7-2-133-16,2 0 59 0</inkml:trace>
  <inkml:trace contextRef="#ctx0" brushRef="#br0" timeOffset="-168901.09">25065 10226 90 0,'-3'-8'87'0,"3"8"-8"0,0 0-9 0,0 0-6 16,0 0-7-16,0 0-5 0,0 0-8 0,11-7 10 16,-11 7-10-16,8-2 1 0,0 0-5 15,-8 2 3-15,15-3-8 0,-6 2 5 0,5-1-1 0,1 0 1 16,4 0-6-16,2-1-1 0,0-3-1 15,9 1-1-15,2 0-7 0,2-4-4 0,3 3 0 16,1-1 0-16,12-4-1 0,-12 5-18 0,10-4 12 0,4 3 2 16,-15 0-4-16,15-1 0 0,-13 4-5 0,16-8-1 15,-4 5-4-15,-2-4-14 0,-11 3 6 0,2 1 6 16,-1-3-3-16,-1 3 1 0,-2-2-5 0,1 3-2 16,1-1 2-16,-2 0 4 0,-3-2-8 0,1 3-2 15,-3-1-5-15,-1-2 7 0,1-1-3 0,-4 3 4 16,2 0 2-16,-2 1 3 0,-9-2 2 0,11 2 3 15,-9 2-4-15,1-1 2 0,-3 1-3 0,2-2-8 16,-1 3 7-16,-2-5-1 0,1 2 2 16,0 2-13-16,-2 1 21 0,1-4-5 0,-3 5 2 0,1-3 3 15,2 2 7-15,-2-3-11 0,-1 3 1 0,-3 0-1 16,1-1-3-16,1 2 3 0,-2-1 5 0,3 1-3 16,-2-2 3-16,1 0 1 0,-3 0-8 0,-1 2 11 15,1 1-10-15,-2-2 8 0,1-1-8 0,-2 1 6 16,0 1-14-16,-2 0 19 0,-5 2-3 0,13-3 2 15,-7 0-5-15,-6 3 1 0,12-4 2 0,-6 2 4 16,1 0-3-16,-7 2 4 0,14-2-8 0,-7 0 2 16,-7 2-3-16,10-3-3 0,-5 2-5 0,-5 1 20 15,12-3-12-15,-12 3-5 0,11-4 7 0,-5 2-7 16,-6 2 9-16,12-3-5 0,-8 2-7 0,-4 1 1 16,11-3 0-16,-11 3-3 0,11 0 0 0,-11 0-7 15,10-2-7-15,-10 2-5 0,0 0-3 0,10-1-4 16,-10 1-9-16,0 0 6 0,0 0-10 0,0 0 0 15,7-2-7-15,-7 2-6 0,0 0-38 0,0 0-108 16,0 0 48-16</inkml:trace>
  <inkml:trace contextRef="#ctx0" brushRef="#br0" timeOffset="-163215.22">26856 10979 58 0,'0'0'86'0,"0"0"-14"15,0 0-4-15,0 0-17 0,0 0-20 0,0 0-7 16,0 0-27-16,0 0-62 0,0 0-70 0,0 0 31 16</inkml:trace>
  <inkml:trace contextRef="#ctx0" brushRef="#br0" timeOffset="-160986.22">26933 10975 28 0,'0'0'115'0,"0"0"-5"0,0 0-20 0,0 0 14 0,0 0-25 16,0 0 0-16,0 0-4 0,0 0-4 15,0 0-6-15,0 0-5 0,0 0-10 0,0 0-4 16,0 0-8-16,0 0 0 0,0 0-6 0,0 0-3 15,0 0-7-15,0 0 1 0,0 0-5 0,0 0-16 0,0 0-7 16,0 0-10-16,5-4-8 0,-5 4-7 16,0 0-19-16,0 0-3 0,0 0-20 0,0 0-83 15,0 0-168-15,0 0 75 0</inkml:trace>
  <inkml:trace contextRef="#ctx0" brushRef="#br0" timeOffset="-159291.28">26883 10977 33 0,'9'-6'82'0,"-9"6"-6"0,0 0-11 0,0 0-1 16,0 0-17-16,0 0 6 0,0 0-4 0,0 0-9 15,0 0-11-15,0 0-11 0,0 0-10 0,0 0-18 16,0 0-11-16,0 0-32 0,0 0-27 0,0 0-87 15,0 0 38-15</inkml:trace>
  <inkml:trace contextRef="#ctx0" brushRef="#br0" timeOffset="-156336.33">11692 11788 36 0,'0'0'71'15,"0"0"-6"-15,0 0-5 0,0 0-1 0,0 0-12 16,0 0-8-16,0 0 2 0,0 0-6 0,0 0-7 16,0 0-1-16,0 0 4 0,0 0-8 0,0 0 7 15,0 0 5-15,0 0 5 0,0 0 8 16,0 0 0-16,28 5-1 0,-15-7-9 0,6 4-11 0,-1-1 10 15,2-1-1-15,0 2 7 0,0-2-7 0,3 0-8 16,-1 2 2-16,3 1-6 0,-2-1 7 0,7 0-7 16,-2 0 9-16,1-2 2 0,2-2-3 0,1 2-1 15,-2 0 1-15,3 0-3 0,-2-2-3 0,0 2-3 16,1 0 2-16,-3 0-3 0,1-2-6 0,-1 2-1 16,-7-1-1-16,6 1 6 0,-2 1-11 0,-5-1 2 15,1 0 3-15,1 0 1 0,-4 0-2 0,4 0 1 16,-2-1 0-16,8-1 1 0,-1 2 1 0,-1-3-3 15,2 2-1-15,-2-3 0 0,-6 1-6 0,8 1 9 16,-9-2-5-16,7 0 4 0,0-1-3 0,2 0-3 16,-2-2-4-16,-6 2 9 0,6-1-9 0,-1 0 1 0,-5 2 3 15,1-2-5-15,5-1-8 0,-7 2 13 16,0 0-14-16,1 0 12 0,-1-3-3 0,0 2 2 16,-1 1 2-16,-2 1-1 0,1-4 6 0,-2 3-6 15,4-2 4-15,-5-2-8 0,2 1 1 0,-2-1-1 16,3 0 1-16,-5 1-3 0,1 1 0 0,-1-3-1 15,3 0 2-15,-5 2-2 0,3-1 2 0,-3-3-1 16,0 5 3-16,-1-1 2 0,1-5-4 0,2 1 8 16,-3 2-7-16,2-4 2 0,-3-1-3 0,5 2 3 15,-3 3 3-15,3-5 3 0,-3 2-6 0,0 1 5 0,1-1 0 16,-2 4-9-16,-1-2 3 0,1 0 5 16,-3 3 4-16,1-2-4 0,0 3-4 0,0-4 2 15,-1 3-1-15,1-3 6 0,-3 2-1 0,5-1-10 16,-6-1 4-16,5-2 1 0,-3 3-1 0,2 0 3 0,-2-1-1 15,-1 0-1-15,1-1-5 0,-1 1 3 0,-3-1-6 16,5 0 4-16,-5 1 0 0,1-2 2 16,-1 1-6-16,0-1 1 0,0 1 0 0,-2 0 3 0,0-4 6 15,-2 3-4-15,2 2-4 0,-2-1 2 0,-3-1-4 16,3 2 0-16,-3 0 1 0,-2 0-1 0,1-1 4 16,1 0-5-16,-3 2-1 0,2 0 5 0,-5-4-1 15,3 5-2-15,1-1 3 0,-2 1 1 0,0 2 1 16,-2-1-2-16,1-1-10 0,-5 1 18 0,-1-4-9 15,3 4-2-15,-5-1 1 0,7 2 1 0,-2-4-4 16,-1 2 5-16,-2-1-3 0,4 2 3 16,-3-2 1-16,-3 1-1 0,3-2-1 0,-4 2 1 0,1-2 0 15,1 5 0-15,-2-4-2 0,-6-2-1 0,6 3 2 16,0 2-2-16,-8-4-2 0,8 5 3 0,-4 1 1 16,-2-4-6-16,-2 2 6 0,7 3-4 0,-7-2 4 15,4 0-1-15,-3 0-2 0,-1 0 3 0,7 1 0 16,-1 1-1-16,-2 0-4 0,1 2 6 0,-2-2 1 15,3 1-3-15,-1 1-2 0,2-1 7 0,-3 2-6 16,5-1 2-16,-1 1-5 0,0 0 2 0,-1 1-2 16,0-2 5-16,0-1-3 0,2 2 3 0,-1 1 3 15,1-2-10-15,1 4 8 0,-4 0-4 0,4 0 1 16,-4 0 4-16,1-1-3 0,2 2-3 0,-2 1 5 16,-1 0-2-16,1 1 0 0,0-1 4 0,0 2-2 15,0 1-2-15,-1-3 4 0,1 3 1 0,1-1-5 0,-2 2 3 16,2-3-1-16,2 1-2 0,-5 1 5 15,2 0-14-15,1 0 13 0,-1 0-3 0,0 0 4 16,0 1-3-16,1-1 0 0,2 1-7 0,-2 1 8 16,0-1 0-16,1 0 1 0,-1-1-2 0,2 1 1 0,0 0-3 15,0 1 0-15,-1 0 5 0,1 1-4 16,0-2-2-16,2 1 6 0,1 0-5 0,-1 1 3 16,0-1 0-16,0 0-2 0,-1 0-1 0,3 1 1 15,-3-2-1-15,1 1 2 0,0 1-3 0,5-2 0 0,-4 1 1 16,5-2 8-16,-4 5-7 0,2-4 2 15,-2 3 0-15,1-1 1 0,2 0-5 0,0 2 2 0,1-2 0 16,-2 1 4-16,2-2-4 0,2 1-3 16,-5 1 5-16,4 0-1 0,1-2 1 0,-2-1-2 0,1 2 2 15,0-1-5-15,1 0 3 0,1 1-4 0,-2-1 5 16,4 0-1-16,-3 0 3 0,2 0 0 0,0-1-1 16,1 0-6-16,0 1 6 0,0-2-4 15,2 2 1-15,0-2 4 0,2-7 1 0,-2 16-8 0,0-7 2 16,1 1 1-16,1-3 5 0,0 2-4 0,0-2 2 15,0-7-2-15,0 16-1 0,1-8-5 0,1-1 2 16,0 1 8-16,2 1 0 0,-2-2-1 0,4 3 2 16,-4-3 0-16,4 2-8 0,-1 0 6 0,1-2-8 15,-2 2 14-15,1-3-5 0,2 1-2 0,0 2 10 16,-1 0-8-16,3-1-4 0,-2 1 0 0,0-1 3 16,0 1 2-16,1 0-4 0,0-1 1 0,1 1 4 15,-1-2-3-15,-3 2-3 0,4-3 7 0,-3 2-6 16,2 0 2-16,-1-2 3 0,-2 2-1 0,3-2-3 15,0-1-1-15,-1 2-1 0,0-1-2 0,0-1 5 16,-1 1 2-16,3 1-3 0,0-2-2 0,2 2 0 16,-2-3 10-16,0 2-11 0,1-1 8 0,-1 0 3 15,1 0-18-15,-2-1 11 0,-1 1-2 0,1-1 4 16,0 1-7-16,0-2 2 0,1 1 6 0,2 1-8 16,-5-3 1-16,6 2 4 0,-3 0-11 0,2 0 9 15,1 0 2-15,0-2 3 0,2 1-3 0,2 1 0 16,-2-2 2-16,3 1 1 0,0-1-3 0,-2 1 7 15,4-2-5-15,-1 0-1 0,3-1-2 0,0 0 0 16,-1 0-1-16,2 0 3 0,-1 0 0 0,2-1-3 16,-2 0-3-16,0 1 2 0,0-1-3 0,0-1-13 0,-1 1-23 15,1-1 3-15,-4 2-20 0,2-2-14 0,0 2-13 16,0-2-21-16,0 2-19 0,-2 0-111 16,1 0-253-16,-5-1 112 0</inkml:trace>
  <inkml:trace contextRef="#ctx0" brushRef="#br0" timeOffset="-152738.34">23917 10574 42 0,'0'0'53'0,"0"0"0"0,0 0-2 0,0 0-3 0,0 0-3 15,0 0-11-15,0 0 3 0,0 0-8 0,0 0 1 16,0 0-17-16,0 0 3 0,0 0 0 0,0 0-7 15,0 0-4-15,0 0-2 0,0 0-3 0,0 0-5 16,0 0-1-16,0 0-11 0,26 1 3 0,-26-1-6 16,12 2 0-16,-5-2-14 0,-1 2-2 0,-6-2-20 15,17 2-59-15,-10-2 26 0</inkml:trace>
  <inkml:trace contextRef="#ctx0" brushRef="#br0" timeOffset="-148866.47">26781 10973 5 0,'0'0'7'0,"0"0"0"0,0 0-4 0,0 0 0 0,0 0 2 15,0 0 4-15,8 0-4 0,-8 0 0 0,0 0-4 16,0 0 5-16,11 0-1 0,-11 0 0 0,0 0-3 16,10 2-3-16,-10-2 4 0,0 0 3 0,6 0-5 15,-6 0 3-15,0 0-5 0,7 2 2 0,-7-2-4 16,0 0 6-16,8 2-2 0,-8-2 4 0,5 3-2 15,-5-3 5-15,0 0-5 0,10 2 5 0,-10-2-5 16,0 0-1-16,8 2 5 0,-8-2 5 0,0 0-5 16,0 0 7-16,5 3-2 0,-5-3 5 0,0 0 2 15,0 0-6-15,0 0 2 0,0 0 4 0,0 0 2 16,0 0-1-16,0 0-3 0,0 0-1 0,0 0 1 16,10 1-5-16,-10-1-2 0,0 0 6 0,0 0-5 15,0 0 2-15,0 0 1 0,0 0 4 0,0 0-6 16,0 0 3-16,0 0 3 0,0 0-4 0,0 0 0 15,0 0 3-15,0 0 3 0,0 0-4 0,0 0 7 16,0 0-3-16,0 0 2 0,0 0-5 0,0 0-5 16,0 0-2-16,0 0 9 0,0 0-7 0,0 0-6 15,0 0 8-15,0 0-14 0,0 0 0 0,0 0 6 16,0 0 1-16,0 0-2 0,0 0 7 0,0 0-9 16,0 0 4-16,0 0-5 0,0 0 4 0,0 0-4 15,0 0-1-15,0 0 8 0,0 0-13 0,0 0 12 16,0 0-4-16,0 0-4 0,0 0 5 0,0 0-5 15,0 0 3-15,0 0 2 0,0 0-2 0,0 0 0 0,0 0 3 16,0 0-4-16,0 0-8 0,0 0 6 16,0 0 2-16,0 0 0 0,0 0 5 0,0 0-6 0,0 0 4 15,0 0-7-15,0 0 2 0,0 0-3 16,0 0-1-16,0 0 2 0,0 0 0 0,8 0 9 0,-8 0-12 16,0 0 8-16,0 0-6 0,0 0-5 0,0 0 9 15,0 0-2-15,0 0-7 0,0 0 6 16,0 0 4-16,0 0-2 0,0 0 4 0,0 0-4 15,0 0-7-15,0 0 12 0,0 0-5 0,0 0 1 0,0 0 4 16,0 0 4-16,0 0-2 0,0 0 5 0,0 0-4 16,0 0 5-16,0 0-11 0,0 0 14 0,0 0-2 15,0 0 1-15,0 0-2 0,0 0 4 16,0 0-5-16,0 0 1 0,0 0-6 0,0 0 23 0,0 0-15 16,0 0 4-16,0 0-4 0,0 0-1 0,0 0 0 15,0 0 3-15,0 0-1 0,0 0 3 0,0 0-4 16,0 0-7-16,0 0 5 0,0 0 5 0,0 0 2 15,0 0-4-15,0 0-7 0,0 0-4 0,0 0 8 16,0 0-3-16,0 0-5 0,0 0-6 0,0 0 4 16,0 0 2-16,0 0-9 0,0-12 12 0,0 12-4 15,0 0 0-15,0 0 0 0,0 0-6 0,0 0-9 16,0 0 18-16,0 0 0 0,0 0-12 0,0 0 2 16,0 0 6-16,0 0-5 0,0 0-5 0,0 0 4 15,0 0 0-15,0 0-5 0,0 0-1 0,0 0 0 16,0 0 4-16,0 0 0 0,0 0-7 15,0 0-6-15,0 0 7 0,0 0-7 0,0 0-7 0,0 0-7 16,0 0-1-16,0 0-7 0,0 0-4 0,0 0 0 16,0 0-3-16,0 0-4 0,0 0-13 0,0 0-66 15,0 0-142-15,0 0 63 0</inkml:trace>
  <inkml:trace contextRef="#ctx0" brushRef="#br0" timeOffset="-145289.6">26928 10982 54 0,'0'0'63'0,"0"0"-8"0,0 0-5 0,0 0-7 16,0 0 0-16,0 0-5 0,0 0-4 0,5-5-18 15,-5 5 2-15,0 0-6 0,0 0-2 0,0 0-19 16,0 0-10-16,0 0-9 0,0 0-36 0,0 0-68 15,0 0 30-15</inkml:trace>
  <inkml:trace contextRef="#ctx0" brushRef="#br0" timeOffset="-143059.22">26937 11013 24 0,'0'0'49'0,"0"0"2"15,0 0-4-15,0 0-10 0,0 0 1 0,0 0-2 16,0 0-4-16,0 0-5 0,0 0-4 0,5-9 4 16,-5 9-5-16,0 0-13 0,0 0 10 0,0 0-10 15,0 0 5-15,0 0-2 0,0 0-7 0,0 0-6 16,0 0 2-16,0 0-9 0,0 0-4 0,0 0 4 16,0 0-8-16,0 0-3 0,0 0-4 0,0 0-2 15,0 0 1-15,0 0-8 0,0 0-21 0,0 0-56 16,0 0 25-16</inkml:trace>
  <inkml:trace contextRef="#ctx0" brushRef="#br0" timeOffset="-132292.68">26933 11032 8 0,'0'0'25'0,"0"0"-2"0,0 0 4 15,0 0-5-15,0 0-5 0,0 0 4 0,0 0-8 16,0 0 0-16,0 0-2 0,0 0-2 0,0 0 1 16,0 0-7-16,0 0-1 0,0 0 0 0,0 0 7 15,0 0-8-15,0 0 5 0,0 0-4 0,0 0-3 16,0 0 1-16,0 0-3 0,0 0-7 0,0 0 6 16,0 0 1-16,0 0 2 0,0 0-2 0,0 0 3 15,0 0 4-15,0 0-6 0,0 0 2 0,0 0-4 16,0 0 8-16,0 0-3 0,0 0 1 0,0 0-1 0,0 0 0 15,0 0 1-15,0 0-1 0,0 0-2 16,0 0 2-16,0 0 3 0,0 0-7 0,0 0 3 16,0 0 6-16,0 0-5 0,0 0 4 0,0 0 1 15,0 0 0-15,0 0-6 0,0 0 3 0,0 0 2 0,0 0-3 16,0 0-2-16,0 0 2 0,0 0-1 0,0 0-6 16,0 0 9-16,0 0-1 0,0 0-2 15,0 0-3-15,0 0 7 0,0 0-1 0,0 0-2 16,0 0-4-16,0 0 3 0,0 0 1 0,0 0 2 15,0 0 7-15,0 0-3 0,0 0 1 0,0 0-4 0,0 0 9 16,0 0-2-16,0 0-5 0,0 0 2 16,0 0 2-16,0 0-9 0,0 0 6 0,0 0 2 15,0 0-3-15,0 0-2 0,0 0-1 0,0 0 2 16,0 0 4-16,0 0-9 0,0 0-2 0,0 0 0 0,0 0 6 16,0 0-4-16,0 0 0 0,0 0-1 0,0 0-1 15,0 0 6-15,0 0-6 0,0 0 6 16,0 0-3-16,0 0-1 0,0 0-4 0,0 0 6 15,0 0-6-15,0 0 1 0,0 0 2 0,0 0 1 0,0 0 1 16,0 0 0-16,0 0-6 0,0 0 4 0,0 0-1 16,0 0 3-16,0 0-2 0,0 0 4 0,0 0 3 15,0 0 5-15,0 0-1 0,0 0 0 16,0 0 0-16,0 0-5 0,0 0 7 0,0 0 2 0,0 0-3 16,0 0-1-16,0 0 4 0,0 0-2 0,0 0-6 15,0 0-5-15,0 0 9 0,9 1-10 0,-9-1 2 16,0 0 4-16,0 0-8 0,0 0 0 0,0 0 7 15,0 0-13-15,0-8 10 0,0 8 3 0,0 0-2 16,0 0 0-16,0 0-1 0,0 0 3 0,4-8-2 16,-4 8-5-16,0 0 4 0,0 0-2 0,0 0 3 15,0 0-4-15,2-7-1 0,-2 7-1 0,0 0-10 16,0 0 14-16,0 0-3 0,0 0-6 16,0 0 8-16,0 0-7 0,3-7 6 0,-3 7-11 0,0 0 8 15,0 0-2-15,2-6 4 0,-2 6-6 0,0 0-3 16,0 0-5-16,4-6 0 0,-4 6 4 0,0 0 0 15,0 0-3-15,4-6-5 0,-4 6-1 0,4-4 5 16,-4 4-1-16,0 0 6 0,0 0-1 0,6-8-2 16,-6 8-5-16,0 0 3 0,5-5-6 0,-5 5 4 15,0 0 3-15,4-6-1 0,-4 6-4 0,4-4 8 16,-4 4-9-16,4-7 8 0,-4 7-4 0,0 0 0 16,5-6 4-16,-5 6 3 0,0 0 0 0,3-9 1 15,-3 9-1-15,0 0 3 0,2-7 3 0,-2 7-2 16,0 0-3-16,5-6 3 0,-5 6-16 0,0 0-21 15,4-8 9-15</inkml:trace>
  <inkml:trace contextRef="#ctx0" brushRef="#br0" timeOffset="-129317.8">27330 10540 32 0,'0'0'44'0,"0"0"1"0,0 0-5 15,0 0-7-15,-3-7 3 0,3 7-2 0,0 0-3 16,0 0-1-16,0 0-4 0,0 0-3 16,0 0 5-16,0 0-2 0,0 0-4 0,0 0 1 15,-4-7-1-15,4 7 3 0,0 0 4 0,0 0-9 0,0 0-1 16,0 0 5-16,0 0-11 0,0 0 1 0,-4-7 4 15,4 7-3-15,0 0 5 0,0 0-3 0,0 0-3 16,0 0 3-16,0 0-3 0,0 0-1 16,0 0 4-16,0 0-4 0,0 0-3 0,0 0 2 0,0 0-16 15,0 0 17-15,0 0-4 0,0 0-7 0,-4-6-2 16,4 6 10-16,0 0-3 0,0 0-2 0,0 0-2 16,0 0 0-16,0 0-6 0,0 0-7 0,0 0 10 15,0 0-4-15,0 0 7 0,0 0-10 0,0 0-4 16,0 0 1-16,0 0 7 0,0 0 0 0,0 0-4 15,0 0-3-15,0 0 1 0,0 0 8 0,0 0 3 16,0 0-5-16,0 0-1 0,0 0-1 0,0 0 5 16,0 0-4-16,0 0 11 0,0 0-9 15,0 0 4-15,0 0 1 0,0 0-1 0,0 0 2 0,0 0-2 16,0 0 0-16,0 0-5 0,12-6 2 0,-12 6 0 16,0 0 3-16,0 0 0 0,0 0 3 0,0 0-1 15,0 0 3-15,0 0-6 0,0 0 7 0,0 0-9 16,0 0 9-16,0 0 1 0,0 0 0 0,0 0-6 15,0 0 5-15,0 0-7 0,0 0 3 0,0 0 3 16,0 0-1-16,0 0 0 0,0 0 6 0,0 0-17 16,0 0 5-16,0 0 0 0,0 0-7 0,0 0 3 15,0 0 4-15,0 0-4 0,0 0 8 0,0 0-4 16,0 0-1-16,0 0 1 0,0 0-5 0,0 0 0 16,0 0 7-16,0 0 4 0,0 0-8 0,0 0-1 15,0 0 9-15,0 0 2 0,0 0-7 0,0 0-9 16,0 0 12-16,0 0-6 0,1 19 6 0,-1-19-3 15,0 0 7-15,0 0-5 0,0 0 5 0,0 0 0 16,0 7-10-16,0-7 10 0,0 0 1 0,4 6-13 16,-4-6 12-16,0 0 4 0,0 0 0 0,0 0-5 15,0 8 4-15,0-8 3 0,0 0-3 0,0 0 1 16,0 0 9-16,0 0-10 0,0 0 0 0,0 8-1 16,0-8 1-16,0 0-3 0,0 0 3 0,0 0-5 15,0 0 4-15,0 0-1 0,3 7-5 0,-3-7-2 16,0 0 8-16,0 0-1 0,0 0-4 0,0 0-2 0,0 0 5 15,0 0-2-15,0 0-4 0,0 0 4 16,0 0 5-16,0 0-6 0,-3 10-2 0,3-10 0 16,0 0 5-16,0 0-6 0,0 0 6 0,0 0-2 15,0 0 1-15,0 7-1 0,0-7-7 0,0 0 8 0,0 0 0 16,0 0-7-16,0 0 3 0,3 8 0 0,-3-8 0 16,0 0-2-16,0 0-2 0,0 0 9 0,3 6-3 15,-3-6-2-15,0 0-2 0,0 0 3 16,0 0-3-16,0 0 3 0,0 0 3 0,2 6 2 0,-2-6-6 15,0 0-3-15,0 0 2 0,0 0 2 0,0 0 1 16,0 0-6-16,0 0 7 0,0 0-10 0,0 0 2 16,4 5 4-16,-4-5 3 0,0 0-9 0,0 0 8 15,0 0-2-15,0 0 3 0,0 0 1 0,2 6 3 16,-2-6-5-16,0 0 12 0,0 0-12 0,0 0 6 16,0 0 1-16,0 9-3 0,0-9-4 0,0 0 4 15,0 0-8-15,0 0 10 0,0 0-9 0,0 8 0 16,0-8 9-16,0 0-7 0,0 0-1 0,0 0-5 15,0 0 4-15,0 0 4 0,0 9-1 0,0-9 3 16,0 0 0-16,0 0 0 0,0 0-5 0,0 0-5 16,2 7-3-16,-2-7 8 0,0 0-1 0,0 0 1 15,0 0 0-15,0 0 5 0,0 0-7 0,0 7 0 16,0-7 3-16,0 0-3 0,0 0 3 0,0 0-2 16,0 0 8-16,0 0-4 0,0 0-4 0,0 0 2 15,0 0-2-15,0 0 4 0,0 0-5 0,0 0-1 0,0 0 5 16,0 0 2-16,0 0-9 0,0 0 5 15,0 0-5-15,0 0-1 0,0 0 5 0,0 0-1 16,0 0 1-16,0 0-4 0,0 0 0 0,0 0 18 16,0 0-17-16,0 0 1 0,0 0 3 0,0 0 6 0,0 0-4 15,0 0-4-15,0 0 1 0,0 0 1 0,0 0-3 16,0 0 4-16,0 0-1 0,0 0 2 16,0 0-1-16,0 0 1 0,0 0 4 0,0 0 2 15,0 0-2-15,0 0 0 0,0 0-2 0,0 0 0 0,0 0-4 16,0 0 2-16,0 0 2 0,0 0-4 0,0 0 2 15,0 0 3-15,0 0-1 0,0 0-4 16,0-28-3-16,0 28 9 0,-2-10-11 0,2 10 9 16,0-8 2-16,0 8-5 0,0-10-1 0,0 10 2 0,0-11 6 15,0 11-11-15,0-9 2 0,0 9 1 0,-2-10 5 16,2 10-3-16,0 0-5 0,0-11 3 0,0 11-2 16,2-7 0-16,-2 7-2 0,0 0 2 0,0 0-1 15,0-10 0-15,0 10 3 0,0 0-6 0,0 0 4 16,0 0 0-16,0 0-8 0,0 0-2 0,-4-10 9 15,4 10-1-15,0 0 4 0,0 0-3 0,0 0 1 16,0 0 5-16,0 0-4 0,0 0 1 0,0 0-4 16,0 0 3-16,0 0-3 0,0 0 9 0,0 0-7 15,0 0 0-15,0 0 0 0,0 0-2 0,0 0 7 16,0 0-10-16,0 0 2 0,0 0 5 0,0 0-10 16,2-8 1-16,-2 8 6 0,0 0 0 0,0 0-3 15,0 0-3-15,0 0 5 0,0 0 2 0,0 0-8 16,0 0 1-16,0 0 6 0,0 0 4 0,0 0-8 15,0 0 3-15,0 0-1 0,-2 25 3 0,2-25 3 16,-2 10-2-16,2-10 4 0,0 9-8 0,0-9 3 16,-2 9-4-16,2-9-2 0,0 8 9 0,0-8-2 15,-1 9-3-15,1-9 4 0,-2 9-1 0,2-9 3 16,-3 10-1-16,3-10-6 0,0 6 3 0,0-6-5 16,0 0 6-16,-2 10 4 0,2-10-3 0,-2 6-2 0,2-6 3 15,-3 7-3-15,3-7-1 0,0 0-6 0,-1 9 13 16,1-9-3-16,0 0 0 0,0 0-4 15,-1 8 0-15,1-8-6 0,0 0 8 0,0 0 0 16,0 0-4-16,0 0 4 0,0 0 1 0,0 0-5 0,-2 9 5 16,2-9 2-16,0 0-4 0,0 0 5 0,0 0-7 15,0 0 8-15,0 0-4 0,0 0 1 0,0 0 3 16,0 0-3-16,0 0-11 0,0 0-12 0,0 0-8 16,0 0-27-16,0 0-35 0,0 0-34 0,0 0-94 15,0 0-236-15,0 0 105 0</inkml:trace>
  <inkml:trace contextRef="#ctx0" brushRef="#br0" timeOffset="-80905.99">31214 10887 8 0,'0'0'37'0,"0"0"-4"0,0 0-5 16,1-8 1-16,-1 8-4 0,0 0-7 0,0 0 1 15,4-7 1-15,-4 7-4 0,0 0-3 0,3-5-3 16,-3 5 0-16,0 0 2 0,4-7-3 0,-4 7 0 15,0 0-2-15,4-6 5 0,-4 6-6 0,0 0-4 16,6-5 10-16,-6 5-1 0,4-4-3 0,-4 4 0 16,5-6-1-16,-5 6 2 0,0 0-5 0,4-9 1 15,-4 9-3-15,3-6 3 0,0 1-3 0,-3 5 8 0,5-6 1 16,-5 6-3-16,4-9 0 0,-4 9 3 0,4-7-2 16,-4 7 2-16,1-7 0 0,-1 7-2 15,0 0 2-15,3-8 1 0,-3 8 1 0,0-7-8 16,0 7 5-16,0 0 2 0,1-10 5 0,-1 10 1 0,0 0 4 15,0 0-2-15,0 0-3 0,-1-7-1 0,1 7-2 16,0 0 3-16,0 0-9 0,0 0 1 0,-5-7-1 16,5 7 4-16,0 0-9 0,0 0 8 15,-6-5-4-15,6 5 1 0,0 0-6 0,0 0 5 16,-6-4-1-16,6 4-9 0,0 0 6 0,0 0 3 0,0 0-4 16,0 0 3-16,0 0-7 0,0 0 3 0,0 0-3 15,0 0 1-15,-6-3 1 0,6 3-1 0,0 0-3 16,0 0 4-16,0 0-4 0,0 0 7 15,0 0 0-15,0 0-2 0,0 0-6 0,-9 8 0 16,9-8 1-16,0 0 5 0,-3 8-5 0,3-8 8 0,0 0-2 16,-2 7-2-16,2-7 1 0,0 0 7 0,0 0-8 15,2 13-2-15,-2-13 1 0,4 6-4 0,0-1 5 16,-4-5 1-16,4 8-1 0,-4-8-3 16,5 6 12-16,-3-2-5 0,-2-4-8 0,4 7 8 0,-4-7-2 15,4 6 0-15,-4-6-1 0,3 6-3 0,-3-6 4 16,5 6-5-16,-5-6 3 0,5 4 1 0,-5-4 0 15,4 8 4-15,-4-8-3 0,5 4-1 0,-5-4-2 16,6 4 4-16,-6-4-1 0,8 3-2 16,-2-2 1-16,-6-1 2 0,0 0 2 0,8 4-2 0,-8-4 2 15,0 0-6-15,8 2 2 0,-8-2-1 0,0 0 3 16,0 0 0-16,12-2-3 0,-12 2 4 0,0 0-4 16,13-3 4-16,-13 3-3 0,8-3 7 0,-8 3-10 15,8-1 1-15,-8 1 4 0,0 0 6 0,12-3-1 16,-12 3-3-16,0 0-2 0,8-1 6 0,-8 1-10 15,6-3 9-15,-6 3-4 0,0 0 4 0,13-2-8 16,-13 2 2-16,6-2-1 0,-6 2 11 0,0 0-7 16,0 0-1-16,9-2 3 0,-9 2 10 0,0 0-8 15,0 0 2-15,0 0 2 0,0 0 6 0,0 0-11 16,0 0 6-16,0 0 3 0,0 0-3 0,0 0-3 16,0 0 2-16,0 0-7 0,0 0 2 0,0 0-4 15,0 0-3-15,0 0-5 0,0 0 5 0,0 0-3 16,0 0 10-16,0 0-10 0,0 0 7 0,0 0-4 15,0 0 1-15,0 0-2 0,2 12 1 0,-2-12 3 16,0 0-4-16,0 0-1 0,-8 13 6 0,8-13-6 16,-4 9 4-16,-1-5-1 0,-1 0 7 0,6-4-8 15,-5 9 25-15,3-3-37 0,2-6 11 0,-5 7 0 16,5-7-4-16,-2 9 2 0,-1-4 7 0,3-5-7 16,-1 9 1-16,1-9 5 0,-3 8-5 0,3-8-2 15,0 0 5-15,1 11-2 0,-1-11 4 0,4 6-9 16,0-2-9-16,-4-4-22 0,10 6-10 0,-5-3-16 15,-1 0-19-15,1 1-68 0,-1 2-159 0,0-2 71 16</inkml:trace>
  <inkml:trace contextRef="#ctx0" brushRef="#br0" timeOffset="-78838.88">31201 11026 11 0,'0'0'48'0,"0"0"0"0,0 0-9 16,0 0 3-16,0 0-6 0,0 0 1 0,0 0-3 15,0 0-6-15,0 0 4 0,18-18 0 0,-14 14-1 0,1-1-3 16,0 0 3-16,-1 0-4 0,1 0-4 15,2 0-2-15,-4-2-1 0,3 0-7 0,0-2 2 16,-1 1 0-16,0 1-3 0,2-2-1 0,-2 0 0 16,-1 0 8-16,1 0-14 0,-1 0 1 0,-2 3 0 15,4-3 0-15,-3 0-1 0,-1-1 1 0,-2 5-1 0,2-3 0 16,-2 8-4-16,0 0 8 0,1-20-6 16,-1 15-2-16,0 5 0 0,0 0 4 0,-1-14-4 15,1 14 1-15,-3-6-4 0,3 6 2 0,0 0 0 16,-2-7 2-16,2 7-1 0,0 0-2 0,-9-6-5 15,9 6 10-15,0 0-7 0,-8-5 1 0,8 5 1 0,0 0 7 16,-8-3-5-16,8 3 1 0,0 0-4 0,-11 2-2 16,11-2 1-16,0 0 4 0,-12 2-2 15,12-2-1-15,-6 4-1 0,6-4 6 0,-6 3-5 16,6-3 8-16,-10 2-6 0,10-2 3 0,-7 3-5 16,7-3-1-16,0 0 2 0,-9 2 3 0,9-2-4 0,0 0 0 15,-5 4 2-15,5-4 3 0,0 0-3 16,0 0-5-16,-6 5 1 0,6-5 2 0,0 0 10 15,0 0-10-15,-2 7 3 0,2-7 0 0,0 0-2 16,0 0 8-16,0 0-4 0,10 9 2 0,-10-9-4 16,10 4 12-16,-4-1 3 0,0-1 2 0,2 0-4 0,0 1-2 15,-2-1-1-15,4 1-2 0,-3-1 2 16,0 1-7-16,2 0 6 0,0-2 3 0,1 2-9 16,-1-1-1-16,-1 1 5 0,0-1 5 0,-8-2-12 15,11 3 2-15,-4-1-2 0,-7-2 6 0,14 2-1 16,-8-2 4-16,-6 0-7 0,10 0 0 0,-10 0-3 0,8 0 3 15,-8 0 3-15,0 0-2 0,11 0 3 0,-11 0 12 16,0 0-12-16,0 0 0 0,0 0 6 16,8 0-2-16,-8 0-3 0,0 0 5 0,0 0-5 15,0 0 10-15,0 0-12 0,0 0 0 0,0 0 2 0,0 0-5 16,0 0 1-16,0 0 2 0,0 0-2 0,0 0 2 16,0 0-4-16,0 0 2 0,0 0 3 0,0 0-5 15,0 0-7-15,0 0 6 0,0 0-4 16,0 0 0-16,5 4 1 0,-5-4-4 0,0 0 5 0,0 0 6 15,0 0-9-15,-2 11 7 0,2-11-3 0,0 0 1 16,0 10 1-16,0-10-2 0,0 9 2 0,0-9-7 16,0 10 10-16,2-3-5 0,1-2 0 15,-3-5 3-15,4 12-3 0,1-5 3 0,-2 2-28 0,3 1-36 16,-3 0-32-16,1 0-62 0,-1-1-167 0,2 0 74 16</inkml:trace>
  <inkml:trace contextRef="#ctx0" brushRef="#br0" timeOffset="-67429.84">23796 10574 10 0,'0'0'11'0,"0"0"1"0,0 0-1 0,0 0-2 15,0 0 0-15,0 0-3 0,0 0 0 0,0 0-1 16,0 0-5-16,0 0 2 0,0 0 3 0,0 0-5 16,0 0 5-16,0 0-4 0,0 0 2 0,0 0 2 15,0 0-3-15,0 0-1 0,0 0 1 0,0 0 2 16,0 0 0-16,0 0-1 0,0 0 0 0,0 0-1 16,0 0 7-16,0 0-6 0,0 0 4 0,0 0 5 15,0 0-7-15,0 0 5 0,0 0-5 0,-12 17-3 16,12-17 5-16,0 0 0 0,0 0-1 0,0 0-1 15,0 0 2-15,0 0-2 0,0 0 3 0,0 0 4 16,0 0-6-16,0 0-1 0,0 0 9 0,0 0 0 16,0 0-1-16,0 0 1 0,0 0-3 0,0 0 1 15,0 0 3-15,0 0-4 0,0 0 3 0,0 0 1 16,0 0-5-16,0 0-2 0,0 0-2 0,0 0 5 16,0 0-6-16,0 0-1 0,0 0 4 0,0 0-6 15,0 0 1-15,0 0 7 0,0 0-10 0,0 0 8 16,0 0-5-16,0 0 7 0,0 0-5 0,0 0-1 15,0 0-3-15,0 0 10 0,0 0-5 0,0 0-1 16,0 0 0-16,0 0-2 0,0 0 0 0,0 0 1 0,0 0-1 16,0 0-1-16,0 0 6 0,0 0-8 15,0 0 3-15,0 0-1 0,8-20 1 0,-8 20 3 16,0 0-7-16,0 0 4 0,0 0-3 0,0 0 6 0,0 0-11 16,0 0-1-16,0 0 14 0,0 0-4 15,0 0 0-15,0 0-5 0,0 0 10 0,2-9-9 0,-2 9 1 16,0 0-3-16,0 0-3 0,0 0 7 15,0 0 0-15,0 0-3 0,0 0 0 0,0 0-5 0,0 0 2 16,0 0 2-16,0 0 4 0,0 0-1 0,0 0-3 16,0 0 2-16,0 0 1 0,0 0-1 0,0 0 4 15,0 0-8-15,0 0 11 0,0 0-14 0,0 0 8 16,0 0-2-16,0 0 5 0,0 0-9 0,0 0 3 16,0 0-1-16,0 0 0 0,0 0 5 0,0 0 1 15,0 0-1-15,0 0-4 0,-12 17 2 16,12-17-4-16,0 0 5 0,0 0-1 0,-6 6 1 0,6-6-2 15,0 0-2-15,0 0 1 0,-6 3 1 0,6-3 1 16,0 0-4-16,0 0 5 0,0 0-3 0,-5 3 3 16,5-3-1-16,0 0-2 0,0 0 4 0,0 0-2 15,0 0 0-15,0 0 5 0,-6 4-13 0,6-4 7 16,0 0 4-16,0 0-6 0,0 0 3 0,0 0-2 16,-7 4 0-16,7-4 4 0,0 0-1 0,0 0-2 15,0 0 2-15,0 0-3 0,0 0 2 0,0 0 4 16,0 0-6-16,0 0 4 0,0 0-4 0,0 0-2 15,0 0 3-15,0 0 9 0,0 0-2 0,0 0-3 16,0 0 0-16,0 0-6 0,0 0 9 0,0 0 0 16,0 0-11-16,0 0 4 0,0 0-13 0,0 0 11 15,0 0 8-15,0 0-7 0,0 0-1 0,0 0 6 0,0 0-4 16,-9-11 3-16,9 11 4 0,0 0-9 0,0 0 5 16,0 0-2-16,0 0-4 0,0 0 3 15,0 0-7-15,0 0 9 0,0 0 5 0,0 0-2 16,0 0-5-16,0 0-2 0,0 0 0 0,0 0-5 0,0 0 8 15,0 0 0-15,0 0 3 0,0 0-6 0,3-13 6 16,-3 13 3-16,0 0-4 0,0 0 4 16,0 0-6-16,0 0-3 0,0 0 7 0,0 0-7 15,0 0 4-15,0 0 0 0,0 0 1 0,0 0 0 0,0 0-5 16,0 0 3-16,0 0 1 0,0 0 2 0,0 0 0 16,0 0-10-16,0 0 9 0,0 0-3 0,0 0 1 15,0 0 5-15,0 0-12 0,0 0 3 0,0 0 3 16,0 0 0-16,0 0 1 0,0 0-4 0,0 0 9 15,0 0-7-15,0 0-1 0,0 0 1 0,0 0 6 16,0 0-5-16,0 0 1 0,-5-4 1 0,5 4 7 16,0 0-9-16,0 0-3 0,0 0 4 0,0 0 5 15,0 0-8-15,0 0 2 0,0 0 1 0,0 0 1 16,0 0-5-16,0 0 3 0,0 0 0 0,0 0 2 16,0 0 1-16,0 0-8 0,0 0 1 0,0 0 5 15,0 0 0-15,0 0 0 0,0 0 0 0,0 0 3 16,0 0-4-16,0 0-1 0,0 0-2 0,0 0 11 15,0 0-5-15,0 0-18 0,0 0 24 0,0 0-4 16,-8-4 3-16,8 4-9 0,0 0 5 0,0 0-4 16,0 0 6-16,0 0-8 0,0 0 5 0,0 0-1 15,0 0 3-15,0 0-1 0,0 0-4 0,0 0-1 16,0 0-1-16,0 0-3 0,0 0 3 0,0 0-6 16,0 0-1-16,0 0-11 0,0 0-3 0,0 0-6 15,0 0-8-15,0 0 2 0,0 0 4 0,0 0-22 16,0 0-58-16,0 0 26 0</inkml:trace>
  <inkml:trace contextRef="#ctx0" brushRef="#br0" timeOffset="-66774.08">23817 10552 8 0,'0'0'11'0,"0"0"0"0,0 0 2 0,0 0 0 16,8-3-6-16,-8 3-4 0,0 0 1 0,0 0 3 15,5-6-1-15,-5 6 2 0,0 0 0 0,5-3-3 16,-5 3-2-16,7-3 0 0,-7 3 5 0,0 0-7 15,11-2 4-15,-11 2-3 0,6-2 1 0,-6 2-5 16,7-3 3-16,-7 3 0 0,0 0 0 0,9-2 1 16,-9 2 2-16,6-2-3 0,-6 2-2 0,0 0 5 15,12 0-5-15,-12 0 1 0,0 0 3 0,14 2 2 16,-14-2-9-16,13 1 5 0,-7 0-4 0,-6-1-3 0,12 2 3 16,-6-1-1-16,-6-1-1 0,13 0-3 15,-7 2 5-15,-6-2-3 0,12 4 1 0,-4-3-1 16,0-1-1-16,-8 0 2 0,18 2-10 0,-9-1 17 15,1 1-14-15,2-1 10 0,-2 0-3 0,0 1-4 16,2-1-9-16,-3-1 4 0</inkml:trace>
  <inkml:trace contextRef="#ctx0" brushRef="#br0" timeOffset="-66752.22">24101 10553 23 0,'8'1'-5'0,"-1"2"-3"0,0-2 2 0</inkml:trace>
  <inkml:trace contextRef="#ctx0" brushRef="#br0" timeOffset="70712.11">7705 11927 7 0,'-12'1'34'15,"12"-1"-2"-15,0 0-6 0,-16 7-6 0,9-2-5 16,-2 0-8-16,-2 3-12 0,0 0-18 0,1-1-25 15,0 1 12-15</inkml:trace>
  <inkml:trace contextRef="#ctx0" brushRef="#br0" timeOffset="71412.35">7403 12189 8 0,'0'0'34'0,"0"0"-5"0,0 0-4 0,0 0 3 16,0 0-6-16,0 0 3 0,0 0-11 0,0 0 3 15,0 0-6-15,0 0 1 0,0 0 1 0,0 0-4 16,0 0-3-16,0 0 8 0,0 0 3 0,0 0-3 16,-5 3 1-16,5-3 2 0,0 0 7 0,0 0-10 15,0 0 12-15,0 0 2 0,0 0 0 0,0 0-2 0,0 0 3 16,0 0-5-16,0 0 1 0,0 0-5 15,-14-7 0-15,14 7 0 0,0 0-1 0,0 0-2 16,-12-3-5-16,12 3 0 0,0 0-2 0,-7-4 0 16,7 4-2-16,-7-3 10 0,7 3-3 0,-9-2-4 0,9 2 4 15,-10-1 3-15,10 1-6 0,-9-4 8 0,9 4-9 16,-9-3 16-16,9 3-8 0,-9-2-5 16,9 2 4-16,-10-1-6 0,10 1 2 0,-5-3-5 15,5 3-4-15,0 0 1 0,0 0 1 0,-10-1-5 0,10 1 11 16,0 0-8-16,0 0 2 0,0 0-7 0,0 0 3 15,0 0-8-15,0 0 1 0,-9-3 1 0,9 3 0 16,0 0 4-16,0 0-1 0,0 0 6 16,0 0-4-16,0 0 0 0,0 0-3 0,0 0-5 0,0 0 7 15,0 0-3-15,21 14 10 0,-12-8 1 0,4 1 8 16,4-3-4-16,5 2 2 0,7 0 2 0,5 1 2 16,4-1-4-16,11 0 1 0,4-2-1 15,-2-3-1-15,3 0-9 0,-2 2 4 0,3-3 0 0,0 2 4 16,0-3-6-16,0 1-6 0,-2-1 0 0,4 0-15 15,-4-2 14-15,0 1-7 0,2-1-1 0,-4-3-8 16,-12 3 7-16,13-1-5 0,-12 1-6 0,-5 2-3 16,2-1 4-16,-4 0 3 0,-1 0-7 0,1 0 3 15,-3 0-2-15,-1-2-10 0,-8 3-15 0,-3 2-1 16,2-2-12-16,-7 2-16 0,-1-1-41 0,-4 1-127 16,0 1 56-16</inkml:trace>
  <inkml:trace contextRef="#ctx0" brushRef="#br0" timeOffset="102175.83">11913 12583 78 0,'0'0'90'0,"1"-8"3"0,-1 8-12 16,4-11-1-16,-4 5-1 0,0 6-4 0,2-9-1 16,-2 9 10-16,1-10-14 0,-1 10-3 0,1-11-10 15,-1 5 5-15,0 6 4 0,1-11-4 0,-1 11 2 0,0-10 0 16,0 10-1-16,4-9-4 0,-4 9 0 16,2-10 0-16,-2 10-3 0,0-7 0 0,0 7-6 15,0 0 2-15,0 0-8 0,2-10-6 0,-2 10-2 16,0 0-12-16,0 0 4 0,2-5-6 0,-2 5 1 0,0 0-1 15,0 0-8-15,0 0 2 0,0 0-4 16,0 0 2-16,10 22 1 0,-8-17-4 0,0 6-3 16,0-1 0-16,-1 2 1 0,3 0-4 0,0 5-3 15,-2-2 2-15,0 2 5 0,4-1-1 0,-2 1-5 0,1-1 0 16,-1 3 5-16,-2-4-6 0,4 3 5 16,-4-2 1-16,4 1-4 0,-2 0-3 0,-1 0 4 15,3-1 2-15,-4-2 0 0,1 1-2 0,1 2-3 0,0-1 4 16,-2 1-5-16,1-5 0 0,0 0 5 0,-1 0-2 15,2 0-2-15,-4 0 2 0,0 0-7 0,0 0 3 16,0-1-3-16,0 0 1 0,0 1 4 0,0-5-9 16,0 1-9-16,0 1-2 0,0-2-8 15,0-7-4-15,1 12-12 0,-1-12-8 0,0 10-16 0,0-10-4 16,0 9-11-16,0-9-5 0,2 6-6 0,-2-6-7 16,0 0-25-16,0 0-101 0,0 0-242 15,0 0 107-15</inkml:trace>
  <inkml:trace contextRef="#ctx0" brushRef="#br0" timeOffset="102730.31">11873 12395 73 0,'5'-12'88'0,"1"7"0"0,1-1-3 16,0 0-3-16,4 0 6 0,0-1-13 0,5 0 4 16,-1 0 3-16,4 0-13 0,0 3 0 0,-2 0 0 15,4 1-6-15,-2-1-3 0,-3 3-1 0,-3-1-18 16,1 2 3-16,-1 2-4 0,0 0 0 0,-3 3-11 15,1 0 2-15,-1 2-4 0,-2 3 1 0,1-1 8 16,-3 6 2-16,-1-1-9 0,-3 3-1 0,3 0 2 16,-10 2 6-16,5 5-6 0,-5 1 1 0,-1-7 0 15,1 1-5-15,-3 5-5 0,-2-6-1 0,1-1 1 16,-3 0-3-16,2-1 4 0,-5 0-7 0,1-3 3 16,0-2-5-16,-2 0-4 0,-1-1-1 0,5-3 2 15,-1-2 1-15,2-1-8 0,-1 0 11 0,2-1-3 16,3-3 0-16,-3 0-4 0,3 2 7 0,7-2 6 15,-12-2-4-15,12 2 0 0,-10-5 1 0,10 5 2 16,-6-5-6-16,6 5-9 0,-4-6 6 0,4 6-4 0,0 0-2 16,0 0 0-16,0 0 0 0,0 0-2 0,0 0 0 15,0 0-5-15,0 0-1 0,0 0 4 0,0 0 0 16,28 8-3-16,-19 0 6 0,1 1-3 0,-1-1 1 16,0 2-2-16,4 2 1 0,-2 1 0 0,2 2 0 15,1-1 0-15,-1-2 5 0,-1 4-4 0,1-2-13 16,-2 2-12-16,3-2-22 0,2 6-17 0,-3-8-23 15,0 4-24-15,3 3-17 0,-5-4-29 0,1 1-91 16,-3-7-269-16,0 2 119 0</inkml:trace>
  <inkml:trace contextRef="#ctx0" brushRef="#br0" timeOffset="103119.46">12515 12755 12 0,'2'-11'198'0,"-2"11"-17"0,3-8-11 0,-3 8-8 15,0-6-13-15,0 6-14 0,0 0-17 0,0 0-13 16,0 0-11-16,0 0-11 0,3-6-8 0,-3 6-9 16,0 0-8-16,0 0 5 0,8 16 2 0,-6-10-11 15,0 3-1-15,3 1-7 0,-1 2 2 0,1 2 3 16,-2 2-1-16,3 0-8 0,-3 1-1 0,1-1-4 15,2-1-5-15,-3-3 1 0,-1 0-5 0,2 0-1 16,0 3 0-16,-3-4-5 0,2 1-7 0,-1-2 1 16,-2 1-2-16,2 0 0 0,0 0-1 0,-2-4-1 15,3 2-1-15,-3-2-1 0,0-7-2 0,2 13 0 16,0-6 1-16,0-1-6 0,-2-6 5 0,2 9 1 16,-2-9-4-16,2 8 4 0,-2-8-5 0,5 6 4 15,-2-1 1-15,-3-5-2 0,4 4 1 0,-4-4 1 16,7 6-2-16,-1-5-3 0,-6-1 3 0,17 0 0 15,-4-1-13-15,5 2-25 0,1-1-25 0,0-3-28 16,8-2-40-16,2 2-24 0,0-3-46 0,0 2-126 16,1-1-345-16,1-2 152 0</inkml:trace>
  <inkml:trace contextRef="#ctx0" brushRef="#br0" timeOffset="103419.33">13306 12813 15 0,'0'0'159'0,"0"0"-18"0,0 0-12 16,0 0 0-16,0 0-13 0,36-2 7 0,-16-1 1 15,12 0-5-15,1-1-3 0,-1 1-7 0,4-1-4 16,-1-1-15-16,2-2 1 0,-1 4-5 0,-2-1-8 0,-1-2-6 16,-4 3-8-16,-9 0-7 0,-2 0-4 0,-7 2-5 15,3-2-7-15,-7 2-3 0,1-1-3 16,-8 2-20-16,12-2-21 0,-12 2-38 0,7-1-51 16,-7 1-37-16,0 0-181 0,0 0-339 0,0 0 150 0</inkml:trace>
  <inkml:trace contextRef="#ctx0" brushRef="#br0" timeOffset="138430.44">10019 13743 16 0,'0'0'129'0,"0"0"-11"0,0 0-5 16,0 0-5-16,0 0 4 0,8-4-7 0,-8 4-3 0,0 0-7 15,0 0-5-15,0 0-3 0,2-7-6 0,-2 7-4 16,0 0-4-16,0 0-5 0,1-10 13 0,-1 10-13 16,3-5 1-16,-3 5-3 0,1-9 6 0,-1 9-3 15,0 0-3-15,0 0-3 0,0 0 0 0,0-10-3 16,0 10-7-16,0 0-4 0,0 0-5 0,-2-9-3 15,2 9-6-15,0 0 0 0,0 0-4 0,-4-7-2 16,4 7-3-16,0 0 2 0,-8-5-1 0,8 5 0 16,-5-4-7-16,5 4-1 0,-9-4-1 0,9 4-3 15,-15-1 0-15,5-2 4 0,-1 3-8 0,-1 3-1 16,0-3-2-16,-1-2 0 0,-1 4 0 0,1-2-3 16,-6 3 1-16,5-1-1 0,0 2 12 0,-2-1 2 15,-3 2-4-15,-1 0-1 0,4 3-3 0,-3-3 3 16,2 1-3-16,0 3-1 0,3 1 1 0,2-1 3 15,0 1 1-15,-3 2 1 0,3 1-3 0,1 1-1 16,-1 2 1-16,4 0 5 0,-1 0-7 0,1 2 0 16,0 1-1-16,2-2 2 0,0 3 0 0,0 3 1 15,2-4 2-15,2 0-21 0,-1 1 3 0,4-1 3 16,1 0 0-16,0 0 1 0,3-3-2 0,2 2 5 16,-1-3 1-16,6 1 1 0,2-2 0 0,0-3 2 15,4 1-1-15,7-2 5 0,-6-2-3 0,8-2 4 16,-6-5-3-16,7 2 3 0,0-4-2 0,0-1 1 15,-7-1-1-15,0 0 1 0,1 0-2 0,-2-2 0 16,1 3-1-16,-3-3 0 0,-6 2 0 0,1-1-1 16,-3 2 1-16,-1-1-1 0,2 0 1 0,-5 2-3 15,0-1-6-15,-6 2-5 0,11-4-20 0,-11 4-10 16,6 0-22-16,-6 0-20 0,0 0-26 0,0 0-24 16,8-5-27-16,-8 5-34 0,0 0-26 0,5-7-150 15,-5 7-394-15,0 0 175 0</inkml:trace>
  <inkml:trace contextRef="#ctx0" brushRef="#br0" timeOffset="138802.01">9513 14450 1864 0,'-8'7'118'0,"1"-4"-22"16,2 0-40-16,-1 0-30 0,6-3-17 0,-5 5 0 16,5-5 1-16,0 0-1 0,0 0-2 0,22 8 0 15,-3-8-3-15,9 0 5 0,6-2 2 0,1 0 9 16,2-2 15-16,3 2 0 0,0-2 0 0,-3-2 2 16,3 3-1-16,-2-3 0 0,-3 3-1 0,1-1 2 15,-1-3 1-15,-1 5-3 0,1-6 3 0,-5 3 0 16,0 0 4-16,-3 2 2 0,-8-1 1 0,-1-2 5 15,0 3 5-15,-4 0-1 0,-3-1 4 0,-1 2-2 16,-2 1-2-16,0-1 5 0,-8 2 1 0,10-3-1 16,-10 3-9-16,8-3 1 0,-8 3-6 0,0 0-5 0,10-2-6 15,-10 2-6-15,0 0 4 0,0 0-28 16,0 0-22-16,0 0-23 0,0 0-44 0,0 0-56 16,0 0-48-16,0 0-64 0,0 0-228 0,-35 2-521 15,17 0 232-15</inkml:trace>
  <inkml:trace contextRef="#ctx0" brushRef="#br0" timeOffset="139761.94">10624 13859 34 0,'-6'-6'171'0,"0"2"-17"15,0-1-1-15,-1 1-13 0,0 0-4 0,-2-1-8 16,-3 4-4-16,2 1-8 0,0-3-1 0,-3 3-12 16,13 0-10-16,-16 0-9 0,8 3-4 0,-3 1-9 15,4 2-3-15,-5 1-8 0,3 3 1 16,-1 2 6-16,0 1-4 0,2 1-5 0,2 2-5 0,-1-1-3 16,3 2-6-16,1-4-6 0,0 2-4 0,3 0-2 15,0-1 0-15,4-4-6 0,-2 3-2 0,2-3-5 16,0-3 2-16,3 2-2 0,-1-4-1 0,3-1-4 15,-3 0-1-15,2-1 1 0,5-3-2 0,-2-2 1 16,1 0 2-16,2-2-6 0,3-3 3 0,-5 0-4 16,2-3 0-16,0 0-2 0,-1-1 2 0,-1-4 0 15,-1 2 0-15,-3 0-2 0,0-2 1 0,0-2 5 16,-1-1 3-16,-2 4-1 0,-1-3 2 0,-2 2 6 16,0 5 8-16,0 1-4 0,1 2 4 0,-2 1-2 15,-1 6-1-15,1-11-2 0,-1 11-6 0,4-6-5 16,-4 6 0-16,0 0-4 0,0 0 1 0,0 0-1 15,0 0-1-15,-9 22-1 0,7-12 1 0,-1 0-4 16,2 6 3-16,-2-5-2 0,3 2-2 0,0 0-2 16,3-1 3-16,-1-3-1 0,4 3-2 0,1-4 0 15,-1 1 2-15,3-2 1 0,-1-2 1 0,4-2 2 16,0 0-3-16,6-3 3 0,-1-3-4 0,-3 1-1 16,4-4-1-16,-2-1 3 0,0 0-4 0,2-3 6 15,-3-2-3-15,5-5-1 0,-3 4 0 0,-5-2 2 16,-1-1-1-16,-1 0 1 0,-3-3-1 0,-1-1 6 15,-3 2-1-15,2-7-3 0,-4 5 4 0,-2-5 2 16,-2 7 2-16,3 1 0 0,-2 0 0 0,0 7 7 16,2-1 10-16,-2 2 5 0,1 3 1 0,1 6-4 15,0-11-6-15,0 11-5 0,0-10-4 0,0 10 3 16,0 0-11-16,0 0 2 0,0 0-3 0,1 32 4 16,-1-14 0-16,0 13 2 0,0 3-3 0,-3 13 2 15,-2-2-3-15,4 0 6 0,1-10 2 0,-1 0-7 16,-2 0-4-16,4-1 3 0,1-1-4 0,-4-5 3 15,2 2-5-15,2-1 2 0,-1-1-2 0,1-3-2 16,0-7-17-16,-2 0-28 0,2-1-25 0,1-5-22 16,-2-1-41-16,2 1-48 0,-2-5-35 0,-1 0-42 15,1-1-193-15,-1-6-484 0,0 0 214 0</inkml:trace>
  <inkml:trace contextRef="#ctx0" brushRef="#br0" timeOffset="139980.31">11045 13773 100 0,'14'-10'162'0,"3"4"-2"15,-6 3 3-15,2 0-9 0,3 1-7 0,-4 3-2 0,1 4-9 16,-3-1-10-16,-1 5-3 0,1 2-8 0,-3 3-10 16,-2 4-11-16,-4-3-9 0,-2 2-7 15,0-1-6-15,-6 2-8 0,0-2-5 0,-3 0-11 16,-5 5-22-16,4-8-25 0,-2-1-18 0,0-1-34 15,3-4-19-15,1 2-28 0,3-5-27 0,2 0-30 0,-5-2-120 16,9-2-297-16,0 0 132 0</inkml:trace>
  <inkml:trace contextRef="#ctx0" brushRef="#br0" timeOffset="140324.51">11417 13754 140 0,'0'0'165'0,"0"0"-9"15,0 0-6-15,0 0-13 0,0 0-1 0,-28 14 2 16,18-5-9-16,-2 4 1 0,2-1-10 0,0 2-9 16,-3 1-5-16,5 1-17 0,-2 0-9 0,3-3-7 15,0 4-5-15,5-6-5 0,2 0-8 0,0 1-7 0,2-3-1 16,3-1-6-16,0 0-2 0,2-3-2 16,-1-3-3-16,5 1-4 0,0-3 1 0,3-4-5 15,0-1-5-15,0 0 0 0,1-3-4 0,1-2-3 16,-2 1 5-16,0-3-3 0,-3-2 3 0,-2 2 14 15,-1-2 6-15,-4 3 3 0,-2-2 0 0,1 2-5 0,-2-1 2 16,-1 3-8-16,1-3-4 0,-1 12 0 16,0-11-4-16,0 5-2 0,0 6-2 0,0-11-4 15,0 11-5-15,0 0 1 0,0 0-3 0,0 0 0 16,0 0-1-16,0 0 1 0,-2 32-2 0,-1-15-1 16,1-2 0-16,0 1-13 0,2 0-21 0,0 1-23 0,3-1-40 15,-2 0-45-15,2-4-43 0,-2-1-47 16,2 1-147-16,1-3-406 0,-2-3 180 0</inkml:trace>
  <inkml:trace contextRef="#ctx0" brushRef="#br0" timeOffset="140706.34">11720 13794 106 0,'-6'-9'178'0,"3"5"-9"0,3 4-3 0,0 0 2 16,-6-4-4-16,6 4-8 0,0 0-4 0,-13 13 5 15,7-5-11-15,-2 3-6 0,1 5-19 0,-2-1-13 0,5 3-12 16,-5-3-9-16,6 2-9 0,3 1-5 16,-2-7-9-16,2 2-4 0,2-2-7 0,2-1-4 15,0-1-1-15,4-4-9 0,3 1-1 0,-2 0 1 16,5-4 0-16,5-2-7 0,2-2 1 0,-3-2-3 16,4-3-3-16,3-2 0 0,-6 0-1 0,0 0-1 0,-1-2 0 15,-4-1 6-15,1-1 3 0,-3 1 13 0,-1-2-7 16,-2 4-2-16,-4-5-2 0,3-2-2 15,-4 2-6-15,0 0 0 0,-4 1-6 0,-3 3 3 16,4 1-5-16,-1 0-2 0,-2 3 0 0,2 7-6 16,-4-11-3-16,4 11-3 0,0-7-3 0,0 7-1 0,0 0 1 15,0 0 0-15,-13 20-1 0,8-9 7 0,-1 6-9 16,-2 2 3-16,4 0-1 0,2 5 3 16,0-5-5-16,2-3-1 0,2 2-11 0,0-5-18 15,0-1-24-15,1 0-28 0,5-2-34 0,-2 1-44 16,0-3-43-16,1-1-44 0,1-1-169 0,0-4-449 0,0-2 198 15</inkml:trace>
  <inkml:trace contextRef="#ctx0" brushRef="#br0" timeOffset="140868.65">11849 13523 23 0,'0'0'140'0,"0"0"-25"0,-14 10-30 16,14-10-27-16,0 12-36 0,4-3-41 0,1 0-52 16,1 0-77-16,5 0 35 0</inkml:trace>
  <inkml:trace contextRef="#ctx0" brushRef="#br0" timeOffset="141106.2">12340 13527 114 0,'3'-6'237'15,"1"-3"-17"-15,-2 2-23 0,-2 7-7 0,1-10-9 0,0 6-13 16,-1 4-4-16,0 0-5 0,3-10-15 16,-3 10-12-16,0 0-18 0,0 0-12 0,0 0-12 15,0 0 5-15,0 0 10 0,4 21 5 0,-4-1 8 16,0 5-14-16,-4 1-9 0,1-1-9 0,1 6-7 16,-2-2-11-16,0-1-4 0,2 1-5 0,-1-3-10 15,3-1 0-15,-3 2-7 0,1-6-1 0,2-4-27 0,0 1-24 16,0-1-25-16,0-4-31 0,-3 2-39 15,2-4-40-15,0 1-34 0,0-3-32 0,0-1-35 16,-1-1-154-16,-2-2-431 0,-2-2 191 0</inkml:trace>
  <inkml:trace contextRef="#ctx0" brushRef="#br0" timeOffset="141422.57">12350 13673 30 0,'12'-1'158'0,"0"2"11"0,-3 2-4 16,0 0-9-16,0 2-15 0,0 1-3 16,-1 2-11-16,-1-2-12 0,0 5-12 0,0-1-2 15,-3 1-1-15,3 0-10 0,-2 3-10 0,0-6-10 16,1 2 5-16,-3 0 7 0,3-2-3 0,0-1-4 16,2 2-5-16,-4-6-1 0,3 2 0 0,-1-3-1 0,3 0-5 15,3-1 0-15,-1-2-3 0,-2-2-3 16,4-1-5-16,-2-1 3 0,-2-1-7 0,1-3 3 15,-1 1-8-15,-1-1 3 0,-3 0-1 0,0 0-2 16,-1-1-6-16,-4-2-1 0,0 3-9 0,-2-3 2 16,0 3-4-16,-5-1-7 0,2 3-23 0,-2-2-17 0,-1 3-14 15,-2 3-22-15,1-1-27 0,-4 1-25 0,13 3-21 16,-26 4-28-16,14 2-20 0,-2-1-14 16,1 5-13-16,-1 0-118 0,1 1-351 0,7 0 155 15</inkml:trace>
  <inkml:trace contextRef="#ctx0" brushRef="#br0" timeOffset="141722.41">12601 13886 39 0,'11'-1'172'0,"3"-2"-9"0,-2 0 2 0,0 0-5 15,1-1 3-15,0 1 2 0,-1-1-9 0,-3-2-3 16,1 1-11-16,-3 0-7 0,-3-1-13 0,2-3-10 0,-3 1-6 16,1-1-7-16,-2-1-13 0,-4 0-2 0,2-3-8 15,-4 2-2-15,3-5-11 0,-5 0-5 16,-1 2 0-16,3-2-3 0,-2 4-5 0,4 0-3 15,-4 2 3-15,4 1-1 0,2-2-6 0,-2 1-2 16,4 0-3-16,4 0-9 0,-2 4-1 0,6-1-5 0,1 2-3 16,3 1 0-16,-1 1-7 0,6 1 3 0,-6 0-5 15,1 5-3-15,-1 0 0 0,5 1-2 0,-5 1 5 16,-4 3-6-16,5 1-2 0,-5 1 6 16,1 1-4-16,-5 1 0 0,2 4 1 0,-5-5-2 15,-2 0 1-15,1 6 1 0,-1 2-4 0,-1-2-5 0,-3 1-19 16,-1-3-34-16,3-3-29 0,-1 0-45 0,1-1-52 15,-2-3-47-15,4 3-181 0,0-11-445 16,4 17 197-16</inkml:trace>
  <inkml:trace contextRef="#ctx0" brushRef="#br0" timeOffset="142128.56">13319 13713 1926 0,'-7'-8'61'0,"-1"0"28"0,1 0-18 15,3 1-5-15,-1 4-10 0,5 3-17 0,-5-8-7 16,5 8-7-16,-4-6-8 0,4 6-2 16,0 0 2-16,0 0 10 0,0 0 15 0,0 0 2 15,14 20 2-15,-10-8-1 0,5 4 1 0,-2 7 7 0,4 0-9 16,-4 3-1-16,2 0-2 0,-1-1-6 0,-2-2 0 15,-2-5-3-15,3 0-6 0,-3 0-1 16,0-1-6-16,0-6-1 0,-1 0 0 0,4-1 1 16,-5-3 6-16,1 1 13 0,-1-3 24 0,2-2 19 0,-4-3 8 15,0 0-10-15,0 0-3 0,0 0-8 0,19-12-6 16,-15 1-8-16,9-4-2 0,-3 0 1 16,0-3-3-16,4-5-11 0,-1 1-3 0,0-4-8 15,2-3-1-15,-2 2-3 0,5-2-5 0,-5 2 4 16,3-3-9-16,2 4 0 0,-4-1 2 0,-3 4-10 0,-5 6-6 15,3 3-16-15,-2 2-18 0,-4 3-25 0,1 4-31 16,-2 0-40-16,-2 5-39 0,0 0-26 0,0 0-43 16,0 0-32-16,0 0-215 0,0 0-524 0,0 0 232 15</inkml:trace>
  <inkml:trace contextRef="#ctx0" brushRef="#br0" timeOffset="142505.81">13909 13672 188 0,'0'0'222'0,"2"-9"-20"16,-2 9-10-16,0 0-12 0,-10-8-6 0,10 8-8 15,-18-1 2-15,0 4-7 0,1 2-12 0,-2 4-8 16,-8 4-11-16,2 1-8 0,2 5-11 0,-2 1-11 16,2 1-7-16,4 2-10 0,2 1-6 0,-3-3-9 15,11-4-9-15,2-1-4 0,3 1-9 0,4-5-1 16,2-2-7-16,0 1-4 0,5-3 2 0,-1-1-5 15,8-1-3-15,4-2 0 0,0-2-7 0,2-4 2 16,3-1-2-16,-3-2-4 0,0 0-2 0,-2-3 2 16,2-1-6-16,-2-2 4 0,-2-1-6 0,-1 0 0 15,-3 2 3-15,-1-2 4 0,-2-4-3 0,1 2-3 16,-6 5-1-16,-2-1 4 0,2 1-4 0,-1 0 1 16,-1 2-1-16,0 2-3 0,-2 5 3 0,4-7-6 15,-4 7-5-15,0 0 2 0,0 0-2 0,0 0 3 16,0 0 0-16,-7 31-2 0,3-15 2 0,0 1 1 15,-1 1 1-15,3-1 1 0,-3 2 0 0,3 0-23 16,2 0-20-16,-2-2-25 0,-1-1-34 0,3-4-45 16,-1 1-45-16,3-3-40 0,0 0-212 0,-2-4-475 15,0-6 210-15</inkml:trace>
  <inkml:trace contextRef="#ctx0" brushRef="#br0" timeOffset="142729.31">14089 13559 36 0,'0'-12'239'16,"0"1"-1"-16,0 5-9 0,0 6-23 0,3-13-17 15,-3 13-23-15,-5-6-15 0,5 6 7 0,0 0 11 16,0 0-7-16,-2 41-7 0,0-16-8 0,0 3-12 16,0-1-15-16,-1 3-11 0,1-1-8 0,0 2-9 15,2 1-8-15,-2-6-11 0,2 1-10 0,0-3-31 16,-4-3-33-16,6-2-37 0,-2-1-45 0,-2-2-38 15,4-3-43-15,0-1-37 0,0-3-37 0,0 0-130 16,-2-3-399-16,2 2 176 0</inkml:trace>
  <inkml:trace contextRef="#ctx0" brushRef="#br0" timeOffset="143221.63">14248 13786 204 0,'2'-6'218'0,"0"1"-14"16,-2 5-14-16,2-7-17 0,-2 7 0 0,0 0 2 0,0 0-5 15,0 0 4-15,0 0 1 0,0 0-13 16,-4 30-14-16,3-19-15 0,0-1-12 0,-2 2-10 16,4 1-8-16,-5-2-9 0,2 2-10 0,7-2-4 15,-2 0-5-15,-1-1-5 0,-2-1-7 0,2-1-1 16,2-2-3-16,3 1 3 0,1-5-8 0,2 0-3 16,-1 0 9-16,4-4-20 0,1 2 0 0,1-4-4 15,4-3-5-15,-8 1 2 0,2-3-4 0,-2 1-5 16,-2-1 1-16,1 0 5 0,1-5-10 0,-3-1 1 15,0-2-8-15,1 0 2 0,-3 2-4 0,-1 5 0 0,1 1-4 16,-1-1-3-16,-1 1-2 0,-1 5-1 16,-3 4-6-16,4-7-2 0,-4 7 10 0,0 0-11 15,0 0 4-15,11 9 1 0,-7 0 0 0,-4 4 4 16,5-2-3-16,-2 1 1 0,1-3 1 0,0 1 0 16,-1 1-2-16,3-3 7 0,2-1-2 0,0-1-1 0,-1 0 2 15,0-3 3-15,5-1 0 0,-4-2-3 16,3-2 1-16,3 1 2 0,-5-4-3 0,1-3 2 15,0 2 2-15,3-7 0 0,-4 5 2 0,-1-2 2 16,2-3-7-16,-6 2-4 0,1 1-4 0,-3-3 11 16,1 1-3-16,-2-4-4 0,2 5 3 0,-3 1 12 0,-3 1-19 15,3 9 5-15,-1-12-5 0,-4 8-5 0,5 4 8 16,-8-5-6-16,8 5 0 0,-19 6 1 16,10-3 0-16,0 4-3 0,-1 2 3 0,0 0 1 15,1 6-3-15,2-1 4 0,5 2-24 0,2-5-22 16,2 1-31-16,1-1-39 0,5 0-45 0,7 0-32 0,11-2-23 15,5 2-42-15,8-6-200 0,12-2-499 0,1 1 221 16</inkml:trace>
  <inkml:trace contextRef="#ctx0" brushRef="#br0" timeOffset="143444.34">15257 13792 74 0,'0'0'280'0,"0"0"-26"16,10-2-27-16,-10 2-9 0,7-1 0 0,-7 1-7 15,0 0-8-15,12 5-6 0,-5-2 4 0,-1-2-3 16,5 1-14-16,0 2 7 0,7-1-10 0,-4-2-17 0,4 2-1 16,-3-3-11-16,2 0-17 0,0 0-11 0,-6 0-6 15,2 0-7-15,0-2-18 0,-6 1-2 16,0 0-11-16,-7 1-9 0,14 1-4 0,-14-1-16 0,9-1-26 16,-9 1-39-16,7-6-49 0,-4 2-47 0,-3 4-64 15,0-10-63-15,0 0-74 0,-5 2-252 0,0-2-609 16,-4 0 270-16</inkml:trace>
  <inkml:trace contextRef="#ctx0" brushRef="#br0" timeOffset="143971.7">14148 12126 50 0,'5'-5'242'0,"-5"5"-27"16,3-7-25-16,-3 7-19 0,0 0-20 0,0 0 1 0,8 18 5 15,-4 0 4-15,-1 7-14 0,-1 4-7 0,-2 4-7 16,0-1-15-16,2 4-6 0,-4 9-13 16,0-10-6-16,2-2-14 0,2-1-8 0,-4-1-6 15,2-1-2-15,2-2-9 0,-2-1-6 0,0-1-23 0,0-7-21 16,0-2-40-16,0-2-35 0,-2 2-40 0,2-6-38 15,0 0-26-15,2-3-192 0,-4 0-397 0,2-8 176 16</inkml:trace>
  <inkml:trace contextRef="#ctx0" brushRef="#br0" timeOffset="145640.29">14638 12390 108 0,'0'0'211'0,"-4"-11"-18"15,-5 8-8-15,2-1-3 0,-7 3-5 0,1 2-3 16,-5 3-5-16,-2 2-3 0,1 2-9 0,-5 7-13 16,1 2-13-16,1 1-9 0,0 4-16 0,7-2-9 15,5-2-9-15,-1 0-12 0,4-1-8 0,0 2-6 16,4-1-6-16,4-1-2 0,1-2-6 0,0-3-3 16,7-2-9-16,0-1 1 0,0-1-4 0,3-2-2 15,1-3-3-15,7-3-1 0,0-2-6 0,7-2 1 16,-2-3-5-16,2-4-1 0,-7 1-2 0,2-4 1 15,-5 2-3-15,-2-1-1 0,-1-1-1 0,-3 0 3 16,-3-1-5-16,0-1-1 0,-2 0-1 0,-3 1-1 16,1-2 2-16,-4 0-1 0,2 5-3 0,0 1 2 15,-1 2-1-15,-1-1 4 0,0 10-2 0,-1-12 5 16,1 12-6-16,0-7 0 0,0 7-7 0,0 0 3 16,0 0 2-16,0 0-4 0,0 0 3 0,0 0 2 15,-9 27-2-15,6-16 4 0,-2 6-1 0,2-1-1 0,-3 1-1 16,5 1 2-16,2-1-4 0,-1-2 2 15,0 0-4-15,4-3 23 0,-1 1-2 0,3-4 2 16,-1 2 1-16,1-2-6 0,3-1 1 0,1-1 0 16,-1-2-3-16,1-2 1 0,2 0-2 0,-3-2 1 15,5-1-3-15,-1-2 1 0,0-2-3 0,1-1 2 0,-3-1 0 16,1-1 6-16,-2-2-12 0,3-5-4 16,-1-2 0-16,0 1 1 0,-4-2-2 0,1 1-3 15,-7-3-1-15,1-7 1 0,-3 8 2 0,0-9-3 16,-2 8 3-16,-3 2-4 0,-2-1 1 0,0 5 3 0,1-1-4 15,1 3 1-15,-3 2 1 0,1 1 3 0,0 1-2 16,2 4-2-16,5 3-3 0,-9-9 1 16,6 5-1-16,3 4 0 0,0 0-2 0,0 0 2 15,0 0 0-15,0 0 4 0,0 0-4 0,0 0 5 16,0 0-1-16,25 5 4 0,-13-1-6 0,6-1 8 0,4-2-6 16,-1 0 4-16,8 1-4 0,-9 0-1 0,0-2 0 15,-4 1 4-15,-3 1-7 0,0 0 3 0,-1 2-2 16,-3-2-2-16,0 4 3 0,2-3 3 15,-5 5-4-15,0 1 4 0,0 1 1 0,-3 5 3 0,1 0 0 16,-1-2 2-16,-3 3 1 0,2 0-5 0,-2-3 0 16,0 4 10-16,0-1-5 0,0-2-2 15,2-1-1-15,-2-1-3 0,2-2-6 0,2 1-11 0,1 1-9 16,3-6-7-16,2 1-7 0,3-2-9 0,6-1-8 16,8-4-6-16,5-2-4 0,-1-3 6 0,0-2 2 15,0-3 12-15,1-1-5 0,0-1 5 0,-4-1 1 16,-4-1 8-16,-1-2-1 0,2 0 9 0,-10 5-2 15,-1-4 5-15,-1-1 4 0,-3 1 1 16,-1-1 6-16,-5 1-1 0,0 0 7 0,-4 3 13 0,-2 1 9 16,2 1 10-16,-2 3 4 0,2 7 1 0,-7-12-1 15,2 6 1-15,-1 3-1 0,6 3 3 0,-17-1 4 16,6 5-1-16,-2 2 1 0,-2 2-3 16,1 3-2-16,-1 1 0 0,2 1-6 0,1-2 6 0,3 2-9 15,1-2 0-15,2-1-4 0,2-1 0 0,0 2-4 16,2-3-1-16,2 0 6 0,0-8-7 0,0 11 0 15,4-6 0-15,-4-5-1 0,6 7-5 0,0-6 3 16,-6-1-1-16,17 0-2 0,-8-1 1 0,-1-2 1 16,2-2 1-16,-2 0-5 0,-2-1 2 15,2-1 2-15,-1 1-4 0,1 0 1 0,0-3-3 0,-3 4 6 16,1 0-3-16,-2 0 4 0,0 0-9 0,-4 5 4 16,5-7-3-16,-5 7-5 0,5-2 2 0,-5 2 1 15,0 0 1-15,9 12 9 0,-4 1 8 0,-1 3 1 16,2 11 1-16,-3 1 4 0,1 1-7 0,1 3 3 15,-1 3 1-15,1-2 1 0,-3-1-2 0,2-2 3 16,-1 1-8-16,-1-4 1 0,2 1 4 0,-7-2-4 16,2 0 2-16,0-7-1 0,-2-2-4 0,-1 0 0 15,-1-2 8-15,-4 0-5 0,1-1 0 0,-3-3-3 16,-3 0 1-16,-1-4-3 0,1-1 1 0,2-3 1 16,-5 0 5-16,4-2-11 0,0-2-5 0,0-5-2 15,2 0-5-15,0-1-1 0,4-1-2 0,3-3-8 16,3-2-2-16,4-4 2 0,9-6-6 0,2-3 0 15,4 2-1-15,4-2 2 0,3-2 0 0,11-7-3 16,4 1 0-16,-2 1 3 0,2 0 4 0,-1 3 0 16,-9 6 1-16,8-5 3 0,-10 6 3 0,0 0-1 15,-2 2 3-15,-1 0 4 0,-2 0 1 0,-2 1 3 16,-3 0 6-16,-2-1 1 0,-4 5 5 0,-2 1 6 16,0-1 5-16,-2 0 0 0,-3-1-4 0,0 6 5 15,-4 0 11-15,1 2 0 0,-2-2-4 0,0 11-4 16,1-14 0-16,-1 14-7 0,-4-9 1 0,4 9-1 15,-8-2-7-15,8 2 0 0,-15 3 1 0,5 5-3 16,-2 3 0-16,0 2-1 0,0 1-1 0,-1 3-3 0,0 6 5 16,4-5-4-16,-1-1 5 0,5 0-5 15,1 1 2-15,0 0-2 0,2-2 1 0,2-1-1 16,2-1-1-16,4-4 2 0,-2 2 0 0,6 2 11 16,4-5-10-16,-4-1 5 0,4-4-2 0,3 2 0 15,1-2 0-15,2-1 2 0,-1-3-3 0,2 2 1 0,-1-2-4 16,1-2 5-16,-1-2-2 0,0 0 4 15,1-1 0-15,-1-2-8 0,6-2 1 0,-1-2 0 16,-9 2-1-16,2-4-11 0,-3 4 3 0,1-5-1 16,-4 0-3-16,-2-2 1 0,2-7-4 0,-5 8-1 15,0-4-2-15,-3-1 1 0,-3 1-2 0,-1 0 1 0,-1 2 3 16,-3 0 2-16,1 6 2 0,-2-2 3 16,1 3 2-16,-2-2-2 0,-3 3 1 0,4 2-2 15,-3 1 5-15,0 0-3 0,2 1 3 0,1 2-2 16,5 3 4-16,-6-6-7 0,6 6 0 0,0 0 1 0,-7-4 2 15,7 4 3-15,0 0-3 0,0 0 3 16,0 0 1-16,0 0 1 0,0 0 2 0,32 7-3 16,-14-7 0-16,1 3 6 0,4-3-6 0,4 3 3 15,1-2-5-15,-10 3-2 0,4-4 6 0,-3 4-3 16,-1 1-2-16,-5-3 6 0,-2 0-7 0,0 4 7 0,1-2-5 16,-3 1 7-16,-1 3 5 0,1 3 9 15,-4 1 2-15,0 2-4 0,-1 3 4 0,-3 2 3 0,2-2 1 16,-5-2-2-16,4 3-1 0,-2-1-3 15,-2-2-2-15,1 2-2 0,0-5 0 0,0 3-4 0,1-1 5 16,0-3-13-16,0 0-18 0,1-1-27 0,0-2-35 16,0-2-37-16,1 1-58 0,3-1-54 0,0-3-68 15,1 0-175-15,-6-3-505 0,16 2 225 0</inkml:trace>
  <inkml:trace contextRef="#ctx0" brushRef="#br0" timeOffset="145789.01">16908 12377 2820 0,'8'-6'88'0,"-4"1"-23"0,1 3-32 0,-5 2-12 0,6-6-5 16,-2 2 29-16,-4 4 29 0,0 0 7 0,0 0-10 16,0 0-4-16,7-9 1 0,-7 9-18 0,0 0-6 15,0 0-23-15,2-6-34 0,-2 6-43 0,0 0-58 16,0 0-78-16,0 0-93 0,0 0-199 0,0 0-525 16,0 0 232-16</inkml:trace>
  <inkml:trace contextRef="#ctx0" brushRef="#br0" timeOffset="196965.28">23810 10623 36 0,'0'0'37'0,"1"-8"-2"0,-1 8-6 15,0 0 0-15,0 0-5 0,0 0-1 0,0 0-2 16,0 0-4-16,0 0-6 0,0 0-9 0,0 0-15 0,0 0-30 15,0 0-44-15,0 0 20 0</inkml:trace>
  <inkml:trace contextRef="#ctx0" brushRef="#br0" timeOffset="206457.81">22750 11075 10 0,'0'0'21'0,"0"0"4"16,0 0-4-16,0 0 4 0,0 0-1 0,0 0-4 0,0 0-1 16,0 0 0-16,0 0-1 0,0 0 5 15,0 0-7-15,0 0 5 0,0 0 1 0,0 0-4 0,0 0-5 16,0 0-2-16,0 0 0 0,0 0 3 0,0 0-8 16,0 0 1-16,0 0-2 0,0 0 0 0,0 0-6 15,0 0-2-15,0 0-4 0,0 0 1 16,0 0 3-16,0 0-8 0,0 0 3 0,0 0 1 0,0 0 7 15,0 0-9-15,0 0-1 0,0 0 5 0,0 0 3 16,0 0-2-16,0 0 1 0,0 0 0 0,0 0 1 16,0 0 0-16,0 0 0 0,0 0-5 0,0 0 8 15,0 0 0-15,0 0-4 0,21 0 6 0,-21 0-6 16,12 0 3-16,-4 0-2 0,2 0-1 0,3 0 2 16,0 0-2-16,5 2 6 0,0-2-4 0,0 1-3 15,2-1 7-15,1 3-4 0,11-2-6 0,-2 0-2 16,1 1-1-16,2-2-3 0,3 1-26 0,-1-2-42 15,3 1 20-15</inkml:trace>
  <inkml:trace contextRef="#ctx0" brushRef="#br0" timeOffset="209193.75">22823 10800 1 0,'0'0'41'0,"0"0"-10"0,0 0 2 16,0 0-5-16,0 0-3 0,0 0 0 0,-8-3 1 15,8 3-7-15,0 0-4 0,0 0-3 0,0 0 0 16,0 0 9-16,0 0-14 0,-12 0 1 0,12 0-2 15,0 0 0-15,-9 0 2 0,9 0 10 0,0 0 0 16,0 0-5-16,-9-1-3 0,9 1 1 0,0 0 2 16,-9-2 2-16,9 2-4 0,0 0 4 0,0 0-1 15,0 0 2-15,-10-2 5 0,10 2-4 0,0 0 4 16,0 0-9-16,0 0 7 0,0 0-5 0,0 0 3 16,0 0-5-16,-11 0 2 0,11 0-2 0,0 0-4 15,0 0 0-15,0 0-4 0,0 0 2 0,0 0-1 16,0 0 1-16,0 0 0 0,0 0-2 0,0 0 2 15,0 0-4-15,0 0 6 0,0 0-3 0,0 0 5 16,0 0 1-16,0 0-7 0,0 0 0 0,0 0 14 16,0 0-5-16,0 0-3 0,0 0 8 0,0 0-5 15,0 0 2-15,0 0 5 0,0 0-11 0,0 0 2 0,0 0 0 16,0 0 2-16,0 0 0 0,0 0-3 16,0 0-5-16,0 0 2 0,0 0-4 0,0 0 2 0,0 0-1 15,0 0-1-15,0 0 1 0,0 0 7 0,0 0-4 16,0 0-5-16,0 0 0 0,0 0 0 0,23 5 0 15,-23-5-1-15,13 0 7 0,-5 2-7 0,1-2 4 16,0 1-5-16,-2 0 2 0,4 1 2 0,-3-2-1 16,4 1 1-16,1-1-2 0,3 3-1 0,-3-3 0 15,0 0-1-15,1 2 2 0,1-2-3 0,2-2 8 16,-3 2-7-16,3 2 0 0,-3-4 5 0,-1 2-4 16,-1 0 2-16,1 0-4 0,-3 0 4 0,3 0 0 15,-1 0-3-15,-1 0 0 0,-2-2 0 0,0 1 0 16,2 1 1-16,-2 0-2 0,-9 0 6 0,16-3-2 15,-9 2 0-15,-7 1-6 0,13-1 7 0,-6-1 3 16,-7 2-2-16,11 0-2 0,-11 0 3 0,0 0-3 16,10 0 4-16,-10 0 0 0,0 0 5 0,0 0-2 15,0 0-1-15,9 0-1 0,-9 0-1 0,0 0 1 16,0 0-2-16,0 0-10 0,0 0-4 0,0 0-7 16,0 0-15-16,0 0-12 0,0 0 0 0,0 0-19 15,0 0-5-15,0 0-16 0,2 8-49 0,-2-8-139 16,0 0 61-16</inkml:trace>
  <inkml:trace contextRef="#ctx0" brushRef="#br0" timeOffset="209630.02">23397 10794 60 0,'0'0'118'0,"0"0"0"0,-8-4-11 0,8 4-1 15,0 0-8-15,0 0-7 0,0 0-4 0,0 0-7 16,0 0 1-16,0 0-9 0,0 0-12 16,0 0-18-16,0 0 9 0,0 0-2 0,0 0-3 0,0 0-2 15,21-4 5-15,-11 3-6 0,3 1-12 0,-2-2-1 16,3 4 3-16,-2-4-3 0,2 1-2 0,0 0 1 15,0 0-8-15,3 1 5 0,-5 1-3 16,6-2 1-16,-5 1-6 0,0 1-3 0,0-2 6 0,-2 1-1 16,-2 0-2-16,1 0-3 0,-10 0-3 0,15 1 2 15,-7-2 3-15,-8 1 8 0,12 0 5 16,-12 0 7-16,9 0 3 0,-9 0 5 0,0 0 6 0,0 0 2 16,10-2-4-16,-10 2-2 0,0 0-4 0,0 0-2 15,6-1-5-15,-6 1 1 0,0 0-6 0,0 0-2 16,0 0-2-16,0 0-6 0,2-8-1 0,-2 8-2 15,0 0-10-15,0 0-17 0,0 0-15 0,0 0-20 16,0 0-29-16,0 0-16 0,0 0-12 0,0 0-25 16,0 0-13-16,0 0-26 0,0 0-127 0,-15 19-314 15,10-13 139-15</inkml:trace>
  <inkml:trace contextRef="#ctx0" brushRef="#br0" timeOffset="210084.77">24019 10814 55 0,'-10'-7'113'0,"10"7"-3"0,0 0-6 16,0 0-13-16,0 0-2 0,0 0-24 15,0 0 9-15,0 0-1 0,0 0-10 0,0 0-3 16,0 0-17-16,0 0 5 0,0 0-9 0,0 0-13 0,0 0 15 16,0 0 3-16,0 0-11 0,0 0 6 0,23 6 3 15,-13-6-6-15,1 1 2 0,0 2 3 0,3-2-3 16,-1 0 1-16,2-1-2 0,2 2-5 0,1-2-1 16,-2 1 1-16,-2-1-1 0,-1 0 7 0,1 1-6 15,0-2-5-15,-1 2 0 0,-1-1-8 0,-3-1 0 16,1 0-2-16,-10 1 0 0,13 0 0 15,-13 0 10-15,11 0 5 0,-11 0 0 0,10-2 5 0,-10 2 0 16,0 0-4-16,8-1 3 0,-8 1 2 0,0 0 2 16,0 0-1-16,0 0 0 0,10 0-3 0,-10 0-1 15,0 0 0-15,0 0-2 0,0 0-6 16,0 0 0-16,0 0-3 0,0 0-5 0,0 0-5 0,10 0 1 16,-10 0-16-16,0 0-13 0,0 0-21 0,0 0-22 15,0 0-18-15,0 0-19 0,0 0-17 0,0 0-22 16,2 8-13-16,-2-8-24 0,1 7-104 0,-1-7-295 15,2 6 131-15</inkml:trace>
  <inkml:trace contextRef="#ctx0" brushRef="#br0" timeOffset="210502.27">24720 10821 102 0,'0'0'147'0,"0"0"-12"0,0 0-4 0,0 0-10 15,0 0-10-15,0 0-12 0,0 0-2 0,0 0-10 16,0 0-4-16,0 0-10 0,0 0-6 0,0 0-8 16,0 0-6-16,2-5 3 0,-2 5-6 0,0 0-6 15,14 1-2-15,-6-1-1 0,-8 0-4 0,19-1-6 16,-5 1 1-16,-1 0-2 0,0-2 2 0,1 2-3 15,-1 0-5-15,-1-1-1 0,3 1 2 0,0 0 3 0,-4 1 0 16,2-1-5-16,1 0 0 0,-2-1-4 0,0 1 1 16,-1 1 1-16,-1-2-3 0,-1 1 2 15,1 0-3-15,-10 0 3 0,15 0-1 0,-7 0-2 16,0 1 5-16,-8-1-1 0,11 0-2 0,-11 0 7 0,13 0 1 16,-13 0 1-16,8 0-1 0,-8 0 6 0,0 0-6 15,7-4 4-15,-7 4-4 0,0 0 5 0,0 0-6 16,0 0-1-16,9 0-4 0,-9 0 1 0,0 0-3 15,0 0-3-15,0 0-5 0,0 0-15 0,0 0-21 16,0 0-26-16,0 0-22 0,0 0-40 0,0 0-36 16,0 0-45-16,0 0-138 0,-14 16-357 0,14-16 158 15</inkml:trace>
  <inkml:trace contextRef="#ctx0" brushRef="#br0" timeOffset="211232.55">25727 10871 86 0,'0'0'92'0,"-12"-3"-5"0,12 3-16 16,-10-1 1-16,2-1-13 0,8 2-11 15,-11 0-3-15,11 0-9 0,-13 0 7 0,13 0-1 16,-11 0-10-16,11 0 1 0,-9 0-5 0,9 0-5 0,0 0-9 15,-11 0 2-15,11 0 6 0,0 0-8 0,0 0 2 16,-10-1-6-16,10 1 2 0,0 0-2 16,0 0 5-16,0 0-4 0,0 0 0 0,0 0 6 15,-8 3 9-15,8-3-13 0,0 0 9 0,0 0 2 0,0 0-7 16,0 0 9-16,0 0 16 0,0 0-5 0,0 0 0 16,0 0 7-16,27 4-5 0,-14-8-8 15,5 5-2-15,2-1 2 0,-2 0 4 0,2-1-4 16,0-1-3-16,2 4 1 0,-1-5-1 0,2 3 9 0,-4-2-1 15,2 0-10-15,-3 0 6 0,2 1 2 0,-2-2-1 16,-5 3-5-16,1-1 2 0,-3 1-3 0,2 0-2 16,-3-1 10-16,-10 1-6 0,13-1 2 0,-6 1-3 15,-7 0 1-15,11 0-4 0,-11 0 5 0,0 0 1 16,11 0 0-16,-11 0 0 0,0 0-1 0,0 0-6 16,0 0 3-16,7-1-6 0,-7 1 1 0,0 0-6 15,0 0-1-15,0 0-2 0,0 0-8 0,0 0-12 16,0 0-16-16,0 0-18 0,0 0-21 0,0 0-10 15,0 0-22-15,8 3-11 0,-8-3-18 0,0 0-21 16,0 0-130-16,-4 12-298 0,4-12 132 0</inkml:trace>
  <inkml:trace contextRef="#ctx0" brushRef="#br0" timeOffset="211630.09">26506 10841 60 0,'0'0'152'0,"0"0"-4"0,0 0-7 16,0 0-6-16,0 0-8 0,0 0-6 0,0 0-6 16,0 0-12-16,-4-15-2 0,4 15-8 0,0 0-6 15,0 0-10-15,0 0-3 0,0 0-10 0,9-2-4 16,-9 2-7-16,13-1-1 0,-4-1-5 0,4 0-6 0,-2 2-2 15,3-1-6-15,2-1 0 0,2 0-2 16,-1 1-5-16,4-2-1 0,-3 2-4 0,-2-1-4 16,2-1-3-16,1 2 7 0,-4 1-3 0,-2-2 4 15,5 2-11-15,-5-1 7 0,1 1 2 0,-1-3-1 0,-3 3-1 16,1 0-2-16,-3-1 6 0,-8 1-3 0,14-2 4 16,-14 2-6-16,9 2 2 0,-9-2 1 0,0 0 1 15,11-2-7-15,-11 2 2 0,0 0-3 0,0 0 0 16,6 0-5-16,-6 0 2 0,0 0-1 0,0 0-3 15,0 0-2-15,0 0-7 0,0 0-11 0,0 0-24 16,0 0-23-16,0 0-12 0,0 0-15 0,4 7-32 16,-4-7-27-16,0 0-36 0,-14 13-111 0,11-9-318 15,3-4 141-15</inkml:trace>
  <inkml:trace contextRef="#ctx0" brushRef="#br0" timeOffset="212018.16">27195 10821 160 0,'0'0'169'0,"0"0"-12"16,0 0-10-16,0 0-12 0,0 0-5 0,0 0-15 15,0 0-8-15,5-5-10 0,-5 5-8 0,0 0-10 16,10-2-3-16,-10 2-4 0,13 0-5 0,-5 0-4 15,-8 0-9-15,19-1 2 0,-9 1-6 0,-1 0-7 16,5 0 0-16,-1-2-4 0,1 4-2 0,0-2-1 16,-1-3-4-16,-2 3-1 0,2 0-3 0,2 0-3 15,-2 1 0-15,1-1 0 0,-1 0 3 0,1-1 0 0,-1 1-2 16,-2 1-1-16,2-1 2 0,-4-1-3 16,5 1-1-16,-5-1 2 0,0 1-1 0,-1-2-3 15,-8 2-1-15,14 0 1 0,-14 0-3 0,9 0-3 0,-9 0 1 16,10-2 1-16,-10 2-4 0,0 0 2 15,9 0-4-15,-9 0 0 0,0 0-2 0,0 0 1 0,0 0-6 16,0 0-3-16,8 2-10 0,-8-2-24 16,0 0-27-16,0 0-35 0,0 0-32 0,0 0-26 0,0 0 1 15,6 3-17-15,-6-3-135 0,3 4-329 0,-3-4 146 16</inkml:trace>
  <inkml:trace contextRef="#ctx0" brushRef="#br0" timeOffset="212386.18">28058 10828 16 0,'-7'-14'171'0,"7"14"-12"16,0 0-4-16,0 0-4 0,-4-5-14 0,4 5-9 15,0 0-8-15,0 0-7 0,0 0-10 0,0 0-9 16,0 0-11-16,13-4-5 0,-13 4-6 0,15-1-9 15,-5 0-6-15,1-1 4 0,1 2-6 0,1 0-10 16,1 0 0-16,1 0-3 0,-4 0 1 0,8 0-7 16,-1 0-1-16,-1 0-1 0,1 3-5 0,-6-4-4 15,2 2-1-15,0-1 1 0,-1 1-4 0,1-1-3 16,-1 0 3-16,1 2-5 0,-4-2-1 0,1 2-4 16,-4-2 1-16,-7 0-2 0,12 0-5 0,-12 0 10 0,10-2 3 15,-10 2 4-15,9 2 5 0,-9-2 3 16,0 0 1-16,0 0-3 0,9 1-3 0,-9-1-1 15,0 0 2-15,0 0-2 0,0 0-4 0,0 0-1 16,0 0-1-16,0 0-9 0,10-1-13 0,-10 1-27 0,0 0-28 16,0 0-40-16,0 0-50 0,0 0-42 0,0 0-165 15,0 0-385-15,0 0 171 0</inkml:trace>
  <inkml:trace contextRef="#ctx0" brushRef="#br0" timeOffset="212991.62">28943 10924 4 0,'0'0'81'0,"-8"-5"-3"0,8 5-11 16,0 0-3-16,-8-2-1 0,8 2-12 0,0 0 0 16,-7-4-1-16,7 4-2 0,-8-3-3 15,8 3 3-15,-7-3-9 0,7 3 2 0,-9-2-7 0,9 2-3 16,0 0-7-16,-7-4-2 0,7 4 12 0,0 0-9 16,0 0 13-16,-9-4-16 0,9 4 6 0,0 0-2 15,0 0-4-15,-6-3 3 0,6 3-8 16,0 0 0-16,0 0-9 0,0 0-11 0,0 0-5 15,0 0-6-15,0 0-3 0,0 0-15 0,0 0-9 0,0 0-13 16,0 0-10-16,0 0-14 0,0 0-54 0,13-13-143 16,-13 13 63-16</inkml:trace>
  <inkml:trace contextRef="#ctx0" brushRef="#br0" timeOffset="213416.77">29004 10826 94 0,'0'0'110'0,"0"0"-13"0,0 0-10 15,0 0-16-15,0 0 10 0,0 0-20 0,0 0 10 16,0 0-14-16,0 0 2 0,0 0-3 0,0 0-6 15,0 0-1-15,0 0-2 0,0 0 8 0,0 0-2 16,0 0-1-16,0 0 0 0,0 0 7 0,13 0-5 0,-1 0-4 16,-2 3-8-16,3-2-4 0,4 1 3 15,-2-1-8-15,3-1 3 0,1 2-6 0,1-1-1 16,1 2 3-16,-2-5-19 0,-1 2 9 0,1 0-1 0,-6 0 0 16,6 0 3-16,-5 0 2 0,0 0 3 15,-2-1-6-15,-2 0 5 0,0 1 2 0,-2-2 2 16,-8 2 0-16,10 0 0 0,-10 0 2 0,11 0 0 15,-11 0 0-15,0 0 2 0,11 0 1 0,-11 0-1 0,0 0-3 16,0 0-3-16,0 0-3 0,9-1-1 0,-9 1-4 16,0 0-2-16,0 0-4 0,0 0-12 15,0 0-8-15,0 0-24 0,0 0-14 0,0 0-26 0,0 0-22 16,0 0-24-16,0 0-23 0,0 0-9 0,0 0-145 16,0 0-313-16,0 0 139 0</inkml:trace>
  <inkml:trace contextRef="#ctx0" brushRef="#br0" timeOffset="213786.71">29604 10821 14 0,'0'0'157'15,"0"0"-17"-15,0 0-5 0,0 0-16 0,0 0-9 16,0 0-19-16,6-3-2 0,-6 3-15 0,17 0-1 16,-7-2-3-16,4 0 0 0,3 2 2 0,-2 0-5 15,3 0-8-15,0 0-1 0,1 2 3 0,-7-4-5 16,2 2-2-16,5 0-5 0,-8-1-6 0,5-1 0 16,-3 0-4-16,0 2 2 0,0-2-2 0,0 2-1 15,-3 0 1-15,1-2 3 0,-4 1 3 0,-7 1 0 16,13-1 1-16,-13 1-1 0,10 0 5 0,-10 0-8 15,8-3-2-15,-8 3-3 0,0 0-3 0,10-3 1 16,-10 3-6-16,0 0-1 0,0 0-6 0,0 0-2 16,6 0-6-16,-6 0-2 0,0 0-14 0,0 0-12 15,0 0-21-15,0 0-38 0,0 0-28 0,0 0-16 16,8 3-28-16,-8-3-33 0,0 0-126 0,6 5-329 16,-6-5 146-16</inkml:trace>
  <inkml:trace contextRef="#ctx0" brushRef="#br0" timeOffset="214111.83">30283 10837 58 0,'0'0'173'0,"7"-4"-13"0,-7 4-11 0,0 0-9 16,0 0-7-16,0 0-3 0,13 0-1 0,-13 0-7 0,6-1-6 15,-6 1 0-15,13 0-14 0,-13 0-3 0,13 0-12 16,-3-3-7-16,3 4-8 0,-2-1 0 16,3 0-9-16,-1 0-6 0,8 2-4 0,-9-4-5 15,9 2-6-15,-2 2-5 0,-1-1-3 0,-5-1 1 0,5 0-9 16,-7 2 2-16,4-2-2 0,-3 0-3 16,-1 0-5-16,1 0 3 0,-2-2-10 0,-1 2 4 0,-9 0-4 15,12 0 2-15,-6 0-2 0,-6 0-4 16,0 0 1-16,13-1-10 0,-13 1-16 0,9 1-21 0,-9-1-16 15,0 0-20-15,0 0-28 0,7 0-16 0,-7 0-29 16,0 0-12-16,0 0-141 0,0 0-327 0,0 0 145 16</inkml:trace>
  <inkml:trace contextRef="#ctx0" brushRef="#br0" timeOffset="214426.19">30916 10835 38 0,'0'0'177'0,"0"0"1"0,0 0-19 0,0 0-11 16,0 0-16-16,3-6-12 0,-3 6-3 0,0 0-7 16,0 0-8-16,0 0-11 0,8-1-11 0,-8 1 0 15,0 0-8-15,12-2-6 0,-12 2-5 0,11 0-5 16,-11 0-4-16,13-2-4 0,-6 1-3 0,2-3-1 15,3 3-4-15,-1 1-9 0,-1 0 4 0,1 0-9 16,-1 0 3-16,0-1-5 0,0 0 0 0,2 1-5 16,-2-2-3-16,-10 2 3 0,13 0-5 0,-13 0-4 15,11 0 3-15,-11 0-1 0,9 0-6 0,-9 0-19 0,8 3-19 16,-8-3-28-16,0 0-32 0,9 1-27 16,-9-1-18-16,0 0-17 0,6 4-128 0,-6-4-304 15,0 0 134-15</inkml:trace>
  <inkml:trace contextRef="#ctx0" brushRef="#br0" timeOffset="214662.74">31230 10830 99 0,'0'0'140'0,"0"0"-13"16,0 0-4-16,7-1-12 0,-7 1 1 15,12 3 6-15,-12-3-11 0,10-2-14 0,-10 2-3 16,13 0-12-16,-4-1-4 0,-9 1-5 0,12-1-6 0,-5-1-9 16,-7 2-3-16,11 0-6 0,-11 0-7 0,12-2-9 15,-12 2-11-15,8 2-38 0,-8-2-23 0,10 0-20 16,-10 0-33-16,9-2-23 0,-9 2-98 16,6 4-234-16,-6-4 104 0</inkml:trace>
  <inkml:trace contextRef="#ctx0" brushRef="#br0" timeOffset="-214629.8">31504 10818 8 0,'0'0'132'0,"0"0"-10"15,12 0-13-15,-12 0-7 0,12 1-10 0,-12-1-6 16,12 0-4-16,-12 0-9 0,15 0-5 0,-8-1-18 15,-7 1 1-15,13 3-19 0,-13-3-17 0,15-2-25 16,-9 2-30-16,-6 0-28 0,12 2-83 0,-12-2-163 16,11 0 71-16</inkml:trace>
  <inkml:trace contextRef="#ctx0" brushRef="#br0" timeOffset="-214450.6">31709 10817 79 0,'0'0'167'0,"0"0"-19"0,9-3-11 0,-9 3-20 15,0 0-10-15,11 0-16 0,-11 0-9 0,0 0-33 16,12 0-29-16,-12 0-29 0,7 0-37 0,-7 0-40 16,0 0-57-16,11 0-155 0,-11 0 69 0</inkml:trace>
  <inkml:trace contextRef="#ctx0" brushRef="#br0" timeOffset="-212292.72">32193 10777 13 0,'0'0'43'15,"0"0"-9"-15,10-2-3 0,-10 2-5 0,0 0-2 16,0 0 0-16,9-2 0 0,-9 2-3 0,8-2 4 16,-8 2 8-16,0 0 4 0,6-4 9 0,-6 4 0 15,0 0 5-15,9-3-1 0,-9 3-3 0,0 0-6 16,4-6 2-16,-4 6-3 0,0 0-4 0,0 0 0 16,0-9 4-16,0 9-14 0,0 0 5 0,0 0-10 15,-1-12-1-15,1 12 2 0,-7-5 11 0,7 5-15 16,0 0 1-16,-5-9 4 0,5 9-5 0,-7-4-5 15,7 4 3-15,-9-4 5 0,9 4 2 0,-12-5-3 16,6 4 6-16,-2-1-3 0,8 2 0 0,-18 1 1 16,8-1 0-16,0 0-9 0,-2 2 6 0,5-1-5 15,-4 2 0-15,2 1-5 0,-1-2 3 0,0 3-4 16,2 0 3-16,-2 2 4 0,4-2-6 0,-1-3 6 16,1 5 0-16,-3 0-6 0,3 2 5 0,2-3-4 0,0 2 0 15,0 1-2-15,2-2 1 0,0 0 0 16,2-7 3-16,0 13 4 0,3-6 2 0,1 1 2 15,0-1-5-15,1-1-2 0,0-1 2 0,5-1-4 16,-2 0 1-16,1 0-1 0,2-2 0 0,-3-1-2 0,2-1 3 16,3 0-6-16,-3-3 4 0,0 3-4 15,2-4 1-15,-2 1 2 0,-1 0 3 0,-3 0 9 16,2-3-2-16,-2 0-5 0,-1 1 1 0,1-3-4 16,-1-2 1-16,1 1 0 0,-1-2-2 0,0 3 0 0,0-1-3 15,1 0 0-15,-1-3 2 0,0 2-2 0,-2 1 0 16,1-2 0-16,-1-1 1 0,1 2 0 0,0 0 6 15,1-1-5-15,0 0 3 0,-4 1-2 16,2-1-1-16,-1 2-1 0,-1 0 2 0,1 2 3 0,2-4 4 16,-3 6 4-16,-1 5 6 0,4-10-2 0,-4 10 1 15,1-9-2-15,-1 9 0 0,3-5 1 0,-3 5-3 16,0 0-3-16,2-9 1 0,-2 9-6 0,0 0-1 16,0 0-1-16,0 0-6 0,0 0 3 0,4-5-5 15,-4 5 0-15,0 0-6 0,0 0 4 0,0 0-2 16,0 0-6-16,0 0 4 0,0 0-2 0,-4 28 0 15,0-21 4-15,3 5 1 0,-2-2-5 0,1 6 1 16,1-1 3-16,-3-3 3 0,2 3-3 0,1-1-3 16,-1 2 0-16,0-5 2 0,1 1 2 0,0 1 0 15,-2 2 0-15,1-3 3 0,-1-1-3 0,2-1 2 16,-3-1-1-16,4 0-1 0,0 0 0 0,1-2 1 16,-1-7-1-16,-1 16-6 0,1-9-14 15,0 3-22-15,0-2-23 0,0 1-24 0,0-9-30 0,0 14-30 16,0-6-21-16,0-8-143 0,-1 12-335 0,1-5 147 15</inkml:trace>
  <inkml:trace contextRef="#ctx0" brushRef="#br0" timeOffset="-212034.66">32525 10791 5 0,'0'0'166'0,"-3"-9"0"0,3 9-18 0,-6-5-14 16,6 5-10-16,-10-5-6 0,10 5-17 0,-7-3-5 16,7 3-12-16,-11 0-5 0,11 0-3 0,-10 4-11 15,3 0-6-15,7-4-5 0,-11 9-1 0,6-1-8 16,0-5-2-16,1 5-1 0,-1 1-8 0,4-2-2 16,0 0 3-16,-1 0-4 0,2-7-4 0,3 14 0 15,-1-5-7-15,5 1-12 0,-1-3-32 0,2-1-38 16,1 1-16-16,0 0-38 0,0-2-23 0,-3 0-104 15,-2-2-262-15,-4-3 117 0</inkml:trace>
  <inkml:trace contextRef="#ctx0" brushRef="#br0" timeOffset="-207535.3">22799 11072 86 0,'0'0'119'0,"0"0"-5"16,0 0-11-16,0 0-7 0,0 0-9 0,0 0-6 0,0 0-11 15,0 0-10-15,0 0-14 0,0 0 3 0,0 0-10 16,0 0-1-16,0 0-2 0,0 0-3 16,0 0-15-16,0 0-1 0,0 0-19 0,0 0 0 0,0 0-14 15,0 0-13-15,0 0-3 0,0 0-7 0,0 0-4 16,0 0-10-16,0 0-14 0,0 0-69 0,0 0-145 15,0 0 65-15</inkml:trace>
  <inkml:trace contextRef="#ctx0" brushRef="#br0" timeOffset="-205988.89">27591 10828 22 0,'0'0'17'0,"0"0"-13"0,0 0-12 0,0 0-8 15,0 0 4-15</inkml:trace>
  <inkml:trace contextRef="#ctx0" brushRef="#br0" timeOffset="-203790.75">23788 10577 2 0,'0'0'8'0,"0"0"-2"0,6-5 6 16,-6 5-7-16,7-3 1 0,-7 3 3 0,5-4-4 15,-5 4 2-15,8-3-3 0,-8 3-2 0,6-2 5 16,-6 2-2-16,10-1-2 0,-10 1 3 0,8-4-4 0,-8 4-1 16,8-1 4-16,-8 1-9 0,0 0 8 0,11 1-1 15,-11-1-1-15,8-2 1 0,-8 2 6 0,9 0-8 16,-9 0 2-16,0 0 0 0,14-1 7 15,-14 1-9-15,9 0-4 0,-9 0 2 0,11-1 4 0,-11 1 5 16,13 0-6-16,-13 0-4 0,10-1 7 0,-10 1-3 16,10 0 2-16,-10 0-3 0,8 1 2 15,-8-1-1-15,0 0-2 0,12 0-2 0,-12 0 4 0,5 2 0 16,-5-2 4-16,0 0-5 0,9 2 3 0,-9-2-5 16,0 0 3-16,7 3-6 0,-7-3 7 0,0 0-3 15,7 2 9-15,-7-2-3 0,0 0-1 0,7 4-5 16,-7-4 9-16,0 0-3 0,5 3-1 0,-5-3-8 15,0 0 1-15,9 2 13 0,-9-2-5 0,5 2-1 16,-5-2-5-16,8 3 6 0,-8-3-3 0,9 3 4 16,-3-2-3-16,1 2 2 0,-1-1-2 0,-6-2 1 15,12 4-9-15,-6-1 2 0,-1 0 7 0,-5-3-3 16,9 6 2-16,-5-4-5 0,-4-2 4 0,7 7-4 16,-4-5 0-16,-3-2 5 0,8 8-3 0,-6-4-3 15,-2-4 1-15,6 7 2 0,-6-7 2 0,6 7 0 16,-3-4-3-16,-3-3-4 0,5 7 7 0,-5-7 0 15,6 7 1-15,-6-7-2 0,4 9 4 0,-3-6-3 16,-1-3-2-16,3 10 3 0,-1-4 3 0,1-1-4 16,-1 0-4-16,1 1 6 0,-3-6 1 0,5 10-5 15,-2-4 4-15,2-1-1 0,-1 0-3 0,1 2-4 16,-2 2 5-16,2-3 0 0,-2-1-8 0,1 3 5 16,0-1-1-16,0-1-1 0,-4-6 3 0,5 10-3 15,-1-3-1-15,-2-1-3 0,1-3-4 0,-3-3-3 16,5 10 1-16,-1-6-11 0,-2 1-17 0,-2-5-42 0,7 7 19 15</inkml:trace>
  <inkml:trace contextRef="#ctx0" brushRef="#br0" timeOffset="-202903.67">23646 10746 4 0,'0'0'12'0,"0"0"2"0,1-7-8 15,-1 7 2-15,6-7-2 0,-6 7-3 0,3-6-6 0,-3 6 3 16,6-7 1-16,-6 7-4 0,7-6 6 0,-6 1-3 15,-1 5-9-15,8-7-9 0,-4 3 4 0</inkml:trace>
  <inkml:trace contextRef="#ctx0" brushRef="#br0" timeOffset="-202399.95">23854 10579 5 0,'0'0'5'0,"9"-1"2"0,-9 1-3 16,12-1 3-16,-6 0-1 0,-6 1 3 0,12 0-5 15,-12 0 8-15,9-1-12 0,-9 1 1 0,7-3 3 16,-7 3 7-16,0 0 6 0,13-1-4 0,-13 1 3 16,0 0 1-16,0 0-1 0,9 0 7 0,-9 0-7 15,0 0-1-15,0 0 2 0,0 0-9 0,0 0 4 16,0 0 1-16,9 0-1 0,-9 0 1 0,0 0-4 15,0 0 3-15,0 0-4 0,0 0-3 0,0 0 2 16,0 0-7-16,0 0 7 0,0 0-5 0,0 0 1 16,0 0 4-16,0 0 0 0,0 0 0 0,0 0-1 15,0 0 3-15,0 0-1 0,0 0 4 0,0 0 4 0,0 0-1 16,0 0-9-16,0 0 6 0,0 0 2 16,0 0 2-16,0 0 2 0,0 0-2 0,0 0 2 15,0 0-4-15,0 0-2 0,0 0 8 0,0 0-1 16,0 0-9-16,0 0 8 0,0 0 7 0,0 0-8 15,0 0 3-15,0 0 1 0,0 0-6 0,0 0-1 16,0 0 3-16,0 0 1 0,0 0-6 0,0 0 2 16,0 0 4-16,0 0-6 0,0 0-2 0,8-2 3 15,-8 2-3-15,0 0 8 0,0 0-10 0,0 0 12 0,0 0-6 16,0 0-6-16,0 0-6 0,0 0 9 0,0 0-4 16,0 0 4-16,0 0 0 0,0 0-4 15,0 0 0-15,0 0-3 0,0 0-20 0,0 0 0 16,0 0-13-16,0 0-11 0,0 0-12 0,0 0-13 0,0 0-62 15,0 0-139-15,0 0 62 0</inkml:trace>
  <inkml:trace contextRef="#ctx0" brushRef="#br0" timeOffset="-200189.54">24422 11085 7 0,'0'0'47'0,"0"0"-6"0,0 0 2 0,0 0-7 16,0 0-5-16,0 0 4 0,0 0-4 0,0 0-1 15,8 2-5-15,-8-2 6 0,0 0-8 0,0 0 1 16,0 0-3-16,0 0 3 0,0 0 2 0,0 0-6 15,0 0 3-15,0 0-7 0,0 0 1 0,0 0 2 16,0 0 2-16,0 0-2 0,0 0 1 0,0 0-10 16,0 0 6-16,0 0-5 0,0 0-2 0,0 0-1 15,0 0 0-15,0 0-6 0,0 0 9 0,0 0-6 16,0 0-2-16,0 0 2 0,0 0-3 0,0 0 4 0,0 0 7 16,0 0-4-16,0 0-1 0,0 0 1 0,0 0 1 15,0 0-8-15,0 0 7 0,0 0-8 16,0 0 0-16,0 0 5 0,0 0-5 0,0 0 2 15,0 0 1-15,0 0 1 0,0 0-2 0,0 0-1 16,0 0 3-16,0 0 0 0,0 0-1 0,0 0-5 0,0 0 5 16,0 0-6-16,0 0-3 0,0 0 13 0,0 0-1 15,0 0-5-15,0 0 0 0,0 0-2 16,0 0 0-16,0 0-2 0,0 0-2 0,0 0-4 16,0 0 9-16,0 0-1 0,0 0 8 0,0 0-8 0,0 0 3 15,0 0-4-15,0 0-7 0,0 0 8 0,0 0-7 16,0 0-1-16,0 0 0 0,0 0 3 0,0 0-1 15,0 0 4-15,0 0-2 0,0 0-1 16,0 0-2-16,0 0 9 0,0 0-1 0,0 0-3 0,0 0 0 16,0 0-2-16,0 0 2 0,0 0-6 0,0 0 4 15,0 0-1-15,0 0-11 0,0 0 1 0,0 0-2 16,0 0-7-16,0 0-8 0,0 0-8 0,0 0 1 16,0 0-3-16,0 0-1 0,0 0 1 0,0 0-32 15,0 0-81-15,0 0 36 0</inkml:trace>
  <inkml:trace contextRef="#ctx0" brushRef="#br0" timeOffset="-200153.12">24430 11087 260 0,'0'0'-22'0,"0"0"-2"0,0 0 4 0,0 0 5 15,0 0-16-15,0 0-31 0,0 0 14 0</inkml:trace>
  <inkml:trace contextRef="#ctx0" brushRef="#br0" timeOffset="-199555.09">24367 11078 62 0,'0'0'80'0,"0"0"-4"0,0 0-8 16,0 0-11-16,0 0-3 0,0 0-8 0,0 0-4 15,0 0-7-15,0 0-6 0,0 0 0 0,0 0-8 16,0 0 4-16,0 0-15 0,0 0 8 16,0 0-14-16,0 0-9 0,0 0-7 0,0 0-8 0,0 0-8 15,0 0-17-15,0 0-46 0,0 0-100 0,0 0 45 16</inkml:trace>
  <inkml:trace contextRef="#ctx0" brushRef="#br0" timeOffset="-196739.41">24350 11053 9 0,'0'0'57'0,"0"0"-5"0,0 0-9 0,0 0-2 16,0 0-1-16,0 0-9 0,0 0-9 16,0 0-10-16,0 0-14 0,0 0-15 0,0 0-31 0,0 0-52 15,0 0 23-15</inkml:trace>
  <inkml:trace contextRef="#ctx0" brushRef="#br0" timeOffset="-196319.61">24513 11097 5 0,'-19'-14'38'0,"19"14"-11"16,-8-3-16-16,8 3-8 0,-8-3-17 0,8 3-16 15,-8-5 8-15</inkml:trace>
  <inkml:trace contextRef="#ctx0" brushRef="#br0" timeOffset="-193167.89">29603 10778 42 0,'16'0'28'0,"-9"0"-12"16,3 0-18-16,0 0-12 0,2 0-16 0,5 4 8 15</inkml:trace>
  <inkml:trace contextRef="#ctx0" brushRef="#br0" timeOffset="-192982.9">30170 10801 25 0,'6'0'79'0,"-6"0"-6"0,12 0-10 16,-12 0-13-16,15-1-13 0,-7 1-7 0,1 0-5 16,-9 0-13-16,18-1-13 0,-8 2-13 0,-2-1-15 15,3-1-30-15,-11 1-63 0,18-2 28 0</inkml:trace>
  <inkml:trace contextRef="#ctx0" brushRef="#br0" timeOffset="-192793.41">30760 10824 8 0,'0'0'86'0,"0"0"-9"0,12-2-7 0,-12 2-7 16,11-3-14-16,-11 3-8 0,9-1-25 0,-9 1-7 15,11 0-9-15,-11 0-15 0,9 0-26 0,-9 0-20 0,11 0-66 16,-4-2 30-16</inkml:trace>
  <inkml:trace contextRef="#ctx0" brushRef="#br0" timeOffset="-192637.54">31300 10823 22 0,'0'0'12'16,"14"1"-18"-16,-8-1-6 0,-6 0 3 0</inkml:trace>
  <inkml:trace contextRef="#ctx0" brushRef="#br0" timeOffset="-146616.57">6861 15766 113 0,'-13'-5'164'0,"2"7"-1"0,-1-5-6 15,0 2 1-15,-1 1-4 0,5-1-3 16,8 1-7-16,-14-1-11 0,6 0-8 0,8 1-8 15,-9-2-10-15,9 2-8 0,0 0-4 0,0 0-2 16,0 0-3-16,-14-1-3 0,14 1-6 0,0 0 1 16,0 0-5-16,0 0-4 0,0 0-8 0,0 0-9 0,0 0 1 15,17-19-7-15,-8 11-2 0,5-2-1 0,6-8-6 16,0 0-3-16,3 1-4 0,-2 1 0 16,-2-2-1-16,-4 4-1 0,1 1-4 0,-3 1-3 15,0 1-2-15,-4 2 2 0,-3 0 4 0,2 1 2 16,-3 0-2-16,0 3-2 0,-3-1-4 0,0-1 2 15,-2 7-3-15,5-9-1 0,-5 9-5 0,1-5-2 16,-1 5-5-16,3-6 2 0,-3 6-6 0,0 0 1 0,4-5-3 16,-4 5 3-16,0 0-8 0,0 0-3 15,0 0 2-15,0 0 2 0,0 0-1 0,0 0 1 16,-13 16-2-16,9-7 3 0,-4 2-4 0,5 2 2 16,-5-1-1-16,1 4-5 0,1-1 5 0,1-2-1 15,1 0-2-15,2-1 4 0,0 4-5 0,2-5-6 16,2 2-8-16,0-2-10 0,2-1-12 0,3 1-5 15,1-3-10-15,1 1-4 0,8-1-13 0,-1-3-14 16,4-1-13-16,0-4-30 0,1 0-20 0,5-3-25 16,1-2-16-16,-5 0-17 0,-3-2-109 0,-1-2-347 15,-1 1 154-15</inkml:trace>
  <inkml:trace contextRef="#ctx0" brushRef="#br0" timeOffset="-146445.15">7023 15244 163 0,'0'0'146'15,"-9"-7"-11"-15,9 7-20 0,-5-6-27 0,5 6-36 16,0 0-23-16,0 0-14 0,0 0-26 0,0 0-20 16,0 0-30-16,0 0-46 0,0 0-116 15,0 0 52-15</inkml:trace>
  <inkml:trace contextRef="#ctx0" brushRef="#br0" timeOffset="-146217.5">7205 15147 14 0,'0'0'142'0,"0"0"-6"16,0 0-6-16,0 0-12 0,0 0-12 15,0 0-12-15,-3-7 0 0,3 7 12 0,0 0 1 16,0 0 14-16,4 33-5 0,-1-7-5 0,-2 5 0 0,0 1-9 15,1 4-8-15,-2-1-9 0,0 15-7 0,0-18-7 16,0 5-8-16,0-3-2 0,1-2-9 16,0-2-13-16,3 1-11 0,1-3-16 0,-2-1-23 15,-2-8-24-15,0 0-41 0,2-2-39 0,-1-2-35 16,0-2-151-16,-2-1-326 0,1-3 145 0</inkml:trace>
  <inkml:trace contextRef="#ctx0" brushRef="#br0" timeOffset="-146046.02">7054 15455 67 0,'0'0'126'0,"0"0"-17"16,0 0-6-16,0 0-13 0,40 3 3 0,-19-3-19 15,11-4-32-15,4 1-36 0,5-3-33 0,13 1-40 16,1 0-36-16,3 0-111 0,4-3 48 0</inkml:trace>
  <inkml:trace contextRef="#ctx0" brushRef="#br0" timeOffset="-145130.4">8261 15402 204 0,'-15'-19'222'0,"15"19"-15"0,-10-10-11 16,4 7-11-16,6 3-7 0,-16-12-7 0,6 8-14 15,0 0-12-15,-3 2-11 0,1 1-9 16,0 1-18-16,-1 1-7 0,2 1-9 0,-1 1-10 16,0 3-10-16,0 1-7 0,-2 3-7 0,1 3-6 15,-1 0-7-15,3 3-2 0,-1-1-5 0,3-3-5 16,0 5-3-16,4-7-1 0,4 3-5 0,-1-2-3 0,2-2-3 15,3 4 0-15,0-4-1 0,2 1 0 0,2-2 0 16,1-1-2-16,0-2 0 0,1-1-4 16,1-2 1-16,1-1-3 0,1-2 2 0,2-1 0 15,-2 0-3-15,0-3 2 0,0-1-2 0,4-2 5 16,-4 1-6-16,-3-1 5 0,0 0-2 0,-3 0 2 16,1 1-4-16,-4-5 0 0,1 3 1 0,-2 0-2 15,0 0 1-15,-2-3 0 0,0 12-4 0,0-22 6 16,-1 11-3-16,1 11-7 0,0-16 6 0,0 16 4 15,-3-11-3-15,3 11-3 0,-1-11 1 0,1 11-3 16,0 0-3-16,-1-10-4 0,1 10 1 0,0 0 0 16,0 0-4-16,0 0 3 0,0 0 0 0,0 0 2 15,0 0-4-15,6 37 9 0,-1-23-4 0,-4-1 3 16,4 4-5-16,1-2 5 0,0-5-1 0,0 0 1 16,2 2-1-16,0-2-4 0,-1 0 4 0,2-4-1 15,3 1 3-15,-2-2-1 0,3-1 4 0,0-1 1 16,-2-2 2-16,1-2-3 0,0-2 5 0,1-1-4 15,0-1 0-15,1-5 2 0,-1-2-7 0,-2 1 9 16,-2-4-1-16,1 0-1 0,-2 0-2 0,-3-3 1 16,2-6 1-16,-1 2-3 0,-1-6-3 0,-1 0 4 15,0 3-2-15,-3-4-1 0,0 3 2 0,-1-1-2 16,0 1 1-16,2 8 3 0,-4-8-5 0,4 8-4 16,-2 1-1-16,0 5 5 0,0 2 1 0,0 2-4 15,1 0 1-15,-1 8 1 0,-1-10-6 0,1 10-3 16,0 0-5-16,0 0 1 0,0 0-1 0,0 0 2 15,0 0 2-15,2 28-2 0,-2-4 4 0,-1 3-2 16,1 4 1-16,0 3 1 0,-1 2 1 0,-1-2 0 16,-1 0 3-16,4-3 1 0,0 0-1 0,2-3 2 15,-1-2-5-15,3-2 4 0,2-8-1 0,-2 1 3 16,3-3-2-16,1-2 2 0,1-2 2 0,4 0 1 16,-4-6 0-16,4 3 1 0,3-4-2 0,-3-2 3 15,2-1 2-15,3-2-1 0,-1-3-1 0,0-3 4 16,1 1 0-16,-2-4-2 0,0-2 3 0,-3 0-3 15,0-2-1-15,-4-2 3 0,0-2-4 0,-1 4 1 16,-2-2 3-16,-2 0-5 0,-4 6 1 0,2-6 1 16,-3 5-4-16,1 1-2 0,-1 1 1 0,0 3 6 15,0 7-4-15,-1-10-4 0,1 10-3 0,0 0-4 16,0 0 3-16,0 0-5 0,0 0 6 16,0 0-2-16,-7 26 1 0,5-8 2 0,-1 1-5 15,0 9 5-15,3-2-2 0,0-6 4 0,0 6-3 0,2-2 5 16,-1 2-1-16,0-5 1 0,2-3 0 15,-2 1-5-15,2-1-25 0,-1-2-15 0,2 1-21 0,-1-1-44 16,-1-4-46-16,2 0-43 0,-2-3-204 0,0 1-436 16,-1-3 193-16</inkml:trace>
  <inkml:trace contextRef="#ctx0" brushRef="#br0" timeOffset="-144870.45">8933 15531 56 0,'0'0'205'0,"8"-1"-24"0,-8 1-12 16,0 0-20-16,12 1-14 0,-12-1-14 0,9 3-10 16,-2-2-13-16,-7-1-5 0,13 5-4 0,-6-5-4 15,1 1-4-15,-2 1 4 0,-6-2-8 0,15-2 7 16,-15 2 8-16,9-1 11 0,-9 1 7 0,7-3 4 16,-7 3-11-16,6-7-9 0,-6 7-7 0,1-12-11 15,1 6-6-15,-4-4-12 0,-1 2 0 0,-1-3-7 16,0 3-4-16,-1 1-8 0,0 0-7 0,-2-1-12 15,1 3-17-15,1 1-25 0,5 4-18 0,-13 0-25 16,13 0-10-16,0 0-17 0,-22 7-28 0,17-1-41 16,1 0-38-16,0 1-168 0,4-7-399 0,-2 16 177 15</inkml:trace>
  <inkml:trace contextRef="#ctx0" brushRef="#br0" timeOffset="-144481.01">9659 15234 148 0,'-2'-7'227'0,"2"7"-14"0,-1-6-18 15,1 6-13-15,0 0-18 0,-4-10-13 0,4 10-14 16,0 0-17-16,0 0-2 0,0 0-15 16,0 0-6-16,-24 23-7 0,14-5-9 0,-2 6-9 15,2 0-2-15,1 5-9 0,3-1-6 0,1-5-8 16,5 2 1-16,2-8-6 0,3 1-14 0,2-1-21 15,5-1-5-15,1-3-16 0,4-1-24 0,5 2-19 16,-2-8-4-16,7 1-28 0,1-2-8 0,1-4-24 16,1-1-10-16,-1-2-6 0,2-3-1 0,-1-2-1 15,1-3 4-15,0-1-83 0,-1 0-234 0,0-4 104 16</inkml:trace>
  <inkml:trace contextRef="#ctx0" brushRef="#br0" timeOffset="-143021.72">10056 15443 740 0,'28'-19'-124'0,"-2"4"114"16,-1-5-37-16,-2 3 11 0,-1-3 18 0,-8 5 11 15,-2-1 6-15,0 0 5 0,-4 1 13 0,-1 0 19 16,-4 3 16-16,2 2 6 0,-3-2 10 0,-6 1-4 15,4 11 1-15,-6-19 6 0,2 12 9 0,-4 1 6 16,-1 1 4-16,-4 1 3 0,-1 4 3 0,0 1 10 16,-5 2 0-16,0 4-8 0,-3 0-3 0,-1 7-2 15,-1-1-11-15,2 9-7 0,0 2-4 0,4 1-9 16,4 3-4-16,2-3-6 0,1 0-8 0,3 0-4 16,5-7-1-16,2 0-8 0,3 0-1 0,1-1-4 15,1-3-3-15,4 1-3 0,-1-5 0 0,2-2-5 16,1-1-2-16,3-3-1 0,0-3-2 0,4-2-2 15,1 0-3-15,0-2 1 0,-1-5-2 0,0 1 1 16,-2-3-1-16,-2 0 5 0,-4 2 2 0,-1 1 8 16,-1-6 3-16,-1-2-5 0,1 0-1 0,-3-3-1 15,1 5 4-15,-4-4-6 0,0 5 1 0,-1-5-2 16,1 6 0-16,-2-1-3 0,1 12-1 0,-1-15 0 16,1 15 4-16,0-12-6 0,0 12-2 15,0 0-3-15,0-15-3 0,0 15 0 0,0 0-5 0,0 0 2 16,0 0-4-16,0 0 4 0,0 0 2 0,0 0 4 15,0 0-3-15,5 41 4 0,-2-26-3 0,-2-2 3 16,1-1-2-16,1 0-1 0,1-1 4 0,0-1 2 16,2 0-2-16,-1 2-1 0,2-3 0 0,-1-1 0 15,2-2 3-15,3 0 3 0,-5-3-1 0,4-1-2 16,1 0 2-16,2-2 4 0,-2-4-2 16,5 0 5-16,-5-3-1 0,4-1 10 0,-3 0 0 0,1-2 3 15,-6-1 2-15,2 2 3 0,0-5-3 0,1 0 0 16,-4 3-4-16,1-5 0 0,-3 1-2 0,0-2-2 15,-3 3-3-15,2 1-4 0,-2 3 2 16,-1 0-3-16,0 10 0 0,1-13-1 0,0 7-1 16,-1 6-1-16,2-9-4 0,-2 9-5 0,0 0-4 15,0 0-3-15,0 0 1 0,0 0 6 0,0 0-6 0,0 0 5 16,0 0-3-16,0 33-2 0,2-17 4 16,0-3 5-16,-1 3-8 0,2-6 8 0,2 3-5 15,-1-3 0-15,-1 0 2 0,5 1 0 0,-4-5 0 0,2 1 4 16,1-1-6-16,0-2 7 0,3 2 2 15,-1-5-1-15,3 1 0 0,-1-4 2 0,1 1-2 16,2-2 2-16,-1 0 1 0,3-5-2 0,-2-1-1 16,-1 0 4-16,-1 0-8 0,-1-2 8 0,-3 2-5 15,3-7 4-15,-2 3-2 0,-3-3-1 0,-1 1-1 0,0 0 0 16,-2-1 0-16,-1 1 0 0,-1 1 6 16,0 5-6-16,-1-1-2 0,0 4 2 0,0 6-1 15,0-12-5-15,0 12-3 0,2-8-3 0,-2 8-6 16,0 0 0-16,0 0 6 0,0 0 0 0,0 0-2 15,0 0 4-15,-2 39 1 0,1-27-1 0,1 5 0 16,0-1 1-16,0-1-3 0,1-1 7 0,3 0-4 16,0 3 5-16,1-3 0 0,0-5 1 0,3 0-2 15,-3 0-2-15,0-4 9 0,3 2 2 0,-2-3-3 16,-6-4 9-16,19 2-1 0,-7-4 3 0,-1-2 2 16,6-2-5-16,0 1-3 0,-3-5 0 0,1 0-2 15,0-4 3-15,-1 2-3 0,-2-3 1 0,-2 3 1 16,0-2-2-16,-1 0 0 0,-5 3-5 0,1-5 5 15,-2-2-4-15,-2 7-2 0,0-6-3 0,1 2 3 16,-4 3-5-16,2 2-3 0,0 10 1 0,-2-17 1 16,2 17-2-16,-3-12-1 0,3 12-3 0,0 0-11 15,0 0 13-15,0 0-2 0,0 0-3 0,0 0 4 16,0 0 0-16,5 37 3 0,-3-19-2 0,1 7 3 16,1 1-3-16,1-3 1 0,-1 1 1 0,2 4 3 15,0-4-2-15,-4-5 3 0,1 6-1 0,2 0 3 16,-3-6 6-16,1-3-7 0,-3 1 1 0,0-1-2 15,0-3 0-15,0-3-1 0,-1-1 1 0,1-3 0 16,0-6 4-16,-2 10-3 0,2-10 1 0,-2 7-3 16,2-7-7-16,0 0-9 0,0 0-13 0,0 0-7 15,0 0 0-15,0 0 3 0,9-40 3 0,4 22 0 16,2-6 4-16,5-4 5 0,2 4 0 0,3-1 5 16,9-12-1-16,-6 13-1 0,8-9 3 15,-10 8-4-15,2 3 4 0,-4-3 5 0,-3 4-3 0,-1-1 5 16,-9 6 3-16,-2 3 0 0,-2 3 10 0,-2 0 0 15,0 0 3-15,-3 1 1 0,-2 3 3 0,0 6-2 16,-2-14-1-16,-5 9 0 0,2 1-2 0,-2 2 2 16,-4 2-5-16,-1 2 1 0,-1 2-2 0,-5 5 0 15,3 2 0-15,-3 2-3 0,-1 5 4 0,2 4-5 16,0-1 3-16,6 2-3 0,3-5 5 16,2 1-2-16,-1-2 1 0,6 2-6 0,1 0 5 0,1-1 2 15,3-9 0-15,5 6-1 0,-2-4 5 0,3-3-3 16,2-1 6-16,1 0-4 0,6-3 2 0,-1-3 0 15,4-1-2-15,7-3 2 0,-8 1 1 16,-1-3-3-16,2-3 1 0,-2 2 0 0,0-2 2 16,5-4-1-16,-2-1-3 0,-6 2-4 0,-2 1 6 15,-2-4 0-15,0-2 0 0,-2 1 0 0,-3 0 1 0,0-2-4 16,-1-1-3-16,0-2 0 0,-3 1 3 0,0 3 2 16,-2-1-2-16,-2 6-4 0,4-1 1 15,-4 0 1-15,1 3 1 0,-1 9-4 0,-1-13 0 16,1 13-3-16,-3-8 1 0,3 8-1 0,0 0-2 15,-7-2-1-15,7 2 3 0,0 0 0 0,-18 16 3 16,10-6-3-16,0 5-1 0,1 1 1 0,1 2-1 16,-1 0 1-16,2 2 0 0,3-1 7 0,-1-1-5 0,0 8-4 15,1-9 3-15,2 3 3 0,-2-3-1 0,4 2-1 16,-4 0 2-16,4-1 1 0,-2-1-4 16,-2 0 6-16,1-1-2 0,-1 0 1 0,-3-5-1 15,2 5-1-15,-3-1 5 0,-1 1-13 0,3-1-17 16,-6-1-18-16,-2 0-28 0,2 0-28 0,-1-1-31 15,2-3-62-15,0-1-54 0,-4 3-127 0,4-5-404 16,0 0 179-16</inkml:trace>
  <inkml:trace contextRef="#ctx0" brushRef="#br0" timeOffset="-142481.83">11983 14779 169 0,'0'-7'213'0,"0"7"-26"16,-2-11-18-16,2 11-18 0,0 0-16 0,0 0-17 15,0 0-7-15,20 20 4 0,-8 1-6 0,-2 8-10 16,2 4-9-16,3 11 0 0,-5 2-2 0,-4-11-9 16,1-5-6-16,-5 2-7 0,-2-1-8 0,3-2-8 15,-2-3 0-15,1-6-8 0,-1-2-2 0,-1-7-2 16,2 2 9-16,-2-3 12 0,0 0-2 0,0-3 14 15,0-7 7-15,0 11 20 0,0-11 7 0,0 6 12 16,0-6-12-16,0 0 2 0,0 0-16 0,0 0-8 16,0 0-16-16,0 0-3 0,0 0-10 0,0 0-12 15,-3-30-3-15,6 15-10 0,6-1-4 16,0 0-10-16,4-5-4 0,5 2-6 0,-4 4-4 0,4 2-1 16,2-2-3-16,-6 5 7 0,4 3-7 0,-5 4 3 15,-2 0-8-15,3 3 2 0,-3 2 3 0,3 2-4 16,-3 2 0-16,5 5 4 0,-5-1-1 15,4 2 5-15,-3 4-2 0,1 0-2 0,-4 0 3 0,0 1-23 16,0-2-23-16,-3 0-19 0,2 0-28 16,-3 4-38-16,1-3-39 0,-2-8-41 0,-1 4-55 0,-1-1-178 15,-2-11-481-15,4 17 213 0</inkml:trace>
  <inkml:trace contextRef="#ctx0" brushRef="#br0" timeOffset="-142304.38">12599 15079 106 0,'-1'-13'200'0,"1"13"-19"16,0 0-23-16,0 0-20 0,1-12-9 0,-1 12-3 0,0 0-3 15,0 0-1-15,0 0-2 0,2 34-12 16,-5-15-9-16,2-1-9 0,0 0-8 0,-1 1-7 16,0 5-12-16,0-3-26 0,2 3-26 0,0-5-42 15,0-2-44-15,0-4-60 0,2 3-154 0,-2-4-311 16,0-12 138-16</inkml:trace>
  <inkml:trace contextRef="#ctx0" brushRef="#br0" timeOffset="-142144.62">12517 14839 52 0,'-11'1'145'0,"11"-1"-27"15,-8 15-28-15,3 0-56 0,5 3-50 0,-2-1-55 16,2 9-76-16,3-8 34 0</inkml:trace>
  <inkml:trace contextRef="#ctx0" brushRef="#br0" timeOffset="-141736.1">13011 14966 179 0,'0'0'207'0,"0"-8"-10"0,0 8-1 0,-4-10-5 0,4 10-12 16,-9-5-7-16,1 3-16 0,8 2-11 0,-23 6-9 16,10 0-2-16,-3 4-15 0,1 2-7 0,1 4-14 15,-2 4-10-15,0 0-6 0,7-4-8 0,0 0-8 16,0 1-8-16,5-6-5 0,1 2-4 0,3-2-11 16,-2 0-11-16,4-3-9 0,-2-1-4 15,3-1-2-15,1-3 0 0,2 0 0 0,2 0-2 0,3-5-1 16,0 2-1-16,3-2-1 0,-4 0 4 0,2-3 0 15,-1 0-3-15,0-1-5 0,1 0 5 0,-6 1-2 16,3-1-1-16,-4 2-1 0,-5 4-1 0,11-5-2 16,-8 4-4-16,-3 1-1 0,0 0 3 0,13-2-1 15,-13 2-3-15,8 6 1 0,-2-1 1 0,-2 5 4 16,0 1 2-16,3 4 1 0,-1 2 0 0,-6 2-3 16,6 1 8-16,-6 5 7 0,0-1 1 0,2-5 2 15,0 1 7-15,-4 4 8 0,-3-5-1 0,2-2 7 16,1 0 9-16,-2 1-6 0,-3-2 11 0,-1 1 0 15,-4-1-4-15,1 1-8 0,-5-4-1 0,5 2-5 16,-4-2-5-16,1-2-32 0,1 1-31 16,-2-3-35-16,1-1-41 0,1-2-56 0,5-3-79 15,-3-1-239-15,-1-2-521 0,12 0 230 0</inkml:trace>
  <inkml:trace contextRef="#ctx0" brushRef="#br0" timeOffset="-141354.25">13234 14868 2137 0,'16'-31'8'0,"-5"5"20"0,-2 1-14 16,-2 8-10-16,-3 6-2 0,0 1 4 0,2-1-2 0,-4 5 10 15,-2 6 4-15,4-10 1 0,-4 10 12 16,0 0 13-16,0 0 16 0,16 14 13 0,-10 5 13 16,2 10 0-16,-2 0-6 0,-2 4-8 0,1 1-6 15,-1 0-4-15,-2-2-7 0,2 0-2 0,-4-2-8 16,2-3-7-16,0-2-4 0,0-7 3 0,2-1-9 15,-4 0 11-15,3-7-8 0,-1-1 3 0,-2-1-3 0,2-1-5 16,-2 0 5-16,0-7 6 0,0 0 4 0,4 11 10 16,-4-11-3-16,0 0 8 0,4 3-5 15,-4-3-12-15,0 0-5 0,0 0-7 0,17-23-3 16,-8 10 18-16,4-4-20 0,1-6-3 0,2 2-3 16,-1-1-3-16,5-2-4 0,0 5-6 0,1 0 1 15,-3 7-2-15,-3 3 4 0,-3 3-7 0,-1 1 1 16,0 2 0-16,1 1-3 0,-1 3 0 0,0 3 0 15,0 1-1-15,-2 1 3 0,0 3-2 0,-3 2 1 16,4 4 1-16,-4 2-4 0,-3-1-34 0,1-1-27 16,0 2-35-16,-1 1-42 0,-1-3-46 0,1-4-57 15,-3 3-63-15,0-2-162 0,0-1-509 0,0-11 226 16</inkml:trace>
  <inkml:trace contextRef="#ctx0" brushRef="#br0" timeOffset="-140780.08">14181 14685 91 0,'-1'-12'232'0,"1"1"-1"0,0 2-11 0,-1 0-1 0,1 9-10 0,-2-10-14 16,2 10-20-16,0 0-16 0,0-11-19 15,0 11-17-15,0 0-14 0,0 0-5 0,0 0-6 16,3 44 7-16,-3-13-4 0,0 16 8 0,0 4-3 16,-1 0-11-16,1-2-9 0,0 2-10 0,-4-4-5 15,4-10-8-15,0 8-5 0,2-13-7 0,2 1-5 16,0-2-7-16,-2 0-4 0,2 0 0 0,0-7-2 16,-1 2-9-16,1-2 4 0,-2-5 0 0,2 1-13 15,-1-5-16-15,2 2-11 0,-5-5-36 0,5 4-31 16,-4-5-38-16,0-1-51 0,1-4-55 0,-2 0-39 15,2-1-172-15,-2-5-469 0,0 0 208 0</inkml:trace>
  <inkml:trace contextRef="#ctx0" brushRef="#br0" timeOffset="-140294.31">14225 15012 1552 0,'9'-27'18'0,"-3"1"14"0,2 2-7 0,-2 7-11 16,1 4-9-16,4 1 2 0,3 2-5 0,-4 3 37 15,7 0 2-15,0 5 6 0,-1 2 3 0,-3 1-1 16,1 4 6-16,-3 1 2 0,2 4 0 0,-1-4-2 16,-3 7-4-16,-2-3-1 0,0 7-4 0,-3-1-7 15,-4-1-3-15,-2 4 0 0,0-1-6 0,-8 0 5 16,2-3-19-16,-2 0-2 0,-4 0-6 0,-1-1-2 16,-1-4 1-16,-1 2-1 0,5-6 1 0,3-1-2 15,-2-1-2-15,2-2 6 0,2-2 2 0,-1 2 2 16,8-2 0-16,-13 2 2 0,13-2 0 0,0 0-6 15,0 0 0-15,0 0 1 0,0 0-1 0,0 0 2 16,0 0-6-16,0 0-2 0,0 0 0 0,35-5 0 16,-24 5 0-16,7 1 0 0,0 2-1 0,1 0 0 15,0-2-1-15,8-2 2 0,0-2 1 0,-4 2-1 16,6-3 3-16,1 0-4 0,-11 0-1 0,4 3 0 16,-1-5 2-16,-3-1 0 0,0 2 0 0,0-1 2 15,-2-2 1-15,-1-1-5 0,-5 5 4 0,-2-5-3 16,1 2 6-16,-4-3-6 0,-1 2 2 0,-1-4 2 15,-2 3-3-15,-2-4 6 0,-2 3-5 0,-2-2-1 16,1 3-3-16,-3 0 2 0,1 2 1 0,-2 2-2 16,-2-1-1-16,0 5 0 0,1 0 1 0,8 1-5 15,-21 5 2-15,7 0 2 0,3 7 0 0,1 0-1 16,-2 2 1-16,2 1-2 0,0 8 4 0,2-6-3 16,4 2 4-16,2-1-4 0,2 1-12 0,4-1-21 15,3-3-31-15,0 1-40 0,2-1-52 0,5-4-27 16,1 0-180-16,-4-5-393 0,7-1 174 0</inkml:trace>
  <inkml:trace contextRef="#ctx0" brushRef="#br0" timeOffset="-139685.47">15156 14941 40 0,'2'-16'134'0,"-2"6"-4"0,-3-2-6 0,1 2 4 15,-5 0-6-15,7 10 3 0,-14-8 3 0,3 3-3 16,-2 5-2-16,-5 0-5 0,-3 7 4 0,0 5-7 0,-4 2-9 15,2 3-8-15,0 3-6 0,4-1-12 0,0 1-2 16,10-5-12-16,1 3-9 0,2-3 2 0,4-2-10 16,0-2-3-16,2 0-9 0,4 0-2 15,2-1 0-15,-2-3-2 0,7 1-3 0,-1-3-2 0,9-4-3 16,-1 0-2-16,-3-3-3 0,2 0 0 16,2-5-1-16,-3-1-3 0,-1 2-3 0,0-1 7 15,-2-3 6-15,-2 1 2 0,-1 0 1 0,2-2 8 0,-7 2 1 16,4-3 0-16,-4 2-6 0,-1-1-4 0,2 2-3 15,-3-1 0-15,-3-1-2 0,-3 2-6 16,3 9-1-16,3-16 1 0,-3 16-3 0,-3-12-2 16,3 12-4-16,0 0-2 0,-2-9-3 0,2 9-1 15,0 0 2-15,0 0-2 0,0 0 2 0,-13 18-2 16,10-11-1-16,1 3-1 0,0 0 1 0,2-1-2 0,2 1 0 16,3 0 1-16,-1-1-2 0,2 1 7 15,2-3 0-15,3-2 1 0,5 3 2 0,4-5-4 16,2-4-1-16,7-1 4 0,2-6 0 0,-5 0 0 15,7 0-6-15,-5-2 6 0,1-2-3 0,-2-2 2 16,-3-1-1-16,-2-1 5 0,-8 1 16 0,-2 1 0 16,-1-2-4-16,-3-2 2 0,-3 0-5 0,-1-2-1 0,0-5-4 15,-3-1 1-15,-1 3 2 0,0-3-3 0,-3 7 3 16,0-1-5-16,-1-5 2 0,-3 2-6 16,3 6 0-16,1-1 2 0,1 5 5 0,0 4 8 15,2 9 1-15,-4-14-3 0,4 14-4 0,-3-10-2 16,3 10-3-16,0 0-4 0,0 0 1 0,0 0 4 15,0 0 17-15,-6 49 2 0,3-22 4 0,0 4-1 0,-1 0 1 16,1-1-8-16,-1 2-1 0,-1 1-2 16,2-1 0-16,-3 0-7 0,5-4 4 0,0 0-6 15,-3 1 3-15,4-1-5 0,-1-10 4 0,2 1-11 16,2-1-15-16,-2 1-27 0,-1-5-43 0,1-1-34 16,-1-2-35-16,0 0-47 0,0-11-55 0,1 13-43 15,-2-9-180-15,1-4-512 0,0 0 227 0</inkml:trace>
  <inkml:trace contextRef="#ctx0" brushRef="#br0" timeOffset="-139424.91">15715 14708 103 0,'4'-8'158'0,"-4"8"-2"0,0 0 7 16,0 0-13-16,0 0-8 0,0 0-5 0,-21 27-15 15,6-17-5-15,1 3-11 0,-1 3 2 0,-1-3-5 16,0 0-3-16,0-1-7 0,1 0-12 0,1-1 0 15,2-2-5-15,2-1-9 0,2-3-6 0,3 0-3 16,-1-1-5-16,0 0-8 0,6-4-2 0,-7 6-4 16,7-6-4-16,-4 5-5 0,4-5-2 0,0 0-5 15,0 0 1-15,0 0 3 0,7 10-7 0,-1-7 4 16,3 2-4-16,1 0-3 0,0 1-3 16,7 1 2-16,1 2-14 0,-1-2-23 0,3 2-27 0,-2-2-34 15,2 1-49-15,7 0-36 0,0-2-39 0,0 1-126 16,2 2-359-16,3-6 160 0</inkml:trace>
  <inkml:trace contextRef="#ctx0" brushRef="#br0" timeOffset="-137934.33">16727 14687 2004 0,'-1'-18'15'0,"-1"3"50"16,-1-2-8-16,0 3 6 0,-1 3-13 0,-1 1-16 16,-1-1-6-16,-1 4 2 0,1-1-1 0,-1 3 0 15,-1 2 0-15,-3 2 5 0,0 3 7 16,-2 4 4-16,-4 1 3 0,-4 9 6 0,0 3-1 15,2 1-5-15,0 8-1 0,1-2-6 0,0 1-2 16,4 3-3-16,1-2-3 0,4 0-6 0,5 1-1 0,2-4 1 16,3-1-4-16,2-7-7 0,2 1 2 15,5-3 0-15,3 0-1 0,0-4-2 0,2-3-2 16,4-1-2-16,3-1 2 0,5-2 1 0,3-4-3 16,2-3-1-16,0-4 1 0,0 3-4 0,0-5-1 15,-1-1-2-15,-3-3-5 0,-1-1-2 0,-4 2-2 16,-6 0 0-16,3-5-1 0,-1-1 3 0,-6 2-3 0,-3 1-3 15,3-7 1-15,-3 5-4 0,-2-1 5 16,-3 0 0-16,1-7 1 0,-3 9-2 0,-1-3 0 0,0 1 3 16,-1 1 0-16,0 7 1 0,-1 0 5 15,0 10 3-15,0-13-5 0,0 13-1 0,3-12-2 16,-3 12-3-16,0 0 1 0,0 0 3 0,0 0 7 16,0 0 6-16,0 0 5 0,-4 43-4 0,-1-24 0 15,1 8-3-15,2-3 1 0,-1 2 0 0,2-7 2 16,2 0-5-16,3 1 1 0,-2-2 0 0,5-2 1 15,0 1-1-15,2-4 3 0,3-2-2 0,-2-3 5 16,0-1-6-16,7-1-1 0,-4-1 2 0,7-4-1 16,-2-2 0-16,0-2 0 0,0-1 1 0,-3-2-3 15,-3 1 3-15,3-5-2 0,-1-1 0 0,0 0-1 16,-2-2-1-16,-5 0-1 0,2-3 1 0,-2 0 2 16,-1-1-5-16,-1-1 10 0,0 0-6 0,-5 0 1 15,4-1-3-15,-4 0 0 0,1 2 1 0,-1 2-3 16,0 4 1-16,0 2-3 0,0 9 3 0,2-13 1 15,-2 13-3-15,0 0 3 0,0-16-6 0,0 16-3 16,0 0-7-16,0 0 6 0,0 0 4 0,0 0-2 16,0 0 2-16,0 0 3 0,-8 34 9 0,7-17-3 15,1 1-1-15,-2 0 2 0,1 0-3 0,1 2 4 16,0-4-5-16,1 1 3 0,2 0-2 0,1-2 5 16,0-2-6-16,2 1 0 0,2-4 3 0,1-1-4 15,1 0 10-15,0-4-4 0,0 2 1 0,3-3 3 16,-1-4-4-16,3 0-5 0,-4 0 5 0,5-2 6 15,-5 0-4-15,2-4-3 0,1 1 5 0,0-2-10 16,1-2 4-16,-2-2 3 0,0-1-5 0,-4 1 2 16,-1-1 2-16,-1-1-5 0,0-3-5 0,-5-2-10 15,1 0-7-15,-2-1-1 0,-1-1 4 0,-3-5-4 16,0 6 7-16,-2 2-2 0,0 1 3 0,-2-1 1 16,-1 4 0-16,1 3 1 0,-1 0 0 0,0 2 2 15,2-1 2-15,1 5 0 0,5 4-2 0,-13-9-3 16,13 9-1-16,0 0-1 0,-10-2 5 0,10 2 0 15,0 0-2-15,0 0 3 0,0 0-2 0,0 0 4 16,0 0 4-16,0 0 0 0,0 0 0 0,0 0 1 16,29 21 0-16,-16-19 2 0,5-3-5 0,1 2 4 15,0-1-1-15,3-2 4 0,-4 1-3 0,-3 0-2 16,-3 0 1-16,-12 1-4 0,15-1 0 0,-15 1-2 16,14 1 2-16,-14-1-3 0,14 2 5 0,-10 2 2 15,-4-4 0-15,8 14 6 0,-3-5 1 0,-3 4 2 16,0-3 2-16,-2 6 0 0,-3-1 3 0,4 3-3 15,-1-1-1-15,2-6-1 0,-2 5-3 0,0 0 3 16,1-6-2-16,5 2 1 0,-4 0-3 0,3-2 6 16,-1 0-5-16,3-3 1 0,-2 3 0 0,3-6 2 15,1 1-1-15,0-1-1 0,1-1 2 0,2-1-3 16,-1-2 3-16,-11 0-3 0,24-2 1 16,-13-1 5-16,0-3-3 0,1 1-1 0,-1-3-2 0,-1-2 3 15,-1 1-7-15,-2-5 1 0,2-1-2 0,-4 0-6 16,-1-1-7-16,-1-1 5 0,-1-2-7 0,-5-6 0 15,2 7 3-15,-3-2 2 0,3 4-2 16,-2 0 3-16,-1 1 0 0,3 4 3 0,-3 0-2 0,2 3-1 16,2 8 1-16,0 0 1 0,-1-16-6 0,1 16 0 15,0 0-2-15,0 0 0 0,6-10-1 0,-6 10 3 16,0 0 1-16,19 2 2 0,-6 1 0 0,-13-3-4 16,23 6 4-16,-11 0 1 0,3 3 0 15,0 0 0-15,-4 2-3 0,-2 2 7 0,-1-2 0 16,0 3 2-16,-1 4-3 0,-1-7 1 0,-3 1 0 0,2 4-1 15,-2-3-1-15,-1 3 4 0,2-5-2 0,-1 1 0 16,2 0 4-16,-1-1 8 0,2 1-8 0,1-2 3 16,0 0 2-16,2-1 3 0,0-2-5 0,5-1 5 15,-1-2 0-15,4-3-2 0,1 1 0 0,1-2 3 16,2-2-1-16,-3 0 1 0,-1-3-8 16,0-1 15-16,-2 0-5 0,-3 0 4 0,3-2-1 15,-4-3-1-15,-3 0-7 0,2-2 3 0,-3-2 2 0,-2-2-1 16,-3 2 2-16,0-3 1 0,-4 0-3 15,0 1-2-15,-1 6 0 0,-2-5-9 0,0 6 8 16,0 1 2-16,-3 4-3 0,0-3-1 0,8 8-2 0,-14-6-3 16,4 6-1-16,10 0 1 0,-25 10-1 15,9 3 1-15,1 1-1 0,1 0 3 0,0 8-4 16,2-5 2-16,3 1-17 0,3-1-32 0,0-1-37 0,2-1-35 16,3 3-48-16,1-3-47 0,3-3-47 15,-1 1-161-15,4-3-459 0,2-1 203 0</inkml:trace>
  <inkml:trace contextRef="#ctx0" brushRef="#br0" timeOffset="-137685.28">18360 14789 47 0,'8'-6'248'0,"-8"6"-28"0,6-8-12 0,-6 8-2 0,5-7 3 16,-5 7-4-16,4-9-10 0,-4 9-10 16,0 0-1-16,3-12-4 0,-3 12-6 0,1-10-26 15,-1 10 4-15,3-11-6 0,-3 11-14 0,4-11-29 16,1 1 6-16,1 3-11 0,2-2-16 0,-1 1-7 15,0 0-10-15,0 2-18 0,-7 6 15 0,13-9-14 16,-6 5-3-16,-7 4-7 0,12-2-3 0,-12 2-4 16,0 0-7-16,18 4-1 0,-13 1-3 0,2 1-3 15,-7-6-3-15,7 15 3 0,-4-5-5 0,1 2-1 16,-3 2 6-16,0-5-34 0,1 1-34 0,-2 3-41 16,2-4-38-16,0 4-42 0,-2-13-48 0,1 11-46 15,-1-11-215-15,0 0-521 0,0 0 231 0</inkml:trace>
  <inkml:trace contextRef="#ctx0" brushRef="#br0" timeOffset="-137146.28">18703 14298 251 0,'0'0'264'0,"-3"-16"-3"0,3 16-15 16,-5-7-24-16,5 7-28 0,0 0-17 15,0 0-17-15,0 0-14 0,0 0-1 0,-9 27 7 0,5-1-11 16,2 2-6-16,-3 1-10 0,2 2-15 0,2 0-8 16,-2 1-2-16,2 0-9 0,1-3-4 15,1 2-10-15,1-3-8 0,0-2-5 0,1 1-5 16,2-3-6-16,-1-6-1 0,-1-3-12 0,3 1-2 0,-3-1-4 16,0-5 0-16,0 2-6 0,-1-4-2 15,2 1 1-15,-4-9-4 0,6 13-3 0,-2-9 0 0,-4-4-1 16,8 6-4-16,-8-6-1 0,18 0 0 0,-7-1 4 15,1-4-9-15,0 1-1 0,6-5 2 0,-1-2-4 16,0 0 1-16,4-6 2 0,-4 3-3 0,3-2-2 16,1-3 2-16,-1 1-5 0,-2-3 5 15,0-1-6-15,-1 1-3 0,-6 4 1 0,-1 2 5 16,-1-1-2-16,-1 5 9 0,-3-2-10 0,0 4-1 0,-1 0 1 16,-4 9 4-16,4-14 3 0,-4 14-1 0,5-9 10 15,-5 9-15-15,0 0 4 0,0 0-7 0,0 0 10 16,0 0-6-16,-29 12-1 0,18-2-10 0,1 0 12 15,-1 3-3-15,4-1 0 0,2 2-3 0,-1 1 5 16,1 1 1-16,0-5 2 0,3 0-7 16,2 1 1-16,-1-1-1 0,2 0 4 0,4 0 0 0,0-1-5 15,1 2 0-15,-1-1 5 0,0-1-3 16,1 1 4-16,1-1 1 0,-4 1-7 0,1-3-2 16,0 2 1-16,-1 0-15 0,1-1 17 0,-3-1-12 0,0-2-14 15,0 1-11-15,1-1-7 0,-2-6-10 16,-3 12-12-16,1-7-12 0,2-5-17 0,-7 10-27 15,7-10-30-15,-10 8-35 0,10-8-51 0,-15 2-230 16,2-2-508-16,13 0 225 0</inkml:trace>
  <inkml:trace contextRef="#ctx0" brushRef="#br0" timeOffset="-136970.25">18487 14548 167 0,'-12'-7'196'0,"12"7"-24"16,0 0 0-16,0 0-16 0,0 0-17 0,35-11-15 16,-14 8-5-16,8-2-16 0,3-2-24 0,2 1-29 15,2 1-44-15,2-2-53 0,-1-4-64 0,2 6-111 16,8-9-239-16,-11 5 107 0</inkml:trace>
  <inkml:trace contextRef="#ctx0" brushRef="#br0" timeOffset="-131654.25">10494 16556 1131 0,'-2'-19'-31'0,"-2"-7"76"16,-4 1-2-16,5 8-7 0,-3 1-18 16,3 4 1-16,0 5-2 0,0 0 5 0,1 2-19 15,2 5 3-15,-3-10-1 0,3 10 7 0,-3-7-11 16,3 7-6-16,0 0 23 0,0 0 4 0,0 0 9 15,-4 26 3-15,1-9 5 0,1 2-5 0,0 8 0 16,4 0 0-16,-2-1-3 0,2-3-3 0,3 2-13 16,5 0 7-16,-3-6-1 0,2-2-3 0,1 0 2 15,0-4-1-15,3 0-2 0,1-3 4 0,0 0 3 16,4-3 1-16,-2 0 4 0,-3-5-1 0,4-2 0 16,2-1 0-16,-3-3-2 0,3-4-1 0,-4 2-1 15,-1-3-5-15,0 0 3 0,0-3-7 0,-1 1 4 16,-2-2-5-16,0-1-3 0,-6 5 3 0,0-3-3 15,1 0 3-15,-3 1-2 0,-1-4-4 0,0 2-3 16,-2 4 2-16,-2-4-4 0,1 4 5 0,-3-1 1 16,2 4-4-16,-1-1 3 0,3 7-7 15,-2-9-2-15,2 9-1 0,-3-6-2 0,3 6 1 16,0 0 4-16,0 0-8 0,0 0 3 0,0 0 3 0,0 0 0 16,17 22-1-16,-11-13 2 0,2-2-4 0,3 2 3 15,2 0 3-15,6 1-1 0,-3-3 3 0,3 0-4 16,-1-1 4-16,1-4 1 0,0 1 5 0,-1-3-10 15,1 1 3-15,-6-1 1 0,5-2-4 0,-5 0 1 16,-2 0 2-16,-1-1-2 0,-2 2-2 16,-1-2 3-16,-7 3-16 0,8-9-8 0,-5 3-6 15,-2 1-1-15,-1-7-2 0,-4 2-4 0,2-2 3 16,-4-4 1-16,-2 2 11 0,-1-2-5 0,1 3 7 16,-2 0-3-16,2 4 2 0,0-1 5 0,3 3 4 15,5 7 2-15,-7-12 2 0,3 7 0 0,4 5-3 16,-5-9-1-16,5 9 2 0,0 0-1 0,0 0-5 15,0 0 6-15,0 0 2 0,13-18 2 0,-2 14-3 16,1-2-2-16,5-1 6 0,-2-2-2 0,4 1-2 16,-3 0-1-16,2-1 3 0,-4-1 2 0,0 4 1 15,-5-1-4-15,9-1 5 0,-11-1 12 0,0 2-13 16,0-2 5-16,0-1-2 0,-3-1 0 0,0 0-6 16,-2 1 4-16,0-1-1 0,-2 0 11 0,0 11-9 15,-2-23 1-15,-1 13-2 0,1 1 4 0,2 9 10 16,-4-14-5-16,4 14 0 0,-2-9-7 0,2 9 7 15,0 0-11-15,0 0-9 0,0 0 14 0,0 0 1 16,0 0-6-16,1 34 3 0,0-10 4 0,2 5-2 16,-2 3 2-16,2 1-3 0,-3 0 0 0,2 1-2 15,1-2 7-15,1-1-8 0,0-2 5 0,2-5-8 16,-2-5 9-16,-2-2 4 0,2-5-5 16,-1 0 5-16,-2-4-10 0,0 0 2 0,-1-3 5 15,3 1 2-15,-3-6 8 0,3 8-3 0,-3-8 5 0,0 0 3 16,2 6 0-16,-2-6-3 0,0 0 2 15,0 0-9-15,12-17 5 0,-7 6-6 0,4-6 5 0,-2 3-6 16,7-9-3-16,-3 8 4 0,0-2-4 0,1 3 0 16,-1 3-2-16,1 3-6 0,-3 1 8 0,1 1-6 15,1 1-1-15,0 1 3 0,1 2-5 0,2 2 3 16,0-3-2-16,0 3 5 0,1 1 0 16,-2 1-3-16,7-2 5 0,-4 2-1 0,-3-2 1 15,0 1 6-15,0-1-8 0,-2 0 3 0,2-3-4 16,-2 1 1-16,1-3 4 0,-4 1-3 0,-3 1 2 15,1-2 1-15,-1 0-1 0,0 0-1 0,-2-1 0 16,-1 1-3-16,-2 5 0 0,4-17 1 0,-4 9-1 16,0 1 1-16,2-1 1 0,-2 8 0 0,0-11-3 15,0 11 2-15,0 0-3 0,-2-10 0 0,2 10-1 16,0 0-10-16,0 0 6 0,0 0 2 0,0 0 1 16,0 0 2-16,0 0 0 0,0 33 1 0,0-17-2 15,2 3 0-15,-1 0-17 0,1 0-15 0,1-2-22 16,0 1-17-16,2-3-29 0,0 1-31 0,1-5-20 15,-3 0-97-15,-3-2-272 0,0-9 121 0</inkml:trace>
  <inkml:trace contextRef="#ctx0" brushRef="#br0" timeOffset="-131256.22">11921 16124 107 0,'0'0'112'0,"0"0"-4"0,0 0 5 16,0 0-4-16,0 0 11 0,-36-8-18 0,36 8-1 16,-24 9-7-16,11 2-2 0,0 1 0 0,0 1-6 15,4 3-3-15,-1-3-9 0,0 6-5 0,3-1 3 16,2 6-10-16,0-5 0 0,5 1-9 0,0-2-2 16,3 5-4-16,3-4-6 0,3-5-9 0,0 2 0 15,-2-6 2-15,5 3-6 0,2-1-10 0,3-2-13 16,-2-4-15-16,2 1-18 0,0-4-8 0,3-1-31 15,-1-4-1-15,-7 1-12 0,7-3-12 16,-4 1-2-16,3-5-6 0,-2-2-13 0,1-2-106 16,-1 1-236-16,3-10 104 0</inkml:trace>
  <inkml:trace contextRef="#ctx0" brushRef="#br0" timeOffset="-130928.34">12150 16102 236 0,'0'-26'-14'0,"-3"0"17"0,0-2-1 15,1 4 9-15,2 5 10 0,-4-1 10 0,0 4 7 16,2 5 23-16,0 1 3 0,2 10-8 0,-1-13-2 15,1 13-17-15,0 0 7 0,0 0 7 0,0 0 17 16,0 0 18-16,0 0-12 0,14 49 12 0,-10-22-4 16,1 6-5-16,-1 1-2 0,3 0-7 0,-3 1-8 15,0-1-5-15,-1-6-7 0,1 1-7 0,1-4 2 16,-2-6-5-16,1-4 1 0,-2-2-8 0,0-3-1 16,-2-2 0-16,1 1 5 0,1-4 6 0,-2-5 21 15,1 10 7-15,-1-10-5 0,0 0-6 0,0 0-10 16,0 0-2-16,0 0-5 0,0 0-6 0,7-23-3 15,-4 12-2-15,4-5-5 0,-1 1-10 0,3-3-6 16,-3 0-8-16,5 5 4 0,-1-3-5 0,-1 6 0 16,-3 1-3-16,4 3 1 0,-4 2-3 0,3-1-1 15,-9 5 5-15,17 1-2 0,-7 5 1 0,-1 0-1 16,1 2 1-16,-3 3-1 0,1 3 3 0,1 2-8 16,-2 0-24-16,0 2-16 0,-1 1-22 0,1 5-26 15,0-6-43-15,2 6-43 0,-5-5-108 0,-1-2-314 16,1-7 139-16</inkml:trace>
  <inkml:trace contextRef="#ctx0" brushRef="#br0" timeOffset="-130382.65">12774 16150 154 0,'0'0'167'0,"0"0"3"0,0 0-7 15,4 29-5-15,-4-18-16 0,2 1-12 0,-2-2-11 16,0 3-16-16,3-3-7 0,-3 0-9 0,0-1-10 16,2-1-3-16,0 0-4 0,-2-8-2 0,2 7 2 15,-2-7 10-15,0 9 9 0,0-9 15 0,0 0 3 16,0 0-1-16,0 0-10 0,0 0-8 0,0 0-10 16,0 0-12-16,0 0-5 0,0 0-3 0,0 0-12 15,-13-27 2-15,13 17-6 0,-2-2-10 0,2 0-1 16,4-5-2-16,-1-2-4 0,1 3 1 0,2-9-12 15,4 7-5-15,-1 0-2 0,-1 4-3 0,2 4-1 16,1-2-3-16,-2 5-3 0,5-3 3 0,-3 5-3 16,0 2 3-16,3 3-5 0,-2 0 2 0,1 3-4 15,-1 2 3-15,-1 2 1 0,3 4 0 0,0 4 0 16,-3-5 1-16,2 4 2 0,-4 0 5 0,1-3-8 16,-2 1 1-16,-1-4-2 0,-3-2 1 0,-1 0 2 15,-3-6-1-15,7 10 2 0,-7-10 4 0,4 7 0 16,-4-7 4-16,0 0-1 0,3 8 3 0,-3-8-2 15,0 0 0-15,0 0 0 0,0 0 1 16,0 0-4-16,0 0 0 0,0 0-1 0,0 0-1 16,0 0-1-16,-7-31-2 0,7 31-3 0,2-20-3 15,0 7-5-15,5-3-3 0,-3 0-6 0,3 0 4 16,2 6-2-16,-4 0 2 0,1 2 3 0,1 0-5 16,-1 3 7-16,-6 5-6 0,12-6 8 0,-12 6-5 15,15 0 2-15,-15 0 4 0,21 11-3 0,-12-4 3 16,-3 3 0-16,4 4 2 0,-2 3-3 0,-3-3-13 15,-1 4-20-15,1 0-30 0,-2 0-19 0,-1-1-25 16,2-1-42-16,-2 0-39 0,-1-4-168 0,-1 1-396 16,2-4 175-16</inkml:trace>
  <inkml:trace contextRef="#ctx0" brushRef="#br0" timeOffset="-129656.19">13506 15992 39 0,'-11'-3'186'0,"0"1"-14"0,11 2 4 0,-25 3-6 16,10 1-13-16,-2 4-13 0,1 1-6 0,1 4-8 15,-1 7-12-15,3-5-15 0,2 1-6 0,3-1-10 16,2-3-8-16,2 1-7 0,4-2-5 16,0 4-6-16,4-3-6 0,0-3-6 0,-2 4-4 15,6-5-3-15,-2-1-4 0,-1 1 0 0,3-4-7 0,-8-4 5 16,17 3-4-16,-4-1-1 0,-1-4-5 15,-12 2-1-15,21-4-4 0,-11-1-1 0,1-2-5 16,-2 1 3-16,0-4-2 0,-2 0-2 0,1 1 0 0,-3-2-3 16,1-3 3-16,-1 3-5 0,-2-2 2 0,-1 3 1 15,0-1-3-15,0 0-1 0,0 4 0 0,-2 7-2 16,0 0 2-16,-2-16-5 0,2 16-4 0,3-10 1 16,-3 10-6-16,0 0 2 0,0 0 2 15,0 0-3-15,0 0 3 0,0 0-1 0,0 0-3 16,10 26 8-16,-4-16-1 0,0 0-2 0,1-1 5 15,-1-2-1-15,3 2 5 0,-1-1 4 0,2 0-3 16,1-1-2-16,3-3 2 0,-3-1 2 0,3-1-2 16,-3 0 3-16,2-2-6 0,1 0 1 0,-14 0 3 15,21-5-1-15,-11 3 0 0,-1-2-1 0,0-3 0 16,-2 1 3-16,-2 0-5 0,-1-4 3 0,0 0-3 16,-4 10-1-16,5-16-2 0,-3 3 8 0,-2 1-7 15,0 2 1-15,0 10 1 0,0-18-6 0,0 18 0 16,2-13 3-16,-2 13-1 0,0-9-1 0,0 9-5 15,0 0-1-15,0 0 0 0,0 0-1 16,0 0 4-16,0 0-1 0,0 0 2 0,0 0-2 16,0 0 3-16,0 0 3 0,23 18-1 0,-17-12 0 15,4-1 2-15,-1 1 0 0,2-1 1 0,1-1 0 0,1-1-1 16,1-2 2-16,-1-1-2 0,-1 0 6 0,1-4 2 16,-2 0-6-16,2 0 3 0,-4-1-4 0,2 0 4 15,-2 1 11-15,0-4-5 0,-4 3 0 0,-5 5-3 16,8-10 2-16,-8 10 0 0,5-9 3 0,-5 9 3 15,7-5-2-15,-7 5-2 0,0 0-5 0,7-6 0 16,-7 6-5-16,0 0-3 0,0 0-1 16,0 0 5-16,0 0 12 0,9 15-3 0,-7-4 2 15,-3 6 4-15,0 11-4 0,1 4 1 0,-5-2 3 0,3-2 1 16,0 1-3-16,-3 3-1 0,1-3 0 16,4-1-2-16,-5 2-2 0,3 0-1 0,2-1 3 15,-2 0-8-15,-1-1-25 0,1-1-39 0,2 1-22 16,-4-1-34-16,2-1-50 0,4-5-39 0,-2-2-42 15,4-2-181-15,1 2-458 0,6-2 204 0</inkml:trace>
  <inkml:trace contextRef="#ctx0" brushRef="#br0" timeOffset="-129208.51">14700 16220 1760 0,'-19'-5'15'0,"0"2"-9"0,5-1-17 16,1-1 6-16,3 1-2 0,3 3 1 0,1-2-3 15,6 3 10-15,-8-6 3 0,6 0-1 0,2 6 10 16,0-14 1-16,7 2 5 0,2-4 5 0,7 1 7 15,6-6-3-15,1 2 1 0,1-1 0 0,3-2-2 16,-3 4-5-16,-5 0 1 0,-2 3 4 0,-3 1 1 16,-3 2-4-16,-2-1-4 0,-3 0 2 0,0-1 0 15,-4 3-2-15,-4 0 0 0,0 1-2 0,0 0 0 16,-6 1-3-16,0 0 0 0,-2 1-5 0,-3 3-4 16,-3 1 5-16,1 1-2 0,-4 1 1 0,0 5 4 15,-2 2-1-15,4 3-3 0,-2 0 3 0,2 2 0 16,2 1 1-16,1 2 0 0,2 2-3 0,2 1 1 15,2 0-2-15,6 1 2 0,0-1-3 0,4-1 2 16,3-4 1-16,5 4 5 0,2-1-1 0,10 1-3 16,3-2 2-16,2-4 0 0,4-1 0 0,3-2-10 15,-1-1-20-15,-2 1-21 0,-3-6-33 0,-1 0-38 16,-3 2-34-16,-3-2-33 0,-3-2-165 16,-6 1-365-16,3 0 162 0</inkml:trace>
  <inkml:trace contextRef="#ctx0" brushRef="#br0" timeOffset="-129008.68">14979 15912 51 0,'0'-7'176'0,"0"7"-2"16,0 0 2-16,0 0 4 0,0 0-11 0,18 13-11 16,-11-4-9-16,2 1-18 0,1 3-12 15,-2 2-8-15,3 0-10 0,1 0-9 0,-2 3-10 16,6 4-4-16,-4 1-17 0,-3-8-37 0,2 0-26 15,-4-4-23-15,0-2-52 0,-2 2-32 0,2-3-24 16,-2-1-27-16,-5-7-95 0,7 9-276 0,-7-9 124 16</inkml:trace>
  <inkml:trace contextRef="#ctx0" brushRef="#br0" timeOffset="-128832.28">15177 15894 80 0,'-4'-4'167'0,"4"4"3"0,0 0 4 16,-20 15-10-16,7 1-10 0,-6 4-16 0,-2 5-10 16,2-1-14-16,-4 6-7 0,6 1-14 0,2-1-10 15,1-6-15-15,4 4-23 0,1-3-39 0,1-7-41 16,2 0-33-16,3 0-53 0,1-5-124 16,-1-3-265-16,2 0 118 0</inkml:trace>
  <inkml:trace contextRef="#ctx0" brushRef="#br0" timeOffset="-128210.79">15376 15851 53 0,'0'0'190'0,"0"0"-7"0,-19 10-12 15,8-1-13-15,-1 2-11 0,3 4-12 0,0 2-10 16,3-1-8-16,1 5-8 0,1 1-5 0,2-4-15 15,4 1-2-15,3 6-11 0,-1-6-8 0,2-2 0 16,3 1-8-16,3-4-8 0,-2-5-2 0,6 1-5 16,0-4-4-16,4 1-1 0,8-6-4 0,0 0-5 15,0-2 3-15,1-5-6 0,-5-1 0 0,-2 0-5 16,4-6-1-16,-6 3 4 0,-5-2-11 0,2-2 1 16,-5 0 0-16,1 2-4 0,-4-6 0 0,-1 4-2 15,-2-4 0-15,2 1-6 0,-3 1 4 0,-3-2-4 16,1-1 1-16,-3 1-2 0,-1 2 4 0,1 5-3 15,-3-2-1-15,-1 2-3 0,2 1-2 0,-3 3 0 16,2 2-1-16,-3 1-1 0,6 4 1 0,-12-1 1 16,12 1 1-16,-20 10 2 0,7 1 1 0,-2 3-3 15,2 2 2-15,0 0 0 0,3 1-2 0,3 0 0 16,2-2 1-16,0-2-1 0,4-1 5 0,2 3 0 16,1-5-7-16,1 0 6 0,4-2 2 15,0-1 0-15,4 0 2 0,0-5 3 0,6 2-1 0,0-3-3 16,4-1 4-16,-2-2-3 0,8-3 1 0,-6 1-3 15,-3-2 4-15,-1-1 0 0,0-1-1 0,1 0-2 16,-3 0-1-16,-1-3 0 0,-6 2-1 0,0 2-1 16,-1-4-8-16,1-3-2 0,-6 1-8 0,2-3 1 15,-1 5 1-15,-2-2 2 0,-2 0 0 0,0 3-3 16,-2-2 6-16,0 3 2 0,1 2 6 0,-1 1 0 16,3 6 0-16,-7-8-8 0,7 8 8 15,-8-4 2-15,8 4 0 0,0 0 8 0,-13 18 9 16,6-9-3-16,-1 7 0 0,4-6-3 0,0 2-1 15,2-1-2-15,0 1-1 0,2 1 3 0,0-3 0 16,3 3-5-16,2-4 3 0,0 2-6 0,5-3 5 16,1 1-2-16,5-1-11 0,2-3-25 0,9 0-20 15,1-4-30-15,4-1-23 0,-3 0-32 0,0-2-26 16,0 0-11-16,-6 0-15 0,6-3-111 0,-2-1-322 16,0 1 142-16</inkml:trace>
  <inkml:trace contextRef="#ctx0" brushRef="#br0" timeOffset="-127816.18">16326 15821 28 0,'-2'-10'140'0,"2"10"1"0,-7-8-5 16,7 8 2-16,-9-4-7 0,9 4-4 0,-14 3-8 15,14-3-5-15,-17 6-3 0,6 3-13 0,0-1-4 16,-1 5-7-16,3-3-8 0,2 0-6 0,1 2-3 16,-3 1-10-16,5-2-6 0,2 0-5 15,0 0-1-15,2 0-6 0,0 0-2 0,2 0-3 0,0-3-5 16,2 2 1-16,1-6 0 0,-1 2 1 0,1 0-2 15,1-3 1-15,-6-3-3 0,13 3-1 0,-5-2-4 16,2-4-2-16,0 1-4 0,-1-3 4 0,-2 0-6 16,0-2-3-16,1-2 3 0,-2-1-3 0,1-1-4 15,-3-2 2-15,-1-3-1 0,1-2-4 0,-1 2 1 16,-2-5-4-16,0-3 2 0,1 5-5 0,-4-8-1 16,4 1 4-16,-2-1-2 0,1 1 1 15,-1 2 4-15,-1 5-3 0,-1 2 10 0,2 1 8 16,0 5 18-16,-1 1 12 0,1 0 5 0,0 10-3 0,0-10-7 15,0 10-9-15,0 0-7 0,0 0 0 0,0 0 0 16,0 0 2-16,-5 24 1 0,0-6 0 0,1 6-1 16,-2 3-4-16,-3 0-5 0,4-1 0 15,-2 0-2-15,5 0 7 0,-1 1-10 0,2-2 2 16,1-5-19-16,0 3-32 0,4 1-31 0,-3-5-37 16,1-2-43-16,2-1-55 0,2 2-53 0,1-3-160 15,1 0-441-15,2-2 195 0</inkml:trace>
  <inkml:trace contextRef="#ctx0" brushRef="#br0" timeOffset="-126846.36">17177 15764 143 0,'-4'-5'174'0,"-4"0"-13"0,3 1-18 16,-4-2-7-16,2 2 4 0,-3 1-14 0,-1 0-5 16,2 0-12-16,-2 3-11 0,1 0-7 0,-1 1-7 15,0 2-11-15,-1 0-7 0,2 4-8 0,-5 1 2 16,3-1-10-16,-3 2-3 0,3 2-6 0,3-3-3 16,1 2-8-16,1 0 4 0,1 0-7 0,2 2 3 15,1-4-10-15,1 4 3 0,2-3-1 0,1 1-2 16,2-2-6-16,0 1 2 0,4 0 1 0,2-1-1 15,2-2-1-15,3 1-6 0,2 2 3 16,2-5 2-16,1 2 2 0,-4-3-4 0,4 0-1 0,-3-4 0 16,1 2 3-16,1-3-3 0,-1 1-1 0,-4-2-2 15,-2 0-1-15,0 0 7 0,0-1-14 0,-2-1 9 16,0-2-3-16,-3-3 2 0,3 1-5 0,-1-4-3 16,-2-1 5-16,-1-2-1 0,-1-3 0 15,3 0 0-15,-6-8-1 0,1 1 1 0,-2 3-2 16,2-6-1-16,-4 5 2 0,1-3-1 0,1 0 3 15,-1 2-2-15,-2-1-1 0,2 2 1 0,-3 0-1 16,3 4 1-16,-2 4 6 0,1 4 14 0,1 2-3 0,-1 0 5 16,2 10-3-16,-2-15 1 0,2 15-11 0,0 0 0 15,-3-11-2-15,3 11-1 0,0 0-2 0,0 0-1 16,-6 29 0-16,3-10 0 0,-2 5 3 16,-2 7 0-16,3-1-3 0,1 5 4 0,0-6-5 15,2 0-1-15,1-4 1 0,3 3-3 0,1-9 2 16,1 0 7-16,1-1-2 0,-1-1-3 0,4-4 8 15,0 2-10-15,3-2 1 0,-1-2 1 0,4 0 0 16,-3-4 1-16,1-3 3 0,5 0-6 0,1 0 3 16,-1-4 1-16,1 0-7 0,-2-1 5 0,-1-2 3 15,-3-1 1-15,0 0 0 0,-2-1 0 0,-1-2-5 16,-1 0 2-16,-2-2-4 0,-1-1 3 0,-2-2-2 16,-1 1-2-16,0-1-1 0,-3 1 1 0,2 2 4 15,-2-1-3-15,0 10-5 0,-2-12 2 0,2 12-2 16,-1-12 0-16,1 12-4 0,0 0 0 0,0 0-2 15,-5-2 3-15,5 2-1 0,0 0 1 0,-8 22 3 16,6-11 1-16,0 1-5 0,2-1 1 0,0 3-12 16,2-1-19-16,0-1-20 0,2 3-21 0,0-3-36 15,2-2-32-15,1 1-35 0,-1-1-25 0,0-2-131 16,0-2-362-16,-1-1 161 0</inkml:trace>
  <inkml:trace contextRef="#ctx0" brushRef="#br0" timeOffset="-126679.08">17445 15509 19 0,'0'0'20'0,"10"31"-12"0,-1-17-17 0,0 2-8 16,8 3 5-16</inkml:trace>
  <inkml:trace contextRef="#ctx0" brushRef="#br0" timeOffset="-126436.4">17632 15704 22 0,'9'7'61'0,"-3"2"7"16,1-3 11-16,-2-1 13 0,1 1 13 0,-6-6-4 15,6 14-5-15,-2-5 9 0,-1 0 5 0,-1-1 0 16,1 1-10-16,0-1-9 0,-1-2-6 0,1 3 11 16,2-2-12-16,0-1-5 0,0-2-2 0,3 1 1 15,-2 0 1-15,3-3 0 0,1 1 0 0,-2-1-7 16,3-4-5-16,1 2-4 0,-2-3-2 0,1-1-4 15,0 0 3-15,-2-2-2 0,1-3-7 0,-2-1 0 16,-3 2-6-16,0-3-4 0,-4 0-4 0,1-1-5 16,-4 1-2-16,0-4-2 0,-2 4-5 0,-3 0-1 15,0 0-5-15,-1 2-3 0,2 2-8 0,-3 0-12 16,2 2-16-16,7 5-22 0,-14-4-18 16,14 4-20-16,-16 3-22 0,6 1-24 0,3 2-23 0,1 2-21 15,6-8-152-15,-4 16-350 0,4-8 155 0</inkml:trace>
  <inkml:trace contextRef="#ctx0" brushRef="#br0" timeOffset="-125828.07">18147 15634 138 0,'0'0'165'16,"-5"-13"-7"-16,1 8-4 0,-5 0 0 0,1 1-8 15,1 2-7-15,-2-1-2 0,9 3-11 0,-23 3-10 16,11 4 2-16,-4 2-13 0,1 4-4 0,-1 2-9 0,0 6-4 15,0 0-9-15,6-7-7 0,1 2-12 0,2 0 0 16,2-1-8-16,4-3-5 0,-2 0-3 16,3-2-3-16,3-1-3 0,1-1 1 0,1 1-8 15,1-4 3-15,2-1-3 0,1-1 2 0,4-1-7 16,-4-2 0-16,2-1-2 0,2-2 5 0,0-2-10 16,-3-3 0-16,4-1 2 0,-2-2-5 0,-1-1 2 15,-3-2-2-15,-2-2-5 0,-1-4 1 0,2 1 0 16,-1-6 0-16,-2-1-1 0,-2-4-4 0,1 2-1 15,-2-1 1-15,0 2 0 0,1-1-1 0,-2-2-1 16,0 0-2-16,-2 0 0 0,0 1 0 0,-1 3-3 16,1 6 0-16,-1 4 1 0,1 0 3 0,-1 7-3 15,3 9-1-15,-4-14-2 0,4 14-2 0,0 0-2 16,-3-6 2-16,3 6-5 0,0 0 8 0,-11 38-4 16,3-11 3-16,-2 6 2 0,3 1-2 0,-1 0 1 15,-2 13-2-15,4-13 5 0,4 0-2 0,0-1-2 16,4-2 4-16,2-3 0 0,4-4-2 0,-1-1 8 15,1-5-1-15,3-2 0 0,1-2 0 0,1-2 1 16,2 0 1-16,1-3 2 0,1-1 7 0,4-4-7 16,1-2 2-16,-2-2-6 0,9 1 3 0,-1-3-1 15,-1-1-3-15,-6-2 3 0,4-4 0 0,-6 2-3 16,-3-3 1-16,0-1-5 0,-5 0 7 16,1-4-3-16,-1 1-5 0,-5-1-7 0,-1-3 1 15,-1-1 4-15,-3 4-8 0,-1-2 3 0,-3 1-1 16,-1 3-1-16,0 4 4 0,-3-1-2 0,0 4-3 0,-3 2-1 15,1 4 1-15,-4 1 3 0,-1 2 1 0,-2 7-8 16,0-1 8-16,3 5-1 0,-2 0 4 0,6 0-4 16,0 4 5-16,2-1-3 0,5 1-1 15,2 0-12-15,4-1-23 0,3 1-22 0,2-4-31 16,3 1-32-16,3-3-30 0,2 2-22 0,7 0-27 16,3-3-140-16,0 0-373 0,1-2 166 0</inkml:trace>
  <inkml:trace contextRef="#ctx0" brushRef="#br0" timeOffset="-125398.79">18741 15865 9 0,'0'0'215'0,"6"-6"-12"16,-2 1-8-16,-4 5-6 0,5-9 2 15,-1 5-2-15,-4 4 0 0,7-10-5 0,-5 5-11 16,3-3-20-16,-1-1-10 0,-1 3-6 0,2-2-8 16,-1-1-11-16,-2-2-9 0,2 0-13 0,-1-1-5 15,-1-5-12-15,3-1-5 0,-3 0-12 0,0 0-2 16,-1-7-6-16,-1 5-6 0,-1-4-5 0,0-2-5 15,-3-1-2-15,0 2-1 0,-1-4-6 0,1 10-3 16,-2 3-8-16,1 0 4 0,-2 6-4 0,0-1-2 16,-1 0-3-16,0 2-4 0,-1 4-1 0,2 1-2 15,7 4-1-15,-18-3-2 0,18 3 0 0,-24 4 1 16,15 0-3-16,-3 2 3 0,4 0 3 0,1-1-9 16,2 2 4-16,0 3-4 0,5-10-1 0,-2 12 0 15,2-12 2-15,10 18-1 0,-1-10 0 0,2-1 2 16,5 0-1-16,1 0 1 0,5-2-2 0,6 0 2 15,-1-1-5-15,-1-2 4 0,-3 1-2 16,-2-2 6-16,-2 2-8 0,-2-1 3 0,-3 1-2 0,-3 2-4 16,2-2 5-16,-3 3-1 0,1 3 0 0,-3-1-2 15,-1 3 2-15,-2-1-1 0,-1 1 2 0,-2 3 6 16,2 1-3-16,-2-3 0 0,0 2-4 0,-1 0 1 16,3 3 2-16,-1-2-2 0,0 0-17 15,0-3-17-15,2-1-29 0,0 1-26 0,2-3-26 0,1 1-25 16,3-2-10-16,-2-2-11 0,3-2-39 15,0 1-2-15,3-3-8 0,1-2-111 0,3-2-351 16,0-1 155-16</inkml:trace>
  <inkml:trace contextRef="#ctx0" brushRef="#br0" timeOffset="-125049.8">19247 15704 348 0,'5'-16'-4'0,"-1"-2"23"0,-1-1 6 0,-3 2 17 16,-1-2 20-16,-1 2 26 0,0-1 10 16,-1 8 7-16,-2-1-4 0,-2 0 11 0,2 3 4 15,-1 2-9-15,1 2-1 0,5 4-5 0,-17-3-8 16,5 10 7-16,-4-1-5 0,-2 8 0 0,-2 2-8 15,3 3-5-15,-2 0-8 0,5 2-7 0,4-5-7 16,0 0-5-16,4-1-8 0,3-3 1 0,1-1-7 16,2 1-4-16,2-2-4 0,0-1-3 0,2 1 0 15,3-3-2-15,3-2-2 0,-3-1-4 0,4-3 1 16,-1 0-1-16,-3 0 1 0,-7-1-5 0,15-3 0 16,-9 0-5-16,3 0 3 0,-4-3-2 0,0-1-4 15,2-2 2-15,-4-1-2 0,4 0 0 0,-4 1-2 16,1-2-1-16,-2-1-3 0,1 2 3 0,0 1-2 15,1-1-1-15,-2 2 6 0,0 1-10 0,-2 7 2 16,2-10 1-16,-2 10-6 0,0-7 1 0,0 7-1 16,0 0-1-16,0 0 0 0,0 0 3 0,0 0-1 15,8 19 7-15,-7-9-6 0,0 2 5 0,2-2-2 16,-2 3-3-16,2-3-9 0,1 3-23 0,1-2-23 16,0 2-37-16,1-4-31 0,-1 0-35 0,4 0-20 15,-2-3-32-15,-1-1-113 0,-6-5-350 0,17 6 155 16</inkml:trace>
  <inkml:trace contextRef="#ctx0" brushRef="#br0" timeOffset="-124792.19">19402 15365 218 0,'0'0'260'0,"-3"-21"-9"0,3 21-20 0,0 0-22 16,0-16-30-16,0 16-20 0,0 0-9 15,0 0-9-15,0 0-5 0,0 0-3 0,2 64-7 16,-1-38-9-16,-2 0-12 0,2 0-3 0,-1 3-10 16,1 1-5-16,0-1 4 0,1-4-20 0,-1 4-1 15,2-5-8-15,-1-3-11 0,2-2 1 0,-3 0 2 16,3 1-11-16,-3-4-4 0,1 0-6 0,-1-4-16 16,-1-1-33-16,4 0-15 0,-2 1-29 0,1-3-34 15,-3-9-34-15,-1 14-26 0,1-14-31 0,1 10-22 16,-1-10-16-16,-3 5-141 0,3-5-394 0,0 0 174 15</inkml:trace>
  <inkml:trace contextRef="#ctx0" brushRef="#br0" timeOffset="-124535.86">19335 15659 131 0,'0'0'176'0,"0"0"-27"16,-5-11-3-16,5 11-25 0,0 0-6 0,13-12-14 15,-5 10-10-15,4-2-12 0,5-1-3 0,4 0-5 16,0 3-6-16,0-1-4 0,0 1 1 0,1 1-13 15,-3 0-2-15,3-1 1 0,-4 2-6 0,-6 0-1 16,-2-1-4-16,1 2-2 0,-4-1-2 0,-7 0 7 16,11 3 2-16,-6-2-2 0,2 4 3 0,-4-1 8 15,3 4 8-15,-4-1 1 0,1 4-4 0,-2-1 3 16,0 2-8-16,1 1-5 0,-1-1-4 16,-1-1-4-16,1 1-2 0,-1 0-7 0,1 1 0 15,-1-2-4-15,0-1-32 0,2 1-17 0,-1-2-43 16,-1-9-35-16,4 19-41 0,-3-10-43 0,0-3-147 0,-1-6-359 15,0 0 159-15</inkml:trace>
  <inkml:trace contextRef="#ctx0" brushRef="#br0" timeOffset="-124135.44">19802 15722 114 0,'-18'-18'200'0,"18"18"-10"15,-4-12-4-15,2 6-1 0,-1 0-8 0,2-4-13 16,-1-1-13-16,4-1-13 0,0-1-13 16,1 1-14-16,3-5-6 0,4 3-15 0,1 2-6 15,-1-1-12-15,4 4-5 0,-2 1-10 0,0 2-2 0,0 1-5 16,-1 5-6-16,2 0-7 0,-1 3-1 0,0 4-5 16,-1-1 1-16,0 4 0 0,-1 1-6 15,-1 4 0-15,-2 0-4 0,-1 2 0 0,0 1-2 16,-1-1-6-16,-2-1-8 0,1 0-26 0,0 0-13 15,-3-4-30-15,3-1-21 0,0-2-29 0,1 1-43 16,1-4-31-16,2 0-149 0,1-2-363 0,4-3 160 16</inkml:trace>
  <inkml:trace contextRef="#ctx0" brushRef="#br0" timeOffset="-123400.36">20274 15531 145 0,'0'0'189'15,"-13"-7"-1"-15,-1 7-4 0,14 0-4 0,-30 9-11 16,12-2-8-16,-1 5-15 0,5 0-11 0,-1 3-11 16,2-4-14-16,4 4-10 0,0-2-9 0,4-1-11 15,2-1-5-15,2 1-5 0,1-3-13 0,3 2 1 16,1-3 1-16,1 2-11 0,4-4-7 16,-2 0-2-16,1-1-5 0,1-4-8 0,0 1-1 15,-1-4-8-15,-8 2 3 0,16-3-6 0,-10 1-1 0,0-3 2 16,-1 1-1-16,0-2 0 0,-5 6-3 0,6-16 0 15,1 5 3-15,-2 2-6 0,-3-1-1 0,-2 10 0 16,7-14-1-16,-6 7 5 0,-1 7-1 0,0 0 0 16,3-11-3-16,-3 11-3 0,0 0 1 0,0 0-2 15,0 0 2-15,0 0 10 0,5 24 0 16,-5-5 1-16,0 7 2 0,0 2-1 0,-3 2 0 16,1 3 2-16,-1-1-4 0,0 3 3 0,0-2-3 15,1 1-1-15,1 0-1 0,-2-1-3 0,2 3 5 0,2 0-2 16,-2-4-2-16,-3 0-5 0,3-4 5 0,-4-1-4 15,1-1 6-15,-2-8-2 0,1 1-5 16,-3-1 2-16,-1-3-2 0,1-1 3 0,1-3-2 16,1-3 2-16,-1-1-3 0,3-1 2 0,-1-2 5 15,0 0-9-15,5-4 2 0,-9 5-1 0,9-5-9 16,0 0 0-16,-14-9-6 0,9 2-2 0,2-3-6 16,2-2 0-16,3-5-6 0,4-8-1 0,4 2-5 15,3-6 4-15,2-4 0 0,11-8 3 0,4 0 2 16,3 3 4-16,-1-1 1 0,3 1 3 0,-3 2 0 15,-9 10 4-15,1-3-4 0,-1 0 5 0,-1 1-5 16,-3 1 10-16,3-2-3 0,-6 0 0 0,0 3 4 16,-2-1-3-16,-2 4 1 0,-1 1 4 0,-6 5-4 15,-3 5 6-15,1-1 5 0,1 3 2 0,-3-1 2 16,-1 11-4-16,1-13 1 0,-1 13 0 0,0 0-5 16,-9-9-1-16,2 9-2 0,7 0 4 0,-21 13-4 15,8-3-2-15,-1 3 4 0,0 1-2 0,3 1-3 16,-1 0 3-16,5 0 0 0,2 1 2 0,2-4-1 15,2 0 0-15,1 2 0 0,2-1 0 0,3-2-4 16,-1 1 0-16,1 0-8 0,4 1-1 0,-1-5 6 16,1 1 2-16,1-1-5 0,2 3 1 0,-2 2-2 15,-1-4 1-15,0 0 2 0,-2-1-6 0,0 1 2 16,0-2 3-16,-3 3-2 0,0-3 1 0,-4 0 3 16,1 0-1-16,-2 2 8 0,1-9-9 15,-4 14 6-15,0-9-1 0,-1 4-1 0,0-3 2 0,-1 0-6 16,-2 0-17-16,-1 1-29 0,0-4-37 0,-2 1-55 15,-1 2-48-15,0-3-164 0,-8-2-388 0,2 2 173 16</inkml:trace>
  <inkml:trace contextRef="#ctx0" brushRef="#br0" timeOffset="-20349.88">17357 6243 84 0,'0'0'115'15,"0"0"-13"-15,0 0-15 0,0 0-19 0,-5-9 2 16,5 9 12-16,0 0-2 0,-4-6-7 0,4 6 0 15,0 0 2-15,-2-7-12 0,2 7-1 0,-3-7-6 16,3 7-8-16,0 0 3 0,-4-8-2 0,4 8 3 16,0 0 2-16,-4-7 5 0,4 7-10 0,0 0 3 15,-2-8-4-15,2 8-11 0,0 0-3 0,-2-8 4 16,2 8-1-16,0 0 5 0,0 0-3 0,0 0-2 16,-2-8-6-16,2 8 1 0,0 0-4 0,0 0-1 15,0 0-1-15,0 0-7 0,0 0-3 0,0 0-3 0,0 0 1 16,0 0-3-16,0 0-5 0,0 0 1 0,0 0-1 15,0 0-1-15,0 0-4 0,0 0 3 0,0 0 0 16,0 0-2-16,17 18-1 0,-11-9-1 16,2-1 2-16,-1 1-1 0,4 3 1 0,1 0-1 0,-1 2 1 15,0-1 7-15,2 1-6 0,-3 1 2 0,0-3-5 16,4 2 3-16,-5 1 3 0,3-1-3 0,-1-1 3 16,0 2-5-16,0-1 4 0,-1 0 0 15,-2-3-4-15,1-1 3 0,-3 0-4 0,2 0 3 16,2-1-2-16,-2 1 4 0,-1-1-3 0,0-1 1 0,-1 0 0 15,1-1-1-15,0-1 0 0,-4-2 0 0,2 1 3 16,-1-1-18-16,0 0-10 0,1 2-7 0,-5-6-19 16,7 5-10-16,-7-5-23 0,4 5-10 0,-4-5-12 15,4 5-12-15,-4-5-12 0,0 0-116 0,0 0-263 16,0 0 116-16</inkml:trace>
  <inkml:trace contextRef="#ctx0" brushRef="#br0" timeOffset="-20069.77">17697 6110 2 0,'0'0'134'16,"-5"-10"-11"-16,5 10-2 0,-1-7-17 0,1 7-10 15,0 0-7-15,0 0-17 0,0 0 0 0,0 0 11 16,-20 18-2-16,8-4 2 0,-5 10-1 0,-2 1-1 15,0 3-11-15,-4 1-4 0,1 1-6 0,-9 9-3 16,10-10-7-16,0 2-1 0,1-5-5 0,3 1-5 16,-1-3 0-16,2-1-1 0,0-1-11 0,3 0-2 15,2-7 0-15,2 0-4 0,0 1-25 0,-1-2-15 16,5-4-5-16,-2 2-27 0,2-3-21 0,3-1-20 16,-2-2-18-16,0 2-122 0,0-2-253 15,4-6 113-15</inkml:trace>
  <inkml:trace contextRef="#ctx0" brushRef="#br0" timeOffset="-19738.5">17913 6370 169 0,'2'-6'178'0,"-2"6"-14"16,0 0-15-16,0 0-15 0,0 0-11 0,-15-5-4 16,15 5-6-16,-14 2-9 0,1 1-6 0,4 1-9 15,-1 3 2-15,-5 2-2 0,1 2-4 0,-4 0-11 16,4 1-4-16,0 1-10 0,1-3-7 0,-1 3-4 16,2 0-1-16,2-1-5 0,1-2-4 0,2 5-1 15,0-5-5-15,3 0-7 0,2 1 1 0,-2-1-4 16,1 0 0-16,0 0-2 0,4-1-1 0,-2 1-6 15,4-1 0-15,0 0 1 0,1-3-22 0,1 3-16 16,3-1-11-16,1-1-14 0,1-2-17 0,0 0-22 16,8 0-20-16,-1 2-20 0,0-5-20 0,0 1-145 15,-3-3-316-15,3-2 140 0</inkml:trace>
  <inkml:trace contextRef="#ctx0" brushRef="#br0" timeOffset="-19544.75">18206 6393 31 0,'4'-6'207'0,"-4"6"-23"15,3-4-14-15,-3 4-16 0,0 0-19 0,0 0-7 0,5-6-15 16,-5 6-13-16,0 0-10 0,12-3-10 16,-6 2-18-16,6-2-22 0,-1 3-26 0,2 2-36 15,6-1-16-15,-2 1-33 0,-4 0-21 0,-2-1-20 16,-2 3-84-16,-3-2-212 0,0 0 94 0</inkml:trace>
  <inkml:trace contextRef="#ctx0" brushRef="#br0" timeOffset="-19391.25">18226 6515 30 0,'0'0'166'0,"-4"6"-2"0,4-6-15 0,0 0-12 0,0 0-11 15,0 0-12-15,0 0-19 0,0 0-5 16,0 0-10-16,0 0-7 0,14 7-15 0,-14-7-34 15,18-1-32-15,-5-1-37 0,2 1-25 0,2-2-43 16,-3 0-66-16,3-1-193 0,-1-1 85 0</inkml:trace>
  <inkml:trace contextRef="#ctx0" brushRef="#br0" timeOffset="-18652.15">19312 5703 87 0,'-2'-12'188'0,"2"3"-6"16,-1 0-7-16,1 9-6 0,0-13-17 16,0 13-14-16,-3-10-16 0,3 10-13 0,-1-5-15 15,1 5-8-15,0 0-12 0,0 0-8 0,0 0-5 16,0 0-6-16,0 0-5 0,4 28-1 0,-4-10 5 15,2 6-9-15,-1 2-2 0,-1-1-5 0,2 1-4 16,-2 0-4-16,1-1 0 0,-1 1-5 0,-3 0-2 16,3-3 2-16,0 1-4 0,-1 1-2 0,1-6-2 15,0-2-1-15,-1 2-1 0,2-2 2 0,-2 0-4 16,0-1 1-16,1-3-3 0,-2 2 8 0,1 1-6 0,0-4-4 16,-1 4 4-16,2-6-3 0,0 3-2 15,-2-3-9-15,3 0-19 0,-2 0-20 0,1-10-13 16,-3 16-33-16,3-16-24 0,2 12-17 0,-2-12-25 15,-2 11-15-15,2-11-111 0,0 0-300 0,-6 11 133 16</inkml:trace>
  <inkml:trace contextRef="#ctx0" brushRef="#br0" timeOffset="-18356.57">18806 6318 47 0,'0'0'147'0,"0"0"2"0,0 0-7 16,0 0 6-16,30 9-7 0,-2-5 11 0,10-3-19 15,20-4 0-15,3-1-11 0,34-2-3 0,-5 1-7 16,-26-1-5-16,28-5-3 0,-32 3-6 0,4 3-5 0,-4-1-8 16,-2 1-1-16,-4 1-8 0,-15-1-4 15,-2 1-6-15,-4 1-2 0,-2-1-5 0,-9 1-5 16,-2 0-7-16,-2 3-4 0,0-4-2 0,-5 3-6 15,-3 0-4-15,-1 1-7 0,-1-1-20 0,-8 1-19 16,10 0-30-16,-10 0-17 0,8 1-10 0,-8-1-12 0,0 0-10 16,0 0-25-16,-7 14-8 0,-3-6-31 0,-9 2-25 15,-8 5-113-15,-5-2-320 0,-5 1 142 16</inkml:trace>
  <inkml:trace contextRef="#ctx0" brushRef="#br0" timeOffset="-17926.57">18842 6650 154 0,'0'0'183'0,"0"0"-7"0,0 0-4 0,0 0-3 0,0 0-4 16,28-1-8-16,-15 1-3 0,6 0-13 15,0 3-13-15,-2 0-11 0,2 1-12 0,-4 1-10 16,-2 1-9-16,0 0-10 0,-4 0-9 0,0 1-2 15,0 3-9-15,-3-1-8 0,-2 1-3 0,-3 0-1 16,-1-1-6-16,-2 4-1 0,-3-6-3 0,-4 4-6 0,-3 2-1 16,-1-1-3-16,-3-1 0 0,-8 0-4 15,4-3 0-15,-6 1-3 0,-1-1-3 0,5-3-2 16,5-3 1-16,0 1-3 0,5 0 10 0,4-2-10 16,8-1 0-16,-15 0 2 0,15 0-2 0,-12 3-3 15,12-3 0-15,0 0-2 0,-10 2-3 0,10-2 2 0,0 0-2 16,0 0-5-16,0 0 5 0,0 0-6 0,0 0 3 15,0 0 1-15,0 0 2 0,0 0-1 0,0 0 0 16,44 6-2-16,-34-3 6 0,3-1 5 16,-3 4 0-16,2-1-4 0,-2 1 2 0,0-2-1 15,1 2 0-15,1 0 0 0,-2 1-1 0,-1 1-1 16,2-2-1-16,0 2 2 0,0 3 3 0,-2-3-8 16,-1 1-14-16,-2 0-26 0,1-1-31 0,0 0-39 15,-2 0-45-15,2 0-27 0,-5 0-39 0,2-1-132 16,-4-7-382-16,2 9 169 0</inkml:trace>
  <inkml:trace contextRef="#ctx0" brushRef="#br0" timeOffset="-17680.45">19250 6738 122 0,'4'-5'253'0,"-2"0"-22"0,-2 5-28 16,5-7-19-16,-5 7-23 0,5-5-15 0,-5 5-16 15,0 0-11-15,0 0 5 0,0 0 4 0,0 0-5 16,8 16-9-16,-4-6-7 0,-2 2-6 16,1-1-10-16,-2 0-10 0,-1 1-4 0,0-1-10 0,2 7-2 15,-1-3-10-15,-4 3-2 0,5-5-7 0,-2 2-5 16,0-4-3-16,0 6-8 0,0-5-24 0,-2 1-33 16,1-3-39-16,2 2-29 0,-1-12-38 15,0 19-33-15,0-10-50 0,0-9-150 0,-2 14-396 16,2-14 176-16</inkml:trace>
  <inkml:trace contextRef="#ctx0" brushRef="#br0" timeOffset="-17446.5">19402 6831 1811 0,'4'-12'84'16,"-3"-1"26"-16,2 0-5 0,-1 5 8 0,1 0-5 16,-3 8-10-16,0-12-15 0,0 12-20 0,0 0-10 0,2-11-11 15,-2 11-7-15,0 0-3 0,0 0-3 0,0 0 7 16,0 0 9-16,0 0 0 0,0 0-2 15,0 0 1-15,-1 39-6 0,0-26-6 0,-1 3 2 16,0 0-3-16,-1 2-4 0,3-2-4 0,-2 1 0 16,2 0-1-16,-3-1-2 0,2 1-3 0,0-1-19 0,1-4-18 15,0-1-14-15,0 0-20 0,0-11-18 0,-2 20-18 16,2-20-23-16,0 13-24 0,0-13-27 0,-1 12-25 16,1-12-22-16,-3 8-149 0,3-8-390 0,0 0 172 15</inkml:trace>
  <inkml:trace contextRef="#ctx0" brushRef="#br0" timeOffset="-17282.11">19339 6754 134 0,'0'0'122'0,"12"-4"-11"0,-12 4-10 15,20 0-15-15,-9-2-7 0,2 1-14 0,4 1-29 16,2-3-22-16,2 3-38 0,-1-2-32 0,2 1-56 15,6-2-120-15,-6 0 53 0</inkml:trace>
  <inkml:trace contextRef="#ctx0" brushRef="#br0" timeOffset="-16924.57">19845 6567 76 0,'-2'-7'207'0,"2"7"-13"0,0 0-11 0,-3-6-16 16,3 6-15-16,0 0-15 0,0 0-12 0,0 0-12 16,0 0-17-16,-4-6-9 0,4 6-4 0,0 0-9 15,0 0-2-15,0 0 7 0,-6 16 2 16,3-6-4-16,-2 3-7 0,-2 3-1 0,-5 8-3 0,4-1-3 16,-3 3-5-16,2-2 4 0,1 1 0 0,1 0-2 15,-3 1-7-15,3 0-5 0,-1 1-1 0,3 0-4 16,-1-2-4-16,2 1 2 0,-1 1-4 0,0-4-3 15,4-5-3-15,-2 8-4 0,2-8-4 0,-2 1-1 16,2 0-3-16,0-1-1 0,2-3-3 0,-1 1 4 16,-3 0-5-16,2-6 0 0,1 3-2 0,-1-4-17 15,-3 1-20-15,4-4-9 0,0-6-18 0,-1 12-14 16,-2-8-14-16,3-4-16 0,0 0-13 16,-9 9-9-16,9-9-22 0,0 0 3 0,-16-2-12 15,16 2-3-15,-11-12 3 0,5 5 5 0,1-4 0 0,1-1-102 16,-2-4-265-16,1-2 119 0</inkml:trace>
  <inkml:trace contextRef="#ctx0" brushRef="#br0" timeOffset="-16767.75">19597 6951 115 0,'-1'-10'25'0,"1"10"12"16,-5-21 15-16,5 21 17 0,-4-11 4 0,4 11 5 15,-2-12-10-15,2 12 4 0,0 0-3 16,0 0 2-16,-3-12-9 0,3 12-5 0,0 0 6 0,0 0-5 16,0 0 10-16,0 0-6 0,10-7 0 0,-10 7 0 15,16 1-2-15,-16-1 3 0,24 2-5 0,-5-4-5 16,1 1-6-16,0 1-6 0,3-1-19 0,5-2-36 15,4 2-32-15,-2-2-42 0,1 0-39 0,0 1-89 16,-4-4-233-16,1 3 103 0</inkml:trace>
  <inkml:trace contextRef="#ctx0" brushRef="#br0" timeOffset="-16466.27">20156 6822 46 0,'0'0'216'0,"0"0"-8"16,0 0-8-16,0 0-9 0,0 0-8 0,6-8-15 16,-6 8-9-16,0 0-13 0,0 0-14 0,0 0-10 15,0 0-11-15,0 0-10 0,0 0-8 0,0 0-6 16,0 0-9-16,0 0-8 0,-32 9 1 0,23-1-9 16,2-1-2-16,0 2-4 0,-2 1-2 0,-2 3 1 15,1 3 7-15,-1 0-5 0,0 0-3 0,2 1-5 16,0-3-4-16,1 1-7 0,2 2-1 0,2-6-3 15,0 2-5-15,3-3 1 0,1 2-5 0,1-1-2 16,3 1 1-16,1-2-4 0,4-1-12 0,3 0-8 16,-1-1-13-16,2-5-20 0,5 1-26 15,0 2-30-15,0-6-28 0,3 1-36 0,-2-2-18 16,-2 1-40-16,2-2-182 0,-6-2-426 0,-13 4 188 0</inkml:trace>
  <inkml:trace contextRef="#ctx0" brushRef="#br0" timeOffset="-15371.7">20355 6663 36 0,'0'0'66'0,"0"0"-7"0,0 0-2 16,0 0-9-16,0 0-3 0,0 0-5 0,0 0-3 16,0 0-9-16,0 0-2 0,0 0 4 0,0 0-5 0,0 0-4 15,0 0-2-15,0 0 2 0,0 0-6 16,0 0-3-16,0 0-1 0,0 0 0 0,0 0-3 15,0 0 2-15,0 0-2 0,0 0-4 0,0 0-4 16,0 0-1-16,0 0-10 0,0 0-6 0,0 0-12 16,0 0-15-16,0 0-46 0,0 0-96 0,0 0 42 0</inkml:trace>
  <inkml:trace contextRef="#ctx0" brushRef="#br0" timeOffset="-8432.25">20243 6738 45 0,'0'0'52'0,"0"0"-8"0,0 0 0 16,0 0-6-16,0 0-4 0,0 0-1 0,0 0 0 15,0 0-7-15,0 0 2 0,0 0 3 0,0 0-9 16,0 0 5-16,0 0-5 0,0 0 3 0,0 0-1 16,0 0-1-16,0 0 2 0,0 0 4 0,0 0-3 15,0 0 2-15,0 0-10 0,0 0 3 0,0 0 5 16,0 0-3-16,0 0-5 0,0 0 1 0,0 0 0 15,0 0-6-15,0 0-3 0,0 0 4 0,0 0 5 16,0 0-9-16,0 0 1 0,0 0 1 0,-1-11-6 16,1 11-3-16,0 0 0 0,0 0-1 0,0 0-2 15,0 0 3-15,0 0-3 0,6-5 6 0,-6 5-8 16,0 0 1-16,0 0 2 0,0 0-1 0,0 0 5 16,0 0-5-16,0 0-11 0,0 0 16 0,0 0 0 15,2-8-1-15,-2 8 0 0,0 0 0 0,0 0-7 16,0 0 5-16,0 0-5 0,0 0 8 0,0 0-9 15,0 0 7-15,0 0-3 0,3-8-1 0,-3 8-5 0,0 0 8 16,0 0 0-16,0 0 4 0,0 0-7 16,0 0-1-16,0 0 7 0,0 0-3 0,0 0-3 15,0 0-3-15,0 0 2 0,0 0 4 0,0 0-5 16,0 0 4-16,0 0-4 0,0 0-3 0,0 0 2 0,0 0 6 16,0 0 2-16,0 0-6 0,0 0 3 0,0 0-4 15,-18 13 1-15,18-13 1 0,-4 4 5 16,4-4 2-16,-6 6 2 0,1-2 0 0,5-4-8 15,-10 8 7-15,6-5-8 0,4-3 14 0,-8 7-5 0,4-4-5 16,4-3 9-16,-9 9-18 0,6-4 20 0,3-5-11 16,-7 8 3-16,6-3-4 0,1-5-8 0,-4 7 9 15,4-7-1-15,-5 9 2 0,2-4 8 16,3-5-8-16,0 0-3 0,-2 11 1 0,2-11-3 0,0 0 6 16,-4 9-2-16,4-9 3 0,-4 5-4 0,4-5 2 15,-2 8 0-15,2-8-5 0,0 0 2 0,-4 5-3 16,4-5 4-16,-4 5-5 0,4-5 5 0,0 0 4 15,-5 5 2-15,5-5-1 0,0 0-9 0,-4 10 5 16,1-6 6-16,3-4-12 0,0 0 10 0,-6 6 1 16,6-6-14-16,0 0-16 0,0 0 28 0,0 0-6 15,-4 7 3-15,4-7-1 0,0 0 1 0,0 0 0 16,0 0 0-16,0 0-12 0,0 0-3 0,0 0-15 16,0 0-2-16,0 0-6 0,0 0-18 0,0 0-19 15,0 0-1-15,0 0-56 0,0 0-139 0,0 0 61 16</inkml:trace>
  <inkml:trace contextRef="#ctx0" brushRef="#br0" timeOffset="-8066.33">20224 6722 5 0,'-4'6'68'0,"-3"-1"-6"16,2 0-7-16,0-1-4 0,0 4-9 0,-1-1-2 16,-2 1-4-16,3-2-1 0,0 1-4 0,1 0 0 0,-4-1-6 15,4-1 0-15,-2 1-2 0,0 1-1 0,2-1-5 16,-1 1-5-16,0-2-17 0,1-1-4 16,-4 3-6-16,4-1-10 0,-1 0-16 0,5-6-41 15,-6 7-87-15,3-1 39 0</inkml:trace>
  <inkml:trace contextRef="#ctx0" brushRef="#br0" timeOffset="-6510.13">18134 7420 2 0,'0'0'71'0,"0"0"-12"0,-8 2-2 0,8-2 3 15,0 0-11-15,0 0 1 0,0 0-13 0,0 0-3 16,0 0-2-16,0 0-1 0,0 0-6 0,0 0-3 16,0 0-4-16,0 0-3 0,0 0 0 0,0 0 4 15,0 0-6-15,0 0 0 0,0 0-1 0,0 0-4 16,0 0-3-16,0 0 1 0,0 0 2 0,0 0-3 16,0 0-4-16,0 0 7 0,0 0-7 0,0 0 4 15,0 0 4-15,0 0-10 0,0 0-6 0,0 0 11 16,0 0 1-16,0 0-7 0,0 0 7 0,0 0-4 15,0 0 2-15,0 0 1 0,-6 6 3 0,6-6-5 16,-13 4-1-16,4-1-4 0,-2 0 6 0,-1 1-2 16,-2-1-4-16,3 0-5 0,-1 1 4 0,-2-2-2 0,3 1 2 15,-2 0 8-15,1-2-7 0,2 2 1 16,-1-3 3-16,0 3 1 0,2-3 14 0,2 0-10 16,7 0 1-16,-13 1-3 0,13-1 8 0,-12 2 1 15,12-2 3-15,-8 0-6 0,8 0-5 0,-8 0 7 0,8 0 0 16,0 0 4-16,0 0-5 0,-9 2-4 0,9-2-9 15,0 0 8-15,0 0 3 0,0 0-4 16,0 0 7-16,0 0-10 0,0 0 3 0,0 0-7 16,-10 0 10-16,10 0-6 0,0 0-1 0,0 0 6 15,0 0-3-15,0 0 4 0,0 0-4 0,0 0 2 0,0 0 11 16,0 0 2-16,30 4-4 0,-19-3-1 16,-1-1 1-16,5 1-5 0,-3 0 8 0,7 1-9 15,1-2 12-15,3 1-17 0,5-2 6 0,3 2-6 16,0-1-1-16,-1 0 7 0,2 1 1 0,-1 1-5 0,2-2 3 15,1 3-7-15,0-3 4 0,-1 1-6 0,6 0 5 16,0 0-3-16,14-2 1 0,0 0-1 0,4 3-3 16,0-3 7-16,2-1-3 0,2 1-3 15,3 0 5-15,27-4-21 0,-30 2 21 0,3-2-6 0,3-1 2 16,22 0 3-16,-22-1-8 0,23 0 4 0,-26 1-6 16,29-3-4-16,-29 4-3 0,27-5-5 0,-28 4 6 15,2 1 5-15,-5 2-14 0,0 0 7 0,-2 0-7 16,-4 1-1-16,-1 0-11 0,-17 1 1 15,1 0-6-15,1 1-3 0,13-2-1 0,-16 2 0 0,-1-2-12 16,-1 1 1-16,-1 2-56 0,0-1-117 0,-4 2 52 16</inkml:trace>
  <inkml:trace contextRef="#ctx0" brushRef="#br0" timeOffset="13951.81">20484 6060 120 0,'0'0'196'16,"0"0"-19"-16,0 0-17 0,0 0-14 0,0 0-8 0,0 0-8 15,0 0-15-15,0 0-6 0,0 0-15 16,0 0-12-16,14-10-8 0,-2 9-6 0,1 1-7 16,5-2-22-16,1 1-16 0,-3 4-19 0,2-5-23 15,2 2-24-15,-1-1-25 0,-3 1-21 0,-2 0-40 16,-2 1-103-16,-3 1-250 0,-3-1 110 0</inkml:trace>
  <inkml:trace contextRef="#ctx0" brushRef="#br0" timeOffset="14107.68">20477 6193 83 0,'0'0'135'0,"0"0"-7"0,0 0 4 16,0 0-23-16,18 6-1 0,-6-4-14 0,1-1-6 0,8-1-27 15,-1 4-27-15,6-4-45 0,-5 1-41 0,1 2-100 16,0-3-164-16,0 1 73 0</inkml:trace>
  <inkml:trace contextRef="#ctx0" brushRef="#br0" timeOffset="14387.17">21271 5767 1565 0,'8'-23'30'0,"-3"4"76"0,-2 3 34 16,0 3-23-16,-2 1-12 0,-2 0-3 0,2 3-12 15,-1 2-15-15,1 1-14 0,-1 6-6 0,0-10-10 16,0 10-5-16,0 0-9 0,0 0-1 0,0 0-8 16,0 0 2-16,9 19-7 0,-7-1 1 0,1 7 0 15,-2 1-4-15,1 3 1 0,0-1-3 0,-2 2 1 16,1-2 1-16,-2 0-3 0,1 1 0 0,3-1 1 15,-1-1-1-15,0-1 0 0,0-2-6 0,-3 2-22 16,2-2-16-16,2 3-18 0,-1-3-28 0,1 2-41 16,-3-7-31-16,0 0-28 0,-4 0-24 0,2 1-129 15,-5-5-359-15,1-1 160 0</inkml:trace>
  <inkml:trace contextRef="#ctx0" brushRef="#br0" timeOffset="14564.29">21103 6231 63 0,'0'0'184'0,"10"-16"-19"0,2 12-12 0,8-1-10 0,6 0-8 15,6 0-4-15,7 2-14 0,16-2-11 16,-1 2-11-16,1-1-10 0,2 0-11 0,-2 0-14 0,-4 3-32 16,-14 2-34-16,-1-1-43 0,-3 2-39 0,-3 0-41 15,-13 4-83-15,-5-3-229 0,-2 0 102 0</inkml:trace>
  <inkml:trace contextRef="#ctx0" brushRef="#br0" timeOffset="15073.65">21214 6495 83 0,'-4'9'156'0,"4"-9"-7"0,-4 17-15 15,1-7-6-15,1-1-13 0,2-9-3 0,4 19-9 16,-1-9-8-16,-1-2-3 0,2 1-7 0,2 1-6 16,2-3-6-16,1 1-4 0,0 1-2 0,0-1 0 15,2-1-4-15,0-1-10 0,-2-1-3 16,0-2-2-16,-1 2-5 0,0-4-4 0,-1 0 0 0,0 0-8 16,-7-1-1-16,16 0-1 0,-16 0-5 0,11-2 0 15,-7-1-4-15,-4 3 1 0,10-6 0 0,-7 1-5 16,-3 5 1-16,4-9 1 0,-1 2 7 0,0 4-8 15,-3 3-6-15,4-11-4 0,-4 11 0 0,2-8 0 16,-2 8-4-16,3-6 2 0,-3 6-5 0,0 0-2 16,0 0 9-16,0 0-10 0,0 0 1 0,0 0-1 15,0 0 3-15,14 12-7 0,-10-6 4 0,0-1 0 16,0 2 3-16,2 1-1 0,0-1 2 16,3-2-1-16,-1 2 3 0,1-2-2 0,1-1 3 0,2-2-4 15,1 3 2-15,4-5 1 0,1 0 2 0,-1-1 3 16,-1-5 1-16,1 3 8 0,-4-2 8 0,-2 0-4 15,2 0 6-15,-2-4 8 0,-1 1 6 0,-2 0 0 16,0-1-4-16,0 0 7 0,-2-2 0 0,-1 1-7 16,2-4-2-16,-2-2-6 0,-1 3-3 0,-3 2 1 15,0-2-7-15,0 1 0 0,1 0-2 0,-1 1 1 16,-1 2-9-16,0 9-12 0,-3-13-15 0,3 13-21 16,0-10-27-16,0 10-25 0,-5-5-27 0,5 5-15 15,0 0-26-15,0 0-18 0,-15 5-27 0,15-5-109 16,0 0-337-16,-9 13 149 0</inkml:trace>
  <inkml:trace contextRef="#ctx0" brushRef="#br0" timeOffset="15298.17">21940 6431 45 0,'0'0'219'0,"0"0"-17"0,0 0-16 15,0 0-18-15,0 0-11 0,0 0-3 0,0 0-13 16,-21 1-6-16,11 5-13 0,0 0-10 0,0 2-8 15,-3 4-5-15,0 0-2 0,-1 0-10 0,3 2-9 16,3-4-8-16,2 1-7 0,-1 0-8 0,4-2-3 16,-1 1-7-16,2 0-2 0,4 0-2 0,3-1-8 15,4-2 1-15,1 0-14 0,5 0-22 0,4 0-30 16,11-2-28-16,-1-1-39 0,1-3-45 0,0 1-45 16,-3-2-151-16,-4-2-367 0,-5 1 162 0</inkml:trace>
  <inkml:trace contextRef="#ctx0" brushRef="#br0" timeOffset="18121.09">21433 6877 15 0,'0'0'80'0,"0"0"-1"0,0 0-3 0,0 0-10 0,0 0 9 16,0 0-24-16,0 0 1 0,0 0-4 0,0 0-2 15,15 9 2-15,-1-7 3 0,9 2 1 0,9-4-20 16,5 3-21-16,19-9-19 0,3 6-42 0,4-3-71 16,27-9-131-16,-28 6 58 0</inkml:trace>
  <inkml:trace contextRef="#ctx0" brushRef="#br0" timeOffset="154958.84">11163 7337 9 0,'0'0'67'0,"0"0"-8"0,3-10-7 0,-3 10-2 15,0 0-14-15,0 0-16 0,0 0-14 0,1-13-12 16,-1 13-18-16,0 0-22 0,0 0-48 0,0 0 22 15</inkml:trace>
  <inkml:trace contextRef="#ctx0" brushRef="#br0" timeOffset="157503.21">11016 6961 8 0,'0'0'36'0,"0"0"2"0,0 0-3 16,0 0 2-16,0 0 0 0,0 0-8 0,0 0 2 15,0 0 4-15,0 0-11 0,0 0 3 0,0 0-1 16,0 0 0-16,0 0 1 0,0 0-4 0,0 0-1 16,0 0 2-16,0 0-6 0,0 0-1 15,0 0 0-15,0 0 5 0,0 0-6 0,0 0-3 0,0 0-1 16,0 0-4-16,0 0 0 0,0 0-2 0,0 0-2 16,0 0 9-16,0 0-8 0,0 0 3 0,0 0-7 15,0 0 2-15,0 0-3 0,0 0 0 0,0 0-2 16,0 0-4-16,0 0 1 0,0 0-5 0,0 0-2 15,0 0 0-15,0 0-4 0,0 0-4 0,0 0-2 16,0 0-3-16,0 0-4 0,0 0-4 0,0 0-8 16,0 0-30-16,0 0-76 0,0 0 34 0</inkml:trace>
  <inkml:trace contextRef="#ctx0" brushRef="#br0" timeOffset="-182362.77">17471 6750 32 0,'-9'-5'35'16,"9"5"3"-16,0 0-7 0,0 0-4 0,-12-3-5 0,12 3 3 15,0 0-8-15,-8 0 0 0,8 0 1 0,0 0-5 16,0 0-7-16,-13 0 6 0,13 0-2 0,0 0 0 15,-11 0 3-15,11 0-5 0,-8 0 4 16,8 0 3-16,0 0-4 0,-8 2 3 0,8-2 2 0,0 0 3 16,0 0 3-16,-11 1-10 0,11-1 4 15,0 0 0-15,-10 0-1 0,10 0 3 0,-9 0-11 0,9 0 3 16,-9 2-3-16,9-2 6 0,0 0-2 16,-11 1 3-16,11-1 2 0,0 0-10 0,-8 2 15 15,8-2-2-15,0 0 6 0,0 0-12 0,0 0 7 0,0 0-6 16,0 0 1-16,0 0-3 0,0 0 5 0,0 0-12 15,0 0 7-15,0 0-5 0,42-2 3 0,-15 1-3 16,8-2-1-16,0 1-5 0,5-1-15 16,13 2-10-16,-3-2-21 0,7 5-22 0,-5-1-43 0,1 2-119 15,-3-2 52-15</inkml:trace>
  <inkml:trace contextRef="#ctx0" brushRef="#br0" timeOffset="-73060.66">23025 10764 20 0,'0'0'31'0,"0"0"-6"0,18 7-6 0,-13-6-1 0,-5-1-2 15,11 1-7-15,-4 1-3 0,-7-2-4 0,13 0-2 16,-13 0 0-16,14 0 0 0,-14 0-5 16,16-3-1-16,-6 3 2 0,0 0 2 0,0 0-3 0,1 0 0 15,-1 0 3-15,2-1 0 0,-1 1-1 0,-3 1 1 16,2-1 0-16,2 0-2 0,-4 0 2 0,-1 1 1 16,-7-1 1-16,19 2 13 0,-10-2-1 0,3 0 0 15,-2 2-1-15,2-1 3 0,2-1 1 0,-2 0 1 16,6 0-1-16,0 0-3 0,1 2-4 0,-1-2 7 15,1 1 0-15,-2-1-8 0,-3-1 8 0,4 2-6 16,-1-2 6-16,2 1-10 0,-3 0 5 0,5 0-5 16,-3 1-1-16,0 0 0 0,2 0-2 0,-1 1-5 15,3-2 0-15,7 1-2 0,-7 0 1 0,1-1 1 16,6 1 1-16,-8-1 5 0,7 0-6 0,-6 0 7 16,-3 2-3-16,1-1 3 0,1-1-1 0,-4 0-4 15,-1 3-1-15,1-3 1 0,-2 0 0 0,2 3 3 16,-3-3-6-16,4 0-5 0,1 2 2 0,1-1-8 15,-2-1 9-15,4-1-6 0,1 2 0 0,-4-4-9 16,9 3 7-16,-6 0 3 0,0-3-1 0,-1 3 12 16,1-3 0-16,-2 2 1 0,-2-1 9 0,0 0-9 15,0 1 8-15,-5 1-2 0,-4-3-1 0,2 3-2 16,0 0 2-16,0-1-1 0,-1 1-5 0,3 1 3 16,-6-1 0-16,3 0-9 0,1 0-14 0,-4 1 0 15,0 1-15-15,-7-2-39 0,13 2 18 0</inkml:trace>
  <inkml:trace contextRef="#ctx0" brushRef="#br0" timeOffset="-71708.34">31693 10846 25 0,'0'0'45'0,"0"0"-8"0,0 0 2 0,0 0-6 16,0 0-5-16,0 0-1 0,0 0-2 0,0 0 0 16,0 0-5-16,0 0-4 0,0 0 2 0,0 0-1 15,0 0-1-15,0 0-5 0,0 0-3 0,0 0 2 16,0 0 10-16,0 0-3 0,0 0 2 0,0 0 6 16,0 0 0-16,0 0 8 0,0 0-9 0,0 0 7 15,0 0-3-15,0 0 0 0,0 0-3 0,0 0 1 16,0 0-3-16,0 0 1 0,0 0 14 0,0 0-5 15,0 0 11-15,-5-25 3 0,5 25-6 0,0 0 7 16,0 0-6-16,0 0 11 0,0 0-11 0,0 0 7 16,-2-7-15-16,2 7-2 0,0 0-6 0,0 0-3 15,0 0-5-15,0 0 3 0,0 0-12 0,0 0 10 16,0 0-7-16,0 0-6 0,0 0 2 0,0 0 2 16,0 0-3-16,2 25 1 0,-2-25-1 0,-1 11 2 15,2-1-4-15,-2-1 2 0,0-2-6 0,-1 4 4 16,0-2 0-16,1 2 1 0,1-1-5 0,-2 0-1 15,1 0 14-15,-3 1-9 0,2-1-1 0,-1-1 6 16,1 1-18-16,-1-2 0 0,-1 1-4 0,3-2 3 16,-3 3-5-16,1-2-19 0,2-2-10 0,1-6 1 15,-2 12-9-15,-1-6-4 0,3-6-13 0,-4 10-11 16,4-10 0-16,-2 8-12 0,2-8-61 0,-4 8-162 0,3-2 71 16</inkml:trace>
  <inkml:trace contextRef="#ctx0" brushRef="#br0" timeOffset="-71448.69">31661 10874 34 0,'0'0'69'0,"0"0"-17"0,0 0-9 16,3-6-20-16,-3 6-8 0,0 0-18 0,0 0-8 16,0 0-26-16,0 0-41 0,0 0 18 0</inkml:trace>
  <inkml:trace contextRef="#ctx0" brushRef="#br0" timeOffset="-70506.36">30191 10822 25 0,'-7'-1'32'0,"7"1"-8"0,-9-2 2 15,9 2-7-15,0 0 4 0,-13-1 1 0,13 1-3 16,0 0-4-16,0 0 4 0,0 0-7 0,-7-1 3 16,7 1-5-16,0 0 5 0,0 0 3 0,0 0 3 15,0 0-4-15,28 0 6 0,-10 0-7 0,0 0 0 16,3 0 4-16,7 1-6 0,3-1-11 0,0 1-8 15,-1-1-19-15,2-1-3 0,4 1-1 0,3-1-1 16,-2 0-1-16,0-1-27 0,0-1-59 0,-1 5 26 16</inkml:trace>
  <inkml:trace contextRef="#ctx0" brushRef="#br0" timeOffset="-67727.64">22955 10790 27 0,'0'0'51'0,"-8"-3"-7"0,8 3-3 16,0 0-7-16,0 0-3 0,-6-2-12 16,6 2-7-16,0 0-6 0,0 0-20 0,0 0-1 15,0 0-7-15,0 0-14 0,0 0-39 0,28 12 17 0</inkml:trace>
  <inkml:trace contextRef="#ctx0" brushRef="#br0" timeOffset="-66177.46">31322 11036 60 0,'0'0'117'15,"0"0"-9"-15,0 0-1 0,0 0-2 0,0 0 3 16,3-7-5-16,-3 7-6 0,0 0-7 0,0 0-11 16,0 0-16-16,0 0 9 0,0 0-17 0,0 0 3 15,0 0-12-15,0 0-6 0,0 0-3 0,0 0-5 16,0 0-11-16,0 0-14 0,0 0-19 0,0 0-19 16,0 0-19-16,0 0-8 0,0 0-10 0,0 0-17 15,0 0-11-15,0 0-72 0,0 0-181 0,0 0 80 16</inkml:trace>
  <inkml:trace contextRef="#ctx0" brushRef="#br0" timeOffset="-65711.58">31237 10562 36 0,'0'0'35'0,"0"0"-8"0,0 0-5 0,0 0-14 16,0 0-13-16,0 0-16 0,0 0-22 0,0 0 9 0</inkml:trace>
  <inkml:trace contextRef="#ctx0" brushRef="#br0" timeOffset="-65309.24">31265 11061 44 0,'0'0'68'0,"0"0"-5"0,0 0 1 0,0 0-8 15,0 0-5-15,0 0-2 0,0 0-8 0,0 0-2 16,0 0-5-16,0 0-5 0,0 0-4 0,0 0-6 0,0 0-15 16,0 0-4-16,0 0-15 0,0 0-24 0,0 0-50 15,6-6-97-15,-6 6 44 0</inkml:trace>
  <inkml:trace contextRef="#ctx0" brushRef="#br0" timeOffset="-64892.04">31246 10591 57 0,'0'0'77'0,"0"0"-6"0,0 0-9 0,0 0 4 0,0 0-7 16,0 0-5-16,0 0-5 0,0 0-9 0,0 0-4 15,0 0-4-15,0 0-2 0,0 0-3 0,0 0-7 16,0 0-13-16,0 0-5 0,0 0-12 0,0 0-4 15,0 0-13-15,0 0-21 0,12 13-51 0,-12-13-107 16,2 6 49-16</inkml:trace>
  <inkml:trace contextRef="#ctx0" brushRef="#br0" timeOffset="-64525.55">31273 11065 19 0,'0'0'67'16,"0"0"-6"-16,0 0-9 0,0 0 2 0,0 0-6 16,0 0-9-16,0 0 1 0,0 0-4 0,0 0-2 15,0 0-6-15,0 0-1 0,0 0-4 0,0 0-12 16,0 0-13-16,0 0-15 0,0 0-5 0,0 0-23 15,0 0-31-15,0 0-82 0,0 0 36 0</inkml:trace>
  <inkml:trace contextRef="#ctx0" brushRef="#br0" timeOffset="-64183.71">31256 10571 52 0,'0'0'68'0,"0"0"-3"0,0 0-13 15,0 0-5-15,0 0-3 0,0 0-5 0,0 0-5 16,0 0 1-16,0 0-8 0,0 0-1 0,0 0-11 16,8 12-8-16,-8-12-7 0,1 11-23 0,1-5-18 15,-1 4-34-15,-1-3-80 0,0-7 35 0</inkml:trace>
  <inkml:trace contextRef="#ctx0" brushRef="#br0" timeOffset="-63855.25">31327 11097 11 0,'0'0'124'0,"0"0"-14"16,0 0-12-16,0 0-5 0,0 0-10 0,0 0-6 15,0 0-8-15,0 0-11 0,0 0 4 0,0 0-15 16,0 0-3-16,0 0-17 0,0 0-10 0,0 0-27 16,0 0-4-16,0 0-17 0,0 0-11 0,0 0-28 0,0 0-56 15,0 0-136-15,0 0 61 0</inkml:trace>
  <inkml:trace contextRef="#ctx0" brushRef="#br0" timeOffset="-63490.88">31302 10569 79 0,'0'0'87'0,"0"0"-10"0,0 0-2 0,0 0-11 0,0 0-6 15,0 0-1-15,0 0-14 0,0 0-3 16,0 0-6-16,0 0 2 0,0 0-7 0,0 0-3 15,0 0-10-15,0 0-2 0,0 0-2 0,0 0-19 16,0 0-5-16,0 0-10 0,5 21-14 0,-5-21-4 16,0 10-13-16,0-3-44 0,0-7-103 0,-1 16 46 0</inkml:trace>
  <inkml:trace contextRef="#ctx0" brushRef="#br0" timeOffset="-63211.96">31355 11055 73 0,'0'0'83'16,"0"0"-4"-16,0 0-8 0,0 0-5 0,0 0-4 0,0 0-4 16,0 0-7-16,0 0-8 0,0 0-11 0,0 0-20 15,0 0-23-15,0 0-23 0,0 0-64 0,0 0-106 16,0 0 47-16</inkml:trace>
  <inkml:trace contextRef="#ctx0" brushRef="#br0" timeOffset="-62915.6">31293 10554 33 0,'0'0'48'15,"0"0"-6"-15,0 0-22 0,0 0-14 0,0 27-7 16,0-20-24-16,0 2-27 0,-3 2 12 0</inkml:trace>
  <inkml:trace contextRef="#ctx0" brushRef="#br0" timeOffset="-57147.69">22381 10608 11 0,'0'0'16'16,"-13"0"-3"-16,13 0-1 0,-13-1 10 0,13 1 0 0,-10 0 2 15,10 0-7-15,-10-2 5 0,10 2 0 16,-9-1-1-16,9 1 2 0,0 0-8 0,-14-3 3 16,14 3 0-16,-8-4-4 0,8 4-2 0,-7-2 6 0,7 2 1 15,-9-2-3-15,9 2 9 0,-11-3-3 0,11 3 1 16,-9-3 5-16,9 3 0 0,-10-4-7 16,10 4 6-16,-10-4 1 0,5 2 7 0,5 2-12 15,-8-2-1-15,8 2-1 0,-8-3-7 0,8 3 1 16,0 0-3-16,-12-1 2 0,12 1-4 0,-8-3 2 0,8 3-4 15,-9 0-3-15,9 0 5 0,0 0-5 0,-14-1 0 16,14 1 4-16,-10-2-4 0,10 2-2 16,-10 0 0-16,10 0 5 0,-12-1-2 0,12 1 0 15,-9 0-1-15,9 0-3 0,0 0 5 0,-13-2 5 0,13 2-5 16,0 0-10-16,-10 2 13 0,10-2 3 0,0 0 3 16,0 0 0-16,-7 1-7 0,7-1 10 0,0 0 1 15,0 0 1-15,0 0-6 0,0 0 2 0,0 0-7 16,0 0 3-16,-12-1 4 0,12 1 2 0,0 0-5 15,0 0-3-15,0 0-2 0,0 0 4 0,0 0-4 16,0 0 15-16,0 0-23 0,0 0 2 0,0 0 10 16,0 0-7-16,0 0-1 0,0 0 0 0,0 0 11 15,0 0 5-15,0 0-8 0,0 0 11 0,23 7-2 16,-14-7-3-16,0 0 3 0,3 0 4 0,0 0 2 16,2 0 1-16,3 1-8 0,1 1 2 0,-4-2-1 15,5 1 3-15,-1 0-2 0,2-1-6 0,-2-1 2 16,3 0-3-16,-1 1 8 0,-1-2-7 0,2 1-9 15,-3 1 0-15,1-2-7 0,0 1 11 0,-2 0-5 16,0 1-1-16,-2 0-3 0,-2-2 3 0,0 5 4 16,0-4-5-16,-1 1-2 0,-2-3 4 0,3 3-1 15,-2 0-4-15,-1 0 1 0,2-2-1 0,-2 2 1 16,-1 0-5-16,2 0 5 0,0-2 0 0,-11 2-4 16,18-1 9-16,-8 1-2 0,-1 0 8 0,2 1-10 0,0-2 2 15,0 1 8-15,0-1-11 0,-3 1 3 16,1 0-2-16,1 0 2 0,-10 0-5 0,16 0 2 15,-8 1 5-15,-8-1-8 0,13-1 2 0,-6 0-2 16,-7 1 4-16,10 1-4 0,-10-1 3 0,10-1 1 0,-10 1 3 16,9 0 1-16,-9 0 0 0,0 0 0 15,9 0 2-15,-9 0 0 0,0 0 3 0,0 0-6 0,0 0 5 16,12-2-4-16,-12 2 0 0,0 0 2 16,0 0-5-16,0 0-3 0,0 0 5 0,0 0-4 0,0 0 1 15,0 0-4-15,0 0-4 0,0 0-18 0,0 0-6 16,0 0-31-16,0 0-23 0,0 0-22 0,5 4-14 15,-5-4-17-15,0 0-92 0,0 0-247 0,-23 16 110 16</inkml:trace>
  <inkml:trace contextRef="#ctx0" brushRef="#br0" timeOffset="-56044.62">22081 11133 50 0,'0'0'44'0,"0"0"5"0,0 0-1 0,0 0-9 15,0 0 2-15,0 0-2 0,0 0-11 0,0 0 2 16,0 0-1-16,0 0-7 0,0 0-3 0,0 0-1 0,0 0-6 15,0 0-11-15,0 0 0 0,0 0-1 16,0 0 3-16,0 0-5 0,0 0-2 0,22 7 1 16,-22-7-2-16,11 1 4 0,-11-1-1 0,8 2-1 15,-8-2 5-15,8 0-3 0,-8 0 2 0,0 0 3 0,8 0 7 16,-8 0 0-16,0 0 6 0,0 0 3 0,8 2 2 16,-8-2 3-16,0 0 2 0,0 0 8 0,0 0 2 15,0 0-7-15,0 0-1 0,0 0 13 0,0 0-2 16,0 0 3-16,0 0-1 0,0 0 0 0,0 0-3 15,0 0 0-15,0 0-9 0,0 0 7 0,0 0-5 16,0 0-8-16,0 0 8 0,0 0-6 0,0 0 1 16,0 0-2-16,0 0-6 0,0 0 6 0,0 0-7 15,0 0 4-15,0 0-5 0,0 0-10 0,0 0 9 16,0 0-4-16,0 0 2 0,0 0-2 0,0 0-2 16,0 0-1-16,0 0 0 0,0 0-1 0,2-9-1 15,-2 9 7-15,0 0-1 0,0 0 4 0,0 0-5 16,0 0 7-16,0 0-11 0,0 0 13 0,0 0-4 15,0 0-5-15,0 0 7 0,0 0-6 0,0 0-3 16,0 0-2-16,0 0 1 0,0 0 3 0,0 0-11 16,0 0 4-16,0 0 4 0,12-1-7 0,-12 1-2 15,9-2-8-15,-9 2 13 0,13 0-2 0,-5-1-3 16,3 1 0-16,0 0 2 0,3 0-5 0,3-2 0 16,2 1 2-16,-1 0 12 0,4-1-6 0,1 2-7 0,5-2-2 15,-1 0 8-15,1 1-4 0,-9-1 1 16,3 2-1-16,-1 0-4 0,0-1 7 0,-1 1-5 15,-1 0 4-15,-1-1-2 0,1 1-2 0,1 0 3 16,-1 0 2-16,0 0-3 0,-2-1 5 0,2 1-10 0,-3 0 8 16,-2-2 0-16,-1 2-1 0,1 0-3 15,-1-1 3-15,2-1-3 0,-2 2-1 0,0-2 6 16,5 0-1-16,0 2-1 0,0-2 2 0,-4 1-4 16,4-2 2-16,-4 2 0 0,4 0-1 0,-6-1 1 0,1 0-2 15,2 1-7-15,-2 1 7 0,0-3 1 0,0 2-1 16,-6 1 0-16,4-2 3 0,-2 0-8 15,-9 2 12-15,11-1-8 0,-11 1 7 0,10-2-10 0,-10 2-2 16,10-1 10-16,-10 1-2 0,8-1-4 0,-8 1 10 16,0 0-9-16,0 0 5 0,0 0-1 0,9-3 5 15,-9 3-4-15,0 0-3 0,0 0 4 0,0 0 4 16,0 0-8-16,0 0 1 0,0 0 0 0,0 0-7 16,0 0-5-16,0 0-27 0,0 0-13 0,9 0-19 15,-9 0-24-15,0 0-19 0,0 0-20 0,0 0-75 16,0 0-225-16,0 0 99 0</inkml:trace>
  <inkml:trace contextRef="#ctx0" brushRef="#br0" timeOffset="-55021.1">21609 10787 113 0,'-3'-9'188'0,"3"9"-19"15,0 0-17-15,0 0-15 0,0 0-20 0,0 0-11 0,-1-9-12 16,1 9-10-16,0 0-10 0,0 0-2 15,0 0-17-15,0 0-1 0,10 18-11 0,-6-11 3 16,3 3 0-16,-3 0-3 0,2 0-10 0,-1 1 2 0,0 0-5 16,-1 0-3-16,2 1-3 0,-1 0 2 15,2-2-4-15,-2 2-3 0,0-2 3 0,0 0-4 16,0-1-3-16,0 0-3 0,2 0 1 0,-2-3 1 16,-1 0 0-16,0 0-6 0,-1 1 3 0,1-1 1 0,-1-2 1 15,-3-4-8-15,7 7-1 0,-4-3 5 0,-3-4-1 16,4 5 15-16,-4-5 14 0,0 0 16 0,5 6 13 15,-5-6 6-15,0 0-1 0,0 0-10 0,0 0-3 16,0 0-9-16,0 0 8 0,9-17-11 0,-8 11-5 16,2-3-4-16,-1-1-4 0,2 1-4 0,-3-2-4 15,2-1 0-15,-1 1-2 0,1-4-8 0,0 2 3 16,0 1-6-16,0 1 5 0,0 2-3 0,-1-1-3 16,-1 0-1-16,2 1-3 0,-1 2 4 0,-2 7-4 15,3-9-7-15,-1 3-11 0,-2 6-16 0,3-10-23 16,-3 10-34-16,0 0-31 0,1-7-34 0,-1 7-4 15,0 0-28-15,0 0-22 0,0 0-121 0,0 0-351 16,2 22 155-16</inkml:trace>
  <inkml:trace contextRef="#ctx0" brushRef="#br0" timeOffset="-54542.54">21839 11056 106 0,'5'-5'170'0,"-5"5"0"0,9-7-1 0,-5 2-20 16,2-1-4-16,1-2-8 0,0 1-12 0,2-1-4 15,-2-1-10-15,0 0-5 0,1 1-6 0,-2-1-6 16,-1-1-9-16,1 0-1 0,-3 1-9 0,1-1-13 16,-1 0 2-16,0-1-5 0,-2 3-6 0,0-4-6 15,0 5-1-15,-1-3-1 0,0 10-5 0,-2-16-7 16,1 11-2-16,1 5-4 0,-6-11-3 0,4 5-3 0,2 6-6 15,-5-7 0-15,1 2-2 0,4 5-4 16,-10-5-2-16,10 5 1 0,-8-4-3 0,8 4-2 16,-6-2-1-16,6 2 1 0,0 0-3 0,0 0-3 15,0 0 4-15,0 0-2 0,-8 7 1 0,8-7 0 16,0 0-4-16,0 0 5 0,0 0 4 0,10 18-11 16,-5-14-2-16,2 1 2 0,4-2-5 0,-1 0 2 15,3 0-1-15,-1-1 2 0,0 1-4 0,6 1 2 16,-5-2 2-16,1 1-1 0,-1-2 0 0,0 1 0 0,-2 0-1 15,1 1 5-15,-2 0-3 0,0 0 1 16,-3-1-2-16,-1 1 0 0,0-1 3 0,-1 2 1 16,-5-4-1-16,11 6-2 0,-7-3 1 0,-4-3 2 0,5 9 1 15,-2-6 0-15,-3-3 0 0,4 11 0 0,-1-6 1 16,-2 2 1-16,2-2-2 0,-3-5 2 0,3 11 1 16,0-5-3-16,-2 2 1 0,2 0-26 15,0-2-21-15,0 1-16 0,6 2-33 0,0-2-33 0,0 1-32 16,2 0-137-16,1-2-326 0,0-1 145 0</inkml:trace>
  <inkml:trace contextRef="#ctx0" brushRef="#br0" timeOffset="-53935.82">22973 10639 16 0,'0'0'82'0,"0"0"-11"0,0 0-7 0,0 0-20 16,0 0-12-16,0 0-21 0,0 0-24 0,0 0-39 15,0 0-55-15,-22 3 25 0</inkml:trace>
  <inkml:trace contextRef="#ctx0" brushRef="#br0" timeOffset="-53600.74">22695 10596 106 0,'0'0'113'0,"0"0"-12"0,0 0-14 0,0 0-24 16,0 0-23-16,0 0-13 0,0 0-15 0,0 0-15 15,0 0-33-15,0 0-49 0,0 0-93 0,0 0 41 16</inkml:trace>
  <inkml:trace contextRef="#ctx0" brushRef="#br0" timeOffset="-51906.24">22813 11078 68 0,'0'0'76'0,"0"0"-12"0,0 0-5 0,0 0-6 15,0 0-10-15,0 0 10 0,-4-9-8 0,4 9 0 0,0 0-5 16,0 0-8-16,0 0 3 0,0 0-18 0,-8-5 0 16,8 5 3-16,0 0 1 0,0 0-6 0,-6-3 10 15,6 3-22-15,0 0 11 0,-6-6 1 16,6 6-8-16,-8-2 4 0,8 2 3 0,-9-3-3 0,9 3-4 16,-6-4 1-16,6 4 3 0,0 0 3 0,-8-2-2 15,8 2 5-15,0 0-3 0,0 0 1 16,-7-4-6-16,7 4 4 0,0 0 0 0,0 0 5 0,0 0-8 15,0 0 0-15,0 0-2 0,0 0-6 0,0 0 9 16,0 0-10-16,0 0 1 0,0 0 1 0,0 0-2 16,0 0 2-16,0 0 2 0,0 0-2 0,0 0-5 15,12-11 7-15,-12 11-15 0,0 0 11 16,9-2-3-16,-9 2 10 0,0 0-12 0,0 0 6 0,9-2-11 16,-9 2 15-16,0 0-10 0,6-3 2 0,-6 3-2 15,0 0-1-15,0 0-6 0,7-2-7 0,-7 2-14 16,0 0-2-16,0 0-11 0,0 0-20 0,0 0-67 15,0 0-142-15,9 6 63 0</inkml:trace>
  <inkml:trace contextRef="#ctx0" brushRef="#br0" timeOffset="-51254.24">22799 11000 73 0,'0'0'105'0,"0"0"-10"0,0 0-11 15,0 0-11-15,0 0-6 0,0 0-13 0,0 0-4 16,0 0-29-16,0 0 4 0,0 0-7 0,0 0 5 16,0 0 3-16,0 0-12 0,0 0 0 0,0 0-6 15,0 0-15-15,0 0 2 0,0 0-7 16,0 0-8-16,0 0-8 0,0 0-6 0,0 0-1 0,0 0 0 16,0 0-2-16,0 0-5 0,18 13-1 0,-18-13 10 15,0 0-4-15,0 0 4 0,4 4 7 0,-4-4 9 16,0 0 14-16,0 0 4 0,0 0 7 15,0 0 4-15,0 0 2 0,0 0 6 0,0 0-2 0,0 0 5 16,0 0 4-16,0 0 4 0,0 0 6 0,0 0-5 16,0 0-3-16,0 0 1 0,0 0 1 0,0 0-3 15,0 0-2-15,0 0-6 0,0 0 10 0,0 0-7 16,0 0-3-16,0 0-6 0,0 0-10 0,0 0-8 16,0 0 18-16,0 0-8 0,0 0 1 0,0 0 2 15,0 0-6-15,0 0-9 0,0 0-2 0,0 0-6 16,0 0-10-16,0 0 2 0,0 0 3 0,0 0-9 15,0 0-4-15,0 0-3 0,-11 10-3 0,11-10-2 16,0 0-4-16,-2 8-2 0,2-8-31 0,0 0-84 16,0 0 38-16</inkml:trace>
  <inkml:trace contextRef="#ctx0" brushRef="#br0" timeOffset="-50736.18">22798 11049 17 0,'0'0'42'0,"0"0"-13"0,0 0 2 16,0 0 0-16,0 0 4 0,0 0-1 15,0 0 2-15,0 0 3 0,0 0-1 0,0 0-11 16,0 0 11-16,0 0-9 0,0 0 1 0,0 0-2 0,0 0 5 15,0 0 6-15,0 0 1 0,5-24-8 16,-5 24 3-16,0 0 9 0,0 0-5 0,3-7-9 16,-3 7 0-16,0 0 11 0,0 0 13 0,0 0-9 15,0 0-12-15,0-9 18 0,0 9 3 0,0 0-7 0,0 0 6 16,0 0-2-16,0 0-6 0,0 0-9 0,0 0-3 16,0 0 1-16,0 0 2 0,0 0-9 0,0 0-1 15,0 0-11-15,-5-8 1 0,5 8 3 0,0 0-2 16,0 0-6-16,0 0-5 0,0 0 6 0,0 0-4 15,0 0-13-15,-15 3 10 0,15-3-2 0,-9 6-1 16,2-2 2-16,1 1-5 0,-1 1 6 0,-1-1-3 16,-1 4 1-16,1-3-1 0,-2 2 1 0,0 0-3 15,1 2-5-15,-1-3 4 0,-4 5 0 0,0-2 2 16,-2 1-1-16,0 0 3 0,-2 0-4 0,1 2-1 16,-6 1 1-16,2 3-9 0,-1-4 4 0,-1 1-2 15,-2 0-5-15,1 0 1 0,-3 0-5 0,3 2-3 16,0-1 1-16,-4 0-7 0,3 0 3 0,-1-1-1 15,1 4 6-15,0-3-3 0,-1 2 6 0,3-2 0 16,-1-1-1-16,-2 0-4 0,4 2 4 0,-2-3 0 16,0 2 3-16,-2-2-8 0,1 2 12 0,-1 0 3 15,6-6-2-15,1 3-5 0,2-2 7 0,-1 1-4 16,3-1-4-16,-3 1 11 0,5-2-1 0,2-1-4 16,3-3 0-16,0 1 0 0,-1 0 6 0,2 0-5 15,2-1-12-15,-1 0 18 0,-1 1 2 0,0-1 4 0,1-2-5 16,6-3-2-16,-8 11-8 0,5-8-4 0,3-3-1 15,-4 4 6-15,4-4 2 0,-7 7-1 16,7-7-6-16,-2 5 1 0,2-5-12 0,-5 4-3 16,5-4-12-16,0 0-12 0,-4 6-17 0,4-6-68 15,-4 5-147-15,4-5 66 0</inkml:trace>
  <inkml:trace contextRef="#ctx0" brushRef="#br0" timeOffset="-50340.39">21799 11510 35 0,'0'0'130'0,"0"0"-20"16,0-7-3-16,0 7-15 0,0 0-15 0,0 0-3 16,0 0-7-16,0 0-7 0,0 0 0 15,0 0-1-15,0 0-10 0,-11 26 7 0,8-20-2 0,-2 2-9 16,1 2-8-16,1 1-5 0,0-2 5 0,-2 2-12 16,0-4 3-16,0 2 3 0,1-1-5 0,3-1-9 15,-2-2-9-15,3-5 10 0,-3 10-4 0,3-10-4 16,-2 9 0-16,2-9 7 0,-3 7-14 0,3-7 10 15,0 0 2-15,-2 9-3 0,2-9-7 0,0 0 3 16,0 0-2-16,4 10 2 0,-4-10 6 0,7 4 0 16,0-2-5-16,2-1-8 0,1-1-5 0,3 1-25 15,3-1-23-15,2-1-21 0,-4 2-28 0,4-1-15 16,-8 2-71-16,3-1-202 0,1 3 90 0</inkml:trace>
  <inkml:trace contextRef="#ctx0" brushRef="#br0" timeOffset="-49728.82">21774 11881 183 0,'0'0'171'0,"0"0"-13"15,0 0-17-15,-4-6-14 0,4 6-15 0,0 0-11 16,0 0-15-16,0 0-8 0,0 0-11 0,0 0-2 16,0 0-3-16,0 0-11 0,1 26-1 0,1-14-4 15,-2-3-7-15,0 1-2 0,1 2-1 0,-1-2-7 16,1-1 0-16,0 1-7 0,1-1 2 0,-1 0-1 15,0-1-1-15,1 0-5 0,-2-8 1 0,2 11 0 16,-1-5-8-16,-1-6-1 0,2 9 1 0,-2-9 3 16,3 7-3-16,-3-7 0 0,0 0-3 0,2 6 0 15,-2-6 2-15,0 0 4 0,3 4 1 0,-3-4 16 16,0 0 15-16,0 0 14 0,0 0 6 0,0 0-4 16,0 0-7-16,0 0-3 0,12-14-6 0,-5 6-6 15,1-3-1-15,0-3-7 0,1-2-2 0,4 0-6 0,2-5 3 16,-3 4-5-16,4-5-5 0,0 2-3 15,-2 6-1-15,-4 2-4 0,-1 1-11 0,-2 3-15 16,-1 2-20-16,-1 1-17 0,-1-1-25 0,-1 3-13 16,-3 3-14-16,0 0-23 0,0 0 0 0,0 0-11 0,0 0-20 15,0 20-112-15,-5-11-295 0,-2 1 131 16</inkml:trace>
  <inkml:trace contextRef="#ctx0" brushRef="#br0" timeOffset="-49418.27">21913 12030 93 0,'0'0'147'0,"0"0"-6"0,0 0-16 16,0 0-4-16,0 0-22 0,0 0-4 0,0 0-11 16,0 0 0-16,9 0-9 0,-9 0 21 0,0 7-18 15,0-7-1-15,-1 13 2 0,1-6-7 16,0 2-1-16,-3 0-5 0,2 2-5 0,0-1-8 0,-2-1-2 15,-1 0-3-15,2 1-3 0,1-2-12 0,-1-1 4 16,1 0-10-16,1-7 1 0,-1 12-6 0,1-12 1 16,0 10-1-16,0-10-3 0,-2 7-3 15,2-7 6-15,0 0-5 0,-1 9-1 0,1-9-3 0,0 0 2 16,0 0 0-16,0 0 2 0,10 1-5 0,-10-1 1 16,17-3-8-16,-8 0-10 0,4 2-12 0,-1-2-32 15,6 1-24-15,-5 0-26 0,-1-1-36 0,0 3-19 16,0-3-130-16,-6 3-307 0,-6 0 136 0</inkml:trace>
  <inkml:trace contextRef="#ctx0" brushRef="#br0" timeOffset="-48302.38">21923 12391 83 0,'0'0'143'0,"0"0"-3"0,0 0-2 0,0 0-4 15,0 0 4-15,0 0-11 0,0 0 0 0,0 0-5 0,0 0 4 16,0 0-7-16,0 0 3 0,0 0 0 0,0 0-4 15,0 0-2-15,0 0-6 0,0 0-10 0,0 0-9 16,0 0-8-16,0 0-8 0,0 0-7 0,0 0-7 16,0 0-6-16,-7-15-4 0,7 15-5 0,0 0-5 15,0-8-3-15,0 8-7 0,0 0-6 0,0 0 1 16,5-14-3-16,-5 14-4 0,4-5-1 0,-4 5-5 16,5-6-2-16,-5 6-2 0,9-6 1 0,-9 6-4 15,7-2 0-15,-7 2-3 0,11 0 0 0,-11 0 0 16,10 5-3-16,-6-2 2 0,1 1-4 0,-5-4 2 15,6 10 0-15,-2-5-4 0,0 1 5 0,0-1-1 16,-3 1-1-16,2 1 2 0,-3-7-1 0,2 9 1 16,-2-9-1-16,-1 10 6 0,1-10-5 0,0 7 1 15,0-7 2-15,0 0-1 0,2 7 5 0,-2-7-6 16,0 0 2-16,0 0 4 0,0 0-2 0,0 0 1 16,0 0-3-16,0 0-8 0,0 0 3 0,0 0-9 15,0 0-1-15,0 0 1 0,10-19-8 0,-6 14-3 16,4-2 0-16,-1-2-1 0,0 3 5 0,-1 2-2 15,1-3 3-15,1 0-3 0,-2 2 4 0,0 4-1 16,-6 1 2-16,8-6 0 0,-8 6 1 0,8-3 0 16,-8 3 4-16,0 0-1 0,0 0 2 0,10 6-4 15,-10-6 3-15,5 8 0 0,-5-8 1 0,2 8-1 16,-2-8 4-16,2 10 0 0,-2-10-17 0,-2 13-9 16,2-8-25-16,0-5-29 0,-1 11-22 0,1-11-14 15,-1 12-24-15,0-6-28 0,1-6-137 0,-2 10-334 16,2-10 148-16</inkml:trace>
  <inkml:trace contextRef="#ctx0" brushRef="#br0" timeOffset="-48116.18">22169 12357 81 0,'0'0'140'0,"0"0"-12"0,0 0-11 0,0 0-12 16,0 0-4-16,0 0-8 0,0 0-7 0,10 11-9 0,-10-11-9 15,3 10-6-15,-3-3-10 0,0-7-17 0,2 13-1 16,-1-6-18-16,2-1-25 0,-1 1-35 0,0 1-21 16,-2-8-27-16,-4 13-73 0,4-13-177 15,0 9 78-15</inkml:trace>
  <inkml:trace contextRef="#ctx0" brushRef="#br0" timeOffset="-47756.65">22238 12407 112 0,'0'0'183'0,"8"-25"-20"15,-2 19-15-15,1-1-3 0,1 0-6 0,1 0-6 16,0 2-8-16,-3 0-12 0,1 1-5 0,-2 2-8 16,-5 2-7-16,14-4-10 0,-8 4-6 0,-6 0-9 15,11 1-8-15,-11-1-2 0,14 4-7 0,-11-1-3 16,1 4-8-16,0-3 0 0,-1 2-19 0,-3-6-22 15,4 11-18-15,-3-4-31 0,-1-7-37 0,1 12-34 16,-1-4-57-16,0-8-98 0,-4 9-298 16,4-9 132-16</inkml:trace>
  <inkml:trace contextRef="#ctx0" brushRef="#br0" timeOffset="-46478.3">22777 10629 60 0,'0'0'106'0,"0"0"-8"0,0 0-1 16,0 0 0-16,0 0-10 0,0-10-2 0,0 10-2 15,0 0-3-15,0 0-5 0,0 0 3 0,3-9-4 16,-3 9-2-16,0 0 2 0,0 0-2 0,2-6-7 15,-2 6 0-15,0 0-7 0,0 0-1 0,0 0-7 16,0 0-2-16,0 0-3 0,0-10 1 0,0 10-1 16,0 0-4-16,3-6-10 0,-3 6-1 0,0 0 0 15,5-9-7-15,-5 9 0 0,6-8 8 0,-3 5-7 16,-3 3-1-16,7-11-3 0,-3 5-2 0,1 0-1 16,2-2 0-16,-2 0-1 0,-1-2 3 0,3 2 2 15,1 0-3-15,-2-1 0 0,1-2-1 0,-2 1-8 16,1-1-7-16,2-4 6 0,-2 5 1 0,0-2 2 15,-3 0-1-15,6-2 2 0,-4-1-4 0,1-1 5 16,0 2-5-16,-1-1 0 0,1 2 0 0,-1-3-4 0,-1 1 3 16,0 3-3-16,-1 0 3 0,1 0-3 0,0 0-3 15,-2 0 3-15,2 1-1 0,-2 1 1 16,2-1 0-16,-1 0-3 0,-2 4-1 0,-1-1 0 16,1 0 2-16,-1 8-1 0,2-11 0 0,-1 4 1 0,-1 7 0 15,0 0-1-15,4-9 1 0,-4 9 1 16,0 0-5-16,1-6 2 0,-1 6 0 0,0 0 0 15,0 0-1-15,1-8-2 0,-1 8-8 0,0 0-9 0,0 0-11 16,0 0-14-16,0 0-14 0,0 0-5 0,0 0-16 16,0 0-15-16,0 0-15 0,0 0-18 0,0 0-22 15,0 0-103-15,-6 26-275 0,2-22 122 16</inkml:trace>
  <inkml:trace contextRef="#ctx0" brushRef="#br0" timeOffset="-45904.49">22759 9833 109 0,'0'0'138'0,"-2"-7"-10"0,2 7 3 16,0 0 0-16,-3-7-20 0,3 7-9 0,0 0-16 15,0 0-12-15,-4-5-5 0,4 5-11 0,0 0 0 16,0 0-10-16,0 0-3 0,0 0-2 0,0 0-8 16,17 18 1-16,-13-13-8 0,2 0 3 0,-2 2-11 15,1 0 2-15,1-2-1 0,-2 3 1 0,-1-3-8 16,1 1 0-16,-4-6 2 0,6 11-1 0,-2-6-3 16,0-1 1-16,-4-4-4 0,4 7-1 0,-2-3 0 0,-2-4 1 15,4 5 2-15,-4-5-2 0,0 0 5 0,3 6 10 16,-3-6 8-16,0 0 1 0,0 0 1 15,0 0-2-15,0 0 1 0,0 0-5 0,0 0-3 16,0 0-2-16,11-15 0 0,-10 9-3 0,2 1-4 0,2-5 4 16,-1 2-5-16,0-3-2 0,-2 0-6 15,2 1 1-15,1 0 2 0,0-1-1 0,-1 0 1 16,1 0-3-16,-1 0-2 0,-3 2 1 0,2-2 0 0,-2 3-5 16,2 0 3-16,-3 8-9 0,5-10-16 0,-4 5-18 15,-1 5-14-15,0 0-15 0,4-6-9 0,-4 6-26 16,0 0-8-16,0 0-19 0,0 0-15 0,0 0-87 15,-5 23-251-15,-3-14 111 0</inkml:trace>
  <inkml:trace contextRef="#ctx0" brushRef="#br0" timeOffset="-45598.98">22911 9855 35 0,'0'0'127'0,"0"0"-16"0,4-5-4 0,-4 5-15 16,0 0-14-16,0 0-6 0,0 0-2 0,0 0-3 16,0 0 1-16,0 0-12 0,0 0-2 0,4 13-3 15,-4-13-2-15,0 0 1 0,-3 15-4 0,3-15 0 16,-2 13 7-16,1-8-15 0,1-5 5 0,-3 11-12 16,3-11 1-16,0 9-6 0,0-9 1 0,-3 7-1 15,3-7-3-15,-1 10 5 0,1-10-3 0,0 8-2 16,0-8-4-16,3 8-7 0,-3-8 2 0,5 6-1 15,-5-6 4-15,5 7-2 0,-1-4-1 0,1 0-8 0,-5-3-13 16,9 6-6-16,-9-6-20 0,7 4-17 16,-1-1 0-16,-6-3-11 0,10 4-13 0,-5-2-12 15,-5-2-4-15,11 3-13 0,-5 0-81 0,-6-3-197 16,11 2 88-16</inkml:trace>
  <inkml:trace contextRef="#ctx0" brushRef="#br0" timeOffset="-45060.4">23166 9892 40 0,'0'0'94'0,"0"0"-15"0,0 0 14 0,0 0-13 0,0 0 12 16,0 0-16-16,0 0-3 0,-9 19-13 0,9-19 2 15,-3 10-8-15,3-10-6 0,-4 10-10 0,4-10 2 16,-1 5-8-16,1-5 11 0,-3 6 11 0,3-6-3 15,0 0 6-15,0 0 8 0,0 0 3 0,-3 8 0 16,3-8-3-16,0 0-3 0,0 0-9 0,0 0-5 16,0 0-2-16,0 0-6 0,0 0-6 0,-13-17 1 15,13 17-1-15,-1-9-7 0,1 9-1 16,-2-9-6-16,2 9 0 0,0-12-5 0,0 12 0 0,5-11-1 16,-1 2-5-16,0 4 1 0,1-2-2 0,-1 1 3 15,1 2-7-15,-5 4 3 0,9-6-1 0,-4 1-3 16,0 2 0-16,-5 3-6 0,14-2 3 0,-14 2 3 0,12 2-8 15,-6 2 3-15,2-3 6 0,-3 3-9 16,3 1 4-16,-3 1 1 0,-1 0-2 0,3 1 2 16,-3 1-2-16,0-2 1 0,-2 0-5 0,0 1 7 15,-2-7 0-15,1 11 0 0,-1-11-1 0,-4 11 5 0,4-11-5 16,-4 6-2-16,4-6 9 0,-5 4-9 0,5-4 11 16,0 0-4-16,-9 4 5 0,9-4-3 15,0 0-3-15,0 0-2 0,0 0 5 0,0 0-1 16,0 0-2-16,0 0-4 0,-10-10 3 0,10 10-5 0,0 0 7 15,0 0-8-15,0 0 3 0,10-15 1 16,-10 15-2-16,9-4 0 0,-4 1-4 0,-5 3 8 16,9-2-10-16,-9 2 5 0,8-2 5 0,-8 2-8 15,0 0-1-15,11 6 3 0,-7-3-2 0,-4-3 1 0,7 7-8 16,-7-7-16-16,4 10-15 0,-3-3-8 0,1 2-15 16,0 0-24-16,-1-3-16 0,-1 1-23 0,1 0-117 15,-1-7-266-15,0 13 118 0</inkml:trace>
  <inkml:trace contextRef="#ctx0" brushRef="#br0" timeOffset="-44718.68">23402 9888 111 0,'0'0'150'0,"0"0"-20"0,-1-10-7 0,1 10-20 15,0 0-2-15,0 0-11 0,0 0-3 0,-5-4-16 16,5 4-4-16,0 0-9 0,0 0 2 0,0 0-11 15,-12 16 0-15,10-12-6 0,2-4-3 0,-4 11-9 16,1-6 5-16,3-5-9 0,-1 13 4 0,0-8 5 16,1-5-16-16,-2 9-3 0,2-9 3 0,3 9 1 15,-3-9 0-15,1 6-11 0,-1-6-4 0,0 0 4 16,0 0-7-16,0 0 0 0,4 6-1 0,-4-6-7 16,0 0 5-16,0 0-8 0,0 0-9 0,0 0 18 15,0 0-3-15,0 0 2 0,13-15 2 16,-13 15 2-16,5-6-7 0,-5 6 4 0,6-2-1 0,-6 2-2 0,7-3 1 15,-7 3 6-15,0 0-14 0,12 0 1 16,-12 0 13-16,0 0-11 0,12 3 2 0,-8 1-4 16,1-1-5-16,-5-3-8 0,10 8-23 0,-6-4-12 0,1 0-24 15,0 0-27-15,-5-4-7 0,5 9-76 0,-5-9-205 16,2 3 91-16</inkml:trace>
  <inkml:trace contextRef="#ctx0" brushRef="#br0" timeOffset="-44547.1">23449 9881 19 0,'0'0'111'0,"0"0"1"0,0 0-4 16,17 6-23-16,-17-6 0 0,6 4-12 0,-2 1-8 16,-4-5-20-16,10 9-27 0,-6-5-24 0,-1 0-25 15,-3-4-21-15,6 8-54 0,-6-3-114 16,0-5 51-16</inkml:trace>
  <inkml:trace contextRef="#ctx0" brushRef="#br0" timeOffset="-44423.12">23484 9865 22 0,'0'0'123'0,"-5"-4"-17"0,5 4-10 0,0 0-8 16,0 0-9-16,0 0-13 0,-20 12 0 0,12-3-5 15,-1 0-34-15,-3 4-27 0,-1 2-39 0,-1 8-78 16,3-6-125-16,-3-2 57 0</inkml:trace>
  <inkml:trace contextRef="#ctx0" brushRef="#br0" timeOffset="-9777.66">22887 12809 8 0,'0'0'28'16,"0"0"-5"-16,0 0 0 0,0 0-2 0,0 0-10 0,0 0-4 15,0 0-4-15,0 0 5 0,0 0-7 0,0 0-3 16,0 0 1-16,0 0-10 0,0 0 1 15,0 0-9-15,0 0-19 0,0 0 9 0</inkml:trace>
  <inkml:trace contextRef="#ctx0" brushRef="#br0" timeOffset="-9567.47">22798 12851 2 0,'0'0'3'0,"0"0"-5"0,0 0 0 0,0 0 3 0,0 0-2 15</inkml:trace>
  <inkml:trace contextRef="#ctx0" brushRef="#br0" timeOffset="-9381.94">22789 12857 1 0,'0'0'12'15,"0"0"0"-15,0 0 0 0,0 0-1 0,0 0-3 16,0 0 0-16,0 0 1 0,0 0-2 0,0 0-1 16,0 0-5-16,0 0 8 0,0 0-9 0,0 0-1 15,0 0 2-15,0 0-4 0,0 0 5 0,0 0-7 16,0 0-1-16,0 0 0 0,0 0 4 0,0 0 1 15,0 0-3-15,0 0 1 0,0 0 3 0,0 0-1 16,0 0-5-16,0 0-5 0,0 0-11 0,0 0 6 16</inkml:trace>
  <inkml:trace contextRef="#ctx0" brushRef="#br0" timeOffset="-8564.37">22795 12911 11 0,'0'0'24'0,"0"0"-3"0,0 0-4 0,0 0 2 16,0 0-7-16,0 0-3 0,0 0 1 0,0 0 1 15,0 0-1-15,0 0-8 0,0 0 7 0,0 0-4 16,0 0-3-16,0 0 1 0,0 0-2 0,0 0 1 16,0 0 0-16,0 0 4 0,0 0-7 0,0 0 7 15,0 0 1-15,0 0-3 0,4 7-2 0,-4-7 0 16,0 10-1-16,0-10 2 0,-1 9-6 0,1-9 2 16,1 13 2-16,-1-6 2 0,0-7-5 0,-1 12 4 15,2-2-3-15,-1-1 1 0,0-9-3 0,-1 13 4 16,1-6 0-16,-2 0 5 0,2-7-8 0,-1 16 4 15,1-7-1-15,0 0-1 0,1 1 3 0,-3-2 0 16,2 1-6-16,-2-1 2 0,2 3 1 0,-1-2 1 16,-1 1-4-16,0-1 3 0,0 1-2 0,-1 0 3 15,2 0 0-15,0 0 1 0,-1 0 0 0,1 0-6 16,0 1 5-16,-3-1-8 0,3 0 1 0,2 0-3 16,-3 2-5-16,2-1 1 0,-2 0 0 0,2 0-11 0,-1-1-26 15,0 1 11-15</inkml:trace>
  <inkml:trace contextRef="#ctx0" brushRef="#br0" timeOffset="-7698.06">22750 12987 28 0,'0'0'41'0,"0"0"1"0,3-6-6 0,-3 6 3 0,0 0-9 16,0 0-4-16,0 0-7 0,0 0 2 15,0 0-2-15,2-6 0 0,-2 6-2 0,0 0 0 0,0 0 0 16,0 0-2-16,0 0-6 0,0 0-3 16,0 0 7-16,0 0-5 0,0 0-4 0,0 0 6 0,0 0-4 15,0 0-4-15,0 0-3 0,3-7-5 0,-3 7 7 16,0 0 0-16,0 0-4 0,5-6 4 0,-5 6-4 15,0 0 4-15,7-5-4 0,-7 5-2 0,0 0-3 16,3-5 5-16,-3 5 4 0,0 0-2 16,4-9 1-16,-4 9-3 0,3-7 6 0,-3 7 2 0,1-6 1 15,-1 6-9-15,0 0 4 0,1-11 4 0,-1 11 0 16,0 0 11-16,1-7-3 0,-1 7 0 0,0 0 2 16,0 0 3-16,0 0-8 0,0-8-4 0,0 8-2 15,0 0 0-15,0 0 2 0,0 0-3 0,0 0 1 16,0 0 0-16,0 0-2 0,4 20-3 0,-2-11 5 15,0 4-6-15,-1-1 7 0,1 5 1 0,-1-2-8 16,2 0 13-16,-1 4-3 0,1 0-5 0,-2 0 2 16,1 0-7-16,0-2 8 0,0 0-1 15,1 1-6-15,1-1 5 0,-2-1 0 0,2 0 2 0,0 1-6 16,-3-2-4-16,2 2-19 0,-3-5-2 0,0 4-12 16,1-4-51-16,-3 4-94 0,-1-5 42 0</inkml:trace>
  <inkml:trace contextRef="#ctx0" brushRef="#br0" timeOffset="-7255.45">23019 13101 10 0,'15'-7'40'0,"-7"4"0"0,3 2-1 0,1-2 1 16,4 1-1-16,3 2-6 0,2 0-4 0,-1 0-1 15,9-1 0-15,-1 2-5 0,1-1-18 0,0 0-4 16,-2 1-17-16,-5 0-8 0,0 2-29 0,-2-3-57 16,0 2 26-16</inkml:trace>
  <inkml:trace contextRef="#ctx0" brushRef="#br0" timeOffset="-6506.46">23549 12931 25 0,'0'0'75'0,"0"0"-13"16,0 0-5-16,0 0-10 0,0 0-4 0,0 0 2 15,22-4-2-15,-10 4-13 0,3 1-1 0,2-2-4 16,1 2 0-16,3 1 4 0,0-1-11 0,-3 1-6 15,3 0-9-15,-2 0-11 0,-1 2-9 0,-5-2-10 16,-1 1-9-16,1 0-44 0,-1-2-87 0,-5 3 38 16</inkml:trace>
  <inkml:trace contextRef="#ctx0" brushRef="#br0" timeOffset="-5714.24">23724 12953 11 0,'0'0'22'0,"0"0"4"16,0 0-4-16,0 0 6 0,0 0 6 0,0 0-5 15,0 0-7-15,0 0 3 0,0 0 0 0,11-7 1 16,-11 7-6-16,0 0 1 0,0 0-3 0,0 0 0 16,0 0-4-16,0 0 5 0,0 0-15 0,0 0 9 15,0 0 2-15,0 0-3 0,3-6-5 0,-3 6-2 16,0 0 1-16,0 0-2 0,0 0 1 0,0 0 2 16,0 0-3-16,0 0-5 0,0 0 4 0,0 0-3 15,0 0 1-15,0 0 1 0,0 0 1 0,0 0 0 0,0 0-3 16,0 0 3-16,0 0-3 0,0 0 1 15,0 0 3-15,0 0-7 0,0 0 3 0,0 0 1 16,0 0 3-16,0 0-6 0,0 0 3 0,0 0 4 16,0 0 4-16,0 0-3 0,0 0 6 0,0 0-8 15,0 0 10-15,0 0 0 0,0 0-4 0,0 0-4 0,0 0 0 16,0 0-3-16,0 0 3 0,0 0 1 16,0 0-3-16,0 0-11 0,0 0 12 0,0 0-2 15,0 0 1-15,0 0-3 0,0 0 0 0,0 0 6 0,0 0-7 16,0 0 5-16,0 0 0 0,0 0-1 0,0 0 2 15,0 0-5-15,0 0 0 0,0 0 1 16,0 0-9-16,0 0 7 0,0 0-3 0,0 0 0 16,0 0-1-16,0 0 6 0,0 0 0 0,0 0-2 0,0 0 1 15,0 0-2-15,0 0-8 0,0 0 9 0,0 0 2 16,0 0 2-16,0 0 0 0,0 0-8 0,3 22 6 16,-2-18-10-16,-1-4 10 0,3 10 0 0,-3-10-2 15,1 10-2-15,0-5 5 0,-1-5-3 0,1 9-4 16,-1-9 5-16,0 8 1 0,0-8 0 0,2 10-5 15,-2-10-2-15,0 12 3 0,0-6-2 0,0-6 7 16,0 12-3-16,1-5 2 0,-1 0-3 0,0-7 6 16,-1 14-7-16,-1-5 2 0,2 0-16 0,0-9 4 15,-1 14-9-15,0-4-8 0,0-3-4 0,2 0-9 16,-1-7-33-16,-3 18-82 0,3-10 36 0</inkml:trace>
  <inkml:trace contextRef="#ctx0" brushRef="#br0" timeOffset="-4836.25">23741 12950 7 0,'0'0'39'0,"0"0"-3"0,0 0-2 0,0 0-6 15,0 0-4-15,0 0 4 0,0 0-7 16,-4-7-1-16,4 7-3 0,0 0-1 0,0 0 1 16,0 0-9-16,0 0 5 0,0 0-8 0,0 0 4 15,0 0 5-15,0 0-7 0,0 0-1 0,0 0 0 0,0 0 5 16,0 0-2-16,0 0-5 0,0 0 2 16,0 0-3-16,0 0 0 0,0 0-3 0,0 0 3 15,0 0-4-15,0 0-1 0,0 0 2 0,0 0 2 16,0 0-4-16,0 0 2 0,0 0 3 0,0 0-2 0,0 0 3 15,0 0-7-15,0 0 0 0,0 0 4 16,0 0-2-16,0 0-2 0,0 0 4 0,0 0 2 16,0 0-6-16,0 0 6 0,0 0-5 0,0 0 7 15,0 0-3-15,0 0 1 0,0 0-3 0,0 0 0 0,0 0-2 16,0 0 7-16,0 0-2 0,0 0-3 0,0 0-2 16,0 0 1-16,0 0 3 0,0 0-3 0,0 0-6 15,0 0 6-15,0 0 0 0,0 0 3 16,0 0-8-16,0 0 5 0,0 0 5 0,0 0-4 0,0 0-8 15,0 0 9-15,0 0 0 0,0 0-2 0,0 0 0 16,0 0-5-16,0 0 4 0,0 0-1 0,0 0-1 16,0 0-1-16,0 0-1 0,0 0 3 15,0 0 1-15,0 0-1 0,0 0 1 0,0 0-1 0,0 0 2 16,0 0-8-16,0 0 7 0,0 0-1 0,0 0 1 16,0 0 0-16,0 0-3 0,0 0 8 0,0 0-2 15,0 0-3-15,0 0-2 0,0 0-1 0,0 0-3 16,0 0 3-16,0 0 0 0,0 0-5 0,0 0 4 15,0 0 3-15,0 0-3 0,0 0 0 0,0 0-2 16,0 0 0-16,0 0 3 0,0 0-5 0,0 0 2 16,0 0 3-16,0 0 2 0,0 0-6 0,0 0 0 15,0 0-8-15,-2 21 4 0,2-21 1 0,0 0-1 16,0 0 1-16,0 0-12 0,0 0-24 0,0 0 12 16</inkml:trace>
  <inkml:trace contextRef="#ctx0" brushRef="#br0" timeOffset="349.38">23430 11000 2 0,'0'0'8'0,"0"0"0"0,0 0 2 0,0 0 1 16,0 0-2-16,0 0-1 0,0 0 2 0,-5-6 0 15,5 6-2-15,0 0 0 0,0 0-2 0,0 0 1 16,0 0-2-16,0 0-2 0,0 0 2 0,0 0-5 15,0 0 0-15,-5-5 0 0,5 5 3 0,0 0-1 16,0 0-4-16,0 0 6 0,0 0-2 0,0 0-1 16,0 0-3-16,0 0 5 0,0 0-9 0,0 0 4 15,0 0 3-15,-1 15-1 0,1-15-3 0,0 0 7 16,0 0-3-16,-3 10-3 0,3-10-1 0,0 0 5 16,-1 7 3-16,1-7-5 0,-3 6 0 0,3-6 0 15,0 0 0-15,-2 9 0 0,2-9 3 0,-2 7-5 16,2-7 0-16,-2 8 4 0,2-8-3 0,-3 8-2 15,3-8 3-15,-1 9 7 0,1-9-6 0,-1 9 0 16,1-9 4-16,-2 9-7 0,2-9 3 0,-2 9-2 16,1-3 0-16,1-6 2 0,-3 12 4 0,2-6-2 15,1-6 1-15,-5 14-1 0,4-8 4 0,1-6-5 16,-2 14 2-16,0-7-1 0,2-7 3 0,-2 13-3 16,1-5 2-16,0-1-4 0,-1 0-4 0,1 1 7 15,-1 1-1-15,2 1 3 0,0-2-2 0,0 1-2 0,-2-2 3 16,2 3-5-16,0-1-1 0,0 1 2 15,0 0 4-15,0-1-4 0,-1 1-1 0,1 0 1 16,0-1 3-16,0 1-1 0,-1 0-5 0,-1 0 6 16,1-1-5-16,0 1 3 0,1-1-2 0,-1 1 0 15,-2 0 4-15,-1-1-3 0,2 0-1 0,1 2 4 0,-2-1-4 16,0 1 0-16,1 0 1 0,1-1-1 16,-2 0-2-16,0-1 2 0,3 0 1 0,-1 1-4 15,1 1 5-15,1-3 3 0,-1-1-1 0,0-7 2 0,-1 18 2 16,1-8-1-16,0-1-4 0,0 0-1 0,-1 0 0 15,1-9 5-15,0 17-7 0,0-10 2 0,0 3-3 16,1-2 2-16,-1-1 0 0,0-7-1 0,1 16-3 16,1-9 4-16,-2 1 5 0,1-1-2 0,0 1-15 15,1 0 12-15,0-1-1 0,-1 3 3 0,2-2-2 16,-3 3 1-16,1-5-7 0,1 4 13 0,-2-2-7 16,1 3 0-16,-1-3-3 0,0 2-2 0,1 0 5 15,-2-2-1-15,2 2 0 0,-1 0 3 16,-1-1 0-16,2 1 0 0,-2 0-2 0,1 0 0 0,0-1 0 15,-1 3 2-15,2-4-6 0,-2 1 5 0,-1 1-3 16,2-10 1-16,0 14-2 0,0-6-2 16,0-8 2-16,0 16 4 0,0-8-1 0,-1-1-3 15,1 1-1-15,0 1 7 0,0-9-8 0,-1 16 8 0,2-6-2 16,0 0-2-16,-1-1 2 0,2 1-4 0,-2 0 2 16,1 0-3-16,-1-1 6 0,0 1 0 0,1-1-3 15,-2 0 0-15,1 1-1 0,0 0 2 0,1 2 2 16,-1-3-4-16,0 3 1 0,0-4-1 0,0 3 0 15,1-2 3-15,-1-1 0 0,0 2-3 0,0-3-5 16,2 1 9-16,-2 1-4 0,2-2 6 0,-2-7-7 16,0 15 2-16,0-7-1 0,0 0 0 0,1-1 1 15,-1-7-2-15,0 15 6 0,-1-7-4 0,1 0 3 16,0 1-1-16,0-9-7 0,1 13 3 0,-1-7 2 16,0-6 6-16,0 13-10 0,0-8 3 0,2 3 0 15,-2-8 0-15,0 11-1 0,0-5 2 0,0-6-4 16,1 11 5-16,-1-11-1 0,-1 12 7 0,1-12-5 15,0 11 0-15,0-11-1 0,-3 13 1 0,1-9 1 16,2-4-5-16,-2 12 2 0,0-5-1 0,2-7 1 16,-1 16 2-16,1-9-4 0,-2 2-1 0,1 1 3 15,1-1 7-15,0 1-8 0,-1 0-2 0,-1 0 3 16,2-1 3-16,-2 1 0 0,1-1-6 0,-2 1 4 16,3-2-4-16,-3 0 0 0,2 0 2 0,1 0 4 15,0-8-6-15,-3 16 3 0,2-6 3 0,0-1-3 16,0 1-4-16,-1-1 4 0,0-1 0 0,2 1-2 15,-1-2-2-15,-1 2 6 0,2-9-5 0,-1 15 4 16,0-8 0-16,1-7-1 0,1 13-3 0,0-8 2 0,-1-5-1 16,2 13 0-16,-2-13 8 0,0 9-8 15,1-3 0-15,-1-6 2 0,2 10-1 0,-2-10-1 16,3 9 3-16,-2-4 3 0,-1-5-2 0,0 9-1 16,0-9-2-16,1 8 1 0,-1-8 3 0,0 0-6 0,2 9 7 15,-2-9-3-15,0 0 0 0,0 9-2 0,0-9 1 16,0 0 0-16,2 6-2 0,-2-6 2 15,0 0 4-15,0 0-4 0,2 8-2 0,-2-8 2 16,0 0-1-16,0 0-1 0,0 0 3 0,1 6-1 16,-1-6 1-16,0 0-5 0,0 0 6 0,1 7-8 0,-1-7 6 15,0 0 5-15,3 8-6 0,-3-8-3 16,2 7 8-16,-2-7-8 0,2 8 7 0,-2-8-7 0,2 8 3 16,-2-8 0-16,2 5 6 0,-2-5-9 0,0 0 5 15,1 8-8-15,-1-8 0 0,1 7 0 0,-1-7-5 16,0 0-2-16,3 7-2 0,-3-7-4 0,0 0 1 15,0 0-11-15,0 0-33 0,0 9 14 16</inkml:trace>
  <inkml:trace contextRef="#ctx0" brushRef="#br0" timeOffset="2809.36">23851 10571 2 0,'0'0'20'0,"0"0"-1"0,0 0-1 0,0 0-6 16,0 0-5-16,0 0 3 0,0 0-2 0,-5-6 2 16,5 6-1-16,0 0-4 0,0 0 0 0,0 0 3 15,0 0-4-15,0 0-1 0,0 0-2 0,0 0 4 16,0 0-6-16,0 0-1 0,0 0 7 0,0 0-3 0,0 0 2 16,0 0 0-16,0 0-2 0,0 0 6 15,-17 9-5-15,17-9-2 0,0 0 4 0,0 0 1 16,-8 2 5-16,8-2-3 0,0 0 0 0,0 0-2 0,0 0 0 15,0 0 3-15,0 0-4 0,0 0 0 16,0 0-2-16,0 0 0 0,0 0-1 0,0 0 3 16,0 0-1-16,-7 1-1 0,7-1 2 0,0 0-1 15,0 0 1-15,0 0-5 0,0 0 4 0,-4 5-7 0,4-5 5 16,0 0-1-16,0 0-3 0,0 0 4 0,0 0-8 16,-4 6 3-16,4-6 3 0,0 0-3 0,0 0 3 15,0 0-6-15,-3 9 6 0,3-9 1 16,0 0 1-16,-1 10-3 0,1-10 3 0,0 7 3 0,0-7-4 15,0 0-4-15,0 13 2 0,-1-7 4 0,1-6-2 16,0 13 3-16,-2-5 2 0,2-8-8 0,-1 13-7 16,1-3 17-16,0 0-5 0,1 2-3 15,-2-3 6-15,2 2-4 0,-1-2 1 0,0 2 3 0,2-1-6 16,-4-1 6-16,2 1-5 0,2 0 0 0,-5-2-2 16,3 3 0-16,1-3 2 0,-1 1 1 0,0 1-1 15,0-1 1-15,-1 1 0 0,1 1 1 0,-1-1-3 16,0 0 2-16,-1 1-1 0,1-1 2 0,0 2-3 15,-2 3 4-15,0 0 2 0,0-4-2 0,2 3 1 16,-3 1 3-16,2-3-4 0,0 3 1 0,-2-2-5 16,1-2 8-16,1 3-5 0,1-3 0 0,-4-1-4 15,1 2 5-15,3 1 0 0,-1-4-1 0,0 4 2 16,-1-2 0-16,2-2 1 0,-2 2-4 0,3 0 1 16,-1-1-2-16,1-1 0 0,-1-1 6 0,2 1-5 15,-1 0-2-15,1 1 1 0,1-3 2 0,-1 3-3 16,0-1-3-16,2 1 2 0,-2-2 3 0,0 3-3 15,2-2 4-15,-2-1 2 0,2 3-11 0,0 0 10 16,-1-2-4-16,-1 1 5 0,1 0-5 0,1 2 2 16,-2-3 0-16,-1 3 0 0,2-2-3 0,-1-1 1 15,0 1 2-15,0 1-5 0,2-3 1 0,-2 0 3 16,1 1 3-16,-2-2 3 0,1 1 0 0,-1 2 2 0,0 1 3 16,1-4-9-16,1-1 6 0,-2 3-1 15,0-9-1-15,1 12 0 0,-1-3-6 0,0-3 3 16,1 2-4-16,-1-8 5 0,0 15 5 0,-1-8-8 0,0-1 0 15,-1 4-5-15,2-10 4 0,0 13 1 16,0-7-2-16,-1 1 0 0,1-7 5 0,-1 15-1 0,-1-8 5 16,2-7-7-16,-1 13 3 0,0-6-3 0,1-7 3 15,0 13-4-15,0-6 4 0,-2 2-3 0,2-9-1 16,-1 13 6-16,1-6 2 0,0-7-3 0,-1 15-3 16,0-9-3-16,1-6-4 0,-2 17 18 0,1-10-13 15,0 0 3-15,2 1-11 0,-1-1 10 16,0-7 1-16,-1 19 0 0,-1-10-2 0,4 1 2 0,-1-1-3 15,-2 1 6-15,1-2-1 0,1 2-6 0,-2 1 1 16,2-1 1-16,-1 0 3 0,0 0-4 0,0 0 0 16,-1 2 0-16,2-1 2 0,-1 0-8 0,-3-1 9 15,3 0 0-15,-1 0 2 0,0 0-3 0,1 1-1 16,-1-1-2-16,2 1-1 0,-1 0 4 0,-1-2 3 16,1 3-5-16,0-2-7 0,0 0 6 0,1-1 0 15,-1 1 3-15,0 1-6 0,0 0-2 0,0-3 0 16,-1 2 2-16,1-10 4 0,0 17 3 0,1-8-3 15,0 1 1-15,-2-1 0 0,2 0 1 0,-1-1-6 16,3 2 3-16,-3-1 0 0,1 1-2 0,-1-2 10 16,1-1-8-16,-2 2-2 0,2 1 4 0,-2-1-2 15,1-1 4-15,0 1-8 0,0 0 8 0,-1 0 0 16,-1 0-7-16,2-9 1 0,0 14 0 0,-1-5 4 16,1-2-2-16,-1 0-3 0,1-7 3 0,-1 17 1 15,1-11-5-15,1 2 7 0,-1-8-6 0,-1 13 0 16,1-13-5-16,0 13 7 0,0-7 0 0,0-6 7 15,-2 11-4-15,1-5-3 0,1-6 2 0,-5 12 7 16,5-12-14-16,0 11 7 0,-1-5 2 0,1-6-7 16,-1 11 3-16,1-11 2 0,0 11 2 0,-3-4-3 15,3-7-3-15,-1 10 1 0,-2-5 0 0,3-5 6 16,0 11-6-16,0-11 5 0,0 10-9 0,0-10 8 0,-1 11-3 16,2-5 1-16,-1-6 2 0,0 9-3 15,0-9-2-15,0 10 11 0,0-10-4 0,3 11-7 16,-3-5 3-16,0-6-1 0,1 9-1 0,2-2 0 0,-3-7 8 15,1 11-2-15,-1-11-5 0,0 10-6 16,0-3 9-16,2-1 3 0,-2-6-3 0,5 12 3 0,-3-7-8 16,-1 1 6-16,-1-6-3 0,2 12-1 0,0-8 5 15,-2-4-5-15,1 11 5 0,0-6-4 0,-1-5 0 16,2 10-3-16,-1-4 3 0,-1-6 0 0,1 9 0 16,-1-9 3-16,1 8-3 0,-1-8-2 0,0 9 1 15,0-9 1-15,3 7-3 0,-3-7 10 16,-1 8-8-16,1-8 4 0,1 8-3 0,-1-8-5 0,1 9 4 15,-1-9 3-15,0 0 0 0,0 11-2 0,2-6 2 16,-2-5-2-16,1 8 3 0,-1-8-7 0,1 9 6 16,-1-9-1-16,0 8-1 0,0-8-1 15,2 7-3-15,-2-7-2 0,2 7 4 0,-2-7 2 0,1 7-3 16,-1-7-8-16,3 8-9 0,-3-8-1 0,0 7-7 16,0-7-3-16,0 0-13 0,0 10-42 0,0-10-92 15,-5 6 41-15</inkml:trace>
  <inkml:trace contextRef="#ctx0" brushRef="#br0" timeOffset="5347.2">23392 12726 4 0,'0'0'14'0,"-6"-4"1"16,6 4-3-16,0 0 4 0,0 0-4 0,0 0 0 16,0 0-2-16,0 0 2 0,0 0-3 0,0 0-3 15,-7-4 1-15,7 4-4 0,0 0 0 0,0 0-1 16,0 0 5-16,0 0-6 0,0 0 2 0,0 0-1 16,0 0 0-16,0 0 1 0,0 0-3 0,0 0-1 15,-8 11 2-15,8-11 3 0,0 0-3 0,-4 4-1 16,4-4 0-16,0 0 0 0,0 0 0 0,-2 7 4 15,2-7-5-15,0 0-1 0,0 0-7 0,0 0 10 16,-4 6-2-16,4-6 0 0,0 0-1 16,0 0 3-16,0 0 2 0,0 0-7 0,0 0 4 0,0 0 0 15,0 0-3-15,-5 4 6 0,5-4-5 0,0 0 8 16,0 0-2-16,0 0 3 0,0 0-2 0,0 0 0 16,0 0-2-16,0 0 3 0,0 0-2 0,0 0 1 15,0 0-3-15,0 0 3 0,0 0 1 0,0 0 3 16,0 0-1-16,0 0 0 0,-2 8-1 0,2-8-2 15,-3 5 6-15,3-5 0 0,-3 10 3 0,3-10 7 16,-2 12-3-16,1-6 0 0,-1 1-1 0,1 0-1 16,-2 3-2-16,2-2 1 0,0 3-1 0,1-1 0 15,0 0 0-15,-2-1 1 0,1 1-1 0,0 0-3 16,1-1 1-16,-1 0 0 0,1 1-2 0,0 1 3 16,0-2 2-16,-2 1-2 0,4 1 1 0,-4-1-2 15,0 1 2-15,1 3 11 0,-1-7-9 0,1 4-2 16,1-1 2-16,-2 0-6 0,2-1 8 0,-2 3-5 15,1-3 4-15,1 1-8 0,-3 1 7 0,2-2-6 16,0 1 3-16,0-2-5 0,-1 2 1 0,2 0-8 16,-1-1 6-16,1 0 5 0,0-9-10 0,0 15 1 15,0-7-12-15,0-8 12 0,0 12 3 0,1-7-5 16,-1-5 8-16,2 11-6 0,-2-11 3 0,1 9-4 0,-1-9 3 16,2 8-9-16,-2-8 11 0,3 7-1 15,-3-7-7-15,0 0-8 0,1 6-13 0,-1-6-3 16,0 0-6-16,3 6-9 0,-3-6-13 0,0 0-3 15,0 0-47-15,0 0-109 0,0 0 49 0</inkml:trace>
  <inkml:trace contextRef="#ctx0" brushRef="#br0" timeOffset="6259.42">23863 12650 17 0,'0'0'9'0,"-6"4"5"15,6-4-3-15,0 0-2 0,-6 4-6 0,6-4 4 0,0 0-4 16,0 0 3-16,-8 4-3 0,8-4 0 0,0 0-5 15,-6 4 1-15,6-4 5 0,-4 3-3 16,4-3 1-16,0 0 4 0,-5 4 0 0,5-4-3 16,0 0-2-16,-7 4-2 0,7-4 4 0,0 0-1 15,0 0-9-15,-6 4 7 0,6-4-1 0,0 0-1 16,0 0 5-16,-4 5-1 0,4-5-2 0,0 0-3 16,0 0 4-16,0 0 2 0,0 0 0 0,0 0-4 15,0 0 2-15,-4 5-5 0,4-5 7 0,0 0-4 16,0 0 4-16,0 0 3 0,0 0 0 0,0 0 8 0,0 0 3 15,0 0-3-15,0 0 5 0,0 0-3 0,0 0-2 16,0 0-1-16,0 0-1 0,0 0 3 0,0 0-6 16,0 0 1-16,0 0 2 0,1 12 1 15,-1-12 5-15,2 9-3 0,-2-9-1 0,1 13 4 16,2-4 0-16,-2 3 1 0,1-2 2 0,-2 1 1 0,2 1-5 16,0 1-1-16,2-1 2 0,-1 4-2 0,0 0-8 15,0-1 6-15,-2-3 1 0,1 0-3 0,-1 2-1 16,0-3-4-16,-1 5-1 0,1-2 3 0,1-4-7 15,-2 0 4-15,2 2 1 0,1-2-4 16,1 0-1-16,1-1-2 0,-2 1 7 0,1 0-17 0,1 0-14 16,-1-1-14-16,2 2-54 0,-4-1-98 0,3 1 43 15</inkml:trace>
  <inkml:trace contextRef="#ctx0" brushRef="#br0" timeOffset="6924.06">23811 13117 57 0,'0'0'92'0,"4"-12"-4"0,-4 12-10 0,0 0-5 0,0 0-9 16,0 0 0-16,2-9-1 0,-2 9-3 15,2-5-6-15,-2 5-1 0,0 0 0 0,0 0-1 0,0 0-5 16,0 0-19-16,0 0 5 0,0 0-1 0,0 0-2 16,0 0-7-16,0 0 0 0,0 0-1 0,0 0 0 15,0 0 1-15,0 0-2 0,0 0 0 0,-9 23-7 16,7-16 21-16,-1 2-10 0,-1 4-8 0,0-3 2 16,0 0 0-16,-1 2-5 0,1 4 4 0,2-4-1 15,0-1 0-15,0 2 2 0,0-3-9 0,1 3 2 16,0-3 3-16,-2 1-3 0,2-1-4 0,1-1 1 15,-1 1-1-15,-1-5-5 0,2-5 8 0,-1 14 0 16,1-7-5-16,0-7 7 0,0 10-16 0,0-10-2 16,1 8 14-16,-1-8-7 0,3 7 2 0,-3-7-2 15,0 0-11-15,1 8-15 0,-1-8-27 0,0 0-8 16,0 0-20-16,2 7-16 0,-2-7-11 0,0 0-77 16,0 0-198-16,0 0 89 0</inkml:trace>
  <inkml:trace contextRef="#ctx0" brushRef="#br0" timeOffset="11018.2">23964 12943 2 0,'0'0'23'15,"0"0"-8"-15,0 0 6 0,0 0-4 0,0 0 1 16,0 0-3-16,0 0 0 0,0 0-8 0,0 0 3 16,0 0 0-16,0 0-1 0,0 0-3 0,0 0 0 15,0 0 1-15,0 0 7 0,0 0-7 0,0 0 1 0,0 0 1 16,0 0-3-16,0 0 0 0,0 0 1 16,0 0 3-16,0 0-2 0,0 0 5 0,0 0-5 15,0 0 5-15,0 0-2 0,0 0-3 0,0 0 1 16,0 0-1-16,0 0 7 0,0 0-7 0,0 0-1 0,0 0 3 15,0 0 0-15,0 0 3 0,0 0-5 16,0 0-2-16,0 0 3 0,0 0-3 0,0 0-2 16,0 0 2-16,0 0-1 0,0 0-2 0,0 0-3 15,0 0 3-15,0 0-2 0,0 0 2 0,0 0 1 0,0 0 1 16,0 0 1-16,0 0-9 0,0 0 6 0,0 0-7 16,11 0 4-16,-11 0 2 0,0 0-2 0,10 0 5 15,-10 0 1-15,0 0 0 0,13 0-1 16,-13 0 4-16,10 0 2 0,-10 0-1 0,11 0-1 0,-11 0-3 15,13 0-3-15,-5 0 4 0,-1-2-7 0,-7 2 4 16,15 0 1-16,-7-1 1 0,-8 1-8 0,16 0 12 16,-7 0-9-16,2-1-3 0,-1 1 4 0,-2 0-1 15,2 0 4-15,-1 0-6 0,-1 1 2 0,3-1 4 16,0-1-6-16,-1 1 7 0,0 1-6 0,0-1 0 16,1 0-2-16,0 0 5 0,1 1-3 0,-2 1 3 15,2-2-2-15,0-2-3 0,2 4 3 0,-4-2 4 16,3 0-4-16,0 0 4 0,0 0-8 0,1 0 2 15,-3 0 1-15,2-2 0 0,1 4 1 0,-2-2 0 16,3-2 1-16,-4 1-2 0,2 0-2 0,1-1-2 16,-5 0-1-16,3 2 6 0,-2 0-5 0,-1 0 7 15,0-2-2-15,-9 2-1 0,14 0-1 0,-8 0 7 16,-6 0-2-16,12 0-1 0,-12 0-5 0,9-2-1 16,-9 2-1-16,9 2 7 0,-9-2 1 0,10 2-3 15,-10-2-3-15,11 0 2 0,-11 0-1 0,12-2 3 16,-12 2-2-16,10-2 4 0,-10 2-2 0,9 2-2 0,-9-2 5 15,9 0-8-15,-9 0 3 0,10 0-2 16,-10 0 3-16,10-2-1 0,-10 2 1 0,9 2-3 16,-9-2-10-16,9 2-23 0,-9-2 6 0,7 2-14 15,-7-2-37-15,0 0-86 0,6 4 39 0</inkml:trace>
  <inkml:trace contextRef="#ctx0" brushRef="#br0" timeOffset="11457.83">24920 12857 63 0,'0'0'69'0,"0"0"-9"16,-11-2 1-16,11 2-8 0,-7-2 0 0,7 2-11 15,0 0-8-15,0 0 1 0,0 0-1 0,-11-2-7 16,11 2-2-16,0 0-2 0,0 0-4 0,0 0 1 16,0 0 1-16,0 0 4 0,0 0-4 0,0 0-3 15,31-2-1-15,-19-1-3 0,1 2-3 0,2 1 1 16,2-2-7-16,1 2 2 0,-1-3 6 0,2 3-9 16,-6-1-12-16,0-1-7 0,-1 2-7 0,-2 0-1 15,2 0-11-15,-5 0-10 0,-7 0-7 0,13 3-6 16,-8-3-32-16,-5 0-97 0,7 3 44 0</inkml:trace>
  <inkml:trace contextRef="#ctx0" brushRef="#br0" timeOffset="11745.75">25078 12849 58 0,'0'0'77'0,"0"0"-5"0,0 0-8 15,0 0-6-15,0 0-10 0,0 0-3 0,-8 2-1 16,8-2 7-16,0 0-9 0,-3 10 1 0,3-10-6 16,-1 10 12-16,1-3-15 0,-1 0 1 0,1-7-2 15,-1 14 4-15,-1-5-7 0,2-3-3 0,-3 2 1 16,6 3-10-16,-3-1-3 0,0-10-1 0,0 17-3 16,0-11 3-16,0 1 3 0,-3 3-7 0,6-3 3 15,-6 3-5-15,6-3 0 0,-3-7 0 0,0 12 0 0,2-6-6 16,-1 1 0-16,-1-7 2 0,2 12-3 15,0-7-9-15,-1 1-21 0,-1-6-15 0,0 11-11 16,0-11-11-16,0 11-15 0,0-11-50 0,0 9-141 16,0-9 62-16</inkml:trace>
  <inkml:trace contextRef="#ctx0" brushRef="#br0" timeOffset="12129.49">25205 12993 32 0,'14'0'74'0,"-14"0"-6"0,9 2-20 16,-9-2 8-16,9 5 4 0,-4 0-2 0,-3 1-5 15,0 0-7-15,-2 1 4 0,0-7 1 0,-2 17 3 16,0-8-6-16,0-1-11 0,-5-1 2 15,4 0 0-15,-1 0 2 0,-1 0 0 0,1-1-3 0,1 0 6 16,-1-1-2-16,4-5 5 0,-7 8-4 0,3-4 7 16,4-4-8-16,-5 5 4 0,5-5 2 15,-4 5-12-15,4-5 8 0,0 0-5 0,-8 3-1 0,8-3-9 16,0 0 2-16,0 0-3 0,0 0 3 0,0 0-8 16,0 0 2-16,0 0-8 0,0 0-2 0,-9 2-2 15,9-2 1-15,0 0-8 0,0 0-4 0,0 0 9 16,0 0-6-16,0 0 7 0,0 0-11 0,0 0 4 15,21 7-11-15,-15-5-12 0,-6-2-17 0,21 1-16 16,-2-1-28-16,0 1-16 0,-1 1-12 0,2-1-20 16,1-1-74-16,8-3-217 0,0-2 96 0</inkml:trace>
  <inkml:trace contextRef="#ctx0" brushRef="#br0" timeOffset="13576.66">25686 12990 2 0,'0'0'23'0,"-8"-3"-2"15,8 3-6-15,0 0 4 0,0 0-1 0,0 0-2 16,-5-6-7-16,5 6 2 0,0 0 1 0,0 0-3 0,0 0-1 16,-8-4 3-16,8 4-3 0,0 0-3 0,0 0 2 15,0 0 4-15,-4-5-3 0,4 5 1 0,0 0-1 16,0 0-1-16,0 0 0 0,0 0-1 15,-6-4 3-15,6 4-4 0,0 0 0 0,0 0-1 16,0 0-3-16,-7-4-2 0,7 4 1 0,0 0 4 0,0 0-3 16,0 0 1-16,0 0-1 0,0 0-2 0,0 0 1 15,0 0 4-15,-6-4-2 0,6 4-6 16,0 0 9-16,0 0-5 0,0 0 1 0,0 0-1 0,0 0 4 16,0 0-2-16,0 0 2 0,0 0-6 0,0 0 1 15,0 0 2-15,0 0-6 0,0 0 3 0,0 0 3 16,0 0-6-16,0 0 4 0,0 0-7 0,0 0 2 15,0 0 0-15,0 0-7 0,0 0 4 0,0 0 3 16,0 0 1-16,0 0-2 0,0 0-1 0,0 0 2 16,0 0-3-16,0 0 4 0,0 0-1 0,0 0 2 15,0 0 1-15,0 0-2 0,0 0 0 0,0 0 6 16,0 0-5-16,0 0 5 0,0 0-6 0,0 0 2 16,0 0 5-16,0 0-4 0,0 0 4 0,0 0-5 15,0 0 1-15,0 0 4 0,0 0-4 0,0 0-2 16,0 0 2-16,0 0 1 0,0 0 1 0,0 0-1 15,0 0 3-15,0 0-4 0,0 0 5 0,0 0-3 16,0 0-4-16,0 0 2 0,0 0-1 0,0 0 0 16,0 0 4-16,0 0-2 0,0 0 1 0,0 0 1 15,0 0-5-15,0 0 3 0,0 0 2 0,0 0 0 16,0 0-2-16,0 0-1 0,0 0 1 0,0 0 5 16,0 0-8-16,0 0 7 0,0 0-2 0,0 0 4 15,0 0 0-15,0 0 1 0,0 0 5 0,0 0-2 16,0 0-1-16,0 0 9 0,0 0-6 0,0 0 5 15,0 0-1-15,0 0-3 0,0 0-1 0,0 0 0 16,0 0-4-16,0 0 3 0,0 0 1 0,0 0-8 0,0 0 6 16,0 0-6-16,0 0 2 0,0 0-5 15,0 0 9-15,0 0-8 0,0 0-2 0,0 0 2 16,0 0-1-16,0 0 1 0,0 0 2 0,0 0-2 16,0 0 2-16,0 0 1 0,0 0-3 0,-12 0 1 15,12 0-2-15,0 0 2 0,0 0 1 0,0 0-5 16,0 0 1-16,0 0 5 0,0 0-4 0,0 0 1 15,0 0 0-15,0 0-2 0,0 0 2 0,0 0-3 16,0 0 2-16,0 0 2 0,0 0-4 0,0 0 0 16,0 0 0-16,0 0 2 0,0 0-4 0,0 0 1 15,0 0 4-15,0 0-1 0,0 0 2 0,0 0-5 16,0 0 8-16,0 0 0 0,0 0 1 0,27 3 0 16,-27-3 0-16,11-1-5 0,-11 1 6 0,18-2-3 15,-9 2 4-15,1-1-5 0,0-1-1 0,1 2 5 0,1-2-2 16,-1 2-3-16,-3-1 4 0,5 0 0 0,-3 0-7 15,1 1 0-15,1-2 6 0,-3 1-3 0,5-1-1 16,-3 2 4-16,2-1 0 0,3 0-4 16,-1-1 5-16,3-2-2 0,1 1-1 0,-1 2 3 0,0-1-6 15,1 0-4-15,-3 1 11 0,-3 1-7 0,0-2 1 16,0 0-1-16,-1 0 0 0,-2 0 5 0,3 2-12 16,1-1-2-16,-5-2-1 0,0 2 3 0,0 1 0 15,-2-1 0-15,-7 1-3 0,15-2-3 16,-7 0 1-16,0 1-1 0,-1-1 6 0,-7 2-2 0,14-2 2 15,-14 2-2-15,11-3-2 0,-11 3 3 0,8 0-3 16,-8 0 0-16,0 0-3 0,9-1-2 0,-9 1-3 16,0 0 0-16,0 0 5 0,10 0 0 0,-10 0-1 15,0 0 4-15,0 0-1 0,0 0 1 0,0 0 3 16,0 0-1-16,0 0 4 0,8-2 1 0,-8 2-1 16,0 0-3-16,0 0 6 0,0 0-4 0,0 0 0 15,9-1 3-15,-9 1-3 0,0 0-1 0,0 0-8 16,12 0-16-16,-12 0 7 0</inkml:trace>
  <inkml:trace contextRef="#ctx0" brushRef="#br0" timeOffset="13939.46">26247 12907 16 0,'14'0'26'0,"-3"1"-6"16,3-1-5-16,-3 0 4 0,0-1-4 15,5 1 1-15,-5 0-3 0,3 0-7 0,-1-2 0 16,-2 2-6-16,1 0-2 0,-1-1 1 0,-3 1 1 16,4 0-2-16,-5-1-1 0,-7 1-4 0,18 0-1 15,-11 0-14-15,-7 0-24 0,15-2 12 0</inkml:trace>
  <inkml:trace contextRef="#ctx0" brushRef="#br0" timeOffset="14407.91">26519 12814 10 0,'5'-5'14'0,"-5"5"-7"0,0 0 2 0,0 0 1 16,4-6 1-16,-4 6-2 0,0 0 2 0,0 0-4 16,0 0 3-16,5-5-4 0,-5 5-5 0,0 0-5 15,0 0 6-15,0 0-7 0,9-3-3 0,-9 3-7 16,0 0-17-16,0 0 7 0</inkml:trace>
  <inkml:trace contextRef="#ctx0" brushRef="#br0" timeOffset="14659.56">26530 12837 47 0,'14'0'40'0,"-7"0"-6"0,-7 0 0 15,18 0-23-15,-9 0 0 0,-3 0-11 0,4 0-8 16,-1 0-21-16,-9 0-30 0,13 2 14 0</inkml:trace>
  <inkml:trace contextRef="#ctx0" brushRef="#br0" timeOffset="15401.84">26444 12784 25 0,'0'0'70'0,"0"0"-4"0,0 0 3 0,4-5-8 16,-4 5-5-16,0 0-8 0,0 0 2 0,0 0-8 16,0 0-11-16,0 0 26 0,0 0-25 0,4-8-20 15,-4 8-1-15,0 0-10 0,0 0-6 0,0 0-8 16,0 0-6-16,0 0-2 0,0 0-1 0,0 0-3 16,0 0-6-16,0 0 2 0,15 8-2 0,-15-8 6 15,6 5-3-15,-6-5 11 0,4 5-3 0,-4-5 1 16,4 6 4-16,-4-6-2 0,3 6 1 0,-3-6 6 15,4 7-2-15,-4-7 0 0,4 6 2 0,-1-2-2 0,-3-4 3 16,4 4-2-16,-4-4-1 0,5 6 1 0,-5-6 0 16,4 8-1-16,-4-8-1 0,0 8 1 15,1-2-1-15,-1-6 2 0,0 12-8 0,0-12-18 16,-1 13 8-16</inkml:trace>
  <inkml:trace contextRef="#ctx0" brushRef="#br0" timeOffset="16322.43">26863 11114 8 0,'6'26'5'0,"4"1"2"0,-3 0 1 0,4 1-5 16,0-1 5-16,0 1-3 0,-2-1 1 16,1-1-5-16,1 2 6 0,-1 0-3 0,-2 0 1 15,0-1-2-15,-3 1-3 0,-1-1 6 0,0 3-5 0,-3-2 3 16,3 2 4-16,-4 1-5 0,0 0-3 0,5-1 3 16,-5 3-2-16,-2 1-2 0,-1-1 3 0,-1 2-8 15,-1 0 0-15,1 1-1 0,-3-3-6 0,1-1-15 16,-6-1 7-16</inkml:trace>
  <inkml:trace contextRef="#ctx0" brushRef="#br0" timeOffset="50262.58">24538 10819 31 0,'0'0'47'16,"0"0"-5"-16,0 0-3 0,0 0-4 0,0 0-2 0,0 0-5 15,-2-12-5-15,2 12-9 0,0 0-7 0,0 0-6 16,0 0-9-16,0 0-4 0,0 0-2 0,0 0 1 16,7 0-1-16,-7 0-2 0,0 0-22 15,13 0-40-15,-4 0 18 0</inkml:trace>
  <inkml:trace contextRef="#ctx0" brushRef="#br0" timeOffset="51240.65">25324 10575 28 0,'0'0'67'15,"0"0"-2"-15,0 0-6 0,0 0-3 0,0 0 1 16,0 0-9-16,0 0-2 0,0 0-2 0,0 0-13 15,0 0 4-15,0 0-5 0,0 0 0 0,0 0-7 16,0 0-6-16,0 0 0 0,0 0 0 0,0 0-4 16,0 0 2-16,0 0-3 0,0 0 1 0,0 0-1 15,0 0-4-15,0 0 1 0,0 0 0 0,0 0 3 16,0 0-3-16,0 0 5 0,0 0 3 0,0 0 6 16,0 0-1-16,0 0 1 0,0 0 5 0,0 0-5 15,0 0-6-15,0 0 5 0,0 0-5 0,0 0-5 16,0 0 1-16,0 0-5 0,0 0 5 0,0 0-17 15,0 0-6-15,0 0-17 0,0 0-12 0,0 0-15 16,0 0-22-16,0 0-62 0,0 0-149 0,0 0 66 16</inkml:trace>
  <inkml:trace contextRef="#ctx0" brushRef="#br0" timeOffset="51976.85">25448 11088 45 0,'0'0'71'0,"0"0"-16"15,-2-10 3-15,2 10-2 0,0 0 2 0,0 0-10 16,0 0 9-16,0 0-11 0,0 0-8 0,0 0 1 15,0 0-4-15,0 0 0 0,0 0-6 0,0 0-4 16,0 0 0-16,0 0-2 0,0 0-2 0,0 0 0 16,0 0-4-16,0 0-2 0,-2-10-1 0,2 10 2 15,0 0-2-15,0 0-3 0,0 0-11 0,0 0 14 16,0 0-7-16,0 0 11 0,0 0-4 0,0 0-2 16,0 0-5-16,2-7-6 0,-2 7 0 0,0 0 6 15,0 0 2-15,0 0-4 0,0 0-1 0,0 0-18 16,0 0-5-16,0 0-10 0,0 0-8 0,0 0-13 15,0 0-15-15,0 0-62 0,0 0-136 0,0 0 60 16</inkml:trace>
  <inkml:trace contextRef="#ctx0" brushRef="#br0" timeOffset="52606.23">25442 10575 36 0,'0'0'65'0,"0"0"-7"16,0 0-12-16,0 0 3 0,0 0-8 0,0 0 1 0,0 0-7 15,0 0-8-15,0 0 4 0,0 0-5 0,0 0-6 16,0 0 1-16,0 0-7 0,0 0-7 0,0 0-17 15,0 0-15-15,0 0-14 0,0 0-35 16,0 0-81-16,0 0 36 0</inkml:trace>
  <inkml:trace contextRef="#ctx0" brushRef="#br0" timeOffset="54712.62">25356 10599 72 0,'0'0'91'0,"0"0"-7"15,0 0-6-15,0 0-6 0,0 0 1 0,0 0-9 16,0 0 7-16,0 0-1 0,0 0-5 0,0 0 3 16,0 0 5-16,0 0-1 0,0 0 0 0,0 0-9 15,0 0 8-15,0 0-6 0,0 0-8 0,0 0 0 0,0 0-2 16,0 0-9-16,-5-4-8 0,5 4-1 0,0 0-2 15,0 0-8-15,0 0 0 0,-6-7-3 0,6 7 1 16,0 0-8-16,-6-6-1 0,6 6 1 0,0 0-2 16,0 0-4-16,-3-5 2 0,3 5-8 0,0 0 7 15,0 0 1-15,0 0-2 0,0 0-1 0,0 0-4 16,-4-6-7-16,4 6 12 0,0 0-7 0,0 0-4 16,0 0-13-16,0 0-5 0,0 0-27 0,0 0-3 15,0 0-17-15,0 0-18 0,0 0-17 0,0 0-5 16,0 0-16-16,0 0-82 0,0 0-219 0,0 0 97 15</inkml:trace>
  <inkml:trace contextRef="#ctx0" brushRef="#br0" timeOffset="55246.66">25477 11037 45 0,'0'0'75'0,"0"0"-1"16,0 0-7-16,0 0-6 0,0 0-3 0,-6-8-5 16,6 8-2-16,0 0-16 0,0 0 5 0,0 0-5 15,0 0 5-15,-1-8-11 0,1 8-12 0,0 0 9 16,0 0-1-16,0 0-2 0,0 0-2 0,0 0 2 15,0 0-17-15,0 0-16 0,0 0-5 0,0 0-8 16,-4-4-13-16,4 4-16 0,0 0-60 0,0 0-120 16,0 0 53-16</inkml:trace>
  <inkml:trace contextRef="#ctx0" brushRef="#br0" timeOffset="58984.62">31044 10596 2 0,'0'0'69'0,"-2"-6"-7"16,2 6-4-16,0 0-9 0,0 0 0 0,0 0-15 15,0 0-5-15,0 0-1 0,0 0-11 0,0 0-7 0,0 0-2 16,0 0-2-16,0 0-8 0,0 0-10 15,0 0-13-15,0 0-8 0,0 0-2 0,0 0-18 16,0 0-56-16,6 20 25 0</inkml:trace>
  <inkml:trace contextRef="#ctx0" brushRef="#br0" timeOffset="59408.35">31071 11072 32 0,'0'0'25'0,"0"0"-9"0,0 0-12 0,0 0-18 16,0 0-13-16,0 0 7 0</inkml:trace>
  <inkml:trace contextRef="#ctx0" brushRef="#br0" timeOffset="60904.75">30989 11077 14 0,'0'0'45'0,"0"0"-36"0,0 0-21 0,0 0-12 16,0 0 6-16</inkml:trace>
  <inkml:trace contextRef="#ctx0" brushRef="#br0" timeOffset="61639.77">31077 11050 5 0,'0'0'13'0,"0"0"-9"0,0 0-8 0,8-4-4 15,-8 4 2-15</inkml:trace>
  <inkml:trace contextRef="#ctx0" brushRef="#br0" timeOffset="61997.16">31145 10545 2 0,'0'0'37'0,"0"0"-13"0,0 0-13 16,0 0-1-16,0 0-7 0,0 0-18 0,0 0-15 16,0 0 6-16</inkml:trace>
  <inkml:trace contextRef="#ctx0" brushRef="#br0" timeOffset="65680.53">31097 10583 8 0,'0'0'1'0,"0"0"-3"0,0 0-2 15</inkml:trace>
  <inkml:trace contextRef="#ctx0" brushRef="#br0" timeOffset="71887.89">28822 10633 10 0,'0'0'32'0,"0"0"-4"16,0 0 0-16,0 0-1 0,0 0 0 0,0 0-6 15,0 0 2-15,0 0-6 0,0 0-2 0,0 0 4 16,0 0-9-16,0 0 2 0,0 0-6 0,0 0 1 0,0 0-2 15,0 0 0-15,0 0-5 0,0 0 4 0,0 0-8 16,0 0-1-16,0 0 2 0,0 0-8 16,0 0-2-16,0 0-8 0,0 0-20 0,5 4-42 15,-5-4 19-15</inkml:trace>
  <inkml:trace contextRef="#ctx0" brushRef="#br0" timeOffset="73982.59">28148 10817 34 0,'0'0'47'0,"0"0"-7"0,0 0 0 16,0 0-1-16,0 0-3 0,0 0-5 0,0 0 0 15,0 0-1-15,0 0-4 0,0 0 0 0,0 0-1 16,0 0 0-16,0 0-5 0,0 0 0 0,0 0-1 16,0 0-4-16,0 0 2 0,0 0-7 0,5-4 0 15,-5 4 5-15,0 0-6 0,0 0-3 0,0 0 1 16,0 0-2-16,0 0-1 0,0 0-6 0,0 0 1 16,0 0-4-16,0 0-4 0,0 0-1 0,0 0-2 15,0 0 1-15,0 0-5 0,0 0 14 0,0 0-13 16,0 0 0-16,0 0 0 0,0 0-4 0,0 0-3 15,0 0-2-15,0 0-11 0,4-8-28 0,-4 8-68 16,0 0 32-16</inkml:trace>
  <inkml:trace contextRef="#ctx0" brushRef="#br0" timeOffset="74363.39">28520 10613 8 0,'0'0'31'0,"0"0"2"0,0 0-4 0,0 0-3 15,0 0-1-15,0 0 1 0,0 0-2 0,0 0-1 0,0 0-4 16,0 0 2-16,0 0-5 0,0 0 3 16,0 0-13-16,0 0 5 0,0 0 1 0,0 0-7 15,0 0-4-15,0 0-2 0,0 0-3 0,0 0-4 16,0 0 2-16,0 0 2 0,0 0-6 0,0 0 6 15,0 0-2-15,0 0-1 0,0 0-7 0,0 0-4 0,0 0-25 16,0 0-45-16,0 0 20 0</inkml:trace>
  <inkml:trace contextRef="#ctx0" brushRef="#br0" timeOffset="75039.92">29020 10965 53 0,'0'0'49'0,"5"-5"0"0,-5 5-11 0,0 0-5 0,0 0-4 15,0 0-10-15,9-2-8 0,-9 2-16 0,0 0-9 16,0 0-12-16,0 0-14 0,0 0-42 0,6-3 18 16</inkml:trace>
  <inkml:trace contextRef="#ctx0" brushRef="#br0" timeOffset="105498.43">23876 10458 4 0,'0'0'8'0,"0"0"2"0,0 0-8 15,0 0 7-15,0 0-5 0,5-7 6 0,-5 7-7 16,0 0 3-16,0 0-3 0,0 0 2 0,0 0-2 16,4-6-3-16,-4 6 3 0,0 0 0 0,0 0 5 15,0 0-5-15,0 0 2 0,0 0 3 0,0 0 1 16,1-8 1-16,-1 8 0 0,0 0 4 0,0 0-6 15,0 0 2-15,0 0 0 0,0 0-4 0,3-7 3 16,-3 7 0-16,0 0-2 0,0 0-2 0,0 0 3 16,0 0 1-16,0 0-3 0,0 0-3 0,0 0 5 15,0 0-5-15,0 0 3 0,0 0 3 0,0 0-4 16,4-5-4-16,-4 5 3 0,0 0-3 0,0 0-1 16,0 0 6-16,0 0-3 0,0 0-1 0,0 0-2 15,0 0 3-15,0 0-1 0,0 0-4 0,0 0 7 16,0 0-2-16,0 0-1 0,0 0 2 0,0 0 0 15,0 0-5-15,0 0 1 0,0 0 3 0,0 0-3 16,0 0 1-16,0 0 0 0,0 0-9 0,0 0 11 16,0 0-1-16,0 0-4 0,0 0 4 0,0 0-6 15,0 0 6-15,0 0 1 0,0 0-4 0,0 0-5 0,0 0 6 16,0 0-5-16,0 0 3 0,0 0 1 0,0 0-1 16,0 0 4-16,0 0-3 0,0 0-3 15,0 0 5-15,0 0-1 0,0 0-1 0,0 0 1 16,0 0 2-16,1 19 2 0,-1-19-2 0,0 0 0 0,0 0 5 15,0 0-1-15,0 0-6 0,-4 10 2 0,4-10 1 16,0 0 1-16,0 0 0 0,0 0-3 16,0 0-1-16,-1 8-4 0,1-8 5 0,0 0-1 15,0 0-2-15,0 0 4 0,0 0-3 0,0 0 4 0,0 0-2 16,-3 9-3-16,3-9 1 0,0 0 4 16,0 0-3-16,0 0-2 0,0 0 5 0,0 0-4 0,0 0 1 15,0 0 2-15,0 0 2 0,2 9-2 16,-2-9-2-16,0 0 2 0,0 0-2 0,-3 6-1 0,3-6 3 15,0 0 1-15,0 0-1 0,-1 8 4 0,1-8 4 16,0 0 4-16,0 9 2 0,0-9-2 0,0 0-4 16,0 0-4-16,0 0-4 0,0 0 4 0,-3 10-3 15,3-10-1-15,0 0 1 0,0 0 7 0,0 0-10 16,0 0 8-16,0 0-5 0,-1 8-3 0,1-8 3 16,-2 5 2-16,2-5 3 0,0 0 0 0,-2 9-12 15,2-9 8-15,0 0 1 0,0 0 1 0,-1 8-4 16,1-8 2-16,0 0 3 0,-4 8-12 0,4-8 4 15,0 0 3-15,-3 7 8 0,3-7-2 0,0 0-2 16,-2 4-3-16,2-4-6 0,0 0 6 0,0 0-3 16,0 0-3-16,0 0 6 0,0 0 1 0,0 0-3 15,0 0 0-15,-3 9 1 0,3-9 2 0,0 0-1 16,0 0 4-16,0 0-10 0,0 0 3 0,0 0 0 16,0 0-3-16,0 0 5 0,0 0-4 0,0 0 6 15,0 0 1-15,0 0-5 0,0 0 3 0,0 0-5 16,0 0 7-16,0 0-9 0,0 0 5 0,0 0 4 15,0 0-5-15,0 0-7 0,0 0-9 0,-2 5-6 16,2-5-4-16,0 0-5 0,0 0-13 0,0 0-24 0,-2 7-73 16,2-7 33-16</inkml:trace>
  <inkml:trace contextRef="#ctx0" brushRef="#br0" timeOffset="107669.08">23663 10962 6 0,'0'0'10'0,"0"0"-1"16,0 0 0-16,0 0-1 0,0 0 4 0,0 0-5 15,0 0 0-15,0 0-4 0,0 0 8 0,0 0-4 16,0 0-3-16,0 0-1 0,0 0 5 0,7-2-3 16,-7 2 5-16,0 0-3 0,0 0-3 0,0 0-2 15,0 0-2-15,0 0 0 0,0 0 4 0,0 0-7 16,0 0-6-16,0 0 2 0,0 0-13 0,0 0-21 16,0 0 10-16</inkml:trace>
  <inkml:trace contextRef="#ctx0" brushRef="#br0" timeOffset="118579.93">23890 11075 10 0,'0'0'28'0,"0"0"5"16,0 0-9-16,0 0 6 0,0 0-3 0,0 0-2 15,0 0-9-15,0 0 0 0,0 0 3 0,0 0 0 16,0 0-1-16,0 0-2 0,0 0-4 15,0 0 6-15,0 0-11 0,0 0 2 0,0 0 10 0,0 0-5 16,0 0-8-16,0 0 3 0,0 0-1 0,0 0 0 16,0 0-3-16,0 0-1 0,0 0 2 15,0 0 4-15,0 0 3 0,0 0 0 0,0 0 2 0,0 0-4 16,0 0 5-16,0 0 1 0,0 0-9 0,0 0 8 16,0 0-4-16,0 0-12 0,0 0 9 0,0 0-1 15,0 0 2-15,0 0 1 0,0 0-4 0,0 0 4 16,0 0 0-16,0 0-2 0,0 0-1 0,0 0 0 15,0 0-2-15,0 0 3 0,0 0-2 0,0 0-5 16,0 0 6-16,0 0-5 0,0 0-3 0,0 0 6 16,0 0 3-16,0 0-7 0,0 0 5 0,0 0-4 15,0 0 2-15,0 0-1 0,0 0-3 0,0 0 3 16,0 0-6-16,0 0 3 0,0 0-1 0,0 0-3 16,0 0 3-16,0 0 7 0,0 0-2 0,0 0-13 15,3-21 12-15,-3 21-6 0,0 0 1 0,0 0 4 16,5-9 3-16,-5 9-7 0,0 0 2 0,4-6-3 15,-4 6 1-15,0 0 4 0,6-6-4 0,-6 6 4 16,0 0-2-16,4-6 0 0,-4 6 1 0,0 0-6 16,6-4 6-16,-6 4 7 0,0 0-11 0,0 0 3 15,0 0 2-15,5-3-9 0,-5 3 1 0,0 0 5 16,0 0 4-16,0 0-6 0,0 0 6 0,0 0-1 16,6-5 3-16,-6 5-22 0,0 0-7 0,0 0 3 0,0 0-5 15,0 0-6-15,0 0-8 0,0 0-8 0,0 0-43 16,7 10-96-16,-7-10 44 0</inkml:trace>
  <inkml:trace contextRef="#ctx0" brushRef="#br0" timeOffset="123122.63">26937 10994 6 0,'0'0'15'0,"0"0"0"0,0 0-4 15,0 0-2-15,0 0-1 0,0 0 1 0,0 0-6 16,0 0-8-16,0 0 1 0,0 0-8 0,0 0-12 16,0 0 6-16</inkml:trace>
  <inkml:trace contextRef="#ctx0" brushRef="#br0" timeOffset="160053.68">26910 11025 1 0,'0'0'49'0,"0"0"1"0,0 0-4 0,0 0-6 16,0 0-4-16,0 0-2 0,0 0-2 0,-6-5-2 16,6 5-7-16,0 0-1 0,0 0 1 0,0 0-4 15,0 0-13-15,0 0 10 0,0 0-5 0,0 0 1 16,0 0-3-16,0 0 2 0,0 0-6 0,0 0 1 16,0 0-9-16,0 0-8 0,0 0 10 0,0 0-3 15,0 0 2-15,0 0-3 0,0 0 1 0,0 0 0 0,0 0 0 16,0 0-6-16,0 0 2 0,0 0 7 15,0 0-7-15,0 0 5 0,0 0 2 0,0 0-4 16,0 0 1-16,0 0-1 0,0 0 2 0,0 0-1 16,0 0 0-16,0 0 0 0,0 0 4 0,0 0 1 0,0 0 0 15,0 0-2-15,0 0 2 0,0 0 1 0,0 0 5 16,0 0-4-16,0 0 2 0,0 0 1 16,0 0 0-16,0 0 3 0,0 0 1 0,0 0 4 15,0 0-3-15,0 0 5 0,0 0-3 0,0 0 4 0,0 0-9 16,0 0 8-16,0 0-6 0,0 0 2 0,0 0-3 15,0 0 3-15,0 0-4 0,0 0-1 0,0 0 5 16,0 0-8-16,0 0 9 0,0 0-5 0,0 0-1 16,0 0 4-16,0 0-5 0,0 0 3 0,0 0-1 15,0 0 0-15,0 0-3 0,0 0 3 0,0 0-4 16,0 0 3-16,0 0-6 0,0 0 2 0,0 0-1 16,0 0-3-16,0 0 9 0,0 0-5 0,0 0 5 15,0 0-8-15,0 0 0 0,0 0 0 0,0 0 5 16,0 0-9-16,0 0 2 0,0 0 6 0,0 0-2 15,0 0-4-15,0 0-5 0,0 0 6 0,0 0 4 16,0 0-3-16,0 0 2 0,0 0 2 0,11-10-1 16,-11 10 1-16,4-2-4 0,-4 2 4 0,0 0 0 15,7-4-6-15,-7 4-1 0,0 0 1 0,4-4 5 16,-4 4-2-16,0 0 0 0,5-6-2 0,-5 6-2 16,0 0 2-16,3-7 0 0,-3 7 2 0,0 0 4 0,0 0 1 15,0 0-1-15,0 0 2 0,2-6-5 0,-2 6 1 16,0 0-4-16,0 0 2 0,0 0-4 15,0 0 6-15,0 0 3 0,0 0-9 0,0 0-11 16,0 0 11-16,0 0 3 0,0 0 0 0,0 0-1 16,0 0-3-16,0 0-3 0,0 0-2 0,0 0 3 15,0 0-5-15,0 0 6 0,0 0-6 0,0 0 7 16,0 0-6-16,0 0 4 0,0 0-4 0,0 0-1 16,0 0-1-16,0 0 1 0,0 0 8 0,0 0-3 0,0 0 3 15,0 0-1-15,0 0 2 0,0 0 3 0,0 0-7 16,0 0 4-16,0 0-2 0,0 0 4 0,0 0-1 15,0 0-3-15,0 0 6 0,0 0 4 16,0 0 4-16,0 0 1 0,0 0-4 0,0 0-10 0,0 0 12 16,0 0-1-16,0 0-12 0,0 0 5 15,0 0 2-15,0 0-6 0,0 0 2 0,0 0 3 0,0 0 1 16,0 0-2-16,0 0-3 0,0 0 0 0,0 0 3 16,0 0 0-16,0 0 2 0,-17 15 0 0,17-15 0 15,-4 5-3-15,4-5 7 0,-2 8 3 0,2-8-3 16,0 0-7-16,0 0-4 0,2 11 4 0,-2-11 2 15,0 0-5-15,0 0 8 0,4 6 3 0,-4-6-4 16,0 0-4-16,5 3-2 0,-5-3 2 16,0 0 7-16,0 0-3 0,0 0-5 0,0 0 3 0,0 0-3 15,0 0-6-15,0 0-1 0,0 0 1 0,12-9-4 16,-12 9 10-16,0 0-1 0,0 0 1 0,0-10-4 16,0 10 5-16,0 0-9 0,0 0 1 0,0 0 5 15,0 0 7-15,0 0 2 0,-5-14-13 0,5 14 7 16,0 0-4-16,0 0 2 0,0 0 2 0,-11-2 3 15,11 2-6-15,0 0 6 0,0 0 0 0,-14 10-6 16,14-10 13-16,-6 5-8 0,6-5-2 0,-7 5 2 16,7-5 0-16,-3 5-2 0,3-5 0 0,0 0-2 15,0 0 10-15,-2 7-8 0,2-7 3 0,0 0-4 16,0 0 2-16,0 0 2 0,0 0 0 0,0 0 1 16,0 0-3-16,10 4-2 0,-10-4 1 0,0 0 0 15,0 0 4-15,0 0-3 0,0 0 0 0,0 0 4 16,0 0-4-16,13-8 2 0,-13 8 0 0,0 0-3 15,4-5 3-15,-4 5-3 0,0 0 1 0,0 0 1 16,0-8 1-16,0 8-4 0,0 0-1 0,0 0-5 16,0 0 11-16,0 0-9 0,0 0 1 0,0 0 3 0,0 0 2 15,0 0-4-15,0 0-2 0,0 0 4 16,0 0 1-16,0 0 7 0,0 0-10 0,-22 11 0 16,22-11 5-16,0 0-4 0,-1 5 3 0,1-5 4 15,0 0-5-15,0 0 2 0,0 0 3 0,0 0-1 0,0 0-3 16,0 0 1-16,8 11-8 0,-8-11 10 0,0 0-4 15,7 3 2-15,-7-3-2 0,0 0 0 0,10-2 5 16,-10 2-5-16,0 0-1 0,0 0 2 16,12-5-6-16,-12 5-2 0,5-4 0 0,-5 4-4 0,0 0 10 15,4-7-5-15,-4 7-3 0,2-6 6 0,-2 6 0 16,0 0 1-16,2-7-2 0,-2 7 3 0,0 0 1 16,0 0-1-16,0 0 2 0,-2-9 3 0,2 9-5 15,0 0-5-15,0 0 4 0,0 0-1 0,0 0-1 16,-16 0 3-16,16 0-2 0,0 0 0 0,0 0 0 15,-9 8 6-15,9-8 0 0,0 0-3 0,-6 6 5 16,6-6-1-16,0 0 2 0,-2 6-5 0,2-6 8 16,0 0-13-16,0 0 7 0,0 0 5 0,0 0-7 15,0 0 2-15,0 0 0 0,12 6 1 0,-12-6 2 16,0 0-6-16,0 0 9 0,12-3-11 0,-12 3 4 16,0 0 1-16,0 0-4 0,9-4 0 0,-9 4-1 15,0 0 1-15,0 0-8 0,2-8-3 0,-2 8 7 16,0 0 2-16,0 0-8 0,0 0 0 0,0 0 1 15,-4-11 2-15,4 11 1 0,0 0-3 0,0 0 3 16,0 0-4-16,-14-3 5 0,14 3 9 0,0 0-3 16,-13 5 1-16,13-5-4 0,-9 7 4 0,5-4-3 15,-1 3 11-15,5-6-7 0,-5 8-2 0,1-4 8 16,4-4 1-16,-2 8-8 0,2-8 5 0,0 0-4 16,0 9 0-16,0-9-7 0,0 0 6 0,0 0 0 15,0 0 4-15,0 0-4 0,-3 9 3 0,3-9-2 0,0 0-5 16,0 0 9-16,0 0-6 0,0 0-3 15,0 0 8-15,0 0-2 0,16-13-4 0,-16 13 5 16,0 0-1-16,3-12 3 0,-3 12 0 0,0-8-4 16,0 8 0-16,0-7 2 0,0 7-2 0,0 0 1 15,2-8-5-15,-2 8 3 0,0 0-5 0,0 0-10 16,0 0 3-16,0 0-3 0,0 0-6 0,0 0-15 16,0 0-10-16,0 0-41 0,0 0-93 0,0 0 41 15</inkml:trace>
  <inkml:trace contextRef="#ctx0" brushRef="#br0" timeOffset="161093.74">26948 11032 19 0,'0'0'40'0,"0"0"-4"0,0 0-4 0,0 0-4 0,0 0-4 15,0 0 3-15,0 0-1 0,0 0-4 0,0 0 0 16,0 0 4-16,0 0-2 0,0 0-2 0,0 0 0 16,0 0-6-16,0 0 6 0,0 0 1 0,0 0 4 15,0 0-7-15,0 0-4 0,0 0 3 0,0 0-3 16,0 0-5-16,0 0 2 0,0 0-2 16,0 0-4-16,0 0 2 0,0 0-2 0,0 0-3 0,0 0 1 15,0 0 1-15,-2-11-3 0,2 11 5 0,0 0-2 16,0 0-1-16,0 0-2 0,0 0 5 0,0 0-7 15,0 0 1-15,0 0-3 0,0 0 1 0,0 0 1 16,0 0 4-16,0 0-6 0,0 0-1 0,0 0 0 16,0 0-3-16,0 0 11 0,0 0-7 0,0 0 0 15,0 0-6-15,0 0 4 0,0 0-3 0,0 0-1 16,0 0-16-16,0 0 9 0,0 0-3 0,0 0-3 16,0 0-5-16,0 0 4 0,0 0 2 0,0 0-9 15,0 0 2-15,0 0-7 0,0 0 4 0,0 0-1 16,0 0 0-16,0 0 4 0,0 0-20 0,0 0-50 15,0 0 23-15</inkml:trace>
  <inkml:trace contextRef="#ctx0" brushRef="#br0" timeOffset="161755.7">26938 11010 20 0,'0'0'29'0,"0"0"-5"15,0 0 5-15,0 0-3 0,0 0-5 0,0 0 8 16,0 0 1-16,0 0-5 0,0 0-2 0,0 0 8 16,0 0-3-16,0 0 3 0,0 0-3 0,0 0-10 15,0 0 6-15,0 0-3 0,0 0-2 0,0 0 0 16,0 0-7-16,0 0 2 0,0 0-6 0,0 0 6 15,0 0-2-15,0 0-4 0,0 0-2 0,0 0 7 16,0 0-2-16,0 0-1 0,0 0 1 16,0 0 2-16,0 0 0 0,0 0 3 0,0 0-3 0,0 0 4 15,0 0-6-15,0 0 2 0,0 0-9 0,0 0 11 16,0 0-13-16,0 0 5 0,0 0-2 0,0 0 0 16,0 0 3-16,0 0-10 0,0 0 6 0,0 0 2 15,0 0-7-15,0 0 9 0,0 0-7 0,0 0 4 16,0 0 1-16,0 0 0 0,0 0-8 0,0 0 3 15,0 0 2-15,0 0 7 0,0 0-9 0,0 0 2 16,0 0 5-16,0 0-9 0,0 0 2 0,0 0 12 16,0 0-13-16,0 0 6 0,0 0-5 0,0 0-3 15,0 0-1-15,0 0 0 0,0 0-4 0,0 0-3 16,0 0-5-16,0 0 10 0,0 0-1 0,0 0 0 16,0 0 2-16,0 0 3 0,0 0-16 0,4-13-4 15,-4 13 5-15,0 0-1 0,0 0 4 0,0 0-9 16,0 0-1-16,0 0-5 0,0 0 2 0,0 0-2 15,0-11 1-15,0 11 2 0,0 0 1 0,0 0 1 16,0 0 3-16,0 0 4 0,0 0 0 0,0-7-3 16,0 7-5-16,0 0-34 0,0 0-62 0,0 0 27 15</inkml:trace>
  <inkml:trace contextRef="#ctx0" brushRef="#br0" timeOffset="162776.19">27434 10574 16 0,'0'0'30'0,"0"0"4"0,0 0-5 0,0 0 0 16,0 0-5-16,0 0-2 0,0 0 0 15,0 0-4-15,0 0 2 0,0 0-4 0,0 0 2 0,0 0-6 16,0 0-4-16,0 0 0 0,0 0 7 0,0 0-10 16,0 0-7-16,0 0 1 0,-14-9-1 0,14 9-13 15,0 0-5-15,0 0-28 0,0 0-52 16,0 0 23-16</inkml:trace>
  <inkml:trace contextRef="#ctx0" brushRef="#br0" timeOffset="163266.54">26867 11078 3 0,'0'0'-1'0</inkml:trace>
  <inkml:trace contextRef="#ctx0" brushRef="#br0" timeOffset="163581.51">26933 11019 42 0,'0'0'56'0,"0"0"-5"16,0 0-3-16,0 0-13 0,0 0 3 16,0 0-9-16,9 1-10 0,-9-1 1 0,0 0-6 15,0 0-6-15,0 0-13 0,0 0-10 0,0 0-13 16,0 0-24-16,0 0-57 0,4-13 25 0</inkml:trace>
  <inkml:trace contextRef="#ctx0" brushRef="#br0" timeOffset="164336.25">27411 10588 31 0,'0'0'70'0,"0"0"-5"0,0 0-3 15,0 0-5-15,0 0-6 0,0 0 0 0,2-7-10 16,-2 7 13-16,0 0-4 0,0 0-4 0,0 0-3 15,0 0 0-15,0 0-10 0,0 0 6 0,0 0-5 16,0 0 1-16,0 0-4 0,0 0 8 0,0 0-16 16,0 0-2-16,0 0 2 0,0 0 6 0,0 0-11 15,0 0 3-15,0 0-5 0,0 0 3 0,0 0-6 16,0 0-8-16,0 0 4 0,0 0-6 0,0 0 6 16,0 0-12-16,0 0-9 0,0 0-7 0,0 0-16 15,0 0-8-15,0 0-16 0,0 0-13 0,0 0 5 16,0 0-8-16,0 0-42 0,0 0-126 0,0 0 55 15</inkml:trace>
  <inkml:trace contextRef="#ctx0" brushRef="#br0" timeOffset="165123.01">26933 10990 5 0,'0'0'30'0,"0"0"-4"16,0 0-8-16,0 0 6 0,0 0-4 0,0 0-3 15,0 0 3-15,0 0-9 0,0 0-1 0,0 0 3 16,0 0-1-16,0 0-5 0,0 0-4 0,0 0-6 15,13 2-8-15,-13-2 3 0,0 0-5 0,0 0-2 16,0 0-1-16,0 0 1 0,0 0-8 0,0 0-24 16,0 0 11-16</inkml:trace>
  <inkml:trace contextRef="#ctx0" brushRef="#br0" timeOffset="166651.73">26980 11011 8 0,'0'0'20'16,"0"0"-3"-16,-9-2-3 0,9 2 0 0,0 0-3 15,0 0 1-15,0 0-1 0,0 0-2 0,0 0-7 16,0 0 8-16,-14 2 0 0,14-2-3 0,0 0-2 15,0 0-1-15,0 0 1 0,0 0 0 0,-8 4-8 16,8-4 8-16,0 0 6 0,0 0 0 0,0 0-2 16,0 0 0-16,0 0-2 0,0 0 0 0,0 0 1 15,0 0-3-15,0 0 2 0,0 0-3 0,0 0-2 16,0 0 3-16,0 0 5 0,0 0-4 0,0 0-1 16,0 0 0-16,0 0-4 0,0 0 4 0,0 0-4 15,0 0 5-15,0 0-9 0,0 0 6 0,0 0-1 16,0 0-1-16,0 0 4 0,0 0 1 0,0 0 2 15,0 0 3-15,0 0 3 0,0 0-2 0,0 0-3 0,0 0 5 16,0 0-1-16,0 0-5 0,0 0 4 16,0 0-7-16,0 0 2 0,0 0 9 0,0 0-13 15,0 0 2-15,0 0 3 0,0 0-10 0,0 0 8 16,0 0 0-16,0 0-2 0,0 0-3 0,0 0 2 16,0 0 3-16,0 0-9 0,0 0 3 0,0 0 1 0,0 0 1 15,0 0 1-15,0 0-4 0,0 0-6 16,0 0 6-16,0 0 8 0,0 0-6 0,0 0 6 15,0 0-8-15,0 0 7 0,0 0-4 0,0 0 7 0,0 0-8 16,0 0 3-16,0 0-1 0,0 0-8 0,0 0 8 16,0 0-2-16,0 0 6 0,0 0-4 0,0 0-7 15,0 0 2-15,0 0 2 0,0 0 3 16,0 0-1-16,0 0 2 0,0 0-4 0,0 0-1 0,0 0-2 16,0 0 7-16,0 0-9 0,0 0 12 0,0 0-9 15,0 0 4-15,0 0 3 0,0 0 3 0,0 0-4 16,0 0 8-16,0 0-7 0,0 0-10 0,0 0 10 15,0 0 1-15,0 0 4 0,0 0-13 16,-3-10 3-16,3 10 1 0,0 0 0 0,0 0 1 0,0 0 0 16,0 0-1-16,0 0-4 0,0 0 5 0,0 0-1 15,0 0 2-15,0 0-8 0,0 0 4 0,0 0 2 16,0 0 1-16,0 0 1 0,0 0-7 0,0 0-1 16,0 0 0-16,0 0 5 0,0 0 5 0,0 0-3 15,0 0-1-15,0 0-2 0,0 0 2 0,0 0 0 16,0 0 7-16,0 0-6 0,0 0 0 0,0 0-1 15,0 0-4-15,0 0 6 0,0 0-2 0,0 0 1 16,0 0 1-16,0 0 0 0,0 0-4 0,0 0 5 16,0 0-5-16,0 0 2 0,0 0 2 0,0 0-5 15,0 0 6-15,0 0-7 0,0 0 0 0,0 0 4 16,0 0-2-16,0 0-3 0,0 0 8 0,0 0-10 16,0 0-2-16,0 0 9 0,0 0-6 0,0 0 6 15,0 0-3-15,0 0 4 0,0 0-3 0,0 0-3 16,0 0 1-16,0 0 0 0,0 0 3 0,0 0 3 15,0 0-6-15,0 0 6 0,0 0-3 0,0 0 1 16,0 0-7-16,0 0 10 0,0 0-4 0,0 0-7 16,0 0 7-16,0 0 6 0,0 0-7 0,0 0 0 15,0 0 6-15,0 0-3 0,0 0-7 0,0 0 3 16,0 0 2-16,0 0 1 0,0 0-4 0,0 0 10 16,0 0-6-16,0 0-4 0,0 0 7 0,0 0-7 15,0 0 5-15,0 0-2 0,0 0-3 0,0 0 1 16,0 0 5-16,0 0-6 0,0 0 7 0,0 0-4 15,0 0 4-15,0 0 2 0,0 0-3 0,0 0 1 16,0 0 0-16,0 0-1 0,0 0 6 0,0 0-8 16,0 0 4-16,0 0 0 0,0 0-5 0,0 0 4 15,0 0-10-15,0 0 11 0,0 0-2 0,0 0-2 16,0 0-2-16,0 0 2 0,0 0-4 0,0 0 6 16,0 0 4-16,0 0-1 0,0 0-1 0,0 0 2 15,0 0 1-15,0 0-6 0,0 0 7 0,0 0 5 16,0 0-7-16,0 0 8 0,0 0-6 0,0 0 0 15,0 0-4-15,0 0-2 0,0 0 6 0,0 0-6 0,0 0 4 16,0 0-5-16,0 0 0 0,0 0 1 16,0 0 5-16,0 0-17 0,0 0 16 0,0 0-2 15,0 0 1-15,0 0-2 0,0 0 1 0,0 0-5 0,0 0-1 16,0 0 0-16,0 0 1 0,0 0-1 16,0 0 5-16,0 0-9 0,0 0 10 0,0 0-2 0,0 0-4 15,0 0 5-15,0 0-3 0,0 0 1 16,0 0 3-16,0 0 7 0,0 0-4 0,0 0 0 15,0 0 6-15,0 0-8 0,0 0 8 0,0 0-9 0,0 0 0 16,0 0 4-16,0 0-2 0,0 0 2 0,0 0-2 16,0 0-3-16,0 0 6 0,0 0-9 0,0 0 4 15,0 0-1-15,0 0 1 0,0 0-5 0,0 0 7 16,0 0-5-16,0 0 0 0,0 0 4 0,0 0-2 16,0 0-10-16,0 0 2 0,0 0 12 0,0 0-9 15,0 0 2-15,0 0-3 0,0 0 5 16,0 0-6-16,0 0-2 0,0 0 10 0,0 0-8 15,0 0 0-15,0 0 3 0,0 0 3 0,0 0 6 0,0 0-13 16,0 0-9-16,0 0 7 0,0 0-8 0,0 0-9 16,0 0 0-16,0 0-17 0,0 0-1 0,0 0-6 15,0 0 1-15,0 0-16 0,0 0-44 0,0 0-115 16,0 0 52-16</inkml:trace>
  <inkml:trace contextRef="#ctx0" brushRef="#br0" timeOffset="167340.78">26938 11010 19 0,'0'0'51'0,"0"0"-10"0,0 0-9 16,0 0-7-16,0 0-8 0,0 0-4 0,0 0-12 15,0 9-1-15,0-9-8 0,0 0 0 0,0 0-4 0,0 0-17 16,0 0-31-16,0 0 14 0</inkml:trace>
  <inkml:trace contextRef="#ctx0" brushRef="#br0" timeOffset="168550.12">27306 10626 30 0,'0'0'62'16,"0"0"0"-16,0 0-11 0,0 0 0 0,0 0-8 16,0 0 4-16,0 0-15 0,0 0 0 0,0 0-4 15,0 0 1-15,0 0-1 0,0 0-6 0,0 0 5 16,0 0-5-16,0 0 0 0,0 0-10 0,0 0 1 16,0 0-6-16,0 0 10 0,0 0-10 0,0 0 2 15,0 0-4-15,0 0 4 0,0 0-6 0,0 0-1 16,0 0 4-16,0 0 0 0,0 0-3 0,0 0-1 15,0 0 3-15,0 0-11 0,0 0 10 0,0 0-12 16,0 0 0-16,0 0 4 0,0 0-8 0,0 0 2 0,0 0 1 16,0 0 2-16,0 0-6 0,0 0-5 0,0 0-1 15,0 0-2-15,0 0-3 0,0 0-9 16,0 0-3-16,0 0-7 0,0 0-29 0,0 0-77 16,0 0 35-16</inkml:trace>
  <inkml:trace contextRef="#ctx0" brushRef="#br0" timeOffset="169119.33">26942 11033 28 0,'0'0'35'0,"6"-5"-11"0,-6 5 1 0,0 0-9 15,0 0 1-15,0 0-4 0,0 0-5 0,0 0-7 16,0 0-11-16,0 0-17 0,0 0-28 0,0 0 13 16</inkml:trace>
  <inkml:trace contextRef="#ctx0" brushRef="#br0" timeOffset="-5450.26">23066 12019 28 0,'2'-10'39'0,"0"4"-8"0,-2 6-3 0,2-12-2 16,0 6-4-16,-2 6-2 0,4-12-2 0,-3 5 0 15,1 0-4-15,2 2-2 0,-4 5-1 0,5-14 1 16,-2 7 2-16,-2 0-6 0,2 1 1 0,-1-3-1 16,1-1-2-16,-1 3 2 0,0-1 1 0,-1-1 2 15,0 0 3-15,0 0-4 0,1 3 7 0,-1-1-2 16,3 1-3-16,-3-4-2 0,-1 10-1 0,5-16 0 15,-4 9-1-15,2-3-4 0,0 4 3 0,0 0 9 16,0-3-8-16,0 2 4 0,-1 0-5 0,1 0 0 16,0 1-4-16,1-4 9 0,-3 4-4 0,2-1 9 15,-3 7-3-15,5-12 1 0,-2 5 1 0,-2 1-3 16,2-1 2-16,-3 7-2 0,4-12-9 0,-3 6 5 16,1 1-2-16,-2 5 1 0,4-13 1 0,-3 8 1 15,-1 5 0-15,4-10-1 0,-3 3-9 0,-1 7 9 0,3-13 1 16,0 8-3-16,-3 5 6 0,2-13-19 15,1 6 13-15,-2 1-5 0,0-1 4 0,-1 7-3 16,4-10 5-16,-1 2-2 0,-2 3-4 0,-1 5-1 16,6-13 5-16,-4 7-7 0,0-1 3 0,-1 0 9 0,2 1-2 15,0-2-1-15,-3 8 2 0,3-12-6 0,-1 6-2 16,-2 6 8-16,4-12-9 0,-2 6 5 16,-2 6 4-16,3-10-6 0,0 8 6 0,-3 2-2 15,3-9-7-15,-3 9 7 0,4-11-12 0,-3 7 11 0,-1 4-2 16,3-11-1-16,-3 11-2 0,3-11 4 0,-1 6-3 15,2-1 4-15,-2 0-3 0,1-1-4 0,-2 1 3 16,-1 6 8-16,6-11 2 0,-3 6-11 16,1-2-1-16,-4 7 11 0,6-10-1 0,-3 5-10 0,-1-2 5 15,1 1-12-15,1 2 14 0,-4 4-9 0,5-10-1 16,-3 5 5-16,-2 5-1 0,4-10-6 0,-1 6 3 16,-3 4 4-16,6-10 3 0,-3 5-9 0,-3 5 3 15,5-8 2-15,-5 8 4 0,2-7-6 0,-2 7-2 16,3-8 4-16,-3 8-2 0,4-7 6 0,-2 1-14 15,-2 6 8-15,1-8 9 0,-1 8-10 0,3-8 7 16,-3 8-9-16,4-8 8 0,-4 8-1 0,3-9-7 16,-3 9 9-16,2-10-4 0,1 4 0 0,-1 2-1 15,-2 4 4-15,3-12 3 0,-3 12 3 0,2-9-14 16,-2 9 7-16,2-11 13 0,1 7-12 0,-3 4 4 16,3-10-6-16,-1 5 1 0,-2 5 6 0,3-9-2 15,-3 9 2-15,4-11-5 0,-2 7-1 0,-2 4 11 16,4-12-6-16,-1 7-5 0,-3 5 0 0,4-10 0 15,-4 10-5-15,5-9-1 0,-5 9 5 0,4-7 1 16,-4 7 2-16,2-10 0 0,1 6-5 0,-3 4-1 16,5-9 2-16,-3 3-17 0,-2 6 29 0,6-10-7 0,-4 6 5 15,2-2-11-15,-4 6-4 0,5-11 10 16,-4 5 3-16,3 0-7 0,-4 6 4 0,7-12 0 16,-5 7-4-16,1 0 2 0,1 0-1 0,-4 5-6 15,5-11-4-15,0 7 16 0,-3-2-4 0,1 0 6 0,-3 6-5 16,5-11 7-16,-3 8-9 0,-2 3 16 15,6-9-4-15,-5 4-3 0,-1 5 5 0,4-7 2 16,-4 7-7-16,5-10 0 0,-3 6 2 0,-2 4-7 16,5-11 2-16,-3 6-2 0,-2 5 2 0,5-9-5 0,-3 3 5 15,-2 6-1-15,3-8 1 0,0 2 2 0,-3 6-2 16,2-10 0-16,1 5 2 0,-3 5-6 0,5-11 10 16,-4 5-5-16,-1 6 1 0,4-11 0 0,-2 6-2 15,2-1-1-15,-4 6-1 0,5-11 3 0,-1 5-2 16,-1 0 0-16,1 1-5 0,-4 5 9 0,6-10-9 15,-5 5 4-15,3 0 2 0,-4 5-1 0,5-10-4 16,-2 3 0-16,-3 7-2 0,6-10-1 0,-3 6 0 16,2-1 1-16,-5 5 5 0,4-7 1 0,-4 7 0 15,3-9-8-15,-3 9 10 0,6-6-4 0,-6 6 3 16,3-8-4-16,-3 8 3 0,4-6-2 0,-4 6-1 16,5-6 0-16,-5 6-4 0,4-6 3 0,1 2-2 15,-5 4 8-15,5-7-5 0,-5 7 6 0,4-6-7 16,-4 6 2-16,5-7-4 0,-5 7 1 0,6-9-4 15,-4 6 7-15,-2 3-6 0,6-4 2 0,-6 4 0 16,7-7-8-16,-7 7-2 0,6-5 11 0,-6 5-2 16,8-5 2-16,-5 1-7 0,-3 4 7 0,8-5-5 15,-1 2 4-15,-7 3-5 0,7-3 3 0,-7 3 1 16,7-6-4-16,-7 6 5 0,6-4-6 0,-6 4 1 16,8-2 5-16,-8 2 0 0,6-5-3 0,-6 5-1 15,0 0 4-15,5-4 0 0,-5 4 3 0,0 0-2 16,6-4 5-16,-6 4 0 0,0 0 4 0,0 0-2 15,0 0 4-15,0 0-1 0,5-4-4 0,-5 4 2 16,0 0 1-16,0 0-3 0,0 0-8 0,0 0 7 16,5-4-2-16,-5 4 0 0,0 0-2 0,0 0 6 15,0 0-10-15,0 0 2 0,6-5 0 0,-6 5 1 16,0 0-3-16,0 0 2 0,5-5-1 0,-5 5-3 16,0 0 6-16,0 0-3 0,0 0 2 0,7-5-6 15,-7 5 3-15,0 0-4 0,6-2 0 0,-6 2 5 0,0 0-5 16,0 0 5-16,0 0-1 0,10-4 0 15,-10 4-1-15,0 0-4 0,8-3 6 0,-8 3-5 0,0 0 1 16,8-1 1-16,-8 1 1 0,0 0-1 0,10-6 0 16,-10 6 2-16,0 0 3 0,9-3-4 0,-9 3-2 15,5-3 0-15,-5 3 7 0,6-2-6 0,-6 2 1 16,0 0-1-16,12-3 1 0,-12 3-3 16,6-2 1-16,-6 2 0 0,8-2 2 0,-8 2 0 0,0 0 0 15,11-2-2-15,-11 2 2 0,0 0-3 0,10-2 2 16,-10 2-3-16,0 0 3 0,8-3 0 0,-8 3-6 15,0 0 6-15,7-2 0 0,-7 2 1 0,0 0 1 16,10-2 0-16,-10 2-7 0,0 0 6 0,9-3 3 16,-9 3-5-16,5-3 6 0,-5 3 0 0,0 0 3 15,6-2-4-15,-6 2 6 0,0 0 0 0,8-2-6 16,-8 2 4-16,0 0-2 0,0 0 2 0,0 0 2 16,9-2-7-16,-9 2 1 0,0 0-1 0,0 0 1 15,0 0 4-15,0 0-5 0,0 0 2 0,0 0-2 16,0 0 0-16,0 0-1 0,8-2 0 0,-8 2 3 15,0 0 0-15,0 0 6 0,0 0-3 0,0 0 3 16,0 0-1-16,0 0-1 0,0 0 2 0,0 0 2 16,0 0 1-16,0 0-5 0,0 0-4 0,0 0 4 15,0 0 2-15,0 0-3 0,0 0-6 0,0 0 5 16,0 0-2-16,0 0-1 0,0 0-2 0,0 0 4 16,0 0-3-16,0 0-1 0,0 0-1 0,0 0 1 15,0 0-2-15,0 0 3 0,0 0-4 0,0 0-1 16,0 0 2-16,0 0 1 0,0 0-3 0,0 0 2 15,0 0 2-15,0 0-2 0,0 0 1 0,0 0 1 16,0 0-3-16,6 7 2 0,-6-7-1 0,0 0 3 16,0 0-1-16,4 4 1 0,-4-4-1 0,0 0 1 15,5 3-3-15,-5-3 3 0,0 0-1 0,6 5 2 16,-6-5-1-16,0 0-1 0,5 4-1 0,-5-4 4 16,0 0-5-16,6 2 0 0,-6-2 1 0,0 0-3 0,0 0 4 15,6 4 0-15,-6-4 0 0,0 0 0 0,0 0 1 16,5 5-7-16,-5-5 7 0,0 0-1 15,0 0-2-15,5 5 2 0,-5-5-1 0,0 0 2 0,4 7-3 16,-4-7 5-16,2 4 1 0,-2-4-9 0,3 6 8 16,-3-6-5-16,0 0 5 0,4 6-4 0,-4-6-2 15,0 0 1-15,4 7 0 0,-4-7 3 0,0 0-3 16,4 7 3-16,-4-7 1 0,0 0-2 0,3 6-4 16,-3-6 11-16,0 0-9 0,0 0 2 0,4 5 0 15,-4-5 1-15,0 0-1 0,0 0 0 0,0 0-1 16,4 5-2-16,-4-5 4 0,0 0-3 0,0 0 1 15,0 0 0-15,0 0 1 0,0 0-3 0,3 6 0 16,-3-6 2-16,0 0 5 0,0 0-2 0,2 6 0 16,-2-6-2-16,0 0-2 0,0 0-2 0,0 0 4 15,7 6-2-15,-7-6 4 0,0 0-2 0,2 6-2 16,-2-6 1-16,0 0 1 0,4 5 0 0,-4-5-5 16,0 0 5-16,0 0 0 0,0 0 0 0,4 5 1 15,-4-5-2-15,0 0 1 0,0 0-2 0,0 0-1 16,2 8 4-16,-2-8-3 0,0 0-4 0,0 0 6 15,3 5-1-15,-3-5-1 0,0 0 4 0,0 0-7 16,0 0 1-16,5 4 3 0,-5-4 0 0,0 0-1 16,0 0-5-16,0 0 9 0,0 0-2 0,0 0 0 15,0 0-1-15,0 0 0 0,0 0 0 0,0 0 1 16,0 0 2-16,5 4-3 0,-5-4-1 0,0 0 2 16,0 0-1-16,0 0-2 0,0 0 2 0,0 0 1 0,0 0-3 15,0 0 2-15,0 0 4 0,0 0-5 16,0 0 3-16,0 0-3 0,0 0 0 0,0 0 0 15,0 0 0-15,0 0 0 0,0 0 4 0,0 0-6 0,0 0 1 16,0 0 2-16,0 0 4 0,0 0-6 16,0 0 4-16,0 0 2 0,0 0-5 0,0 0-1 15,0 0 2-15,0 0 0 0,0 0 1 0,0 0-3 16,0 0 3-16,0 0 2 0,0 0-3 0,0 0 2 0,0 0-4 16,0 0 3-16,0 0-1 0,0 0-2 0,0 0 8 15,0 0-5-15,0 0 2 0,0 0-2 0,0 0-2 16,0 0 3-16,0 0 3 0,0 0-5 0,0 0 6 15,0 0-1-15,0 0-3 0,0 0 3 0,0 0 3 16,0 0-1-16,0 0 1 0,0 0-5 0,0 0 5 16,0 0-4-16,0 0 1 0,0 0-3 0,0 0 2 15,0 0 2-15,0 0-1 0,0 0 0 0,0 0-1 16,0 0-2-16,0 0-1 0,0 0 3 0,0 0-4 16,0 0 2-16,0 0-1 0,0 0-1 0,0 0 3 15,-13-18-3-15,13 18-1 0,0 0 0 0,0 0 0 16,0 0 2-16,0 0-1 0,0 0-2 0,0 0 2 15,0 0 0-15,-2-6-6 0,2 6-8 0,0 0 0 16,0 0-6-16,0 0-6 0,0 0-9 0,0 0 1 16,0 0-10-16,0 0-15 0,-4-7-4 0,4 7-5 15,0 0-16-15,0 0-10 0,0 0 1 0,0 0-24 16,-4-6-8-16,4 6-20 0,0 0-21 0,0 0-111 16,-5-8-299-16,5 8 132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8T05:14:06.7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4769 2974 91 0,'-1'-12'124'0,"-1"3"-4"0,2 9-1 16,-2-14 9-16,-1 8-1 0,3 6 22 0,-2-14-16 16,-3 5 1-16,2 3-17 0,-2-1-10 15,1 2-8-15,-1 0-6 0,1-1-4 0,-1 1-7 16,5 5-14-16,-11-7-4 0,3 3-8 0,1 3-2 16,-4-1-9-16,1 2-6 0,-3 2-5 0,-5 0-8 15,-1 5 3-15,-2-1 0 0,-4 6-3 0,-2-1-3 16,2 1 0-16,2 5 1 0,-3 1-4 0,2 2 1 15,1 2-1-15,2 2 0 0,2-1-4 0,0-1 4 16,5 0-7-16,0 0 2 0,6-5-6 0,2 8 4 16,3-7-5-16,2 6 3 0,2-5 0 0,3 1-6 15,6 3 4-15,7-1 0 0,0-2-5 0,8-1-7 16,3 0-28-16,3-3-24 0,2-2-24 0,3-2-28 16,12 0-28-16,-13-5-29 0,-1-1-153 0,2-1-344 15,-2-2 152-15</inkml:trace>
  <inkml:trace contextRef="#ctx0" brushRef="#br0" timeOffset="402.46">5137 3069 36 0,'-5'-16'176'0,"0"9"-9"16,-4-3-16-16,0 2 0 0,-1 3-17 0,-4 1-2 15,-4 2-19-15,0 2-3 0,-2 6-11 0,1 1 8 16,-7 7-19-16,1 2-11 0,-1 6-9 0,4 0-6 15,5 1-5-15,-1 1-1 0,6 3-9 0,1-3-8 16,0 1 0-16,6-2-6 0,3-3-3 0,1-1 0 16,1-1-2-16,4 0-7 0,1-2 3 0,4-2-10 15,-1-4-14-15,5 2-6 0,-2-5-6 16,2-2-1-16,6 0-8 0,-4-2 20 0,4-2-20 0,-1-4 4 16,0-3 2-16,-1-1 8 0,1-2-4 0,-2-1 9 15,-2-6 4-15,2 2 6 0,-5-2-1 0,3-5 9 16,-4 4 3-16,-2-2 11 0,-3 0-11 0,-1-5 3 15,0 5 0-15,-4 8 6 0,1-1 14 16,1 1 7-16,-1 6 5 0,-1 5-4 0,2-13-4 16,-2 13-11-16,0-8-5 0,0 8-6 0,0 0-5 15,0 0-4-15,0 0 5 0,0 0-3 0,-5 24-3 0,2-7-1 16,0 2-3-16,0 0 0 0,0 7 7 0,1 0-10 16,2-7-12-16,3 7-21 0,-2-7-18 0,4 5-16 15,-2-6-32-15,1 2-23 0,1-4-48 0,1 0-37 16,-1-2-118-16,-2-3-343 0,2-3 152 0</inkml:trace>
  <inkml:trace contextRef="#ctx0" brushRef="#br0" timeOffset="626.14">5397 2971 19 0,'1'-16'247'16,"-2"6"-9"-16,1 2-17 0,0 2-21 0,0 6-19 15,1-10-23-15,-1 10-19 0,0 0-17 0,0 0-13 16,0 0-7-16,0 0-14 0,0 28-4 0,0-2-4 16,-3 5-7-16,1 0-7 0,0 5-6 0,1-2-5 15,0 1-5-15,-2 10-5 0,2-11-3 0,1 0-22 16,0 0-25-16,0-3-31 0,-1-2-25 0,2-1-29 16,2 0-36-16,2-3-46 0,-3-2-147 0,-2-5-344 15,5-1 152-15</inkml:trace>
  <inkml:trace contextRef="#ctx0" brushRef="#br0" timeOffset="1195.83">5735 3146 191 0,'-6'-4'200'15,"-1"2"-15"-15,-4 2-20 0,1 3-14 0,-2 3-2 16,-3 5-25-16,-4 7-5 0,5-1-13 0,-2 2-9 15,1 3-10-15,2 1-10 0,2 0-4 0,4 1-7 16,2-6-7-16,4-1-5 0,2 1-5 16,3-2-4-16,-1 0-6 0,2-4-6 0,0-1-14 0,0-2-7 15,3 0-4-15,1-1 7 0,-2-2-10 0,2-1-5 16,-1-4 0-16,5 2-1 0,-2-5-1 0,1 0 2 16,2-3-2-16,-2-4 1 0,0 2 3 15,3-4 0-15,-4-4 3 0,2-1 1 0,-1 1 0 16,3-7-1-16,-6 5 11 0,-1 0-1 0,0 1 2 15,-3 0 5-15,0 2 7 0,-1 5 4 0,-3 0 0 16,2 3-7-16,-1 0-6 0,-2 6-6 0,3-7-3 16,-3 7-5-16,0 0 3 0,0 0 3 0,1 25-3 15,-2-7-2-15,-1 0-5 0,1 7 3 0,1-6-4 16,1 1 12-16,1-2-9 0,-1 0 2 0,4-2-1 0,3 0 2 16,-2-1 0-16,0-2-2 0,1-5 4 15,3-1 1-15,-1 1 2 0,0-3 0 0,1-3 6 16,3 0 3-16,-1-4-4 0,3-1 2 0,0-6-1 0,-1-1 1 15,2 0-1-15,-1 0 3 0,-1-1 2 0,1-5-2 16,-3 1 2-16,-3-2 11 0,1-1-5 16,-1-1-3-16,0-3-1 0,-4 3-3 0,1 1-1 15,-1 1 0-15,1 1 6 0,-4 6-1 0,2-1-2 16,-3 5-1-16,1 1-8 0,-2 5-5 0,2-9-4 16,-2 9-6-16,0 0 1 0,0 0 3 0,0 0-3 15,8 19 2-15,-8-9-2 0,0 9 3 0,0-2-2 0,0 7 1 16,1 1 0-16,1-7 1 0,0 1-5 15,2-2-9-15,0 0-26 0,-1-1-25 0,4-1-21 16,0-2-29-16,1-1-32 0,0-3-35 0,2 0-42 16,1-4-153-16,-2-1-404 0,2-3 179 0</inkml:trace>
  <inkml:trace contextRef="#ctx0" brushRef="#br0" timeOffset="1404.11">6407 3005 32 0,'2'-18'231'0,"-2"6"-2"16,0 3-9-16,1 3-19 0,-1 6-19 0,-1-12-21 16,1 12-21-16,0 0-18 0,0 0-8 0,0 0-8 15,0 0-6-15,-3 44-7 0,2-12-9 0,-4 0-4 16,2 1-9-16,1 3-7 0,0-1-5 16,1 0-3-16,1-1-11 0,-1 1-23 0,1-1-30 0,1-4-27 15,0-1-47-15,1-2-23 0,4 0-14 0,0-3-25 16,1-8-32-16,2 1-115 0,-3-7-314 0,4-3 138 15</inkml:trace>
  <inkml:trace contextRef="#ctx0" brushRef="#br0" timeOffset="1756.97">6820 3149 124 0,'-4'-7'235'0,"4"7"-29"0,-7-3-22 16,7 3-16-16,-19 6-18 0,2 5-6 0,-3 7-16 15,-2 3-11-15,1-4-14 0,1 5-9 0,4-3-6 16,5-2-12-16,1-2-8 0,3 2-7 16,3-2 2-16,4 1-11 0,0-3-4 0,2-2-9 15,2 0 0-15,1 0-10 0,-1-5-3 0,5 1-5 16,-1-2-12-16,4-1 2 0,-3-3-8 0,2-2-5 16,1-2 2-16,2 0-1 0,-4-5 3 0,2 3-3 0,-1-4-1 15,1-3 3-15,-4 0 0 0,3 0 4 0,-3-1-2 16,-2-3 5-16,0 2 6 0,-3 2 0 15,2 0 0-15,-1 1 8 0,0 1 1 0,-3 4 7 16,2 1-2-16,-3 5-4 0,2-8-11 0,-2 8-4 16,0 0 0-16,0 0-1 0,0 0-2 0,0 0 2 15,10 17 4-15,-7-5-2 0,1 0-4 0,-3 5 0 16,1 1-4-16,5 0-23 0,-3-1-22 0,2 1-28 16,-2 0-32-16,5-4-48 0,-1 1-33 0,-2-5-148 15,-1 1-357-15,0-6 158 0</inkml:trace>
  <inkml:trace contextRef="#ctx0" brushRef="#br0" timeOffset="1997.54">7181 3007 226 0,'0'-16'248'0,"0"6"-4"0,1 0-9 15,-1 3-17-15,0 7-22 0,-1-11-22 0,1 11-23 16,0 0-17-16,0 0-17 0,0 0-8 0,0 0-11 15,-3 48 10-15,2-17-4 0,-2 0-11 0,-1 5-6 16,0 0-11-16,2-2-4 0,-3-3-10 0,4 2-1 16,-2-1-10-16,2-1-1 0,-2-2-4 0,1-3-8 15,-1 1-21-15,3-8-20 0,1-1-25 0,-2 0-23 16,1-2-32-16,0-5-34 0,-1 0-40 0,0 0-40 16,-1-1-34-16,-2-4-127 0,4-6-389 0,-10 3 172 15</inkml:trace>
  <inkml:trace contextRef="#ctx0" brushRef="#br0" timeOffset="2266.25">6979 3210 199 0,'-2'-9'215'0,"2"9"-22"16,0 0-21-16,5-8-17 0,6 4-17 0,-1 2-1 16,10 0-22-16,2-2-8 0,7 1-8 0,2-1-10 15,2 3-8-15,-1-3-8 0,2 1-1 0,-4 1-5 16,1 2-10-16,-2-2-5 0,-7 0-6 15,0 4-5-15,-3 0-2 0,-1-2-8 0,-4 1-5 16,-1 0 2-16,-2 1-6 0,-1 1 5 0,-2 0 3 16,0 1 4-16,-2-1-3 0,2 1 4 0,0 4-6 15,-3 0-1-15,1 5 6 0,-4 3-5 0,2 1-1 16,-2 2-1-16,0 0-2 0,-2 1-1 0,3 0-3 0,-5 4-23 16,2-4-28-16,0-1-21 0,-1 0-45 15,1-3-66-15,0 2-50 0,-1-3-139 0,0-3-379 16,-2-2 167-16</inkml:trace>
  <inkml:trace contextRef="#ctx0" brushRef="#br0" timeOffset="2436.9">7463 2887 49 0,'0'0'119'15,"0"0"-6"-15,0 0-26 0,0 0-34 0,0 0-43 16,0 0-47-16,4 43-29 0,1-20-71 0,-1 3 31 16</inkml:trace>
  <inkml:trace contextRef="#ctx0" brushRef="#br0" timeOffset="2949.42">7694 3224 174 0,'-5'9'180'16,"1"-1"-5"-16,-3 1-12 0,2 3-1 0,-2 3-8 16,1 0-12-16,2 3-14 0,-2-1-14 15,2-2-8-15,3 0-8 0,-1-3-12 0,2 4-9 0,2-4-6 16,0 0-7-16,1 0-5 0,3 1-1 0,-1-5-6 16,0 2-6-16,0-5-3 0,-1 0-2 0,0-3-6 15,-4-2-2-15,9 5-2 0,-9-5-4 16,0 0-3-16,11-3-1 0,-11 3-5 0,8-9-3 15,-5 3-4-15,3-4 0 0,-3 1-2 0,0-3 2 16,0 1-3-16,2-6-5 0,-2 7 5 0,-1-7-3 0,3 1-1 16,-1 1-3-16,2 4 6 0,-3 1 5 0,1 2 3 15,-1 1-4-15,-1 3-4 0,-2 4-2 0,4-9-2 16,-4 9-2-16,8-1 2 0,-8 1-6 0,0 0 3 16,17 12 0-16,-9-3 3 0,1 0-1 15,0 5-4-15,-1-3 0 0,-2-1 3 0,-1 2 0 16,2-1-1-16,-2-3 2 0,0 0 0 0,-1-2 2 15,0-2 1-15,-1 0-4 0,0 1 6 0,-3-5 17 0,4 7 12 16,-4-7 22-16,3 5 8 0,-3-5 2 16,0 0-6-16,0 0-6 0,0 0-8 0,8-15-6 15,-4 7-5-15,0-1-3 0,0 0-4 0,2-1-4 16,0-2-5-16,3-2-5 0,2-1-2 0,0 1-2 16,-1 1-8-16,1 0-2 0,3 3-6 0,-5 2 4 15,1 3-4-15,0-2 1 0,-1 5-4 0,1 0-2 16,-1 4 3-16,-1 0-3 0,1 5 1 0,1 0 0 0,-4 3 3 15,1 0 0-15,1 5 3 0,-2-1 4 16,-2 2-18-16,-2 0-29 0,-1 1-30 0,-2-1-52 16,0 0-65-16,-4-1-256 0,1-3-486 0,-4-2 215 15</inkml:trace>
  <inkml:trace contextRef="#ctx0" brushRef="#br0" timeOffset="3620.43">8484 3262 153 0,'0'0'183'0,"-11"20"-7"0,8-11-12 16,-1 1-7-16,0 6-8 0,2-1-15 0,-1 0-13 15,2 1-10-15,4 0-7 0,-2-3-12 0,1-1-2 16,1-1-8-16,1-1 3 0,2 0-11 0,2-2 0 16,1 0-4-16,0-2 4 0,0-3 1 0,-2 0-5 15,6-2-5-15,0-3 27 0,0 0-10 0,0-1-8 16,-1-3-6-16,2-4-4 0,2 1-8 0,-6-3-11 15,0-2-2-15,-3 0-3 0,1-1-6 0,-6-2-4 16,-1-1-5-16,-1 0-4 0,-4-1-4 0,-5-5-1 16,4 5 0-16,0 4-2 0,-4-1 1 0,1 2-4 15,2 4 0-15,2 1 5 0,2 4-6 16,2 5-4-16,-7-11-1 0,5 7-5 0,2 4-2 0,0 0-2 16,-6-5 2-16,6 5-2 0,0 0 5 0,0 0-5 15,0 0 5-15,0 0 4 0,27 16-5 0,-13-13-3 16,7 0-8-16,6-3-2 0,3 0-5 0,2-2-2 15,4-2-2-15,0-2-1 0,-2-2 1 0,1-3 5 16,-6-1 0-16,-2 0 5 0,-8 2-1 0,-2-3 12 16,2-5 13-16,-7 4 2 0,-3-2-2 15,-1-7 3-15,-2 5 3 0,-1 0 2 0,-3 2 5 0,1-1 1 16,-2 5 13-16,1 2 0 0,-2 1-8 0,0 1 3 16,0 8 5-16,1-10-15 0,-1 10-8 15,0 0-5-15,0 0-4 0,0 0 1 0,0 0-1 16,-5 36-3-16,2-5 2 0,-3 16-5 0,-1 5 14 0,1 3 2 15,1 2 2-15,-2-1-3 0,2-1-1 0,-3-2-1 16,2-2 1-16,1-3-2 0,3 0-2 0,-1-16 1 16,2 0-1-16,-1 1-1 0,4-3 5 0,-2 1-2 15,0-2-2-15,0-10-11 0,4 5-33 0,-4-7-41 16,1-5-39-16,-1-1-53 0,1-2-51 0,-1-9-52 16,-1 15-174-16,1-15-480 0,-8 6 213 0</inkml:trace>
  <inkml:trace contextRef="#ctx0" brushRef="#br0" timeOffset="3778.14">8855 3483 2810 0,'5'-9'-5'0,"1"-1"10"15,-2 2-3-15,1 1-2 0,-2 0 2 16,1 3 4-16,2-1 3 0,2-3-3 0,1 3 0 0,3 1-4 16,6 1 4-16,4 0-3 0,6-2-1 15,4 2 1-15,3 3-14 0,2-3-38 0,0 2-56 16,2-3-77-16,14 4-237 0,-12-5-453 0,-3-2 200 0</inkml:trace>
  <inkml:trace contextRef="#ctx0" brushRef="#br0" timeOffset="4208.14">9914 3079 30 0,'0'0'245'0,"2"-10"-25"0,-2 10-27 15,0-8-23-15,0 8-20 0,0 0-9 0,0 0-24 16,0 0-1-16,-3 31-1 0,-2-6-5 0,0 7-8 16,-2 4-3-16,-4 9-4 0,-4 3 20 0,4-2-13 15,2-11-7-15,2-2-4 0,-1-1-13 0,2 0-4 16,-1-1-10-16,3-3-4 0,-1-2-4 0,3 2-6 15,-1-9-6-15,2 0-15 0,-2-7-24 0,3 3-27 16,-1-3-28-16,2-1-29 0,-1-11-33 0,0 15-40 16,0-10-28-16,0-5-26 0,3 5-122 15,-3-5-355-15,0 0 157 0</inkml:trace>
  <inkml:trace contextRef="#ctx0" brushRef="#br0" timeOffset="4710.82">9889 3098 12 0,'10'-16'174'0,"3"2"-17"16,2 3-13-16,2 0-5 0,1 6-11 0,2 1-11 16,2 3-6-16,-4 1-6 0,2 3-6 15,6 7-4-15,-10 1-6 0,6 6-2 0,-7-5-1 0,1 9-12 16,-6-3-6-16,3 3-5 0,-7 5-1 0,-2-1-11 16,-7 0 2-16,-4 0-6 0,0-1-3 0,-7 0-7 15,-1-5 0-15,-7 2-8 0,7-10 2 0,-10 3-5 16,6-4 0-16,3-3-3 0,-1-2-2 0,-1-1-1 15,3-1 0-15,3-1-1 0,1-1 9 16,4-1 6-16,7 0-6 0,-11-3 3 0,3 0 1 0,8 3-1 16,0 0-2-16,-11 0-3 0,11 0-8 0,0 0-2 15,0 0 0-15,0 0-6 0,0 0 1 16,0 0-2-16,0 0-1 0,21 16 0 0,-8-7 0 0,-2-3-3 16,8 2-1-16,0 1 4 0,-5 0-2 15,5 0 2-15,-1-1 2 0,10-1 4 0,-1-1 1 16,2 0 3-16,-1 1-1 0,-1-5 0 0,-5 0-1 0,5-3 1 15,1 1 1-15,-9-1 4 0,-2-3 6 0,-4 2 3 16,-2-2 2-16,2-2 2 0,-2 1 1 16,-2-2 10-16,0-1 3 0,-1 0 4 0,-2-1-1 15,-2-2-3-15,1 0-1 0,-1-1-12 0,-3 0 19 16,1-3-18-16,-2 3 0 0,1 0-7 0,-4 2 4 16,5 3 3-16,-2 7-4 0,-2-13-3 0,2 13-11 0,-1-10 3 15,1 10-9-15,0 0-4 0,0 0 5 0,0 0-8 16,0 0-1-16,0 0 0 0,0 0-1 15,-4 26-4-15,4-14 4 0,3 2 4 0,-1 1-14 16,1 2-13-16,-1-1-26 0,4-1-31 0,-3 0-25 16,4 1-34-16,-1-4-40 0,3 2-49 0,-1-6-53 15,-2 1-169-15,2 0-482 0,2-5 213 0</inkml:trace>
  <inkml:trace contextRef="#ctx0" brushRef="#br0" timeOffset="4860.78">10460 3079 47 0,'0'0'98'0,"0"0"-34"16,0 0-32-16,0 0-31 0,0 0-42 0,0 23-43 16,2-16 19-16</inkml:trace>
  <inkml:trace contextRef="#ctx0" brushRef="#br0" timeOffset="5096.01">10727 3106 21 0,'1'-7'294'0,"3"0"-20"15,-4 7-16-15,4-10-15 0,-2 5-19 0,-2 5-20 16,3-11-22-16,-3 11-23 0,0 0-16 0,0 0-20 16,0 0-15-16,0 0 4 0,4 39-5 0,-5-9-6 15,-2 6-3-15,0 14-9 0,0 2-4 0,-2 0-10 16,1-3-4-16,0 0-7 0,3-13-5 0,-2-2-6 15,1 0-7-15,2-2 2 0,-4 0-8 0,4-6-2 16,1 3-5-16,-1-3-15 0,3-1-28 0,-3-7-25 16,1 0-23-16,0-1-28 0,-1-5-36 0,0-1-40 15,1-2-42-15,-1-9-37 0,-2 13-168 0,2-13-443 16,0 0 196-16</inkml:trace>
  <inkml:trace contextRef="#ctx0" brushRef="#br0" timeOffset="5304.08">10797 3265 23 0,'11'-9'171'0,"5"1"-14"0,-4 3-9 15,1 3-5-15,0 2-6 0,-1 2-9 16,0 4 3-16,0 1-7 0,-1 6-5 0,-5 1-7 0,4 3-4 16,-1 7-7-16,-6-5-7 0,1-2-8 15,-4 0-9-15,-2 2-4 0,-2-2-10 0,-1 0-3 16,-1-1-5-16,-3 0-9 0,1-2-26 0,-5 1-28 0,2-4-38 15,2-1-32-15,0-3-48 0,1-1-41 16,0 0-126-16,-1-3-315 0,2-1 140 0</inkml:trace>
  <inkml:trace contextRef="#ctx0" brushRef="#br0" timeOffset="5544.55">11044 3192 1690 0,'10'-28'33'16,"1"3"57"-16,-6 9 18 0,1 4 5 0,-4 0-4 0,2 2-14 15,-1 6-16-15,-2-4-17 0,-1 8-14 16,1-11-7-16,-1 11-8 0,3-4-3 0,-3 4-4 16,0 0 6-16,0 0 11 0,1 40 16 0,-1-12 3 15,-1 1 5-15,0 7-1 0,-2 11-5 0,-3 0 0 16,2-12-8-16,1 0 0 0,0 0 0 0,-2-4-8 16,2 3-5-16,-1-5-6 0,5 0-2 0,-4-1-17 15,0-3 13-15,2-6-25 0,1-1-28 0,-2-1-29 16,1 0-36-16,0-1-36 0,-1-3-45 0,2-3-50 15,2-1-43-15,-2-9-139 0,-4 12-435 0,4-12 193 16</inkml:trace>
  <inkml:trace contextRef="#ctx0" brushRef="#br0" timeOffset="5747.88">11169 3281 50 0,'12'-12'206'0,"-1"-1"-22"16,-3 6-10-16,1 1-13 0,1 0-7 0,2 3-14 15,-3 3-6-15,1 0-11 0,2 5-2 0,-1 2-6 16,-2 0 1-16,1 7-15 0,-1 1-5 0,-3 1-4 16,-1 1-4-16,-1 0-11 0,-5-2-8 0,-2 6-3 15,0-4-8-15,-3-1-4 0,-4 0-20 0,1-1-26 16,-1-4-34-16,0 3-32 0,0-5-40 0,1-1-45 16,0-4-58-16,-3 3-116 0,7-5-341 0,5-2 152 15</inkml:trace>
  <inkml:trace contextRef="#ctx0" brushRef="#br0" timeOffset="5960.64">11510 3036 237 0,'2'-9'281'0,"-1"2"-26"0,2 1-31 0,-3 6-23 16,3-6-28-16,-3 6-17 0,0 0-14 0,0 0-6 15,7 15-8-15,-6 1 1 0,1 8-9 16,0 4-7-16,-2 1-12 0,1 0-6 0,-2 1-9 0,1 3-8 15,0 1-5-15,0-3-7 0,0 2-6 0,0-1-6 16,0-2-20-16,-2-3-36 0,4-1-25 0,-2-6-43 16,-2-1-41-16,0-1-37 0,2-2-46 15,4 1-205-15,-8-4-432 0,3-4 193 0</inkml:trace>
  <inkml:trace contextRef="#ctx0" brushRef="#br0" timeOffset="6210.77">11679 3515 134 0,'12'-8'216'0,"-1"-2"-12"15,0 1-10-15,-3-1-11 0,5-2-11 0,3 1-10 16,-5-2-8-16,2 1-8 0,-4 3 0 0,-2-2 1 16,4-1-10-16,-4 3-7 0,2-5-13 0,0 2-6 15,-4-4 2-15,0 1-3 0,0 3-5 16,-1 0-2-16,-1 0-4 0,-3 0-5 0,1 2-5 0,0 1-7 16,-2-1-18-16,1 10 12 0,-3-12-8 0,3 12-10 15,-5-7-9-15,5 7-9 0,-8 0-3 16,-1 9 1-16,-2 2 6 0,-3 6 0 0,-4 5-6 15,2 0 2-15,-2 2-3 0,3-2-2 0,6 0-7 16,1 3 1-16,6-5-30 0,2-1-25 0,1-2-25 16,5 2-40-16,12 1-42 0,2-4-51 0,-2-6-68 15,12 1-271-15,0-4-566 0,9 1 250 0</inkml:trace>
  <inkml:trace contextRef="#ctx0" brushRef="#br0" timeOffset="6630.46">12854 3039 119 0,'-4'-7'306'0,"4"-1"-27"16,0 8-30-16,-7-10-20 0,7 10-23 0,-2-8-28 15,2 8-23-15,0 0-16 0,0 0-17 0,-13 11-1 16,6 6-3-16,-6 12 12 0,2 6-2 0,-6 12-4 15,1 5 0-15,-3-1-11 0,1-3-14 0,5 2-6 16,0-7-7-16,2 3-6 0,7-11-11 0,-4-3-3 16,2 3-21-16,0-1 15 0,-1 0-8 0,5-3-4 15,-3 1-2-15,2-2-7 0,2-1-12 0,-1 0-27 16,6-6-30-16,-1-4-26 0,1 0-41 0,-4-2-38 16,0-5-47-16,2-1-55 0,-2-1-49 0,0-10-153 15,0 12-473-15,0-12 210 0</inkml:trace>
  <inkml:trace contextRef="#ctx0" brushRef="#br0" timeOffset="7106.61">12596 3489 2103 0,'-2'-15'0'0,"0"0"19"0,2 5-1 16,0 0 2-16,-2 4-11 0,6-3-2 0,0 5-8 16,3-2 7-16,5 1-5 0,5-1 1 0,10 1 3 15,3 2-1-15,3-3 4 0,3 2 7 0,5 1-11 16,-3 0 2-16,11-3 0 0,5 2-1 0,-13 1 1 15,10-2 0-15,-17 1 1 0,1 0-1 0,0-2-4 16,-15 3 6-16,2 1-2 0,-3-2 7 16,-8-1 14-16,0 2 8 0,-2 0 8 0,-5 0-3 0,3-2-5 15,-5 0-2-15,-2 5 2 0,5-8-1 0,-5 8-3 16,-1-8-6-16,1 8-2 0,-8-7-3 0,8 7-3 16,-14 0-3-16,14 0 0 0,-20 7-6 0,6 3 3 15,-1 5-5-15,-3 3 2 0,2 1-2 0,0 3 2 16,3-1-3-16,3-3 1 0,0 0-3 0,7-1 0 15,-3-2 5-15,4 1-4 0,2-1 1 16,0-3-2-16,2-1 2 0,0-2 1 0,2 2-4 0,1-4 3 16,-1-2 1-16,2 1 3 0,6-3-1 0,-7-2-2 15,6-1-2-15,1-1-1 0,1-1-1 16,-2-5 1-16,0 3-1 0,0-2 0 0,-1-3-1 0,-1 2 3 16,-1-1-1-16,-3-3-3 0,6-3 1 15,-4 1 1-15,0-2-3 0,-3 4 1 0,0-1-1 16,4 2 0-16,-6 3 0 0,2-2-1 0,-1 4-1 0,-1-1-3 15,-2 6-1-15,4-6-3 0,-4 6 2 0,0 0-1 16,0 0 0-16,0 0 2 0,7 16 3 16,-7-6-2-16,2 0 3 0,1 1-1 0,-1 1-11 0,2 0-27 15,-1 5-34-15,-1-4-47 0,4-1-51 16,1 2-47-16,-5-2-136 0,5-5-387 0,-2 0 171 16</inkml:trace>
  <inkml:trace contextRef="#ctx0" brushRef="#br0" timeOffset="7334.76">13614 3310 160 0,'0'0'208'0,"-3"-9"-19"0,3 9-16 16,-10-1-5-16,10 1-23 0,-14 5-6 0,9 1-9 15,-3 4-1-15,-2 6-4 0,1 0-2 0,-2 8-8 16,5-6-9-16,-2 6-6 0,4-6-8 0,0 0-12 15,4 2-6-15,4-2-5 0,0 0-3 0,4 0-8 16,0-2-18-16,1-1-25 0,5-2-31 0,1-1-31 16,2-2-55-16,4-3-39 0,9-1-51 0,-3 0-143 15,2-5-362-15,-6-1 160 0</inkml:trace>
  <inkml:trace contextRef="#ctx0" brushRef="#br0" timeOffset="7570.67">14027 3115 236 0,'3'-12'248'0,"-1"0"-5"0,-2 3-8 0,0 4-15 15,0 5-23-15,2-11-19 0,-2 11-26 16,0 0-15-16,0 0-18 0,0 0-8 0,0 0 20 16,4 38-3-16,-4-12 5 0,0 3-12 0,-2 3 4 15,0-2-7-15,2 5-11 0,-2 0-11 0,2-3-19 0,0-2 1 16,0 2-2-16,2-2-13 0,-2-2 2 0,2-3-13 15,-4-5-24-15,4-2-31 0,0-1-34 0,-1-1-41 16,1-3-43-16,0-2-59 0,-2-2-64 16,2 1-225-16,-2-10-508 0,0 0 226 0</inkml:trace>
  <inkml:trace contextRef="#ctx0" brushRef="#br0" timeOffset="7937.32">13930 3392 1801 0,'0'0'15'0,"0"-10"-15"15,0 10 20-15,0-10-18 0,0 10 11 16,2-9-6-16,-2 9 2 0,10-6-4 0,-3 2 3 16,3 3 11-16,0-2-9 0,5 1 5 0,3 1 6 15,2 1 0-15,-1 0-1 0,-4 0 5 0,5 0-7 16,1 3 0-16,-4-1-1 0,0 0 1 0,-5 0-7 16,-2 3 1-16,-1-2 0 0,0 4 8 0,-1 0 8 15,-2 0 0-15,0 0-4 0,-4 3 1 0,0-1 10 16,-1 2 7-16,1 1-2 0,-2 2 0 0,2-1-7 15,-2 2 1-15,0-2 1 0,2-1-4 0,0-1-1 16,1-1-2-16,1 2-4 0,1-2-1 0,-2-1 0 16,3 1-2-16,0-6-1 0,3 1 1 0,1-1-3 15,1-2 5-15,2-2 4 0,5 0-1 0,0-4 1 16,-5 1 4-16,1-2-1 0,-5 0 8 0,0-2 5 16,1 1-2-16,-1-4-1 0,-1 2-5 0,-3-4-6 15,1 1-2-15,-2-4-3 0,1-1-15 0,-2 0-7 16,-3-3-14-16,0 2-11 0,-1 0-17 0,1 6-16 15,-3-2-21-15,-3 4-27 0,2-1-38 0,1 4-48 16,3 6-46-16,-8-8-150 0,8 8-417 0,-18-2 184 16</inkml:trace>
  <inkml:trace contextRef="#ctx0" brushRef="#br0" timeOffset="8344.19">14380 3627 213 0,'6'0'209'0,"-6"0"-21"16,15-3-9-16,-7-2 0 0,1 1-5 16,3-3-13-16,-1-1-7 0,-1-1-7 0,2-3-11 0,1-1-15 15,0 0-11-15,6-7-12 0,-3-1-8 0,-3 0-11 16,3 0-5-16,-3-3-11 0,-2 1-6 0,1-1-5 16,-3-1-5-16,-3 0-5 0,-2 6-2 0,-1 0 0 15,0 3 4-15,-1-1 8 0,-2 5-4 16,0 1-2-16,0 2-3 0,0-1-1 0,-4 1-6 15,1 1-3-15,3 8-6 0,-3-10-5 0,3 10-2 16,-4-8-3-16,4 8-3 0,-3-4-6 0,3 4-7 16,0 0-4-16,0 0-5 0,0 0 0 0,0 0 1 0,0 0 2 15,0 0 0-15,0 0 1 0,32 8 2 16,-14-3-1-16,-2-1-2 0,6-3-1 0,-1 1 2 0,-2 4 1 16,0-4-2-16,-2 2-1 0,-3 0 2 15,-1 1 0-15,-1 2-2 0,-1 0 2 0,-4 1 0 16,1 3 1-16,-2 0-2 0,-2 1 4 0,0 5 3 15,-4 2 3-15,-1 0 2 0,-2-2 5 0,1 2 0 16,-1-2-2-16,-2 1-2 0,1-3-1 0,-1-1 0 0,1-1-1 16,0-1-23-16,2-3-42 0,0 0-45 15,-1-3-68-15,3 2-56 0,-3-2-189 0,3-6-450 16,0 0 199-16</inkml:trace>
  <inkml:trace contextRef="#ctx0" brushRef="#br0" timeOffset="8513.94">15113 3248 109 0,'0'0'224'0,"0"0"-24"0,0 0-21 0,0-9-21 16,0 9-15-16,0 0-16 0,0 0-12 0,0 0-22 16,-14 25-32-16,11-15-42 0,1 3-42 0,0 2-56 15,0 3-50-15,-1 0-71 0,5 0-216 0,-2-1 96 16</inkml:trace>
  <inkml:trace contextRef="#ctx0" brushRef="#br0" timeOffset="8637.62">15154 3570 84 0,'0'0'187'0,"0"0"-12"0,0 0-16 16,5 9-12-16,-5-9-10 0,0 0-14 0,6 5-9 16,-6-5-22-16,0 0-43 0,13 1-54 0,-13-1-71 15,22-4-122-15,-13-2-214 0,4 2 95 0</inkml:trace>
  <inkml:trace contextRef="#ctx0" brushRef="#br0" timeOffset="8783.19">15426 3430 2287 0,'0'0'126'0,"5"-3"-87"0,-5 3-25 16,0 0 15-16,0 0 10 0,7-6-5 0,-7 6-6 0,0 0-11 16,0 0-3-16,3-5 0 0,-3 5-15 15,0 0-15-15,0 0-34 0,0 0-34 0,0 0-35 16,10-1-40-16,-10 1-41 0,0 0-136 0,0 0-363 15,0 0 161-15</inkml:trace>
  <inkml:trace contextRef="#ctx0" brushRef="#br0" timeOffset="9984.12">4451 4083 41 0,'0'0'139'0,"-5"-5"-8"0,5 5-15 0,0 0-4 16,0 0-15-16,0 0-10 0,0 0-7 0,0 0-5 15,0 0-6-15,0 0-6 0,0 0-3 0,0 0-6 16,0 0 12-16,0 0-24 0,11-7 15 0,-11 7-9 0,13-1 4 15,-5 2 3-15,4-2-1 0,0 1-18 0,8-1 12 16,0 0-1-16,9-1-4 0,2 2 3 16,4-3-8-16,0 0-6 0,4 2-1 0,16-2 1 15,-15 0-5-15,21 1-1 0,-1-4 2 0,4 3-1 16,27-1-5-16,-30 1-2 0,30 2 0 0,-27-3-3 16,3 2 1-16,25-2-4 0,-30 1 2 0,32 2-3 15,-32 1 1-15,29-3-4 0,-26 2-2 0,35-1 5 16,-5-1 2-16,-1-4-1 0,2 5-2 0,-4 2 1 15,-2 0-1-15,6-4 8 0,1 3-2 0,1-5 3 16,1 2 1-16,3 2-2 0,-1 2-1 0,-2-6-1 16,3 5-4-16,-2 0 2 0,2-1-1 0,-2 1-1 15,2-3 0-15,0 0 3 0,4-5-6 0,-1 7 3 16,1 0-1-16,7-5 5 0,-6-1 2 0,-1 4-1 16,3-3-1-16,-1 0 2 0,6 1-1 0,-1 0 4 15,-1-1-3-15,2 4-1 0,1 0 0 0,0-4-1 16,4 4-1-16,-2 1 0 0,6 2 2 0,-4-9-2 15,-7 8 0-15,1-5 0 0,7 4 0 0,2-1 0 16,0 1 2-16,3 2-1 0,2-3-7 0,-1 1 2 16,-1-1 2-16,7 1-1 0,2-3 0 0,4 1 0 15,3 1-2-15,-4 1 2 0,-2-4 4 0,2 1-4 16,-4 1-3-16,6 0 4 0,-2-2-1 0,-2 2 0 16,-7 1-6-16,-2-3 6 0,2 3 1 0,2 0-7 15,1-2 3-15,-6 3 1 0,3 0-2 0,-4 0 1 16,-5 0 2-16,9 4 0 0,-9-7-1 0,-3 2 3 15,-1-2-7-15,-3 3 0 0,-7-4 0 0,1 5-2 16,-3-2 0-16,-1 0 2 0,2-1-3 0,-6 0 4 16,-2 1-2-16,-1 4 1 0,-5-3 0 0,-25 3 1 15,31-1-1-15,-33-1-2 0,0 5 2 16,2-6 0-16,0 6 3 0,-2-2-4 0,-3 1 1 0,-2-2 3 16,-3-1-6-16,-5 2 2 0,-14-4 3 0,-1 4 2 15,-3-1 3-15,-4-1 6 0,0-1 0 0,-9 2 0 16,-6-1 7-16,-1 0 0 0,-4 0 3 0,-1 1 2 15,-7-1 3-15,14 2-8 0,-14-2 7 0,0 0-5 16,15 0-2-16,-15 0 0 0,5-3-1 0,-5 3-7 16,0 0 8-16,0 0-16 0,0 0-12 0,0 0-20 15,10 1-33-15,-10-1-40 0,0 0-43 0,0 0-64 16,0 0-81-16,0 0-233 0,-30-10-555 0,12 6 246 16</inkml:trace>
  <inkml:trace contextRef="#ctx0" brushRef="#br0" timeOffset="14597.9">7439 4503 148 0,'0'0'185'0,"-8"-3"-9"0,8 3-10 0,-9-4-8 0,9 4-4 16,-6-3-7-16,6 3-4 0,0 0-5 16,0 0-8-16,-10-2-9 0,10 2-11 0,0 0-8 15,0 0-13-15,0 0-10 0,0 0-7 0,0 0-6 16,0 0-11-16,0 0-2 0,21-8-6 0,1 4-4 15,9-1-4-15,6 0 0 0,18-4-25 0,-3 2-6 16,-1 4-5-16,-12-4-13 0,13 0-20 0,-17 5-16 0,-5-1-9 16,0 0-26-16,-11 2-14 0,1-2-24 15,-7 2-19-15,-2-1-11 0,1 2-15 0,-3-2-103 16,-9 2-289-16,10 2 129 0</inkml:trace>
  <inkml:trace contextRef="#ctx0" brushRef="#br0" timeOffset="14832.4">7841 4421 104 0,'0'0'152'0,"0"0"-8"15,-9-2-9-15,9 2-11 0,0 0-10 0,0 0-11 16,0 0-11-16,0 0-16 0,0 0-3 0,0 0-12 0,-9 5-3 16,9-5-6-16,2 12 3 0,-2 0-2 15,0 0 8-15,0 5-1 0,1 8-1 0,2-6-2 16,-5 6-1-16,4 4-7 0,-4 1-7 0,4-1-3 15,-2-3-3-15,0 3 1 0,-2 0-3 0,6-2-4 16,-3 0-13-16,2 1-30 0,-3-1-27 0,4-1-25 0,-3-9-33 16,-1 2-27-16,1 1-32 0,-2-2-90 15,1-3-265-15,-1-4 118 0</inkml:trace>
  <inkml:trace contextRef="#ctx0" brushRef="#br0" timeOffset="15149.37">8004 4813 140 0,'0'0'141'15,"0"0"-12"-15,0 0-16 0,0 0-2 0,0 0-10 16,2 24-10-16,-1-15 6 0,1 2 0 0,2-2-21 16,0 2 0-16,1-1-6 0,2 0-2 0,1-2 4 15,2 1-3-15,3-2 0 0,2-1 4 0,2-1 0 16,0-2 0-16,0-3-5 0,1-1-5 0,0-1 1 15,0-2 1-15,-4-4 8 0,-2 2-1 0,-1-2 3 16,-1 1-7-16,-2-3 3 0,1 0-14 0,-1 0 1 16,-1-6-8-16,-3 6-4 0,-1-2-6 0,-2 0-3 15,-2-1-4-15,-3 0-4 0,0 2-3 0,0-1-4 16,-5-1-13-16,4 6-6 0,-3-3-3 0,1 3-20 16,-2 3-24-16,-3-1-26 0,2 5-16 0,-3 0-19 15,-5 7-22-15,2-2-40 0,-2 4-23 0,3 1-137 16,-1 1-353-16,6-3 156 0</inkml:trace>
  <inkml:trace contextRef="#ctx0" brushRef="#br0" timeOffset="15393.18">8405 4621 1764 0,'-1'-26'29'15,"1"8"30"-15,-3-2-8 0,2 2 5 0,-1 6 3 16,2-4 15-16,0 7-6 0,-1 0-6 0,1 9-7 15,0-12-8-15,-1 5-8 0,1 7-5 0,0 0-12 16,0 0 0-16,0 0-8 0,0 0 2 0,1 29 1 16,4-4 9-16,-1 7-2 0,0 1 1 15,-1-1-2-15,-2 3-3 0,2-3 3 0,-1 0-2 16,3-3-4-16,-1 1 3 0,-3-2-2 0,3-1-3 0,-1-2-17 16,-1-6-31-16,-1-2-30 0,1-1-23 0,-1-3-42 15,2-3-28-15,-1-1-30 0,-1-3-159 0,2 0-373 16,-3-6 165-16</inkml:trace>
  <inkml:trace contextRef="#ctx0" brushRef="#br0" timeOffset="15898.27">8304 4646 104 0,'31'-4'118'0,"-2"3"-11"0,3 0-9 16,2 1-8-16,4-2-11 0,-1 2-11 0,0 0 0 15,2 0-9-15,0 0-11 0,-2-1-3 0,-3-1 0 16,-3 1-5-16,-2 1-3 0,-8 1-7 0,-3-2-7 16,-3 1 6-16,-5-1-4 0,-1 1 1 0,-3-1 9 15,-6 1 0-15,11 1 11 0,-11-1 3 0,0 0 4 16,0 0-3-16,0 0-8 0,0 0 3 0,0 0-8 16,-26 4-1-16,8 1 4 0,-7 5 1 0,-2 2 0 15,1 1 0-15,1 3-2 0,2 2 8 0,0 0-12 16,0 1 1-16,4-2-1 0,7-3-6 0,0 3-1 15,4-3 0-15,4 3-5 0,3-6-1 0,1 1-2 16,2-1 2-16,2 0-4 0,1-1 5 0,3-1-6 16,1-3 2-16,1-1-2 0,8 2-1 0,0-7 1 15,1 0 0-15,0-3 0 0,-1-1 2 0,1 1-6 16,-2-4 3-16,-1 0 3 0,0-1 6 0,-7 0 3 16,1 2 5-16,0-4-3 0,-2 0 1 0,-3-1-4 15,0-4 1-15,-1 4-1 0,-2-2 0 0,0 3-4 16,-2-1 8-16,-2 0-5 0,1 3-1 0,1 8-3 15,-1-12 4-15,1 12-14 0,0-10-6 0,0 10-2 16,0 0-1-16,0 0-3 0,0 0 3 0,0 0-3 16,-7 25 3-16,5-12-1 0,2 2-1 0,-1 0 4 15,2 3-7-15,3-1 6 0,1-1 0 0,2 0-2 16,1 0-2-16,1-2-20 0,-1-5-12 0,3 1-15 16,3-2-14-16,4-3-22 0,0 0-27 0,1-3-22 15,2-3-27-15,-1-2-14 0,8-7-17 0,-9 5-106 16,-2-3-320-16,-2-1 142 0</inkml:trace>
  <inkml:trace contextRef="#ctx0" brushRef="#br0" timeOffset="16085.6">9119 4625 51 0,'-2'-27'149'0,"0"8"5"0,2-7 10 0,0 7 1 0,-1 3 2 16,1 4-4-16,-1 1 3 0,1 1-10 0,-1 4-17 16,1 6-14-16,0 0-13 0,-3-13-19 0,3 13-14 15,0 0-8-15,0 0 2 0,-9 26 3 0,7-7 5 16,-1 11 1-16,-1 2 1 0,-1 0-6 0,1 3-7 15,0 0-4-15,2 0-4 0,-1-2-7 0,3 3-6 16,2-2 0-16,-2-1-16 0,1 0-33 0,1-3-43 16,2-2-46-16,0-1-56 0,0-2-59 0,1 0-185 15,-2-6-420-15,-1-4 186 0</inkml:trace>
  <inkml:trace contextRef="#ctx0" brushRef="#br0" timeOffset="16511.34">10057 4556 37 0,'-11'-5'202'0,"3"0"-11"0,-3 1-2 0,-3 1-13 16,2 2-14-16,-6 4-10 0,0 2-7 0,-7 8-11 15,6-4-9-15,-3 8-9 0,1 4-11 0,1-2 3 16,1 6-19-16,5-4-18 0,3 3-11 0,3-5-8 16,3 5-8-16,5-3 7 0,2 3-11 0,3 1-6 15,4-6 3-15,4-4-4 0,5 3-10 0,2-1-7 16,-1-9-17-16,8 2-18 0,4-3-29 0,2-4-21 16,2-2-27-16,-1-3-36 0,1-1-19 0,-1-3-16 15,-3-6-119-15,-3 4-308 0,0-4 137 0</inkml:trace>
  <inkml:trace contextRef="#ctx0" brushRef="#br0" timeOffset="16875.37">10437 4412 168 0,'1'-17'179'0,"-1"0"6"16,0 7-5-16,2-1-6 0,-4 4-6 0,2 7-17 16,3-12-19-16,-3 12-17 0,-1-8-19 0,1 8-7 15,0 0-15-15,0 0 0 0,1 36-1 0,-2-7-1 16,-1 5-3-16,2 11-9 0,-1 1 1 0,1-11-5 15,0-1-3-15,0 0-5 0,0 0-3 0,1-4-1 16,1-3-6-16,0-1-2 0,-1-9-7 0,1-1 2 16,-1-3-3-16,-1-1 1 0,1-4-4 15,1-1 1-15,-2-7 5 0,0 11 2 0,0-11 18 0,1 7 17 16,-1-7-2-16,0 0-6 0,0 0-7 0,0 0-5 16,0 0-4-16,0 0-5 0,0 0-3 0,-1-31-6 15,2 19-8-15,3-6-1 0,2-2-10 16,3-3-4-16,2 0-9 0,5 0-3 0,-1-1-6 0,3 1 2 15,-4 9-4-15,1 2 1 0,0 2-2 0,-3 4 0 16,1 3 2-16,1 3-3 0,0-1-2 0,-1 6 3 16,3 4-2-16,-1-1-1 0,0 5-10 0,-2 1-4 15,-2 1-8-15,1 2-14 0,4 3-17 0,-5-4-22 16,-2 0-15-16,1 0-17 0,0 0-17 0,1-2-31 16,1 0-26-16,2-3-137 0,0-2-360 0,1-3 159 15</inkml:trace>
  <inkml:trace contextRef="#ctx0" brushRef="#br0" timeOffset="17210.91">11202 4568 32 0,'-8'-15'227'0,"-3"1"-15"0,-3 5-19 16,3 2-18-16,-2 2-9 0,-5 2-22 0,3 5-11 16,-4 2-15-16,-6 6-6 0,1 5-7 0,1 2-8 15,1-2-13-15,3 4-3 0,6-6-11 0,3 2 4 16,0 1-17-16,5 0-5 0,0 0-2 0,3-1 0 15,2 2-9-15,3-5 0 0,2-1-6 0,3-1-2 16,-2-2-1-16,3-1-2 0,-3-3-3 16,6-1-3-16,-2-2 1 0,0 1 6 0,2-2 0 0,-2-3-1 15,1-2-3-15,-2 0-1 0,2 1 0 0,-3-4-3 16,3 1-2-16,-5-3 0 0,2 1 0 0,-2-1-3 16,1-1-6-16,-2-2 2 0,1 3-3 15,-3-1 6-15,2 4-10 0,0-3 8 0,-5 5-1 0,0 5-5 16,4-7-5-16,-4 7-3 0,5-5-2 0,-5 5-1 15,0 0-2-15,0 0 3 0,5 16 1 0,-4-8 0 16,1 4-9-16,-1 0-23 0,0 5-19 0,2-1-36 16,-1-1-32-16,1-3-36 0,2 4-36 0,3 1-184 15,-6-3-405-15,3-3 179 0</inkml:trace>
  <inkml:trace contextRef="#ctx0" brushRef="#br0" timeOffset="17581.12">11357 4649 11 0,'0'0'138'0,"0"0"-3"0,0 0-2 0,0 0 4 16,13 20 5-16,-9-12-10 0,-3 3 2 0,2 2-16 0,0 1 0 16,0-2-10-16,-1-2-9 0,-2 3-10 0,3-4-9 15,-2 2-4-15,-1-4-12 0,2-1-2 16,-2-6-2-16,1 9 12 0,-1-9 10 0,2 8 17 15,-2-8 13-15,0 0-5 0,0 0-6 0,0 0-4 16,0 0-18-16,0 0 4 0,0 0-21 0,0 0-8 0,0-26-1 16,2 17-9-16,0-3 0 0,-2 1-6 15,4 0-6-15,4-5-5 0,-2 2 0 0,3 0-16 0,-1-3 0 16,3 4-7-16,0 2 1 0,-1 4-8 16,4-2 4-16,-3 3-5 0,-2 2 0 0,4 2 2 15,-1 4-3-15,-1-1 1 0,-1 5-2 0,0 0-2 16,2 6 4-16,-6-2-2 0,3 4 3 0,-2 2 0 0,0 1 0 15,-2 2-5-15,-1 0-14 0,0-3-16 16,0 1-37-16,1-1-31 0,-3 3-33 0,4-3-34 16,-2-3-20-16,3 1-29 0,1-2-120 0,1-3-370 15,4-4 164-15</inkml:trace>
  <inkml:trace contextRef="#ctx0" brushRef="#br0" timeOffset="18214.41">12019 4631 33 0,'-9'-8'183'0,"-1"3"-14"16,-4 1-12-16,-2 0-6 0,-3 5-9 0,1 6-9 15,-1-1-6-15,0 7-12 0,2-1-7 0,1 0-9 16,2 1-13-16,1 1-7 0,4-1-10 0,0 0-6 16,5 0-5-16,-1-2-1 0,4 1-10 0,1-1-2 15,3 0-2-15,2-2-5 0,0-2-3 0,1 0-13 16,3-1-6-16,5-4-5 0,-1 0 0 0,5-4-6 15,-1 0 0-15,0-3 0 0,-5-2-2 0,1 2 1 16,-3-2 2-16,-1 0-1 0,1-3 9 0,-4 1 4 0,1-1-5 16,-1 0 7-16,-1-7 3 0,0 8 6 15,-2 2 5-15,-1 0 2 0,1 1 5 0,0 0-4 16,-3 6 3-16,2-8-12 0,-2 8-8 0,0 0-3 16,0 0-1-16,0 0-3 0,2 21 0 0,-8 4-2 15,1 4 3-15,-2 4 3 0,2 13-8 0,-1 4 1 16,1 5 12-16,1 0-4 0,2 3 3 0,3-6 0 0,0 2 2 15,1-4-1-15,3 3 4 0,-3-5-3 16,-2-12 6-16,4-2-4 0,-1-2 2 0,-3-2-3 16,0-2 1-16,0-3-9 0,-1-8 7 0,-1-1-2 15,1-5 0-15,-2-2 2 0,-4 0 2 0,1-3-5 16,-2-3 2-16,-3-2-5 0,0-2 2 0,-2-4-3 0,-4-5-6 16,-4-4-2-16,5 0 3 0,0-10-5 15,3 1-2-15,-1-4-3 0,8-2-4 0,2-2-13 16,4-1 3-16,6-1-5 0,2 0 1 0,11-10-2 15,4 1-2-15,1 1-5 0,7 0 4 0,0 4 0 16,1-2-3-16,-7 12-1 0,2 1 6 0,9-7-1 16,-9 6 3-16,2 4 2 0,-2 0 2 0,-6 1 2 15,0-1 4-15,0 3-1 0,-3 1 2 0,-7 5 5 16,-2 0 9-16,-3 2 9 0,0-2-4 0,-2 4 8 16,-1-2 7-16,-3 2-10 0,-1-1-2 0,-3 1-4 15,-4 1-3-15,-1 5 3 0,-4 0-5 0,-5 3-3 16,-9 5 2-16,-2 3-2 0,9 0-1 0,2 3-2 15,1 2 0-15,1 1-1 0,7 0-16 0,-1 2-15 16,5 3-16-16,3-1-19 0,5 0-32 0,4 1-30 16,6-1-32-16,8 1-24 0,8 1-32 0,0-3-121 15,7-3-365-15,13-2 161 0</inkml:trace>
  <inkml:trace contextRef="#ctx0" brushRef="#br0" timeOffset="18424.34">12808 4678 14 0,'2'-12'264'16,"0"1"-5"-16,0 1-11 0,0 3-18 0,0-3-15 15,-2 3-19-15,0 7-23 0,3-6-20 0,-3 6-17 16,0 0-18-16,0 0-10 0,0 0-6 0,10 28 2 16,-9-10-4-16,4 9-5 0,-5-1-9 0,4 1-7 15,-4-2-7-15,2 1-7 0,3 2-5 16,-3-4-26-16,0 1-35 0,0-9-38 0,3 1-43 0,-4-4-41 15,3-3-53-15,-2 0-48 0,0 0-154 0,-2-5-409 16,0-5 181-16</inkml:trace>
  <inkml:trace contextRef="#ctx0" brushRef="#br0" timeOffset="18580.43">12794 4383 34 0,'0'0'96'0,"0"0"-14"0,0 0-21 0,0 0-25 16,16 31-21-16,-7-8-20 0,3 4-49 0,-2 4-57 15,5 12 25-15</inkml:trace>
  <inkml:trace contextRef="#ctx0" brushRef="#br0" timeOffset="18798.3">13086 4821 123 0,'0'0'243'0,"0"0"-19"15,0 0-20-15,4-15-19 0,-4 15-16 0,-2-14-17 16,2 7-11-16,0-3-14 0,2 0-9 0,-2-2-11 16,5 2-6-16,1 0-6 0,4-5-12 0,1 2-10 15,0 1-6-15,3 2-7 0,-3 4-5 16,0 2-9-16,2-1-2 0,-4 6-6 0,5 0-6 0,-5 2 1 16,2 1-3-16,-2 4-3 0,2 2 1 0,0 4 1 15,-3-2-2-15,0 3-3 0,-1 2 2 0,-1 0-3 16,-3 2-4-16,2-3-28 0,-3 0-31 0,0 1-43 15,-2-5-63-15,3 1-58 0,-4-3-175 0,1-10-410 16,-2 15 181-16</inkml:trace>
  <inkml:trace contextRef="#ctx0" brushRef="#br0" timeOffset="19384.62">14092 4400 199 0,'0'-7'271'0,"0"7"-15"0,1-8-22 16,-1 8-23-16,0-9-27 0,0 9-21 0,0 0-16 15,0 0-13-15,0 0-2 0,0 0-1 0,-6 39 5 16,0-11-9-16,3 2-8 0,-1 3-7 0,-2 0-10 16,3 2-10-16,-1-3-7 0,-1 2-4 0,1 0-10 15,-1 1-9-15,1-4-3 0,2-1-8 16,0-2-6-16,1-1-22 0,-1-8-32 0,2 0-30 0,0 0-33 16,-2-2-32-16,4-6-37 0,0 0-41 0,-1-1-29 15,-1-1-201-15,2-2-446 0,-2-7 197 0</inkml:trace>
  <inkml:trace contextRef="#ctx0" brushRef="#br0" timeOffset="19931.43">14027 4719 165 0,'5'-12'216'0,"-3"1"-20"16,3 0-15-16,3-1-24 0,3-1-13 0,3 2-14 16,1-1-15-16,0-1-9 0,2 3-8 0,1 1-15 15,2-1-13-15,0-5 3 0,1 7-6 0,-5-3-4 16,-1 0 6-16,-4 0 8 0,3-1-3 0,-1 2 2 15,-6 0-1-15,2-5-10 0,-2 2-3 0,-1 1-9 16,1-2 3-16,-2 1-5 0,0 1-4 0,-3-2 2 16,0 4-3-16,0 1-2 0,0 2-9 0,-2 7-4 15,1-11-7-15,-1 11-9 0,4-4 2 0,-4 4-3 16,0 0-4-16,4 16 2 0,-2 2-4 16,-2 9 1-16,-4 0 1 0,2 5-1 0,-3 2 3 0,-1-2-1 15,2-2 1-15,-4 2-1 0,5-3-4 0,-3-2 1 16,2 1 1-16,0-9 1 0,1-2-5 0,3 1-2 15,-2-7-8-15,2 1 0 0,0-5-3 0,0 0 1 16,0-7 0-16,0 9 3 0,0-9 0 16,0 0 2-16,4 5-2 0,-4-5-1 0,0 0 0 0,23-12 0 15,-10 6 4-15,6-2 7 0,-4 1-3 0,7 0-6 16,-4 2 6-16,3-1 0 0,-3 2-5 0,2 0 2 16,-2 3-3-16,2 1 4 0,-4 0-6 15,2 1 7-15,2-1-1 0,-2 2 1 0,2 0-1 0,0-1 1 16,1 0-1-16,0-1 3 0,0 0-3 0,1-4 0 15,-3 2 4-15,-3-1 3 0,1 0 0 0,-4-2 2 16,-2-1 0-16,2 0 0 0,-5-3-1 0,3 1 2 16,-1-2 1-16,-2 1 4 0,-1-2-4 0,-2-1-4 15,1 0 1-15,-1-3 3 0,-1 5 5 0,-3-1-1 16,1-1 1-16,-1 1 0 0,-1 2-1 0,0 9-4 16,-1-10-1-16,1 10-5 0,-7-5-3 0,7 5-1 15,-16 8 3-15,3 2-4 0,-5 3 4 0,-2 5-3 16,0 1 0-16,1 0-5 0,4 3-20 0,6-7-24 15,1 4-31-15,2-2-29 0,2 0-47 0,4-1-59 16,4 1-220-16,2-6-467 0,6 1 207 0</inkml:trace>
  <inkml:trace contextRef="#ctx0" brushRef="#br0" timeOffset="20268.59">15316 4547 154 0,'0'-5'226'0,"0"5"-24"0,0 0-21 0,0 0-17 16,0 0-17-16,0 0 3 0,0 0-4 0,-9 24-16 15,8-11-6-15,-4 1-3 0,3 3-11 0,2-2-7 16,2 2-14-16,2-2-2 0,2 3-11 0,2-4-6 16,1 1-5-16,2-4-7 0,3 2-3 0,1-5-2 15,3-2-1-15,-1-2-4 0,2 0-4 0,-1-4-2 16,0-2 9-16,-5 1-4 0,1-3-4 0,-3-1 3 15,2 0-8-15,-3-4 9 0,1-1-6 0,-5 1-2 16,4-5 0-16,-6 1-7 0,1-4-2 0,-4 1-4 16,-1-2-5-16,-1 0 0 0,-3 0-1 15,-1 0-2-15,-5-2-4 0,0 4-7 0,-2 2 1 16,-3-1-8-16,-2 3-8 0,1 5-6 0,-6 3-14 0,3 2-12 16,-9 3-22-16,-3 3-14 0,-2 3-31 0,1 4-36 15,0 1-27-15,4 1-35 0,6 3-201 16,5-2-439-16,1-2 195 0</inkml:trace>
  <inkml:trace contextRef="#ctx0" brushRef="#br0" timeOffset="20518.03">15625 4536 1968 0,'15'-21'63'0,"-4"4"-6"0,-1 0-11 0,-4-1 5 0,2 2 23 15,-3 0 6-15,1 6-11 0,-3-2 2 0,2 3 3 16,-2 1 14-16,-1 1 0 0,1 3-2 0,-3 4-10 15,4-8-8-15,-4 8-17 0,0 0-4 0,0 0-2 16,0 0 1-16,4 29 7 0,-6 0-1 0,-1 4 14 16,3 13-15-16,-4 4-1 0,-1-2-6 0,-2 0 3 15,2-3-8-15,1-10 1 0,0-2-8 0,3 1-2 16,-1 0-2-16,-1-3-1 0,4 0-19 16,-2-5-18-16,1 1-29 0,1-3-28 0,2-7-37 0,-1 1-43 15,0-6-45-15,3-1-50 0,0 0-244 0,-1-3-526 16,1-2 233-16</inkml:trace>
  <inkml:trace contextRef="#ctx0" brushRef="#br0" timeOffset="20747.9">15992 4631 273 0,'4'-17'282'16,"0"5"-2"-16,-3 3-12 0,0-1-19 0,2 6-19 15,-3 4-19-15,1-13-32 0,-1 13-25 0,0 0-17 16,0 0-10-16,0 0 3 0,-9 45-1 15,6-15-7-15,-5 2-17 0,1 1 0 0,1 1-6 16,-4 0-12-16,2 12-17 0,2-13 4 0,2-1-10 0,-1-4-1 16,0-1-6-16,2-1-7 0,2 0-4 15,0-8-8-15,1 0-21 0,0-3-28 0,-2-3-32 16,4 0-39-16,-1-2-46 0,-1-10-45 0,0 15-53 16,2-9-35-16,-2-6-193 0,0 0-491 0,0 0 216 15</inkml:trace>
  <inkml:trace contextRef="#ctx0" brushRef="#br0" timeOffset="20960.54">16013 4588 49 0,'12'-14'198'0,"-1"4"-12"0,3 2-14 0,-5 3-17 16,3 1-5-16,-3 3-7 0,2-1-3 0,-1 4-1 0,-1 2-14 15,0-1-9-15,0 7-8 0,0-3-10 16,-4 1-11-16,1 1-5 0,-2 0-8 0,0 1-9 15,-3 4-4-15,0-2-2 0,-1-1-9 0,-2 1 1 16,-2-1-5-16,-2-1-5 0,-3 5-7 0,-4-4-20 16,-1 1-30-16,0 1-41 0,-4-4-41 0,0 1-65 0,-6 0-189 15,6-2-381-15,-9-2 169 0</inkml:trace>
  <inkml:trace contextRef="#ctx0" brushRef="#br0" timeOffset="21486.09">16928 4579 96 0,'3'-9'290'0,"-3"9"-28"16,4-4-26-16,-4 4-27 0,4-5-27 0,-4 5-20 15,0 0-12-15,5 14-15 0,-3-2-9 0,0 3-3 16,1 4 1-16,-2 7-13 0,3 1-4 16,-3 0-5-16,0 1-6 0,1-2-11 0,-1-2-10 0,1-5-3 15,1-2-8-15,0 0-5 0,-2-2-3 0,3 1-3 16,-3-7-22-16,0-2 8 0,2-1 14 16,-1-2 22-16,-2-4 9 0,5 7 21 0,-5-7 8 0,9-1-20 15,-9 1-2-15,15-12 2 0,-9 3-12 0,5-2-8 16,1-6-2-16,1 3-8 0,-2-1-1 0,6-6-14 15,-3-1-3-15,-1-1-4 0,4 0-5 0,1-1-7 16,-1 1-2-16,-2-2-3 0,3 1-6 0,-3 0-22 16,0 1-15-16,-1 1-28 0,-4 6-7 0,-1 3-26 15,-4 4-26-15,1 3-32 0,-3 0-44 0,-1 1-47 16,-2 5-42-16,4-5-14 0,-4 5-208 0,0 0-534 16,0 0 237-16</inkml:trace>
  <inkml:trace contextRef="#ctx0" brushRef="#br0" timeOffset="21770.05">17343 4693 26 0,'3'8'185'0,"-2"-2"-6"15,-1-6 2-15,1 12-18 0,0-4-4 0,-1-1-7 16,2 1-11-16,-1 0-6 0,3 1-8 0,-2-3-1 16,3 2-6-16,-1-3-1 0,4 2-7 0,-3-3 6 15,5 3-3-15,2-2-8 0,-1-3-4 0,3 0-5 16,-1-2-8-16,6-2-7 0,-6 0-3 0,1 0-3 15,-1-4-14-15,3 1 8 0,-1-4-12 0,-3-1 2 16,-5 0-11-16,-2-2-6 0,0-4-6 0,0-1-5 16,-6-2-6-16,0 3-4 0,-3-2-3 0,-1 3-2 15,-1 0 0-15,-4 0-6 0,3 5-6 16,-1 1 2-16,-4 4-9 0,-2 1-3 0,1 1-24 0,-6 7-15 16,0 4-25-16,-5 0-21 0,-2 3-30 0,-2 4-33 15,5-1-40-15,8-2-45 0,-4 8-166 0,8-6-436 16,3 0 194-16</inkml:trace>
  <inkml:trace contextRef="#ctx0" brushRef="#br0" timeOffset="22014.84">17789 4477 108 0,'0'-12'314'0,"1"0"-5"0,-2 5-19 0,2 1-21 15,-1 6-28-15,0-11-25 0,0 11-23 0,3-8-26 0,-3 8-22 16,0 0-15-16,0 0-18 0,0 0-8 0,0 0-8 16,8 31-9-16,-5-13-8 0,-1 8-6 0,2 3-4 15,-2-1-6-15,1 2-5 0,0 0-5 0,-1-3-5 16,0 1-4-16,-1-1-4 0,-1-3-37 0,2 0-32 16,0-6-26-16,0 2-31 0,-1-3-41 0,0-2-55 15,2 0-38-15,1-1-216 0,-3-5-471 0,2-1 208 16</inkml:trace>
  <inkml:trace contextRef="#ctx0" brushRef="#br0" timeOffset="22250.56">18151 4450 86 0,'1'-12'271'0,"0"2"-8"0,2 0-19 15,-2 6-26-15,-1 4-28 0,3-10-16 0,-3 10-25 16,0 0-16-16,0 0-9 0,0 0 2 15,-3 38-1-15,-1-14 0 0,1 8 5 0,0-2-3 16,0 5-10-16,2-1-14 0,0 0-12 0,1-6-4 0,0 5-8 16,0-4-9-16,0 1-4 0,0-3-8 15,0 0-21-15,1-8-24 0,0-1-26 0,-1-3-33 0,0 1-19 16,0-4-37-16,0-2-32 0,0-3-33 16,2-1-26-16,-2-6-15 0,0 10-172 0,0-10-412 15,0 0 183-15</inkml:trace>
  <inkml:trace contextRef="#ctx0" brushRef="#br0" timeOffset="23356.37">18031 4639 34 0,'12'-6'158'0,"1"4"-19"0,6-2-13 0,9 0-6 16,3-1-8-16,2 2-2 0,3 1-16 0,-1-2-3 0,-2 4-8 15,1-4-17-15,3 5-1 0,-5-5-4 16,-1 0-6-16,1 2-6 0,-11-2-4 0,7 3 2 15,-12-2-9-15,1-2 8 0,-6 4 2 0,-6 1 15 16,2-2 6-16,-7 2 8 0,10-3 10 0,-10 3 1 16,8-3-7-16,-8 3-10 0,0 0-11 0,0 0-8 15,0 0 0-15,0 0-7 0,0 0-4 0,-40 9-4 0,25 1-3 16,-10 5-1-16,10-3-4 0,-2 0-3 16,3 1 2-16,0-1-9 0,4 0 0 0,2-2-2 15,1 2 1-15,2-2-5 0,1 0 2 0,1 0 0 16,5-3 5-16,-2 1-9 0,2-2 2 0,2-1-2 15,2-1 1-15,2 0 0 0,1-2 0 0,1-2-3 0,3 0 1 16,-3-2-3-16,1 2 2 0,1-5-1 0,-2 1 4 16,-1-1-2-16,2-2 0 0,-4 1-8 15,1-3 6-15,-2 1-2 0,1-3 1 0,-4 2-4 16,3-3 3-16,-4 3-3 0,2-2 0 0,0 1 0 16,-1 1 0-16,-3 3-1 0,0 6-1 0,1-11-7 15,-1 11 1-15,0 0-2 0,1-5-4 0,-1 5 4 0,0 0 0 16,0 0 2-16,0 0-1 0,-10 24 2 15,8-17-2-15,1 3 2 0,0 1 1 0,1 0-1 16,2 0 2-16,-2-3 2 0,7 3-3 0,-1-1 3 16,7 0 5-16,1 0 1 0,-2-5 4 0,6 0 1 15,2-1-3-15,2-2 1 0,6 0-4 0,-6-4 4 16,4 1-4-16,-5 0-1 0,-2-3 3 0,1 1 0 16,1-2-2-16,-3-4-1 0,-2 3 0 0,-4-1 1 15,1 0 1-15,-3 0-2 0,0 0-1 0,2-5-1 16,-5 1 2-16,-2 2-2 0,2-2 4 0,-3-1-2 15,1 2 1-15,-4-5-2 0,0 4 4 0,0 0 0 16,-2 1 2-16,1 4-3 0,0 6-3 0,-6-13-3 16,1 7 3-16,-4 4-4 0,-1 2 1 0,-8 3 0 15,1 2 0-15,-3 3 0 0,-5 2-1 0,9 0 8 16,-1-2-7-16,3 2-3 0,4-4-2 0,2 4 0 16,3-3 4-16,1-3-3 0,-1 6-1 0,0-5-1 15,4 1-2-15,-2 0-5 0,3-6 5 0,0 10 1 16,0-10-1-16,5 8 5 0,-5-8-3 0,12 4 4 15,-12-4 0-15,13 1 7 0,-8-1 5 0,-5 0-16 16,12-1 4-16,-12 1-1 0,13-6 5 0,-6 3-4 16,-1 0 0-16,-6 3 3 0,10-4 1 0,-7 0 0 15,-3 4-1-15,6-3 2 0,-6 3-3 0,5-4-3 16,-5 4-4-16,0 0-6 0,0 0 5 0,0 0 0 0,12 13 2 16,-8-1 0-16,-1 4 0 0,1 10 6 15,-2 6 9-15,0 0 10 0,1 4-3 0,3 11 8 16,-5 3 13-16,3-2 1 0,-1-1-3 0,-2 0 0 15,0 0 1-15,-2-11 0 0,2 10 4 0,-3-12 1 16,0 1-7-16,-1-3 0 0,-4-3 0 0,5-2-7 16,-3-2-2-16,-1-6 2 0,0-2 1 0,0-3-1 15,-6-1-5-15,3-4 3 0,-2-3-4 0,-3-2 5 16,-2 1-7-16,1-4 10 0,-2-1-16 0,3-3 5 16,-2-2-8-16,-1-7 1 0,2-1-1 0,2-4-2 15,-1-2-2-15,3-4-6 0,7 2-3 0,4-4-9 16,2-4-1-16,5 1-5 0,5-3 8 0,11-11-9 15,7 1-2-15,2 1-1 0,1 2 0 0,5 1 0 16,3-1 3-16,1 0 6 0,1 3-4 0,-2 0-5 16,-1 2 6-16,1-2 0 0,-4 3 2 0,-10 6 2 15,-3 1 0-15,-1-2-1 0,-5 2 2 0,0-1 0 16,-2 2 6-16,-4-1 1 0,-3 8 12 0,-1 0-6 0,-4 2 3 16,2-1 5-16,-3 4 5 0,-3 4 2 15,0 0 0-15,0 8-9 0,-7-9 3 0,2 5-4 16,-4 2 7-16,-2 3-9 0,-8 4-8 0,-2 3 1 15,-2 4 4-15,-1 2 0 0,2 1-3 0,2 2-1 16,4-1 3-16,5-1-1 0,1 2 3 0,2 1-1 16,4 0-7-16,3 1-12 0,1-1-15 0,7 0-23 15,9 3-25-15,2-5-29 0,9 2-39 0,2-4-53 16,4-1-48-16,0-1-178 0,3-3-462 0,4-2 205 16</inkml:trace>
  <inkml:trace contextRef="#ctx0" brushRef="#br0" timeOffset="23842.07">19692 4842 2155 0,'9'-5'114'0,"-1"0"-21"16,1-2-47-16,-2 0 18 0,3-2 4 0,-1 2 9 15,0-2 0-15,3 1-5 0,-3 0-7 0,2-3 2 16,2 0 1-16,-1-2 1 0,0 0-2 0,2-2-5 16,0-1-4-16,-1 3-3 0,0-3 3 0,0 0 5 15,-3 1 5-15,0-2-9 0,0 1-11 0,-1-1-1 16,2-1-3-16,-4 4-4 0,-2 4 6 0,-1 1-1 15,1 2 0-15,-3 1 0 0,2 1 3 0,-4 5-16 16,1-9-5-16,-1 9-11 0,0 0-2 0,0 0-6 16,0 0 5-16,0 0-3 0,-18 28 1 0,8-13-1 15,-1 1-2-15,2 2-3 0,2 0-1 0,-1-2-1 16,3 1 2-16,1-2 1 0,2 1-3 0,0-3 2 16,5 0-2-16,2-4 0 0,1 1 4 0,2-3 2 15,0 1-7-15,5-3 4 0,-1 1 1 0,5-4 1 16,-2-1-1-16,3 1-4 0,0-5 7 0,0-1-4 15,-1-1 3-15,-1-1 0 0,-2-2-3 0,-3 1 1 16,0-1-2-16,-2-1-1 0,2-4 12 0,0 0-11 16,-4-1-2-16,2 0 2 0,-1-6 0 0,1 4-3 15,-4 0-1-15,0 5 2 0,-1-1 0 0,1 1-3 16,-5 0-5-16,1 5-9 0,3 2 13 0,-4 4-4 16,1-10-7-16,-1 10-4 0,4-5-3 0,-4 5 0 15,0 0 2-15,0 0 2 0,-7 25 4 0,2-12 3 16,-1 3 1-16,0 2 2 0,-1-1-3 0,-1 6 2 15,3-4 1-15,-1 0 2 0,3 0 1 0,-3-1 12 16,3-3-24-16,1 1-26 0,1 0-21 0,0-5-27 16,-2 0-27-16,3-4-28 0,0-7-33 0,-1 11-47 15,1-11-26-15,-1 8-250 0,1-8-540 0,0 0 240 16</inkml:trace>
  <inkml:trace contextRef="#ctx0" brushRef="#br0" timeOffset="24023.06">19789 4306 2565 0,'-9'-14'28'0,"0"0"28"0,1 4 13 0,3 2-10 15,0 3 11-15,2-1-11 0,-1 1-15 0,4 5-8 16,-5-8-7-16,5 8-6 0,-4-5-3 0,4 5-2 16,0 0-22-16,0 0-29 0,-4-7-37 0,4 7-24 15,0 0-34-15,0 0-61 0,0 0-59 0,0 0-137 16,0 0-418-16,10 23 185 0</inkml:trace>
  <inkml:trace contextRef="#ctx0" brushRef="#br0" timeOffset="24639.93">21159 4412 155 0,'0'0'242'0,"4"-5"-30"0,-4 5-24 16,0 0-17-16,0 0-18 0,8 18-17 0,-3-1-11 15,0 2-8-15,0 8-2 0,-1 3-6 16,-2 1-5-16,4 2-4 0,-1 0-6 0,1 3-4 0,-2-4-4 16,2-1-5-16,1 0-6 0,-2-6-26 0,2 1-4 15,-4-7-3-15,1 0-3 0,2-2 0 0,1-2-8 16,-2-4 3-16,0-1-3 0,-3 2-3 0,1-5 4 16,1 0 7-16,-4-7 25 0,2 8 19 0,-2-8 27 15,3 4 27-15,-3-4 0 0,0 0-14 0,0 0-6 16,0 0-5-16,13-20-9 0,-8 8-8 15,0-4-8-15,2-1-11 0,4-7-6 0,-1-2-11 0,1 1 9 16,1-1-17-16,2-2-12 0,-1-3 7 0,5 1-10 16,-3 0-14-16,3 1 2 0,0 0 1 0,-3 0-8 15,3 3-11-15,-1 4-7 0,-5 6-11 0,-3 1-9 16,-2 6-20-16,1 0-23 0,-2 0-33 0,-2 3-39 16,-1 2-48-16,-3 4-32 0,0 0-24 0,12 3-23 15,-6 4-31-15,-1 2-190 0,-1 7-523 0,-4 1 231 16</inkml:trace>
  <inkml:trace contextRef="#ctx0" brushRef="#br0" timeOffset="25112.1">21618 4933 1773 0,'6'5'140'16,"-2"-2"-54"-16,0 2-30 0,1-1 0 0,-5-4 17 16,8 3 1-16,-8-3-5 0,11 1 2 0,-11-1-2 15,13-1 15-15,-13 1 8 0,12-4 4 0,-6-2 0 16,2 3-3-16,2-4-6 0,-1-2-6 0,1 1-4 15,0 0 5-15,0-4-4 0,2-1-10 16,-1-1-3-16,0 1-3 0,-2-1-2 0,-2-1-6 16,1-5-7-16,-2 2 0 0,1 2-12 0,-6-1 4 0,2 6 2 15,-1-6-4-15,-4 4-5 0,-1 3-5 0,1-3 4 16,-2 2-6-16,-1 4 2 0,2-1-8 0,-2 2-1 16,-2-2-2-16,1 5-8 0,-2-3 0 0,2 5 3 15,6 1-8-15,-15 1 0 0,4 3-1 0,1 0 2 16,1 1-2-16,3-2 1 0,1-1-6 0,5-2-1 15,-8 8-4-15,5-4-1 0,3-4 2 0,0 0 3 16,0 0-3-16,6 12 1 0,0-9 1 16,7 0 2-16,5-1 3 0,3 0-6 0,0-2 3 15,8 0-1-15,0 0-3 0,-9-2 6 0,1 2-2 0,-4-1 0 16,2 0 3-16,-1-1-6 0,-4 2 5 0,-5 0-2 16,3 0-1-16,-5 0-2 0,-7 0 12 0,13 0-16 15,-13 0 1-15,10 3-5 0,-6 0 5 0,0 2 1 16,1 2-1-16,-1 3 5 0,-1 1 4 0,-1 2 6 15,-2 3 4-15,2 1-1 0,0 2-2 0,-2-1 6 16,-1-1-2-16,2 1 3 0,-2 0-7 0,2 0 9 16,-3-1 0-16,3-2-4 0,0-2-4 0,3-2-30 15,-2 0-30-15,2-3-40 0,-1 1-39 16,2 0-51-16,1-2-62 0,6-2-67 0,-2-1-200 0,2-4-553 16,5-2 245-16</inkml:trace>
  <inkml:trace contextRef="#ctx0" brushRef="#br0" timeOffset="25273.57">22460 4836 219 0,'3'-4'335'0,"-3"4"-7"0,7-7-5 0,-7 7-19 15,4-6-26-15,-4 6-29 0,0 0-22 16,4-5-26-16,-4 5-15 0,0 0-24 0,4-5-21 0,-4 5-42 16,0 0-46-16,5-3-62 0,-5 3-71 0,0 0-85 15,0 0-71-15,0 0-201 0,0 0-471 16,0 0 209-16</inkml:trace>
  <inkml:trace contextRef="#ctx0" brushRef="#br0" timeOffset="31946.26">22726 4674 53 0,'-14'1'108'0,"2"1"-3"0,1-1-1 0,-3 2-4 16,2-2-2-16,2 0-8 0,0 1-5 0,2 0-9 16,8-2-3-16,-11 5-14 0,4-4-5 0,7-1-4 15,0 0-9-15,-9 2 10 0,9-2 2 0,0 0 5 16,0 0 4-16,18 7 3 0,-5-5-3 0,9-1 5 16,7 0-11-16,7-3-2 0,2 0-6 0,2 0-3 15,11-2-3-15,-13 0-5 0,2 1-6 0,-4 1 6 16,-2 0-11-16,0-2-2 0,-5 0-7 0,-7 3-3 15,-2 0 0-15,-3-3 1 0,-4 3 0 0,-1 1-2 16,-2-1 1-16,-2 3 2 0,-8-2-9 0,14-2 4 16,-14 2-2-16,9-1 2 0,-9 1 1 0,0 0-2 15,10 0 4-15,-10 0 3 0,0 0-12 0,0 0 4 16,0 0-1-16,9-2 3 0,-9 2-1 0,0 0-3 16,0 0-4-16,0 0 3 0,0 0-4 0,0 0-7 15,0 0 5-15,0 0 0 0,0 0 0 0,0 0-2 16,-9 17 1-16,9-17 1 0,-6 12 0 0,1-3-6 15,1-1-22-15,-1 1-13 0,0 1-9 0,-1 0-22 16,0-1-19-16,2 0-16 0,-2 1-15 0,2-2-23 16,0 1-108-16,-2 1-273 0,2-1 121 0</inkml:trace>
  <inkml:trace contextRef="#ctx0" brushRef="#br0" timeOffset="32150.32">23219 4621 87 0,'-11'-13'188'0,"-2"0"-7"16,0 0-12-16,-5 1-17 0,0 1-8 0,-1 1 3 15,0 0-8-15,2 2-9 0,0 2-9 0,5 0-6 16,-1 1-7-16,6 0-13 0,0 2-8 0,1-1-10 16,6 4-16-16,-9-4-35 0,9 4-29 0,0 0-32 15,-9-2-43-15,9 2 5 0,0 0-46 0,0 0-26 16,0 0-118-16,31 7-284 0,-14-7 126 0</inkml:trace>
  <inkml:trace contextRef="#ctx0" brushRef="#br0" timeOffset="32880.28">23935 4493 117 0,'0'0'161'0,"-1"-8"-9"0,1 8 3 0,-2-6-8 16,2 6-11-16,0 0-3 0,-3-9-7 0,3 9-10 15,-2-6-10-15,2 6-11 0,0 0-15 0,0 0 1 16,0 0-15-16,0 0-3 0,0 0-10 0,0 0-7 16,0-11-4-16,0 11-3 0,0 0-9 0,0 0-8 15,0 0-19-15,0 0-14 0,0 0-8 0,0 0-8 16,0 0-16-16,0 0-14 0,0 0-13 0,0 0-6 16,0 0-14-16,0 0-25 0,0 0-23 0,7 29-83 15,-6-23-239-15,2-1 106 0</inkml:trace>
  <inkml:trace contextRef="#ctx0" brushRef="#br0" timeOffset="33620.33">23975 4963 117 0,'6'-9'217'0,"0"0"-8"16,3-4-8-16,3-1-17 0,-2-3-3 0,2 1-12 16,-1-1-7-16,-1 0-6 0,4-4-12 0,-2 4-4 15,1-7-15-15,1 4-6 0,-2-4-14 16,-4 7-3-16,1-1-11 0,1-5-7 0,-5 5-10 15,1 1-2-15,-4 0-2 0,1 0-6 0,-5 1-7 16,1 1-6-16,-1 3-5 0,-1 0-5 0,0 2 7 0,0 1-14 16,-3 1-4-16,1 2-2 0,-1-1-10 0,0 2 0 15,-3 0 5-15,0 2-10 0,-1 1-3 16,2 0-1-16,8 2-6 0,-16 0 1 0,8 0-2 16,8 0-3-16,-13 4 0 0,7-3-1 0,6-1-3 15,-5 8-3-15,5-8-3 0,-3 8 5 0,3-8-3 0,3 10 1 16,2-5 2-16,5 0 2 0,1-1 0 0,7 1 4 15,1-2-4-15,3-2 0 0,6 0 4 0,-6-1 8 16,-3 0-9-16,0 2-3 0,-1-2 1 16,-5-2 8-16,-1 4-13 0,-3-4-1 0,-1 2 2 15,-8 0-7-15,14 2 1 0,-9-1-1 0,0 3 2 16,0 2 1-16,-1-1 1 0,-1 1 1 0,2 5 0 0,-4-2 3 16,3 4 1-16,-1-1 0 0,0 3 2 0,-1-3-2 15,2 4 2-15,-2-4 1 0,3-1 0 0,-2 0 0 16,4-1 2-16,0 0-2 0,-1-3 2 0,-1 1 0 15,5-2 2-15,1-1 6 0,2-2-6 16,-1 0 2-16,6-2-1 0,-5-1 0 0,5-3 8 16,3-1-12-16,0-1-2 0,-2-2 3 0,0-1-2 0,-2-2 2 15,0 1-1-15,-2-1 1 0,-1-2-1 0,-2 1 0 16,-1-4 5-16,-3 0-7 0,1-1 0 16,-3 1 4-16,-3 0-3 0,0-1 1 0,0 1-2 15,-3 4 1-15,1 1 3 0,-2 0-4 0,1 10 3 16,-1-13-2-16,1 13-2 0,-2-12-1 0,2 12-8 0,0 0 1 15,0 0 0-15,0 0 2 0,0 0 0 0,0 0 1 16,-6 28 2-16,2-11 1 0,0 0 3 0,3 1 0 16,-1 2 1-16,0 0 4 0,2 5-3 15,0-6-12-15,3-3-14 0,1 1-8 0,0 1-12 16,1-8-33-16,6 6-34 0,-3-6-37 0,2-2-32 16,1-2-27-16,2 0-133 0,0-2-373 0,0-4 165 0</inkml:trace>
  <inkml:trace contextRef="#ctx0" brushRef="#br0" timeOffset="33779.25">24678 4302 46 0,'0'0'111'0,"0"0"-18"15,0 0-14-15,0 0-15 0,0 0-34 0,0 0-26 16,11 28-29-16,-2-19-42 0,4 3-74 0,-2-2 33 15</inkml:trace>
  <inkml:trace contextRef="#ctx0" brushRef="#br0" timeOffset="33996.36">24966 4369 47 0,'0'0'214'16,"1"-9"-8"-16,-1 9-18 0,0 0-17 0,0 0-20 15,0 0-19-15,3-5-15 0,-3 5-14 0,0 0-12 16,0 0-7-16,4 20-8 0,-1-2 8 0,-2 7-5 0,-1 7 4 15,0 2 1-15,1 1-9 0,0 10-6 16,-1-13-3-16,-1 3-9 0,0-2-4 0,-2-1-5 16,2 3-4-16,1-3 1 0,0-3-8 0,-4 2 0 15,4-1-3-15,-4-5-8 0,3-6-23 0,1 0-18 16,-1-1-26-16,-1 1-42 0,2-3-22 0,0-3-34 16,-2-2-24-16,-2 0-164 0,-1-1-354 0,1-1 158 15</inkml:trace>
  <inkml:trace contextRef="#ctx0" brushRef="#br0" timeOffset="34208.87">25050 4546 43 0,'25'-12'143'0,"-7"3"-1"16,-3 4-12-16,-2 3-8 0,-2 1-13 0,1 2-4 15,0 2-7-15,-3 4 1 0,-1 1-11 0,0 0-5 16,1 7-4-16,-5 0 2 0,-4 4-7 0,0 1-7 15,-4-2-7-15,-4 4-3 0,-1-4-8 0,-2 4 2 16,-3 0-6-16,2-6-15 0,1 1-15 0,-1-5-31 16,3 0-38-16,-1-3-37 0,1-2-32 0,1-2-125 15,-2 2-269-15,5-6 120 0</inkml:trace>
  <inkml:trace contextRef="#ctx0" brushRef="#br0" timeOffset="34435.93">25334 4338 105 0,'2'-10'258'16,"0"3"-19"-16,-2 1-28 0,0 6-24 0,3-10-25 15,-3 10-20-15,0 0-14 0,0 0-11 0,0 0-9 16,6 19-3-16,-4-2 7 0,0 2-11 0,1 6-6 16,1 4-7-16,-4 3-8 0,2-3-3 0,1 4-9 15,0-3-5-15,-3 2-9 0,4 0-3 0,-2-2-3 16,0-1 0-16,-2 1-19 0,4-2-22 0,-3-1-13 15,-1-3-36-15,-1-5-35 0,2 7-23 0,-1-7-62 16,0-2-28-16,-2-2-161 0,1-2-381 0,-1-4 168 16</inkml:trace>
  <inkml:trace contextRef="#ctx0" brushRef="#br0" timeOffset="34641.96">25510 4486 137 0,'8'-4'150'0,"-3"1"-1"0,3-1-3 0,-8 4-6 0,11-1-12 16,-11 1-8-16,12 7-14 0,-7-3-6 0,3 3-7 15,-6 1-8-15,1 1-10 0,0 3-11 0,-2 4 1 16,-4 0-7-16,1 3-2 0,-2 0-11 16,-2-1-20-16,-3-3-26 0,-3 1-23 0,3 0-20 0,-1-6-44 15,-1 1-37-15,3-1-119 0,-3-2-263 16,3-3 116-16</inkml:trace>
  <inkml:trace contextRef="#ctx0" brushRef="#br0" timeOffset="35030.54">25722 4315 205 0,'2'-8'235'0,"-2"3"-19"15,0 5-26-15,2-10-23 0,-2 10-25 0,0 0-12 0,0 0-16 16,0 0-9-16,0 0-7 0,8 35-5 0,-8-11-9 15,0 3 0-15,2 2-16 0,-4 1-3 0,4 2-6 16,-2-3-6-16,2 1-5 0,-2-1-1 0,4-1-4 16,-1-3-1-16,3-5-5 0,-2-3-6 15,1 0 0-15,3-2 6 0,2 1-13 0,-1-9 1 16,1 2-4-16,5-1 0 0,5-2 0 0,0-2 1 0,0-5-6 16,3-2 3-16,4-3-4 0,0 1 1 0,-7-2-2 15,0-2 0-15,-4 0 0 0,4-2 3 0,-4-3-6 16,2-5-2-16,-6 2-1 0,-2 0 6 0,-1 1-2 15,-4 3 7-15,2-1 1 0,-4 2 9 16,-1 2 2-16,-2-2 2 0,0 6 1 0,0 6 1 0,-1-11-6 16,1 11-3-16,-9-9-7 0,2 10-2 0,7-1-4 15,-25 10 0-15,8-1-4 0,-4 7 2 16,1 3-9-16,2-2 9 0,4-4-4 0,3 3-2 16,3 0 0-16,1 0-15 0,2 0-26 0,3 1-15 15,6-2-23-15,4 1-25 0,1-3-36 0,9 0-30 0,6 1-44 16,5-6-12-16,5 4-131 0,5-7-379 0,14-2 168 15</inkml:trace>
  <inkml:trace contextRef="#ctx0" brushRef="#br0" timeOffset="35977.01">26762 4453 185 0,'0'-16'229'0,"0"4"-7"0,0 1-2 0,-4-1-10 0,4 5-8 16,-2-1-17-16,2 8-14 0,-7-11-21 0,2 6-13 15,0 4-16-15,5 1-14 0,-24 7-8 16,12 3-9-16,-6 1-3 0,3 3-11 0,-5 5 4 16,4 0-18-16,2-3-1 0,5 1-10 0,3 2-5 15,2 0-4-15,1 1-3 0,4-1-3 0,3-2-7 0,4-1-2 16,3-1-18-16,3-2-23 0,7 4-17 16,3-5-15-16,3-3-17 0,4-2-22 0,-2-2-11 15,-3-1-17-15,3-5 9 0,-7 0 2 0,-4-2-8 16,0-1 17-16,3-1 7 0,-8 0 15 0,2-5 6 15,-3-1 23-15,1-4 11 0,-6 4 9 0,2-5 4 0,-2 2 27 16,-5 1 11-16,2-3 3 0,-4 4 19 16,2 1 11-16,-2-1-1 0,0 3 6 0,-2-1 4 15,2 10 8-15,0-11-5 0,0 11-7 0,0-7-9 16,0 7-10-16,0 0-4 0,-9-1-2 0,9 1 4 16,-14 12 4-16,4-1 5 0,1 3-6 0,-3 2-1 15,5 0-4-15,-3-1-5 0,3 2 0 0,3 0-3 16,1-1-1-16,1 1 0 0,4-2-3 0,5-1 0 15,-2-1-4-15,1-4 6 0,5 5-6 0,3-2 1 16,-1-3-2-16,-3-2 0 0,7-1-1 0,-3-2-2 16,5-4 1-16,-7 0 0 0,1 0-2 0,-2-2 1 15,-5 0 0-15,0-2-3 0,1-4-6 0,-1 4-2 16,-1-5-3-16,-1-1-2 0,-4-3-1 0,0 2-5 16,0-2-3-16,0-5 8 0,-4 1 4 0,-1-1-10 15,3 3-2-15,0 0 3 0,0-1-2 0,-1 4 3 16,3 2-3-16,-4 0 3 0,4 3-2 0,0 7 0 15,3-14-1-15,-3 14-3 0,2-10-1 0,2 8 3 16,-4 2-4-16,13-3 4 0,-3 3-2 0,1 3-3 16,3 4 7-16,1 0 0 0,-1 3 1 0,-1 3-2 0,0 1-1 15,-3-3 2-15,1 4 3 0,-3-1 5 16,2 0-1-16,-2 0 4 0,-3-3 0 0,-1 2 0 16,-2-2 2-16,0-3 3 0,-2-1 1 0,0 1-1 15,0-8 7-15,1 10 4 0,1-5 10 0,-2-5 7 16,3 8 15-16,-3-8 2 0,0 0-4 0,0 0-6 15,0 0-2-15,0 0-4 0,0 0-3 0,0 0-5 16,0 0 1-16,0 0-6 0,-10-27-1 0,10 18-8 16,5-4-2-16,0-2-1 0,2-1-10 0,1 0-4 15,3 0-13-15,5 1 1 0,2-2 3 0,0 6-1 16,-5 2-6-16,3 2 3 0,-3 2 0 0,2 1-2 0,-1 4 7 16,-1 0-4-16,1 3 2 0,-2 1-2 15,-1 2 5-15,0 1 0 0,1 4 2 0,-5-2-1 16,3 1 1-16,-5 1 8 0,3-1-8 0,-4 0 3 15,-2 0-2-15,2-2 4 0,-4 2-5 0,0-5 7 0,0-5 2 16,0 12-3-16,0-12 5 0,-6 8 2 16,3-3-2-16,3-5 1 0,-11 3 6 0,11-3-11 15,-9-1-2-15,9 1 0 0,0 0-4 0,-9-9-5 16,9 9-5-16,-2-12 1 0,0 2-6 0,4-1 4 16,0-1 6-16,3 1 0 0,-1 1 2 0,5-6-10 15,4 2-2-15,-1 1 4 0,2 4-1 0,-2 3 1 16,-1 0-4-16,2-1 6 0,-3 3 0 0,2 2 1 0,-1 2-2 15,-2 1 0-15,2 3 11 0,-2 1-8 16,-2 3-2-16,1 1 6 0,-3-2 3 0,0 5-2 16,-2-1 0-16,1 1-3 0,0 2-19 0,-4 0-22 15,0-2-35-15,-2 4-48 0,2 0-46 0,0-2-44 16,-6 0-138-16,8-5-393 0,-2-9 174 0</inkml:trace>
  <inkml:trace contextRef="#ctx0" brushRef="#br0" timeOffset="36213.41">27896 4337 223 0,'0'-16'265'0,"-1"4"-9"0,0 1 8 16,-1 1-8-16,0 4-22 0,2 6-26 0,0-11-24 16,0 11-23-16,0 0-25 0,0 0-10 0,0 0-14 15,-6 22-12-15,3-1-4 0,-2 7-6 0,1 4-5 16,-1 1-12-16,-1 13-4 0,-1 1-9 15,2-13-1-15,-1 1-4 0,-1 0-4 0,2 1-3 0,3-1-6 16,-3-1 2-16,1 0-39 0,4-4-37 0,-1 2-27 16,1-3-38-16,0-2-42 0,0-1-43 0,-3-7-51 15,-2-1-194-15,2-2-462 0,-2-5 204 0</inkml:trace>
  <inkml:trace contextRef="#ctx0" brushRef="#br0" timeOffset="36436.25">27894 4477 87 0,'9'-7'190'0,"2"3"-6"0,-2 2-15 16,-2 1-20-16,2 1-10 0,3 2-13 0,-4 2-10 16,-3 1-11-16,4 5-10 0,-2-2-5 0,-1 3-3 15,-1 5-8-15,-3-4-10 0,-4 6 2 0,-3-4-11 16,-5 5-1-16,2-4-8 0,-5 1-6 0,3-2-13 15,-3-1-17-15,2-1-29 0,-3-1-44 0,5-1-34 16,1-4-51-16,-1 0-143 0,2-2-308 0,4-1 136 16</inkml:trace>
  <inkml:trace contextRef="#ctx0" brushRef="#br0" timeOffset="37135.82">28085 4528 202 0,'0'0'215'15,"0"0"-22"-15,2-4-21 0,-2 4-19 0,0 0-14 16,0 0-10-16,0 0 5 0,0 0-7 0,-7 27-11 16,6-17-13-16,1 2 3 0,0 0-7 0,0 0-9 15,2-1-4-15,0-1-14 0,3 6-8 0,3-3-4 16,-2-3-6-16,4 1-3 0,1-4-4 0,-2 0-1 16,5-1-7-16,-3-1 2 0,3-3-6 0,-4-2-4 15,2 0 1-15,1-2 3 0,-2-3-10 0,-1 0-4 16,-1 0 1-16,-1 0-2 0,-1-5-4 0,-1-1 3 15,-2 0-3-15,-2 2-6 0,0-5 0 0,-2 2 11 16,-2 1-12-16,1-6 0 0,-2 5-4 0,1-1-3 16,-4-4 0-16,3 6 3 0,-1 1-1 0,2 2 0 15,-2 1-1-15,4 0-3 0,0 7 2 16,-2-9 5-16,2 9-5 0,0 0-8 0,2-12 1 0,-2 12-2 16,6-5 0-16,-6 5 1 0,17 3-2 0,-7 0 2 15,0 3-1-15,3 0 3 0,1 4-4 0,0 1 5 16,-6-2-6-16,5 3 6 0,-2 3 6 0,-3-7 2 15,-2 3-8-15,1-2 1 0,0 0 2 0,-3 1 0 16,0 0-1-16,-2 0 6 0,-1-3 0 0,1-2-4 16,-2-5 5-16,4 11 1 0,-4-11 3 0,1 7 0 15,-1-7 4-15,0 0 1 0,1 8 3 0,-1-8 8 16,0 0 4-16,0 0 2 0,0 0-6 0,0 0-3 16,0 0-3-16,0 0-2 0,0 0 2 0,7-16-6 15,-4 6-2-15,1-1-3 0,1 0-5 0,1-1-1 16,3-1-4-16,1 0-4 0,1-2-4 0,2 1-1 15,2 2 4-15,-1 1-3 0,2 0 3 0,-5 5-4 16,1 0-1-16,1 4 2 0,-6 1-2 0,5-1-2 16,-2 5 1-16,-1-2 0 0,0 3-2 0,1-1 5 15,-2 3 1-15,2 2 8 0,1 0-1 16,-2-2 3-16,-2 1-3 0,3 2 4 0,-2-2 0 0,2-1 3 16,0 0 5-16,0 0 7 0,2-1 2 0,1-3 6 15,-2-1-4-15,3-1 3 0,0-1 4 0,5-3-11 16,-2 3 1-16,-3-2 4 0,3-2 3 0,-5-1 7 15,-3 1 0-15,1-2-2 0,1-2 0 0,-5 1-8 16,1-2 1-16,-6 0-1 0,4-1-5 0,-4 3 0 16,1-3-8-16,-1 5 1 0,-1 6-1 0,-3-11-3 15,3 11-7-15,-6-8-8 0,6 8-3 0,-13 0-8 16,3 5-5-16,-2 0-11 0,-5 5-30 0,2 2-32 16,0 0-39-16,2 2-40 0,4 1-30 0,1 1-44 15,1 1-167-15,6-2-450 0,2 1 200 16</inkml:trace>
  <inkml:trace contextRef="#ctx0" brushRef="#br0" timeOffset="37361.99">29105 4611 90 0,'4'-9'237'16,"-1"0"-10"-16,0-2-6 0,-2 1 5 0,1-2-5 0,1-1-4 16,-1 2-14-16,1-1-12 0,1-1-14 15,0 3-14-15,1-2-15 0,1 0-11 0,0 1-13 0,2 0-16 16,1 3-12-16,0 2-9 0,2-1-15 0,-2 4-11 15,3 1-7-15,-1 2-1 0,1 2-11 0,1 1-2 16,-3 0-3-16,0 5-6 0,0-1-7 16,-1 2 1-16,-2 2-3 0,-1 0-2 0,2-1-5 15,-3 2-21-15,0 2-24 0,-1-2-23 0,1-1-41 0,-4 0-40 16,3 0-44-16,2-2-51 0,-2 0-213 0,0-3-477 16,-4-6 212-16</inkml:trace>
  <inkml:trace contextRef="#ctx0" brushRef="#br0" timeOffset="37586.86">29537 4282 33 0,'0'-17'242'0,"0"-2"-10"0,0 4 19 0,0 3-7 16,0 1 4-16,0 4-12 0,0-1-21 16,0 8-26-16,0-9-27 0,0 9-21 0,0 0-14 15,0 0-9-15,0 0-12 0,-1 33-5 0,0-7-4 16,0 2-8-16,-1-1-2 0,4 0-1 0,-4 3-19 15,0-3-8-15,0 2-1 0,5-2-6 0,0-1-4 0,-3-1 0 16,2 1-8-16,2 0-37 0,-1-8-37 16,0-4-44-16,2 1-47 0,-2-2-63 0,1-4-52 15,-4-1-213-15,0-8-490 0,0 0 217 0</inkml:trace>
  <inkml:trace contextRef="#ctx0" brushRef="#br0" timeOffset="37732.71">29430 4402 245 0,'0'0'243'0,"3"-7"-21"0,-3 7-23 16,11-10-19-16,-1 4-20 0,8 1-9 0,3 0-25 15,11 0-11-15,3 2-33 0,1 1-54 0,17-4-74 16,-15 2-84-16,19-2-133 0,-4 0-284 0,-15-3 126 16</inkml:trace>
  <inkml:trace contextRef="#ctx0" brushRef="#br0" timeOffset="41248.32">25399 5263 25 0,'0'0'226'0,"0"0"-26"0,0 0-18 0,0 0-20 16,0 0-14-16,-14 19-18 0,7-5-8 0,-1 1-14 15,2-1-12-15,-2 2-13 0,3 0-3 0,-3 0-9 16,4 0-9-16,3-4-1 0,1 0-12 0,1-2 1 16,1-2-5-16,0 3-6 0,2-4-5 0,0-1 3 15,1 0-6-15,2-1-3 0,0-3-3 0,3-1 6 0,-3-1-3 16,3 1-3-16,-1-5 0 0,1 1-3 15,2-4-3-15,-1-2 0 0,2-2-10 0,-1-2 8 16,-4-1-5-16,3-2 0 0,-3 0-2 0,-4-1 4 16,-2 2-1-16,1-3-1 0,-5 2-1 0,-1-2 16 0,-1 1-3 15,2 5-4-15,-6-2 2 0,4 2 3 16,-1 3 4-16,-1 1 1 0,2 3-4 0,-1-1-1 0,5 6-2 16,-5-9-4-16,1 5-7 0,4 4-3 15,-9-5-4-15,9 5-4 0,0 0-1 0,0 0-5 0,0 0 2 16,0 0-3-16,0 0-1 0,0 0 4 0,33 9 0 15,-14-8 1-15,8-2 0 0,3-1-2 0,3-4 1 16,1 0 2-16,1 1-2 0,-3-7-13 16,-3 5 0-16,0-6 4 0,-4 1-1 0,-10 1 1 0,1 1 5 15,-3-4 6-15,-4 0 5 0,1 0 2 0,-6 3 7 16,-1 0 9-16,1-1 6 0,-4-1-4 0,0 2-2 16,0-1 4-16,-2 2 9 0,2 10 3 0,-3-12 0 15,2 7 2-15,1 5-18 0,-1-8-5 0,1 8-5 16,0 0 0-16,0 0-3 0,-13 34 1 0,8-7-3 15,-3 3-1-15,1 4 2 0,0 0 1 0,-2 14-1 16,2-4-4-16,5-8 2 0,0 12 1 0,2-16 0 16,0 1 2-16,2 2-2 0,2-1 10 15,1-1-10-15,-1-3 1 0,3 5-4 0,-2-6-9 0,1-2-16 16,1-2-27-16,-3-6-37 0,0 1-43 0,2-1-32 16,-4-7-43-16,0 0-197 0,-2-2-431 0,0-10 191 15</inkml:trace>
  <inkml:trace contextRef="#ctx0" brushRef="#br0" timeOffset="41402.65">25716 5438 8 0,'8'-6'183'0,"6"-1"-21"0,2-3-17 0,6 4-13 0,5-4-14 15,5 2-24-15,3 1-48 0,13-5-45 16,-8 6-57-16,9 0-84 0,3-1-149 0,-14-1 66 15</inkml:trace>
  <inkml:trace contextRef="#ctx0" brushRef="#br0" timeOffset="41710.78">26625 5253 104 0,'0'0'230'0,"0"0"-23"0,0 0-20 0,5 10-10 16,-5-10-10-16,-4 16 8 0,-2-3 2 0,2 4-3 15,-1 1-15-15,-1-3-19 0,0 0-15 0,3 4-11 0,1-4-7 16,2-3-11-16,4 4-13 0,-3-6-5 16,7 3-3-16,1-2-7 0,5 0-8 0,-5-3 0 15,4-3 1-15,5 0-12 0,0-1 0 0,2-5-1 16,3-1-6-16,-3-2 3 0,0-1 8 0,-2-3-2 16,-3-1-9-16,1-3-1 0,-3-1-2 0,-3 1 0 0,1-3-7 15,-6-2-3-15,-1-1-1 0,-2-7-7 16,-4 7 4-16,-2-7-8 0,-3 6 2 0,0 4-5 0,-4-3-8 15,0 3-3-15,0 1-8 0,-3 6-14 16,-1-1-17-16,-4 4-21 0,-1 5-19 0,-10 5-19 16,-1 0-25-16,5 6-32 0,-1 2-30 0,0 0-39 0,6 4-205 15,6-5-461-15,5 2 205 0</inkml:trace>
  <inkml:trace contextRef="#ctx0" brushRef="#br0" timeOffset="41946.24">27103 5208 2370 0,'19'-21'97'16,"-10"4"-58"-16,-1 0-1 0,-1 1 12 0,0 0 4 0,-2 0 20 16,-3 4 2-16,0 2 12 0,0-1 2 15,2 5 0-15,-3 0 9 0,-1 6-17 0,2-10-6 16,-2 10-22-16,4-4-5 0,-4 4-6 0,0 0-5 16,2 19-2-16,-2-1 5 0,3 8 0 0,-3 9 4 15,-3-2-7-15,3 11-2 0,-4 3 7 0,2-13-11 16,0-2-1-16,-3 4 3 0,3-1 1 0,0-2-10 0,0 1-7 15,-3-1-19-15,1-1-37 0,-1-2-40 16,4-1-58-16,-5-2-59 0,4-8-63 0,2-1-52 16,-2-1-181-16,2-5-533 0,0-12 236 0</inkml:trace>
  <inkml:trace contextRef="#ctx0" brushRef="#br0" timeOffset="42160.41">27438 5386 42 0,'9'-17'282'15,"-5"5"-4"-15,-1 2 0 0,2 1-14 0,-1 3-24 16,-4 1-26-16,0 5-22 0,5-6-22 0,-5 6-17 16,0 0-8-16,0 0 8 0,2 34-1 0,-2-6-4 15,-5 3-13-15,3 1-11 0,0 2-10 0,-2 0-8 16,-2 1-9-16,2-1-11 0,1-3-15 0,-1 1-2 16,2-2-8-16,0-3-29 0,0-1-23 0,2-6-28 15,0-3-26-15,0-5-39 0,2 1-36 0,0-2-43 16,-2-11-57-16,4 13-39 0,-3-9-193 0,-1-4-487 15,0 0 215-15</inkml:trace>
  <inkml:trace contextRef="#ctx0" brushRef="#br0" timeOffset="42376.59">27509 5302 3 0,'17'-13'191'0,"-4"1"-6"16,3 3-3-16,-5 1-11 0,0 4-11 0,3 2-6 15,-3 1-6-15,1 2-5 0,-2 2-16 0,-1 3 2 16,-2 2-13-16,3 0-7 0,-4 2-7 0,-1 5-7 16,-2-5-11-16,0 5-3 0,-3-3-6 0,-3 0-10 15,-1 2-2-15,-2 2-5 0,-5-3-4 0,-3 2-7 16,1-2-28-16,-7 4-29 0,1-5-37 0,4-2-62 16,-4 1-40-16,-2 2-67 0,0-3-123 0,3-2-367 15,-2-2 164-15</inkml:trace>
  <inkml:trace contextRef="#ctx0" brushRef="#br0" timeOffset="42836.71">28307 5374 2196 0,'0'-10'111'0,"2"-1"31"0,1 0-77 0,-2 3-20 16,0 2-17-16,-1 6-8 0,2-9-2 0,-2 9-7 15,3-7-3-15,-3 7-4 0,0 0 1 0,0 0 4 16,0 0 3-16,0 0 5 0,15 17 10 0,-9-1 0 15,-1-1 7-15,1 2 0 0,-2 1-3 0,3-2 0 16,-1 2-1-16,2-2-3 0,-2 0-2 0,-1 1-4 16,-1-6-4-16,0 1-14 0,1-3 7 0,-1 0 7 15,-2-3 10-15,0 0 23 0,3-2 7 0,-5-4 30 16,4 8 5-16,-4-8 15 0,3 6 12 0,-3-6 15 16,0 0-22-16,0 0-5 0,0 0-8 0,15-18-12 15,-10 5-10-15,2-1-6 0,1-1-6 0,0-4-8 16,6-6-15-16,-4 0-3 0,0-3-2 0,2 1-18 15,-2 0-14-15,0 1-20 0,3 5-18 0,-3-2-14 16,-2 8-12-16,-2 3-32 0,-2 4-32 0,-2 2-46 16,1 0-52-16,-3 6-39 0,5-7-22 0,-5 7-8 15,0 0-198-15,0 0-528 0,0 0 234 0</inkml:trace>
  <inkml:trace contextRef="#ctx0" brushRef="#br0" timeOffset="43095.04">28648 5466 60 0,'1'6'143'0,"-1"-6"-11"0,3 11 1 0,-2-5 3 16,2 0-8-16,2-2 10 0,-5-4 0 0,6 10 3 15,-2-6 4-15,1-1-3 0,2 0 9 0,1-1-10 16,0 0-1-16,1-1-4 0,4-4-6 0,1 1-6 16,-4-2-9-16,4-2-3 0,-4-1 0 0,2 0-5 0,-2-6-7 15,-2-3-9-15,-3 5-6 0,4-5-5 16,-8 0-4-16,-1 0-10 0,0-2-6 0,-4-1-11 15,1 8-7-15,-4-1-5 0,4 1-1 0,-3 0-8 16,2 5-11-16,0 1-25 0,-2-2-30 0,-3 2-27 16,0 5-26-16,9 0-24 0,-22 4-21 0,12 2-19 15,0 3-31-15,-2 2-28 0,1 2-197 0,-3-1-444 16,9 0 196-16</inkml:trace>
  <inkml:trace contextRef="#ctx0" brushRef="#br0" timeOffset="43345.06">29071 5232 2390 0,'8'-14'86'0,"-3"-5"-31"0,1 5 32 15,-3 4-5-15,0-1 11 0,-1 2 2 0,-1 1 15 16,0 2-8-16,-1 6-12 0,2-10-4 0,-2 10-11 16,1-6-13-16,-1 6-9 0,0 0-7 0,0 0-8 15,0 0-10-15,0 0 15 0,4 21 1 0,-3-3 3 16,0 7-6-16,-1 2-1 0,0 3 1 0,2 0-12 15,-4-1 10-15,4-3-2 0,-2 2-8 0,1-1-2 16,0-2 3-16,-1-5-25 0,2-1-34 0,-1-3-28 16,-1 1-30-16,2-1-24 0,1-4-40 0,-3-2-43 15,0 1-56-15,2-2-24 0,0-1-206 0,-2-8-519 16,0 8 229-16</inkml:trace>
  <inkml:trace contextRef="#ctx0" brushRef="#br0" timeOffset="43572.71">29319 5257 112 0,'8'-24'226'16,"-3"5"-10"-16,2 2 13 0,-3 2 5 0,-3 2 7 16,3 4-3-16,-2 2-12 0,-1-1-23 0,-1 8-17 15,2-8-28-15,-2 8-19 0,3-5-17 0,-3 5-11 16,0 0-2-16,4 21 7 0,-4-4-12 0,2 2 7 16,0 12-12-16,1-5-9 0,0 2 1 0,-3-2-9 0,2 1-9 15,0-1-5-15,2-7-9 0,0 8-2 16,-2-1-7-16,1-7-29 0,1 0-30 0,-1-2-26 15,2 0-23-15,0-1-35 0,-3-2-36 0,0-3-39 16,0-2-38-16,-1-3-30 0,1 0-12 0,0 1-10 16,-2-7-131-16,0 0-421 0,0 0 187 0</inkml:trace>
  <inkml:trace contextRef="#ctx0" brushRef="#br0" timeOffset="44649.64">29290 5378 30 0,'0'0'189'0,"0"-8"-17"0,0 8-28 0,9-14-7 15,2 9-20-15,7 1-3 0,7-5-9 0,4 3-3 16,2-1-8-16,0 3-7 0,4 0-10 0,-3 1-2 16,0 0-10-16,-4-1-11 0,1 1-1 0,-9 1-2 15,1 0-3-15,-3-2-8 0,-5 3 4 0,1-1-3 16,-5 1 17-16,-2 0 10 0,1-1 14 0,-8 2 3 16,9-3 0-16,-9 3 4 0,0 0-14 0,0 0-4 15,2-5-8-15,-2 5-8 0,0 0-6 0,0 0-7 16,0 0-6-16,-38 12 1 0,22-1-7 0,0 0 1 15,0 5-8-15,-4 0 2 0,6-3-2 0,-1 0-2 16,4 2-5-16,3-4-3 0,3 3 1 0,0-3-2 16,2 1 1-16,2-3-1 0,2-1 0 0,2 2-1 15,-1-4-1-15,1-1 1 0,2 1-3 0,3-3 6 16,-1 0-2-16,3-2-4 0,3-1-1 0,-1-2 10 16,-1 2-6-16,1-3 2 0,-2-4 7 0,0 1 2 15,0 0-1-15,-1-2 1 0,-1-2 3 0,0 1-4 16,-2-2-1-16,4-3 1 0,-6 4-5 0,1-2 2 15,-2 1 6-15,1 0-5 0,-3 3-5 0,2-1 0 16,-2 4-5-16,-1 5 1 0,0 0-6 0,5-9-3 16,-5 9-8-16,0 0 2 0,1-5 0 0,-1 5 0 15,0 0-1-15,0 0 5 0,4 17-2 0,-4-17 1 16,2 16 2-16,0-10 8 0,0 6-3 0,3-3-5 16,1 1-4-16,0-1 1 0,0 1 1 0,2-2 1 15,2 0 5-15,4-3 1 0,2 0 0 0,3 0 1 16,-1-3 1-16,5 2-8 0,-4-4 2 0,4-4 2 15,4 2-6-15,-7-2 3 0,0 1 5 0,0 0-3 16,-2-2-1-16,-2-2 1 0,1 2-2 0,-2-4 1 16,1-3-1-16,-4 2 4 0,-2 3 0 0,2-6-5 15,-4 5 1-15,-1-2 5 0,0 1-2 0,-3-1 2 16,-1-1-2-16,0 3 1 0,-2 1 3 0,1-1 2 16,-1 1 5-16,-1 7-6 0,-3-12 5 0,3 12 1 15,-6-8-9-15,-2 6 0 0,-2 0-3 0,-3 4-2 16,-5 3 2-16,-1 3-3 0,-6 6 0 0,6-4 2 15,0 1-1-15,6-1-2 0,1-4 1 0,4 2 0 16,-1 0-3-16,3 2 2 0,3-3 0 0,0 2-1 16,1 1 0-16,4-3 0 0,-2-7-3 0,6 11 2 15,2-5 1-15,2-1 3 0,1-2-6 0,7 1 2 16,-4-2-3-16,0-1 2 0,0-1 0 0,-1 1 3 16,-1-2 1-16,-3 0 4 0,-2 1-4 0,2-2 1 15,-9 2 0-15,12-4 3 0,-6 2-1 0,-6 2 7 16,10-2 2-16,-10 2 3 0,7-2 2 0,-7 2-3 15,0 0-3-15,0 0-6 0,0 0 1 0,11 4 1 16,-8 2 2-16,-1 3 5 0,0 4-1 0,-2 6 7 16,1 6-8-16,-2 3 9 0,-1 4 12 0,0 4-3 15,-2-2 7-15,-1 12-8 0,-4-2 5 0,1-10-7 16,2 3 2-16,-2 9-7 0,0-13 3 0,1 1 2 16,-3-4-1-16,-1 0-8 0,-3-3 3 0,3 0-1 15,-1-5 0-15,-3 0-3 0,1-8-1 0,0 1 5 16,-3-5-3-16,-2 0 3 0,2-4-5 0,-2-1 6 15,3-3-3-15,2-1-4 0,-3-2 3 0,4-4-5 16,0-5-5-16,2 2-2 0,2-5-3 0,3-3-11 16,2-4-6-16,5-5-6 0,5-4-5 0,7 0-7 15,8-2 1-15,13-11-3 0,3-2-6 0,8 3-5 16,1 2 4-16,19-18 2 0,-19 21 2 0,0-2-1 16,-1 1 5-16,0-1-2 0,-3 2 1 0,-5 0 3 15,-1-2 4-15,-3 2 3 0,-8 11 3 0,0 2 1 16,-7-4 6-16,-3 3 8 0,-3 1 11 0,-5 5 4 15,-2 1 10-15,0 1 4 0,-2 3 17 0,-2 4-1 16,-2 1-7-16,1 8-4 0,-5-12-8 0,-1 9 2 16,6 3-4-16,-21 3-4 0,4 5 7 0,-1 3 2 15,1 1 3-15,-6 4-4 0,3 1 5 0,3 5 1 16,5-5-10-16,3 2 5 0,4 0-5 0,2-1-5 16,3 1-15-16,7 6-17 0,3-10-35 0,4-1-34 15,10 4-37-15,2 0-41 0,3-3-51 0,8-3-57 16,0-1-234-16,2-2-551 0,0-2 244 0</inkml:trace>
  <inkml:trace contextRef="#ctx0" brushRef="#br0" timeOffset="44791.32">31004 5428 137 0,'4'-4'324'0,"0"-1"-20"0,-4 5-13 16,7-8-4-16,-7 8-11 0,5-2-17 0,-5 2-38 15,0 0-20-15,5-6-28 0,-5 6-46 0,0 0-50 16,0 0-66-16,0 0-76 0,0 0-78 0,0 0-78 15,0 0-156-15,0 0-408 0,0 0 181 0</inkml:trace>
  <inkml:trace contextRef="#ctx0" brushRef="#br0" timeOffset="52154.08">5013 5974 73 0,'0'0'162'0,"-3"-15"-9"0,2 7-1 0,0 0-4 16,0 1-5-16,-3 0 3 0,4 7-8 0,-1-8 10 16,1 8-11-16,-2-9-12 0,2 9-15 0,0 0-9 15,-1-8-14-15,1 8-12 0,0 0-8 0,0 0-10 16,0 0-5-16,0 0-3 0,0 0-8 0,0 0-3 16,13 15-2-16,-9-3-9 0,-1-1 1 0,5 7-1 15,-1 0-5-15,7 7-1 0,-5 4-2 0,1 0-2 16,1-1 0-16,1-1-4 0,-2 1 2 0,-1 1-1 15,-1-1 1-15,-1 0-5 0,3-3-1 0,-2 2-1 16,1-3 3-16,0-2-3 0,-4-5-3 0,0-1-6 16,2 2 2-16,0-4-4 0,0 0-8 0,-2-2 0 15,0-3 9-15,-1-1-6 0,1-1 2 0,-2 0-3 16,-1-2 1-16,2-2 5 0,-4-3 0 0,0 0 6 16,9 3-3-16,-9-3 5 0,0 0-1 0,7-13 0 15,-3 3 0-15,3-6 5 0,-3 1 1 0,-1-6 2 16,0-3-3-16,1-3-1 0,-2-1 3 0,2 0-2 15,0-2-1-15,1 0 0 0,0-1 0 0,3-2 6 16,0 0-7-16,2-1-2 0,1 2-4 0,1-1 0 16,-1 0 0-16,3 1 2 0,0 3-3 0,3 1-3 15,-5 4 3-15,-1 5-2 0,-1 4 0 0,-2 2 0 16,-3 3 0-16,1 6-16 0,-2-1-12 0,-1 0-26 16,-3 5-2-16,6-6-4 0,-6 6 1 0,0 0-2 15,14 3-26-15,-14-3-14 0,13 8-19 0,-7 0-12 16,0 2-26-16,-1 4-114 0,-3 1-295 0,-3 2 131 15</inkml:trace>
  <inkml:trace contextRef="#ctx0" brushRef="#br0" timeOffset="52713.55">5600 6445 194 0,'1'-10'220'0,"-1"0"-12"0,0 10-16 0,-3-13-5 16,3 3-17-16,-3 1-16 0,0 3 2 0,3 6-7 16,-6-9-9-16,6 9-16 0,-5-8-13 0,1 4-8 15,4 4-16-15,-7-5-12 0,7 5-8 0,0 0-3 16,0 0-7-16,-16 7-9 0,9 0-6 0,0 2-6 15,-1 2-3-15,-2 3-1 0,3 0-7 0,4-2-7 16,-3 3-5-16,5-4-4 0,-2 2-1 0,2-1-12 16,0-2-5-16,2 2-7 0,2-3 3 0,-1 1-4 15,2-2 4-15,1 0-1 0,-2-1 2 0,3 0-5 16,-1-1 2-16,2-2 2 0,-1-2-2 0,2-1 1 16,-8-1 6-16,18-1-1 0,-9-3 2 0,1 0-2 15,1-2 6-15,-2-2 0 0,0-1 3 0,0 0-2 16,0-6 4-16,-1 1 3 0,-3-3-1 0,3 0 2 15,-5-3 2-15,3-7 2 0,-1 4-1 0,-1-3-1 16,-2-3 4-16,-1 1-3 0,-1-1 2 0,0 2 6 16,-2-2 1-16,1 2 6 0,-1 1 1 0,1 8-1 15,0-1 0-15,-1 9 6 0,1-4 2 0,0 2-4 16,0 6-5-16,2-1-3 0,-1 7-1 0,-1-10-6 16,1 10-5-16,0 0-3 0,0 0-1 0,0 0 0 15,0 0-1-15,0 0 1 0,0 0 0 0,2 35-1 16,-2-16 0-16,1 9 1 0,-2 2 4 0,1 1 0 0,-1-3-3 15,0 5 1-15,-1-1-2 0,2 0 1 16,-2 0-8-16,0-3-23 0,1-2-13 0,1-1-20 16,0-1-20-16,0-6-25 0,3-1-50 0,1-3-30 15,1 0-32-15,-1-3-135 0,1-3-380 0,1-1 168 16</inkml:trace>
  <inkml:trace contextRef="#ctx0" brushRef="#br0" timeOffset="52942.99">6124 6286 165 0,'0'0'194'0,"-9"-7"-14"0,-1 5-17 0,-1 2-13 16,11 0-9-16,-23 9-3 0,10 1-8 0,-2-1-4 16,1 5-4-16,-1 2-10 0,-2 4-8 0,4-5-11 15,4 2-10-15,3 1-9 0,0-2-7 0,4-2-6 16,4 5-3-16,4-5-11 0,2-1 0 0,6-1-25 0,1-1-17 15,9 0-19-15,3-1-23 0,4-4-29 16,-1-3-33-16,4-1-36 0,2-2-17 0,-4-1-145 16,-2-3-321-16,-2 1 142 0</inkml:trace>
  <inkml:trace contextRef="#ctx0" brushRef="#br0" timeOffset="54722.34">7228 6496 155 0,'0'0'194'0,"-5"-3"-21"0,5 3-11 0,0 0-9 16,0-11-10-16,0 11-15 0,5-18-6 0,0 8 2 15,1-6-6-15,2 1-5 0,2 0 0 0,1-2-9 16,3-4-10-16,0-3-7 0,-2 3 3 0,1-3-7 15,-3 7-5-15,-1 0-3 0,3 0-10 0,-6-1 2 16,1 3-11-16,0 0-3 0,-2-1-7 0,-2 0 0 16,-1 3-8-16,0-2-3 0,-1 6-4 0,-1 0-3 0,0 3-1 15,0 6-4-15,1-13-4 0,-1 13-3 16,-1-10-1-16,1 10-3 0,0 0-4 0,0-9-4 16,0 9-2-16,0 0-1 0,0 0 0 0,0 0 1 15,0 0 1-15,0 0-1 0,-5 30 0 0,2-13 4 0,3 1-5 16,-2 1-2-16,1 0 2 0,-1 2 0 15,2-2 1-15,2 5-1 0,1-5-3 0,1-2 4 16,0 2-3-16,2-2 5 0,1-1-5 0,4-1 1 16,0-1 0-16,-5-4-4 0,8 2 0 0,-4-5-1 15,3 0 2-15,-2-3 2 0,1 0-3 0,2-3-4 0,-1 0 6 16,0-3-2-16,-1-2-2 0,4-4 0 0,-4 3-2 16,3-6-1-16,-3 0 1 0,0-1-8 15,-2-4 2-15,0 1 1 0,-1 1 2 0,-2-7 0 16,-1 3 3-16,-1 2-1 0,-2-4 0 0,-1 2-2 0,1 0 4 15,-2-1 0-15,-2 0 3 0,-1 2-2 0,1 5 2 16,-1 1 2-16,-1 1-1 0,2 4 0 0,1 6 1 16,-1-11-6-16,1 11-2 0,0-7 1 15,0 7-1-15,0 0 4 0,0 0 0 0,0 0-1 16,-5 23 2-16,3-10 0 0,1 3 1 0,0 3 0 0,1-2 1 16,1 1-2-16,-4-1 6 0,3 1-5 0,-1 0 2 15,2-2 2-15,1 0-1 0,-2-3 1 16,1 2-1-16,2-4-1 0,-2 4 5 0,0-5-5 15,0 1 2-15,1 0-1 0,0-3 1 0,2 3 0 0,-4-2 2 16,2 0 2-16,-2-2-12 0,2 0-7 0,-2-7-29 16,-2 14-23-16,1-9-24 0,1-5-19 15,-6 12-20-15,1-7-22 0,-2 2-17 0,1-4-139 16,-3 1-331-16,-1-3 146 0</inkml:trace>
  <inkml:trace contextRef="#ctx0" brushRef="#br0" timeOffset="54908.99">7268 5917 51 0,'0'0'128'0,"-3"-5"-26"0,3 5-35 0,0 0-18 16,0 0-24-16,0 0-34 0,18 11-61 15,-11-7-74-15,2 0 33 0</inkml:trace>
  <inkml:trace contextRef="#ctx0" brushRef="#br0" timeOffset="55682.07">9045 6099 137 0,'-2'-12'186'0,"-3"3"-21"16,0 1-6-16,-2 1-14 0,1 0-17 0,-2 4-7 15,-2-1-14-15,-2 1-13 0,2 3-5 0,-4 1-9 16,-3 5-6-16,-2 4-3 0,-5 6-6 0,0 4-7 0,3 2-3 15,-1 2-2-15,2 5-4 0,2-2-6 16,4 0 11-16,4 0-5 0,0-3 1 0,3-4-10 16,5 3-4-16,2-4-3 0,1-3-3 0,0-3-3 15,6 0-1-15,-2-3-5 0,1-1-3 0,2-2 2 16,3-1 0-16,0-2-3 0,0-2 0 0,2 0 2 16,0-4-1-16,1-1 1 0,0-3 1 0,-3 0-1 15,3-5 2-15,-3 2-3 0,0-4-5 0,2 0 2 16,-4-4-2-16,1-1 1 0,-4 4 1 0,-1-4-2 15,1 2-2-15,-3-2 0 0,-1 1 0 0,4 0-2 0,-6 1-1 16,0-4-1-16,0 5 20 0,1 4 6 0,-1 2-2 16,0-1-4-16,0 10-5 0,-1-12-3 15,1 12-5-15,0-8-6 0,0 8 0 0,0 0-2 16,0 0 0-16,0 0-2 0,0 0-3 0,-1 30 6 16,1-15-2-16,-4 2-2 0,4 2 1 0,-1-2 1 0,1 1-1 15,1-1 0-15,3 0 2 0,-2 1-6 16,2-2-12-16,0-2-17 0,2 2-12 0,0-4-20 15,0-2-20-15,1 0-33 0,1-1-28 0,3-2-35 16,0-2-36-16,-1-1-119 0,2-4-357 0,2 0 158 0</inkml:trace>
  <inkml:trace contextRef="#ctx0" brushRef="#br0" timeOffset="55902.21">9306 5878 232 0,'0'-9'237'0,"-1"3"-25"0,1 6-21 16,-3-10-26-16,3 10-20 0,0 0-19 0,0 0-10 16,0 0-13-16,0 0-8 0,0 0-6 15,-9 36-4-15,8-7 1 0,-3 1-9 0,0 4-6 16,0-1-4-16,2 3-8 0,1 10-4 0,1-14-3 0,2 0-9 16,-1 0-1-16,7 0-7 0,-3 0-27 0,-1 0-23 15,2 0-38-15,1-2-39 0,2-1-43 0,-2 0-41 16,0-3-144-16,-3-9-347 0,1-2 153 15</inkml:trace>
  <inkml:trace contextRef="#ctx0" brushRef="#br0" timeOffset="56458.08">9521 6248 93 0,'0'0'188'16,"0"0"-22"-16,4-6-15 0,-4 6-14 0,0 0-11 15,0 0-3-15,0 0 0 0,0 28-2 0,-3-17-7 16,3-1-9-16,-1 4-9 0,1-4-9 0,0 2-2 16,1 1-6-16,-1-4-9 0,0-2-7 15,1 0-5-15,-1-7-5 0,0 12-2 0,0-12 11 0,2 8 14 16,-2-8 16-16,0 0 15 0,0 8 13 0,0-8-6 16,0 0-8-16,0 0-14 0,0 0-10 0,0 0-6 15,-13-19-7-15,9 11-7 0,1-1-9 16,-2-2-4-16,3 1-2 0,0-3-4 0,1 0-9 0,1 1-5 15,1-6-2-15,6 0-7 0,-5 0-1 0,3 0-4 16,3 1-4-16,1 1-3 0,9-6 1 0,2 3-6 16,-6 6-2-16,2 4 1 0,-2-1 2 0,4 7-9 15,-2 2 4-15,2 2-1 0,-5 2-4 16,0 2 4-16,2 4-4 0,-2 1 2 0,0 2 0 0,-3 1-2 16,0 1 2-16,-1 1 2 0,0-1-6 0,-1-1 8 15,1 2 0-15,-6-3-4 0,1-2 0 0,-1 0 4 16,-2 2 0-16,2-5 0 0,-2 1-1 0,-1-2 5 15,0-6-2-15,-1 11 4 0,1-11-1 0,-2 7 6 16,2-7-4-16,0 0-1 0,0 0 1 0,0 0 2 16,0 0 1-16,0 0-4 0,0 0-2 0,-11-15-3 15,11 5-5-15,0 10-1 0,5-23-4 0,-1 9 2 16,4-3-3-16,2-1-3 0,4-4-2 0,-1 7 3 16,1 2-1-16,0-1 1 0,1 3-4 0,-5 3 0 15,-1 5 0-15,4-1 2 0,-3 4 0 0,3 0 1 16,-2 4 1-16,0 2 1 0,-1 0 0 0,-1 1 2 15,-3 5 1-15,3 2-4 0,-2 0-13 0,-2 2-5 16,-1 0-28-16,-3 2-28 0,-1-1-22 16,-1 2-33-16,-1-1-25 0,0-1-28 0,-2 0-23 0,0-3-161 15,-1 0-408-15,4-5 180 0</inkml:trace>
  <inkml:trace contextRef="#ctx0" brushRef="#br0" timeOffset="56758.35">10139 6265 125 0,'3'-6'212'16,"-2"0"-11"-16,-1 6-18 0,3-7-23 0,-3 7-19 16,0 0-14-16,0 0-11 0,0 0-5 0,0 0-4 15,0 0-6-15,0 0 1 0,0 0-7 0,3 23-8 16,0-14-7-16,1 2-6 0,1-1 0 0,0 2-5 16,3-2-4-16,1 0-7 0,-3-1-6 0,4-2-2 15,2 0-2-15,-2-2-3 0,2-3-5 0,0 0 4 16,0 1-2-16,1-6 7 0,-1 0-2 0,0-2 7 15,1-1 4-15,-3-1-6 0,0-1 3 0,3-5-2 16,-4 0 0-16,-3 2-3 0,-3 0 0 0,1-2-3 16,-1-1-9-16,-1-4-5 0,-5 1-8 0,-3 2-2 15,1 2-6-15,-2-2-9 0,1 4-16 0,-1 1-13 16,-1 2-22-16,0 0-25 0,1 5-22 0,-4 2-42 16,1 2-23-16,-2 4-30 0,-3 5-19 0,2 3-32 15,-7 4-128-15,7-2-393 0,-4 6 174 0</inkml:trace>
  <inkml:trace contextRef="#ctx0" brushRef="#br0" timeOffset="57140.3">10342 6446 131 0,'11'-8'237'0,"3"-3"-16"0,0-3-15 0,0 0-16 16,-1-1-10-16,-3 1-5 0,2-3-10 0,-1-1-7 15,-1 1-5-15,3-8-13 0,-2 2-10 0,2 0-12 16,-3-3-12-16,1 1-6 0,-1-3-14 0,-1 1-9 15,0 2-4-15,1 0-11 0,-1 1-5 0,-3 4-6 16,-1 2-7-16,-1 7-4 0,0-1 0 0,-1 3 6 16,-1 1-9-16,1 5-3 0,-3 3-8 0,1-10-1 15,-1 10-12-15,0 0 1 0,0 0-3 0,0 0-1 16,0 0-2-16,0 0-5 0,-30 16-13 0,17-2-8 16,-2 2-11-16,1-4-15 0,5 3-7 0,0 0 0 15,4 1 5-15,0 0 1 0,4-4-1 0,2-1 3 16,6 3 3-16,-2-5-1 0,2 3 7 0,6-2-1 15,3 1 5-15,-4-1 0 0,4-2 7 0,-3 1 0 0,-2-2 3 16,-1 1 1-16,-1-1 2 0,-1 0 2 16,-2 0 0-16,-2 0 3 0,0 1 3 0,0-1 1 15,-2 2 1-15,0-1-1 0,-4 1 4 0,0 1 3 16,-1 0-4-16,-3-1 1 0,2 0 4 0,-4-1-8 16,1 1-20-16,-2-1-23 0,2 0-23 0,-3-1-32 0,5-1-35 15,0-3-48-15,-2-2-110 0,7-1-321 16,0 0 142-16</inkml:trace>
  <inkml:trace contextRef="#ctx0" brushRef="#br0" timeOffset="57370.28">10846 6020 1663 0,'11'-29'53'0,"0"1"-2"0,-4 1 1 0,-1 9 21 0,-1-1-4 16,-2 3 8-16,0 4-1 0,-1 2 0 15,0 5-14-15,0-2-11 0,-2 7-6 0,2-9-10 16,-2 9-5-16,0 0-3 0,0 0 8 0,0 0 17 0,7 24 4 15,-7-6-4-15,2-1 4 0,1 2 6 0,4 8-10 16,-10 0-2-16,6 2-3 0,-2-1-1 16,-1 0-1-16,3 0-7 0,-1-3-3 0,-1 0-1 15,-1 0-2-15,0-7-15 0,2 0-21 0,2-1-26 16,-2-1-39-16,-1-3-41 0,1-1-40 0,0-2-40 0,-2 0-43 16,0 0-162-16,0-10-425 0,-5 12 188 0</inkml:trace>
  <inkml:trace contextRef="#ctx0" brushRef="#br0" timeOffset="57513.81">10815 6082 16 0,'2'-12'240'0,"-2"12"-26"16,1-10-22-16,3 6-23 0,6-1-20 16,0-1-24-16,3 2-31 0,1 0-29 0,6-1-42 15,1-2-51-15,6 2-52 0,-1 0-117 0,-4 1-213 0,-3 2 95 16</inkml:trace>
  <inkml:trace contextRef="#ctx0" brushRef="#br0" timeOffset="65568.89">12235 6014 22 0,'-5'-18'228'0,"-1"1"-17"15,-1 1-10-15,2 0-12 0,-4 0-9 16,4 4-8-16,1 0-13 0,-4 1-15 0,5 1-6 0,1 3-9 16,-3 1-10-16,5 6-15 0,-6-10-14 15,6 10-14-15,-3-4-9 0,3 4-5 0,0 0-10 0,0 0-2 16,0 33-8-16,2-14-1 0,0 7-6 0,-2 2-5 15,3 2-2-15,-3 0 2 0,-3 5 0 0,3-6-7 16,-1 0-1-16,0-3-4 0,-1-6 1 0,2-1-2 16,0 0-1-16,-2-4-1 0,0-3 0 0,0-3-4 15,2-1 0-15,-1-1 0 0,1-7 1 0,-2 12-2 16,2-12 5-16,0 8 2 0,0-8-5 0,-1 8 6 16,1-8 4-16,0 0 0 0,0 0 2 0,0 0 1 15,0 0 1-15,0 8-3 0,0-8-3 0,0 0-2 16,0 0-2-16,0 0-3 0,0 0-2 0,0 0-3 15,8-19-3-15,-4 13-9 0,3-1-11 0,5 1 1 16,-1 1 0-16,7-1-6 0,-2 2-2 0,1 2-7 16,1 2 2-16,-2 2-6 0,-5 0-8 0,3 3-5 15,-5 2 3-15,0 0 0 0,1 3-3 16,-2-1 5-16,-3-1-4 0,-1 1 0 0,0 3 1 0,-6-2 1 16,-1 0-3-16,-1 1-2 0,-4-2 3 0,0 0-4 15,-3 0 15-15,-4-2 2 0,-3 0-10 0,1-2 8 16,0-3 4-16,-2-2 3 0,2-1 2 0,3-2 16 15,1 0 12-15,2-1 7 0,0 1 6 0,6-1 7 16,-3 1-6-16,8 3-1 0,-5-9-2 0,0 4 0 16,5 5-8-16,0 0 2 0,10-13-3 0,0 8 0 15,1-1 0-15,6 2 0 0,5-2-1 0,5 1 0 16,-1 0-1-16,3 0 2 0,-1-2-4 0,3 3 5 16,-2 1-4-16,-1 0-1 0,-6 1-2 0,7-1 2 15,-9-2 1-15,1 2-2 0,1 2 4 16,-5-1 4-16,2-1-8 0,-8 0 5 0,3 1-4 0,-5-2 4 15,-1 2 1-15,-2-1-3 0,-6 3 2 0,11-9-3 16,-5-1 2-16,-2 2-4 0,0-3 3 16,2 0 0-16,-6-2 5 0,4-3-2 0,-4-2 4 15,1 2 5-15,-2-4-4 0,1 1 1 0,0 0 3 0,0 0 6 16,-4 1 7-16,4 0-3 0,0 2-3 0,-6 0 3 16,4 5 7-16,0 1-1 0,2 2 7 0,-4-1 2 15,4 9-3-15,0-10-8 0,-5 5-7 0,5 5-4 16,-2-6-5-16,2 6 0 0,0 0-1 0,0 0-4 15,-16 16 1-15,12-5 0 0,-3 5 0 0,-1 0-1 16,0 9 1-16,2-7 1 0,-1 9-6 0,5-10-2 16,0 3 5-16,0-1-1 0,1-3-2 0,2 1-1 15,3 0-3-15,2-3 1 0,-1-2-2 0,4-3 4 16,4 1-3-16,2-1-11 0,4-1-4 0,-1-5-8 16,4-3-2-16,-3 0-3 0,10-3-5 0,0-3 0 15,-4-1 4-15,-5 1-3 0,0-2 2 0,3-8 6 16,-8 5 0-16,3 0 1 0,-4-3 2 0,0 0 3 15,-2-3 3-15,1-5 2 0,-1-2-1 0,-3 2 2 16,-5 3 1-16,4 0 5 0,-8 1-4 0,2 2 9 16,-2 0 8-16,0 1 3 0,-2 3 7 0,2 2 5 15,0 3 1-15,0 7-4 0,-4-10-1 0,4 10-5 16,-4-6-3-16,4 6-3 0,0 0 2 0,0 0-6 16,-10 19-1-16,5-2 7 0,-5 6-4 0,2 2 3 15,-1 3 0-15,1 1-1 0,3 0-1 0,0-2-1 16,0 3 1-16,3-5 1 0,0 5 1 0,2-5-4 15,2 1-14-15,0-3-24 0,-1-5-39 0,3 3-34 16,3-3-35-16,-2-4-35 0,1 0-34 0,-6-1-108 16,2-4-347-16,-2-9 154 0</inkml:trace>
  <inkml:trace contextRef="#ctx0" brushRef="#br0" timeOffset="65716.92">12862 6168 22 0,'21'1'51'0,"-2"0"-29"15,1-1-12-15,0 2-28 0,0-4-19 0,3 2 9 16</inkml:trace>
  <inkml:trace contextRef="#ctx0" brushRef="#br0" timeOffset="66098.39">13176 6157 39 0,'0'0'118'0,"11"-3"10"0,-11 3 10 0,6-4 10 15,-6 4 2-15,0 0-11 0,0 0-9 0,3-4-17 16,-3 4-12-16,0 0-16 0,0 0-9 0,0 0-6 16,0 0-4-16,0 0-5 0,-1 26-4 0,-1-17-4 15,4 1-8-15,-4 0-1 0,0-1-3 0,6 2-4 16,-4-1-6-16,1 0-1 0,4-1-2 0,-3-2-3 16,0 0 0-16,0-1-4 0,1-2-2 0,1 3 1 15,-4-7-3-15,4 5 2 0,-4-5 1 0,7 6-5 16,-7-6 2-16,0 0-1 0,7 4-3 0,-7-4 2 15,0 0-1-15,0 0-3 0,11-7-3 0,-11 7 7 16,7-7-8-16,-3 3 0 0,3-1-1 0,-7 5 2 16,5-9-2-16,-5 4-1 0,0 5-2 0,6-9 0 15,-6 9-1-15,3-5 0 0,-3 5-8 0,0 0-5 16,4-7 3-16,-4 7 2 0,0 0 0 0,0 0-3 16,12 2-1-16,-12-2 6 0,0 0-3 0,19 3 3 15,-14 0-2-15,4-1 4 0,0-2-3 0,0 2 5 16,1-2 13-16,-2 1-3 0,-8-1 7 0,15-1 1 15,-3-2 1-15,-12 3 0 0,20-7-2 0,-10 1 1 16,-2 0 3-16,1-1-3 0,1-3-3 0,-2 1-12 16,-1 0-12-16,1-1-33 0,4-1-23 0,-3 0-22 15,-2 4-24-15,1-2-22 0,0 1-25 0,-2 3-137 16,-6 5-319-16,9-9 142 0</inkml:trace>
  <inkml:trace contextRef="#ctx0" brushRef="#br0" timeOffset="66368.53">13622 6301 205 0,'0'0'201'0,"10"-1"0"0,-10 1-16 0,15-7-11 0,-6 3-12 15,3-3-7-15,-1-2-14 0,1-3 0 0,-4 2-11 16,3-3-10-16,-2-2-6 0,1-1-7 0,-4 2-8 16,-2-2-10-16,3 2-6 0,-7-3-8 0,0 2-12 15,0 2-6-15,-4 1-6 0,1-1-3 0,-1 2-5 16,0-1-4-16,-1 5-5 0,-4-1-3 0,0 0-3 15,2 5-7-15,-3 1-3 0,-2 3-1 0,1 1-3 16,-1 4-3-16,-1 6-1 0,0-1-2 0,1 2 0 16,1 2-1-16,3 4 0 0,2 0 1 0,4-2-8 15,0 3-9-15,4-2-17 0,2 1-23 0,2-2-26 16,2 2-37-16,3-2-29 0,3-3-41 0,2 1-25 16,0-3-144-16,1-1-380 0,2-3 168 0</inkml:trace>
  <inkml:trace contextRef="#ctx0" brushRef="#br0" timeOffset="66634.81">14041 6250 213 0,'9'-12'249'15,"-3"3"-17"-15,8-5-16 0,-6 5-10 0,1-1-20 16,1-1-8-16,3-1-10 0,-1-2-12 0,-1 2-9 16,0-1-9-16,1 0-3 0,-6 3-11 0,2-1-11 15,-1-3-5-15,-3 3-11 0,2-1-4 0,-4 3 0 16,2 0-5-16,-1 0-7 0,-3 2-8 0,0 7-8 15,-2-11-11-15,2 11-8 0,-9-10-5 0,4 7-7 16,5 3-2-16,-13 0-7 0,0 3-5 0,-2 6-1 16,0-1-3-16,-6 9 6 0,1 2-10 0,7-2-4 15,4-2 4-15,2 2-13 0,3 1-14 0,1 1-29 16,7 1-24-16,-1-2-34 0,7-1-19 0,0-1-34 16,1-2-27-16,5 1-19 0,5 1-4 0,-4-6-30 15,0 3-128-15,-2-7-391 0,3 3 173 0</inkml:trace>
  <inkml:trace contextRef="#ctx0" brushRef="#br0" timeOffset="66847.84">14369 6228 170 0,'0'-10'223'16,"0"10"6"-16,0-21-11 0,0 10-12 0,2 0-22 16,-2-7-12-16,2 6-12 0,0-5-6 0,3 2-10 15,1-2-10-15,1 1-5 0,-3 6-17 0,4-1-14 16,1 3-7-16,-1 2-13 0,2 0-9 0,0 3-5 15,-1 3-6-15,1 0-10 0,3 5-7 0,0 0 2 16,1 5-12-16,-1 4 1 0,-3-1-6 0,0 3-1 16,-1 1-3-16,-2 0-4 0,1 1-23 0,-4 1-27 15,0 0-41-15,1 2-61 0,-1-2-66 0,5-1-223 16,-7-1-457-16,5-2 202 0</inkml:trace>
  <inkml:trace contextRef="#ctx0" brushRef="#br0" timeOffset="67097.98">15399 5856 338 0,'0'-10'321'16,"0"2"-31"-16,0 8-32 0,-2-10-32 15,2 10-21-15,0 0-22 0,0 0 0 0,0 0-4 16,-2 32-6-16,2-14-10 0,0 9-19 0,-2 2-6 15,0 1-20-15,0 5-7 0,1 0-10 0,-1 1-8 0,1-4-16 16,0 1-3-16,2 1-8 0,-1-2-22 0,0-2-30 16,0-4-33-16,-1-1-35 0,-2-6-51 15,1 0-54-15,1-2-41 0,-1-1-53 0,-2-5-199 16,-2-1-489-16,-1-1 217 0</inkml:trace>
  <inkml:trace contextRef="#ctx0" brushRef="#br0" timeOffset="67599.97">15366 6075 4 0,'20'-18'169'0,"0"3"-16"0,-1 1-13 0,0-3-4 15,0 6-3-15,-2-1 7 0,-2 1 3 16,3 1-3-16,-5-2-2 0,-4 4-4 0,1-1-3 0,-1 2-5 16,-2-3-9-16,1 3-4 0,-4-1-13 15,1 1-5-15,-2 0-10 0,-1 1-2 0,-2 6-11 16,3-10-6-16,-3 10-11 0,2-6-4 0,-2 6-10 0,0 0-7 15,0 0-5-15,4-4-3 0,-4 4-3 0,0 0-1 16,0 0-4-16,-9 26-2 0,7-14 1 0,-6 7-5 16,2-1 3-16,-2 6-1 0,2 0-6 15,1-5 0-15,0 7 4 0,2-9-2 0,-2 7-2 0,2-3 4 16,2-4-7-16,-2-1-7 0,2-3-7 0,1-1-6 16,-1 2-7-16,1-4-4 0,0 1-6 0,1-1 2 15,0-3-2-15,2 0 7 0,1-1-2 16,2 0 3-16,1 0 0 0,4 1 8 0,-1-4 0 0,0 2 3 15,3-4-1-15,5 2 1 0,-2 0 5 0,3-1 3 16,0-2 5-16,-3-1 4 0,3 0 5 0,-2-2-1 16,1 0 5-16,-1-3-3 0,2-1 2 15,-3 2-1-15,1-3 2 0,0-1-1 0,-6 3 9 16,4-5-5-16,-2 3 5 0,-4-3 2 0,3-1 3 0,-6 2 5 16,2-4 0-16,0-1 3 0,-6 5 2 0,3-1 1 15,-4-1 2-15,1 2 6 0,-2 0-4 0,-3-1-7 16,3 11-4-16,-6-15-1 0,2 8-3 0,-1 4-8 15,-2-1-2-15,-2 4-3 0,9 0 1 16,-28 10-3-16,12 2-3 0,0 1-3 0,-5 5 4 0,2-1-2 16,6 0-6-16,4-1-10 0,0 3-27 0,5 0-32 15,4-1-35-15,4 0-67 0,6-2-48 0,7 4-218 16,8-6-471-16,2-3 209 0</inkml:trace>
  <inkml:trace contextRef="#ctx0" brushRef="#br0" timeOffset="68224.81">17012 6021 12 0,'-2'-11'266'16,"-1"2"-7"-16,0-1-17 0,1 5-16 0,2 5-25 16,-4-10-19-16,1 4-25 0,3 6-16 0,0 0-20 15,0 0-11-15,0 0-10 0,0 0-13 0,16 26-9 16,-6-8-6-16,0 6-5 0,3 4-4 0,2 3-5 16,-2 0-3-16,0 0-8 0,0-1-7 0,-2-1 0 15,-1 0 16-15,2-2-10 0,-1-2-3 0,-3-6-5 16,0-2-2-16,-3-1-2 0,4-1-2 0,-6-6-5 15,3 0 3-15,-4-2 1 0,1-1 13 0,-1-1 20 16,2 1 17-16,-4-6 33 0,0 0 16 0,0 0-7 16,5 4-11-16,-5-4-15 0,9-15-10 15,-4 5-8-15,2-5-13 0,-2-3-6 0,4-9-5 0,1 1-3 16,2-6 8-16,0-1-25 0,5-10 0 0,-4 10-5 16,-3-2-3-16,3 2-11 0,-1 0 5 0,-1-1 10 15,0 2-21-15,-1 3 10 0,-3-1-14 0,-1 6 8 16,1 0-2-16,-1 7-8 0,-2 5 4 0,-2 4 0 15,0 0-10-15,0 2-4 0,-2 6-22 0,3-8-31 16,-3 8-22-16,0 0-22 0,0 0 2 0,0 0-8 16,0 0-13-16,0 0-23 0,-9 22-17 0,0-5-27 15,1-1-24-15,-1 4-23 0,-1 3-26 0,0 2-185 16,6-6-484-16,-1 5 214 0</inkml:trace>
  <inkml:trace contextRef="#ctx0" brushRef="#br0" timeOffset="68922.16">17582 6283 98 0,'0'0'156'0,"0"0"2"0,1-10 4 16,-1 10-3-16,2-6 3 0,-2 6 1 0,0 0 1 15,1-10-7-15,-1 10-7 0,1-7-2 0,-1 7-7 16,0 0 0-16,1-10-4 0,-1 10-9 0,0 0-10 16,0 0-11-16,0 0-11 0,0 0-11 0,2-8-12 15,-2 8-10-15,0 0-8 0,0 0-6 0,0 0-11 16,0 0-1-16,0 0-4 0,0 0-4 0,-3 35-2 16,3-19-3-16,-1 1-2 0,0 2-3 0,-2 0 2 15,0 6-5-15,0-6 1 0,-1-1-3 0,0 0-1 16,3 1-1-16,-2-2 0 0,-1 0 0 0,2-5 1 15,2 0-2-15,-2 1-2 0,4-3 4 0,-4 0-4 16,2-2 0-16,-1 2-3 0,1-10 2 0,1 13 0 16,-1-8 2-16,0-5-3 0,0 9 1 0,0-9 4 0,0 0 1 15,0 9 0-15,0-9 2 0,0 0 4 16,2 5 8-16,-2-5 1 0,0 0 0 0,0 0-4 16,5 4 0-16,-5-4 5 0,0 0-8 0,10 0-4 15,-10 0-2-15,21-4-1 0,-1 3-9 0,2-2-23 0,6 0-25 16,2 0-36-16,4 0-39 0,-1-1-42 15,-1 1-50-15,5 0-44 0,-3-1-205 0,1-1-496 16,1 1 220-16</inkml:trace>
  <inkml:trace contextRef="#ctx0" brushRef="#br0" timeOffset="70116.33">18142 6435 198 0,'0'0'183'0,"0"0"-21"0,0 0-21 0,0 0-15 15,0 0-12-15,0 0-10 0,0 0-6 0,0 0-11 16,6 12-11-16,-4-5-3 0,-1 3 1 0,1 0-1 16,1 2-1-16,-2-3-3 0,0 2-3 0,1 0 0 15,-1-1-11-15,-1-3-3 0,1-1-3 0,2 0 4 16,-3-6 9-16,0 9 10 0,0-9 17 0,0 0 19 15,0 10 19-15,0-10 14 0,0 0-5 0,0 0-12 16,0 0-15-16,0 0-10 0,0 0-9 0,0 0-7 16,-9-29-12-16,9 20-3 0,-3-3-9 0,3-1-1 15,0-2-4-15,4-1-14 0,0-1-6 0,1-2-8 16,-1 0-1-16,5 2-9 0,0 1 1 0,1 0-18 16,2 0-3-16,-1 5-5 0,-2 2-5 0,1 3-3 15,3 1 0-15,-2 4-1 0,1 1 0 0,1 3 1 16,2 3 3-16,0 4 0 0,0 2 2 0,0 1 0 0,-4 2 2 15,-2 0 2-15,3 2-1 0,-3 0 2 16,-2 0-2-16,1-4 0 0,-4 0 3 0,1-2 2 16,-2-3 0-16,0-2 0 0,0 1-1 0,-2-1 2 15,-1-6 3-15,3 6 6 0,-3-6 5 0,1 7 9 0,-1-7 8 16,0 0-2-16,0 0-7 0,0 0-1 0,0 0-8 16,0 0-1-16,0 0-6 0,-2-32-1 15,2 22-4-15,1-1 2 0,5-5-9 0,-2 4 0 16,5-4-8-16,0 1-2 0,0 1-6 0,2-1-2 15,2 3 0-15,-3 4-1 0,-2 1-3 0,1 0 3 0,-3 4-4 16,4 1-1-16,1 2 2 0,-3 0 2 0,2 3 1 16,0 3 1-16,-2 3 5 0,-1 2 0 15,0 2 0-15,-2 1-14 0,1 4-19 0,-2 1-8 16,-3 4-31-16,1-4-40 0,-4 0-37 0,2-1-45 0,0 0-180 16,0-6-427-16,2-1 190 0</inkml:trace>
  <inkml:trace contextRef="#ctx0" brushRef="#br0" timeOffset="70478.36">18926 6368 188 0,'-14'0'195'0,"-5"0"-11"0,1 4-9 0,-2 2-11 15,1 3-9-15,-4 3 0 0,4-2-15 0,6 2-15 16,-2 2-9-16,4 0-9 0,3-4-9 0,6 2-8 0,-2 0-14 15,0-2-4-15,4 3-5 0,4-5-10 0,1 2-3 16,2 0-3-16,0-3-2 0,10 0-6 0,-4-3-1 16,2-2-6-16,0-1 2 0,1-2-7 15,-4-1-3-15,1-2 1 0,3-3 5 0,-5 1-6 0,2-1 1 16,0-6 11-16,-3 3 5 0,1-2 3 0,-3 1-6 16,-1 0-1-16,3-3 4 0,-8 6 11 0,2-3-3 15,-1 4 1-15,-1-1-6 0,1 3-2 0,-3 5 1 16,4-10-10-16,-4 10-9 0,2-6-6 0,-2 6-2 15,0 0-5-15,0 0-4 0,0 0 1 0,0 0-1 16,12 22 2-16,-9-11 1 0,0 5 3 0,0-3-6 16,3 2-9-16,0-1-24 0,1 4-29 0,0-4-31 15,1 1-28-15,2-2-38 0,4-1-47 16,-2 0-47-16,-1-3-189 0,1-4-467 0,-2 1 207 0</inkml:trace>
  <inkml:trace contextRef="#ctx0" brushRef="#br0" timeOffset="70686.66">19268 6349 278 0,'1'-5'271'0,"-1"5"-33"0,2-9-23 0,-2 9-25 16,3-6-19-16,-3 6-16 0,0 0-12 0,0 0-9 16,10 14-6-16,-5-4-2 0,3 0-12 0,1 5-10 15,1-1-10-15,0 0-4 0,1 3-12 0,-2 1-3 16,5-2-13-16,-2 0-24 0,1-3-26 0,0 1-37 15,-1-2-43-15,0-1-45 0,-1-3-42 0,-4 1-24 16,3-3-29-16,-3-1-120 0,-2-3-356 0,0-1 158 16</inkml:trace>
  <inkml:trace contextRef="#ctx0" brushRef="#br0" timeOffset="70844.13">19545 6384 132 0,'-1'-10'210'0,"-1"2"-5"0,-1 2-15 16,3 6-19-16,-8-6-18 0,8 6-14 0,-14 1-9 15,-1 5-9-15,-2 3 0 0,-6 8-11 0,1 2-10 16,-2 2-9-16,1 2-10 0,-1-3-9 0,2 5-11 16,-1-2-34-16,5-1-41 0,-2-1-50 0,3 0-49 15,6-4-52-15,-1-2-128 0,5-5-318 0,5 0 140 16</inkml:trace>
  <inkml:trace contextRef="#ctx0" brushRef="#br0" timeOffset="71234.35">20307 6175 154 0,'-7'-3'270'16,"-6"3"-19"-16,-4 3-15 0,-3 4-11 0,-5 6-19 15,-1 4-13-15,1 2-17 0,-1 1-18 0,6 1-10 16,-2-2-17-16,8 3-13 0,2-6-8 0,6 2-13 15,3 1-9-15,0-3-8 0,4-1-8 0,-1 1-5 16,8-2-4-16,-5-4-6 0,4-1-4 0,4-1-13 16,-2-5-10-16,3 1-4 0,-1-1-4 0,3-3-1 15,3-3-3-15,-5-1-3 0,-1-2-1 0,4-3-2 0,-4 2 4 16,-1-4-6-16,-1-1 2 0,-2 2 1 16,0-6-3-16,-2 0-1 0,5-1 3 0,-3 0-5 15,0 1 3-15,-2 2 2 0,0 4 12 0,-2 0 7 16,1 3 6-16,-2-2-4 0,1 6-10 0,-3 3-4 15,1-7-8-15,-1 7-2 0,0 0 2 0,0 0-3 16,0 0-3-16,4 22-1 0,-5-8 4 0,3 1 0 16,-2 3 0-16,-1 2 5 0,4 4-11 0,-2 2-27 15,-2-7-39-15,2 1-52 0,0-1-38 0,2 0-22 16,-1-2-58-16,2 0-38 0,-4-6-141 0,1-1-447 16,-1-10 198-16</inkml:trace>
  <inkml:trace contextRef="#ctx0" brushRef="#br0" timeOffset="71585.56">20477 6354 136 0,'5'-9'232'0,"-1"5"-20"0,-2-1-25 0,-2 5-20 16,5-4-14-16,-5 4-10 0,0 0-2 0,0 0-5 16,9 15 21-16,-8-5 1 0,2 1-20 0,-3 0-9 15,0 1-3-15,-1 3-7 0,1-2-10 0,1-1-15 16,-1-1-7-16,0 1-6 0,1-2-7 0,2-5-10 0,-3-5-3 15,-3 13-5-15,3-13-2 0,2 7 4 16,-2-7 12-16,0 0 19 0,1 7 5 0,-1-7-1 16,0 0-4-16,0 0-16 0,0 0-6 0,0 0-7 15,18-22 6-15,-12 12-23 0,3-4 2 0,3 2-11 0,2-3 7 16,2-6-8-16,5 3-15 0,-1 1 3 16,-3-3 0-16,6 4-5 0,-4 4-3 0,-2 1 3 15,2 3-4-15,-3 0-7 0,1 4-4 0,-5 2-2 16,-2 0 4-16,1 4-10 0,0 0 0 0,-1 3 2 0,-3 2 4 15,2 3 1-15,-1 0-2 0,0-1-4 0,-3 6-20 16,0-3-24-16,0 5-21 0,-2 1-38 16,-1-3-44-16,1 2-41 0,-2-3-38 0,4-2-32 15,-1-1-231-15,-2-1-535 0,2-1 236 0</inkml:trace>
  <inkml:trace contextRef="#ctx0" brushRef="#br0" timeOffset="72002.39">21149 6340 208 0,'1'-12'250'0,"-2"2"-9"0,-3-2-9 0,-1 3-6 16,1 1-20-16,0 2-15 0,4 6-19 0,-6-7-15 15,-1 4-22-15,7 3-11 0,-16 4-13 0,4 3-8 16,-3 2-13-16,1 3-2 0,-3 1-9 16,3 3-9-16,0-1-7 0,4 0-5 0,2 3-9 15,1-3-2-15,0 1-3 0,5-4-7 0,1 1 0 0,2 1-7 16,3-2-1-16,1-2 2 0,2-2-6 0,1-1-5 15,0-3-9-15,4 2-2 0,0-5-1 0,-2-1-2 16,4-3-3-16,2-1 0 0,2-1 2 0,-8-2-2 16,4-4 2-16,0 0 2 0,-3-3-8 15,-2-3 0-15,-2 1-1 0,-2-4 6 0,0 1-3 0,-5-8-1 16,2 0 4-16,-2-3-2 0,-3 4-1 0,1-3 0 16,-3 0-2-16,3-2 2 0,-3-1 4 0,1 5 2 15,0 1 5-15,0 1 6 0,-1 8 18 0,2 7 17 16,1-2 11-16,1 6 0 0,-1 0-12 0,2 6-13 15,-2-10-9-15,2 10-4 0,0 0-7 0,0 0 0 16,0 0 0-16,0 0 1 0,-5 29 0 0,3-8-6 16,1 5 7-16,4 3-3 0,-1-2 4 15,1 2-7-15,2-1-1 0,6-2 2 0,-4 3-2 16,3-3-9-16,3 1-23 0,-3 0-48 0,0-1-37 0,4-4-49 16,-1 2-51-16,-4-9-50 0,1 2-259 0,-2-3-554 15,-3-5 245-15</inkml:trace>
  <inkml:trace contextRef="#ctx0" brushRef="#br0" timeOffset="72420.02">21783 6109 2745 0,'5'-14'32'0,"0"-2"6"0,-1 0-8 0,0 6-16 15,-3 0 22-15,2 4 4 0,-2-2 0 0,-1 8-10 16,4-8-9-16,-4 8-3 0,2-7-5 0,-2 7-1 16,0 0 0-16,0 0-4 0,12 13 1 0,-5 5-2 15,2 9 9-15,0 3 2 0,0 2 8 0,1 2-2 16,-1-1-2-16,3 0 0 0,-4 0 1 0,-2-3 1 0,2 0-4 16,4-3-1-16,-5-2-3 0,-1-2-1 15,2-4 3-15,-3-2 1 0,-3-4 3 0,5-3 1 16,-2-1 5-16,-1-3 8 0,1 0 21 0,-4-1 16 15,-1-5 29-15,7 6 8 0,-7-6-5 0,0 0-6 0,15-10-11 16,-2 0-6-16,-2-6-15 0,-2 3 5 16,3-3-12-16,-1-6-2 0,1-4-10 0,4-1-6 15,-2-1-5-15,2 0-2 0,0 0-9 0,0-3 2 16,-1 0-11-16,3-1 3 0,0-1-6 0,-2 2-9 0,2-1-8 16,-4 2-11-16,2 5-7 0,-5 3-13 0,-2 6-15 15,0 2-22-15,-4 6-6 0,-1 1-56 16,-1 1-56-16,-3 6-41 0,0 0-21 0,0 0-3 0,0 0-15 15,0 0-37-15,-25 38-168 0,9-16-513 0,-1 1 227 16</inkml:trace>
  <inkml:trace contextRef="#ctx0" brushRef="#br0" timeOffset="72694.48">22276 6243 238 0,'0'0'252'0,"5"3"-22"0,-5-3-24 0,0 0-26 0,8 4-18 16,-8-4-12-16,1 10-7 0,-1-3 11 0,0 3-8 15,-2 5 2-15,-2 4 2 0,-1-1-6 16,-2 8-10-16,1-1-9 0,-3 1-9 0,1 0-7 16,-2-4-3-16,5-2-15 0,0-2-13 0,0-1-1 0,0-2-8 15,0 1-11-15,3-4-7 0,1-3-4 0,1 0-3 16,0-2-3-16,0-7-2 0,-1 14-2 0,2-9 1 16,-1-5-1-16,6 9 0 0,-1-6 1 0,4 2 4 15,4-5-5-15,6 2-2 0,3-3 4 0,9-2-13 16,-1 1-11-16,2-4-28 0,1-1-28 0,-1 2-30 15,-1 0-27-15,0 2-25 0,-4 0-33 0,-7 0-47 16,3 0-39-16,-2-1-45 0,-10 1-153 0,-1 1-476 16,2 0 211-16</inkml:trace>
  <inkml:trace contextRef="#ctx0" brushRef="#br0" timeOffset="73234.59">22771 6519 18 0,'2'-7'235'0,"5"1"-4"15,-4 2 0-15,-3 4-6 0,4-9-8 0,-4 9-17 16,5-5-22-16,-5 5-17 0,0 0-21 0,0 0-10 16,0 0-10-16,0 0-3 0,0 0-12 0,4 21-9 15,-6-11 3-15,0 2 0 0,-3 0-4 0,3 0-6 16,-3 0-12-16,1 0-7 0,-1-5-5 0,1 3-8 16,1-1-1-16,1-4-4 0,-1 2 5 0,3-7 6 15,-4 8 23-15,4-8-2 0,-2 7 30 0,2-7 1 16,0 0 21-16,0 0-10 0,0 0-5 0,0 0-14 15,0 0-9-15,0 0-13 0,0 0-9 0,0 0-8 16,-5-26-5-16,6 13-8 0,1 3-14 0,2-3 0 16,1 0-16-16,5-4-2 0,1 0-4 0,-1 2-7 15,5-7-9-15,-2 6-9 0,1 2-4 0,3 2-6 16,-2 2-4-16,1-1-13 0,-6 4 14 0,3 4 1 16,-1 0-7-16,-3 3 1 0,0 3 3 0,1 2 3 15,0 1 0-15,-2 4 6 0,-3 0-5 0,3 3 5 16,-1 4 2-16,-4-3-7 0,0-2 3 0,1-1 8 15,-2 1-4-15,1-3 4 0,-2 1-8 0,0-2 16 16,1-3 0-16,-1 3-4 0,-1-8 2 0,1 7 9 16,-1-7-1-16,2 7 17 0,-2-7 5 0,0 0 7 0,0 0-14 15,0 0 6-15,0 0-11 0,0 0-1 16,0 0-3-16,0 0 1 0,0 0-2 0,-2-32-9 16,6 21-6-16,0 0 1 0,1-1-8 0,3 1 1 15,1-3-6-15,4 2-5 0,2 2-9 0,-1-2 4 0,2 4 4 16,-5 2 5-16,1 3-2 0,0-1 0 15,-2 2 3-15,2 2-22 0,-6 3 13 0,2 0-3 16,0 3 4-16,-1 2-3 0,-2 0 10 0,2 3 0 16,-5 0 2-16,-1-2-9 0,1 3-20 0,-1-1-19 15,-1 1-31-15,-1 0-27 0,-2 0-41 0,1 0-48 16,-1-4-63-16,2 2-58 0,-3-4-173 0,4-6-545 16,-3 8 241-16</inkml:trace>
  <inkml:trace contextRef="#ctx0" brushRef="#br0" timeOffset="73428.61">23322 6457 194 0,'3'-10'288'0,"0"4"-2"15,1 0-8-15,-2 0-18 0,-2 6-23 0,3-8-28 16,-3 8-27-16,0 0-19 0,0 0-18 0,0 0-12 16,0 0-17-16,0 0-11 0,5 20-7 0,-4-7-9 0,2 0-6 15,-2 2-8-15,0 3-7 0,1-3-4 0,-1 2-15 16,0-1-36-16,1 0-41 0,0 0-41 0,-1-4-53 15,1 1-50-15,1-3-46 0,-1 0-203 16,0-3-457-16,-2-1 202 0</inkml:trace>
  <inkml:trace contextRef="#ctx0" brushRef="#br0" timeOffset="73579.56">23297 6206 70 0,'0'0'52'0,"0"0"-23"16,0 0-37-16,16 30-17 0,-13-15-25 15,1 4 12-15</inkml:trace>
  <inkml:trace contextRef="#ctx0" brushRef="#br0" timeOffset="73800.37">23457 6602 93 0,'5'4'336'0,"-5"-4"-14"0,0 0-20 0,0 0-24 16,12-7-33-16,-8 1-15 0,-4 6-19 0,7-10-12 16,-3 6-16-16,4-5-15 0,-2 2-15 0,7-1-18 0,1-2-13 15,-4 3-11-15,7 0-13 0,-7 4-10 16,3-1-9-16,-6 3-9 0,4-1-5 0,-11 2-14 16,17 3-11-16,-8 2 1 0,-1 0-7 0,0 2-2 15,-3-1-5-15,0 2 2 0,0 2-6 0,-1 1-19 0,0-1-34 16,-3 0-32-16,0 0-37 0,1 1-44 0,-2-11-36 15,5 20-48-15,-4-11-37 0,1 0-198 0,4-3-499 16,3 0 222-16</inkml:trace>
  <inkml:trace contextRef="#ctx0" brushRef="#br0" timeOffset="73937.31">23874 6627 107 0,'0'0'320'0,"0"0"-8"0,5-5-3 0,-5 5-15 16,0 0-26-16,0 0-18 0,0 0-41 0,0 0-12 15,-1-12-42-15,1 12-47 0,0 0-53 0,0 0-70 0,0 0-89 16,0 0-104-16,0 0-169 0,-16-5-407 0,16 5 181 16</inkml:trace>
  <inkml:trace contextRef="#ctx0" brushRef="#br0" timeOffset="116448.17">7995 7439 123 0,'0'0'146'0,"0"0"-12"0,0 0-20 0,0 0-15 16,-9 3-3-16,9-3-14 0,0 0-13 0,0 0-3 15,0 0-3-15,0 0-8 0,20 10-2 16,-8-7-10-16,2-1-6 0,5 2-1 0,3-2 9 15,6-1-17-15,-7 2-5 0,9 0-6 0,-3-3-21 0,-7 0-23 16,1 2-6-16,-1-1-13 0,-3 2-28 0,-3-2-28 16,-3 1-73-16,0 0-187 0,-3 0 83 0</inkml:trace>
  <inkml:trace contextRef="#ctx0" brushRef="#br0" timeOffset="116666.7">8124 7479 11 0,'0'0'113'0,"0"0"-7"0,-8 6-1 15,8-6 7-15,0 14-9 0,-2-3 5 0,0 3-9 16,-1 4-4-16,0 8-4 0,-1 1-13 0,-1 2 1 16,1-2-12-16,0 0-3 0,2 2-12 0,-2-1-5 15,3-2-1-15,2-1-12 0,-1-6-7 0,2 0-17 16,0 0-24-16,-1-1-26 0,0 1-22 0,0-2-35 15,2 0-109-15,-3-4-223 0,3-2 98 0</inkml:trace>
  <inkml:trace contextRef="#ctx0" brushRef="#br0" timeOffset="117558.26">8255 7506 117 0,'0'-6'195'0,"0"6"-20"16,2-10-18-16,-2 10-23 0,0 0-11 0,0 0-5 16,0 0 0-16,5 23-8 0,-3-7-10 0,0 3-3 15,3 0-9-15,-4 2-2 0,3 5-12 16,-3-8-7-16,-1 3-6 0,3-2-5 0,-1-1-1 0,1 1-9 16,-1-3-3-16,1-4-4 0,-2 0-4 0,-1-2-3 15,3 0-3-15,-2-2-1 0,-1-3-1 0,0-5-5 16,1 10-2-16,-1-10-3 0,2 7 3 0,-2-7-2 15,0 0 3-15,3 6 2 0,-3-6-1 0,0 0 1 16,0 0-5-16,0 0 1 0,0 0-8 0,0 0 3 16,12-15-3-16,-7 11-1 0,3-2-9 0,1-1-3 15,0 2-4-15,-2-2 3 0,5 4-3 0,-3-1 1 16,-3 1-1-16,4 1-2 0,-1 0 3 0,-9 2-2 16,20 3-4-16,-8-2 5 0,0 2 5 0,2-1-2 15,-3 1 0-15,7 3 0 0,0-1 2 0,0 2 1 0,1-3-1 16,2 1-1-16,-2-1 2 0,-3-4 3 0,5 0-4 15,-2 0 1-15,1 0 0 0,-2-4 6 16,0-1-3-16,0 1-2 0,-2-3 2 0,-1-2 0 16,-4 5 3-16,-2-3 1 0,1-1-1 0,-3-2-5 0,-1 3 4 15,1-2 3-15,-2-1 3 0,-3 0-1 0,-1 0-1 16,1-1 3-16,-1 0-6 0,-1 3 1 0,0-3 5 16,0 11 3-16,-3-13 2 0,3 13-2 0,0-8-2 15,0 8-5-15,-1-8-2 0,1 8-6 0,0 0 2 16,0 0-4-16,0 0 5 0,0 0 1 0,-9 26 0 15,6-11-1-15,0 3 1 0,2-3-8 0,1 1 6 16,-2 0-1-16,4 0-3 0,-1-4 4 0,2-2-1 16,2 1 1-16,1-3-2 0,0-1 2 0,3 0-2 15,-1-3 1-15,3-1 1 0,1-1 0 0,2-2-2 16,-2-2 3-16,0-1-3 0,2-2 1 0,-2-1 2 16,1-1-1-16,-3-1-1 0,-1 0 2 0,-1 1-2 15,0-3 3-15,-1 2-4 0,1-3 1 0,-5 2 0 16,1-3 0-16,1 3 2 0,-2 2 2 0,-2 1 0 15,0-1 5-15,-1 7-5 0,4-8-3 0,-4 8-3 16,0 0-3-16,2-5-6 0,-2 5 8 0,0 0 0 16,0 0-1-16,0 0-4 0,-3 28 4 0,3-17-1 15,-1-2-2-15,3 3 4 0,1-4 2 0,-1 2-7 16,1-1 5-16,2 1 0 0,3-1 1 0,-3 0-7 16,1-2 3-16,1-3-3 0,0-1 4 0,6-1-2 15,0-2-5-15,0-2-1 0,-1-1-2 0,7-3-2 16,-4 1-1-16,1-4 1 0,1 3 1 0,-2-2 1 15,-5 1 3-15,-1-4-1 0,4 1-8 0,-5 0 1 16,0 1-1-16,-3 1 1 0,2-9 5 0,-2 10 6 16,-2-3 4-16,-2 0-7 0,0 0 1 0,1 5 0 0,-2 5-5 15,4-7 3-15,-4 7-2 0,1-6-12 16,-1 6 4-16,0 0 1 0,0 0 3 0,0 0 7 0,3 22-2 16,-2-6-1-16,-4-5 3 0,1 6 6 15,-2 1-2-15,-3 1 0 0,2-1-2 0,1 1-1 0,-2-1 8 16,2-2 0-16,0 2-6 0,2-2 5 15,1 1 5-15,-5-4-23 0,5-1-31 0,-2 2-33 16,1-4-44-16,-3 6-171 0,0-6-324 0,0 0 144 16</inkml:trace>
  <inkml:trace contextRef="#ctx0" brushRef="#br0" timeOffset="117747.88">9588 7886 33 0,'0'0'246'0,"8"-2"-19"0,-8 2-20 16,0 0-22-16,0 0-13 0,0 0-18 0,0 0-10 15,0 0-17-15,-1 15-10 0,1-15-13 0,-16 13-8 16,7-4-28-16,-3 5-37 0,0 0-45 0,-1-2-47 16,-1-2-47-16,1 3-180 0,0-1-312 0,4-2 138 15</inkml:trace>
  <inkml:trace contextRef="#ctx0" brushRef="#br0" timeOffset="118296.5">11374 7496 161 0,'-4'-11'250'0,"1"2"-25"0,2 1-25 16,0 1-26-16,1 7-22 0,0 0-14 0,0 0-13 16,0 0-11-16,0 0-13 0,18 16-4 0,-12-2-10 15,2 2-7-15,2 10-5 0,1-2-7 0,0 0-1 16,-1 2-3-16,2-1-6 0,-2 0-5 0,0 2-1 16,0-5-3-16,0 1-7 0,-2-3-5 0,1-4 0 15,-1 2-1-15,-1-2-8 0,1-2 1 0,0 1-5 16,-4-2 5-16,1-2-10 0,-2-2-1 0,3 1-2 15,-1-2-1-15,-2-1-4 0,2-1 5 0,-5-6-1 16,3 7 5-16,-3-7 13 0,5 3 5 0,-5-3-3 16,0 0-4-16,11-15-2 0,-6 4 1 0,5-7-8 15,1-7 1-15,5-2-5 0,-5 0-4 0,12-15-1 0,-9 11-1 16,3-1-1-16,-2 0 1 0,10-9-1 16,-9 10-2-16,-2 5 2 0,1 0-3 0,-6 9-5 15,0 2 1-15,-2 2-14 0,0 7-15 0,-3-1-35 0,-1 1-42 16,-3 6-34-16,4-6-28 0,-4 6 3 0,0 0-14 15,0 0-17-15,-7 30-162 0,-5-12-384 16,-1 8 170-16</inkml:trace>
  <inkml:trace contextRef="#ctx0" brushRef="#br0" timeOffset="118772.58">12084 7831 143 0,'0'0'209'0,"0"-13"-21"16,0 13 2-16,-6-13-19 0,3 8-13 0,-4 4-7 16,-1-5-16-16,-2 1-9 0,-2 3-13 0,1 0-11 15,-2 2-12-15,0 6-11 0,-3 1-6 0,1 2-9 16,-4 3-6-16,4 1-2 0,-3 6-7 0,5-4-6 16,-1 0-3-16,3 1-6 0,1 1-3 0,1-1-3 15,4 1-6-15,2-2-5 0,3-3 2 0,0-1-7 16,0-2-1-16,0 2-1 0,5-1 0 0,1-2-8 15,1-3 5-15,4 0-4 0,-2-2-2 0,2-1-4 16,1-2 6-16,0-4-3 0,2 0 0 0,-3-3-1 16,2-2 1-16,4-2 5 0,-7-4 4 0,0-2-2 15,-1 1 3-15,0-2 8 0,0-6-6 0,0-1 0 16,-4 2 4-16,-1-6 0 0,1 0 0 0,-2 2 1 16,3-2-2-16,-2 1 2 0,0-2-2 0,-3 2-3 15,3 2 14-15,-4 3 4 0,0-2-6 0,0 8-2 16,0 1 1-16,0 4 4 0,0 5 1 0,0 0-1 15,0 7-9-15,0-12-1 0,0 12-6 0,0 0 0 16,0 0-7-16,0 0 1 0,0 0-2 0,0 0 2 16,6 35-3-16,-3-7 5 0,-3 1-2 0,-1-2 7 15,1 4-6-15,-3 1 3 0,0-4-3 0,3 2 1 16,-2-1 1-16,0 1-2 0,2-3 1 0,0 1-19 0,-2-2-18 16,2-1-27-16,2 0-23 0,-2-6-26 15,0 0-27-15,2 0-30 0,0-3-21 0,1-1-30 16,0-4-123-16,0 1-364 0,5-5 162 0</inkml:trace>
  <inkml:trace contextRef="#ctx0" brushRef="#br0" timeOffset="118990.46">12462 7846 146 0,'0'-8'204'0,"0"8"6"0,0-13-5 15,0 13-21-15,-2-7-23 0,2 7-16 16,0 0-12-16,0 0-13 0,-12 0-1 0,12 0-6 0,-19 14-9 15,5-4-6-15,0 3-5 0,0 3-9 0,1-3-6 16,2 2-8-16,2-1-3 0,2 2-9 0,1 1-6 16,4-2-7-16,-1 1-6 0,4-1 0 0,2-3-14 15,2-1-13-15,3 3-21 0,3-1-40 16,5-4-25-16,3 1-36 0,7-4-48 0,1 0-35 0,10-2-143 16,-3-2-363-16,1-1 162 0</inkml:trace>
  <inkml:trace contextRef="#ctx0" brushRef="#br0" timeOffset="119147.18">13136 7877 132 0,'6'-3'164'0,"1"0"-16"0,2-1-18 0,2 2-15 16,2-2-22-16,-2 1-32 0,1 2-32 0,3 0-28 15,-1 0-25-15,-5 0-24 0,4 1-32 0,-3 0-41 16,-3 1-129-16,-7-1 57 0</inkml:trace>
  <inkml:trace contextRef="#ctx0" brushRef="#br0" timeOffset="119280.45">13176 7955 79 0,'0'0'191'16,"-7"5"-18"-16,7-5 0 0,0 0-15 0,0 0-22 16,-5 5-18-16,5-5-19 0,0 0 4 0,0 0-16 15,0 0-11-15,0 0-34 0,25 6-40 0,-13-6-54 16,1-1-64-16,1 1-96 0,1-3-229 0,-2 0 102 15</inkml:trace>
  <inkml:trace contextRef="#ctx0" brushRef="#br0" timeOffset="120017.75">14553 7437 228 0,'0'0'216'0,"-3"-9"-17"16,3 9-19-16,0 0-26 0,-2-11-16 0,2 11-16 15,0 0-15-15,0 0-10 0,0 0-10 0,0 0-8 16,0 0-5-16,11 25-2 0,-8-13-3 0,3 4-3 16,1 10 1-16,2 0-2 0,-4-1-10 15,4 4 2-15,-1-2-9 0,-2 1-3 0,0-3-1 0,1 0-7 16,-1-6-3-16,1 5-2 0,1-1-3 0,-2-3-1 15,2-3 3-15,1-1-3 0,0 0-2 0,-1 0-1 16,0-2-2-16,-1-4-6 0,0 1 2 0,-1-4-1 16,-3-1-1-16,1 0-1 0,-1 0 0 0,-3-6 0 15,6 7 0-15,-6-7 7 0,4 4 16 0,-4-4 15 16,6 6 13-16,-6-6 9 0,0 0 1 0,0 0-7 16,0 0-6-16,14-13-7 0,-4 1-7 0,1-1-2 15,6-11-11-15,0 2 0 0,2-3-8 0,0-1-2 16,4-3-2-16,6-10-4 0,-2 1 1 0,0-2-3 15,-6 11-5-15,2 0-3 0,-2-2-2 0,-4 5 2 16,2-1-4-16,-4 1 4 0,1 1-4 0,-7 7 2 16,-2 3-4-16,0-1 2 0,-3 4 1 0,-1 1-6 15,1 0 4-15,-2 4-6 0,0 0 2 0,2 1-1 0,-4 6-8 16,3-10-14-16,-3 10-20 0,1-5-17 16,-1 5-28-16,0 0-21 0,3-7-27 0,-3 7-25 15,0 0-16-15,0 0-17 0,0 0-25 0,2 25-192 16,0-14-443-16,1-2 196 0</inkml:trace>
  <inkml:trace contextRef="#ctx0" brushRef="#br0" timeOffset="122252.07">14997 7858 190 0,'0'0'201'0,"-2"-12"-6"0,0 6-7 0,2 6-14 16,2-9-2-16,-2 9-6 0,0 0-15 16,2-10-16-16,-2 10-12 0,0 0-14 0,0-9-16 15,0 9-13-15,0 0-8 0,0 0-10 0,0 0-8 16,0 0-5-16,0 0-3 0,0 0-7 0,-2 34-1 0,2-23-6 16,0 8-2-16,-2-2-2 0,2 1-4 15,0-1-3-15,-2 2-1 0,0-3-1 0,2 1-1 16,0-2-5-16,0-2 1 0,0-1 0 0,0-1-2 15,0-1-3-15,0-10 2 0,0 11-2 0,0-5 0 0,0-6-2 16,0 9 1-16,0-9-2 0,1 9 2 16,-1-9-1-16,3 7 0 0,-3-7-1 0,6 6 3 15,-6-6 0-15,7 4-1 0,0-2-3 0,-7-2-10 16,18-2-20-16,-7 2-22 0,1-2-37 0,1 1-19 0,6 0-38 16,0-1-28-16,2-2-32 0,-2 2-121 0,-1-2-347 15,2 0 154-15</inkml:trace>
  <inkml:trace contextRef="#ctx0" brushRef="#br0" timeOffset="122792.33">15330 7980 2 0,'3'-6'154'0,"-3"6"-21"16,0 0-20-16,0 0-9 0,0 0-9 0,0 0-4 15,0 0-17-15,4 18 4 0,-4-18-12 0,1 14-8 16,-1-5-1-16,0 0 0 0,-1 2 2 0,1-1-13 15,-2-1-2-15,2 0 2 0,0-9-5 0,-2 11-11 16,2-4 7-16,0-7 0 0,-2 8 13 0,2-8 18 16,0 0 17-16,-3 8 24 0,3-8 11 0,0 0-4 15,0 0-14-15,0 0-11 0,0 0-3 0,0 0-5 16,0 0-6-16,-14-18-8 0,11 7-7 0,2 3-7 16,-1-4-6-16,4 1-3 0,0-1-4 0,0 0-8 15,0-1 1-15,2 2-6 0,2-5-1 0,1 1-9 16,1 4 2-16,-1 1-3 0,2 0-2 0,-1 2-7 15,1 3-1-15,2 2-5 0,-3-2-1 0,3 5 6 16,2 2-10-16,-3 1 2 0,1 0-1 0,0 4-4 16,-2-1-2-16,1 2-3 0,0 0-3 0,-1 0 0 15,-2 1 3-15,2 1-5 0,-2-2 6 0,-2 0 2 16,1-1 1-16,-4 2-3 0,1-3 1 0,-1-1 0 16,-2-5 5-16,4 9 0 0,-4-9 3 0,3 3 6 15,-3-3 2-15,0 0 3 0,0 0 0 0,0 0 1 16,0 0 2-16,0 0 0 0,0 0 6 0,0 0-9 15,0 0 0-15,-12-22-6 0,12 22 1 0,0-13-6 16,3 3 2-16,-1 1-6 0,2 1-1 0,0-5-2 16,5 2-1-16,0 1-3 0,2-1 0 0,3 1-1 0,-2 2 0 15,-1 3-2-15,0 0-1 0,-1 2 0 16,1 3-2-16,0 3-5 0,-2-1 3 0,1 2-5 0,-1 3 9 16,-4 3-2-16,5 4 1 0,-4 0 0 15,-3-1-7-15,-1 3-14 0,1 0-3 0,-2 1-8 0,-1 0-26 16,0 0-27-16,-2 0-15 0,-1-1-38 0,1-1-39 15,-2 0-127-15,0-4-347 0,3-2 153 0</inkml:trace>
  <inkml:trace contextRef="#ctx0" brushRef="#br0" timeOffset="123172.37">16006 7900 9 0,'-4'-5'203'15,"-2"2"-18"-15,6 3-15 0,-14-5-26 0,4 8-5 16,-3 0-16-16,-1 4-16 0,-1 4-3 0,0 2-7 16,2 0-9-16,0 1-10 0,2 0-6 15,3 0-10-15,1-3 1 0,2 1-11 0,1-1-6 16,1 1-7-16,2 0-2 0,1-2-3 0,0 0 2 0,1 0-4 16,2-3-6-16,1-1-4 0,-2-1 5 0,4-3-3 15,-6-2-1-15,7 3-4 0,-7-3-1 0,13-1-2 16,-5-2 0-16,1-2-3 0,-3 0 2 15,-2-1 2-15,4-1-7 0,-3-2 3 0,0 0-3 0,-1-1 5 16,2 0 7-16,-2 0 4 0,1 1-6 0,-2-1 2 16,-2 5-2-16,1-2-2 0,-2 7 1 0,6-11-1 15,-6 11-6-15,1-6-6 0,-1 6 0 0,0 0 0 16,0 0-3-16,0 0 2 0,0 0-1 0,18 10 0 16,-13-3 4-16,1 1-2 0,2 2-6 0,2 3 5 15,-2 0 2-15,2 1-8 0,3 0 6 0,-2-3-16 16,3 3-20-16,-2-2-28 0,1 0-27 0,2-2-38 15,-2-1-20-15,-3-1-32 0,-1-2-127 0,0 2-328 16,1-5 147-16</inkml:trace>
  <inkml:trace contextRef="#ctx0" brushRef="#br0" timeOffset="123373.86">16197 7941 123 0,'2'-6'202'0,"1"0"-23"0,-3 6-14 15,2-8-22-15,-2 8-14 0,0 0-5 0,0 0-1 16,0 0-5-16,17 8-5 0,-12 1-10 0,0 1-6 16,4 3-4-16,0 3-11 0,0-2-7 0,0 1-1 15,1 1-11-15,-1-3-3 0,0 3-7 0,0-2-20 16,2 1-32-16,-4-5-36 0,1 1-27 0,-1-2-38 16,1 0-26-16,0-2-29 0,-5 0-125 0,1-2-302 0,0-2 134 15</inkml:trace>
  <inkml:trace contextRef="#ctx0" brushRef="#br0" timeOffset="123553.66">16441 8011 37 0,'0'-11'182'0,"0"1"-3"15,-3 0-6-15,3 10-7 0,-1-12-13 0,1 12-11 16,0-11-24-16,0 11-3 0,0 0-14 16,-10 1-10-16,10-1-7 0,-22 19-1 0,3-3-11 15,-4 4-3-15,0 2-5 0,-2-1-5 0,0 4-7 0,-1-5-7 16,2 2-1-16,2 1-4 0,-1-5-24 0,3 3-29 15,7-6-29-15,2 0-51 0,0-1-35 0,5-5-174 16,3 0-327-16,2-2 145 0</inkml:trace>
  <inkml:trace contextRef="#ctx0" brushRef="#br0" timeOffset="123891.18">17167 7915 76 0,'-8'-4'265'0,"8"4"-12"0,-5-5-18 0,5 5-21 16,0 0-21-16,-7-4-19 0,7 4-19 0,0 0-15 16,0 0-4-16,0 0-9 0,0 0-2 0,20-3-8 15,-8 3-7-15,8-2-8 0,1 1-3 0,9-2-7 16,0 2-6-16,-1-1-9 0,-1-1-1 0,-7 2-10 15,-1-2-2-15,0 2-3 0,-6 1 11 0,0-2-11 16,-4 1-1-16,3 0 0 0,-5 0 0 0,-8 1 0 0,13-1-8 16,-13 1 0-16,10 0-1 0,-10 0 1 0,0 0-11 15,10-2-6-15,-10 2-4 0,0 0-3 16,0 0 2-16,8 0-3 0,-8 0-10 0,0 0-23 16,0 0-28-16,0 0-23 0,7 2-39 0,-7-2-48 0,7 4-64 15,-7-4-61-15,3 6-234 0,-3-6-546 16,4 4 242-16</inkml:trace>
  <inkml:trace contextRef="#ctx0" brushRef="#br0" timeOffset="124545.27">18376 7578 205 0,'-2'-8'231'0,"-3"2"-9"16,5 6-6-16,-2-7-15 0,2 7-18 0,-1-8-17 15,1 8-16-15,0 0-18 0,-2-8-17 0,2 8-11 0,0 0-14 16,0 0-10-16,0 0-6 0,9 19-3 0,-5-7-5 15,2 4-5-15,1 2-8 0,-1 1-4 0,3 6-3 16,0 0-5-16,-1 1-6 0,1-2 3 0,-1 1-4 16,0 0 1-16,3-1-4 0,-4-5 1 0,1-4-8 15,-3 4-2-15,3-4 1 0,-2-2-3 0,2 2-3 16,-2-5-3-16,-1 0 4 0,-1 2-4 0,-1-4-1 16,2 2-3-16,0-5 2 0,-2 2-3 0,1-1 1 15,-1-2 2-15,-3-4 0 0,2 6 1 0,-2-6 9 16,0 0 14-16,4 5 9 0,-4-5 0 0,0 0-7 15,0 0-6-15,17-22 1 0,-8 8-4 0,0-3-7 16,6-6 2-16,1-5-4 0,-3 5-1 0,-1-6 2 16,5 2-6-16,1-3 3 0,-3 0-2 0,0 2-3 15,2 3 1-15,-6-3-4 0,3 3-1 0,-1 2 0 16,-4 5-1-16,0 3 5 0,-3 2-3 0,0 4 7 16,-4 0-9-16,1 5-6 0,-1-3 1 0,-2 7-7 15,4-9-17-15,-4 9-27 0,4-4-36 0,-4 4-28 16,0 0-22-16,0 0-19 0,0 0-20 0,4 18-26 15,-7-5-32-15,-2 5-169 0,-1 7-432 0,-2 1 191 16</inkml:trace>
  <inkml:trace contextRef="#ctx0" brushRef="#br0" timeOffset="125012.25">18855 8093 101 0,'0'0'238'0,"0"0"-17"0,0 0-23 0,14-10-3 16,-12 7-19-16,2-3-15 0,1-3-5 0,-1 4 3 16,1-3-7-16,2-2-10 0,-3 1-16 0,1-2-14 0,-1 0-6 15,-1 0-8-15,4-5-12 0,-3 0-8 16,1 4-6-16,-2-1-5 0,0 1-4 0,-2 0-7 0,-1 1-1 16,2 0-1-16,-2 1-8 0,-2 0 3 15,2 10-6-15,-2-12-6 0,0 5-5 0,2 7-4 0,-3-8-2 16,3 8-5-16,-8-5-2 0,8 5-5 0,-8-4-5 15,8 4 3-15,0 0-5 0,0 0 1 16,-10 1-4-16,10-1 1 0,0 0 1 0,0 0 3 0,0 0-7 16,0 0 0-16,0 0-2 0,0 0 2 0,0 0-2 15,0 0 4-15,0 0-1 0,16 16 0 0,-8-16-3 16,0 0 3-16,2 2-2 0,3 1 3 0,-3-3-4 16,2 0 2-16,-2 0-1 0,0 0 2 15,-10 0-6-15,14 1 3 0,-5-1 3 0,-1 1-1 0,-8-1 4 16,14 2-6-16,-5-2-5 0,-3 4 2 0,2-2-1 15,-1-1 0-15,-1 4-2 0,0-1 7 0,-1 3-6 16,3-4 2-16,-3 4-2 0,-2-1 1 0,3 3-2 16,-1 0 0-16,-2 0 1 0,-1 0 0 0,1 0 4 15,-2 3 1-15,-1-4-3 0,1 3-3 0,-1 0-12 16,2-1-23-16,-2 0-15 0,-2-1-30 0,1 2-6 16,2 1-19-16,-2-1-19 0,1 0-28 0,1-1-13 0,1 0-21 15,-1 0-168-15,2 0-390 0,-1-2 172 16</inkml:trace>
  <inkml:trace contextRef="#ctx0" brushRef="#br0" timeOffset="125304.43">18438 8345 170 0,'0'0'175'0,"-9"2"-24"0,9-2-10 0,0 0 0 15,0 0-4-15,29 4-4 0,-3-5-6 0,9 0-4 16,4-3-3-16,16-3-10 0,2 2-5 0,-5-1-10 16,2 1-10-16,-2 2-8 0,-1-2-8 0,-12 2-7 15,-2-1-3-15,0 3-8 0,-6-2-5 0,-1 0-7 16,-2 2 0-16,-9-1-15 0,2 2-16 0,-5-1-22 0,-3 0-24 15,0-1-28-15,-2 1-42 0,-2 1-51 0,-1 0-158 16,-8 0-344-16,9 1 152 0</inkml:trace>
  <inkml:trace contextRef="#ctx0" brushRef="#br0" timeOffset="125771.85">18730 8637 56 0,'-12'-4'244'0,"2"0"-7"16,2 2-11-16,2 0-18 0,6 2-21 0,-9-3-7 16,9 3-26-16,-5-7-13 0,5 7-10 0,0 0-10 15,0 0-8-15,0 0-4 0,19-7-2 0,-8 7-13 16,1 1-9-16,0 0-7 0,1 3-7 0,-2 0-8 15,0 1-8-15,1 1-4 0,-2 2-6 0,-2 0-2 16,2 2-5-16,-2-1-6 0,-2 7-7 0,-3 1 0 16,-3 0 2-16,1 1-3 0,-2 0-1 0,-2 0-4 15,-2 1-3-15,-4-1 2 0,-1 5-1 0,-1-6-4 16,0-4 4-16,-3 1 3 0,1 0 3 0,-1-3 5 16,3 0-3-16,-1-3 1 0,2 1 1 0,1-3 0 15,-3 0 1-15,1-1-1 0,2 0-2 0,2-1-1 16,-1 0-2-16,1-1 4 0,2 0 0 0,5-3 1 15,-12 4 4-15,7-2-3 0,5-2-2 0,-8 2 0 16,8-2-5-16,-7 4-1 0,7-4-3 0,0 0-3 16,0 0-5-16,-5 4 2 0,5-4-1 0,0 0 0 15,0 0-5-15,0 0 4 0,0 0 2 0,17 4-6 16,-2-4 1-16,7 0 1 0,8-3-4 0,6 2-2 16,15-2-15-16,4-2-8 0,4-3-32 0,1 1-30 15,5-1-29-15,-1-1-39 0,0-1-22 0,26-3-64 0,-33 5-245 16,2-7-522-16,-4 1 232 0</inkml:trace>
  <inkml:trace contextRef="#ctx0" brushRef="#br0" timeOffset="129286.39">21908 7759 116 0,'-9'-1'214'16,"9"1"-16"-16,0 0-15 0,-10 1-16 0,10-1-10 0,0 0-16 16,0 0-11-16,-9 1-6 0,9-1-6 15,0 0-9-15,0 0-9 0,0 0-10 0,0 0-11 16,0 0-7-16,0 0-8 0,0 0-5 0,0 0-6 0,0 0-6 16,0 0-2-16,0 0-3 0,22 10 1 0,-10-9-9 15,6 3 4-15,4-2-6 0,10-1 1 0,-3 0-5 16,5-1 3-16,1 0-3 0,3 0 4 15,2-2-10-15,12 2-2 0,-13 0 1 0,1-4-1 0,-2 2-2 16,0 1-2-16,-1 1-3 0,-1-1 4 0,-5 1-9 16,-4-2 0-16,-8 2 0 0,-1 0-2 0,-4-2 5 15,-4 2-5-15,-2 0-4 0,-2-1 5 16,-6 1-4-16,10 0-1 0,-10 0 2 0,11 0-2 0,-11 0-2 16,0 0-5-16,0 0-8 0,9 0-9 0,-9 0-14 15,0 0-15-15,0 0-9 0,0 0-26 0,0 0-27 16,0 0-18-16,0 0-24 0,0 0-26 0,0 0-147 15,0 0-356-15,0 0 158 0</inkml:trace>
  <inkml:trace contextRef="#ctx0" brushRef="#br0" timeOffset="129570.53">22897 7622 198 0,'0'0'273'0,"4"-8"-12"15,-4 8-12-15,3-8-10 0,-3 8-14 0,1-6-20 16,-1 6-14-16,0 0-19 0,0 0-17 0,0 0-15 16,0 0-24-16,0 0-6 0,0 0-10 0,0 0-12 15,0 0-8-15,0 0-9 0,0 0-6 0,2 25-2 16,1-12 0-16,-4 4-6 0,-1 0-1 0,4-2-9 0,-2 1-3 16,1-3-6-16,0 2-3 0,-1 1-2 15,2 0-2-15,-1-4-7 0,-1 0 2 0,1 1-1 16,-1-1-5-16,0-1-3 0,1-1-12 0,-1 0-28 15,0 1-22-15,0-2-24 0,0 1-27 0,-1-4-29 0,1-6-29 16,0 14-35-16,-1-8-28 0,1-6-32 16,-4 10-144-16,4-10-425 0,0 0 188 0</inkml:trace>
  <inkml:trace contextRef="#ctx0" brushRef="#br0" timeOffset="129769.23">22832 7406 126 0,'-4'-6'249'0,"4"6"-29"15,-2-8-16-15,2 8-18 0,-5-7-21 0,5 7-12 16,0 0-20-16,-3-7-16 0,3 7-24 0,0 0-28 16,0 0-17-16,0 0-25 0,0 0-20 0,0 0-34 15,0 0-45-15,19 19-37 0,-13-10-149 0,1-1-282 16,-1 0 125-16</inkml:trace>
  <inkml:trace contextRef="#ctx0" brushRef="#br0" timeOffset="129996.26">23177 7557 118 0,'5'3'188'15,"0"-2"-5"-15,2 5-11 0,-2-1-9 0,4 4-6 16,-3 1-1-16,-1 0 2 0,2 1-9 0,-2 6-14 15,-1-2-11-15,2 1-7 0,-4 2-11 0,-2 0-7 16,0-1-12-16,2-1-5 0,-5 5-4 0,-1-6-5 16,-1 3-11-16,0 1-5 0,0-3-7 0,-1-1-3 15,-2-1-7-15,-2 3-20 0,2-4-23 0,-1 0-23 16,-1-4-27-16,-3 1-28 0,-1 0-32 0,-2-2-41 16,-2-2-42-16,1 2-137 0,-1-4-360 0,-1-2 159 15</inkml:trace>
  <inkml:trace contextRef="#ctx0" brushRef="#br0" timeOffset="130211.2">22799 7592 132 0,'-17'7'197'15,"5"0"-3"-15,-3 3-8 0,-4 9-8 0,1 2-9 16,-2 4-2-16,3-1-14 0,3-2-14 0,1 4-10 15,2 0-14-15,4-3-10 0,4 0-10 0,3-2-7 16,1 4-14-16,4-6-6 0,5 3-28 0,7 1-30 16,2-4-45-16,-1-2-52 0,9-4-45 0,1-1-50 0,0 0-119 15,0-5-326-15,0 2 145 0</inkml:trace>
  <inkml:trace contextRef="#ctx0" brushRef="#br0" timeOffset="175340.29">9307 9850 144 0,'4'-8'138'16,"-1"-1"-1"-16,-2-1-6 0,1 4 8 0,-2 6 2 16,0-10 0-16,0 10-10 0,0 0-9 0,-3-11-6 15,3 11-9-15,0 0-13 0,-5-5-6 0,5 5-9 16,0 0-3-16,0 0-7 0,-25 15-4 0,12-2-3 16,-8 8-4-16,0 2-4 0,2 1-4 0,-4-1-7 15,4 8 0-15,0-1-5 0,5 3-2 0,0-2-2 16,3-2-6-16,1 3-2 0,3-1-2 0,3-2-3 15,2 1-2-15,1 0-4 0,2-3-5 0,5 4-9 16,-1-4-15-16,5-2-8 0,1-2-3 0,5-1-15 16,-2-2-31-16,4 0-27 0,-3-6-23 0,1 0-30 0,1-3-29 15,0-3-113-15,0-2-318 0,-4-2 140 16</inkml:trace>
  <inkml:trace contextRef="#ctx0" brushRef="#br0" timeOffset="175627.04">9362 9775 28 0,'21'-6'121'0,"-2"2"-3"0,1 3-8 15,-1 1 4-15,2 1-17 0,-2 5 4 0,-4 2-8 16,1 3-2-16,-2 3-5 0,-2 2-4 0,0 9-3 15,-3 3 4-15,-1 2-8 0,-6 2-5 0,1 2-8 16,-5 1-8-16,0 0 1 0,-6 10-4 0,1-11-7 16,-1-1-3-16,-4-1-1 0,1-1-10 0,-2-3-3 15,-2 1-1-15,1-4-1 0,-2-1-1 0,0-3-23 16,-2 0-13-16,2-1-19 0,1-6-24 0,-5 1-24 16,-3 1-29-16,4-7-27 0,-6 2-100 0,5-6-254 15,-7 1 112-15</inkml:trace>
  <inkml:trace contextRef="#ctx0" brushRef="#br0" timeOffset="175801.81">9031 10265 109 0,'12'-1'130'0,"-2"1"2"0,4 0-12 0,0 1-20 15,3 1-4-15,3 0-7 0,2 1-6 0,6 2-11 16,0 1-7-16,-1 1-10 0,1 2-23 0,1-1-32 15,2-1-22-15,0 3-27 0,1-1-38 0,0 0-68 16,-3-2-167-16,3-1 75 0</inkml:trace>
  <inkml:trace contextRef="#ctx0" brushRef="#br0" timeOffset="176612.63">9881 10275 87 0,'-3'-14'179'0,"1"7"-15"0,-1 2-9 0,-2-2-8 16,0 1-10-16,5 6-4 0,-11-10-9 0,3 7-14 16,0 1-15-16,8 2-5 0,-11-3-14 0,11 3-3 15,-14 4-3-15,5 0-15 0,0 5-5 0,0-1-1 0,-3 4-8 16,3 4-4-16,0-2-2 0,1 1-7 16,1 0-5-16,3-1 3 0,3-2-6 0,0 3 2 15,2-3-7-15,2 1 1 0,1-2 0 0,1 0-5 16,5 0-3-16,-3-3-5 0,4 0-7 0,1-1-1 15,5-2-3-15,-3-2-3 0,0-2-1 0,4 0-7 0,-8-2 1 16,4-1 0-16,-2-3 7 0,-1-1-10 16,3-6 0-16,-5-1 5 0,-1-1 2 0,-2-1 4 15,-2-2-3-15,-1-2 7 0,-1-5-7 0,1-4-1 0,-3 4 0 16,0-3 8-16,1 1-2 0,-3 0-1 0,-1-1 4 16,2 1 2-16,-2 0 3 0,1 1 3 0,-2 6 7 15,-1 2-4-15,4 1 8 0,-3-1 4 0,1 7 9 16,1 0 4-16,0 5 0 0,1-3-11 0,1 8-3 15,-1-11-6-15,1 11-3 0,0 0 1 0,0 0 0 16,0 0-2-16,-12 19-3 0,8-4 5 0,-1 4 2 16,0 7-6-16,0-1 2 0,0 7-2 0,1-2-2 15,0 2-1-15,3-1 4 0,2 1-2 0,3-5 0 16,-1 2 2-16,2-4-3 0,0 1-2 0,0-9 3 16,3 2-4-16,0-4 6 0,2-2-2 0,0 2-4 15,1-7 4-15,-2-1-4 0,2 0-1 0,0-2 2 16,-2-1-2-16,1-3-4 0,3-2 5 0,0-1 0 15,-3-1-5-15,3-2 7 0,-3-1-1 0,1-2 5 16,-2 1-5-16,-1-4 0 0,-2 0 2 0,1 0-3 16,-1-5 0-16,-2 0 9 0,-1 0-9 0,0 5 1 0,-3-3 7 15,3 3 9-15,-2 1 0 0,1 4-3 16,-2-2 1-16,0 8 0 0,0-10-6 0,0 10-1 16,0 0-8-16,1-8 3 0,-1 8-3 0,0 0-2 15,0 0 4-15,0 0 0 0,0 0-3 0,1 23 0 16,2-14 6-16,-1 1-2 0,4-1 1 0,0 3-2 15,0-2 0-15,2 0-2 0,2-1 3 0,-1 1 1 16,1-3-2-16,3 0 0 0,2-1 2 0,-2-2-2 16,0-3-4-16,-2 0 7 0,3-1 0 0,-1-2-1 15,1 0-5-15,-2-3-1 0,-1-1 4 0,-2-1 2 16,0 0-4-16,-1-3-2 0,-1-1 6 0,-2 0-1 16,-1-2 0-16,0 3-3 0,-1-3 4 0,-2 2-2 15,0 1-2-15,1 0 4 0,-1 3-3 0,-1 0 4 0,0 7 5 16,0 0-2-16,-1-13-4 0,1 13-4 0,0 0 1 15,0 0-1-15,0 0 0 0,0 0-1 0,0 0-8 16,-6 25 9-16,4-13 1 0,1 4-1 16,-2-1-2-16,0 3 5 0,1 0-4 0,-1 1 0 0,1-1-16 15,2 0-10-15,-1 0-14 0,1-1-26 0,0-1-31 16,0-3-27-16,0-1-31 0,0-1-144 0,-2-1-325 16,1-4 144-16</inkml:trace>
  <inkml:trace contextRef="#ctx0" brushRef="#br0" timeOffset="176788.39">10170 10050 114 0,'-3'-7'161'15,"3"7"-34"-15,-4-8-45 0,4 8-20 0,0 0-26 16,0 0-16-16,0 0-30 0,0 0-36 0,0 0-45 15,11 20-100-15,-2-11 45 0</inkml:trace>
  <inkml:trace contextRef="#ctx0" brushRef="#br0" timeOffset="177265.31">10649 10271 109 0,'-8'-7'139'0,"-2"1"-12"0,3 1 2 0,-2 3-9 0,-3 0-3 15,4 0-8-15,8 2-11 0,-21 3-2 0,12 2-3 16,-3 2-7-16,0 5-8 0,3 1-8 0,-1 1-1 16,2 3-9-16,3-2-9 0,1 3-7 0,2-1-1 15,5 2-3-15,1-1-4 0,5-1 1 0,0 0-9 16,2-1-5-16,3-3-20 0,0 1-9 0,7-2-18 16,3-2-28-16,-5-3-18 0,7-1-25 0,-5-2-16 15,8-2-26-15,-11-2-82 0,1-1-237 0,0-2 106 16</inkml:trace>
  <inkml:trace contextRef="#ctx0" brushRef="#br0" timeOffset="177640.27">10884 10101 132 0,'2'-17'148'0,"0"5"-7"0,-1 1 2 15,-2 1-5-15,4 5-7 0,-3 5-17 0,1-11-13 16,-1 11-18-16,0 0-4 0,0 0-7 0,0 0-9 0,10 21-3 15,-5-4 4-15,2 7-8 0,0 1 1 16,-4 4-8-16,2 2 4 0,-1 1-13 0,-2-3-3 16,1 0 0-16,-3-1-5 0,3-2 1 0,-1-7-10 15,-2-2 1-15,2-1-1 0,-2-3 0 0,1-3-4 16,0-1-1-16,-1-1-1 0,2-3-1 0,-2-5-4 16,3 9 5-16,-3-9 5 0,1 7 6 0,-1-7-6 15,0 0-1-15,0 0-6 0,0 0 1 0,0 0 3 16,0 0-5-16,4-21-8 0,-1 11 1 0,0-1-8 0,1-1-6 15,3-2-7-15,3-1-4 0,-1-2 0 16,2 4-1-16,2 1 1 0,0 3 2 0,-3 1 0 16,7 1-1-16,-6 2 6 0,1 1-4 0,-1 2 5 15,1 4 1-15,-1 0-6 0,0 2 7 0,0 2 2 16,-1 1 0-16,4 3-3 0,-1 2-5 0,-1-2-7 0,-1 4-27 16,1-2-12-16,-1 2-16 0,1-2-16 0,-2 1-24 15,-2-2-19-15,3 2-104 0,-2-4-258 16,-3 1 114-16</inkml:trace>
  <inkml:trace contextRef="#ctx0" brushRef="#br0" timeOffset="178264.92">11485 10281 159 0,'-5'-5'158'0,"0"0"-17"0,5 5-14 0,-11-3-12 16,11 3-4-16,-16 4-1 0,7 2-9 0,-1 3-8 15,1 0-8-15,0 4-14 0,-1 0-6 0,4-2-2 16,1 4-5-16,1-3-3 0,4 0-13 0,-2-2 0 16,2 2-6-16,2-3-7 0,1 1 1 0,1-1-1 15,0-3-7-15,0 2-1 0,1-4 0 0,0 1-3 16,0-1-2-16,-5-4 1 0,10 5 1 0,-10-5 1 16,5 1-7-16,-5-1 4 0,0 0-8 0,13-8-1 15,-13 8 3-15,7-8 1 0,-5 1-7 0,1 1-1 16,-3 6 2-16,3-15 2 0,0 7 0 0,-1-4-4 15,0 4 3-15,-2 0 0 0,0-2 0 0,0 10-9 16,1-14 5-16,-1 14 6 0,1-6-8 0,-1 6 4 16,2-8-6-16,-2 8-2 0,0 0-3 0,0 0 3 15,0 0 1-15,0 0 0 0,16 9-4 0,-11 0 4 16,1 0-2-16,2-1 1 0,-3 2 8 0,3-2-6 16,-1 2 2-16,0-3 3 0,4 3-4 0,-4-4 7 15,2 1-3-15,2 2 3 0,-2-6-7 0,1 2 0 16,0-1 0-16,0-1 6 0,0-2-4 0,0 0 1 15,1-3-1-15,-1 0 0 0,-2 0 3 0,-2-3-2 0,-1 0-2 16,1-2-2-16,-3 0-3 0,1-1 1 0,-2-2 0 16,-2-1 1-16,-2-1-1 0,-2-4-2 15,-1 2 4-15,-3 0 4 0,-3 0-10 0,1 2 2 16,-1 1 1-16,-3-2-1 0,6 4 5 0,-1 1 5 0,4 2 5 16,0 0 4-16,-1 2-3 0,6 4-2 0,-8-8-3 15,8 8-4-15,-5-4-2 0,5 4-2 16,0 0-3-16,0 0 6 0,0 0-1 0,0 0-6 15,0 0 6-15,33 8 0 0,-22-3-4 0,7-2 2 0,-2 3 0 16,4-2-4-16,-4 3 4 0,-1 2 8 0,-1-2-7 16,0 3 0-16,-3-3-1 0,-2 1 2 0,-1 1-3 15,-1 3 3-15,-1 0 0 0,-3-1-2 16,1 2 3-16,1-1 2 0,-2 2 2 0,1 3-5 0,-4-1-14 16,2-5-37-16,-1 1-14 0,1-2-19 0,2 2-24 15,0-2-25-15,-2 0-112 0,3-1-265 0,2-3 117 16</inkml:trace>
  <inkml:trace contextRef="#ctx0" brushRef="#br0" timeOffset="178930.19">12093 10309 180 0,'-14'-4'180'0,"0"2"-11"0,-1 0-19 16,0 4-12-16,3 2-9 0,-6 1-13 0,5 1-13 15,4 2-4-15,-1 1-14 0,0 1-12 16,3-1-3-16,2 2-5 0,1 1-5 0,2 0-8 0,4 0-1 16,1 0-10-16,1-3-10 0,2-2-7 0,4 3-7 15,3-4-15-15,1 0 1 0,-1-2-7 0,0-3 3 16,1 1-1-16,-1-2 4 0,-1-2-5 0,-1 0 3 16,0-3 0-16,1 0 5 0,-3 0 3 0,-1-2 1 15,-1 0 8-15,0 0 0 0,-1-2 6 0,-1 1-4 16,-1-2 4-16,0 2 4 0,2 0-1 0,-4 1 0 15,1 1 1-15,1 0 0 0,-4 6 6 0,4-8-5 16,-4 8-4-16,4-5-3 0,-4 5-5 0,0 0-1 16,14 3 2-16,-11 6 0 0,3 1 11 0,3 10-5 15,-2 5 3-15,2 4-5 0,-1 0 0 0,-3 3-5 16,-1 1 1-16,-4-1 2 0,0 0-7 0,-1 3 2 16,-4 11-1-16,1-11-1 0,1-3 1 0,-1-2-6 0,-3 2 4 15,2-4-2-15,-2-1-1 0,-1 1 0 16,-1-6-4-16,2-3-4 0,-2-2-1 0,0-3-11 0,5-3-3 15,-6-1 6-15,2-2 1 0,1-2 0 16,-2-2 2-16,2-1 0 0,7-3 2 0,-11 3-1 0,3-5 3 16,8 2-4-16,-11-9-1 0,5-2-3 0,4 1-3 15,-2-3 3-15,3-3-4 0,4-1-2 16,1-7 5-16,5 0-7 0,3-2-2 0,1 1 1 16,5-2-1-16,2-1 7 0,4-2 1 0,6-7-3 0,-5 12-1 15,11-10 5-15,0 0-1 0,-10 10 3 0,1-1 1 16,9-7-3-16,-9 8 3 0,-4 1 1 0,0-1 0 15,-4-1 0-15,4 1 5 0,-8-1-1 0,0 2-3 16,-5 7 2-16,0-1 1 0,-6 2 3 0,0 3 10 16,-1 2 2-16,-3 0 3 0,0 1 1 0,0 10 6 15,-2-11-1-15,2 11-4 0,-3-7-2 16,3 7-2-16,0 0 0 0,0 0 1 0,-27 17 7 16,16-3-2-16,-7 5 0 0,0 3-2 0,3-1-3 0,1 2-2 15,5-4 4-15,0 3-3 0,4-4-4 0,2 2-1 16,3-4-15-16,3 2-12 0,6 0-14 0,0-2-18 15,7-3-34-15,0-3-30 0,8 3-35 0,3-2-50 16,3-6-101-16,1 0-324 0,7-3 144 0</inkml:trace>
  <inkml:trace contextRef="#ctx0" brushRef="#br0" timeOffset="179117.3">13178 10299 68 0,'2'-5'213'0,"-2"5"-12"16,5-7-19-16,-5 7-19 0,6-6-16 0,-6 6-18 16,8-6-13-16,-2 3-21 0,1 2-26 0,4-2-32 15,0 3-26-15,-2-1-37 0,4-2-20 0,1 1-29 16,-1 2-14-16,-1 2-25 0,-5-1-67 0,-7-1-194 16,15 2 86-16</inkml:trace>
  <inkml:trace contextRef="#ctx0" brushRef="#br0" timeOffset="179249.34">13239 10377 129 0,'-5'2'146'0,"-1"2"-13"0,6-4-8 16,-7 6-4-16,7-6-13 0,-5 7-10 0,5-7-7 15,0 0-4-15,0 0-3 0,9 7-12 0,0-6-2 16,5-1-28-16,8 1-22 0,-1-2-32 16,12-2-38-16,-1-1-51 0,-3 1-94 0,2-2-209 0,-3 0 93 15</inkml:trace>
  <inkml:trace contextRef="#ctx0" brushRef="#br0" timeOffset="183220.73">14606 9999 135 0,'-4'-4'140'0,"4"4"-7"0,-9-5 2 0,5 0-5 16,4 5-4-16,-14-7-8 0,9 5-2 0,-3-2-2 16,8 4-9-16,-9-3-1 0,9 3 0 0,-9-2-8 15,9 2-8-15,-5-5-9 0,5 5-9 0,0 0-8 16,0 0-8-16,0 0 0 0,0 0-10 0,0 0 0 15,0 0-6-15,36 0-3 0,-5 2-3 0,3-4-6 16,5-3-4-16,12 1-13 0,-12 1-18 0,-2 0-24 16,-1 1-20-16,-4-1-24 0,0 2-28 15,-12-1-21-15,0 0-12 0,-7 1-17 0,-1 0-99 0,-6 1-273 16,-6 0 122-16</inkml:trace>
  <inkml:trace contextRef="#ctx0" brushRef="#br0" timeOffset="183634.72">14818 9946 81 0,'-5'4'102'0,"5"-4"13"0,-6 5-7 16,5 5-2-16,-3 2 4 0,2 1-3 0,-3 4-6 16,3-5-11-16,0 6-2 0,-3 1-12 0,3 7-6 15,-1-2-7-15,0-5 1 0,-2 0-12 0,1 5-1 16,0-5-6-16,3-1-4 0,-1-1-10 0,-1 1-4 15,1-1 5-15,2-2-8 0,-2-2 0 0,1-2-3 16,2 2 0-16,-1-3-4 0,0 0-3 0,0-2 0 16,2 3 2-16,-2-4-4 0,0 0-2 0,0-7-9 0,-2 13-4 15,2-7-11-15,0-6-6 0,0 0-2 16,0 10 7-16,0-10 5 0,-5 6-7 0,5-6-3 16,-8 4 6-16,3-2 2 0,5-2-7 0,-16 0 5 15,16 0 0-15,-13-2-3 0,3 0 3 0,2 0 6 0,-1-1 2 16,1 1 3-16,8 2 1 0,-14-6 11 15,7 4-1-15,1-1 7 0,6 3 12 0,-11-6 1 16,11 6 11-16,-6-3-4 0,6 3 0 0,0 0-7 0,-7-3-6 16,7 3-1-16,0 0-2 0,0 0 4 0,0 0-6 15,0 0-4-15,0 0-9 0,0 0 8 0,30-5-4 16,-17 5 2-16,7 1-13 0,0-1-24 0,1 0-20 16,-1 2-16-16,3-4-13 0,3 2-37 0,-3 0-22 15,0 0-99-15,-3-1-252 0,1-2 111 0</inkml:trace>
  <inkml:trace contextRef="#ctx0" brushRef="#br0" timeOffset="184072.02">15186 10282 101 0,'-5'-13'167'0,"5"13"-3"0,-8-8-4 0,2 7-15 15,6 1-21-15,-13-3 0 0,4 1-3 0,-2 4-15 16,1-1 2-16,0 3-15 0,-3 5-3 0,2-4-8 15,1 2-6-15,-4 4-10 0,2 2-5 0,-1 0-8 16,6 2-5-16,-2-2-3 0,4-1-6 0,1 0-5 16,0 0-3-16,1 0 2 0,2-1-9 0,2 1-2 15,1-3 0-15,3 2-4 0,-1-3-2 0,2 0-4 16,2-2-3-16,3-3-7 0,-2 1-6 0,1-3 3 16,2 1-7-16,-1-4-2 0,1 0 0 0,2-2 0 0,3-3-9 15,-4-2 10-15,-2 1 2 0,-1-1-3 16,1-4 3-16,-2-1-4 0,-1-2 9 0,-3 1-3 15,2-2-2-15,-5-1 0 0,-1-1 5 0,1 1 10 16,0 0 0-16,-2-2-11 0,-2 3 12 0,0-2-4 0,2 0 1 16,0 3 2-16,-1 3 14 0,0 2 7 0,-2 2-1 15,3 0-5-15,0 9-2 0,-2-12-2 16,2 12-8-16,0-8-3 0,0 8 2 0,0 0-6 16,0 0-1-16,0 0 3 0,0 0-2 0,0 0 3 0,0 36-4 15,0-19 2-15,0 1 1 0,0 6-5 0,0-5 2 16,-3 7 2-16,3-2 2 0,0-4-3 15,-1-2-2-15,0 1-10 0,-2-1-20 0,2 0-14 0,1-1-27 16,0 0-12-16,1-2-23 0,0-4-24 0,2 1-25 16,1-3-135-16,-2 1-312 0,3-2 138 0</inkml:trace>
  <inkml:trace contextRef="#ctx0" brushRef="#br0" timeOffset="184287.23">15423 10365 61 0,'0'0'186'0,"0"0"-14"16,-5-5-11-16,5 5-7 0,0 0-9 0,-16 7-10 15,11-2-9-15,-3 2-8 0,-2 0-6 0,2 4-9 16,0 0-8-16,2 0-9 0,-2 2-9 0,3-1-6 16,2 0-9-16,2 0-5 0,0 0-10 0,1 0-11 15,2 0-19-15,1-2-12 0,2 2-27 0,5-3-30 16,3 1-31-16,5-3-25 0,3-1-43 0,-1-2-118 15,3-4-290-15,5 2 128 0</inkml:trace>
  <inkml:trace contextRef="#ctx0" brushRef="#br0" timeOffset="184658.4">16082 10042 143 0,'0'0'203'0,"0"0"-21"0,-5-3-21 16,5 3-11-16,0 0-21 0,0 0-13 0,0 0-11 15,0 0-6-15,0 0-5 0,19-2-18 0,-1 1-2 16,11-2-8-16,4-1-7 0,4 4-7 0,14-1-7 16,-13-3-12-16,1 2-24 0,-3-1-15 0,-4 2-25 15,-5-2-6-15,-9 1-35 0,1 2-19 0,-8-1-6 16,2 1-9-16,-5 1-12 0,-2 0-89 0,-6-1-224 15,9 0 101-15</inkml:trace>
  <inkml:trace contextRef="#ctx0" brushRef="#br0" timeOffset="184884.83">16392 10028 26 0,'0'0'101'0,"0"0"0"0,0 0-5 15,0 0-10-15,0 0-3 0,-10 1-6 0,10-1 11 16,-3 6-3-16,3-6 4 0,-4 14 8 0,3-5-6 15,0 2 2-15,2 2-4 0,-2 4-5 0,1 1-7 16,0 1-9-16,-1 6-3 0,-1 0-2 0,0 0-8 16,1 1-5-16,-2-2-1 0,2 1-11 0,-2-6 0 15,2 5-4-15,-2-4-6 0,2-4 1 0,1 3 1 16,-1 0-9-16,1-3-17 0,0 0-15 0,1-1-13 0,-1 0-24 16,0-2-25-16,1-1-35 0,1-2-20 0,-1 3-130 15,-2-4-278-15,2 1 123 0</inkml:trace>
  <inkml:trace contextRef="#ctx0" brushRef="#br0" timeOffset="185245.44">16566 10403 68 0,'5'-6'141'0,"-5"6"1"15,7-5-4-15,-7 5-11 0,8-5-9 0,-8 5-12 16,9-2 5-16,-9 2-4 0,13 2-8 0,-4 0-10 16,-3-1-3-16,2 3-6 0,0 1-14 0,-2 0-4 15,2 2-4-15,-3 2-6 0,-1-2-3 16,-2 2-3-16,-2 1-4 0,-3 2-2 0,-1-2-3 0,-3 0 2 16,-3 6-5-16,0-5 1 0,-3 2-2 0,-1 1-4 15,0-3 1-15,0 0-1 0,1-1-1 0,3-2-3 16,2-1-3-16,3-1 0 0,-1-1-5 0,1-1-2 15,1 1-2-15,4-5-5 0,-8 9 7 0,8-4-4 16,0-5-3-16,0 0 3 0,8 13 4 0,-2-10-2 16,6 3 1-16,9-4-1 0,7 0-2 0,6-2 0 15,3-2-3-15,1 0-9 0,3-2-19 0,15 0-22 16,-1 0-23-16,-2-1-41 0,-2-3-37 0,-12 5-43 16,-3-4-116-16,0 2-327 0,-1 0 144 0</inkml:trace>
  <inkml:trace contextRef="#ctx0" brushRef="#br0" timeOffset="-143098.95">18700 10239 4 0,'0'0'153'0,"0"0"-18"0,0 0-20 15,0 0-4-15,0 0-10 0,31-6-10 0,-12 1-2 16,-1 1-7-16,2-1-12 0,2 2-12 0,-3-2-5 0,2 1-13 16,-1 2-27-16,-2 0-13 0,1 0-26 0,-2 1-7 15,-2 1-20-15,3 0-21 0,-1-1-14 0,1-1-53 16,0 2-151-16,1-3 67 0</inkml:trace>
  <inkml:trace contextRef="#ctx0" brushRef="#br0" timeOffset="-142816.18">19512 10065 11 0,'10'0'117'0,"0"2"-9"0,2-1 0 0,-3 4-4 15,0 0-14-15,-4 0 8 0,2 2-6 0,-3 3-2 16,-1 1-14-16,-3 3-1 0,-2 0-9 0,-1 3-6 16,-5 2-5-16,2-2-6 0,-6 6-9 0,-1-2-1 15,3-5-3-15,1 0-10 0,-1-2 3 0,2-5 16 16,3 0-21-16,-1 0-1 0,-1-1-9 0,0-1 4 16,3-2 0-16,-1-1 2 0,5-4-8 0,-2 9 0 15,2-9-2-15,0 0 4 0,6 8-11 0,-6-8 8 16,12 3-2-16,0-3-9 0,6-2-1 0,1 0-12 15,4-1-13-15,4-2-27 0,0 1-20 0,1-2-28 16,-9 1-122-16,1-2-241 0,1 0 107 0</inkml:trace>
  <inkml:trace contextRef="#ctx0" brushRef="#br0" timeOffset="-142411.06">19348 9905 121 0,'-47'21'138'0,"0"4"-13"0,-2 3 1 0,2 6-6 16,1 6 9-16,2 1-9 0,9 7-10 0,3 1-4 0,5-3-12 16,8 3-3-16,5 4-11 0,6-7-2 0,6-11-10 15,8 1-1-15,7 8-11 0,4-11 2 0,9 9-4 16,4-2-6-16,8-9 3 0,0 0-12 15,8-8-4-15,1-4-2 0,7-2-1 0,-4-7-6 0,4-2 0 16,2-7-1-16,1-2-4 0,-1-7-1 0,1-2 5 16,-4-4-2-16,2-4 0 0,-2-2-3 15,-2-6 3-15,1-3 4 0,-3-5-2 0,-6 1 3 0,1-3-7 16,-9-3 1-16,-1-2 4 0,-5-5-2 0,-6-1-1 16,-6-3-5-16,-6 1 1 0,-6-4-6 0,-12 3-1 15,-5-1-3-15,-6 1-2 0,-5 1 1 0,-10 3-5 16,-8 2 1-16,-4 7-2 0,-3 3-2 0,0 7 0 15,-4 5-2-15,-3 8 1 0,-1 5-4 0,-4 6 3 16,1 5-1-16,-2 5-3 0,-2 6-5 0,-1 8-14 16,-19 10-23-16,26-5-31 0,-20 23-36 0,23-16-38 15,-20 23-189-15,5-4-371 0,17-16 164 0</inkml:trace>
  <inkml:trace contextRef="#ctx0" brushRef="#br0" timeOffset="-134166.42">15682 12475 125 0,'0'0'125'0,"0"0"-39"16,0 0-41-16,0 0-52 0,0 0-56 0,0 0-68 15,0 0 32-15</inkml:trace>
  <inkml:trace contextRef="#ctx0" brushRef="#br0" timeOffset="-82392.08">5692 11675 33 0,'2'-7'107'0,"-2"7"11"0,5-10-13 16,-2 5 11-16,-3 5 0 0,1-10 1 0,-1 10-2 15,0 0-5-15,0-11-11 0,0 11-6 0,-4-7-21 16,4 7 3-16,-9-8-4 0,7 4-5 0,2 4-10 16,-12-4-5-16,12 4 0 0,-5-5-5 0,5 5-5 15,-6-3-3-15,6 3-8 0,0 0-5 0,0 0-8 16,0 0 7-16,0 0-8 0,0 0 2 0,0 0 3 15,24 0-1-15,-6 3 0 0,14 0 2 0,4-1-4 0,1-2-3 16,1 1-8-16,1-1-5 0,13 3-11 16,-15-6-10-16,1 4-13 0,-1-2-1 0,-2 2-20 15,-3 2-12-15,-2-2-19 0,-9 1-10 0,1 0-15 16,-4 0-15-16,-6-1-98 0,0 3-240 0,-6-3 107 0</inkml:trace>
  <inkml:trace contextRef="#ctx0" brushRef="#br0" timeOffset="-82150.19">5933 11611 103 0,'-9'-2'126'16,"9"2"-15"-16,0 0-12 0,-7-2-12 0,7 2-5 0,0 0 12 15,-7 15 3-15,6-4 2 0,-3 6-6 0,2 1-3 16,-1 8-11-16,-1-3-3 0,0 3-4 0,2 0-7 15,-1 0-2-15,1 1-8 0,-1-3-6 0,1-3-4 16,2 3-9-16,-2 2 5 0,4-6-8 0,-5-1-3 16,3 0-13-16,-1 1-19 0,1-1-23 0,-2 0-23 15,1-2-39-15,1 2-25 0,0-7-133 0,0 3-266 16,0-4 119-16</inkml:trace>
  <inkml:trace contextRef="#ctx0" brushRef="#br0" timeOffset="-81654.64">6070 11675 140 0,'1'-7'152'0,"-1"7"-17"16,0 0-12-16,0 0-17 0,0 0-9 0,0 0-4 15,0 0-2-15,0 23-1 0,-2-3-5 0,-2-1-9 16,0 8-3-16,-2 1-10 0,-1-2-8 0,2 0-7 15,1-7-3-15,1 0-7 0,-1 0-3 0,0 0-1 16,2-2-2-16,-1-1-5 0,-1-5-4 0,1-2 1 16,2 1-6-16,0-3 2 0,0 1-1 0,1-8 1 15,-3 12-2-15,3-12-2 0,1 8-2 0,-1-8-1 16,0 0-1-16,0 7-6 0,0-7-13 0,0 0-6 16,0 0 5-16,9 1-9 0,-9-1-5 0,13-2 5 15,-13 2 1-15,18-4-2 0,-4 2 13 0,0 0 7 0,5 0-2 16,-1 0 2-16,-1 2 9 0,-1-1-14 15,1 1 11-15,1 0-5 0,-2 0-1 0,4 0 5 16,-6-1-6-16,3 1 2 0,3-2 7 0,-2-1-8 16,-1 0 3-16,0-1-1 0,1 0-5 0,-3-2 3 0,-2 1 1 15,-3 0 1-15,-1-2 1 0,-1-2-3 0,-3-2 1 16,0 0 2-16,-2 0-4 0,-2-2 2 16,-2 1 0-16,1 0 3 0,-2-1-4 0,0 1 14 15,-1 2 13-15,-1 1 2 0,1-1-2 0,-4 5 1 0,3 0-7 16,-1 1-7-16,5 4 1 0,-13 0 1 0,2 4-3 15,0 1 4-15,-5 5 0 0,1 0-3 16,-4 9 1-16,3 0-5 0,4-2 4 0,-1 3 0 16,4 4-11-16,2-5-14 0,5 0-34 0,4 7-32 0,2-7-37 15,5-1-55-15,2-2-126 0,9 4-315 0,4-4 140 16</inkml:trace>
  <inkml:trace contextRef="#ctx0" brushRef="#br0" timeOffset="-81217.81">7103 11846 53 0,'3'-11'169'0,"1"-1"6"16,-1 1 2-16,1 2-5 0,-2 2-8 0,-2 7-19 15,4-9-19-15,-3 4-8 0,-1 5-17 0,0 0-10 16,0 0-14-16,0 0-4 0,20 14-8 0,-15-3-8 16,1 4-3-16,2 3-2 0,-2 0-10 0,-1-1-4 15,0 2-2-15,2-2-8 0,-1 2-3 0,-1-5 6 16,-1 0-5-16,1-1-3 0,-1-4-4 0,0-1 11 15,-3-1 16-15,2-2 16 0,-1 0 18 0,-2-5 14 16,7 4-4-16,-7-4-11 0,0 0-3 0,14-10-11 16,-7 3-6-16,3-7-5 0,1-1-4 0,-1-1-8 15,1-1-2-15,4-6-1 0,-3-2-11 0,1 2 0 16,0-3-2-16,2 1-6 0,-1 0-17 0,3 1-26 16,-3 2-22-16,-1-1-18 0,-2 10-20 0,-6 3-33 15,3 2-37-15,-4 3-23 0,1 3-8 0,-5 2 2 16,0 0-14-16,12 11-126 0,-11-1-347 0,-1 4 154 15</inkml:trace>
  <inkml:trace contextRef="#ctx0" brushRef="#br0" timeOffset="-80949.92">7472 12030 74 0,'0'0'144'0,"2"6"-7"0,-2-6-8 0,0 0-2 0,4 5-9 16,3-3 12-16,-7-2-9 0,18 0-3 15,-9 0-10-15,2 0-8 0,2-2-9 0,-2 0-4 16,1-2-7-16,6 1-4 0,-7-2-8 0,2 0-5 16,0-1-4-16,-2-1-1 0,-2-2-7 0,-1 3-5 0,0-5 0 15,-3 3-5-15,-3-4-5 0,-1 0-7 0,-2 1-4 16,-1 1-1-16,-3 0-5 0,-2 1-3 0,1 2-1 16,-2 0-4-16,2 2-4 0,-6 2 2 15,2 0-3-15,-3 4-7 0,2 3-7 0,-7 2-13 0,0 2-14 16,1 5-27-16,3-3-12 0,-1 5-36 15,5-1-20-15,1 1-16 0,2-1-135 0,0 0-303 0,6-3 134 16</inkml:trace>
  <inkml:trace contextRef="#ctx0" brushRef="#br0" timeOffset="-80716.08">7799 11727 87 0,'4'-11'213'16,"-1"2"-15"-16,-1 3-21 0,-2 6-25 0,3-7-15 16,-3 7-14-16,0 0-11 0,0 0-5 15,6 25-8-15,-3-1-9 0,-2 2-6 0,-1 2-9 16,0 1-9-16,0 1-6 0,-3 0-5 0,2 1-5 0,-3-1-1 16,3 1-5-16,-2-4-14 0,0-2-33 0,1 0-18 15,0-1-30-15,3-5-35 0,-1-2-31 0,1 0-44 16,1-1-101-16,-2-5-284 0,5-2 127 15</inkml:trace>
  <inkml:trace contextRef="#ctx0" brushRef="#br0" timeOffset="-80505.47">8074 11786 65 0,'1'-13'219'0,"1"4"-11"0,-1-1-15 0,-1 5-19 16,0 5-24-16,0 0-16 0,0 0-6 0,0 0-3 15,0 0 0-15,-1 45 1 0,-1-17-13 0,0 0-9 16,-1 3-7-16,-1-1-13 0,2-1-6 0,-1 2-6 16,0-3-7-16,2-3-8 0,0 1-6 0,1-7-15 15,-1 8-22-15,1-9-28 0,1-1-31 0,-1 0-41 16,1 0-40-16,0-4-33 0,1-4-34 0,-5 2-107 16,1-4-324-16,-3 1 144 0</inkml:trace>
  <inkml:trace contextRef="#ctx0" brushRef="#br0" timeOffset="-79481.48">7972 11961 9 0,'28'-2'140'16,"1"1"-24"-16,3 4 12 0,1-5-12 0,2 4-9 15,-2 0-14-15,-2-1-3 0,1-1-15 0,-3 1-5 16,1-1-9-16,-10 0-5 0,2 1-5 0,-4 1-1 15,-6-4-4-15,1 4-4 0,-5-2-1 0,-2 0 7 16,-6 0 1-16,13-2-2 0,-13 2-10 0,0 0-2 16,5-3-8-16,-5 3 4 0,0 0 2 0,0 0-5 15,0 0-1-15,-25-6 2 0,15 7-3 0,-2 2-5 0,2 4 1 16,-2 0-7-16,-3 1 9 0,2 3-5 0,-1-2 0 16,4-1-9-16,1 2 8 0,0 1-8 15,2 0 4-15,2-1-4 0,3 1 1 0,2-2 2 16,1 3-3-16,2-4-3 0,-1-3 2 0,3 4 1 0,3-2-1 15,1-2 2-15,0-1 0 0,-3-1-1 16,4-3-2-16,1 1 2 0,-1-2-7 0,1 1 6 16,-2-4-1-16,0 0 4 0,-2 0-4 0,3-2 4 15,-2-1 0-15,-1 0-2 0,0 0 1 0,-1-3-2 16,-1 1-3-16,-1 0-1 0,-2 0 6 0,1 0-8 0,1 3 6 16,-3-1 1-16,-1 7-7 0,4-10 3 0,-4 10-9 15,1-7-1-15,-1 7 0 0,0 0 4 16,0 0-8-16,0 0 8 0,0 0-2 0,0 0-3 15,0 0 6-15,5 22 2 0,-2-14-3 0,1-2-1 0,0 2 0 16,2-1 5-16,0 2-3 0,5-2 1 0,0 0 4 16,8-2 8-16,12 1 6 0,3-4-3 15,6-4 0-15,0 0 0 0,0-1-5 0,11-2 6 16,-13 0-8-16,-5-3 0 0,1 0 4 0,-4-2-3 0,-1 4-3 16,-11-3 5-16,3 1 2 0,-6-2 11 0,-4 2-1 15,-2 1-1-15,0-2 0 0,-2-2-3 16,-2 0-5-16,-4 0-4 0,2 1 2 0,-6-1-3 0,-3 0 1 15,-1 1-4-15,0 4 0 0,-4 0-1 0,-1-1 0 16,-1 4-3-16,-2 2-2 0,-3 2-2 0,1 1 2 16,0 3-2-16,5 1-2 0,-4 1 5 0,2 4-3 15,4-4 1-15,2 3-3 0,2-1 0 0,0-1 4 16,1 2-2-16,3-1-2 0,1 0-8 0,0-2-3 16,1-7 2-16,2 13 0 0,0-9-4 0,-2-4 4 15,6 9 4-15,-1-6 0 0,-5-3-4 0,8 6 6 16,-4-2-1-16,-4-4 0 0,7 3-1 0,-7-3 1 15,0 0-3-15,9 4-1 0,-9-4-1 0,4 7 4 16,-3-2-2-16,-1-5-2 0,3 18 5 0,-3-6-1 16,1 6 5-16,-1-1-3 0,0 10 2 0,0 4 8 15,3 1 2-15,0 1 4 0,0 1 1 0,1-1 1 16,-2 2-2-16,5-3 1 0,-3 0-6 0,-1 1 4 16,-3-4 2-16,3 3-4 0,-3-4-7 0,-3-4 10 15,-2 2-4-15,-2-8 2 0,-5 0 0 0,1-3-1 16,-5-2 0-16,-3-3 0 0,3 0-3 0,-2-4 5 15,0 0 13-15,0-4-2 0,5-3-2 0,-2-2 3 16,3-3-5-16,1 1-3 0,2-6 0 0,4-3-5 16,2-3 6-16,4-2-8 0,3-1-1 0,4-6 1 15,6-3 1-15,3 0-8 0,6 1-5 0,10-12-11 16,4 3-9-16,4 3-1 0,1-3 1 0,1 1-8 16,1 2 6-16,-4-1-3 0,-1 2-7 0,-1 0 9 15,-11 10 5-15,0 1 6 0,-5-1-6 0,2 0 4 16,-4 1 3-16,-8 7 13 0,0 0 4 0,-5 0-2 15,-2 4 18-15,-3 2 5 0,-1-1 3 0,0 3-1 16,-1 7-2-16,-2-11-5 0,2 11-3 0,-14-4 2 16,2 8 0-16,-3 2-1 0,-3 2-1 0,-5 6 4 15,1 3-2-15,0-1 1 0,3 3-1 0,6-3-3 16,2 0 0-16,3-2-1 0,3 5 4 0,3-1-7 16,3 1-9-16,3 9-26 0,3-6-44 0,9 3-49 15,2-4-49-15,6-4-61 0,-2-1-119 0,10-2-377 16,1 0 166-16</inkml:trace>
  <inkml:trace contextRef="#ctx0" brushRef="#br0" timeOffset="-78956.11">10266 11985 126 0,'-18'-3'193'0,"-3"1"-15"16,2 4-11-16,-8 8-13 0,-1 1-12 16,1 0-14-16,1 5-14 0,3 3-8 0,2-2-10 15,8-2-13-15,2 0-5 0,2 0-8 0,1 0-6 0,6 0-6 16,-1-2 1-16,2-2-11 0,3 1-1 0,4 0-2 16,1-3-6-16,3-3-2 0,1 1 0 0,1 0-4 15,-1-3-5-15,-2-1 1 0,2-5-10 16,1 1-7-16,3-4-1 0,3-3 1 0,0-1-4 0,-3-4 1 15,0 3-1-15,-3-2 7 0,-2 0-7 0,-1 2-4 16,-3-2 1-16,2-1-3 0,-1-1 12 0,-4 1-11 16,2 5-6-16,-1-2 4 0,-3 5 1 0,2-1 0 15,-3 6-4-15,3-9-4 0,-3 9 0 0,0 0 3 16,0 0-4-16,0 0 4 0,0 0 0 0,6 25 0 16,-6-13 2-16,0 5 1 0,0 2-5 0,0 1 9 15,0-1-2-15,1 7 1 0,-1 0-3 0,2-6-12 16,-1-2-38-16,3 0-35 0,-2-1-40 0,5-6-43 15,-2 2-136-15,0-5-329 0,1 0 146 0</inkml:trace>
  <inkml:trace contextRef="#ctx0" brushRef="#br0" timeOffset="-78697.77">10645 12022 27 0,'-10'-4'209'0,"10"4"-16"0,-13 1-4 0,4 3-12 0,-1 3-8 16,0 0-4-16,-2 6-9 0,0-1-9 0,0 4-11 15,2-1-5-15,1 2-6 0,1-1-7 0,2-2-10 16,2 4-10-16,3-1-7 0,1-1-10 0,1-3-5 16,4 2-6-16,-1-4-7 0,4 5-4 0,1-3-5 15,3 0-4-15,1-2-6 0,2 0-5 0,0-5-5 16,4 2-20-16,-3-2-25 0,5-1-41 0,-2 2-48 15,-1-5-57-15,0 0-52 0,-5 0-174 0,-1-1-414 16,-1-1 183-16</inkml:trace>
  <inkml:trace contextRef="#ctx0" brushRef="#br0" timeOffset="-78281.88">10832 12350 66 0,'0'0'264'0,"0"0"1"0,0 0-12 0,0 0-15 16,0 0-19-16,0 0-9 0,0 0-11 0,14-15-19 16,-10 10-16-16,1-6-14 0,2 3-5 0,-1 0-9 15,1-1-10-15,0-2-12 0,2-1-3 0,-3-1-13 16,2 0-5-16,-3-2-11 0,0 4-4 0,0-4-12 16,-1 0-5-16,0-1-4 0,-2 1-8 0,3 0-5 15,-3-1 0-15,-1 0-6 0,2 0-10 0,-5 4 2 16,2 2-3-16,-1 1-6 0,1 9-4 0,-1-14 0 15,-1 7-2-15,2 7-7 0,-1-10 0 0,1 10-4 0,0 0-10 16,-1-7-16-16,1 7-11 0,0 0-3 16,0 0 0-16,0 0 3 0,0 0-5 0,0 0 1 15,0 0 5-15,0 0 1 0,0 0 5 0,28 10-2 16,-17-7 6-16,1 1 3 0,3 2 0 0,-2-5 7 0,0 2-6 16,-1-1 4-16,1 2-2 0,-1-1 4 0,-1 1 2 15,0 2 0-15,-4 1-3 0,2 2 1 16,-1-1 4-16,0 3-1 0,-3 1 3 0,-1 0 3 15,-1 3-5-15,-1-2 6 0,-1 3-1 0,-1 3 3 16,-1-2 2-16,-2-1-3 0,1-4-13 0,0 4-25 0,0-5-26 16,0 1-38-16,1 0-51 0,1-2-28 0,0-1-51 15,-1 0-161-15,1-1-426 0,4-2 188 0</inkml:trace>
  <inkml:trace contextRef="#ctx0" brushRef="#br0" timeOffset="-77991.11">11374 12182 173 0,'0'0'192'0,"0"0"-10"0,-13 8-15 15,8-2-5-15,1 3-4 0,-1 0-10 0,1 0-12 0,3 1-2 16,1-3-1-16,2 6-8 0,1-2-13 0,3 0-4 16,-1-1-10-16,3-1-10 0,0-2-4 0,2 0-9 15,0-1-6-15,2-4-5 0,2 0-5 16,-3-1-4-16,3-1-5 0,-2-1-5 0,-1-1-2 0,1-1-2 15,-3-3-6-15,1-2 0 0,-1 1 1 0,-3-4-1 16,-1 2-5-16,1-4 1 0,-2 1-6 0,-2 0 0 16,-2-4-5-16,-2-2 0 0,-1 3-3 15,-1 4-13-15,0-1-10 0,-1 2-18 0,0 0-17 0,-1 4-18 16,-1 0-17-16,-2 1-20 0,1 5-24 0,-4 0-15 16,0 5-18-16,-3 3-20 0,-3 3-16 0,-2 6-135 15,-2 2-351-15,4 3 155 0</inkml:trace>
  <inkml:trace contextRef="#ctx0" brushRef="#br0" timeOffset="-77342.01">11443 12403 132 0,'19'-7'164'0,"0"2"-15"0,2-3-3 0,3-3-9 16,4-2-7-16,-6-1-17 0,-1-1-3 0,1-4-9 16,1 0-5-16,-3 2-11 0,-1-5-4 0,1 1-3 15,-1 0-10-15,0 0-3 0,-2 0-9 0,-3 1-4 16,-5 2-2-16,0 2-1 0,-4 1 0 0,1-3-4 15,-4 2 6-15,0 4 8 0,-4 1 6 0,2 3-1 16,0 8-13-16,-2-12-5 0,2 12-7 0,-7-5-1 16,7 5-6-16,0 0-4 0,-25 15 1 0,15-3-10 15,0 3-2-15,-4 6 0 0,6 3 2 0,-1-5-4 16,4 0-1-16,3 7-3 0,2 1-1 0,0-2 3 16,2-7-2-16,1 6 0 0,-1-5-2 0,5-1-1 15,-4 0-1-15,5-3-1 0,-1 1 2 0,-1-3-1 16,-1 0 4-16,0-3-7 0,-1-1 0 0,-4-2 3 15,4-1-4-15,-3 0 2 0,-1-6-2 0,3 9 3 16,-3-9-1-16,0 0 5 0,-4 8-3 0,4-8 0 16,0 0-2-16,0 0 0 0,0 0-2 0,0 0-2 15,0 0 2-15,0 0-4 0,5-32 1 0,3 22-1 16,0 0 2-16,5-4 0 0,1 0 0 0,6-3-3 16,-3 5 0-16,6-5-1 0,-1 2-2 0,1-6-1 15,0 6-1-15,0-2 2 0,2-1-1 0,-2 0 1 16,0 0 1-16,-3 1-1 0,-4 5 2 0,-3-1-1 15,1-1 0-15,-6 5 7 0,-3-1-1 0,2-1 3 16,0 1-1-16,-3 0 0 0,-3 0 0 0,1 4 1 16,-1-1-5-16,-1 7-1 0,0-10-2 0,0 10 5 0,0 0-4 15,-8-4 0-15,8 4 0 0,0 0-1 16,-20 8 0-16,11-1 4 0,-3-1-6 0,3 3 3 16,0 3 2-16,-1-2-5 0,4 0 3 0,-1 4 0 15,2-2 0-15,2 1-4 0,1 2 5 0,2-3-3 0,2 3-1 16,1 3-3-16,5-3-1 0,-4 0-3 0,2-4 3 15,2 1 0-15,-1-2-1 0,3 5 2 16,0-2 0-16,-3-3 1 0,-2 0 2 0,3-3 0 16,-4-1-1-16,1 2 4 0,-2-3-5 0,-1 1 5 15,-2-6-1-15,4 9-2 0,-4-9 2 0,1 8-1 0,-1-8 3 16,0 0 4-16,-5 12-4 0,0-9 4 0,5-3-2 16,-13 7-2-16,8-4 0 0,-3 0-13 0,0-1-10 15,0 1-23-15,8-3-28 0,-14 0-38 16,6 0-41-16,8 0-39 0,-14-2-129 0,9 0-348 0,-3-1 153 15</inkml:trace>
  <inkml:trace contextRef="#ctx0" brushRef="#br0" timeOffset="-75778.97">12605 12083 34 0,'0'0'61'0,"0"0"-4"0,0 0 2 0,0 0-6 0,0 0-7 16,0 0-3-16,0 0 7 0,0 0-8 15,0 0 6-15,0 0-5 0,0 0-2 0,0 0 9 0,0 0 9 16,0 0 3-16,0 0 3 0,-11-6-8 16,11 6-4-16,0 0-2 0,0 0-9 0,-2-9-5 0,2 9-4 15,-2-9 4-15,2 9-2 0,0-9-2 0,0 9-2 16,-2-14-6-16,2 8 9 0,0 6 6 15,0-19-1-15,-2 11 11 0,2 0 3 0,0 8-3 16,0-17-6-16,-1 8 3 0,1 2-6 0,0 7 2 0,1-13 1 16,1 8 1-16,-2 5 0 0,0 0-10 0,0-12-10 15,0 12-1-15,0 0-1 0,0 0-1 0,0 0-8 16,0 0 3-16,10 33 0 0,-7-15 5 0,-5 8 4 16,1 1 5-16,0 3 0 0,-2-1-3 0,-1 0-5 15,2 3 3-15,-3-1 0 0,2 1-1 0,1-4-1 16,0 0-4-16,0-2-2 0,-1 0 2 0,3-6-2 15,0-1-2-15,0 1-4 0,0-2 5 0,0-3-3 16,0-3-2-16,-2 1-2 0,0-1-11 0,2-3-23 16,-2 3-25-16,2-7-29 0,-2 3-19 0,2-8-14 15,0 0-18-15,-2 10-29 0,2-10-138 0,0 0-320 16,0 0 142-16</inkml:trace>
  <inkml:trace contextRef="#ctx0" brushRef="#br0" timeOffset="-75214.81">12552 12225 91 0,'4'-12'132'0,"1"2"-12"0,1 1-11 0,3-3-5 16,3 1-3-16,3 0-7 0,-5 2-8 15,7 1-6-15,1-4-6 0,0 2-12 0,0 0 1 16,-1 2-9-16,0-1-5 0,3 0-1 0,-4 0-6 0,0 1 0 16,-1-2-11-16,1 2 0 0,-7 1 1 0,-1 0-1 15,2 1 1-15,-3-1-3 0,-1 0-9 0,-2 2 1 16,1 1 6-16,-1-2-8 0,-4 6 1 15,6-9 0-15,-6 9-3 0,6-5 4 0,-6 5-8 0,0 0-4 16,0 0-5-16,0 0 2 0,0 0 2 0,0 0-2 16,-2 22-5-16,-2-5 1 0,0 0 4 15,-2 0 4-15,-1 8-3 0,3-6-2 0,-2 4 4 16,3-4-4-16,-2 2-1 0,1 3 3 0,1-7-1 0,-1 2 1 16,0-1 0-16,0-4-4 0,3 0 8 0,-3-4-11 15,2 1 1-15,0-1 2 0,2 0 6 16,-3-3-7-16,3-7 1 0,-2 9-1 0,2-9 2 15,-1 7 3-15,1-7-4 0,0 0-3 0,6 10 3 0,-6-10 0 16,6 3-3-16,-6-3 7 0,13-1-2 0,-1-1-8 16,1 1 4-16,2 0-1 0,2-3 2 0,3 4 3 15,0 0 5-15,2 0 5 0,5-1 2 0,-4 1-2 16,3-1-5-16,1 2-1 0,1-1 2 0,-1-1 0 16,-7-1 4-16,3 1 1 0,-4 0-9 0,0-2 1 15,-2 1 0-15,0-4-4 0,-2 1 5 0,-1 0-4 16,-3 2 1-16,-3-5 6 0,2 2 3 0,-3-4 1 15,-1 1-1-15,-2 0 4 0,-1 1-4 0,-1-2 0 16,3-1 2-16,-5 1-2 0,0 2-4 0,-5-1 0 16,3 0 2-16,-1 3-3 0,-1-1-4 0,0 2-3 15,-3 1 4-15,7 4-1 0,-16 0-4 0,5 5 3 16,-5 3-1-16,1 2-1 0,0 2-1 0,-2 1 2 16,3 3 0-16,1 3-1 0,2-3 1 0,1 2 1 15,2 0 1-15,3-2 0 0,3 3-20 0,4-2-32 16,3 2-51-16,1-2-48 0,6-1-193 0,-1-1-365 15,7-5 162-15</inkml:trace>
  <inkml:trace contextRef="#ctx0" brushRef="#br0" timeOffset="-74710.72">14388 12184 179 0,'-6'-9'172'16,"-1"1"-12"-16,-3 3-3 0,-2-1-9 0,1 5-10 16,-9 2-11-16,-1 3-9 0,-6 4-8 0,1 6-3 15,-1 2-7-15,0 3-9 0,1 1-12 0,4 1-3 16,5-1-12-16,3 2-6 0,2 0-2 0,6-3-6 16,2-1-5-16,6 1-5 0,0-1-9 0,6 1-14 15,2-3-27-15,8 2-19 0,3-2-30 0,0 0-24 16,10-6-19-16,1-1-32 0,0-4-21 0,4-2-104 15,-2 0-280-15,1-6 124 0</inkml:trace>
  <inkml:trace contextRef="#ctx0" brushRef="#br0" timeOffset="-74137.88">14714 12286 87 0,'0'-18'139'16,"-1"1"-2"-16,-2 5 9 0,-2 1 2 0,0 1-12 0,-3 1 1 15,-1 4-6-15,-3-1-7 0,-1 6-3 0,0 0-9 16,-5 3-14-16,0 7-4 0,0 0-6 15,2 4-6-15,0-2-8 0,0 3-7 0,4 1-7 16,1 0-6-16,5 1-5 0,0-2-2 0,1 2-5 0,3-2 1 16,4-4-5-16,0 1-4 0,1-2-2 0,3 0-2 15,0-1-4-15,0-2-2 0,5-1-1 16,-2-2-1-16,2-1-1 0,-2-2-5 0,0-1 1 16,2-1-2-16,0-3-1 0,-1 0 2 0,-1-1-3 0,0-2 0 15,0 0-2-15,-1-2 1 0,0-2-1 0,-4 0 0 16,2 1-5-16,-1-2 2 0,1-1-4 0,-1 4 3 15,-3-2-2-15,1 3-1 0,-3 0-3 16,4 1 1-16,-4 7-3 0,1-7-1 0,-1 7-4 0,0 0-1 16,0 0 1-16,0 0 2 0,0 0-2 0,0 0 2 15,0 0-2-15,-7 31 8 0,6-19-5 0,1-1-2 16,0 0 4-16,1-1-1 0,1 1 1 0,0 1 4 16,2-4-2-16,1 0-1 0,2-1 4 0,2-2-1 15,0 0 4-15,4-1-2 0,1-3 1 0,1-2-4 16,3 0-1-16,0-6 4 0,-2 0-4 0,1-2 4 15,1-2 1-15,-3-1-2 0,-2-1 0 0,-2 0 4 16,1-3-2-16,-4-3-1 0,-1 2 1 0,0-7 3 16,0 5 4-16,-5-7-5 0,3 7 0 0,-3-1 0 15,0-6 0-15,-2 9 3 0,0-2-4 0,2 3 7 16,-2 3 16-16,0 3 10 0,0 3-6 0,0 7 2 16,0-12-9-16,2 7-6 0,-2 5-4 0,0 0 1 15,0 0-5-15,0 0 0 0,-4 25 8 0,2-6-10 16,-3 8 1-16,-1 3 4 0,-1 3 1 0,4-1-6 15,-4 1 2-15,1-1 0 0,1 1 1 0,-2-2-5 16,3 0 0-16,2-2 1 0,-2 1-2 0,3 0 1 16,-1-1-2-16,2-2-5 0,0-3-13 0,-2 2-15 15,2-8-33-15,0 0-27 0,0-3-26 0,-3 3-34 16,2-7-24-16,0 0-44 0,-3-1-183 0,-2-2-428 16,2-2 190-16</inkml:trace>
  <inkml:trace contextRef="#ctx0" brushRef="#br0" timeOffset="-73941.96">14981 12332 12 0,'14'-2'175'16,"-3"0"-13"-16,1 4-5 0,-1 3-5 16,-2-1-20-16,2 3 1 0,-6 1-9 0,4 0-13 15,-5 3-8-15,2 4-10 0,-3-3-4 0,-3 1-14 0,-3 4-2 16,1-1-7-16,-5 0-9 0,1 1-22 15,-3-2-30-15,-4-2-29 0,3 0-42 0,-3-1-53 0,2-1-139 16,-2-1-279-16,3-4 124 0</inkml:trace>
  <inkml:trace contextRef="#ctx0" brushRef="#br0" timeOffset="-73570.2">15330 12255 28 0,'-10'-6'216'0,"4"3"-7"16,-5 3-19-16,1 0-11 0,-3 5-8 15,0 3-10-15,-3 2-12 0,3 3-15 0,-1 0-15 16,3 1-9-16,0-1-11 0,2 0-9 0,2-1-10 0,3-1-6 16,1 0-6-16,1 2-7 0,3-5-3 0,2 2-8 15,-1-3-5-15,1-1-13 0,4-1-13 0,0-1-8 16,4-3-9-16,0 0-6 0,0-3-5 15,5-2 1-15,-2-1-2 0,-2-1 1 0,2-3 5 0,0-1-2 16,-3-2 4-16,3-2 2 0,-3 2-3 0,-2-6 0 16,2 4 2-16,-2 0 1 0,-1 4-1 0,2-4-2 15,-5 5 5-15,1 1 7 0,-3 2 6 0,1 0-4 16,-4 6-3-16,5-6-4 0,-5 6 1 0,0 0-1 16,0 0 8-16,0 0-4 0,7 19 1 0,-7-8 5 15,0-1-5-15,-3 2 1 0,2 5 1 0,2 1-3 16,2-1-3-16,-2-1-17 0,0 1-22 0,1-1-33 15,0 0-37-15,3-4-34 0,-1-1-35 0,1 0-145 16,2-3-345-16,1-1 152 0</inkml:trace>
  <inkml:trace contextRef="#ctx0" brushRef="#br0" timeOffset="-73182.47">15688 12211 142 0,'0'0'172'0,"-8"-8"-7"0,8 8-17 0,-11 2-7 16,1 4 4-16,1 4 0 0,-2 2-12 0,0 2-12 0,1 3-6 16,1 0-17-16,1-3-2 0,2 2-6 15,2 3-13-15,3-3-2 0,2 0-7 0,2 0-6 16,3-1-5-16,-1-3-4 0,3 1-5 0,3-5-6 16,1 1-1-16,3-1-3 0,4-3-7 0,-1-2 2 15,2-3-5-15,0 2-5 0,-1-4 1 0,0-3-3 0,-2 0 0 16,2-1-2-16,-4-2-1 0,-1-2-5 15,-4 3 1-15,2-7-4 0,-2 1 3 0,-1-1-4 16,0 0 1-16,-1-4-3 0,-2 2 1 0,-2-4-3 16,0 4 3-16,-3-1 0 0,3 0 1 0,-3 9 0 15,-1-5 18-15,1 6 0 0,-1 7 3 0,0-10-1 16,0 10-10-16,0 0-5 0,0 0-2 0,0 0-1 0,0 0 3 16,0 0 1-16,-23 22 1 0,17-12-2 15,-2 6 0-15,2-2 0 0,1 3-3 0,1 0 0 0,1 0 0 16,3 0-2-16,2-1 2 0,0 1-1 0,1 0-20 15,2-3-27-15,1-3-41 0,2 1-36 16,0-2-45-16,-1-4-55 0,5 3-173 0,-3-2-419 16,-2-4 185-16</inkml:trace>
  <inkml:trace contextRef="#ctx0" brushRef="#br0" timeOffset="-73017.28">15846 12053 53 0,'0'0'139'0,"0"0"-36"15,-11 15-32-15,11-15-22 0,5 17-38 0,3-7-45 16,1 5-32-16,-3-4-71 0,3-3 32 0</inkml:trace>
  <inkml:trace contextRef="#ctx0" brushRef="#br0" timeOffset="-72778.79">16125 12076 84 0,'4'-11'212'0,"1"0"-6"15,1 3-5-15,0-1-8 0,-3 4-2 0,0-1-11 16,-3 6-21-16,7-7-14 0,-7 7-10 0,8 0-1 16,-8 0 2-16,7 17 12 0,-5-4-14 0,1 4-4 15,-4 3-11-15,-2 8-5 0,-1 2-8 0,-1-2-6 16,0 1-16-16,-2 0-5 0,2-1-9 0,0 0-5 15,1-3-5-15,-1-6-5 0,3 1-6 0,-2-1-7 16,3-2-17-16,-2 0-26 0,3-3-29 0,-1-4-33 16,-3 3-30-16,4-4-25 0,-3 0-20 0,1-2-21 15,-2 0-33-15,0-2-20 0,-2-1-180 0,-2-3-425 16,8-1 189-16</inkml:trace>
  <inkml:trace contextRef="#ctx0" brushRef="#br0" timeOffset="-72482.3">16106 12300 72 0,'10'-3'119'0,"2"0"-5"0,-2 3-2 0,0-3-14 16,1 3-8-16,0 3-6 0,-2 0-2 0,1 0-1 15,-1 4 5-15,-1-3-5 0,-1 3 0 0,0 1-8 16,0 1 2-16,0-1-6 0,-2-1 4 0,4 2 6 0,-2 0-6 16,2-2-1-16,-1 0-1 0,5-1-10 15,-4-3-2-15,1 2-1 0,0-1 3 0,0-3-3 0,2 1-1 16,1-5-4-16,0-1 0 0,0-2-2 15,2-1-6-15,0 0 5 0,-1-4-2 0,-1 0 1 0,-4 2 1 16,-2-3-8-16,2-2 0 0,0-1-1 0,-2 0-3 16,-2-2-1-16,-3 0-6 0,2 1-3 0,-4 0-5 15,0 4 0-15,-1 1-5 0,-2 0-5 16,-2 0-8-16,0 2-18 0,-1 2-17 0,-3 1-17 0,1 4-15 16,-1 1-15-16,-5 4-27 0,0 3-28 0,-2 4-25 15,-1 3-45-15,-6 3-125 0,4 5-352 0,2 1 156 16</inkml:trace>
  <inkml:trace contextRef="#ctx0" brushRef="#br0" timeOffset="-72114.02">16529 12481 111 0,'15'-6'243'0,"-3"-2"-14"16,1 3-5-16,-2-3-11 0,4-3-14 0,0 1-22 15,-2 0-11-15,0-2-17 0,-1 1-11 0,-1-1-12 16,0 0-17-16,-3 2-8 0,0-6-1 0,-1 1-21 15,-4-1-5-15,0-2-9 0,-3 2-3 0,0-1-9 16,-4 2-8-16,-1-1-7 0,-2 1-4 0,-1 0 0 16,0 6-7-16,0-2 4 0,-2 3-7 0,-1 2-5 15,-1 1-5-15,-1 0 0 0,4 1-3 0,3 1-2 16,-1 0 5-16,7 3-8 0,-12-2-3 0,12 2 1 16,0 0-1-16,0 0 1 0,0 0 3 0,0 0-4 15,0 0 5-15,33 17-2 0,-13-13 0 0,9-1-3 16,-1 4 1-16,0-3-4 0,0 0 6 0,-9 0-3 15,0 0-4-15,-6-1 7 0,-2 4-6 0,1-1-3 0,2-1 8 16,-5 3-6-16,0 1 3 0,-1-1-1 16,-2 3 0-16,-1-2 4 0,-1 2 9 0,0 1-2 15,-3-1 4-15,0 2 3 0,-1-1-7 0,-1-2-2 16,0 2 1-16,-2 0-2 0,2 0-1 0,-2-2-19 0,1 1-37 16,-1-1-56-16,2 0-66 0,0-3-62 15,-1 0-195-15,2-7-462 0,0 0 204 0</inkml:trace>
  <inkml:trace contextRef="#ctx0" brushRef="#br0" timeOffset="-71215.83">17550 12379 184 0,'4'-10'224'0,"2"3"-14"0,6-5-1 15,-1-2-13-15,2 4-23 0,1-5-8 0,0-1-17 16,4 3-6-16,4-5-7 0,-4-2-9 0,1 9-8 16,-5-2-8-16,8-4-12 0,-8 5-9 0,0 0-5 15,-4 0-3-15,1-1-13 0,-4 3 2 0,-1-5-14 16,-2 4-3-16,0 0-7 0,-1 2-5 0,-1-1-6 16,-1 0 0-16,-1 10-5 0,-1-12 5 0,1 12-6 15,-4-9 2-15,4 9-9 0,-5-4-7 0,5 4 0 16,0 0-3-16,-24 12 2 0,14-1 2 0,1 3-3 15,-4 1 7-15,5 1-10 0,2 2 4 0,2-1-2 16,0 2 1-16,2 1-7 0,7-1 3 0,-3-1 3 0,6 0-4 16,-2-2 0-16,6 0 1 0,-1-1 0 0,3-4 13 15,6 0-15-15,5 0 1 0,-7-2 0 16,4-5-3-16,-2-2 1 0,2 0-4 0,-2-3-2 16,1 0 0-16,-3-1 0 0,-4-2 0 0,2-5-2 0,0 1 3 15,-3-1-5-15,-1-4-3 0,-2 2 8 0,0-3-1 16,-7 2-4-16,6-5-1 0,-6 6 3 0,2-5 0 15,-3 0 0-15,2 0-2 0,-1 4 3 0,1 2-4 16,-1 1-1-16,-1 2 0 0,-1 1-1 0,-1 6 0 16,2-7-5-16,-2 7 4 0,0 0 0 0,0 0 3 15,0 0-1-15,6 18 1 0,-6-7 0 16,1 1 0-16,-2-3 0 0,1 3 2 0,0 1-1 0,-2-3 0 16,2-1 3-16,2 1 0 0,-4-1-3 0,2-9 6 15,0 9-4-15,0-9 5 0,0 8 2 0,0-8 13 16,0 0 2-16,3 9-4 0,-3-9-1 0,0 0 2 15,0 0-4-15,0 0-3 0,20-11 0 0,-11 6 1 16,2 1-5-16,4-5 8 0,-4 3-8 0,7-2 0 16,-1-1-1-16,1 1 7 0,-3 1-9 0,-1 3-3 15,-1 1-2-15,1 0 3 0,1 1-4 0,-3 1 5 0,-1 2-3 16,0 1-3-16,-5 1 3 0,3 1 0 16,-4 2-4-16,1 1 1 0,-2-2-2 0,0 7-16 15,-1-3-14-15,-3 2-21 0,-3-1-24 0,-1 6-36 16,-1 0-42-16,-1-5-50 0,-2-1-236 0,-5 4-480 0,-1-3 213 15</inkml:trace>
  <inkml:trace contextRef="#ctx0" brushRef="#br0" timeOffset="-71041.08">17875 11919 73 0,'0'0'43'0,"23"9"-63"0,-13-1-20 15,8 3 9-15</inkml:trace>
  <inkml:trace contextRef="#ctx0" brushRef="#br0" timeOffset="-70308.16">18666 12069 71 0,'0'0'251'0,"-8"-7"-25"0,8 7-28 16,0 0-19-16,0 0-5 0,0 0-7 0,-15 14-7 16,8-3-13-16,1 3-15 0,2 2-6 0,0 0-18 15,0 1-9-15,1 2-9 0,0 8-6 0,2-9-7 16,1 3-10-16,2-5-3 0,3 1-7 0,-1 0-7 15,1-3-3-15,1-2-6 0,-1-1 2 0,1 0-7 16,3-4-1-16,0 0-5 0,1 0 1 0,2-2-3 16,0-2-2-16,0 0-1 0,1 0-3 0,0-3-1 15,2-2-4-15,-2 0 0 0,-1-2-4 0,0 1-2 16,-1-4 1-16,0 0 0 0,-1 0-8 0,0-5-14 16,1-1 6-16,-2-1-5 0,-1-2-2 0,1-1 0 15,-3 0-2-15,0 0-1 0,-3-2-1 0,0 2 3 16,-2-2-2-16,1 2 1 0,-2 2 4 0,-3-2-3 15,0 5 4-15,1 1-4 0,-2 1 8 0,-1 0-5 16,-3 0 1-16,2 3 0 0,-2 1-1 0,2 3 2 16,1-1 1-16,5 4 2 0,-9-7-3 0,9 7-1 15,-7-3 3-15,7 3 1 0,0 0-1 0,0 0 2 16,0 0 2-16,0 0 0 0,30 4 6 0,-12-2-11 16,2-1 10-16,11 2-1 0,-2-3-3 0,2 0 0 0,0 1 2 15,-3 0-4-15,-7-1 2 0,-3 2-3 16,1-1 2-16,-7 0-5 0,1 0 2 0,-4 1 4 0,1 1 1 15,-3 1-4-15,0 0 2 0,-2 4 4 0,-1 0 8 16,0 1 2-16,-4 3 3 0,0 1 0 16,-1 1-1-16,-1 2 1 0,0 2-2 0,2-3 3 0,-4 0-4 15,2 1-1-15,2 0 1 0,-1-4-3 0,2 2 4 16,-1 2-5-16,3-5-1 0,0 0 0 0,2-1 3 16,1-1-5-16,0-1 1 0,5-2 0 0,0-1 1 15,7 0-2-15,1-4 0 0,-2-1 8 0,3-1-7 16,1 0-1-16,-3-3-2 0,1-1 0 0,1-1 1 15,1-2 1-15,-5 1 7 0,2-5-10 0,-1 0 2 16,-3-1 1-16,0-2-6 0,3-5-3 0,-5 5 0 16,0 0-6-16,-2-2 1 0,-2 0 3 0,-3 0 0 15,-1 1 0-15,-3 2 1 0,0 2 0 0,-1 1-3 16,0 1 0-16,-2 2 4 0,2 8-2 0,-8-9 2 16,0 6-6-16,-3 3 4 0,-6 5 1 0,1 0 0 15,-2 2-2-15,0 3 6 0,0 3-5 0,1 0 3 16,2-2-2-16,3 2 1 0,2 2 0 0,3 2-1 15,2-1-16-15,2-1-22 0,0-3-43 0,5 0-38 16,4 4-42-16,1-6-48 0,3 3-170 0,-1-4-414 16,2-2 183-16</inkml:trace>
  <inkml:trace contextRef="#ctx0" brushRef="#br0" timeOffset="-69274.44">19780 12087 30 0,'-2'-8'219'0,"-2"2"-15"16,-4 2-13-16,-1 4-6 0,9 0-8 0,-24 4-4 16,6 2-9-16,-5 8-11 0,4-4-2 15,-4 4-13-15,7-2-13 0,0-1-12 0,4 3-12 0,1 0-10 16,3 0-5-16,2 2-11 0,2 0 2 0,3-5-13 16,-1-1-8-16,4 0-7 0,0 0-1 0,1-2-4 15,1-2-4-15,2 0-2 0,3-3-4 16,1-1-6-16,2-1-5 0,2-1-9 0,-1-3-2 0,-2 0-1 15,2 0 2-15,0-4-9 0,-1 0 7 0,-1 0-3 16,-2-3 4-16,2-1-2 0,-1-1-5 16,-2-3 0-16,2 1-1 0,-4 0-1 0,0-1-1 15,-1-1-1-15,1 2 3 0,-2 2 0 0,1 1-1 0,-1-1 1 16,-2 6 18-16,1-1-5 0,-2 1 3 0,-1 6-9 16,4-8 4-16,-4 8-12 0,0 0-1 0,0 0 1 15,0 0 5-15,0 0 7 0,-10 21 8 0,2-10-7 16,3 2 1-16,0 0 0 0,0 2 0 0,1 0 7 15,1-3-10-15,1-1 2 0,1 0-3 0,1 0-1 16,1 1 1-16,1-3 0 0,1 1 0 0,1-5 1 16,2 2 0-16,2-1-3 0,2-1 4 0,0-2 0 15,-2-2 0-15,4-1-3 0,-1-1-1 0,2-2-6 16,0-5 8-16,-2 4-4 0,2-4 2 0,0-2-8 16,-2-1 3-16,1 2 4 0,-2-4-4 0,-1-1-3 15,1-2-1-15,-2 2 3 0,-2-1-5 0,-1-1-5 16,3 0-7-16,-4 1 4 0,0 2-2 0,-2 2 3 15,-1 1-2-15,2 1 1 0,-2 2 1 0,1 1-2 16,-2 6-1-16,0 0 0 0,0 0 2 0,0 0-3 16,0 0 1-16,0 0-1 0,-8 25 3 0,3-9 1 15,0 2 2-15,-2 0 1 0,4 6 7 0,-1-5-9 0,1 6 1 16,1 1-3-16,2-6 4 0,-3-1 1 16,2-1 2-16,1 0 0 0,-3 0-2 0,2-7 1 15,1 1 1-15,0-6-1 0,-2 1 4 0,2-7-1 16,-1 11 2-16,1-11 3 0,0 9 2 0,0-9-1 15,0 0 0-15,0 0-1 0,0 0 1 0,0 0 3 16,0 0-6-16,0 0-3 0,0 0-1 0,0 0-1 16,17-24 1-16,-9 16-2 0,2 1-1 0,0 0 1 15,4-5-1-15,3 2-1 0,-2 0-3 0,2-1 3 0,-1-1-3 16,2 0 3-16,-1 1 1 0,-2 0 6 0,3 0-7 16,-5-1 3-16,1 2 1 0,-1-1 1 15,-4 2 2-15,2-3 2 0,-5 5 13 0,2-4-5 0,-4 2-3 16,1 0-2-16,-1 2-1 0,0 0 2 0,-2 0 7 15,0 0-4-15,0-1 1 0,-2 8-1 0,3-9 1 16,-3 9-7-16,0 0-3 0,0 0 0 16,-8-7-3-16,8 7 2 0,0 0 2 0,-17 7-5 0,8 2 4 15,0 0-3-15,-2-1-3 0,3 2 0 0,2 2 4 16,-1-3-2-16,0 2 2 0,2 0-2 0,4 1 5 16,-2-1-4-16,4-1 0 0,2 1 5 0,1-2-1 15,3 1-2-15,1-3 3 0,2 0-2 0,4-2 2 16,4-3-1-16,3 1-2 0,0-3 1 0,-1-3 0 15,0-2-1-15,0 1-3 0,1-1-2 0,-2 0 0 16,-4-4-2-16,2 1 8 0,-4-1-9 0,2 0 1 16,-6 0 0-16,0 0-3 0,2-5-5 0,-3 5 4 15,-3-2 0-15,3 0 0 0,-1-3-3 0,-1 4 2 16,-2 1 1-16,-1 0-1 0,1 5-1 0,-1-3 2 16,-3 7-5-16,0 0 0 0,4-5 4 0,-4 5-3 15,0 0 2-15,0 0 1 0,0 0-1 0,-9 26 4 0,6-15 1 16,-1 2-2-16,0-1 6 0,-1 2 2 15,-2 3 1-15,2 1 3 0,-1-1-4 0,4 1 1 16,-2-1 2-16,0-1 2 0,0-2-3 0,2-1-2 16,-3-1-8-16,2-2-25 0,1-1-25 0,-2 0-28 15,0-1-39-15,1-1-49 0,-1-1-49 0,4-6-211 16,-6 9-471-16,6-9 209 0</inkml:trace>
  <inkml:trace contextRef="#ctx0" brushRef="#br0" timeOffset="-68812.25">20863 11730 157 0,'1'-13'294'0,"1"3"-24"0,0 0-31 0,-1 5-30 0,-1 5-19 16,0 0-12-16,0 0-14 0,13 24-9 0,-8-5-1 15,1 8-10-15,-2 5-10 0,-1 0-11 0,-5 1-11 16,4 0-8-16,-2 0-11 0,-3-1-9 0,1-3-8 16,-1-1-8-16,1-1-5 0,0-8-10 15,-2-1-3-15,3-1-1 0,0-5-10 0,0-2-3 0,-1-1 1 16,1-3-9-16,0 1 8 0,1-7 12 0,-2 7 10 16,2-7 4-16,0 0 0 0,0 0-2 0,0 0-9 15,-5 4-7-15,5-4-4 0,0 0-1 0,0 0-10 16,0 0 1-16,0-21-1 0,0 21-7 0,7-15-7 15,0 8-8-15,1-4 7 0,5 0-22 0,1 2-8 16,2 1 4-16,0 2-16 0,2 1-2 0,-5 3 2 16,0 1 13-16,0 1-11 0,-1 3-1 0,-1 0 0 15,-2 1 2-15,-2 3 3 0,-2-1 5 0,-3 3-1 16,0-2 6-16,-2 3-2 0,-2-1 2 0,-4 1 2 16,1-1 1-16,0 0-1 0,-3-1 11 0,2-1-11 15,-4 0 6-15,-1 2-2 0,2-3 0 0,-1 1 4 16,1-4-4-16,0 2-8 0,3-2-20 0,-2 0-27 15,0-1-27-15,1-1-37 0,7-1-29 0,-13 4-43 16,13-4-31-16,-6 3-214 0,6-3-479 0,0 0 213 16</inkml:trace>
  <inkml:trace contextRef="#ctx0" brushRef="#br0" timeOffset="-68306.08">21140 12052 16 0,'6'-7'245'0,"-2"2"-9"0,1 0-13 16,-5 5-20-16,7-5-17 0,-7 5-21 0,0 0-11 15,5-3-3-15,-5 3 7 0,0 0-10 0,12 9-9 16,-5-4-9-16,-2 1-7 0,2 0-11 0,0 3-10 16,2-2-3-16,0 1-15 0,0 0-10 0,4-3-7 15,-3 0-5-15,4 0-5 0,-1-2-6 0,6-1-4 16,-2 0-5-16,-3-2-1 0,-3 0-5 0,-1-2-5 16,3 0-2-16,-4-1-2 0,1-2 10 0,0 0-14 15,-3 2 0-15,1-3-1 0,-1 0-3 0,0 0 4 16,-2 1 4-16,-1 0-4 0,-1 0-4 0,3 1 2 15,-6 4 12-15,6-7-17 0,-6 7-4 0,6-4-7 16,-6 4 1-16,0 0-3 0,0 0 0 0,7 11 1 16,-7-2-1-16,-2 3-3 0,1 5-1 0,-4 8 4 15,-1 5-1-15,-1 2 0 0,-3 13 2 0,-3 1 4 16,1 1-4-16,-1-3 4 0,-1 0-5 0,0 1 4 16,-3-2-3-16,3 0-2 0,1-9-2 0,2-1 2 15,0 1-1-15,-1-3 0 0,1-2 4 0,4 0-1 16,-5-3-1-16,7-7-4 0,1-2 1 0,-1-1 4 15,1-1-1-15,-1-4-2 0,3-1 5 0,-1-3-3 16,1-3 2-16,2-4 4 0,-6 8-2 0,6-8 3 16,-9 1 1-16,9-1-5 0,-17-5 6 0,9-1-10 15,-1-2 6-15,-2-6 11 0,0-1-11 0,0-8-5 16,-2 0 1-16,4-3 0 0,3-2-8 0,3-1-8 16,3 0-7-16,3-3-10 0,4 3 1 0,7-3-1 0,11-8-2 15,-2 12 4-15,14-6-6 0,-8 10-7 16,1 0-1-16,1 5-5 0,1-3-6 0,3 6-18 15,-2-2-14-15,2 2-15 0,2 3-20 0,-3 2-26 16,3 1-21-16,2 1-23 0,-5 0-30 0,-1 3-159 0,-3-1-409 16,-2 1 181-16</inkml:trace>
  <inkml:trace contextRef="#ctx0" brushRef="#br0" timeOffset="-65851.36">21995 11868 165 0,'-1'-10'254'16,"-1"-2"-6"-16,0 2-22 0,2 4-17 0,0 6-30 0,0-11-17 15,0 11-16-15,0-8-20 0,0 8-16 0,0 0-6 16,0 0-10-16,0 0-11 0,19 32-7 16,-11-15-8-16,1 8-2 0,2 1-9 0,-1 2-1 15,-3 1-8-15,0-3-5 0,2 3-4 0,-2-3-3 0,0-3-3 16,1-4-4-16,0 1-2 0,-3-4 0 0,1 1-7 16,1-6-1-16,-3-1 1 0,-1-2 2 0,1 0 5 15,-1-4 26-15,-3-4 25 0,5 5 1 0,-5-5-8 16,0 0-9-16,13-8-3 0,-8 1-3 0,1-5-9 15,3-2-6-15,-1 1 1 0,-2-4-7 0,4 1-4 16,-1-1-3-16,0-7-4 0,5-2-1 0,-2 1-3 16,-1-4-6-16,2 2 10 0,2-3-12 0,-1 2-2 15,1 3 2-15,0 1-6 0,-1 2-5 0,-3 7-13 16,-2 0-22-16,-2 6-17 0,-2 0-38 0,-3 4-27 16,2 3-10-16,-4 2-12 0,0 0-14 0,4 16-18 15,-4 0-9-15,-5 3-25 0,-1 8-14 0,-5 5-142 16,0 0-390-16,1 0 173 0</inkml:trace>
  <inkml:trace contextRef="#ctx0" brushRef="#br0" timeOffset="-65443.78">22300 12275 140 0,'0'0'203'0,"0"0"-5"0,0 0-11 16,0 0-16-16,0 0-6 0,14-16 1 0,-10 11-16 15,0 0-12-15,1-1-9 0,3-1-12 0,1-2-9 16,-3 0-4-16,3 0-7 0,3-2-8 0,-3 2-8 0,1-5-8 15,-2 4-1-15,3-2-7 0,-1-1-7 16,-1-1-4-16,-2 2-5 0,-1 1-3 0,-1-1-3 16,-2 0-7-16,0 2-1 0,-1 0-2 0,-1 0-5 15,-1 0 1-15,0 10-8 0,-4-15-3 0,2 9-2 0,2 6 1 16,-7-10-7-16,3 7 1 0,-3-1-1 0,7 4-2 16,-12-3-4-16,12 3 1 0,-10 1-5 0,10-1 3 15,-8 5 0-15,8-5 0 0,-2 7-1 16,2-7 4-16,0 0-3 0,15 17 0 0,-5-12-3 0,7 1 2 15,1 0 0-15,4-1-2 0,4 0 10 0,1 2-9 16,-6-4-1-16,6 1 1 0,-6 2-4 16,-2 0-2-16,-2-1 1 0,-4 0 8 0,-2 2-10 15,-2 0 0-15,0 0 2 0,0 2 3 0,-2-3 4 0,-2 4 5 16,-3-1 6-16,0 0-1 0,-1 1 0 0,0 0 1 16,-2 1-6-16,-2 1 5 0,2 1-3 0,1-2-2 15,-1 2 2-15,-1-3 2 0,2 2-4 0,-1-3-5 16,1 1-21-16,1 1-28 0,1 0-32 0,0 0-38 15,1-3-39-15,1 1-44 0,2-2-40 0,-1-1-142 16,0-2-413-16,6-1 183 0</inkml:trace>
  <inkml:trace contextRef="#ctx0" brushRef="#br0" timeOffset="-59390.08">23301 12082 8 0,'13'6'119'0,"-9"-1"-13"0,-2 0-16 0,5 4 3 15,-1-1-9-15,-2 3 2 0,4 3-11 0,-2 1-16 16,2 1 0-16,-1-1 0 0,0 2-3 0,-1 0-3 15,1-2-6-15,0 0-1 0,-2 0 4 0,-1-2-13 16,1-4-4-16,-1 2-2 0,0-2-4 0,0-2-9 0,-1 0 11 16,0-2 0-16,-1-1 3 0,-2-4 20 15,4 6 8-15,-4-6 14 0,0 0-8 0,8 1-3 0,-8-1-5 16,8-9-7-16,-2 2-3 0,0-3 1 0,2-7-4 16,1 1 0-16,1-3-3 0,3-4-5 0,0-2-1 15,4-2-7-15,-2 2 1 0,-1-2-1 0,1 0-7 16,-1-1-1-16,0 1 3 0,0 1-4 0,-1 1-3 15,-1 1-2-15,-5 5 1 0,1 2-5 0,-4 5 0 16,0 3 0-16,0-1-5 0,-2 3-4 0,-1 0-24 16,-1 7-9-16,2-7-9 0,-2 7-10 0,0 0-12 15,0 0-18-15,0 0-20 0,-14 22-18 0,7-8-16 16,2 2-16-16,-3 0-106 0,0 1-275 16,1-1 122-16</inkml:trace>
  <inkml:trace contextRef="#ctx0" brushRef="#br0" timeOffset="-59076.2">23673 12225 56 0,'-4'5'123'0,"4"-5"-9"0,-10 13-2 16,6-5-8-16,-1-2-7 0,1 1 0 0,3 0-15 16,-2 2-6-16,2-2-9 0,0 0-2 0,1 3 3 15,0-10-6-15,2 13-5 0,1-7 1 0,1-1-4 16,0 0-6-16,1 2-5 0,4-4 0 0,2 1-1 15,-1-1 1-15,-1-1 4 0,5-1-4 0,-2-4-9 16,2 2 3-16,-1-3-1 0,-1-2 1 0,-1-1-2 16,-2-1-3-16,1 0 0 0,-5-3-6 0,4-4-2 15,-5 0 2-15,-2 3-4 0,1-4-5 0,-4 5 0 16,-2-6-4-16,-2 2-1 0,1 5 0 0,-2-2-4 16,-1 2 1-16,-2 1-5 0,3 4 0 0,-3 0 1 0,-1 2 1 15,-2 2-6-15,-1 2-9 0,-1 3-18 16,-2 1-10-16,-1 5-22 0,-1 0-11 0,6 3-23 15,0 0-24-15,1 4-20 0,0-2-113 0,6-3-272 16,1 0 121-16</inkml:trace>
  <inkml:trace contextRef="#ctx0" brushRef="#br0" timeOffset="-58834.14">24032 11994 80 0,'6'-19'200'0,"-1"0"-5"0,1 4 2 16,-2 4-10-16,-1 0-8 0,0 3-19 0,0 0-21 16,-2 3-15-16,-1 5-19 0,0 0-5 0,0 0-8 0,14 10-9 15,-10 0-7-15,1 7-7 0,-1 1-8 0,0 5-8 16,-1 5-1-16,1-2-7 0,-3-2-4 16,1 4-2-16,-2 1-3 0,0-1-10 0,0 1 5 15,-2-3-1-15,2 2-16 0,0-1-24 0,-1-1-24 0,1-7-25 16,0 5-31-16,0-6-32 0,-1-1-45 0,-3-1-155 15,2-3-350-15,0-1 155 0</inkml:trace>
  <inkml:trace contextRef="#ctx0" brushRef="#br0" timeOffset="-58596.12">24394 11982 156 0,'4'-9'203'0,"-1"2"-13"0,-1 2-20 0,0 0-25 16,-2 5-10-16,0 0-15 0,0 0-4 0,0 0-8 16,0 0-5-16,8 19-9 0,-8-6-5 0,2 4-9 15,-2 0-9-15,-2 2-4 0,1 0-5 0,-1 6-7 16,1 0-6-16,0 0-4 0,-3 2-2 0,3-3-5 16,0-5-4-16,1 6-22 0,-3 0-15 0,2-7-31 15,-2 0-32-15,2-6-26 0,-1 3-26 0,1-3-33 16,-1 4-137-16,-2-4-310 0,-1-2 138 0</inkml:trace>
  <inkml:trace contextRef="#ctx0" brushRef="#br0" timeOffset="-58446.75">24396 12095 84 0,'13'1'64'0,"-3"3"-25"15,2 3-27-15,1 0-27 0,-3 6-16 0,-4-3-33 16,3 6 14-16</inkml:trace>
  <inkml:trace contextRef="#ctx0" brushRef="#br0" timeOffset="-58117.7">24533 12401 42 0,'10'-10'150'0,"1"5"-11"16,5-5 5-16,-3 2-8 0,5-3-5 0,2-6-4 15,5 1-12-15,-1-1-11 0,-1 0-6 0,1-1-5 16,-1 0-6-16,-2 1-4 0,-1-2-9 0,-2 1 0 16,-2 2-7-16,-8 0-4 0,2 1-3 0,-1 1 5 15,-6 1-6-15,-1 2-5 0,0 3-5 0,-4-1-3 16,0 1-6-16,-1 3-11 0,-4-1 0 0,0 3-5 16,7 3-2-16,-13-3-3 0,2 6-3 0,1-1-3 15,1 2 2-15,1 2-1 0,-2 2-1 0,2 1-5 16,2 1 1-16,-2 1-2 0,4-1 0 0,2 3-11 15,1-2 8-15,-1 1-4 0,4-2-2 0,1 3 0 0,4 3 3 16,-1-1-6-16,-1-4 2 0,-1 6 1 16,4-3-2-16,-2-2-4 0,-3-1 1 0,0 2-3 15,1-3-4-15,-1 2-6 0,-3-1-6 0,2-2-7 0,-4 2-5 16,-2-3-1-16,-1 0-22 0,1 2-20 0,-6-3-20 16,1-1-31-16,-1-1-21 0,-3 1-112 0,-4-5-285 15,3 2 126-15</inkml:trace>
  <inkml:trace contextRef="#ctx0" brushRef="#br0" timeOffset="-57960.86">24326 12132 11 0,'18'-3'73'16,"2"0"-31"-16,2 3-41 0,-3-2-23 0,4 2-22 15,-4-1 10-15</inkml:trace>
  <inkml:trace contextRef="#ctx0" brushRef="#br0" timeOffset="-57741.17">25326 12540 121 0,'-8'9'128'0,"-3"-1"-25"16,1 4-42-16,-3-1-37 0,2 1-42 0,-3 0-53 15,1-2-74-15,-1-1 32 0</inkml:trace>
  <inkml:trace contextRef="#ctx0" brushRef="#br0" timeOffset="-54856.04">25801 12359 10 0,'0'0'187'0,"0"0"-10"0,18-19 1 16,-7 7-9-16,-2 0-4 0,7-1-4 0,-1-1-11 16,1-6-4-16,2 1-11 0,0-4-12 0,2 3-6 15,0-3-11-15,-1 1-7 0,0-1-7 0,0-2-5 16,-4 4-9-16,1-3-5 0,-3 1 0 0,1-1-14 15,-5 6-3-15,0 0-9 0,-5-2-4 0,4 4-1 16,-4 1-4-16,0-1-6 0,-2 5-3 0,-2 1-4 16,0 4-3-16,0 6-6 0,-2-10 0 0,2 10-4 15,-10-5-3-15,10 5 1 0,-15 5-1 0,6 0-2 16,1 4-3-16,-6 4 0 0,5 0 0 0,-1 4-2 16,0-1-1-16,5 0 1 0,-1 1 1 0,4-1-3 15,2 1 0-15,4-1-3 0,2 1 0 0,5-2-2 16,1 3 1-16,1-4-1 0,1 0-2 0,-1 0 5 15,8 3 0-15,-6-4 2 0,1 0-8 0,-5-3 3 0,1 3-3 16,-6-4-1-16,3 1 5 0,-6-2-1 16,-2 2-4-16,2-1 8 0,-6 1-3 0,1-3 1 15,-2 1 2-15,0-2-1 0,-1 0 2 0,-4 1-5 16,0 0-10-16,-2-2-13 0,1-1-13 0,0-1-17 0,5 1-16 16,-4-1-8-16,9-3-15 0,-11 3-18 0,11-3-24 15,0 0-32-15,0 0-147 0,0 0-343 16,0 0 152-16</inkml:trace>
  <inkml:trace contextRef="#ctx0" brushRef="#br0" timeOffset="-54598.07">26396 12113 141 0,'6'-3'149'0,"-1"0"-13"16,2 0-11-16,-7 3-9 0,7-4-7 0,-7 4-4 16,0 0-3-16,11 4-7 0,-11-4-3 0,9 6-7 0,-6-3-3 15,3 1-9-15,-2 1-2 0,1-3-7 0,1 1-6 16,4 2-1-16,-1-1-6 0,-1-1-1 0,2-2-2 15,1-1-2-15,0-1-2 0,-1-2-1 0,0-2 0 16,-3 1-7-16,-1 0 0 0,-1-1-3 0,2-3-3 16,-5 2 0-16,1-2-2 0,-3 8-1 0,0-15-5 15,-3 6-3-15,-1 1-3 0,-4-1 1 0,4 1-4 16,-5 1-13-16,1 2-8 0,-2 0-12 0,-1 2-10 16,0 3-18-16,0 0-11 0,2 3-5 0,0 0-20 15,-3 3-26-15,3 1-18 0,3 0-30 0,2 2-107 16,-1-2-285-16,7 3 127 0</inkml:trace>
  <inkml:trace contextRef="#ctx0" brushRef="#br0" timeOffset="-54362.51">27099 11990 99 0,'-6'-4'196'0,"-2"1"-13"0,-1 2-15 0,-1 1-8 15,1 3-15-15,-5 2-4 0,1 3-7 0,-1 5-9 16,1-1-7-16,-1 4-8 0,5-1-17 0,0 4-3 16,0-2-7-16,2 7-8 0,0 1-12 0,3-1-1 15,2-5-7-15,6-1-5 0,1 1-15 0,1-3-13 16,2-1-19-16,3-1-26 0,-1-2-29 0,2-5-11 16,1 4-19-16,4-6-40 0,0-1-12 0,1-3-19 15,0-1-111-15,4-6-285 0,-3-2 126 0</inkml:trace>
  <inkml:trace contextRef="#ctx0" brushRef="#br0" timeOffset="-52848.07">27438 11781 104 0,'4'-12'201'0,"-2"3"-12"0,-2 3-20 0,0 6-19 16,3-7-19-16,-3 7 2 0,0 0 9 0,0 0 7 15,0 34 2-15,-2-7-9 0,-1 4-5 0,-3 2-6 16,0 0-13-16,-4 1-9 0,3 0-7 0,1-2-6 15,1-1-11-15,-1-5-5 0,1 0-9 0,3-1-6 0,-1-6-5 16,1-3-5-16,2-5-4 0,-2-2-4 0,2-2-4 16,-2 0 0-16,2-7 5 0,0 0 6 15,2 10 1-15,-2-10-1 0,0 0-6 0,0 0-4 16,0 0-6-16,0 0 1 0,22-17-9 0,-15 5-2 0,4 0-3 16,3 0-4-16,-1-4-5 0,5-4-6 0,-4 5-3 15,4-4-4-15,-3 7-5 0,2 1-1 0,-3 2-1 16,-4 2-1-16,3 5-2 0,-1 0-3 15,-1 2 5-15,0 2 3 0,1 3-4 0,-3 1-3 0,-1 2 9 16,-2 2-6-16,4 2-8 0,-3 0-11 16,0 2-22-16,-1-2-13 0,4 2-14 0,-4-2-24 0,3-1-14 15,-3-1-13-15,4-2-32 0,1-2 4 0,5 1-7 16,1-3-13-16,11-1-9 0,-8-3 2 0,0-1 22 16,2-3 12-16,-3-1 36 0,1-2 3 0,0 0 23 15,0-3 27-15,-5 2 18 0,0-5 19 0,-2 1 3 16,-2 0 23-16,0-3 8 0,-2-1 12 0,0-1 7 15,0 1 0-15,-4-2 30 0,0 2 5 16,-1-1 18-16,-4 7 12 0,1 0-7 0,-3 0 2 0,2 10-7 16,-6-12-13-16,0 10-11 0,6 2 5 0,-19 1-4 15,6 5 8-15,-1 4-4 0,-1 4-7 0,-6 2-3 16,1 4-2-16,6-1-7 0,-1-3-5 0,4-2-1 16,0 3-4-16,3-3-6 0,2 3-2 0,4-4-1 15,2-3-2-15,0 0-5 0,2-2 2 0,0-1-4 16,2 0 0-16,1-3 0 0,0 0 1 0,3 0-3 15,2-4-4-15,1 0-1 0,0-2 3 0,-2-2 4 16,5 0-9-16,-4-3-3 0,2 0-1 0,-2-1 0 16,3-4 2-16,-4 3-1 0,-1-1-2 0,1-4 5 15,-3 4-6-15,-1-1 0 0,0-1-1 0,0 1 0 16,-1 2-1-16,-2 0-1 0,-2 3 6 0,3 0 0 16,-3 6-5-16,4-7-5 0,-4 7 1 0,0 0 2 15,0 0-3-15,0 0 2 0,0 0 2 0,0 0-2 16,-5 26 5-16,2-16-3 0,2 1 0 0,1-2-1 15,0 3-4-15,1-1 4 0,2 0 1 0,-1-1 4 16,1-4 0-16,4 2-1 0,0 0 3 0,3-1-4 16,0-5 3-16,3 0 0 0,-2 1-1 0,1-5 1 15,1 2 0-15,0-2-3 0,0-1 2 0,-1 0 0 16,-1-4 0-16,1 1 1 0,-2-2 0 0,-1-1 0 16,-3 0 1-16,0-1-3 0,-1-1 4 0,-3-1-7 0,0 0 0 15,-2-4-3-15,0 3 5 0,-2 1-3 16,-1-1 3-16,0 2-2 0,0-2 0 0,-1 4-2 15,2-1 0-15,-2 3 1 0,3 1-1 0,1 6 0 16,-5-10-1-16,5 10-4 0,0-7-3 0,0 7 5 0,0 0-4 16,0 0-1-16,0 0 3 0,0 0-5 15,18 4 2-15,-18-4 2 0,15 7 4 0,-2-1-6 0,-3 0 3 16,3 1 1-16,-3-1 6 0,3 1-6 16,-3 0-2-16,0 2-1 0,-3-1 3 0,-1 2-2 15,3-2 5-15,-4 2-3 0,-2 0 4 0,-1 3 0 0,2-4 0 16,-3 1 3-16,1 2-1 0,0-3 3 0,-2 1-3 15,2 1-1-15,3-3-3 0,-2-1-12 16,3 2-10-16,1-1-17 0,2-1-17 0,4-1-25 16,0-2-18-16,7-1-21 0,1-1-11 0,7 0-5 0,-1-2 2 15,3-2 5-15,-3-1 11 0,1 1 15 0,-6-2 10 16,3-3 7-16,-7 1 16 0,0-1 21 0,-1-3 10 16,-1 1 18-16,-4-3 17 0,1 0 15 0,-7 1 20 15,1 0 14-15,-1-2 13 0,-3 2 4 0,-1-1 4 16,-3 3 7-16,1 9 6 0,-4-17 1 0,-1 8-4 15,-3 3-3-15,2 2-4 0,-6 1-2 0,2 3-4 16,-3 1-2-16,1 1-3 0,0 2-5 0,-6 2-2 16,7-1-8-16,-1 3-2 0,2 0-5 0,1-1-7 15,1 1 1-15,1 2 0 0,1-2-5 0,4 2 0 16,0-5-6-16,0 3-5 0,2-8-3 0,5 12-7 16,-1-7-6-16,0-1-1 0,-4-4 3 0,14 3 0 15,-4-1-2-15,-2-2 3 0,-8 0-1 0,15-5 1 16,-6 3-1-16,0-1 4 0,2-3-5 0,0 0-2 15,-2-2 4-15,-1 3 0 0,0-1-1 0,0 1 4 16,-3 1 4-16,1 1-3 0,-6 3 0 0,8-4-6 16,-8 4 1-16,8 0 1 0,-8 0-2 0,4 8 10 15,-2 0 0-15,-2 5 3 0,-1 2 7 0,0 3 4 16,-1 1-2-16,-3 10 8 0,1 1 2 0,-2 4 0 16,3 0 2-16,-3-1-3 0,1-2 0 0,1 1-6 15,-1-5 4-15,0 1-6 0,0-2-1 0,0-1-3 16,1-6-3-16,1-3 4 0,0 0-3 0,0-5-1 15,-1 1-1-15,1-3-2 0,0-1 22 0,0-2-3 16,-2-2 1-16,5-4-2 0,-8 6-4 0,8-6-2 16,-9 1-1-16,9-1 3 0,0 0-3 0,-9-8 1 15,9 8-6-15,-2-13-5 0,6 0-14 0,0-3-8 0,2-2-8 16,8-6 1-16,7-2-10 0,-1-2-1 16,8 1-5-16,7-10-4 0,8 1-3 0,-5 3-5 15,4-2-1-15,1 4 6 0,-2-2-4 0,-4 1 3 16,-8 8 3-16,-4 1 5 0,0-2 3 0,-3 0 3 0,-6 4 11 15,-7 3 9-15,-2 3 9 0,-5 3 5 0,-2-4 10 16,-1 3 5-16,-2 4 10 0,-1 0 1 0,1 4 7 16,-6 3 0-16,-2 2 3 0,-1 2 3 15,-7 5 2-15,-1 1 4 0,2 2-13 0,-3 4-6 0,3-2-1 16,3-1-1-16,3 2-5 0,1 1 5 0,3 1-12 16,4-4-9-16,4 3-16 0,1 3-40 0,7 1-42 15,2-3-53-15,4-2-53 0,10 2-82 16,-6-6-174-16,11 1-488 0,-1-3 215 0</inkml:trace>
  <inkml:trace contextRef="#ctx0" brushRef="#br0" timeOffset="-52382.11">29941 11871 202 0,'-4'-11'281'0,"-2"0"-10"0,-2 5-15 0,-3-2-23 0,-1 3-21 16,-4 2-16-16,-2 5-17 0,-10 4-10 16,9 0-22-16,-9 6-15 0,4 0-5 0,9 1-17 0,0 0-13 15,1 1-11-15,5 2-3 0,2-2-12 0,5 2-3 16,-1-2-8-16,6-1-11 0,-1-1-16 16,3-2-13-16,2 1-11 0,1-1-12 0,3-1-4 0,-2-3-6 15,1 1-1-15,4-5 0 0,-1 0 0 0,1-2 4 16,-2-1-2-16,-2-2 3 0,3 0-2 0,-3-4 3 15,-1 0 0-15,0-2 0 0,-3 1 2 0,2-3 2 16,-2 0 3-16,-1 0 4 0,3 1 4 16,-3-1 10-16,-1 2 5 0,-3 3 6 0,2 2-1 15,-3 4-6-15,5-9-5 0,-5 9-5 0,5-1 2 0,-5 1 0 16,6 13 3-16,-2-2-3 0,-3 7 4 0,-1 6 0 16,0 5 3-16,-1 2-1 0,-1 0-2 0,0 3-3 15,-3-1 11-15,4-1-10 0,-5 1 0 0,-1-2-2 16,1-1 4-16,-4-1-1 0,3-2-1 0,0-2-2 15,-4-1 0-15,0-7 0 0,1 0 0 0,-3-2-2 16,-8 3 3-16,4-4-3 0,-4 1 2 0,1-6-5 16,2-1 4-16,1-2-21 0,-1-1-13 0,5-2-9 15,3-4-18-15,-1 2-18 0,-1-2-37 0,2-3-34 16,4 1-39-16,0-3-37 0,4-2-43 0,-1 1-149 16,3 7-438-16,11-26 194 0</inkml:trace>
  <inkml:trace contextRef="#ctx0" brushRef="#br0" timeOffset="-51661.92">30280 11915 79 0,'0'-11'270'16,"-4"1"-11"-16,2 1-20 0,-1 5-14 0,3 4-25 16,-10-8-16-16,0 7-10 0,10 1-3 0,-28 13-11 15,9-4-4-15,-3 8-12 0,-1-1-14 0,3 2-15 16,5-5-17-16,2 2-6 0,1 2-12 0,1-3-4 15,5 1-6-15,3-2-5 0,-1 1-7 0,4-1-6 16,3-3-5-16,-1 2-5 0,5-2-4 0,1-1-2 16,2-2-11-16,0-2-10 0,0 0-4 0,8-4-5 15,-5-1-1-15,1-1-3 0,3-4 2 0,-3 3-4 16,-3-1 4-16,6-6 0 0,-7 1-2 0,4-4 1 16,-4 3-2-16,-3-2-1 0,2-2 0 0,-2-2 3 15,0-1-1-15,-4 0-2 0,0 4-2 0,-2-3 3 16,2 5 1-16,-2 0 0 0,-2 3 1 0,1 7 0 15,0-12-2-15,0 12-2 0,-5-6 1 0,5 6 5 16,0 0 4-16,0 0 0 0,-22 18-1 0,13-9 0 16,4 1 0-16,-5 3-4 0,3-2 2 0,2-1 2 15,1 2-2-15,2 0 2 0,3-1 0 0,-1-2-1 16,3 2 1-16,1-3-1 0,2 1 2 0,2-1 1 16,3-2 5-16,1 0-8 0,5-2 0 0,0-1-1 15,1-1 3-15,0-4-3 0,1 2 4 0,-1-2-6 16,0-2 4-16,1 0-3 0,-2-3 1 0,-1 1 2 0,0-2 6 15,-5 2-5-15,5-3-6 0,-6-1-1 0,0-3 1 16,-2 0 0-16,-3 0 1 0,1-2 0 0,-1 4-5 16,-2-1 7-16,-1 2 1 0,0 3 4 15,0 1-4-15,-2 6 3 0,1-10-3 0,-1 10-10 0,0 0 0 16,0 0 5-16,0 0-2 0,0 0-5 0,0 0 4 16,-20 21 1-16,15-11-3 0,0 0 4 0,2-1 1 15,-2 2 0-15,2-2-1 0,2 2 1 16,1-1 3-16,3-1-4 0,-2-2 5 0,2 1 0 15,3-1 1-15,3 0-2 0,1-2 3 0,2-1 0 0,0-3-4 16,0-1 6-16,1 0-3 0,1-3-5 0,0 1 2 16,0-3 3-16,-3 0 0 0,6-2-6 0,-7 0 5 15,-1-1 2-15,1 0-6 0,-2-2-6 0,-1 0 8 16,-1-4-3-16,-1 2-1 0,0 0 3 0,-1 1 4 16,0 1-8-16,-3 1 3 0,2 1 0 0,-2 2-4 15,1 1-3-15,-2 5-1 0,2-9-2 0,-2 9-4 16,0 0-2-16,0 0 5 0,0 0-1 15,0 0 3-15,0 0 2 0,-9 24 1 0,5-13 3 0,-1 0 0 16,1 0-1-16,-1 2-21 0,4-1-33 0,-4 3-32 16,1-1-39-16,1-1-64 0,2-2-54 0,-1 1-249 15,2-3-535-15,-1 0 237 0</inkml:trace>
  <inkml:trace contextRef="#ctx0" brushRef="#br0" timeOffset="-51485.26">30621 11671 88 0,'5'9'86'0,"3"6"-25"0,2 9-38 0,-1 3-32 15,1 0-33-15,1 0-45 0,-2 0 21 0</inkml:trace>
  <inkml:trace contextRef="#ctx0" brushRef="#br0" timeOffset="-50548.73">30754 12058 176 0,'0'0'192'0,"0"0"-12"0,0 0-8 0,0 0-12 16,0 0-13-16,0 0 2 0,0 0-10 0,0 0 1 15,0 0-5-15,0 0-2 0,0 0-4 0,0 0-2 16,0 0-10-16,0 0-12 0,0 0-6 0,5-21 6 15,-5 21-5-15,3-7-12 0,-3 7-7 0,5-8-10 16,-1 3-7-16,1 2-8 0,-1-2-5 0,2 1-3 16,-1-1-8-16,2-1-3 0,2 0-3 0,-2 1-4 15,-2 2-3-15,0-1-3 0,-1 0-2 0,-4 4-4 16,11-7-2-16,-11 7-3 0,7-3-3 0,-7 3 1 16,8-3 0-16,-8 3-5 0,0 0-3 0,11 5 1 15,-11-5-3-15,5 7 2 0,-2-3-1 0,-3-4 1 16,8 6 1-16,-6-1 0 0,-2-5-5 0,4 9 2 15,-3-3 6-15,3-2-7 0,-4-4 4 0,3 9-4 16,-3-9 0-16,4 7 1 0,-2-2 5 0,-2-5-3 16,8 7-3-16,-5-4 0 0,3 1 2 0,-1 1 1 15,1-3-3-15,-6-2 5 0,15 3-4 0,-8-1 4 16,1 0-2-16,-2-1 1 0,4-1-2 0,-10 0 5 16,17-1-2-16,-10 0-3 0,1 0-2 0,0-2 3 0,-3-1 1 15,5-2-1-15,-2 0-3 0,-1-1 5 0,0-3 0 16,3 1-3-16,-6-3-2 0,4 2 3 15,-2-4-2-15,-1 1 4 0,1-2-5 0,-3 2 0 16,1 3 5-16,-3 1 2 0,2-1-3 0,-3 3 6 16,1 0-5-16,-1 7 1 0,0-8-3 0,0 8-3 15,0 0-2-15,-8-4 4 0,8 4-2 0,-20 9-3 16,3 1 9-16,2-1-6 0,-8 8 2 0,4-1 2 16,2-2-4-16,3-2 1 0,0 2 3 0,4-2-4 15,1 1 1-15,3 0-1 0,3-1 0 0,2-1 2 0,3 1-8 16,6-2-9-16,6 2-14 0,4-1-15 0,6-2-23 15,6-2-23-15,0 2-15 0,1-3-8 0,1-1-2 16,-1-1 2-16,3-2-4 0,-3 0-1 16,-3-5 12-16,3 1 5 0,-3-2 6 0,-2-1 11 0,-7 0 9 15,2 2 9-15,-2-5 2 0,-2 0 13 0,-2-2 8 16,-5 1 11-16,0 2 18 0,-2-3 10 0,-1-1 12 16,-2 2 18-16,0-1 9 0,-4 1 8 0,-1-1 5 15,0 2 9-15,-5 0 6 0,1 2 6 0,-1 1 1 16,0 1 1-16,-3 1 2 0,-2 2-4 0,-1-1 0 15,-7 2 2-15,5 3-1 0,-5 1-2 0,6 1-5 16,0-1-8-16,-1 2-2 0,3 1-2 0,1 2-12 16,-1 0 3-16,2-1-5 0,3 1-2 0,0 1-7 15,3 0 2-15,1-3-2 0,1-7 0 0,1 12-8 16,3-5 0-16,0-1-1 0,4 1-4 0,-2-2-7 16,5-1-2-16,0-2-10 0,0 2-2 0,3-1-3 15,-2-5-3-15,-1 2 4 0,1-2-1 0,-1 0-5 16,1-1 2-16,-3-4-4 0,0 2 8 0,1-3-1 15,-2-4-3-15,-3 1 4 0,4-3 2 0,0-4 3 16,-4 0-4-16,0-1 3 0,0-8-2 0,-1 0 4 16,-3-4 4-16,2 5 6 0,2-1 1 0,-5 0 5 15,1 0 3-15,2 8 12 0,-2 1 7 0,0 4 9 16,-1 3 9-16,-1 1 10 0,2 2-4 0,0 1-4 16,-1 7-16-16,0-10 1 0,0 10-6 0,0 0-9 15,0 0 6-15,0 0-6 0,-5 30 0 0,3-11 2 16,-5 6-3-16,1 1-3 0,0 3-2 0,0-2-3 15,-1 1 2-15,2-1-2 0,1 0 3 0,3 1-21 16,-3 1-35-16,1-3-45 0,2-1-59 0,0 1-52 16,-1-7-73-16,2 0-265 0,-1 0-572 0,0-4 254 15</inkml:trace>
  <inkml:trace contextRef="#ctx0" brushRef="#br0" timeOffset="-50132.55">31980 11768 307 0,'2'-15'318'0,"2"5"-28"0,-1 4-37 0,-2 1-29 16,-1 5-22-16,0 0-12 0,0 0-40 16,0 0-12-16,0 39-10 0,-1-14-11 0,-3 5-12 0,-1-2-13 15,2 3-8-15,-2-2-5 0,1-3-11 0,0 0-5 16,2-6-7-16,-2-1-6 0,1-3-4 0,1-4-3 15,-2-2-9-15,2 0 0 0,-1-3-3 0,2-2 3 16,1-5-3-16,-3 11 3 0,3-11-2 0,-1 7 1 16,1-7 1-16,0 0-1 0,-5 4-1 15,5-4 4-15,0 0-9 0,0 0-6 0,0 0-2 0,0 0-4 16,9-19-7-16,-4 13-14 0,5-2-13 0,1 1-1 16,7-3-6-16,-2 3 0 0,2 3 3 0,1 0 4 15,-1 1-5-15,-7 3 4 0,3 0-1 0,-5 2 8 16,-2 0-9-16,-2 2 0 0,1 1 4 0,-3-1 7 15,-3-4 4-15,0 13 1 0,0-13 2 0,-9 15 2 16,2-7 4-16,0-1 3 0,-4 1-2 0,0 1-1 16,2-2 1-16,-1 0-1 0,0-2-4 0,-2 2-15 15,3-3-24-15,0 2-26 0,3-3-32 0,-2-1-26 16,2 2-34-16,6-4-33 0,-8 2-9 0,8-2-182 16,0 0-415-16,0 0 184 0</inkml:trace>
  <inkml:trace contextRef="#ctx0" brushRef="#br0" timeOffset="-49664.98">32246 11987 86 0,'5'-5'204'0,"0"1"-16"0,0 1-19 0,-5 3-17 15,0 0-7-15,9-3-4 0,-9 3-4 0,0 0-5 16,5 13-5-16,-3-7-12 0,0 1-8 0,2 3-9 16,-2-1-6-16,2 0-12 0,0 0-3 0,1-1-7 15,-3-2-3-15,5 0-2 0,-2-2 0 0,-1-1 9 16,6 1 10-16,-1-1-2 0,1-3 2 0,0 0-7 15,1-4-5-15,0 1 7 0,1-1 0 0,-2-1 2 0,-1 2-2 16,-2-1 1-16,-1-1-5 0,0 0-10 16,0 1-3-16,-2 0-3 0,-4 4-2 0,10-6-3 15,-10 6-11-15,8-4-7 0,-8 4-10 0,0 0-5 16,0 0 1-16,8 8-2 0,-8 1-7 0,-1 6 7 0,-1 3-4 16,-2 7-2-16,-1 6 3 0,0 3 1 0,-8 12 6 15,2 3 6-15,4-3-4 0,-5 2 12 16,-1-1-13-16,-1-1 2 0,2-11 4 0,0-2-4 15,1 2 4-15,1-3-1 0,2-3-6 0,-3-3 0 16,1-1 2-16,1-1-7 0,1-7 5 0,2-2-1 0,2-4-1 16,-3-2 6-16,1 0-3 0,-1-5-7 15,-4 0 6-15,1-3 2 0,-3-4-2 0,0 0-6 16,1-3-7-16,0-6 20 0,-1-1-15 0,-2-10-6 16,2 0-13-16,1-3-14 0,4-3-22 0,3-2-4 0,3-3-10 15,5-1-7-15,6-11-17 0,5 13 2 0,13-10-12 16,5 4-1-16,2 0 1 0,5 6-5 0,-9 11-4 15,13-2 3-15,-8 7-2 0,11-3-11 16,-11 9-18-16,-1 0-16 0,1 1-8 0,3 3-25 16,-1 2-30-16,0 0-8 0,-4 2-189 0,-33 3-433 15,63 0 192-15</inkml:trace>
  <inkml:trace contextRef="#ctx0" brushRef="#br0" timeOffset="-48741.93">7432 12830 78 0,'0'-5'184'0,"0"5"-16"0,-2-8-24 15,2 8-18-15,0 0-11 0,0 0-6 0,0 0 0 16,-10 20-2-16,4-1 5 0,0 8 4 15,-3 4-7-15,0 15-8 0,0-11-4 0,-1 13-11 16,4-12-6-16,-1-2-8 0,1 11-9 0,2-12-7 16,3-1 16-16,-2-3-9 0,3 1-7 0,-1-3-5 0,1 0-3 15,1-6-14-15,2-3-26 0,-3-2-29 16,1 2-21-16,-1-6-32 0,1 0-34 0,2-1-15 16,-3-1-20-16,1-3-7 0,0 0-16 0,-1-7-91 15,-4 8-277-15,4-8 123 0</inkml:trace>
  <inkml:trace contextRef="#ctx0" brushRef="#br0" timeOffset="-48221.78">7319 13276 132 0,'7'-17'137'0,"2"1"-7"0,9-8-10 15,-1 4-12-15,4 1-1 0,4-2-11 0,0-1-6 0,3 2 0 16,1 3-11-16,0-4-10 0,2 1-6 0,-3 2-10 16,-4 0-2-16,-1 3-8 0,-8 3 2 15,3 2-2-15,-2-3 0 0,-2 4-6 0,-7-1 1 16,2 2 0-16,-2-1-3 0,-4 2-8 0,0-4-3 15,0 3 2-15,-3-2-2 0,0 3-4 0,0 7 3 0,-3-14-2 16,2 9 0-16,1 5-3 0,0 0-4 0,-2-11-4 16,2 11-3-16,0 0 1 0,0 0 0 15,0 0-3-15,0 0 1 0,-11 34-1 0,7-16 1 16,-1 9-1-16,0 1 5 0,1 1 0 0,-1 1-6 16,0-1 3-16,1 1 0 0,2-1-2 0,-1 2 1 0,2-4 15 15,-2 1-20-15,2-2 2 0,0-6 3 0,-1-1-5 16,2 0 5-16,-1-6-2 0,1-3-3 0,0 0 3 15,0-4-1-15,-3 0 6 0,3-6-4 0,0 10 2 16,0-10 1-16,0 0-4 0,0 0-1 0,6 4 11 16,-6-4-2-16,0 0-14 0,17-10 6 15,-9 7-6-15,2 1 5 0,6 0 0 0,0-1 5 16,2 2-8-16,0 0 0 0,2 1 2 0,3 0 4 0,4 0 0 16,-6 0-3-16,-1-1 0 0,3 0 2 0,-4 0-2 15,2-2 2-15,-2-1 3 0,-1 1-5 0,-4 0 3 16,-3-1-1-16,0-1 2 0,-2-1 12 0,-2 0 1 15,-3 0-3-15,-1 0 0 0,-2-1-4 0,-1-4 4 16,-3 2-3-16,-2-3-2 0,-2-1-3 0,-5 3 5 16,-1-3 3-16,-1 4-6 0,3 2 7 0,0 1 4 15,-2 2-2-15,2-2-1 0,1 3-5 0,-1 3-3 16,0 0 0-16,2 6-3 0,-2 1 1 0,5 0 1 16,-2 6-2-16,0 2 0 0,6 4-5 0,3-2-19 15,5 12-27-15,5-4-39 0,1 1-43 0,10 1-59 16,2-3-159-16,8-4-370 0,3 0 164 0</inkml:trace>
  <inkml:trace contextRef="#ctx0" brushRef="#br0" timeOffset="-47342.42">9430 13046 84 0,'-12'-15'227'0,"-2"-1"-9"0,0 2-4 0,-1 3-5 15,0 4-20-15,-6 1-18 0,3 4-9 0,-9 2-15 16,-2 2-9-16,0 7-5 0,-2 5-8 0,0 5-6 16,-8 11-14-16,12-4-9 0,0-3-12 0,4 5-5 15,6-1-11-15,2 0-3 0,6 0-10 0,6-3-2 16,1 4-7-16,6-2-3 0,5-4-7 0,6 1-3 15,0-4-15-15,7-1-22 0,6-3-24 0,2-3-22 16,2-3-26-16,3-1-23 0,4-1-19 0,-1-4-29 0,3-2-14 16,-1-1-7-16,-2-2-6 0,0-1 8 15,-1-5 5-15,-1 2 12 0,-3-5 28 0,1 1 4 16,-4-4 28-16,0-1 16 0,-4-2 15 0,0 0 23 16,-5-2 7-16,-5-2 33 0,-4 4 17 0,0-5 2 15,-7 5 32-15,-1 1 22 0,-1 3 11 0,-3 0-3 0,-3-2-1 16,1 5 8-16,-3-1 11 0,-3 3-8 15,-1 1 0-15,-3 3 4 0,-1 5-1 0,-5 2-3 16,-2 3-6-16,-5 7-2 0,1 1-6 0,0 4-4 16,3 1-5-16,1-1-6 0,5-3-10 0,1 6-3 15,4-3-7-15,2-3-6 0,3 1-3 0,4-1-5 16,0-2 1-16,3-1-2 0,1-2-4 0,2-1-1 16,4-2-3-16,0 0-2 0,2-1-4 0,2-4-3 15,5 0-8-15,-4-3-1 0,4-2-1 0,-5 0-2 16,-1 0 2-16,0-4-1 0,0 1 0 0,-2-2 2 0,-1-1-3 15,-2-1 2-15,2 0-1 0,-4-2 0 16,2-2 2-16,-3 2-3 0,-2-7-3 0,2 4 1 0,-3 0-1 16,1 3-1-16,-2-1 3 0,1 6-2 15,-1 7 2-15,-1-13 1 0,1 13-2 0,0-9-5 16,0 9 2-16,0 0-2 0,0 0-1 0,0 0 1 0,-16 22 2 16,10-7 0-16,-2-2 1 0,4 4 2 15,2-1-3-15,-1-1 3 0,3-3-1 0,2 4 0 16,0-2 1-16,2-2 0 0,2-1 0 0,2-2 1 15,0 0 4-15,3-2-2 0,2-1 1 0,2-3 1 16,3 0-1-16,3-4 3 0,-1-1-5 0,1-1 3 0,-2-5-6 16,-1 0 4-16,-2-1-2 0,0-2 2 15,-4-1-2-15,0-1 3 0,-4-4 0 0,-2 1 3 0,-1-1-5 16,-1-8 4-16,-3-1-4 0,-1 0-1 16,-3-3 3-16,1 0-7 0,-3-1 3 0,1 4 3 15,2-2 5-15,-4 2 2 0,1 1 2 0,4 8 3 16,-2 2 16-16,1 2 17 0,0 5 2 0,1 0-6 0,1 8-8 15,-2-7-5-15,2 7-1 0,0 0-11 0,0 0 4 16,0 0 0-16,-10 34 4 0,4-4 1 16,3 1-6-16,-5 13 3 0,-1 2-2 0,4 2-5 15,0-12 4-15,0 12-6 0,1-2 0 0,1-12 0 0,4 1-2 16,1-1 1-16,-1-2-8 0,2 1 1 0,-1-1-1 16,2-3-8-16,0-4-18 0,-3 3-26 0,2-9-40 15,-1 0-29-15,2-3-34 0,-1 1-35 16,-1-1-38-16,-1-5-23 0,-1 0-215 0,0-11-495 15,-3 14 219-15</inkml:trace>
  <inkml:trace contextRef="#ctx0" brushRef="#br0" timeOffset="-47117.09">10000 13176 154 0,'18'-10'218'0,"2"5"-10"0,-4 0-19 15,-1 4-17-15,-2 1-14 0,1 2-12 0,-3 4-10 16,3 4-9-16,-6 0-8 0,2 4-5 0,-3 1-11 16,-4 1-14-16,-5 3-7 0,-2-2-8 15,-5 6-4-15,-4 1-8 0,-3-3-6 0,3-5-5 0,1 1-13 16,0-3-19-16,0-3-28 0,-1 0-33 16,4-1-29-16,2-1-46 0,-3-2-51 0,3 2-162 0,-2-6-357 15,9-3 158-15</inkml:trace>
  <inkml:trace contextRef="#ctx0" brushRef="#br0" timeOffset="-46755.47">10359 13185 165 0,'0'0'220'0,"-12"-5"-14"15,12 5-12-15,0 0-8 0,-21 17-6 0,12-7-14 0,-1 2-14 16,-2 2-13-16,3 0-7 0,1 2-15 0,2 0-13 15,0-2-6-15,2 2-12 0,3 0-7 0,-1-4-9 16,1-1-5-16,2 0-6 0,2-3-6 16,0-2-6-16,-1 2-3 0,3-5-5 0,0 0-2 15,-5-3-6-15,13 3-5 0,-4-6-5 0,2 0 3 0,1-2-6 16,-1-3-3-16,-2-1-1 0,2 1-3 16,1-3 1-16,-3-3-1 0,0 0-2 0,-1 0 4 0,1 1-6 15,-1-2 3-15,-3 5-1 0,0 0 4 16,-1 2 3-16,-2 0 8 0,2 2-2 0,-4 6 1 0,4-8-6 15,-4 8-5-15,0 0 0 0,0 0-2 0,0 0 3 16,0 0 5-16,0 0-5 0,6 26 1 0,-6-15 1 16,2 5-5-16,-1 1 0 0,0-1 1 15,2 1-6-15,-1 1-27 0,1 0-23 0,-1-1-35 16,5-2-26-16,-2 0-37 0,4-2-38 0,-2-2-45 0,1-1-162 16,1-3-419-16,-1-2 185 0</inkml:trace>
  <inkml:trace contextRef="#ctx0" brushRef="#br0" timeOffset="-46376.26">10699 13173 18 0,'-3'-14'226'16,"3"14"-22"-16,-2-8-15 0,2 8-7 0,-12 5 2 16,5 3-5-16,-5 6-12 0,2 2-8 0,-5 4-11 15,2 2-8-15,4-4-9 0,-1 5-14 16,3-5-12-16,2 0-7 0,3 1-7 0,2 2-8 0,1-5-10 15,3 1-5-15,1-2-1 0,4-1-8 0,-2-3-7 16,2-1-3-16,2-3 0 0,1-1-9 0,5-2-1 16,3-2-6-16,2-1 1 0,-1-2-6 15,7-4-10-15,-9-1-5 0,0-1 0 0,-1 0-1 16,0-3-3-16,0-1-1 0,-4-2 1 0,-1-1-3 0,-1 0-1 16,-1 0 4-16,-2-3-1 0,-6 2 1 0,4-2-1 15,-6 0-2-15,-1 1-3 0,-4 1 5 0,2 3-2 16,-1 2 9-16,3 10 1 0,-4-13 0 0,4 13-1 15,-6-8-4-15,6 8 0 0,-7 0-1 0,7 0 3 16,-12 13 3-16,7-4 0 0,-2 4 0 0,1 1-2 16,2 2 0-16,-1 0 0 0,1 2-1 15,3 0-4-15,1-1 3 0,0 2-10 0,2-2-21 0,1-2-31 16,3 1-45-16,-3-3-55 0,3-1-57 0,1-2-55 16,-3-1-174-16,6 0-471 0,-3-2 208 0</inkml:trace>
  <inkml:trace contextRef="#ctx0" brushRef="#br0" timeOffset="-46214.79">10800 13086 113 0,'0'0'82'0,"-12"9"-42"16,12-9-41-16,-3 12-38 0,3-12-43 0,-2 13 19 15</inkml:trace>
  <inkml:trace contextRef="#ctx0" brushRef="#br0" timeOffset="-45982.01">11013 13051 109 0,'3'-11'268'0,"1"0"-6"0,-2 1 1 0,-2 10-10 16,3-14-21-16,-3 14-23 0,4-7-27 0,-4 7-9 15,0 0 6-15,0 0 12 0,17 17-9 0,-10-1-13 16,-1 10-11-16,-3-1-14 0,0 4-13 0,-3 0-12 16,-2 2-10-16,-2-2-11 0,3 2-9 15,-3 0-8-15,3-2-11 0,1 1-8 0,-1-3-3 16,-1-2-16-16,2-6-15 0,0 0-32 0,0-3-20 0,-1 1-41 16,0-3-28-16,1-1-45 0,-3-3-45 0,2 1-40 15,0-4-30-15,-4 1-227 0,5-8-520 0,-11 7 230 16</inkml:trace>
  <inkml:trace contextRef="#ctx0" brushRef="#br0" timeOffset="-45689.99">11037 13313 16 0,'0'0'178'0,"11"9"-4"0,-7-2 5 0,0 0-8 0,2 0-16 16,-2 0-13-16,3 3-9 0,0-2-4 0,2 0-7 15,0-2-5-15,3 1-7 0,1-1-9 0,0-2-7 16,5 0-4-16,-5-2-13 0,1-2-6 16,-1 0-2-16,1-1-3 0,-3 0 8 0,1-4 3 15,-1 1-1-15,-3-4-6 0,0 1 0 0,-2-1 7 16,-1-3-6-16,-3 0-11 0,-2-2-2 0,0-1-7 0,-2-3-5 16,-2 2 1-16,-2-2-11 0,-1 2 2 0,1-2-5 15,-2 3-4-15,2 5-5 0,-2 2-5 16,1 0-16-16,-1 2-24 0,-1 0-23 0,1 6-18 0,8-1-22 15,-29 12-32-15,15-1-41 0,1 2-31 16,-4 6-27-16,3 3-163 0,2 0-409 0,4-3 181 0</inkml:trace>
  <inkml:trace contextRef="#ctx0" brushRef="#br0" timeOffset="-45351.48">11293 13475 45 0,'12'-6'235'0,"-1"0"6"16,1-2-8-16,1-4-13 0,-1 1-13 0,-3-3-14 15,1 1-14-15,-3-1-14 0,0-1-13 0,-3-1-11 16,0-1-14-16,-1-1-14 0,-1 0-8 0,-2-2-12 16,-2 1-1-16,-2 1-13 0,-3-1-7 0,2 2-5 15,-2 1-1-15,0 8-1 0,2-3-5 0,0 1-4 16,0 3-6-16,0 1-6 0,1 0-8 0,4 6-2 16,-6-6-8-16,6 6-2 0,-5-4-6 15,5 4 1-15,0 0 3 0,0 0-4 0,0 0-4 16,11 21-2-16,-2-14 0 0,4 0 2 0,3 0-3 0,2 2-3 15,0 0-2-15,0 0-2 0,0-1 1 0,-4 1-2 16,-1-2-1-16,-2 3 0 0,-2-1-1 0,1 1 0 16,-2 0 5-16,-1 0-2 0,-1 1 3 0,-1 1 2 15,0-2 1-15,0 2 0 0,-2 1 1 16,-1-2 2-16,1 3-4 0,-1-2-2 0,-1-2 0 16,-1 4-1-16,2-2-1 0,-1-2-24 0,2 3-43 0,-3-2-44 15,5-1-60-15,-1-1-65 0,-2 0-255 0,1-2-526 16,-3-7 233-16</inkml:trace>
  <inkml:trace contextRef="#ctx0" brushRef="#br0" timeOffset="-44682.93">11668 13481 32 0,'0'0'184'16,"0"0"-14"-16,6-5-19 0,-6 5-14 0,0 0-22 0,0 0-15 15,8 14-27-15,-8-5-37 0,-1 3-30 0,-1 4-51 16,-4 1-45-16,-2 5-56 0,-2 1-156 16,-1 0 70-16</inkml:trace>
  <inkml:trace contextRef="#ctx0" brushRef="#br0" timeOffset="-43360.32">13093 13564 119 0,'-5'-5'211'15,"-1"3"-8"-15,-6 0-7 0,12 2-10 0,-26 9-1 16,7-2-4-16,1 5-9 0,-2 3-13 0,-2 5-14 15,1-1-8-15,10 3-10 0,-5 3-7 0,5 2-10 16,1-4-9-16,5 2-7 0,2 2-9 0,3-2-5 16,0-5-9-16,8 4-4 0,0 2-8 0,-1-2-4 15,7-2-4-15,-1 0-9 0,-3-5 0 0,7 3-5 16,-4-5-10-16,1-1-15 0,1-1-26 0,-1 0-34 16,-3 0-36-16,1-1-46 0,-4-1-37 0,1-3-31 15,-4 0-35-15,1 1-134 0,-6-3-397 0,0-6 175 16</inkml:trace>
  <inkml:trace contextRef="#ctx0" brushRef="#br0" timeOffset="-43085.18">13052 13604 69 0,'16'-6'185'16,"2"3"-8"-16,-1 2-9 0,4 3-7 0,0 2-6 15,-2 4-10-15,0 2-16 0,3 6-4 0,1 0-6 16,-8 5-4-16,3 2-3 0,-7 1-3 0,0 1-11 16,-1 1-7-16,-4-2-5 0,-3 2-10 0,-1 0-3 15,-2-2-5-15,-2 1 0 0,-1-6-10 0,-3 0-1 16,-2 6-5-16,0-7-5 0,1 1-7 0,-2-2-1 16,-2 0-7-16,2-1-3 0,-2-1-15 0,-1 1-24 15,2-2-21-15,-2-3-19 0,-4 3-16 0,0-5-39 16,3 1-32-16,-2-3-32 0,-1 0-34 0,-1-4-118 15,0 1-348-15,-1-1 154 0</inkml:trace>
  <inkml:trace contextRef="#ctx0" brushRef="#br0" timeOffset="-42909.38">12879 13877 39 0,'5'-4'191'0,"-5"4"-2"16,14-4-4-16,-2 1-14 0,3 3-11 0,2 0-10 15,3 3-13-15,12 0-13 0,-3 2-14 0,-2 0-8 16,3 2-10-16,-1 2-14 0,2 1-33 0,-2 0-36 16,-2 2-40-16,0-1-54 0,0 1-28 0,-2 1-22 15,-1 2-102-15,-8-5-256 0,2 1 114 0</inkml:trace>
  <inkml:trace contextRef="#ctx0" brushRef="#br0" timeOffset="-42655.59">13735 13930 207 0,'-6'-9'211'0,"1"3"-12"16,-4 0-14-16,2 2-9 0,-2 0-16 0,-2 4-9 16,0 0-5-16,0 4-12 0,-1 2-5 0,-1 2-14 15,-4 4-10-15,4 1-5 0,0 2-10 0,0 2-6 16,4-1-9-16,0 1-8 0,2 0-2 0,2-2-9 15,3 2-4-15,2 2-5 0,2-3-5 0,2 2-4 16,1-3-4-16,3-1-12 0,-2-4-25 0,5 3-24 16,-1-4-33-16,0 1-40 0,-1 0-30 0,0-4-19 15,1 1-42-15,3 0-148 0,-2-2-367 0,0-1 164 16</inkml:trace>
  <inkml:trace contextRef="#ctx0" brushRef="#br0" timeOffset="-42271.72">13976 13768 67 0,'0'-12'234'15,"2"3"-5"-15,-2 3-19 0,0 6-21 0,0-9-22 16,0 9-18-16,0 0-13 0,0 0-3 0,0 0 10 16,0 31-6-16,-3-5-3 0,-3 1-9 0,1 1-1 15,1-1-15-15,-5 2-10 0,7-2-6 0,-5 4-9 16,5-4-5-16,-3-1-14 0,2-7 4 0,1 1-17 15,2-2-2-15,-2-3-3 0,0 2-8 0,2-5-2 16,0-2 4-16,0-2-7 0,0-8-5 0,-3 10-2 16,3-10-3-16,-1 8 7 0,1-8-5 0,0 0 0 15,0 6-1-15,0-6-4 0,0 0-3 0,0 0-1 16,0 0-3-16,10-18-2 0,-2 9-12 0,1-4 1 16,4 0-2-16,-1 1-6 0,1-2 2 0,0 2-6 15,1-2 2-15,-1 4 4 0,-4 4-6 0,0-1 2 16,0 2 1-16,-2 4-1 0,0 1 0 15,-7 0-4-15,15 5 4 0,-6 0 2 0,-4 2-1 16,3 0 4-16,-3 4 0 0,1 2 0 0,-3-2-16 0,4 1-15 16,-3-2-25-16,-1 3-21 0,3 1-23 0,1-2-28 15,0-2-20-15,2-1-36 0,4 1-15 0,-3-2-170 16,3-2-405-16,-2-3 179 0</inkml:trace>
  <inkml:trace contextRef="#ctx0" brushRef="#br0" timeOffset="-41085.49">14405 14007 154 0,'-8'-9'186'16,"2"1"-3"-16,-1 4 0 0,1 0-11 0,-1 4-11 15,7 0-10-15,-19 2-9 0,7 4-7 0,2 2-9 16,-3 3-8-16,-1 1-8 0,5 4-14 0,-2-2-10 16,1 1-9-16,4 0-7 0,0-1-6 0,3 3-3 15,1-4-5-15,2-3-5 0,2 3-4 0,1-3-1 16,-1-2-5-16,2 2 0 0,2-3-8 0,2 0 3 15,1-2-2-15,1-2-1 0,1 0-4 0,0-3-1 16,-1-3-3-16,2 0-2 0,-1 0-4 0,-1-3-2 16,2-1 2-16,-2-2 2 0,-2 1-4 0,2-2 0 15,-4 1-6-15,-1-3 0 0,-1 2 1 0,0-3 8 16,-1 0-12-16,-2 1 1 0,1 1-1 0,-2 1 8 16,2 3 7-16,-2 0 3 0,0 7-4 0,0-11 6 15,0 11-15-15,0 0 5 0,0 0-6 0,0 0-1 16,0 0 1-16,0 0 1 0,-12 18 1 0,7-9 2 15,5 2-3-15,-1-1 1 0,1 3 3 0,0-3 3 16,1 0-13-16,2 0 4 0,1 1-2 0,1-1 0 16,2-1 1-16,0-1 0 0,-1-2 3 0,1-1 0 15,0 0-3-15,2-1 1 0,1-2 0 0,-3-1-1 16,-7-1 3-16,19-1-4 0,-11-1 0 0,0 1 4 16,-4-3 0-16,4-1-3 0,-3-2-8 0,2 1 9 15,-5-3-5-15,6 0 3 0,-6-1-5 0,0 0 1 16,-2 0 1-16,2-3 1 0,0 3-6 0,0-1 4 15,-2-1-2-15,2 2-3 0,0 1-1 0,-1 2-1 16,1 1-7-16,-2 6-2 0,4-10-5 0,0 7 2 16,-4 3 1-16,8-4 0 0,-8 4 2 0,13 0-1 15,-13 0-2-15,14 6 6 0,-9-1-3 0,-1 0 2 16,2 3 1-16,-1 1 1 0,-1 0-4 0,2 1 9 16,-2-1 3-16,0 3-2 0,-4-1-2 0,2 0 1 15,0 0-1-15,0-1 6 0,1 1-6 0,1-3-3 16,0 1-22-16,2-1-14 0,-2 1-13 0,5-4-12 15,0 1-14-15,2 0-21 0,2-3-10 0,6 0-19 16,-2-2-8-16,3-2 5 0,3-2-3 0,-5 0 5 16,0-2 5-16,1 0 6 0,-2-4 15 0,3 0 10 15,-3-1 18-15,-2-2 20 0,-4-2 16 0,0 2 26 16,-2 1 22-16,-4-1 10 0,-1-4 8 0,-4 5 25 16,2-2 9-16,-4 2 8 0,0 0 6 0,-1 1 7 15,-2 1 5-15,-3 4 7 0,-1 0-3 0,1 1 1 16,-3 2-8-16,-1 4-2 0,1 1-7 0,-3 1-8 15,2 3 1-15,2 1-10 0,1 0 5 0,0 4-14 16,0-3-5-16,3 2-5 0,0 0 0 0,2-1-5 16,1 1-2-16,2-1-5 0,2-1 2 0,-1-1-5 15,3-3-6-15,1 1-1 0,2-1-5 0,0-2-3 16,6 0-4-16,-2-3-4 0,3 0-4 0,-2-2 1 16,2 0-4-16,-3-2 3 0,3 0 0 0,-4-1 1 15,0 0 2-15,-2 0 1 0,1-1-1 0,1 0 1 16,-4 0-2-16,0 3 4 0,-5 3 11 0,7-8 5 15,-7 8-4-15,4-4-2 0,-4 4-5 0,6-4-4 16,-6 4 1-16,0 0 5 0,4 15-1 0,-3-5 14 16,-1 8-1-16,-1 6 6 0,0 3 6 0,-1 1 2 15,2 6 16-15,0 0 2 0,2 0-6 0,0 13-2 16,1 2 1-16,1 0-3 0,1-1-1 0,-1-3-6 16,1-10 1-16,0-3-8 0,-3 1 4 0,1-1 0 15,-2-1-9-15,2-2-1 0,-5-8 3 0,-1-2-6 16,-1 0 2-16,-1-1-5 0,0-7 6 0,1-2-7 15,-3-2 6-15,1-3-6 0,-6 0-1 0,1-3 4 16,1-4-1-16,-2-3-4 0,-1-4-1 0,1-3-2 16,-1-9-4-16,0-2 2 0,4-3-9 0,5-3-3 15,6 0-2-15,1-3-2 0,8-2-2 0,0 2-4 16,12-10-5-16,-5 13-3 0,13-9-4 0,-8 11 1 16,13-8 0-16,-8 10 0 0,-2 0 4 0,3 1 1 15,9-7-4-15,-2-1 6 0,-11 10-5 0,2-1 4 16,0 1 4-16,-4 0 2 0,-6 3 1 0,4 0 6 15,-7-2-4-15,-2 5 7 0,-1 2 0 0,-4 0 4 16,0 4 16-16,-3-2-2 0,-1 6 3 0,-1-4 2 16,-2 2 8-16,0 9 0 0,-2-12 0 0,2 12-5 15,-5-9 1-15,-2 8-9 0,7 1-1 0,-16 5-2 16,5 1 1-16,-5 1-3 0,3 4 1 0,2-1-4 16,0 3-3-16,4 1 7 0,0 2-6 0,4-4-8 15,1 4-22-15,2-2-21 0,5 1-33 0,-1-2-38 16,4-1-33-16,1 5-46 0,7-8-65 0,2 2-233 15,1-2-536-15,9-3 239 0</inkml:trace>
  <inkml:trace contextRef="#ctx0" brushRef="#br0" timeOffset="-40916.94">15851 14004 304 0,'3'-6'299'0,"1"0"-16"0,-2 0-24 0,4 2-25 15,-6 4-27-15,11-7-17 0,-1 4-18 0,3 0-29 16,1 2-31-16,-1-1-44 0,1 2-45 0,-14 0-53 16,24 1-56-16,-8-1-70 0,-3 2-181 0,-3 2-366 15,-3 2 162-15</inkml:trace>
  <inkml:trace contextRef="#ctx0" brushRef="#br0" timeOffset="-40776.58">15894 14136 143 0,'0'0'254'0,"-4"5"-4"15,4-5 0-15,0 0-6 0,0 0-13 0,0 0-14 16,0 0-26-16,0 0-17 0,0 0-17 0,0 0-13 16,23 6-12-16,-10-8-31 0,6 0-40 0,-2-2-55 15,3-1-71-15,9-1-89 0,-11 1-236 0,10-6-422 16,-2 0 187-16</inkml:trace>
  <inkml:trace contextRef="#ctx0" brushRef="#br0" timeOffset="-40050.09">17294 13586 170 0,'-7'-4'232'0,"-1"-1"10"0,-2 3-15 15,-8-1-12-15,1 4-11 0,-4 2-5 0,-6 4-5 16,-1 4-3-16,-2 2-7 0,2 3-10 0,-1 1-13 16,2 3-2-16,4-1-12 0,-3 1-4 0,6 4-15 15,1 0-5-15,3 0-7 0,5-2 0 0,6-2-17 16,-3-2 2-16,6 1-2 0,0 0-29 0,2 1-4 16,4-1 0-16,4-2-2 0,-1 1-8 0,6-3-5 15,1-1 4-15,2-1-14 0,7 1 2 0,2 0-4 16,2-2 0-16,-1-3-7 0,3-3-6 0,2 1-10 15,-3-3-18-15,1 1-33 0,1-2-35 0,-10 1-38 16,-1-1-45-16,0-1-58 0,0 1-61 0,-6-2-60 16,0 0-186-16,-3-1-561 0,-1 2 249 0</inkml:trace>
  <inkml:trace contextRef="#ctx0" brushRef="#br0" timeOffset="-39872.49">17560 14066 2094 0,'5'-8'121'0,"-2"1"9"0,1 2-12 16,0-1-19-16,-4 6-18 0,3-7-14 0,-3 7-12 15,3-8-17-15,-3 8-5 0,4-5-9 0,-4 5-32 16,0 0-29-16,0 0-33 0,0 0-40 0,0 0-50 16,0 0-77-16,0 0-136 0,0 0-405 0,0 0 179 15</inkml:trace>
  <inkml:trace contextRef="#ctx0" brushRef="#br0" timeOffset="-39238.29">17801 13627 124 0,'-3'-10'270'16,"0"0"-2"-16,1 4-16 0,0-1-21 0,2 7-23 16,-2-8-22-16,2 8-24 0,0 0-14 0,0 0-14 15,0 0-11-15,14 12-5 0,-5 3-7 0,1-1-2 16,3 10-11-16,2 1-7 0,-2-3-10 0,-1 3-6 15,2 1-1-15,-1 1-8 0,-1 1-5 0,-2-2-6 0,2-1-5 16,1-1 19-16,-2-1-10 0,-3-4 3 16,2-3-12-16,-1 0-7 0,-2-2-4 0,-4-2 1 15,4 0-7-15,0-2-1 0,1 0-7 0,-1-3 0 16,0 2-5-16,-1-2 1 0,-2-2 1 0,0 2-5 16,0-4 4-16,-4-3 0 0,7 5 5 0,-7-5-1 0,0 0-2 15,0 0 13-15,17-10-15 0,-12 0-3 16,-1 0 2-16,4-6-2 0,-1 0 9 0,1-3-10 15,1-7 0-15,4 0 1 0,-4-5-2 0,3 3-6 16,0-3 8-16,0 2-9 0,-1 0 3 0,3 1-8 16,-1-2 9-16,1 4-4 0,-4 2 1 0,-2 6 5 0,1 5-10 15,-4 2 7-15,0 1-34 0,-2 2-29 0,-1 4-35 16,-2 4-45-16,4-7-23 0,-4 7-10 16,0 0-30-16,0 0-26 0,-1 21-21 0,-2-2-36 15,-2 6-149-15,-1 2-461 0,1 2 205 0</inkml:trace>
  <inkml:trace contextRef="#ctx0" brushRef="#br0" timeOffset="-38813.56">18267 14128 227 0,'0'0'268'16,"0"0"-13"-16,9-7-6 0,-9 7-6 0,9-5-18 0,-9 5-18 15,8-8-20-15,-2-2-7 0,2 2-11 0,0 1-8 16,0 0-6-16,0-5-1 0,2 3-13 15,0-5-3-15,-3 6-20 0,-1-5 8 0,-1 2-10 16,3-6-8-16,-4 6-7 0,1-5-3 0,-3 1-11 0,0 2-8 16,-4-1-13-16,2-1-9 0,-3 2 1 0,-1 3-5 15,-1 0-4-15,1 0-10 0,-1 0-4 16,-2 2 4-16,7 8-12 0,-7-8-6 0,1 3 1 16,1 2-7-16,5 3 8 0,-15-1-14 0,7 1 4 15,8 0 2-15,-16 4-1 0,7-1-6 0,4 0-2 16,0 2 1-16,5-5-6 0,-9 7 11 0,7-2-6 0,2-5-1 15,0 9-2-15,0-9 0 0,9 7 4 16,-2-1-5-16,4-3 1 0,2 1 6 0,4-2-6 0,-3 0 1 16,2 1 1-16,-2-1-3 0,-2-1-4 15,1 1 2-15,-1 2-2 0,-1-1 2 0,-2 3 1 0,1-2-8 16,-3 3 1-16,0-3 9 0,-1 4-9 0,-1 1 3 16,-1 0 4-16,0 1 5 0,-1 0 2 15,-1 0 0-15,1 2 0 0,-3-2 2 0,1 3-2 16,-1-3 1-16,-1 0 13 0,2 3-22 0,-2-1-27 15,2 1-39-15,-1-2-54 0,0 1-54 0,-1 1-69 0,3-3-60 16,-2-1-290-16,0 2-643 0,2-2 284 0</inkml:trace>
  <inkml:trace contextRef="#ctx0" brushRef="#br0" timeOffset="-38652.54">18681 14196 183 0,'5'-3'366'0,"0"-2"-16"16,0 0 5-16,-5 5 9 0,9-10-9 0,-4 6-28 15,-2-2-28-15,2 1-26 0,-5 5-35 16,5-8-22-16,-5 8-26 0,5-9-38 0,-5 9-33 16,3-5-65-16,-3 5-68 0,0 0-66 0,0 0-77 15,0 0-72-15,6-2-70 0,-6 2-212 0,0 0-553 0,0 0 245 16</inkml:trace>
  <inkml:trace contextRef="#ctx0" brushRef="#br0" timeOffset="-37700.93">19251 13995 180 0,'14'-1'168'0,"1"-3"-18"15,3 0-15-15,-5 3-12 0,7 1-9 0,-1-1-26 16,0 2-22-16,1-2-37 0,6-1-29 0,-7 5-40 15,0-2-39-15,-2 2-77 0,2-1-169 0,-6-1 75 16</inkml:trace>
  <inkml:trace contextRef="#ctx0" brushRef="#br0" timeOffset="-37308.22">19988 13759 138 0,'6'-5'216'0,"-1"0"-19"0,1 0-18 0,-6 5-19 16,9-5-12-16,-9 5-17 0,12 2-5 0,-12-2-9 15,14 9-8-15,-7-1-12 0,0 0-7 0,-3 3-11 16,-1 2-6-16,1 2-5 0,-3 1-9 0,1-3-3 16,-4 2-10-16,1-2 0 0,-4 2-7 0,1-1 17 15,-1-1-9-15,-1 2 4 0,-1-3-17 0,1 0 0 16,0-2-6-16,-2-1-5 0,1 1-13 0,1 0-20 15,0-3-8-15,1 2-12 0,-1-2-4 0,4 1-10 16,1-3-2-16,1-5-1 0,0 13 6 0,0-13-7 16,6 10 3-16,-1-4 6 0,0-2 1 0,4 1 4 15,0 0 2-15,-2-2 7 0,3 2 0 0,-4-2-2 16,-1 2 8-16,3-3 6 0,-4 1-3 0,0 2 4 16,-4-5 5-16,8 7 3 0,-8-7 5 0,4 8 6 15,-4-8 5-15,-2 10 4 0,2-10 0 0,-10 10 4 16,5-5-3-16,-2-2-2 0,-1 0 1 0,-2 0 4 15,-1 1-7-15,0-1-2 0,-1-2-21 0,1 0-22 16,-1 1-42-16,0-2-47 0,2-2-168 0,-4 0-312 16,2-1 139-16</inkml:trace>
  <inkml:trace contextRef="#ctx0" brushRef="#br0" timeOffset="-36905.92">19840 13634 193 0,'-15'-5'194'0,"1"2"-12"0,-3 3-8 15,-2 6-6-15,-6 5-7 0,-1 3-6 0,2 5-11 16,-2 3-11-16,-5 14-4 0,2 3-8 0,0 5 0 16,6-2-13-16,1 1-5 0,10-9-9 0,3-1-9 15,-1 13-8-15,9-14-8 0,0 1-3 0,8-2-4 16,2-3-11-16,4-1-3 0,5 1-3 0,2-3-6 15,5-1 1-15,4-3-9 0,1-5 3 0,17 5-5 16,1-7-5-16,5-4-4 0,0-7-8 0,1 1-4 16,-3-6 2-16,2-2-8 0,1-2-3 0,-1-5 4 15,-1 0-1-15,1-7-2 0,-6 0 1 0,-2-4-2 16,-13 3-1-16,6-13 3 0,-11 9-2 0,-3-6 3 16,5-9-1-16,-10 7 1 0,1-16-2 0,-9 15-3 15,1-16 1-15,-6-3-3 0,-8 5 1 0,-5-1-2 16,-7 0 0-16,-5 5 3 0,-4 2-4 0,1 8 1 15,-11-4 3-15,-4 5-3 0,4 12-1 0,-2 3 0 16,-4 6-2-16,0 5 1 0,-15 7-21 0,-3 7-18 16,3 4-27-16,-4 4-30 0,-2 4-43 0,-21 16-26 15,26-11-37-15,-1 6-136 0,-21 10-375 0,25-11 167 16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8T05:30:13.0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16102 9533 26 0,'-14'-1'52'0,"14"1"-4"0,0 0-8 15,-8 1-2-15,8-1-3 0,0 0-3 0,0 0-2 16,-11 3-2-16,11-3-1 0,-10 5-2 0,5-2-1 16,-3 0-2-16,3 2 10 0,0 1-16 0,-4 0 2 15,1 1-2-15,3 0-2 0,-2 1 6 0,4-1-6 16,-5 0 1-16,4 3-6 0,0-2 1 0,0 0 1 16,2 1-2-16,-1-2-1 0,1 0 0 0,2-7-3 15,-3 12-9-15,3-6 11 0,0-6 2 0,-1 9-5 16,1-9 1-16,1 10 4 0,-1-10-1 0,3 5-3 15,-3-5 2-15,4 5 0 0,-4-5-1 0,7 3 10 16,-7-3 5-16,14-2-5 0,-14 2 7 0,14-2 2 16,-6 0-2-16,1-1-3 0,-1 0 3 0,-2 0-6 15,1 0-1-15,1-1 4 0,-3 1 10 0,-5 3 0 16,10-9-5-16,-7 3 5 0,1 0-13 0,0-1 3 16,-3 1-3-16,-1 6 2 0,2-16-4 0,-4 9-7 0,1-3-1 15,1 10 8-15,-4-15-10 0,2 8 13 16,-3-1-13-16,2 0 4 0,0 2-13 0,-1 1 21 15,4 5-16-15,-11-9 4 0,6 5-10 0,0 0 6 16,-2 0-4-16,7 4-7 0,-14-2-4 0,8 0-8 0,6 2-10 16,-14 2-6-16,6 0-20 0,8-2-1 0,-13 7-12 15,7-4-79-15,2 2-161 0,0 1 73 16</inkml:trace>
  <inkml:trace contextRef="#ctx0" brushRef="#br0" timeOffset="1538.85">22584 9451 95 0,'0'0'98'0,"-4"-5"-10"0,4 5-5 16,-2-7-9-16,2 7 0 0,0 0-4 0,0 0-12 16,0 0-3-16,0 0-8 0,6-11-7 0,-6 11 2 15,12-2-9-15,-12 2-6 0,16 3-3 0,-6 0-3 16,2 0-2-16,0 3-6 0,-1-2 5 0,0 2 0 15,0 1 1-15,-1 2-8 0,-1-1 0 0,-1 2 3 16,0-2 3-16,-3 2-14 0,-1-2 4 0,-1 1 6 16,-2-2 2-16,-1-1-9 0,0-6 7 0,-4 13-10 15,-1-4 4-15,-2-1-5 0,-5-3 3 0,1 2-9 16,-7 0 11-16,1-1-3 0,-3-1-8 0,-1-1 9 16,5-2-3-16,-2-1-2 0,4 0 6 0,1-1-3 0,3 2 1 15,2-2 2-15,8 0-2 0,-14-2 11 0,14 2-3 16,-9-1-3-16,9 1 1 0,0 0-8 15,-8-3 5-15,8 3-10 0,0 0 8 0,0 0 2 16,0 0-5-16,0 0 8 0,0 0-2 0,25-3-6 16,-25 3 0-16,12 3-5 0,-1-3 4 0,-1 3 1 15,0 0-1-15,-4-1 7 0,5 2-4 0,-1 1 0 16,-1 0 1-16,0 0-9 0,0 3-17 0,0-3-13 0,-2 1-20 16,1 2-17-16,0 0-13 0,-1 0-86 0,-3-3-184 15,0 1 81-15</inkml:trace>
  <inkml:trace contextRef="#ctx0" brushRef="#br0" timeOffset="1774.21">22854 9526 42 0,'0'0'132'15,"2"-6"-16"-15,-2 6-9 0,0 0-17 0,4-5-6 16,-4 5-11-16,0 0 4 0,0 0 1 0,9 13-4 15,-6-4-9-15,0 0-2 0,-1 1-6 0,-1 1 0 16,0 0-11-16,1 1-5 0,-4-1-3 0,2 2-4 16,0-1 0-16,-1 1-5 0,0-1-10 0,1-2-19 15,-2 3-18-15,2-3-16 0,-1 1-17 0,1-1-12 16,-1-1-18-16,2 1-14 0,-1-3-4 0,1-1-54 0,2 0-165 16,-3-6 73-16</inkml:trace>
  <inkml:trace contextRef="#ctx0" brushRef="#br0" timeOffset="1976.66">23038 9536 119 0,'2'-5'140'0,"-2"5"-22"0,3-9-10 0,-3 9-19 16,0 0-4-16,0 0-5 0,0 0-2 0,0 0-2 0,0 0-9 16,6 22-5-16,-6-12 0 0,-1 0-5 0,1 3-5 15,-1 2-2-15,1-3-3 0,-1 3-6 0,1-1-4 16,1 0 2-16,-1-2-5 0,0 1-10 15,1-1-2-15,-1-1-28 0,0 1-7 0,0-1-25 0,0-1-27 16,-1 1-23-16,0-2-36 0,-2 1-69 0,-1-3-207 16,0-3 92-16</inkml:trace>
  <inkml:trace contextRef="#ctx0" brushRef="#br0" timeOffset="2119.05">22960 9522 82 0,'19'-4'71'16,"3"1"-23"-16,8 3-27 0,4 0-35 0,0 0-21 15,2-1-38-15,-1 1 18 0</inkml:trace>
  <inkml:trace contextRef="#ctx0" brushRef="#br0" timeOffset="33645.96">17947 6306 16 0,'0'0'40'0,"0"0"-3"0,0 0-6 16,0 0-3-16,0 0 7 0,-2-6-4 15,2 6-9-15,0 0 2 0,0 0-5 0,0 0 0 16,0 0-4-16,-3-8 5 0,3 8-3 0,0 0-1 0,0 0-1 15,0 0 4-15,0 0 2 0,0 0-4 0,0 0 1 16,0 0 0-16,-5-6 0 0,5 6-2 16,0 0-2-16,0 0 2 0,0 0-4 0,0 0 3 15,0 0-3-15,0 0-5 0,0 0 3 0,0 0 4 16,0 0-10-16,0 0 3 0,0 0 2 0,0 0-1 0,0 0-1 16,0 0-9-16,0 0 1 0,0 0 1 15,0 0 0-15,0 0 0 0,0 0 3 0,0 0-5 16,0 0-2-16,0 0 2 0,0 0-1 0,0 0-3 15,0 0 4-15,0 0 1 0,-9 14 8 0,9-14-2 0,-2 10 1 16,0-5-7-16,2-5 7 0,-2 10-3 0,2-10-6 16,-1 12 6-16,-1-5 0 0,0-1-3 15,2-6 8-15,-2 13-13 0,1-6 6 0,1-7 3 16,0 14-4-16,-1-7 2 0,3 1 0 0,-2 2 0 16,2-1 3-16,-1 0-5 0,0 1 7 0,1-1-5 0,-1 1-1 15,-1 0 5-15,1 0-10 0,2 2 5 0,-2-1 1 16,-1 1-2-16,1 0-2 0,1 1 3 0,-2 3-1 15,1-1 2-15,0 2 5 0,-1-1-8 16,0-1 0-16,-1 2 1 0,0-6-3 0,1 5 9 0,-2-5-2 16,1 6 3-16,0-4-4 0,-1 3-7 0,0 1 2 15,-2 0 4-15,1-3-2 0,1-1 4 0,-1-2 2 16,0 6-6-16,0 0-2 0,1-2 7 16,-2-1-7-16,1 3 0 0,1 0 0 0,-1-2 1 0,-2 3 6 15,4-7-4-15,-3 4 2 0,-1 1 2 0,1-1-3 16,1 1-1-16,-3-1 1 0,1 1-1 0,2 0 1 15,-1 0-2-15,-1-1-4 0,3-1 5 0,1 2-9 16,-3 0 8-16,1 1-11 0,-1 2 2 0,3-1-6 16,-3 0 5-16,1 3 2 0,0-2-1 0,1 6 3 15,-3-6-3-15,0-1 0 0,3 2-1 0,-3 4 3 16,1-3 0-16,0-4 0 0,-1 3 0 0,0-1 2 16,0-1 6-16,1 0-5 0,0 1 4 15,0-2-4-15,1-2 3 0,2 2-7 0,0 0 7 0,0 0-6 16,-1 2-2-16,4-1 3 0,-2 2 3 0,1-3-3 15,1 1-8-15,0-1 3 0,-1 4-3 0,2-3 6 16,-1 1 2-16,1-1-3 0,1 0 0 0,-2 1 1 16,-1-1-5-16,2 0 0 0,1 1-1 0,-2-1-2 15,1 0 1-15,-3 1-4 0,2 0-1 0,0 0 0 16,-2-2-2-16,0 0-4 0,-2 2-23 0,1-1-53 16,1-1 24-16</inkml:trace>
  <inkml:trace contextRef="#ctx0" brushRef="#br0" timeOffset="34868.37">17774 7336 10 0,'-7'-4'18'16,"7"4"-1"-16,0 0 2 0,0 0 1 0,0 0 0 0,0 0-9 16,-5-5 4-16,5 5-2 0,0 0-3 0,0 0-1 15,0 0 0-15,0 0 1 0,0 0-4 0,0 0 3 16,0 0-5-16,0 0 4 0,0 0 1 16,0 0 3-16,0 0-1 0,1 21-1 0,-1-21 7 0,0 10-8 15,0-10 7-15,0 16 4 0,-1-3 6 16,1-3-1-16,0 7-2 0,-1-2 6 0,1 1-6 0,-1 3-2 15,-2-2-6-15,2 2 3 0,-2-1 5 0,2 2-13 16,-1 3 3-16,-1-3 0 0,2-1 0 16,1-1 0-16,-2 0-2 0,1 3 8 0,0-1-7 0,-2-2 5 15,2-1 5-15,0 0-4 0,-1 4-4 0,4-4-3 16,-4 0 4-16,2 1-2 0,2-2 11 0,-2 3-14 16,1 0 2-16,0 1 3 0,2-3 3 0,-2 3-7 15,0-1-3-15,1 0 6 0,0 1-7 0,0-1 4 16,-2-1 2-16,2-1 3 0,-1 2-8 0,2-3 0 15,1 0 0-15,-4 1 2 0,1-1-9 0,0 0 5 16,2 0-2-16,-3 0 5 0,0-3-3 0,1-1-11 16,-1 3 14-16,1 3-8 0,-1-4 7 0,0 3-2 15,-1-5 2-15,0 2 2 0,-2-2-4 0,3 3-1 16,-1 0 1-16,0-2-3 0,1-2 4 0,-2 6 12 16,2-1-9-16,-1 3 9 0,0-3 4 0,1 3-8 15,-3-2-8-15,2-1 2 0,0 0 11 0,0-3-7 16,-1 3 1-16,2-1-5 0,-1 0-1 0,1 1-4 15,-3 2 2-15,5-2 4 0,-2-3 1 0,0 2-4 16,0 2 1-16,2 1 0 0,-2-1 5 0,2 0-10 16,0 0-1-16,-1 0-2 0,-2-3 11 0,1 1-6 15,1-1-4-15,2-3-8 0,-3 2 7 0,1-1 1 16,0 0 7-16,1-2 6 0,-2 3-12 0,0-2-1 16,2 3 2-16,-2 0 3 0,1 0-5 0,-1-3-11 15,0 3 8-15,4 0 4 0,-2 2-10 0,-1-1 10 16,-1-3-7-16,0 3 11 0,0 4 3 0,0-3-10 15,1-3 2-15,0-1 2 0,1 4-2 0,-1-3 5 16,2-2-11-16,-2 4 10 0,0 2 2 0,0-1-5 16,2-3 1-16,-1 3-2 0,-2-6-8 0,3 2 8 15,-1 0 4-15,1-1-6 0,-2-1-1 0,-1 2 6 16,2-3 3-16,-1-1-3 0,0 2-3 0,-1-1-4 16,0 1-1-16,2 0 3 0,-2-3 0 0,0-7-6 15,-2 12 10-15,4-5-23 0,-2-7 15 0,-3 12-7 16,3-12 3-16,0 10 7 0,0-10-10 0,0 0 4 0,-4 14-1 15,4-14-27-15,-5 7 18 0,5-7-7 16,-5 7-7-16,5-7-5 0,-5 5-4 0,5-5-6 16,-3 6-12-16,3-6-3 0,0 0-14 0,-4 6-58 15,4-6-145-15,0 0 64 0</inkml:trace>
  <inkml:trace contextRef="#ctx0" brushRef="#br0" timeOffset="36542.39">21315 6274 31 0,'0'0'32'0,"0"0"0"0,0 0 2 16,0 0-10-16,0 0 4 0,0 0-4 0,0 0 1 15,0 0-4-15,0 0-2 0,0 0-5 0,0 0 5 16,0 0 3-16,0 0-1 0,0 0-1 0,0 0-1 16,0 0-12-16,0 0 3 0,0 0 4 0,0 0-10 15,0 0 3-15,0 0 0 0,0 0-16 0,0 0 13 16,0 0 3-16,0 0-2 0,0 0-5 0,8-2-6 16,-8 2 10-16,0 0-1 0,0 0 0 0,0 0 8 15,0 0-6-15,0 0 3 0,10 14-4 0,-10-14 3 0,2 7-3 16,1-1 4-16,0 0-1 0,-3-6-5 15,3 10 1-15,-1-3 6 0,-1 2-6 0,0 0 4 16,-1 0-3-16,2 1 0 0,-2 1 2 0,-2-1-6 16,2 3 10-16,0 0-2 0,-1 2 9 0,0 1-5 15,1-3-5-15,-2 1 5 0,2 1-2 0,0-1 2 16,0 2-8-16,-1-1 6 0,1 2-5 0,1-5 4 16,-1 5-6-16,2-1 6 0,0 0-1 0,1 1-3 15,-1 0-6-15,1 1 12 0,1-2-4 0,-2 1 2 16,1 2-3-16,-1 2 4 0,4 2-9 0,-4 1 7 0,1 1 1 15,-1 0-6-15,1-1 1 0,-6 1-3 16,3 1 3-16,-1 0-2 0,1-6 0 0,-1 5 4 16,-1 1-2-16,0-3 3 0,-1-2-8 0,2-2 1 15,0 8-1-15,-2-8 5 0,1 1 3 0,0 0-4 0,0 4-4 16,-3-6 7-16,2 1-4 0,2 0 4 0,-2-1-5 16,2 0-2-16,-2 1 0 0,0 0-1 0,0 0 4 15,0-1-2-15,1 0 7 0,-1 1-4 0,1 0-6 16,-1 0 4-16,2 1-5 0,0-2 11 15,0 6-13-15,-1-2 14 0,0 1-7 0,-1 1-3 0,2 2 3 16,-1-2 4-16,1 2-11 0,0-2 3 0,-2 2 2 16,5-1-10-16,-2 0-1 0,0-5 2 0,1 5-1 15,0 0-2-15,0 1-4 0,-1 1-3 0,3-1-11 16,0 0 5-16,-3-1-7 0,2-1-4 0,0 1 1 16,-2-6-6-16,-2 1-1 0,2-2 3 0,0 6-31 15,-1-5-76-15,1 0 34 0</inkml:trace>
  <inkml:trace contextRef="#ctx0" brushRef="#br0" timeOffset="37207.6">21342 8038 57 0,'1'-9'78'16,"-1"9"-2"-16,0 0-7 0,0 0-1 0,0 0-14 15,0 0 0-15,0 0 0 0,0 0-13 0,0 0-9 16,0 0-2-16,0 0-1 0,0 0-7 0,0 0-5 15,0 0 5-15,0 0-6 0,0 0 0 0,0 0 8 16,0 0-9-16,3 23 2 0,-2-15-2 0,0 2-7 16,1 0 1-16,-1 0-5 0,-1 3 10 0,1-1-2 15,-1 4-1-15,3-4 3 0,-1 4-2 0,1-1-3 16,-1 2 7-16,2-1-8 0,-1-1 1 0,1 2-1 16,-1-1 7-16,1 1-9 0,0-1 5 0,-1 0-7 15,2 2 4-15,-3-2-14 0,1 1 15 0,1 2-7 16,1 6 8-16,0-6 2 0,-1 6 0 0,1 1 7 15,0-2-7-15,-3 2-1 0,2 3-4 0,0-3 7 16,1 0-2-16,2 2-3 0,2 2-7 0,-3-2 9 16,-1 0 0-16,2-1-9 0,-2 0 8 0,2-2 1 15,-2 0-7-15,-1-6-10 0,0-1 9 0,0 1 3 16,0-2-3-16,-2 1-2 0,2-1 2 0,-1-1-5 16,-1 0 4-16,-1 0-5 0,1-4-2 0,-1-1 5 0,-1 2-2 15,1 3-18-15,-1 0-4 0,-1-4-2 0,0 5-4 16,1-5 0-16,-2 0-5 0,1 5-15 15,0-1-20-15,-2-5-12 0,3-2-51 0,-3 1-142 16,3-10 63-16</inkml:trace>
  <inkml:trace contextRef="#ctx0" brushRef="#br0" timeOffset="37590.01">21521 9023 61 0,'0'0'76'0,"0"0"-7"0,0 0-7 15,0 0 1-15,0 0 3 0,0 0-10 0,0 0 8 0,0 0-8 16,0 0-4-16,0 0 4 0,7 26-5 0,-5-20-5 16,-1 3-2-16,0 3 7 0,1 0-4 15,-2 0-15-15,2 3 1 0,0 1 7 0,-1-4-12 16,0 3-2-16,3 2-2 0,-4-1-10 0,2-1 3 0,0-2-5 16,-1 3 2-16,-1-1 6 0,2-2-12 0,0-1 1 15,-2 3-10-15,2 1-4 0,0-4 0 0,-1 1-20 16,0-2-7-16,-1 1-5 0,0-1 0 0,1 1 3 15,-1 1 1-15,2-2-9 0,-4 1-35 0,1-1-69 16,0 0-156-16,0-3 70 0</inkml:trace>
  <inkml:trace contextRef="#ctx0" brushRef="#br0" timeOffset="37737.11">21550 9451 62 0,'0'0'72'0,"0"0"-19"0,0 0-30 16,0 0-31-16,0 0-26 0,0 0-36 0,0 0 15 15</inkml:trace>
  <inkml:trace contextRef="#ctx0" brushRef="#br0" timeOffset="53862.17">14642 10990 72 0,'0'0'115'15,"0"0"-3"-15,0 0-5 0,0 0-6 0,0 0-4 16,0 0-3-16,0 0-11 0,0 0 0 0,0 0-2 16,0 0-13-16,0 0-2 0,0 0-8 0,0 0-4 15,0 0-7-15,0 0-3 0,0 0-3 0,0 0 1 16,-21-8-9-16,16 5 3 0,5 3-1 0,-14-4 2 15,9 4-2-15,5 0-8 0,-18-4 4 0,9 1 3 16,-2 0-1-16,0 0-1 0,0 1 2 0,-2 0-4 16,-1 0 7-16,1 0-4 0,-1 1 6 0,7 1-3 15,7 0-1-15,-13-2-1 0,13 2-6 0,-11-1-2 16,11 1-7-16,0 0 0 0,0 0 6 0,0 0 5 0,0 0 6 16,0 0-4-16,53 1 4 0,-21-3-8 15,6 2-2-15,16-3-1 0,3 0-1 0,-1-1-6 0,-3 0-2 16,-1-2-2-16,-14 4 3 0,-1-1-6 0,-1 1-4 15,-4-1-12-15,-2 1-13 0,-2 0-19 16,-10 2-19-16,-3-1-22 0,2 2-21 0,0-3-35 16,-5 3-11-16,-1-1-13 0,-1 3-123 0,-4-2-304 0,-6-1 135 15</inkml:trace>
  <inkml:trace contextRef="#ctx0" brushRef="#br0" timeOffset="54142.81">14855 10982 78 0,'0'0'136'0,"0"0"-6"0,0 0 2 16,-1 8 3-16,1-8 12 0,2 11-6 0,-1-2 6 16,3 2-8-16,-4 3-11 0,4 4-2 0,-2 1-3 15,1 6-13-15,-3 1-14 0,0 0 3 0,-1-2-7 16,1 3-9-16,-2-1-6 0,1-2-8 0,0-5 1 15,1 6-10-15,-2-5-5 0,2-1-7 0,0 1-3 16,3 5-6-16,-3-6 0 0,0 1-6 0,1-1 0 16,1 0-4-16,-1 1-12 0,-1-4-27 0,0 3-26 15,0-2-26-15,-1-1-31 0,-1-4-25 0,2-2-25 16,2 0-35-16,-2 1-158 0,-2-3-364 0,2-1 161 16</inkml:trace>
  <inkml:trace contextRef="#ctx0" brushRef="#br0" timeOffset="54474.62">15205 11339 87 0,'18'-4'197'16,"5"-1"-7"-16,-2 3-1 0,0 4-7 0,-1-2-9 15,0 0-13-15,-4 5-7 0,-3-1-17 0,-4 1-10 0,1 2-6 16,-1 3-4-16,-4-2-7 0,-2 3-9 15,-3 3-9-15,0 1-4 0,-5 2-11 0,-5-2-2 16,-2 2-9-16,1 0-6 0,-3-3-5 0,1 1-5 16,-3-1-2-16,2-1-5 0,-1-1-3 0,1 0 0 0,-4-2-3 15,9-2-5-15,-3-2-3 0,2 0-5 0,3-1-1 16,3-1-3-16,-1-2-3 0,5-2-3 0,-8 8-2 16,8-8 4-16,-1 7-3 0,1-7 0 0,0 0 2 15,9 11-1-15,-2-8-1 0,5 0-6 0,3-1 3 16,4 1 2-16,11-3-7 0,3-3-21 0,2 0-20 15,3 2-27-15,13-3-25 0,3 2-27 0,-1-4-36 16,3-4-33-16,1 3-37 0,-7 0-143 0,-12 2-394 16,3-2 175-16</inkml:trace>
  <inkml:trace contextRef="#ctx0" brushRef="#br0" timeOffset="54660.38">16248 11333 121 0,'0'0'208'16,"7"-5"-4"-16,0 4-5 0,-1-1-16 0,6 0-16 16,-2 0-13-16,9 0-14 0,-1 1-16 0,10-2-11 15,-6 3-10-15,0 0-24 0,6 0-27 0,-7 0-40 16,-2 0-36-16,-2 2-35 0,-3-2-22 0,-2 1-23 16,-6 2-9-16,2-1-11 0,-3 1-102 0,-5-3-244 15,1 9 107-15</inkml:trace>
  <inkml:trace contextRef="#ctx0" brushRef="#br0" timeOffset="54792.71">16480 11373 131 0,'-11'5'57'15,"-2"-1"5"-15,2 1 10 0,-2 2 10 0,0-2-8 16,3 0 2-16,-2 0 9 0,2 0 10 0,0 0-2 16,1 0 2-16,3-1-1 0,0-2-7 0,6-2-2 0,-5 5 7 15,5-5 4-15,0 0-5 0,0 0-7 0,9 11-5 16,1-8-12-16,3-2-8 0,6 1-28 16,2-3-31-16,10-3-35 0,3 2-49 0,6-3-52 0,-5 0-120 15,15-2-276-15,-14-2 122 0</inkml:trace>
  <inkml:trace contextRef="#ctx0" brushRef="#br0" timeOffset="55233.8">17769 10959 15 0,'-8'-5'213'16,"-2"0"-5"-16,5 2-3 0,5 3-9 0,-8-5-7 0,8 5-21 16,-7-5-6-16,7 5-17 0,0 0-11 0,0 0-12 15,20-7-10-15,1 1-8 0,10 2-13 16,4-1-6-16,4 1-4 0,18-1-11 0,-1 1-4 0,0-2-11 15,-1 2-10-15,-17 3-26 0,15 1-27 0,-20-2-30 16,-4 0-25-16,-1 1-30 0,-10-1-42 16,0 1-32-16,-5 2-164 0,-5-1-357 0,-8 0 158 0</inkml:trace>
  <inkml:trace contextRef="#ctx0" brushRef="#br0" timeOffset="55465.96">18077 10926 132 0,'0'0'200'16,"0"0"-18"-16,0 0-15 0,0 0-10 0,0 0-7 15,0 0 1-15,-11 7 8 0,11 1-3 0,-1 2-11 16,1 3-10-16,-1 2-12 0,-2 3-8 0,2 2-8 16,-1-1 0-16,0 6-17 0,1-5-7 0,0-1-6 15,1 0-11-15,-2 7-7 0,1-7-5 0,1 0-5 16,-1-1-2-16,1 0-24 0,-2 2-28 0,2-1-33 15,-1-2-31-15,0 2-38 0,2-2-41 0,-1 2-34 16,-1-2-183-16,1 0-394 0,-3 0 175 0</inkml:trace>
  <inkml:trace contextRef="#ctx0" brushRef="#br0" timeOffset="60164.5">17752 11554 101 0,'0'0'110'0,"-10"1"-8"16,10-1-5-16,-13 0-6 0,13 0-2 0,-15 1-4 15,8 1-9-15,7-2-7 0,-16 1-3 0,9 0-6 16,7-1-10-16,-18 2 4 0,9-2 2 0,3 2-2 16,6-2 4-16,-14 0 2 0,6 1-1 0,8-1-1 15,-11 0-1-15,11 0 3 0,-8 2 1 0,8-2-1 16,0 0-2-16,-10 1-3 0,10-1-2 0,0 0-11 15,0 0 6-15,0 0 5 0,0 0-2 0,37 1-1 16,-4 1-9-16,6-5-3 0,17 0 0 0,4-3-2 16,1 1-5-16,0 2-6 0,5-3-4 0,-4 1 0 15,0 0 0-15,-2 0-3 0,-7 4-3 0,-14-2-14 16,-5 3-11-16,-3-2-32 0,-9 2-33 0,-2 2-16 0,1-2-24 16,-5 0-35-16,1 4-23 0,-7-1-110 0,1 1-305 15,-5 0 135-15</inkml:trace>
  <inkml:trace contextRef="#ctx0" brushRef="#br0" timeOffset="60561.96">17896 11757 140 0,'0'0'168'0,"0"0"-10"0,0 0-9 16,0 0-5-16,0 0-5 0,0 0-6 0,23 12-10 16,-12-9-7-16,-1 3-11 0,-1 3-8 0,1-1-8 15,-2 1-11-15,1 4-6 0,-2 1-5 0,0 1-10 16,-5 1-4-16,1 0-4 0,-3 0-2 0,-3 1-6 16,-1-1-7-16,-3 3 0 0,-2-2-3 0,-3-2-6 15,1 2-3-15,-6-1-3 0,3-4 3 0,-1 0-4 16,1-1-1-16,-2 0 1 0,2-3-3 0,3-2 0 15,-1 0-6-15,3-2 2 0,3 1 3 0,-2-2 9 16,2 1 3-16,6-4 5 0,-9 2 2 0,9-2 1 16,-5 3 0-16,5-3-5 0,0 0-1 0,0 0-2 0,0 0-6 15,0 0-2-15,0 0 1 0,0 0-3 16,34-4-1-16,-16-1 0 0,4 3 1 0,0 1-4 16,7 0-2-16,0-2-5 0,3 2-19 0,3-1-21 15,-2 0-29-15,2 1-34 0,2 0-29 0,4-2-38 0,-3 0-55 16,0 0-116-16,2 1-364 0,-2-3 161 0</inkml:trace>
  <inkml:trace contextRef="#ctx0" brushRef="#br0" timeOffset="60786.23">19258 11540 30 0,'0'-13'252'0,"0"13"-23"16,1-6-20-16,-1 6-23 0,10-9-19 0,-1 7-18 15,4-4-15-15,5 0-13 0,2 3-16 0,-2 1-14 16,4-1-38-16,-1 4-35 0,0 2-35 0,-1-2-50 0,-1 2-38 16,-2 0-37-16,-4 3-94 0,-4-1-255 15,-2 1 113-15</inkml:trace>
  <inkml:trace contextRef="#ctx0" brushRef="#br0" timeOffset="60927.46">19188 11675 121 0,'-10'0'196'0,"10"0"-6"16,0 0-11-16,0 0-22 0,0 0-14 0,0 0-17 16,0 0-10-16,37-3-17 0,-10 0-20 0,6 2-42 15,3 0-55-15,19-3-62 0,0 2-145 0,1-1-242 16,3-5 107-16</inkml:trace>
  <inkml:trace contextRef="#ctx0" brushRef="#br0" timeOffset="75798.23">21351 10818 115 0,'2'-5'129'0,"-2"5"-10"15,0 0-11-15,0 0-2 0,0 0-2 0,0 0 2 16,0 0 2-16,0 0-1 0,0 0-2 15,-5 26 0-15,1-14 9 0,3 6-13 0,-3 1-4 0,0 6-11 16,1-6-7-16,-1 9-6 0,0-2-8 0,2 3-5 16,0-2-2-16,1-2-7 0,-2 2-9 0,2-4 0 15,0-4-5-15,1 0-3 0,0-1-6 0,-3 0 3 16,3 1-6-16,-2-2-2 0,-1-1-18 0,3-3-27 16,0-1-21-16,0 1-35 0,0-3-25 0,-1 0-28 15,1 2-19-15,-2-3-140 0,1-1-313 0,1-8 138 16</inkml:trace>
  <inkml:trace contextRef="#ctx0" brushRef="#br0" timeOffset="75987.98">20890 11404 34 0,'0'0'134'16,"24"5"-4"-16,-1-4-17 0,10-2-6 0,4-1-9 15,23 2-2-15,3-3-8 0,2-2-19 0,1 1-1 16,26-3-21-16,-31 2-22 0,-3 5-24 0,-3-3-27 16,-18 4-26-16,-1 0-30 0,-8 4-60 0,-10-2-153 15,-6 1 67-15</inkml:trace>
  <inkml:trace contextRef="#ctx0" brushRef="#br0" timeOffset="76351.58">21087 11630 60 0,'6'12'163'0,"-6"-12"-1"0,7 7-6 16,-3-3-9-16,-4-4-3 0,4 11-15 0,-5-2-10 16,-2 1-7-16,1 2-11 0,-7 4-9 0,-2 1-5 15,-5 4-11-15,-1-1-8 0,-3-1-1 0,-3 0-10 16,0-2-3-16,0-1-8 0,-4-1-2 0,1-2-8 15,1 1-2-15,4-6-5 0,3-1-6 0,4-3 2 16,3 2-2-16,2-2-6 0,0-1 4 0,3-2 1 16,1 2 2-16,5-3 0 0,-10 2 1 0,10-2 0 15,0 0-3-15,-8 2-1 0,8-2-4 0,0 0-3 16,0 0-3-16,0 0 1 0,0 0 7 0,0 0 4 16,35-3 3-16,-23 2 1 0,1 1 6 0,5 0-1 15,1 1-5-15,-1 0-1 0,-1 2 0 0,2 1-7 16,-2-1-1-16,-1 4-2 0,2 0 1 0,-1-1-14 15,-3 1-24-15,3 0-15 0,-3 1-35 0,3 0-34 16,-2-1-26-16,-3 0-32 0,4 0-36 0,-5 0-118 16,6-1-341-16,4-3 152 0</inkml:trace>
  <inkml:trace contextRef="#ctx0" brushRef="#br0" timeOffset="76651.95">21569 11740 1453 0,'8'-26'48'0,"-4"7"84"16,-4 2-42-16,1 1-51 0,-4 5 15 0,1-1-15 16,-3-1 6-16,1 4 2 0,-1-1-1 0,0 1 5 15,0 3 0-15,0 0-1 0,1 2-4 0,4 4-2 16,-10-5 0-16,10 5 0 0,0 0 4 0,-17 9-2 16,9-1-3-16,1 7-1 0,-1-1-5 0,-2 9-2 15,0 2-1-15,-1 1-1 0,5-1 0 0,-2 3 3 16,4-1-7-16,1 3 3 0,-4-2 0 0,3 2-1 0,2 1-5 15,-3-2-2-15,2 0 1 0,-2-2-3 0,3 0-7 16,-1-2 1-16,2-6-3 0,-2 6 2 16,1-7-5-16,-4 6 3 0,4-6-2 0,-1-1-9 15,2 2-27-15,-2-2-22 0,-3 0-24 0,4-2-23 0,-2-2-39 16,-1-4-32-16,-1 1-37 0,3-3-20 0,-5-4-123 16,5 1-373-16,3-4 165 0</inkml:trace>
  <inkml:trace contextRef="#ctx0" brushRef="#br0" timeOffset="76803.84">21339 11963 150 0,'0'0'165'0,"0"0"-15"0,3-13-19 0,2 9-10 16,4-1-11-16,4 3-16 0,5-5-2 0,2 3-13 16,11-1-11-16,-1 2-32 0,4 2-29 0,2 0-35 15,0 1-32-15,3 0-47 0,-3-1-61 0,-1 1-182 16,0-3 80-16</inkml:trace>
  <inkml:trace contextRef="#ctx0" brushRef="#br0" timeOffset="77040.92">21624 11573 1 0,'0'0'134'0,"0"0"-22"0,30-2-13 16,-9 0-32-16,10 0-30 0,4 0-41 0,0-1-71 15,4-3-81-15,0 0 37 0</inkml:trace>
  <inkml:trace contextRef="#ctx0" brushRef="#br0" timeOffset="84562.14">9297 12654 11 0,'0'0'228'0,"-9"-4"-11"0,9 4-15 0,-4-7-22 16,4 7-15-16,0 0-15 0,23-15-12 0,4 6-5 15,0 1-11-15,10-4-10 0,17-1-8 16,3 2-9-16,-1-2-10 0,-1 5-11 0,-2-1-10 0,-14 5-7 16,-3 0-17-16,-1 3-27 0,-10 0-30 0,-6-1-35 15,0 2-36-15,-7 3-21 0,-3-2-22 0,0 1-14 16,-4 0-130-16,-5-2-298 0,1 9 133 0</inkml:trace>
  <inkml:trace contextRef="#ctx0" brushRef="#br0" timeOffset="84773.47">9472 12621 113 0,'-9'1'127'0,"9"-1"-7"0,-14 0-13 15,9 1-10-15,5-1 15 0,-9 10 13 0,7-4 7 16,-5 5 5-16,1 4 1 0,0 3-6 0,-1 6-7 15,-1 1-3-15,1 2-4 0,-1 1 1 0,-2 2-9 16,2-1-8-16,2 3-7 0,-3-2-8 0,0 5-8 16,1-5-4-16,0 1-8 0,3-2-11 0,-5 0-1 15,4-1-11-15,-1-4-31 0,2-5-27 0,4-1-35 16,-2-3-32-16,1 1-40 0,-1-4-48 0,3-2-194 16,-1-2-392-16,2-2 174 0</inkml:trace>
  <inkml:trace contextRef="#ctx0" brushRef="#br0" timeOffset="85649.15">9371 12966 90 0,'13'-4'176'0,"0"1"-13"16,8 1-9-16,9-2-14 0,2 0-16 0,1 0-5 15,1 2-14-15,4-1-9 0,-4-4-10 0,3 5-8 0,-1-1-5 16,0-3-8-16,-3 1-3 0,-1-1-10 15,-1 2-10-15,-5-2 1 0,-4 3-1 0,-5-1-2 16,-7 0 1-16,1 0 9 0,-4 1 0 0,-2 0 1 16,-5 3-3-16,6-7 2 0,-3 2-2 0,-3 5 4 15,0 0 2-15,0 0-4 0,0 0-6 0,0 0-6 16,-15-7 0-16,15 7-5 0,0 0-1 0,-20 12-3 16,13-6-5-16,-1 2-1 0,0 3 0 0,1 2 1 15,0-1-3-15,2 0-2 0,3 2-1 0,-1 1-1 16,3-3 2-16,1-1-4 0,4 0 1 0,2-2 0 0,3 1-1 15,-2-3 0-15,3 0-1 0,2-4-3 16,0 2 3-16,1-7-2 0,0 2-2 0,1-4 0 16,3-2 0-16,-1-4 2 0,-2 2-3 0,2-3-2 15,-3 2-1-15,2-3 3 0,-3 1-4 0,-1-2 1 0,-1 0 0 16,1 0-1-16,-3-2 0 0,-1 1 0 0,-1-2-1 16,-3 5 3-16,-3-2-3 0,3 1-1 0,-1 2 0 15,-2-1 0-15,0 3 2 0,0 2-1 16,-1 6-3-16,2-10-1 0,-2 10-2 0,0 0-2 0,0 0 2 15,0 0 0-15,0 0 2 0,-5 24 2 0,1-9-4 16,1-2 2-16,1 3 0 0,-1 2 2 0,2 2-3 16,2-3 2-16,2 0-1 0,0-1 3 0,4-2 2 15,3 1-1-15,1-1 0 0,2-5 4 0,4 0 2 16,2-3 0-16,-1-1-4 0,4-5 9 0,-1-2 1 16,5-3-7-16,2-5 2 0,-1-2-2 15,-3 0 0-15,0-3 1 0,-3 0 2 0,-1 0 5 0,-1-6 3 16,-2 0 1-16,-2 0 0 0,-3-3 0 0,1-2-5 15,-4 0 17-15,0-1 4 0,-3-1-2 0,-2 0-8 16,-2-2-7-16,1-1-2 0,-3 4 3 0,-3-3-3 16,0 3-2-16,0 2 4 0,3 9 5 0,-2 3 4 15,0 4-2-15,2 1-10 0,0 8-5 0,-1-9-3 16,1 9 1-16,0 0-7 0,0 0 4 0,0 0-3 16,-6 45 2-16,2-15 0 0,0 0-1 0,-1 5-3 15,0-2 2-15,3 2-2 0,4-5-2 0,-1 2 0 16,5-2 4-16,1-5-1 0,0 0-2 0,4-2 2 15,-1-6 1-15,0-2 5 0,2 1-3 0,3-2-1 16,-1-4-3-16,-1-2 6 0,0-3-2 0,-1 0-5 16,2-2 2-16,0-3 2 0,-2-3 0 0,2-1-4 15,3-2 2-15,-2-4-3 0,0-2 2 0,-1-3-3 16,4-3-1-16,-4-3 2 0,0-2 0 0,-1-2-3 0,-2-2 1 16,1-2-1-16,-5-1 5 0,-1-2 0 15,0-2-1-15,-1 4-4 0,0 1 3 0,-1 4-1 16,-2 7 4-16,-2 5 14 0,1 2 1 0,-1 3-1 15,0-1-8-15,0 9-4 0,0 0 0 0,0 0-2 16,0 0 4-16,0 0-2 0,-7 38 6 0,4-11 0 16,-3 5-2-16,3 0-1 0,-4 0 0 0,4 2-2 15,1 1-3-15,0 0-12 0,4-2-41 0,2 14-41 16,-4-15-49-16,4 0-59 0,6-2-52 0,2 1-257 16,2-7-548-16,2 0 243 0</inkml:trace>
  <inkml:trace contextRef="#ctx0" brushRef="#br0" timeOffset="86132.14">11526 12711 115 0,'-1'-7'295'0,"1"7"-28"16,-3-13-27-16,3 13-17 0,0 0-11 0,0 0 2 15,0 0-15-15,-20 23-20 0,11-8-18 0,2 2-10 16,1 2-16-16,4 0-13 0,0 5-12 0,4-6-8 0,0 0-10 15,4 0-10-15,2-1-2 0,0-1-16 16,4-2-2-16,0-2-3 0,3 0-7 0,1-2-2 16,-1-3-8-16,-4-3-1 0,3-1-3 0,-2 0-6 15,0-3 9-15,-2-2-13 0,1-2 0 0,-2 0-5 0,1-3 2 16,-2-3-6-16,0 1-1 0,-3-1-5 16,0-3-4-16,1-2-1 0,-1 1-4 0,-1-2-5 15,-1 0 4-15,-2 6-3 0,0-2-2 0,3 7-2 16,-4-3-1-16,0 8-2 0,2-7 3 0,-2 7-4 0,0 0-1 15,0 0-1-15,0 0 6 0,0 0-3 0,3 25 3 16,1-12-3-16,-4-3-2 0,3 1 5 0,-1 3 1 16,2-4 0-16,3 0 4 0,-1-1 0 15,8 2 0-15,-5-5 3 0,2-1-1 0,-1-1-1 16,3 0 6-16,3-4-11 0,-1 0 3 0,-1-3 2 0,1-2 3 16,2-3 3-16,-2 1-7 0,-1-5 9 0,-1 3-2 15,-2-5 4-15,0 0 3 0,-3 0-3 0,0-3 8 16,-4 1-6-16,4-3-3 0,-6 0-2 0,-2 0 1 15,2-1 2-15,-2 3-6 0,-2 1-1 0,2 3-10 16,-2 4-15-16,-2-1-22 0,2 3-34 0,-2 2-28 16,4 5-23-16,-9-2-15 0,9 2-25 0,-9 9-27 15,5 0-20-15,-1 3-20 0,5-1-167 0,-5 1-432 16,8-1 192-16</inkml:trace>
  <inkml:trace contextRef="#ctx0" brushRef="#br0" timeOffset="86406.27">12111 12779 91 0,'18'-6'182'0,"-7"4"8"0,1-2 4 0,-4-1-10 15,-3 1-3-15,-1-1 0 0,-4 5 4 0,5-9-6 16,-5 9-6-16,0 0-3 0,0 0-16 0,-13-11-14 16,13 11-14-16,-14 0-4 0,14 0-11 0,-20 7-9 15,8-1-11-15,0 2-4 0,-2 1-7 0,2 3-7 16,0 0-9-16,2 2-4 0,1-1-7 0,5-1-4 16,-1-1-9-16,1 1 0 0,2 0-3 0,0 0-3 15,6-2-10-15,-2 1-10 0,0-4-2 0,4 3-3 16,2-5-9-16,1 1-9 0,0-2-7 0,1-2 4 15,0 0-5-15,1-2 3 0,0 1 0 0,-1-2 6 16,2 1-5-16,-3-2 3 0,-4 0 2 0,-5 2-2 16,13-2 0-16,-13 2-1 0,9-1-2 0,-9 1 4 15,0 0-3-15,9 3 2 0,-9-3-7 0,8 7-26 16,-4-3-39-16,0 2-47 0,1 1-55 0,-1-3-39 16,1 2-204-16,4 0-462 0,-4 1 205 0</inkml:trace>
  <inkml:trace contextRef="#ctx0" brushRef="#br0" timeOffset="86873.82">12437 12743 234 0,'-2'-13'252'0,"-1"1"4"0,0 2-9 0,2 3-21 16,1 7-23-16,-3-10-25 0,3 10-18 0,0 0-19 15,0 0-12-15,7-4-15 0,-7 4-8 0,0 0-12 16,16 20-10-16,-9-9-9 0,4 2-4 0,-2 2-6 15,-1 1-10-15,2-2-5 0,-1 0-5 0,2 1-1 16,-3 0-4-16,-2-5-2 0,-1 1-11 0,1-1 0 0,-4-3-12 16,0-1-8-16,2 2-6 0,-1-4-5 15,0 1-5-15,-3-5-3 0,4 9 4 0,-4-9 1 16,2 5 2-16,-2-5 1 0,0 0 3 0,0 0-4 0,0 0-3 16,0 0-2-16,0 0 2 0,0 0-3 15,18-16-1-15,-9 9 2 0,2-2 2 0,3 0 0 0,1 0-3 16,-1 1 7-16,4 1 0 0,-3 0 1 15,-1 4 6-15,2-3 0 0,-4 3 2 0,5-1 5 0,-3 1-3 16,-1 2 1-16,-1-1-2 0,1 2 4 0,1-1 1 16,-3-1 1-16,4-1-1 0,-1 2 2 15,1-4 6-15,-1 0 4 0,-3 0 11 0,3 2 1 16,-3-4 9-16,-2 0-1 0,2 1 2 0,-4-2-3 0,-1 0-4 16,1 0 2-16,-1 0 0 0,-2 2 4 0,-2-1-4 15,-2-1-6-15,0 8-3 0,-6-16 2 0,0 11-8 16,-1 2 0-16,1-1-7 0,-3 2 2 0,-5 2-6 15,-4 3 0-15,0 6-2 0,-7 1-2 16,1 3 1-16,0 4-2 0,3 1-1 0,5-2-20 0,5 0-32 16,-2 5-29-16,4-3-48 0,8 0-63 0,2-1-67 15,3 3-249-15,5-4-541 0,11 4 240 0</inkml:trace>
  <inkml:trace contextRef="#ctx0" brushRef="#br0" timeOffset="87442.93">13482 13054 70 0,'4'-11'260'16,"4"-1"-11"-16,4-4-20 0,-1-1-7 0,5-2-16 16,2-1-17-16,3 1-11 0,-2-2-11 0,-1 2-11 15,0-1-10-15,2 2-12 0,-3-4-9 0,-6 5-2 16,1-5-8-16,-2 5-10 0,-1 0-9 0,-5 0-9 15,1 3-7-15,-5-1-1 0,0 5-4 0,-3-1-12 16,-3 1-2-16,-1 3-10 0,-2 1-2 0,-2 1-4 16,-4 2-7-16,-4 3-2 0,1 2-4 15,2 2-4-15,-4 0-3 0,3 3-4 0,7 1 0 0,-5 2-9 16,6-2-1-16,-1 2 1 0,6-1 4 0,4 3-2 16,0-4-3-16,6 3 2 0,-2-1-1 0,7-3 0 15,2 3-3-15,5-1-2 0,2-3-1 0,-2-2 0 16,3 2-1-16,-4-2-1 0,1-1 1 0,-7 2-5 15,3-1 0-15,-1 0 1 0,-6 2-3 0,3 0 1 16,-4 2-2-16,-2-3 4 0,1 5 1 0,-1-1-5 16,-2 0-1-16,3 2 5 0,0 0-3 0,-3-1-1 15,4 1 4-15,-1 0-1 0,1 0 4 0,2-1 1 16,5 1-2-16,5 2-3 0,-2-6 10 0,4-5-10 16,9 1 3-16,-1-6-4 0,0-1-9 0,-1-2 0 15,0 0-4-15,-7-1-2 0,1 1 4 0,-6-5 6 16,3 3-7-16,-5-3 4 0,1 1 3 0,-5-2 3 15,-4 3-3-15,3-2-3 0,-3-5 1 0,2 1 5 16,-7-2-7-16,3 1 2 0,-6 1 8 0,1 5-2 16,0 1 6-16,-4-1 0 0,2 6-3 0,0-2 2 15,4 6 1-15,-15-1-4 0,15 1 0 0,-19 7 6 16,3 3 6-16,1 5-14 0,4 0 3 0,-3 0-3 0,5 3-1 16,2 0 4-16,3 0-1 0,1 0-6 0,3 1-33 15,5-2-41-15,0 0-48 0,4 0-58 16,4-5-53-16,3-2-54 0,2-2-148 0,10-4-476 0,2 0 210 15</inkml:trace>
  <inkml:trace contextRef="#ctx0" brushRef="#br0" timeOffset="87633.89">14418 12803 173 0,'-7'-5'233'0,"1"1"-5"15,-4 1-4-15,-3 3-8 0,2 4-6 0,-5 2-9 16,1 2-15-16,-2 3-13 0,4 1-13 0,-1 1-18 15,3 0-12-15,-1 2-11 0,4 2-13 16,2-3-10-16,3 1-10 0,1 2-10 0,4-4-6 16,3 1-21-16,4 2-36 0,0-4-37 0,6 0-39 0,4-4-49 15,0-4-42-15,11 3-51 0,-2-5-185 16,-9-3-421-16,10-3 188 0</inkml:trace>
  <inkml:trace contextRef="#ctx0" brushRef="#br0" timeOffset="87851.28">14746 12592 188 0,'4'-27'252'0,"-4"9"11"0,1 7 1 0,-1-2-1 0,1 4-16 15,1 2-22-15,-2 7-27 0,0-7-20 16,0 7-3-16,0 0 18 0,-5 27-2 0,-2 0-11 0,2 2 0 16,-5 6-21-16,2 0-9 0,1 0-18 0,-6 11 0 15,4-12-20-15,2-1-5 0,0 3-12 0,-2-2-3 16,4-1-26-16,-1-1 0 0,0 0-34 0,2-4-53 15,-2-2-48-15,4-8-57 0,-1-3-59 0,-1-3-46 16,4 0-53-16,-2-1-28 0,2 0-174 0,-2-7-526 16,2-4 233-16</inkml:trace>
  <inkml:trace contextRef="#ctx0" brushRef="#br0" timeOffset="88102.22">14494 12836 226 0,'0'0'247'15,"0"-11"-21"-15,0 11-14 0,9-7-15 0,0 2-10 16,5 1-15-16,6 2-20 0,2-2-11 0,8 2-9 16,1-1-11-16,3 3-9 0,-3-4-9 0,3 1-6 15,-3 2-9-15,1 0-2 0,-4-2-6 0,-9 2-4 16,0 1-8-16,-5 0-4 0,-1-1-5 0,-1 2-8 16,-5 1-5-16,1 1 4 0,-3 1 3 0,1 0 5 15,-2 2 0-15,1 3-5 0,-1-1 6 0,-2 3-6 16,-2 0-4-16,2 1-6 0,-4-1-1 0,0 3-9 15,1 0-5-15,-2-1-31 0,0-2-36 0,1 1-41 16,0 4-54-16,-3-2-75 0,3-1-82 0,-1-5-170 16,-1 1-500-16,0-1 221 0</inkml:trace>
  <inkml:trace contextRef="#ctx0" brushRef="#br0" timeOffset="88263.38">14856 12630 113 0,'0'0'78'0,"15"0"-70"16,-15 0-42-16,16 3-35 0,-2-3 16 0</inkml:trace>
  <inkml:trace contextRef="#ctx0" brushRef="#br0" timeOffset="88504.43">15357 12477 221 0,'-3'-6'271'0,"3"6"-6"15,-6-9-17-15,6 9-26 0,-5-6-25 0,5 6-10 16,0 0 12-16,-12 17 4 0,2 6 3 0,0 6-11 16,-2 3-10-16,-4 14-8 0,-2 1-15 0,0-2-17 15,3 1-4-15,-2-3-12 0,4-9-24 0,-3-1 1 16,3 11-8-16,3-9-7 0,0 1-9 0,0-6-3 15,1 3-6-15,2-5-13 0,-2-1 1 0,4 0-8 16,0-6-6-16,0-2-14 0,2-1-31 0,1-2-42 16,-2-4-38-16,-1-1-32 0,3-1-45 0,-2 0-41 0,-1-2-38 15,3-3-47-15,-5 1-245 0,7-6-568 0,-13 2 252 16</inkml:trace>
  <inkml:trace contextRef="#ctx0" brushRef="#br0" timeOffset="88763.84">15049 12904 181 0,'27'-9'169'0,"1"0"-10"0,0 3-9 15,1-1-12-15,1 3-8 0,2-1-12 0,-1 2-5 0,1-1-8 16,-4 1-14-16,1-1-7 0,-1 1-5 0,-8 1-7 16,-2 1-5-16,2-2-4 0,-1 2-8 0,-4 0-2 15,-3-1-2-15,-2 2-6 0,-1 0-5 0,-9 0 1 16,11 0-10-16,-11 0 2 0,9 3-1 15,-6 1 2-15,-3-4 8 0,2 12 0 0,-2-2 20 0,-1 0-18 16,-2 3 0-16,1 2-2 0,-2-2-2 0,0 3-4 16,-1-2-3-16,0 5-1 0,1-2-16 0,-2-2-32 15,2 2-46-15,0-3-38 0,-2-3-43 16,3-1-59-16,-1 2-139 0,2-7-370 0,-2 3 165 0</inkml:trace>
  <inkml:trace contextRef="#ctx0" brushRef="#br0" timeOffset="88916.12">15388 12676 86 0,'11'-1'108'0,"-1"3"-38"0,3 3-30 0,1 4-38 0,5 9-53 15,-4-2-56-15,2 5 25 0</inkml:trace>
  <inkml:trace contextRef="#ctx0" brushRef="#br0" timeOffset="89367.4">15711 12972 29 0,'0'0'238'0,"10"-4"-16"0,-2 0-10 0,-3-1-4 0,1 1-19 16,1-2-19-16,0 0-17 0,0-2-14 0,-1 1-11 16,2-2-14-16,-2-1-10 0,3 0-10 0,-2 0-8 15,-2-1-10-15,1-1-6 0,-1-3-8 0,-2 3-3 16,-1 0-8-16,0 2 0 0,-2-2-1 0,-2 5-6 15,-3-1-1-15,0 2-3 0,0 1 0 0,-1 1-1 16,-2 2 0-16,-3 2 1 0,0 4 8 0,-4 1 0 16,0 5 9-16,-1 2-1 0,1 4-1 0,1-2 0 15,2 2 2-15,1 0-6 0,1 1-5 0,3 3 4 16,2-2-1-16,1-2-2 0,3 0-2 0,2 3-2 16,3-1-6-16,3 6 0 0,0-9-2 0,2-1-4 15,-1-6 1-15,6 3-6 0,0-1-1 0,1-3-3 16,2-4-3-16,-1 4-1 0,-3-6 4 0,6 0-4 15,-7-2 0-15,-2-2-4 0,3 0-2 0,-3-2-6 16,2-1 9-16,-2-2 6 0,1-6-9 0,-2 0-6 16,1 0 4-16,1-1-4 0,-3 1-3 0,3-3 2 15,-2 0 2-15,1 0-3 0,3 1-2 0,-3 1 6 16,-2 6-1-16,2 0-5 0,-2 0-1 0,-1 2-6 16,2 1 2-16,-1 3-4 0,-2 2 2 0,-6 1 6 15,13 5 5-15,-5 1 8 0,-3 4 7 0,0-1 4 16,-1 4 5-16,0 2-2 0,-4 2-1 0,0 0-6 15,1 8 1-15,-1-6 0 0,0 0-3 0,-1 4-1 16,-1-7-10-16,0-5-39 0,1 1-39 0,-1-1-57 16,1-2-59-16,1-3-74 0,0-6-84 0,0 11-190 15,0-11-578-15,0 0 256 0</inkml:trace>
  <inkml:trace contextRef="#ctx0" brushRef="#br0" timeOffset="91894.43">16640 12855 113 0,'0'0'205'0,"-1"-9"-25"15,1 9-18-15,0 0-12 0,0 0-5 0,0 0-8 16,0 0-7-16,0 0-5 0,-10 29-12 0,8-13-6 0,2 2-13 16,0-1-9-16,3-2-7 0,3 10-5 15,-1-6-7-15,4-3-3 0,0 1-9 0,3-4-3 0,3 0-5 16,-2 0-2-16,3-5-7 0,-3-4-1 15,4 0-2-15,-3-2-3 0,0-1-5 0,-1-4 4 0,-2 1-1 16,2-3-3-16,1-4-5 0,-4 1 3 0,-1-1-2 16,-2-2-3-16,-2 0-1 0,2-4-2 0,-4 3 1 15,-2 0-2-15,2 1 1 0,-3-5-2 16,0 4-2-16,0 2 0 0,-2-2 2 0,1 5 5 0,1 7-1 16,0-14-1-16,0 14-4 0,0-8-5 0,0 8-3 15,0 0 1-15,0 0-1 0,0 0 2 0,0 0-5 16,0 0 3-16,11 20 1 0,-6-10-3 0,6 4 0 15,-2 0 2-15,4 1-2 0,6 5 4 0,-5-6-1 16,1-2-4-16,3 1 3 0,7-1-3 0,-9-2 5 16,2 0-1-16,0-5-2 0,0-1 2 0,-4-4-1 15,-1 1 2-15,-1 1-5 0,-3-5-4 0,-2 1-8 16,-1-1-9-16,1-4 0 0,-4 0-1 0,-1-3 1 16,-2 0-3-16,-3-2-3 0,1 1 6 0,-5-4 3 15,0-1-1-15,-4 1 2 0,1 4 4 0,0-2 0 16,4 2 3-16,-4 3-4 0,5 0 6 0,-1 3-4 15,2-1 4-15,0 0-3 0,4 6 4 0,-3-6-1 16,3 6-2-16,0 0 5 0,0 0-4 0,0 0 3 16,20-1 2-16,-7 3-1 0,6 0 4 0,2 1-4 15,7 0 0-15,-7-3 1 0,10 1-2 0,-2 0 0 16,-1-2 3-16,-1-2-1 0,-7 2 2 0,0-2-2 16,-2 2 4-16,0 0 2 0,-8 0 6 0,-1 0 13 15,0 0 9-15,-9 1-1 0,10-2 5 0,-10 2-3 16,10-1-3-16,-10 1-5 0,0 0-4 0,0 0-3 15,9 4-2-15,-9-4-2 0,4 6 1 0,-4 1-5 16,0-7 4-16,-3 16-5 0,2-6 5 0,1 2-3 16,0-1-1-16,-1 0-9 0,0 1-32 0,-1 3-25 15,1-1-37-15,-2-2-39 0,3-2-36 0,-1 4-32 16,1-4-174-16,-2-3-404 0,0 4 179 0</inkml:trace>
  <inkml:trace contextRef="#ctx0" brushRef="#br0" timeOffset="92067.2">17275 12712 50 0,'0'0'134'0,"-2"-9"-20"16,2 9-20-16,0 0-16 0,4-12-23 0,-4 12-20 15,10-3-10-15,-3 2-16 0,4 0-16 0,3 0-15 16,0 1-15-16,4 0-10 0,1-2-34 0,1 2-86 0,-2 0 38 15</inkml:trace>
  <inkml:trace contextRef="#ctx0" brushRef="#br0" timeOffset="92246.74">17455 12677 219 0,'13'-2'15'0,"-1"-1"9"0,-1-1 13 0,0-2 6 0,1 2 16 16,-3-2 3-16,0 0 39 0,0 0 9 15,-3 1 11-15,-2 1 11 0,1 1-5 0,-5 3-15 16,9-5-11-16,-9 5-13 0,0 0 2 0,9 7 14 0,-6 4 9 16,-2 5 0-16,-1 4 8 0,-2 8-8 0,-2 1-1 15,-1 3-7-15,0 3-9 0,1 1-6 16,-3-1-9-16,3-2-4 0,-2 14-11 0,1-14-4 15,1-3-5-15,0 1-9 0,3-5-11 0,-3-2-21 0,2-6-24 16,0 0-30-16,1-6-38 0,-2 0-27 0,2-2-26 16,0-1-24-16,0-4-24 0,1-5-25 0,-3 9-126 15,3-9-355-15,0 0 157 0</inkml:trace>
  <inkml:trace contextRef="#ctx0" brushRef="#br0" timeOffset="92609.8">17563 12881 121 0,'5'-5'144'0,"3"2"-15"16,3-4 3-16,-2 3-6 0,5 0-10 0,-4 1-9 16,4-1-4-16,-1 2-7 0,-3-2-8 0,4 0-1 15,-1 0-10-15,0 1-8 0,-4-1-3 0,1 2-7 16,0 0 1-16,-1-3-6 0,-2 2-6 16,1 0-4-16,-5-1 4 0,-3 4 0 0,9-6-2 0,-5 2-3 15,-4 4-3-15,5-3-7 0,-5 3-7 0,0 0-6 16,0 0-2-16,0 0-3 0,7 11 5 0,-9 0 1 15,-7 6 0-15,0 8 1 0,-5 0-3 0,1 2 2 16,2 4 2-16,-2-1-4 0,-2-2 1 0,5-1-3 16,2-3-3-16,2-6 0 0,-1-1-5 0,3-2 2 15,2-4-3-15,-1-3 1 0,1-1-1 0,0-1 4 16,2-6-1-16,0 0 0 0,3 8 6 0,-3-8 3 16,0 0-4-16,0 0 2 0,19-12 5 0,-11 5-1 15,0-3-2-15,2 2 3 0,-1-1-2 0,1 0 6 16,0 1 1-16,-1 0-2 0,-3 2-3 0,0 4-7 15,0-1-2-15,2 0-1 0,-8 3 1 0,12 3-2 16,-3 1-8-16,0 3-8 0,0 1-45 0,5 1-56 16,3 1-63-16,-2 3-233 0,4-1-435 0,1-3 193 15</inkml:trace>
  <inkml:trace contextRef="#ctx0" brushRef="#br0" timeOffset="92991.09">18417 13295 2139 0,'10'-14'34'16,"0"-3"40"-16,-4 0 23 0,3 1 5 0,-1-1-30 16,2-3-8-16,0 4 3 0,6-6 1 0,-1 0-9 0,3-1 0 15,0-2 0-15,2 2 1 0,5 0-12 16,-6 2-3-16,5-3-1 0,-1 4-4 0,-1-5-4 16,-2 5-2-16,1-3-7 0,-1-1 0 0,1 2-5 15,-4-2 0-15,0 5-2 0,-4 2-1 0,-2 2-5 0,-3 1 7 16,-2 4-7-16,-2 2 3 0,-3 2-4 0,1 1-1 15,-2 5-7-15,0 0 1 0,-5-11-1 0,5 11-1 16,0 0-1-16,-22 11 13 0,5 0-12 16,5 0-4-16,-1 3-5 0,-1 1-6 0,5 0-5 0,2-1-4 15,2 2-7-15,5-4 1 0,8 5 5 0,0-3 5 16,6 1-3-16,6 4 2 0,4-4 0 0,2 4 1 16,1-1 4-16,-3-1 3 0,2 1-2 15,-6 0 1-15,-6-6-4 0,0 4 3 0,-5-2-2 0,-2-2 5 16,-2 3 2-16,-3-4 3 0,-4 3-2 0,-1-3 0 15,-6 2 1-15,-4 1 2 0,-1-3-18 0,-1 0-18 16,-2 0-30-16,2-2-23 0,-2 0-37 0,2-2-23 16,4-4-23-16,3-1-38 0,1-1-166 0,7-1-409 15,0 0 181-15</inkml:trace>
  <inkml:trace contextRef="#ctx0" brushRef="#br0" timeOffset="93616.06">19122 12762 123 0,'12'-22'229'0,"-4"6"-4"16,-1 0 3-16,-3 6-9 0,1 3-27 0,-3 3-21 16,-2 4-10-16,0 0 2 0,0 0 2 0,8 18-6 15,-8 0 5-15,0 8-12 0,-4 4-9 0,0 2-8 16,-1 0-11-16,0 0-11 0,-1 0-2 0,-2 1-17 16,4-1-3-16,0-1-10 0,1-8-4 0,0-3-8 15,2-1-8-15,-2-7-3 0,2-2-1 0,0 1-16 16,1-5 2-16,0-6-4 0,0 11-2 0,0-11-2 0,-2 7 0 15,2-7-4-15,0 0-5 0,0 0-1 16,12-2-2-16,-12 2-7 0,18-15-12 0,-6 4-2 16,4-4-6-16,3-5-3 0,3 0-4 0,1-2-3 15,1 3-3-15,2 2 2 0,-1 2 1 0,-1 4 0 16,-6 5 0-16,1 2 2 0,-3 2-2 0,-3 2 1 16,-1 3 1-16,1 1 9 0,-3 1-5 0,1 3 3 15,-4 1-2-15,2 5 4 0,-2 0-1 0,-5-2 5 16,2 0-3-16,1-3 2 0,-1 1 2 0,1 0-1 15,0-1 3-15,0-4-5 0,0-1 5 0,3 1 0 16,-3-2 1-16,2-1-4 0,-7-2 6 0,14-2-3 16,-3 0-2-16,-2-3 0 0,0-1-3 0,-1 0 5 15,-1-1 1-15,0-3-1 0,-1 1-5 0,-1-1 6 16,0-1-1-16,0 2 0 0,-1-1 11 0,0-1-9 0,-3 3-5 16,2 1 3-16,0 1-4 0,-3 6 11 0,2-12-15 15,-2 12-2-15,1-5 2 0,-1 5-1 0,0 0-2 16,0 0 2-16,0 0 2 0,0 0 2 15,-16 24-1-15,11-12 1 0,-2 0 5 0,2 3-3 0,0 2 1 16,1-6 0-16,3 2-1 0,-2-2 2 0,3-2 0 16,2-1 3-16,0-1-4 0,3 0 1 0,0 0 3 15,3-1 2-15,0-3 3 0,3-2-1 16,3 2-4-16,3-5 1 0,-3 1-3 0,-1-2-2 0,3-1 7 16,-3 1-2-16,-3-1-4 0,2 0 8 0,-2-1-1 15,-1 1 6-15,-1 2-5 0,-3-2 0 0,-5 4-7 16,10-6-2-16,-10 6 0 0,7 0-6 0,-7 0-6 15,0 0 7-15,0 0 2 0,13 3-22 0,-13-3-25 16,4 7-39-16,-4-1-40 0,2 3-50 0,-2-9-35 16,-3 17-28-16,3-8-47 0,-3 1-169 0,2-3-494 15,1 1 218-15</inkml:trace>
  <inkml:trace contextRef="#ctx0" brushRef="#br0" timeOffset="93809.7">19867 13123 171 0,'5'-10'193'0,"-1"-2"-5"0,4-4 2 15,-2 0 0-15,4 1-14 0,-2 1-12 0,2-1-16 16,-1 1-3-16,1 1-13 0,-1 3-2 0,0 1-2 16,0 2-9-16,0 3-8 0,-3 0-11 0,1 3-9 15,-7 1-4-15,14 3 0 0,-6-1-15 0,-3 1-7 16,2 3-4-16,-1 0-7 0,-3 5-1 0,4 0-8 16,-5-1-5-16,0 2-20 0,-2 0-27 0,0-1-38 15,-2 1-48-15,2-2-43 0,2 0-46 0,-4-1-40 16,2-2-158-16,0-7-411 0,2 9 183 0</inkml:trace>
  <inkml:trace contextRef="#ctx0" brushRef="#br0" timeOffset="94016.16">20187 12837 94 0,'7'-19'187'0,"0"2"21"0,-4 6 12 0,0 0 8 15,0 1-3-15,-1 3-21 0,-1 1-16 0,-1 6-22 16,0 0-4-16,0 0 13 0,0 0-2 0,8 23 12 15,-9-7-16-15,-3 9-9 0,0 4 1 0,-1 0-14 16,0 1-23-16,0-3-17 0,-2 7-4 0,1 0-12 16,1-6-7-16,2 0-5 0,-2-1-42 0,4 0-40 15,-2-8-44-15,3-1-48 0,0-2-50 0,3-4-58 16,0-1-65-16,-3-1-218 0,0-4-527 0,0-6 233 16</inkml:trace>
  <inkml:trace contextRef="#ctx0" brushRef="#br0" timeOffset="94164.31">20090 12982 112 0,'0'0'199'0,"0"-10"-23"16,0 10-17-16,0 0-15 0,11-3-29 0,-3 2-38 0,11-1-39 16,13 2-47-16,18 2-52 0,7-4-98 0,10 4-172 15,26-4 78-15</inkml:trace>
  <inkml:trace contextRef="#ctx0" brushRef="#br0" timeOffset="94959.85">21654 12754 137 0,'0'0'295'0,"-4"-13"-21"16,1 8-18-16,-2 0-18 0,5 5-14 0,-19-4-11 15,6 7 0-15,-7 3-18 0,-6 6-16 0,0 2-12 16,-5 1-11-16,1 3 2 0,5 1-34 0,-1 4-13 16,3-2-8-16,0 1-10 0,8 1-8 0,2-2-10 15,4-2-12-15,4-2-18 0,4 2-24 0,2-2-27 16,4 0-31-16,4-3-39 0,6 0-40 0,8 0-37 15,4-3-18-15,5-2-13 0,5-3-15 0,0-5-6 16,2 2 10-16,-1-6 12 0,-1 0 17 0,-5-5 18 16,-5-1 17-16,-8 1 37 0,0-2 33 0,-3-2 17 15,-2 1 26-15,-4-5 13 0,0 2 25 0,-1-1 6 16,-3-3 21-16,0 3 18 0,-4 3 19 0,-2 2 12 16,0 0 1-16,-1-1 0 0,-2 5-3 0,3 6-3 15,-6-11-6-15,-1 9 7 0,7 2 4 0,-19 2-5 16,8 4-9-16,-5 0 2 0,5 2-12 0,-2 3-1 15,4-1-6-15,-1 3-7 0,0 0-6 0,3-1-5 16,4-1-4-16,1 3-3 0,1 0-3 0,2-2-1 16,2-1-6-16,3-2-4 0,1 1-7 0,1-4-18 15,2-1-12-15,-1 0-7 0,2-2-7 0,-1-3-2 16,0 0-2-16,2-2 5 0,-2 0-1 0,-3-1 4 16,-1-2 0-16,0 1 5 0,2-1 2 0,-2-4 3 0,1 2-2 15,-3-3 1-15,2 4 3 0,-2 1 1 16,0-1 2-16,-4 6 5 0,3-9 3 0,-3 9-7 15,3-4-2-15,-3 4 3 0,0 0-1 0,0 0 8 16,0 0 5-16,0 0 1 0,18 8 0 0,-14-3 2 0,0-2 0 16,3 4 1-16,1-1 0 0,3-1 1 0,0 0-4 15,3-2 0-15,-2-1-2 0,1-2 2 0,6 0 2 16,-1-3-2-16,0-1 1 0,-3-5 1 16,0 0-1-16,-1-2 0 0,-2-1 25 0,-3-1-8 0,2-3 0 15,-4 0-2-15,0-1 3 0,-1 1 7 0,2-2-3 16,-6-3 4-16,3 2 4 0,1-5 0 0,-3 6-2 15,3-3-4-15,-3 5 3 0,-1-2 5 16,3 6 2-16,-2 0 6 0,1 2 2 0,-1 3-6 0,1 0-7 16,-4 7-5-16,2-5-3 0,-2 5 0 0,0 0 2 15,2 20 3-15,-1-2 3 0,-2 11 6 16,-3 0-3-16,-1 6 0 0,-1 0 0 0,-4 11-6 0,3 1-1 16,0 0-5-16,2-2 1 0,0-9-7 15,-3-3-2-15,5 2 2 0,0-4-9 0,0 0-35 0,3-2-13 16,-3-1-36-16,3-2-38 0,-2-7-33 0,0-1-43 15,0-3-62-15,0-3-38 0,-1-2-246 0,-2-2-571 16,1-3 253-16</inkml:trace>
  <inkml:trace contextRef="#ctx0" brushRef="#br0" timeOffset="95162.46">22272 12885 81 0,'12'-2'197'0,"-2"2"3"0,0 4-3 0,-2 3-12 16,1-1-13-16,-4 6-8 0,0 3-7 0,-4 4-7 16,-2 1-13-16,-3 4-12 0,-4 1-15 0,-2 0-9 15,0-3-12-15,-1 1-7 0,0-7-18 0,4-3-26 16,-2 1-25-16,1-3-31 0,1-3-43 0,1 0-49 16,2-1-29-16,3-3-24 0,1-4-133 0,0 0-320 15,0 0 142-15</inkml:trace>
  <inkml:trace contextRef="#ctx0" brushRef="#br0" timeOffset="95479.4">22606 12889 213 0,'-4'-9'240'0,"-1"1"-4"0,-4 2-13 16,0 3-6-16,-4 3-12 0,-3 5-7 0,-4 2-11 16,-5 7-6-16,-2 1-18 0,4 2-13 0,-1 2-7 15,4 1-16-15,3 2-15 0,5-6-13 0,3 3-3 16,2-4-13-16,1-1-5 0,4-1-4 0,2-1-11 15,1-4-5-15,4 0-3 0,3-1-10 0,3-1-12 16,4-5-10-16,2 1-13 0,1-4-11 0,3-1-3 16,-2-3-1-16,-2-2-3 0,0 0-2 0,-1-1-5 15,0-3 2-15,0 0-1 0,-2-4 1 0,-4 2-1 16,-1-1 4-16,0 6 0 0,-3 1 1 0,-1-1 1 0,-1 3 0 16,-1 3 0-16,-3 3-4 0,5-6 5 0,-5 6 12 15,0 0 5-15,0 0 7 0,7 12-5 0,-7-12 2 16,0 19-3-16,0-3 2 0,-1-3-3 15,2 2 1-15,-2 2 0 0,1-4-2 0,1 2-13 0,1-2-37 16,-1-2-56-16,2 2-56 0,2-4-59 0,0-2-249 16,1 0-497-16,4-4 221 0</inkml:trace>
  <inkml:trace contextRef="#ctx0" brushRef="#br0" timeOffset="95838.24">22922 12890 47 0,'0'0'231'0,"-20"5"-3"0,11 3-5 16,-5 3-8-16,4 2-14 0,-4 1-9 0,4 2-9 15,0 2-4-15,1 0-3 0,2 6-16 0,2-9-10 16,4-1-15-16,-2 3-13 0,7 1-13 0,-1-7-5 16,4 0-13-16,0 0-5 0,7-2-7 0,1-2-9 15,3 0-7-15,0-4-5 0,1-3-6 0,3 0-7 16,-3-1-3-16,0-4-5 0,-1-1-1 0,-1-2-4 15,-1-1-7-15,-5 2-1 0,5-6-1 0,-3 1-5 16,-3-2 0-16,2 0-1 0,-5-3-3 0,1 2-1 16,-3 0 2-16,-1-1-5 0,1 1-3 0,-4 5 1 15,0 0 0-15,1 0-2 0,-1 6 0 0,-1 4-5 16,0-9 2-16,0 9 8 0,0 0-5 0,0 0 12 16,0 0-2-16,-20 20 4 0,15-8 2 0,-2-2 3 15,2 7-4-15,-4 1-3 0,7 1-1 0,-2-2 2 16,4-1-1-16,0-4-18 0,2 3-37 0,1-3-40 15,2-1-54-15,5 2-81 0,-1-5-75 0,-1-1-219 16,8-1-546-16,-3-3 242 0</inkml:trace>
  <inkml:trace contextRef="#ctx0" brushRef="#br0" timeOffset="96001.47">23098 12717 30 0,'0'0'208'0,"-8"-2"-18"0,8 2-21 16,0 0-34-16,-6 11-44 0,6-11-56 0,2 13-40 15,2-6-67-15,3 2-59 0,3-1-141 0,5 2 63 16</inkml:trace>
  <inkml:trace contextRef="#ctx0" brushRef="#br0" timeOffset="96214.19">23453 12751 45 0,'6'-7'247'0,"2"-1"11"16,-1-1 10-16,-3 5 4 0,-1-1-10 0,-3 5-28 0,8-6-22 16,-8 6-22-16,0 0-9 0,0 0 11 15,10 9 22-15,-10 2-1 0,-1 7-7 0,-4 11-10 0,1-4-14 16,-5 4-17-16,-1 2-1 0,-2 0-22 0,1 1-15 16,1 1-15-16,-1 1-7 0,1-2-7 0,1-3-11 15,3-3-22-15,2-9-35 0,0 3-32 16,-1-2-24-16,1-5-49 0,2-3-43 0,0 0-45 0,-2-1-36 15,1-1-43-15,0-3-40 0,-2-1-54 0,5-4-168 16,-14 2-546-16,14-2 241 0</inkml:trace>
  <inkml:trace contextRef="#ctx0" brushRef="#br0" timeOffset="96494.06">23439 12950 36 0,'10'-7'174'0,"2"1"0"16,-3 2-1-16,1 4-4 0,-1 0-3 0,-1 4-1 15,-1 2-10-15,1 1-4 0,0 0-10 0,-2 2-1 16,0 4-5-16,2 1-8 0,1 1-9 0,-4-2-10 16,3-1-6-16,1 1 3 0,-2-1 1 0,1-5-3 15,1 0 1-15,0 0 1 0,2-4-1 0,1-3-1 16,1 2-10-16,0-4-5 0,-2 2 0 0,2-5-2 16,-2 0-7-16,1-1-2 0,-2-1-2 0,2-6-6 15,-4 3-10-15,0-3-5 0,-3 2-5 0,0-1-1 16,-2 0-11-16,-2-4-3 0,1 3-8 0,-2-3-10 15,-2 6-19-15,0-2-16 0,-2 2-13 0,-3 0-38 16,1 3-22-16,-3 0-26 0,-1 3-23 0,0 3-26 16,-3 0-32-16,0 3-31 0,-5 5-49 0,-1 2-153 15,1 3-468-15,-1 5 207 0</inkml:trace>
  <inkml:trace contextRef="#ctx0" brushRef="#br0" timeOffset="96820.67">23752 13127 108 0,'19'-6'271'0,"-1"-1"-3"0,1 1-7 16,-2-2 5-16,-2-2-7 0,2 1-24 0,-4-3-6 16,-2 0-15-16,2-2-22 0,-5 0-21 0,2-2-13 15,-2-3-14-15,-3 1-13 0,-1 0-16 0,-4 0 2 16,0-1-24-16,-3 1-12 0,-2 0-10 0,1 1-9 16,-4 2 0-16,5 3-4 0,-3 1-8 0,3-1-8 15,-1 5-3-15,0-3-6 0,1 7 1 0,3 3-9 0,-2-11 0 16,2 11-9-16,0 0 0 0,0 0-7 15,0 0 4-15,11-3 4 0,-11 3-4 0,30 8-5 16,-14 0-1-16,2 0-4 0,0 2-3 0,-3 2 3 16,1 1-3-16,-6 0 1 0,0 2 3 0,-2 0-2 0,-2 0-6 15,-1 0 24-15,-2 0-16 0,-3-1-2 16,3 3 4-16,-3 0 2 0,0 2-5 0,-2-3 12 16,1 1-6-16,1-4-18 0,-1 0-21 0,2-2-26 15,0 0-13-15,2-1-35 0,3-1-22 0,1 0-29 0,1-2-28 16,4 0-33-16,1-1-30 0,0-1-221 15,-2-1-503-15,4-1 222 0</inkml:trace>
  <inkml:trace contextRef="#ctx0" brushRef="#br0" timeOffset="97109.71">24640 12969 2179 0,'0'0'16'0,"0"0"35"0,0 0-13 0,2-9-15 16,-2 9-13-16,0 0-3 0,0 0 4 0,0 0-4 15,6-5 2-15,-6 5-2 0,12 0-3 0,-2 0-18 16,0-1-28-16,3 2-41 0,1 1-37 0,-1-4-52 16,-1 1-151-16,1 0-347 0,1 0 153 0</inkml:trace>
  <inkml:trace contextRef="#ctx0" brushRef="#br0" timeOffset="98312.9">9854 14130 2198 0,'-8'-16'-9'0,"-2"0"27"15,3 0 16-15,2 6 25 0,-1 0 8 0,2 2 1 16,2 1-6-16,1 0-11 0,1 7-9 0,-7-9-5 15,7 9-4-15,0 0-5 0,0 0 4 0,12-3-4 16,-12 3 3-16,19 12 2 0,-2 1-1 0,3 6 2 16,-1 0-1-16,3 2 3 0,-2 6-6 0,-3 0 3 15,1 1 0-15,-4 1-6 0,0-2-2 16,0 0 2-16,-2-1 0 0,2-1-6 0,-4-3-3 0,0-3-2 16,-4-4 1-16,2 0-3 0,-4-3 0 0,1-4 0 15,-2 3-3-15,-2-6 2 0,0 1 5 0,-1-6 14 16,4 9 21-16,-4-9 16 0,0 0 9 0,0 0-3 15,0 0-5-15,0 0-7 0,0 0-2 0,0 0-11 16,14-33-2-16,-4 11-6 0,7-1-4 0,1-5 4 16,2 0-15-16,8-11 3 0,-7 9-6 0,6-9-6 15,0-2-5-15,-7 11 2 0,2 1-4 0,-1 0-8 16,-1 3 12-16,0 3-19 0,-6 2-6 0,0 8-14 16,-6 3-18-16,0 1-28 0,-3 3-42 0,1 2-41 15,-2 2-23-15,-4 2-24 0,0 0-28 0,0 0-32 16,-2 24-225-16,-13-2-523 0,0 3 232 0</inkml:trace>
  <inkml:trace contextRef="#ctx0" brushRef="#br0" timeOffset="98530.45">10112 14369 101 0,'-12'-3'231'0,"12"3"-9"0,0 0-5 15,0 0-14-15,0 0-9 0,-7 3 3 0,7-3-5 16,0 0-7-16,4 15-15 0,-3-4-5 0,2 2-5 15,2 7-13-15,-1 6-13 0,-2 4-14 16,1-2-8-16,-4 3-6 0,1 1-13 0,0-3-10 0,0 0-6 16,-2-3-8-16,0 4-3 0,1-7-12 0,-1 4 0 15,2-7-10-15,3 4-24 0,-3-6-28 0,1-3-34 16,-1-2-44-16,3-1-36 0,2 0-49 0,-2-2-65 16,0-1-223-16,1-2-496 0,-1-3 219 0</inkml:trace>
  <inkml:trace contextRef="#ctx0" brushRef="#br0" timeOffset="98692.19">10599 14479 137 0,'14'-2'178'15,"4"0"-23"-15,1 0-34 0,-1 0-43 0,3 0-60 16,-2 0-61-16,-8 4-65 0,5-2-116 0,-7 0 52 15</inkml:trace>
  <inkml:trace contextRef="#ctx0" brushRef="#br0" timeOffset="98845.01">10689 14623 67 0,'0'0'259'0,"-7"4"-17"0,7-4 1 0,0 0-6 15,-5 6-19-15,5-6-23 0,0 0-17 0,0 0-17 16,0 0-14-16,0 0-17 0,14 7-37 0,-2-7-53 15,1 0-65-15,6-3-76 0,1 2-83 0,-1-2-133 16,11-5-344-16,-2 1 153 0</inkml:trace>
  <inkml:trace contextRef="#ctx0" brushRef="#br0" timeOffset="159877.91">12976 13791 61 0,'0'-6'198'0,"-2"-4"-18"0,2 10-11 0,-3-12-9 15,-1 5 1-15,2 1-2 0,2 6-8 0,0-13-2 16,0 13-4-16,-4-10-13 0,1 5-6 0,3 5-6 16,-2-7-13-16,2 7-8 0,0 0-10 0,-4-7-14 0,4 7-8 15,0 0-7-15,0 0-11 0,0 0-1 0,0 0 2 16,0 0-6-16,0 0 0 0,6 39-1 0,-3-20-3 16,1 6-3-16,0 3 3 0,0 0 12 15,-1 0-2-15,-1 1-5 0,3 1-2 0,-3-1-7 0,3 2-5 16,-3-1 2-16,2-1-7 0,0-1-20 0,-1 0-1 15,-1-1 1-15,2 1-2 0,-2-3 1 16,1 2-16-16,0-3-6 0,-3-4-14 0,0-1-16 16,0 0-21-16,0-2-26 0,0 0-22 0,0-5-45 15,-2 1-32-15,1-1-24 0,-2-1-148 0,-1 0-396 16,-2-2 175-16</inkml:trace>
  <inkml:trace contextRef="#ctx0" brushRef="#br0" timeOffset="160156.64">12421 14479 31 0,'0'0'160'0,"0"0"-8"0,0 0-9 0,20 5-5 15,12-7-12-15,8-1-6 0,23-4-6 0,31-7-14 16,6 0-1-16,3 0-7 0,4-5-2 0,3 2-3 15,-1 5-7-15,-2-4-2 0,-2 1-4 0,-8 3 0 16,-4-4-7-16,-30 8-6 0,2 0-5 0,-5 0-6 16,-5 3-9-16,-16 2-1 0,-3 0-10 0,-4 4-2 15,-1-1-5-15,-8 1-9 0,-6 0-20 0,2 2-22 16,-8-1-9-16,-2 3-21 0,-4-1-22 0,-1 4-30 16,-8 0-31-16,-1 3-144 0,-11 4-309 0,-7 1 137 0</inkml:trace>
  <inkml:trace contextRef="#ctx0" brushRef="#br0" timeOffset="160739.01">12285 14918 191 0,'3'-10'199'0,"-2"0"7"0,1 6-17 15,-2 4-17-15,4-11-20 0,-4 11-20 0,0 0-13 16,0 0-12-16,0 0 3 0,0 0 0 15,-9 28-3-15,5-9-6 0,-3 8-6 0,-2-1-7 16,2 3-7-16,1-1-5 0,0 1-9 0,3-1-7 16,-2 1-9-16,5-3-3 0,0-1-6 0,2-4-5 0,1-4 0 15,3-1-4-15,3-2-2 0,0 2-4 16,1-7-3-16,5-2 3 0,1 0 1 0,1-1-8 16,6-5-5-16,-2-1 4 0,6-5-2 0,-1-1 0 15,1-4 0-15,-2-3-6 0,-4 3 3 0,3-3 0 16,-11 0-3-16,3-3-1 0,-5 2-1 0,2-1 2 15,-2-1 2-15,-1 1 9 0,-1-2-12 0,-5 0 0 16,2 1-3-16,-2 1 1 0,2 5 0 0,-3 2 4 16,1 2 2-16,-2 1-4 0,-2 5-4 0,2-7-5 15,-2 7 2-15,0 0-2 0,0 0-3 0,10 18 4 16,-10-7 2-16,4 14 4 0,-3 2 3 0,0 4-3 16,-2 4 2-16,1 0 2 0,-1 0-1 0,-1 0 3 15,0-2 1-15,2 1 8 0,-5-1-12 0,4 0 1 16,-1-4-1-16,0-1-1 0,4-2 0 0,-2 2 1 15,0-8-4-15,0 5-16 0,0-7-20 0,0-1-19 16,0 0-19-16,0 0-26 0,0-3-29 0,0-2-27 16,0-3-20-16,3 0-48 0,-1-3-174 0,-2-6-423 0,5 5 188 15</inkml:trace>
  <inkml:trace contextRef="#ctx0" brushRef="#br0" timeOffset="160931.41">13015 15019 19 0,'24'-15'179'15,"5"1"-19"-15,0 1-14 0,5-3-6 0,4 2-1 16,9-4-11-16,-11 4-8 0,3 1-14 0,-3 2-7 16,-1 2-11-16,-5 2-23 0,-1 0-32 0,-2 1-39 15,-12 1-38-15,-1 3-48 0,-3 1-23 0,-4 2-80 16,-7-1-210-16,0 0 94 0</inkml:trace>
  <inkml:trace contextRef="#ctx0" brushRef="#br0" timeOffset="161268.31">13133 15056 80 0,'-2'16'163'0,"2"1"6"0,0 3-1 16,-1 8-6-16,4-2-8 0,0-1-6 0,-6 4 2 15,3-2-6-15,0 2-12 0,3 0-10 0,-3-1-11 16,0-1-12-16,2-1-7 0,-4-7-10 0,-1 7-5 16,1-7-10-16,1 4-4 0,-3-3-8 0,4-3-4 15,-4 1-3-15,0-2-3 0,3-3-8 16,-1 3-2-16,0-4-5 0,0-2-5 0,0 1 2 0,0-3-4 16,0-1-6-16,0 0 3 0,2-7-1 0,-2 10 0 15,2-10 2-15,-2 5-3 0,2-5-3 0,0 0 1 16,-11 1-2-16,11-1-1 0,0 0-2 0,-20-7 0 15,13 2 1-15,-1-1-5 0,-1 1-3 0,-3 3 5 16,-1-1-1-16,1 2-6 0,-5 1 0 0,-2 1-1 16,0-1-1-16,2 5 0 0,-3 2-6 0,0-1-21 15,0-1-28-15,1 4-37 0,2-3-45 0,6-1-38 16,-3 1-52-16,5-2-120 0,1 0-375 0,8-4 166 16</inkml:trace>
  <inkml:trace contextRef="#ctx0" brushRef="#br0" timeOffset="161624.96">13275 15273 123 0,'18'-8'173'0,"-3"-1"-5"16,1 3-10-16,-5 1-6 0,2 3-6 0,1 2-14 16,-3-2-9-16,3 4-15 0,-3 0-7 0,0 3-9 15,-1 2-11-15,-2 2-3 0,-3 1-7 0,1 0-3 16,-6 2 1-16,2-1-6 0,-2 1-4 0,0 0-3 15,-2 0-6-15,0 0-1 0,0-1-7 0,-2 1-3 16,-1-3-4-16,1 0-4 0,0 0-4 0,4-3-1 16,0-6-6-16,-3 12 4 0,0-6-9 0,3-6-4 15,-2 12 0-15,2-12 3 0,2 8-2 16,4-5-1-16,-6-3 0 0,10 7-4 0,-7-2 6 0,5-3-7 16,-2 2 0-16,0 0-3 0,-2 1-1 0,1 0 4 15,-1-2-3-15,1 3 1 0,-3-2-5 0,-2-4 4 16,0 13 3-16,2-7 5 0,-2-6 4 0,-4 15 5 15,-1-10 1-15,-1 2 3 0,-1 2-4 16,3-2 3-16,-6-1-5 0,4 0-1 0,-3 1-6 16,-1-1-20-16,-1 0-24 0,1-2-45 0,0 1-31 0,-1-4-62 15,0 0-211-15,11-1-412 0,-23-1 182 0</inkml:trace>
  <inkml:trace contextRef="#ctx0" brushRef="#br0" timeOffset="161762.94">13587 15420 174 0,'14'-2'180'0,"-14"2"-16"0,0 0-15 15,0 0-31-15,13 6-57 0,-13-6-56 0,4 7-83 16,-4-7-52-16,0 0-139 0,-15 21 62 0</inkml:trace>
  <inkml:trace contextRef="#ctx0" brushRef="#br0" timeOffset="165223.78">13991 15026 177 0,'-3'-8'180'0,"3"8"3"0,-4-13-16 16,2 9-4-16,-2-4-17 0,4 8-8 0,-7-7-18 15,7 7-13-15,-7-4-7 0,7 4-8 16,-9 0-10-16,9 0 3 0,-8 9-1 0,1 1 1 0,-3 2-4 16,3 7-8-16,-3 3-5 0,3 4-2 0,0 2 6 15,4 1 0-15,-1 0-1 0,2 3-8 0,2-3 1 16,0 2-10-16,0 2 4 0,0-2-8 0,4-1-5 16,-3-2-4-16,0-1-4 0,0-1-1 0,5-1-4 15,-6-6-2-15,5-1-4 0,-5-2-4 0,1 2-13 16,-1-3-23-16,1-2-17 0,-1-1-23 0,0-2-19 15,-1-1-23-15,1-3-29 0,0-6-32 0,-1 13-14 16,1-13-26-16,-7 6-147 0,7-6-372 0,-7 0 165 16</inkml:trace>
  <inkml:trace contextRef="#ctx0" brushRef="#br0" timeOffset="165376.44">13787 15394 165 0,'0'0'149'0,"-4"-8"-11"0,4 8-4 0,0 0-16 15,0 0-6-15,11-14-13 0,-3 9-11 16,11-3-8-16,0 1-9 0,12-1-4 0,1-3-18 16,2 4-33-16,-2-1-32 0,2 2-25 0,1-1-37 15,-3 0-34-15,-1 2-62 0,-6-5-187 0,2 3 83 16</inkml:trace>
  <inkml:trace contextRef="#ctx0" brushRef="#br0" timeOffset="165686.23">14483 15004 50 0,'0'0'174'0,"4"-11"-1"0,-2 8-6 0,-2 3-7 16,0-8-6-16,0 8-16 0,0 0-8 0,0 0-14 15,0 0-9-15,0 0-15 0,0 0-1 0,-9-9 0 16,9 9 3-16,0 0 2 0,-17 19-6 0,5-3 6 15,-3 3-4-15,-6 2-2 0,1 3 0 0,5-5-2 16,4 7-6-16,-3-5-11 0,5-3 0 0,3 1-11 16,-4 5-1-16,4-8-7 0,-1 3-7 0,5-3-3 15,0 1-6-15,2-5 1 0,0 2-7 0,4-3-3 16,3 3 0-16,-1-4-3 0,4-1-2 0,3 1-23 16,3-3-30-16,3-2-20 0,0 1-36 0,-1-4-36 15,2 1-31-15,1-3-21 0,-2 0-21 0,2 0-18 16,-8-2-125-16,1 1-367 0,-3 0 162 0</inkml:trace>
  <inkml:trace contextRef="#ctx0" brushRef="#br0" timeOffset="166317.67">14865 14936 183 0,'0'0'222'15,"2"-14"-13"-15,-2 10-3 0,0 4-10 0,2-9-17 16,-2 9-19-16,0 0-16 0,0 0-16 0,0 0-12 15,0 0-7-15,0 0-9 0,0 0 0 0,2 31-4 16,-2-12-2-16,0 5-5 0,0 2-9 0,-2 0-3 16,0 3-3-16,1-2-11 0,0-1-8 0,-3 4-5 15,4-6 8-15,0 2-15 0,-2-1-6 0,2-6-5 16,2-2 0-16,-2 8-2 0,0-6-3 0,0-1-6 16,0-3-17-16,0 2-23 0,0 1-23 0,0-5-26 15,0-4-24-15,0 1-18 0,0-10-33 0,2 13-25 16,-2-7-20-16,0-6-18 0,0 9-124 0,0-9-357 15,0 0 158-15</inkml:trace>
  <inkml:trace contextRef="#ctx0" brushRef="#br0" timeOffset="166694.24">14919 14921 28 0,'6'-8'143'0,"-1"3"1"0,0-1-17 0,-5 6-9 15,11-4-4-15,-11 4 3 0,12 0-5 0,-12 0-1 16,12 5-3-16,-6 3-6 0,-3 1-15 0,2 1-6 16,-4 0-7-16,-2 7 0 0,-2-2-4 0,-2 2 1 15,-1 1-10-15,-2 0-4 0,-1 0-4 0,0-2-5 16,-1 0 0-16,0-2-11 0,0 1-5 0,2-2 0 16,3-3 2-16,0 0-6 0,-2 1-2 0,2-1-4 15,1-5-4-15,2 2 1 0,-2-2-3 0,4-5-4 16,-3 9 3-16,3-9 0 0,-1 7-1 0,1-7 1 15,0 0-1-15,0 0 0 0,4 11 3 0,-4-11-1 16,9 3 1-16,-3 0-1 0,3-3-4 0,-9 0-5 16,16 1 7-16,-5-1-1 0,-1 0-4 0,2 0 0 15,0-1-4-15,-1 0-3 0,-2 1 5 0,5-2-2 16,-5 4 0-16,-9-2-1 0,24 1-2 0,-12-1-4 16,-1 1-11-16,0-1-6 0,-11 0-14 0,18 2-21 15,-10-1-22-15,-8-1-27 0,14 1-15 0,-14-1-13 16,12 2-20-16,-12-2-14 0,0 0-103 0,0 0-290 15,0 0 129-15</inkml:trace>
  <inkml:trace contextRef="#ctx0" brushRef="#br0" timeOffset="167008.29">15270 15111 58 0,'0'0'194'0,"4"-7"-18"0,-4 7-18 16,0 0-12-16,0 0 8 0,0 0 0 0,0 0-4 15,0 0 0-15,8 30-6 0,-10-14-4 0,2 0-2 16,0 2-8-16,2 0-4 0,-4 8-10 0,0-7-5 0,-1-1-9 16,3 1-3-16,-2-1-1 0,0 0-9 0,2-1-10 15,-1-4 2-15,2 4-16 0,-2-7-6 0,1 2-4 16,3-2-3-16,-2-1-3 0,0-2-8 15,2-2-4-15,1 1-4 0,0-1 3 0,-1 1-7 16,-3-6-4-16,18 4-7 0,-9-4-29 0,10 0-30 0,0-2-29 16,1-2-36-16,8-3-25 0,0-1-34 0,6-4-31 15,2 0-18-15,12-3-19 0,-12 2-122 0,0-2-383 16,13-5 170-16</inkml:trace>
  <inkml:trace contextRef="#ctx0" brushRef="#br0" timeOffset="167123.84">15913 15270 106 0,'0'0'116'0,"0"0"-3"16,0 0-5-16,0 0-24 0,0 0 2 16,0 0-15-16,0 0-32 0,0 0-39 0,0 0-32 15,13-3-84-15,-13 3-125 0,0 0 56 0</inkml:trace>
  <inkml:trace contextRef="#ctx0" brushRef="#br0" timeOffset="170692.5">9237 13863 33 0,'-12'-13'104'0,"2"6"-12"16,1 0-2-16,1 1-1 0,2 3-3 0,1-2-3 16,5 5-12-16,-6-8-15 0,6 8 3 0,-8 0-12 15,8 0 0-15,0 0 1 0,-6 22 9 0,3-5 0 16,-3 11 2-16,-1 4 4 0,0 17 1 0,-7 4 2 15,2 3-5-15,-8 25 7 0,0-2-2 0,6-24-3 16,-5 25-2-16,-3 1-9 0,2-1-5 0,-1 0 3 16,2 2-5-16,7-23-17 0,-8 27 1 0,1-7-4 15,10-26-2-15,0 7 1 0,2-1-3 0,0-3-2 16,5 1-1-16,-1-1-4 0,1-1 2 0,0-1-5 16,1-2 2-16,-1-1-3 0,2-4 4 0,-4-1-16 15,2-12-12-15,0 0-30 0,1-2-28 0,2-3-14 0,1-2-42 16,-3-11-24-16,1 0-107 0,-1-5-280 15,1-5 124-15</inkml:trace>
  <inkml:trace contextRef="#ctx0" brushRef="#br0" timeOffset="171768.54">8862 13946 2 0,'6'-3'102'16,"5"3"-4"-16,8 0-13 0,9-4 2 0,7 1-6 16,18-2-3-16,10-2-12 0,33-8 12 0,0 1-11 0,5-2-7 15,7-3-6-15,1-1-3 0,2 1-6 0,7-3-6 16,-3 4 0-16,6-2 2 0,2 2-8 15,7-3 0-15,3 2 0 0,10-2 3 0,-6-1-6 16,9 1 8-16,8 1-3 0,9 1-8 0,-6-4-2 0,10 5 0 16,1-5 9-16,9 1-7 0,0 5-6 0,-1-4 5 15,6 3-8-15,2-1 6 0,2 2-3 0,1 3-1 16,2-3 0-16,2 3 6 0,-2 2-6 16,-1 0 1-16,-3 5-1 0,-8 2-6 0,-4 0 3 15,-3 2 4-15,-3 3-2 0,-12 0-3 0,-10 4 0 0,-5 5-3 16,-5-5 2-16,1 5 3 0,-9 1-7 0,-1 3 6 15,-6-3-8-15,-5 3 3 0,-5 2-5 16,-7-1 3-16,2-1-5 0,-4-1 2 0,0 4 5 16,-6 3-7-16,-7-2 0 0,-23-5-1 0,22 8 0 0,-29-6 1 15,4 0-2-15,2 4 4 0,-6-2-5 0,-1 2 3 16,-5-1-5-16,-2 1 2 0,-4 1-1 0,0 2-1 16,-14-2-1-16,0-2 7 0,0 2-8 0,-1 0 5 15,-1 1-6-15,-2 5 2 0,-1-1 4 16,-1 1-3-16,-2 3-3 0,0 0 0 0,-1 0 4 0,0 3 0 15,7 8-1-15,-12-8 4 0,5 10-4 0,-8-7 0 16,5 9-1-16,-4-10-2 0,4 10-1 0,-3 2 4 16,-4-12 5-16,3 10-4 0,0 3 1 0,-2-13 0 15,1 15 2-15,0-2-4 0,-1-1 3 16,-3 2 0-16,3-1 0 0,-3-1-1 0,1 1 1 0,-3 0-4 16,-2 2-1-16,1 1 2 0,1-2 0 0,-4-2-2 15,0 3 3-15,0 2 0 0,4-1 1 0,-3 3 6 16,1 0 6-16,-1 3-2 0,-2-1-4 0,1 1-7 15,3-1-1-15,-3-1 1 0,-1 1-3 0,-2 1 0 16,2-3 0-16,-4 2 1 0,0 0 4 0,-4-7-6 16,3 2 4-16,-5 0 1 0,-2 2 2 0,-2 2 8 15,2-4-7-15,-2 3 6 0,-4-1-3 16,2 3 0-16,-2-6 2 0,-4 2-3 0,-2-2 25 0,3 0 7 16,-2 0-14-16,-5-2 2 0,5-2-8 0,-6 2 4 15,-1-6-6-15,-6-1 1 0,1 2-1 16,2-2-2-16,-1-1-2 0,5-11-3 0,-10 6-25 0,-3-2 0 15,-2-1 4-15,8-9 3 0,-9 8-1 0,-3-3-4 16,-5 0 6-16,-2-4-1 0,4 0 3 0,-10-1 2 16,0 0 3-16,-6-3-4 0,-27 1-1 0,27-6 5 15,-29 5-5-15,1-6-3 0,1-2-1 16,-2 0 3-16,-2-2 0 0,-3-1-2 0,-1-1-1 16,-5 2 5-16,-7-5-4 0,-4 5 6 0,-8-4-3 0,-3 2 3 15,-2-5-4-15,-2 4 2 0,-5-4-7 0,-8 4 11 16,2-6-6-16,2 1 4 0,-8 3-1 0,-4-3 8 15,-2 1-6-15,-9 1 6 0,-2 1-6 0,-7-1-1 16,-2-4 2-16,-3 2 0 0,4 3-3 16,-8-2 1-16,3 0-1 0,-10 0 2 0,1-1-1 15,0 0 4-15,2 6-2 0,-1-6 2 0,-2 6 5 16,-2-8 1-16,3 5 34 0,-1-1 0 0,10-1 0 16,3 4 0-16,3 0-4 0,4-1 4 0,3 1-8 0,4-1 5 15,2 3 0-15,4-5-2 0,1 2 0 16,2-3-3-16,-2 6 1 0,6-5-3 0,4 4-4 15,7-4-3-15,-4 5-3 0,6-5-7 0,9 0-2 16,6 1-1-16,-2-5-9 0,13 4-10 0,2-6-10 16,4 2-12-16,6-5-13 0,29 3-20 0,-29-5-12 15,7 0-25-15,27 4-15 0,-1-7-27 0,0 2-23 16,2 0-19-16,2-6-131 0,5 3-339 0,0-2 150 16</inkml:trace>
  <inkml:trace contextRef="#ctx0" brushRef="#br0" timeOffset="172720.8">8818 15409 16 0,'0'0'91'16,"-7"-7"-1"-16,7 7-11 0,0 0 1 0,-9-9-5 16,9 9 7-16,0 0-3 0,0 0-6 0,-6-10-18 15,6 10 6-15,0 0-17 0,0 0 1 0,0 0-4 16,0 0-10-16,0 0 1 0,0 0-7 0,0 0 5 15,0 0 5-15,0 0 1 0,0 0 11 0,1 41-3 16,0-22-2-16,1 6-2 0,-2 6-1 0,-2 3 5 16,2 12-2-16,-1 0 1 0,-1-10 1 0,-5 14-8 15,4-2-2-15,-1 0 1 0,-3 1-6 0,1 1-1 16,-2 0 1-16,1 2-4 0,1-2 2 0,1-1-3 16,0 2 3-16,1-1-7 0,-1 0 6 0,3 0-4 15,2-1-7-15,-4-3 6 0,5 0-2 0,-1-11-3 16,0 0 0-16,3-1-1 0,-1-1-3 0,0 1-7 15,3-3 2-15,-4-1 3 0,1 1 8 0,1-3-12 16,0-1 4-16,2 2-5 0,-3 0 5 0,1-10-4 16,1 7 2-16,-2-9-4 0,2 2 3 0,-3-3-2 15,2 2-1-15,-3-6-1 0,2 3 1 16,0-2-1-16,-1-1 2 0,-2-1-3 0,1 2 4 16,-2-3-1-16,2 2-3 0,-2-1 8 0,-1 0-4 0,1 0 6 15,-1-2-5-15,1 2-4 0,0 0 5 16,0 0-5-16,1-2 4 0,-1 1-3 0,0 2 5 15,0 0-4-15,2-1-3 0,0 1 5 0,-1-4-4 16,1 3 2-16,1-1-2 0,-1-1 0 0,0 1 0 16,2-3-1-16,-1-1-1 0,3 1 2 0,0 0 0 15,5 0 2-15,-2-1-1 0,4 1 5 0,5-2 3 16,1-1 2-16,2-1 1 0,3 0-2 0,-2 1 5 16,7-2-6-16,4 2 2 0,-1-4-3 0,1 0-1 0,5 0-1 15,-2-1 1-15,6 2-3 0,12-3 1 0,-1 0 2 16,3-4-6-16,3 6-3 0,1-6-17 15,2 2-20-15,-1-2-31 0,6 0-38 0,-2 1-33 16,1 0-49-16,1 0-120 0,-3-2-334 0,4 4 148 16</inkml:trace>
  <inkml:trace contextRef="#ctx0" brushRef="#br0" timeOffset="172875.36">11628 16965 117 0,'18'-7'163'16,"-2"3"-47"-16,-4-3-52 0,1 4-51 0,1-1-39 15,1-1-49-15,-15 5-80 0,36-7 35 0</inkml:trace>
  <inkml:trace contextRef="#ctx0" brushRef="#br0" timeOffset="173378.69">18576 14999 37 0,'0'0'127'15,"0"0"-3"-15,0 0-5 0,0 0-3 0,0 0-6 0,0 0 0 16,0 0-3-16,0 0 0 0,0 0-6 0,0 0 1 15,0 0-3-15,0 0-11 0,0 0-2 16,0 0-3-16,0 0-6 0,13-5-9 0,2 0-4 16,12-5-10-16,9-3-35 0,20-9-22 0,31-9-49 15,5-2-27-15,5 2-45 0,7-1-133 0,-7 1-279 0,8-1 124 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8T05:20:44.4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6283 4034 111 0,'0'0'141'0,"0"0"-9"15,0 0-4-15,0 0-10 0,-3-10-5 16,3 10-9-16,0 0-4 0,0 0-20 0,-8-4-7 16,8 4-4-16,-9-2-13 0,9 2-3 0,0 0-2 15,-13 0-8-15,13 0-3 0,0 0-4 0,-13 3-6 0,13-3-4 16,-8 2-1-16,8-2-5 0,-6 2 7 15,6-2-4-15,0 0-3 0,0 0-9 0,-7 3 6 16,7-3-3-16,0 0 3 0,0 0 2 0,0 0-1 16,0 0 1-16,34 2 1 0,-6-5 0 0,3-1-4 15,0-2-6-15,2 2 4 0,4-4-9 0,-2 4-11 0,0-1-15 16,1 0-7-16,1 1-30 0,-6-1-32 16,-2 1-20-16,-8 4-36 0,-1 0-81 0,-8 2-246 15,3 0 110-15</inkml:trace>
  <inkml:trace contextRef="#ctx0" brushRef="#br0" timeOffset="712.44">6436 4064 51 0,'0'0'140'0,"-7"6"-2"0,3 0-6 16,2 3-9-16,-3 2-5 0,1 7 1 0,1-1 6 15,-1 7-7-15,1 2-14 0,3-1-4 0,-3 0-6 16,3 1-4-16,0 0-4 0,1-5-7 0,1 3-12 16,-1 0-4-16,1 1-7 0,1 0-10 0,0-6 1 15,-1 0-3-15,1-2-5 0,2 0-5 0,-2 2-2 16,3 1-6-16,-4-5 0 0,1 1-4 0,1 0 4 16,-3-6-3-16,0 2-6 0,-1-3-9 0,0 2-6 15,-1 0-12-15,-2-3-1 0,1 1-7 0,-2-4-6 16,0 1-13-16,-6-2 6 0,1 2-9 0,-1-4-12 15,-3 1 0-15,0-2-2 0,-2-1 3 0,-2-2 5 16,-2-2 10-16,1 0 3 0,-1-1 9 0,4 0 12 16,1 1 4-16,1-2 13 0,1 0 4 0,2 3 10 15,4 1 1-15,6 2-1 0,-12-3-6 0,12 3-5 16,-7-3 0-16,7 3 2 0,0 0-7 0,0 0 4 16,0 0-2-16,0 0 3 0,0 0-2 0,19 11-1 15,-6-9-1-15,7 0 2 0,0 0-14 0,7-1-2 16,3-1-17-16,0 2-14 0,1-4-18 0,0 1-10 15,-2-1-28-15,-1 1-6 0,0-2-6 0,-7 3-3 16,2-1 5-16,-5-1 7 0,1-1 8 0,-6-1 12 16,-1-2 20-16,-3 3 10 0,0-2 24 0,-9 5 18 15,9-12 9-15,-4 9 17 0,-5 3 5 0,7-13 12 16,-7 13 15-16,5-9 10 0,-3 5 11 0,-2 4-7 16,3-7-9-16,-3 7-6 0,0 0-2 0,5-3-8 15,-5 3-2-15,0 0 0 0,0 0-3 0,8 14 2 16,-6-4 0-16,1-3 6 0,-1 1 4 0,-2 2 2 15,2-3-4-15,-1 1-4 0,1-2-3 0,0 1-3 16,-2-7-6-16,1 10-1 0,-1-10 10 0,3 9 14 16,-3-9 16-16,0 7 17 0,0-7 7 0,0 0-9 15,0 0-6-15,0 0-4 0,0 0-5 0,0 0-6 16,0 0-5-16,0 0-10 0,-3-34-1 0,6 25-6 16,-1-1-1-16,1-1-8 0,2 0 7 0,1-3-19 15,-1 3-2-15,2-4-3 0,-1 6-5 0,3 1-4 16,-3-3-3-16,5 1-1 0,-2 3-2 0,1 3-1 15,0 1 2-15,-1 0-5 0,2 3 0 0,0 2-2 16,3 1 0-16,-4 4-10 0,3 3-16 0,1 0-12 16,-1 4-35-16,-1 2-25 0,-1 0-34 0,1 6-44 15,-1 1-165-15,-5-4-376 0,4 3 167 0</inkml:trace>
  <inkml:trace contextRef="#ctx0" brushRef="#br0" timeOffset="1117.75">7278 4846 1858 0,'11'-14'53'0,"2"0"-36"0,1-1-4 15,-2 1 33-15,-1 0-3 0,4 0 3 0,3-5 1 16,1-2-5-16,1 0 3 0,1 2-3 0,1-3 9 16,0 2 11-16,-3-3 2 0,3 0-6 0,-2 0 1 15,-1-1-3-15,2-1 1 0,-1 0-9 0,-2-1-5 16,1-1-4-16,-2 1-1 0,-2 1-8 0,1-1-1 15,-4 5-2-15,-5 3-5 0,-1 4-1 0,-3 2-7 16,1 0 1-16,-1 3 1 0,-1 1-5 16,-2 1-1-16,0 7-5 0,-9-9 0 0,9 9-4 0,-13 0-2 15,3 1-3-15,-4 5-3 0,-2 0-8 0,0 3-5 16,2-2-5-16,2 3-8 0,-1 0-9 0,4-1 1 16,3 1 0-16,4 1 0 0,2 1 0 0,1 0 0 15,6 3 3-15,4-2 8 0,-1 1-4 0,4 2 6 16,0-2 3-16,2 1 0 0,4 2 3 0,-4-3 4 15,-1-2 0-15,1 2-1 0,-4 0 5 0,1-3 3 16,-5-2-1-16,0 0 4 0,-2 1 2 0,1-2-6 16,-5-2 12-16,-1 6 0 0,1-6 2 0,-4 5-5 15,-1-2-6-15,-4-1-6 0,2-1-13 0,-2 2-16 16,1-6-23-16,-1 4-32 0,-1-2-34 16,3 1-31-16,0-2-137 0,5-4-324 0,-12 4 143 0</inkml:trace>
  <inkml:trace contextRef="#ctx0" brushRef="#br0" timeOffset="1357.85">8085 4339 1873 0,'8'-29'-9'0,"-2"1"12"0,-4-1 55 0,-2 3 6 16,0 9 17-16,1 2 6 0,-1 3-9 0,0 3-11 16,-1 2-18-16,1 7-4 0,0-10-8 0,0 10-12 15,0 0-1-15,0 0-4 0,0 0-2 0,0 0 12 16,-4 32 11-16,6-6 7 0,-3 2-5 15,0 0-4-15,1 2 1 0,-1 0-6 0,3 0 2 0,-2-2-7 16,4 4-2-16,-1-5-2 0,-1 2-1 0,2-1 3 16,4 1-5-16,-3-3-14 0,0-3-28 0,-1-4-23 15,0-3-32-15,-2 1-41 0,1-1-47 0,-1-6-28 16,1 2-27-16,-3-2-144 0,0-10-391 0,-7 13 174 16</inkml:trace>
  <inkml:trace contextRef="#ctx0" brushRef="#br0" timeOffset="1499.72">8050 4379 77 0,'20'0'88'0,"-8"3"-22"0,0 3-25 16,4 2-22-16,-2 3-30 0,-1 3-36 0,1 2-51 0,-5 2 23 15</inkml:trace>
  <inkml:trace contextRef="#ctx0" brushRef="#br0" timeOffset="1780.08">8222 4664 167 0,'0'0'174'0,"19"-8"-14"0,-19 8-12 16,13-11-10-16,-5 5-8 0,2 0 1 0,-1-2-16 0,3 3-7 16,1-4-3-16,-2 2-9 0,-2-1-3 0,5-5-9 15,-3 2-10-15,1 2-4 0,-5 1-3 16,4-6-10-16,-4-2-3 0,2 2-9 0,-5 3-2 15,0-1-5-15,0-1-4 0,-3 2 0 0,0 0 5 16,-1 0-1-16,0 0 5 0,-1 3-8 0,-2 0 0 16,3 8-1-16,-3-10-8 0,3 10 4 0,-4-7-11 0,4 7-3 15,0 0-2-15,-15-3-5 0,15 3 2 0,-20 11-3 16,8 1 4-16,0 1-5 0,-1 4 3 16,2-4-2-16,3 3-4 0,0-2-6 0,2 4-23 15,2 0-21-15,4-2-20 0,0 0-28 0,7 0-23 16,0-3-18-16,3 1-35 0,3-2-148 0,3-2-345 15,-1-2 152-15</inkml:trace>
  <inkml:trace contextRef="#ctx0" brushRef="#br0" timeOffset="2129.83">8815 4442 108 0,'-7'-8'177'0,"-4"3"-10"0,-1 3-11 0,-5 0-3 16,-2 5-7-16,-2 3 0 0,-3 1-6 0,-3 4-12 15,3 1-7-15,0-2-10 0,7 1-11 0,2 0-11 16,2 0-5-16,3-1-10 0,2-2-7 0,2 3-4 16,2-1-8-16,1-1-4 0,2 0-6 0,1-9-2 15,1 14-6-15,-1-14-3 0,8 11-1 0,-3-5-1 16,4-3-3-16,4-2-3 0,-13-1-9 0,19 2-4 16,-8-4 1-16,1 0-5 0,-1-6 0 0,0 4 0 15,-1-2 0-15,-1-1-3 0,-2-2 0 0,1 1 3 16,-1-1-5-16,-1 1 1 0,1-2-1 0,0 1-1 15,-3-1 0-15,1 2-1 0,-2 2-2 0,0 0 5 16,1 0-6-16,-4 6 9 0,4-8-10 0,-4 8-2 16,4-5-2-16,-4 5 1 0,0 0 2 0,14 8-3 15,-9-2 3-15,3 1 0 0,-3 0-2 0,1 3 4 16,2 5-7-16,1-6-33 0,0 8-22 0,0-3-36 16,2 2-32-16,-1-2-17 0,2-1-35 0,2-1-124 15,-6-2-332-15,7-1 148 0</inkml:trace>
  <inkml:trace contextRef="#ctx0" brushRef="#br0" timeOffset="2890.88">9202 4521 84 0,'0'0'213'16,"-2"-23"-6"-16,-1 13-10 0,-2 1-12 0,5 9-11 16,-6-14-7-16,1 9-7 0,0 0-6 0,-2 2-17 15,-2 1-18-15,-1 2-5 0,-3 3-7 0,-5 4-9 16,4 3-9-16,-2 3-8 0,0-3-7 0,1 4-8 15,3-1-5-15,0 3-3 0,4-1-5 0,2 0-5 16,0-2-7-16,4-1-4 0,-1 3 6 0,3-3-11 16,0 1-2-16,4-4-1 0,0 0-6 0,4-1 0 15,-4-2-2-15,-4-6 0 0,15 5-13 0,-4-4-4 16,2-2-6-16,4-3-6 0,1-3-4 0,-7 2 5 16,5-6 0-16,-2 1-3 0,-2-5 3 0,0 1 3 15,-3-3-3-15,-1 1 2 0,-1-3-1 0,1-4 2 16,-3 3-1-16,1-6 4 0,-2 6-3 0,0-5 1 15,-4-1 0-15,4-1-2 0,-2 0 1 0,0-2 7 16,-2 9 8-16,-4 1 6 0,0 4 7 0,4 2 9 16,0 4 7-16,0 1 2 0,0 8-3 0,-2-12-13 15,2 12-5-15,0-7-7 0,0 7 1 0,0 0-2 16,0 0-6-16,-2 31 4 0,1-13-5 0,-2 7 2 16,2-6-3-16,-3 7 4 0,7 1 2 0,-6-1 6 15,6-1-6-15,-1 1 0 0,1-9-1 0,0 2 1 16,2-1 3-16,1-1-2 0,2-1-2 0,-2-1 1 15,1-3-1-15,3 0 0 0,-3-3 1 0,2-2 1 16,0-1 2-16,3 1-3 0,-1-4 3 0,3 0-2 16,-2-2 0-16,3-2-1 0,-3 1-1 0,2-2 1 15,-2 0-8-15,0-3 2 0,1-1-6 0,-1-4 0 16,-4 6-2-16,4-2 3 0,-3-1-5 0,0 0-1 16,-2-3 2-16,1 2 0 0,0 1-3 0,-2 0 5 15,-3 0-3-15,-3 7-2 0,6-6-1 0,-6 6 0 16,5-5-9-16,-5 5 6 0,0 0-4 0,10 0 2 15,-10 0 0-15,0 0 3 0,11 11 2 0,-11-11-1 16,12 12 9-16,-5-5-5 0,0 3 2 16,1-3 2-16,1 0-2 0,-1-1 5 0,1-1 1 15,-2-1-1-15,6 0 0 0,-3-3-1 0,3 1 12 0,1-2-8 16,-14 0 1-16,24-3 0 0,-8-4 4 0,2 0 0 16,-7 2 2-16,0-1-3 0,1-1 7 0,-3 1 6 15,1 0 4-15,-3 0 3 0,0 1 8 0,-2-2 1 16,-5 7-7-16,9-9-4 0,-9 9-1 15,8-5-10-15,-8 5-1 0,0 0-4 0,9-4-8 0,-9 4 9 16,0 0-13-16,0 0 4 0,9 25-3 16,-9-10 5-16,1 3-3 0,-1 5 3 0,-4 7-1 0,1-1 1 15,-3 3 2-15,0-1 1 0,-2 0-5 0,1 2 1 16,-1-3 4-16,0 1-6 0,2-5-12 0,2 1-30 16,-2-1-33-16,2-1-40 0,0-6-37 0,0-1-54 15,3 0-67-15,-3-2-209 0,1-6-519 16,0 2 229-16</inkml:trace>
  <inkml:trace contextRef="#ctx0" brushRef="#br0" timeOffset="3396.08">10176 4698 119 0,'9'-15'220'0,"-1"-2"-16"0,1-8-12 0,3 2 7 16,-1 1-3-16,-1-1-9 0,0 5-9 0,2-5-10 15,-1-2-34-15,-1 1-11 0,1 0-13 0,-1-1-6 16,-1 0-7-16,0-1-8 0,1 0-7 0,0 1-4 15,-3-2-9-15,0 2-2 0,-3 1-13 0,0-1-4 16,1 7-5-16,-5 0-4 0,3 2-4 0,-3 6 0 16,-2 0-3-16,4 3-8 0,-2 7-2 0,0-12-4 15,0 12-6-15,0 0-4 0,0 0-3 0,0 0 1 16,-29 15-10-16,10 3-1 0,-4 0-8 0,2 1-5 16,1 1-10-16,9-4-10 0,-2-1-6 0,6-2-4 15,1-2 2-15,6 3 1 0,3 1 3 0,5 1 4 16,6-3 1-16,1 1 7 0,11 0 3 0,3 0 2 15,4-1-2-15,0 0 4 0,2-1 2 0,0-1-3 16,-4 1 5-16,1-3-5 0,-5 2 7 0,-9-2 2 16,-2 2-1-16,-3 1 2 0,-5-4 0 0,0 3 6 15,-3-3-2-15,0 3 0 0,-2-1 6 0,-3 1 2 16,-2 1 4-16,-3-1-8 0,-1-2 4 0,1 0-6 16,-3-2-6-16,2 1-22 0,-3-3-15 0,4 0-27 15,-2 0-37-15,2-2-37 0,5-3-30 0,-11 3-109 16,11-3-313-16,0 0 140 0</inkml:trace>
  <inkml:trace contextRef="#ctx0" brushRef="#br0" timeOffset="3642.28">10869 4162 160 0,'2'-10'241'0,"0"3"-26"0,-1-1-22 16,-1 8-24-16,0-9-18 0,0 9-22 0,0 0-5 15,0 0 13-15,5 20-1 0,-3-4-4 0,1 3 1 16,1 0-9-16,0 6-6 0,-2 1 7 0,1 1-13 16,2-2-16-16,-2 0-7 0,2 0-5 0,-3 2-8 15,1-3-5-15,1-3-5 0,-2-3-8 0,1-2-7 16,-2 4-15-16,2-5-18 0,-2 2-21 0,-1-3-27 16,0-2-30-16,-1-1-22 0,1-11-34 0,1 14-39 15,-1-14-23-15,0 13-22 0,0-13-170 0,-6 8-402 16,6-8 178-16</inkml:trace>
  <inkml:trace contextRef="#ctx0" brushRef="#br0" timeOffset="4534.1">10762 4364 139 0,'20'-1'134'0,"9"1"-10"0,-2-3-10 0,8 3-6 16,2-1-1-16,-1 1-9 0,3-2 0 0,0-3-9 15,-1 3-7-15,-2-1-9 0,1-1-3 0,-4 2-3 16,-2-1-5-16,-3 0-8 0,-9 1-3 0,-5 1-1 16,-3-1 4-16,0 0 7 0,-2-1 17 0,-3 3 8 15,-6 0 7-15,9-2-8 0,-9 2-5 0,5-3-7 16,-5 3-2-16,0 0-17 0,0 0-9 0,0 0 0 16,0 0-6-16,0 0-6 0,-29 1-4 0,18 5-3 15,1 2 0-15,-1-1-3 0,-2 6-3 0,0-2-4 16,3 2 0-16,2-1-2 0,3-3 1 0,-2 1-1 15,3-1 2-15,3 1-2 0,-1-3-3 0,2-7 1 16,3 14-1-16,-1-8 1 0,3 3-1 0,0-4 0 16,1-1-2-16,1-1 2 0,5-1-4 15,-2-2 0-15,3 0-2 0,-1-4 3 0,1 2-5 16,0-1 2-16,-1-2-4 0,-1 0 2 0,-1 1 5 0,-1 0-5 16,-1-2 0-16,-2-2-3 0,1 3 3 0,-4-1-3 15,4-3 2-15,-7 2-3 0,3 1-3 0,-1-1 4 16,-2 7-3-16,3-9 2 0,-3 9-6 0,3-6 2 15,-3 6-4-15,0 0 2 0,0 0-3 0,0 0-1 16,0 0 2-16,0 0 3 0,-11 23-3 16,7-15 2-16,3 5 7 0,-2-3 2 0,0 3-6 0,3-3 4 15,0 2-1-15,1-1 6 0,2 1-2 0,4-1 5 16,-2-2-1-16,3 0 3 0,2-1-7 0,1-2 7 16,7 0-1-16,-2-1 3 0,1-4 0 0,3-2-3 15,3-1 0-15,-2-2-2 0,6-5 1 16,-7 2 1-16,6-5-3 0,-9 4 5 0,-4-3 0 15,-2-3 0-15,0-1 3 0,-4 0 0 0,0-3-1 0,-2 1-3 16,1-2 3-16,-1-5-5 0,-2-1 2 0,-3 4 1 16,3-5-9-16,-1 1 8 0,-7-5-3 15,5 3 0-15,0 0 0 0,-2 8 5 0,1 1 0 16,1 3-4-16,-1 3 9 0,-1 2 5 0,2 1 1 16,-1 3-1-16,1 6-5 0,-1-9 4 0,1 9-11 15,0 0-4-15,0 0 2 0,0 0 1 0,-6 36-4 0,6-17 2 16,-3 8-2-16,3 3 2 0,-2-1 8 0,-1 1-6 15,3 0 2-15,0-2 2 0,2 1 4 0,-1 0-2 16,1-2 2-16,2-2 4 0,1-7 3 16,1 0 1-16,1-2 3 0,1 1 1 0,2 0-2 15,1-3 3-15,1-2-1 0,3 1-3 0,-2-4 0 0,2-2 0 16,2 0-5-16,2-7 1 0,1 1-6 0,0-2 2 16,0-3-9-16,0-2 0 0,-2 0-4 15,1-1-3-15,-3-3-1 0,-1 2 1 0,-2-5-9 0,1 2 5 16,-4-4-5-16,-2 2-4 0,0-2 3 15,0 0-2-15,-5-1-2 0,0 4-2 0,-3-1 0 16,0 2 4-16,0 2 4 0,0 9-1 0,-3-13-2 16,3 13-3-16,-5-9 2 0,2 7-3 0,3 2-3 15,0 0-1-15,-24 7 4 0,13 0 3 0,-1 3 2 0,2 2 0 16,1-3 2-16,3 3 3 0,-5 2 3 16,7-4-6-16,1 1 0 0,1 0-1 0,2 0-6 15,0-11-14-15,5 18-29 0,1-11-37 0,3-1-42 16,3 2-40-16,1-5-55 0,0-1-40 0,0-2-137 0,-13 0-440 15,26-2 195-15</inkml:trace>
  <inkml:trace contextRef="#ctx0" brushRef="#br0" timeOffset="4715.92">11521 4285 188 0,'-5'-3'234'0,"5"3"-28"0,-8-2-19 0,8 2-18 16,0 0-18-16,18-6-17 0,0 1-13 0,11 2-20 16,7 0-21-16,3-3-43 0,14 0-43 0,3 1-54 15,-5 0-67-15,-13 3-110 0,13-3-255 0,-15 1 114 16</inkml:trace>
  <inkml:trace contextRef="#ctx0" brushRef="#br0" timeOffset="6034.14">14995 4287 222 0,'-2'-8'217'0,"0"1"-12"0,0-2-2 0,-2 2-22 15,0 1-14-15,0 0-14 0,4 6-9 0,-7-7-12 16,1 2-12-16,6 5-17 0,-7-1-8 0,7 1-10 0,-14 10-9 16,5 4-1-16,-3 6 2 0,-2 6-4 15,3-2 1-15,-2 6-5 0,1 2-4 0,6-2 0 0,1-4-11 16,3 3-9-16,2-3 5 0,2 3-11 16,3-3 1-16,1 0-4 0,4-1-6 0,1-2-4 15,3-1-11-15,-4-5-34 0,10 2-31 0,-8-6-27 16,1 3-41-16,2-3-59 0,1-4-31 0,-7 1-174 0,1-3-412 15,3-5 182-15</inkml:trace>
  <inkml:trace contextRef="#ctx0" brushRef="#br0" timeOffset="6280.92">15145 4217 141 0,'11'-3'179'0,"6"2"-4"16,12 1-4-16,-1 4-14 0,-2 7-8 0,5 3-12 16,-4 3-6-16,-1 3-6 0,-1 3 7 0,-1 5-13 15,-4-3-10-15,1 2-1 0,-7 5-2 0,0-3-13 16,-5 1-2-16,-1 2-7 0,-2-3-6 0,-5 0-10 16,-2-1-3-16,-2 2-12 0,-4-5-15 0,-1-1-27 15,-5-2-23-15,1-5-35 0,0-1-24 0,-3-1-19 16,-1-2-40-16,-8 0-39 0,-1-1-165 0,-7-1-362 15,1-5 161-15</inkml:trace>
  <inkml:trace contextRef="#ctx0" brushRef="#br0" timeOffset="6445.77">14948 4577 70 0,'18'-7'178'0,"1"5"-2"0,8-2-13 0,2 4-4 16,6 2-13-16,-6-2-11 0,4 3-11 0,-1 2-13 15,3 0-11-15,-2 1-12 0,3-2-4 0,0 3-29 16,1-1-40-16,1 3-37 0,-1-2-37 0,-1-1-63 16,1 2-112-16,-4 0-253 0,3-3 113 0</inkml:trace>
  <inkml:trace contextRef="#ctx0" brushRef="#br0" timeOffset="6669.42">15914 4520 38 0,'-5'-14'224'0,"1"8"-14"16,1 1-14-16,-3-1-11 0,-1 5-5 0,-2-4-11 16,-3 5-4-16,1 2-12 0,-2 2-6 0,0 2-11 15,-1 4-6-15,-1 2-9 0,3 5-11 0,-2-4-5 16,0 10-9-16,1 2-10 0,7-7-7 0,1 1-7 16,1 0-8-16,3 0-8 0,3-1-3 0,2-1-5 15,4-1-5-15,2-3-18 0,2 1-22 0,-1-2-25 16,6-3-31-16,2 0-30 0,-1-2-39 0,3-3-38 15,7-4-39-15,-7 0-178 0,2 0-406 0,4-4 180 16</inkml:trace>
  <inkml:trace contextRef="#ctx0" brushRef="#br0" timeOffset="7044.7">16098 4407 40 0,'-2'-7'224'0,"2"7"-20"0,-2-11-24 0,2 11-20 15,0 0-18-15,0 0-4 0,0 0 18 0,0 0-7 16,-5 26 0-16,5-7-5 0,-1 0-11 0,-1 7-11 16,-1 3-5-16,3 1-5 0,-1-2-12 0,1 2-8 15,-2-5-9-15,4 1-9 0,-2-2-6 0,-2-3 3 16,4-3-15-16,-2 0-5 0,1-3-5 0,-1-3-6 16,1-1 0-16,-1-4-8 0,0 1-3 15,0-8 2-15,-1 11-5 0,1-11 1 0,1 9-1 0,-1-9 2 16,0 0-2-16,2 6 2 0,-2-6-8 0,0 0-3 15,0 0-7-15,0 0-8 0,0 0-3 16,10-28-7-16,-4 18-3 0,4-6-1 0,3 1-2 16,0 2-5-16,7-6 5 0,-6 6-2 0,4 1 1 15,-2 4-3-15,-1-2 3 0,2 4-1 0,-5 4-3 0,1-1 4 16,-3 2 3-16,3 2-6 0,-1 3 5 0,-1-1 3 16,-3 4 0-16,1 0-1 0,-2-1 4 0,2 2-2 15,-2 1 0-15,0-1-24 0,0 2-14 0,0 1-15 16,0 0-21-16,-1-1-17 0,1-1-33 15,4-1-28-15,-2-1-36 0,0 0-151 0,4-1-376 0,-2-3 166 16</inkml:trace>
  <inkml:trace contextRef="#ctx0" brushRef="#br0" timeOffset="8242.44">16698 4633 4 0,'-3'-17'209'0,"-1"5"-11"0,0 0-1 0,-1 2-5 16,-1 1-6-16,0 2-10 0,-1 0-15 0,1 3-12 0,-6 2-22 15,2 2-3-15,-2 6-9 0,-3 3-8 0,0 1-9 16,-2 3-5-16,-1 6-11 0,0 2-8 16,8-7-10-16,-2 0 0 0,4 3-11 0,3 0-1 0,-1 0-5 15,4-2-6-15,3-3-2 0,3 1-3 16,0-3-2-16,4 0 3 0,-1-2-9 0,6-2 0 16,1-1-5-16,7-2-1 0,-2-3-10 0,-1 0-10 0,1-3 5 15,-3 2 0-15,-3-4-1 0,0 1 3 0,-2-2-7 16,-2 0 5-16,2-1-4 0,-4 0 5 0,2-3-2 15,-4 1 1-15,0-1 1 0,-1 0-3 0,-1-2 3 16,-2-1-1-16,2 3-4 0,-2 0 0 16,-1-2 2-16,0 6 4 0,4-2 0 0,-4 8-2 0,1-8-4 15,-1 8-1-15,3-7 0 0,-3 7-6 0,0 0 0 16,0 0 0-16,0 0 2 0,0 0 2 0,0 0 4 16,-4 35-3-16,1-24 9 0,2 0-8 0,0-1-2 15,-1 1 2-15,4 0-1 0,0 0 1 16,2-1-1-16,-1-1 2 0,2-1 2 0,0 0 1 15,0-2-1-15,3-1 1 0,2 0-1 0,-1-1-1 0,1-2 5 16,-2 1 1-16,-2-2-4 0,-6-1 2 0,14-1-2 16,-6-2 5-16,-1 1-6 0,-3-3 4 15,1 0-4-15,-1-1 1 0,-4 6-2 0,7-12 0 16,-4 4 2-16,1-2-3 0,-5 1 5 0,2-2-13 16,-1 0-1-16,0 0 0 0,0 1-5 0,-1-1-11 0,1 0 2 15,1 0 3-15,-2 2 2 0,1 9-4 0,1-13 0 16,-1 6-3-16,0 7 1 0,5-8 2 0,2 6-1 15,-2-2 2-15,3 1 1 0,3 3 0 16,-1 3-1-16,-1-1-5 0,4 1 7 0,-4 3 2 16,0 1 2-16,1 1 3 0,-3 2 4 0,0 0-1 0,-2-1 2 15,3 1 2-15,-4 1 2 0,0 0 3 0,-2 2-1 16,0-1 2-16,-1 1-2 0,0-4 1 0,0 1-8 16,-1 0-20-16,2-3-20 0,-2-7-19 0,1 13-17 15,2-7-17-15,-1-2-9 0,-2-4-14 16,10 9-3-16,-5-6-2 0,2-3-1 0,-7 0 8 15,19-2 18-15,-10 1 0 0,0-3 25 0,1-2 8 0,-1 0 29 16,1-1 23-16,2-2 7 0,3-1 1 16,0-4 19-16,-2 1 11 0,-1-3 34 0,-1 4 5 15,-1-2 10-15,-3 4 13 0,0 2 10 0,-2-1 8 16,-2 4-1-16,1-2 0 0,-4 7-4 0,4-10-9 16,-4 10-8-16,0 0-7 0,0 0-14 0,-12-4-3 0,12 4-7 15,-18 9-5-15,8-3-3 0,-3 1 2 0,1 3-4 16,1-2-3-16,1 1-3 0,1-1-5 15,3-1-4-15,1 1 2 0,0-3-6 0,0 1 0 0,2 0-3 16,3-6-9-16,-4 7-2 0,4-7 0 16,-1 8-2-16,1-8 1 0,0 0-3 0,0 0 4 15,0 0-1-15,0 0-1 0,0 0 1 0,16 0-5 0,-16 0 3 16,0 0-1-16,13-8 0 0,-13 8 3 0,8-3-4 16,-8 3 0-16,5-3-6 0,-5 3-1 0,0 0-4 15,0 0 0-15,0 0 2 0,10 10-1 16,-7 2 2-16,1 5 6 0,-1 2 4 0,1 12 2 15,-1-2-4-15,-1 5 5 0,3 1-3 0,-2 11 4 0,-3-11-1 16,0 2 1-16,0-3-1 0,-3 0 1 0,1 1 0 16,-1-1-1-16,1-2-1 0,-2-3 0 15,1 0 5-15,-2-2 1 0,-1-3 6 0,-3-1-9 16,1-6-4-16,2-5 6 0,-4 3-4 0,-2-4 2 16,-1 0-7-16,-1-5-1 0,2-3-3 0,-6 1 0 15,5-3-4-15,0-5 1 0,0 1 5 0,-1-5-5 0,-1-5-7 16,6-3 1-16,4-1-5 0,4-8-4 0,3-1 0 15,6-1 1-15,5-2-2 0,11-12-1 0,-2 11-8 16,10-8-1-16,3-3-5 0,4 2 2 16,1 3-2-16,-2-2 1 0,1 0-2 0,0 6 2 15,-4-4-1-15,1 2 12 0,-10 8 3 0,-3 1 8 0,1 2 7 16,-4-1 11-16,-2 2 11 0,-2-3 2 0,-7 10 4 16,0-2 5-16,-2 2 8 0,-2 4 10 15,-2 1 8-15,-2 3 12 0,2 2-2 0,-3 5-2 16,2-12-7-16,-2 12 1 0,0-5-14 0,0 5-2 15,0 0-7-15,0 0 1 0,-26 20 7 0,13-4-6 0,-1-2-7 16,0 1-3-16,2 1-1 0,-1 0-2 16,4 0 1-16,3-1-5 0,3 2 4 0,3 0-27 15,3-1-18-15,-1-4-19 0,5 0-28 0,3 2-29 16,5-3-38-16,1-1-40 0,3-2-30 0,8 1-42 16,-7-1-139-16,2-5-421 0,0-1 188 0</inkml:trace>
  <inkml:trace contextRef="#ctx0" brushRef="#br0" timeOffset="8435.04">18096 4614 70 0,'6'-3'276'0,"-6"3"-20"0,4-5-25 0,-4 5-25 0,0 0-23 15,0 0-21-15,9 0-13 0,-9 0-13 16,0 0-22-16,14-2-25 0,-14 2-30 0,17 0-31 15,-7 1-33-15,3 2-46 0,-2-1-40 0,3 2-38 16,-4 0-34-16,-1 1-91 0,-2 2-274 0,-2-3 121 16</inkml:trace>
  <inkml:trace contextRef="#ctx0" brushRef="#br0" timeOffset="8554.29">18135 4759 130 0,'0'0'238'0,"-6"5"-6"15,6-5-12-15,-6 3-18 0,6-3-19 0,0 0-14 16,0 0-15-16,-5 6-16 0,5-6-15 0,0 0-26 15,0 0-29-15,0 0-38 0,30-4-65 0,-12-1-90 16,-4-2-179-16,14-3-330 0,-5-3 146 0</inkml:trace>
  <inkml:trace contextRef="#ctx0" brushRef="#br0" timeOffset="8938.28">19806 4241 229 0,'-8'-2'223'0,"8"2"-14"0,-22 7-9 0,7 3-3 16,0 3-9-16,-6 5-13 0,3 4 1 0,1 0-2 16,2 2-19-16,0-1-16 0,4 3-8 0,0-1-14 15,2-1-4-15,6 1-15 0,-1 2-10 0,5-8-10 0,2 4-3 16,2-4-12-16,2 0-18 0,-2-2-26 15,6-1-24-15,0-1-44 0,-3-5-45 0,5 3-39 16,-1-3-54-16,-1-1-41 0,-4-1-138 0,0-4-397 16,-7-4 175-16</inkml:trace>
  <inkml:trace contextRef="#ctx0" brushRef="#br0" timeOffset="9167.84">19884 4239 56 0,'6'-9'217'16,"0"2"-23"-16,2-1-22 0,1 6-17 0,1 3-4 16,1 2 1-16,5 7-1 0,3 9-3 0,0 3-13 15,-1 3-3-15,-1 3-9 0,-4 1-3 0,-2 2-8 16,0-1-5-16,-1 5-11 0,-3-3-9 0,-5 3-7 16,0-4-5-16,-3 0-12 0,-2-1-3 0,-1-1-5 15,-1-3-5-15,-3-1-24 0,0-1-21 0,-1-2-30 16,-1-7-32-16,-4 0-33 0,-3-2-41 0,2-2-42 15,-3-1-41-15,-2-2-125 0,-1-5-367 0,-2-1 162 16</inkml:trace>
  <inkml:trace contextRef="#ctx0" brushRef="#br0" timeOffset="9329.24">19705 4564 159 0,'6'-4'200'16,"-6"4"-10"-16,13-5-7 0,1 6-9 0,5-2-16 15,0 2-8-15,3 0-19 0,7 5-5 0,3-3-12 16,3 1-11-16,1 1-20 0,1 2-41 0,2-4-56 16,13 4-63-16,-1-2-69 0,-14 0-117 0,2-3-285 15,1-2 127-15</inkml:trace>
  <inkml:trace contextRef="#ctx0" brushRef="#br0" timeOffset="10101.61">20722 4517 1657 0,'3'-7'124'0,"-3"7"-68"0,-3-12-7 16,3 12 3-16,-8-13 6 0,0 10 1 16,-3-1-3-16,0 4-8 0,-3 0-8 0,-4 3 7 0,-3 5 15 15,1-1 0-15,-4 6-8 0,2 1 5 0,-1 2-4 16,4 1 1-16,5-3-2 0,2 3-9 0,2-2-1 16,4 4-6-16,-1-3-1 0,4-3-2 0,2 3-2 15,5-4-5-15,0 1 0 0,2 0-3 0,3-3 1 16,7-1-1-16,-5-1-2 0,10-5-7 15,-2 0 8-15,0-2-15 0,4-2-3 0,-3 0 0 0,0-4 0 16,-1-1-6-16,-3-2 2 0,0-2 11 16,-2-2-11-16,-2 0-2 0,-1-3 3 0,-2 0-4 0,0-1 5 15,-2-3-3-15,1-7 1 0,-3 8 0 0,3-9 1 16,-3 4 0-16,-1-1 3 0,-3 5-1 0,-1-7 1 16,3 7 1-16,-2-2-1 0,0 4 0 0,-1 0 12 15,1 4 12-15,-1 4 8 0,2 0 1 0,-1 1 0 16,-1 8-8-16,0-10-4 0,0 10-7 15,0-9-8-15,0 9 2 0,0 0-4 0,0 0-3 0,0 0-6 16,-4 32 9-16,2-16-2 0,-1 2-2 0,-1 2-2 16,1 5 1-16,1-6-4 0,-3 6 8 0,4-1-2 15,-2 1 1-15,4-8 2 0,1 8-2 16,1-9-1-16,0 1 4 0,1-1-5 0,0-3 1 16,2 1 5-16,-1-4-1 0,4-1 2 0,-3 0-5 15,2-1-3-15,1-2 2 0,3-2-1 0,-2 0-4 0,1-1-8 16,5-3-5-16,-1 0 0 0,-1 0-3 15,2-5-4-15,-3 1-1 0,4-2 0 0,-2-2 2 0,-4-1-6 16,0 0 2-16,-3-1 2 0,5-2 3 16,-3-3 3-16,-3 0-8 0,0 1 2 0,-2-2 1 15,0 7 5-15,-4-1 2 0,3 1 10 0,-4 9 1 16,5-11 2-16,-5 11-9 0,0 0 1 0,2-9-5 0,-2 9 1 16,0 0 0-16,0 0-1 0,0 0 3 0,0 0 1 15,0 0 5-15,-2 39 0 0,0-28-1 0,2-1 0 16,1 2 0-16,2-2 3 0,-1 2-1 15,3-2 7-15,3-1-5 0,-2 0 6 0,4-2-1 16,2-3 2-16,1-1-7 0,-3 0-1 0,3-3 6 16,5 0-7-16,-7-5-4 0,7 1-1 0,-6-2-1 15,4-2 5-15,-7 2-4 0,2-3 4 0,-1-1 1 16,-3 0 0-16,0 0 0 0,0-5 0 0,-2 6 1 16,0-2 2-16,-1 3-3 0,0-3-1 0,0 3-1 15,-1-1 4-15,-3 9-4 0,4-12 2 0,-4 12 0 16,0 0-10-16,1-9-3 0,-1 9 3 0,0 0 1 15,0 0 1-15,0 0 3 0,0 0-2 0,-9 40 1 16,6-27 5-16,-3 2-1 0,1 2 3 0,-2 1 0 16,1-3-1-16,2 4-16 0,0-3-27 0,-1 1-30 15,3 0-33-15,-2-1-36 0,0-6-48 0,3 2-49 16,0-1-153-16,1-11-424 0,-4 14 187 0</inkml:trace>
  <inkml:trace contextRef="#ctx0" brushRef="#br0" timeOffset="10270.11">21003 4433 5 0,'0'0'151'0,"0"0"-31"0,0 0-21 15,0 0-44-15,0 0-40 0,0 0-47 0,0 0-38 16,0 0-74-16,32 23 33 0</inkml:trace>
  <inkml:trace contextRef="#ctx0" brushRef="#br0" timeOffset="10494.4">21589 4460 222 0,'1'-7'245'0,"-1"7"-6"0,0 0-26 15,0 0-15-15,0 0-17 0,-12-10-12 0,12 10-11 16,-18 5-7-16,7 0-7 0,-3 6-4 0,0 0-10 15,-3 3-12-15,-2 4-5 0,6-2-12 0,-1 5-10 16,4-2-1-16,2 0-12 0,4-3-5 16,1 2-10-16,1-1-3 0,2 1-10 0,3-3 2 15,2 1-19-15,3-3-16 0,2-3-24 0,4-1-32 0,2 0-29 16,3-3-44-16,1-4-41 0,8-2-44 0,-8 0-38 16,1-2-152-16,-3-2-419 0,0-3 187 0</inkml:trace>
  <inkml:trace contextRef="#ctx0" brushRef="#br0" timeOffset="10858.1">21765 4379 87 0,'1'-5'217'0,"0"-1"-15"0,-1 6-23 16,3-8-23-16,-3 8-18 0,0 0-3 0,0 0 4 16,0 0 3-16,-1 28 0 0,-1-10-3 0,0 1-2 15,-1 6 5-15,1-1-7 0,-2 3-7 16,4-7-11-16,-1 5-11 0,1 2-9 0,0-8-11 15,1 0-8-15,3 1-6 0,-2-5-10 0,1 0-1 0,-1-2-7 16,0-2-2-16,-1-4 0 0,-1-7-13 16,3 12 0-16,-3-12 2 0,2 7-3 0,-2-7 8 15,0 0-8-15,5 8-6 0,-5-8-6 0,0 0-6 16,0 0-4-16,0 0-6 0,0 0-1 0,10-21-6 16,-5 14-13-16,-1-3-1 0,3 0-8 0,2 0-3 15,3-4-10-15,1 0 5 0,4 2-3 0,-2 2 4 0,2 1 0 16,0 3-1-16,-1 1 1 0,-4 3 5 0,-12 2 1 15,21-1-3-15,-14 2 2 0,-7-1 4 0,15 8-1 16,-7-3 6-16,-2 2 2 0,1 2 3 16,-2-2-2-16,1 3 4 0,0-2-3 0,0 1 8 15,-3 0-17-15,1 1-29 0,4 0-37 0,2-2-51 16,-2-2-49-16,1-3-65 0,-9-3-131 0,20 4-412 0,-5-5 183 16</inkml:trace>
  <inkml:trace contextRef="#ctx0" brushRef="#br0" timeOffset="12067.97">22252 4539 36 0,'0'0'251'15,"-5"-8"-15"-15,5 8-22 0,0 0-19 0,-14-4-19 0,14 4-11 16,-18 5-9-16,8 2-4 0,-5 1-4 16,3 4-5-16,-1-2-15 0,0 3-11 0,2 0-9 15,4-3-12-15,0 1-8 0,2 0-3 0,1 1-12 16,1 0-8-16,2-2-4 0,1 0-9 0,0-10-13 15,5 20-5-15,-2-15-4 0,4 0-15 0,2-2-3 16,-9-3-12-16,14 5-1 0,-2-7-4 0,-12 2 2 16,19-3-4-16,-19 3 5 0,16-9-1 0,-9 5 2 15,-1-4 1-15,3 1-1 0,-4-1 1 0,0 0 2 16,-1-1-1-16,0 0 8 0,-1 0 2 0,-1-1 7 16,2 2-4-16,-4 8 1 0,5-14-6 0,-5 14 8 15,6-12-6-15,-6 12 3 0,3-7-7 0,-3 7-4 16,0 0 1-16,0 0-1 0,0 0-2 0,0 0 3 15,0 0 2-15,0 0 8 0,0 0-3 0,0 0 1 16,6 33-1-16,-4-24 5 0,-1 1-1 0,3 1 10 16,0 0 2-16,2-3 1 0,0 3-4 0,1-3 1 15,2 0 2-15,0-1 2 0,0-3-9 0,1 1 7 16,0 0-8-16,0-3 3 0,1 1-1 0,-11-3-3 16,21 0 0-16,-21 0-2 0,16-5 1 0,-6 2-3 15,-5-2-3-15,-5 5-1 0,10-9 0 0,-5-1-2 16,0 3-2-16,-5 7-1 0,4-17 1 0,-3 7-6 15,-1 10-10-15,-2-21-5 0,-1 9-2 0,2-1 5 16,-1 1-4-16,-1 2 3 0,3 10 2 0,-4-17 1 16,3 11 1-16,1 6-1 0,-3-11 4 0,3 11-4 15,0 0 1-15,-1-12 1 0,1 12 1 0,0 0-7 16,0 0 3-16,0 0 0 0,0 0 4 0,7-9-3 16,-7 9 4-16,0 0 0 0,20 2 1 0,-20-2 0 15,18 2 0-15,-8 0-2 0,-1 2 0 0,2 1-3 16,-3-1 4-16,1 2 0 0,-1 0 9 0,-1 1-4 15,-2-1-4-15,1 1 5 0,-1 2-3 0,0 0 2 16,-1-1 3-16,1 1-2 0,-1-2 0 0,-1 3 1 16,-3-10 1-16,9 11-1 0,-5-4 4 0,4-3-5 15,0 3-4-15,-1-1-9 0,4-2-5 0,0-1-11 16,0-2 0-16,7 0-1 0,-1 2-2 0,3-3 1 16,-3-2 1-16,1 0 3 0,-1-2 3 0,-6 2 3 15,-1-2 2-15,-1-3 3 0,1 2 6 0,-1 0 13 16,-1-4 6-16,1 1-4 0,-3-1 8 0,-6 9 8 15,7-15 4-15,-3 6 4 0,-2 1-1 0,-2 8 3 16,0-12 5-16,0 12 0 0,0 0-11 0,-4-14 0 16,4 14-7-16,-9-6-1 0,9 6-3 0,-17 2 0 15,17-2-2-15,-18 4-1 0,9 3-3 0,0-2-2 16,0 2 8-16,1-2-11 0,8-5 2 0,-11 11-2 16,7-7-5-16,4-4-9 0,-7 12-3 0,7-12-5 15,-4 7-5-15,4-7-3 0,0 0-4 0,0 0-2 16,0 0-1-16,16 12-4 0,-16-12-4 0,14 1 0 15,-14-1 5-15,14 0 4 0,-14 0-2 0,0 0 9 16,20-3 3-16,-20 3 2 0,12-3 1 0,-12 3 2 16,9-1 2-16,-9 1 0 0,0 0-2 0,15 3 2 15,-15-3-1-15,9 3 2 0,-9-3 0 0,9 9 7 16,-3 0 6-16,2 1 11 0,-1 5 0 0,-1 9 12 16,3 0 8-16,-7 5 10 0,5 2 1 0,-3 2 4 15,1 0-2-15,-1-1 4 0,-3 1-2 0,3-1-1 16,-3 0-2-16,0 0-1 0,-3-3-1 15,-1-2-4-15,-2 1 1 0,0-3-4 0,1-6-5 0,-4-1-2 16,1-2 2-16,-2-2-1 0,-3 1-1 0,2-4 0 16,-5-3 0-16,3-1-4 0,-2-3-3 0,-2 1-2 15,2-5 2-15,-3 1-3 0,2-1-2 0,3-4 0 16,-1-1-6-16,4-1 4 0,2-2-10 16,2-3 0-16,1 0-3 0,4-5-4 0,4-2-7 0,5-9-9 15,2 2-4-15,6-3-8 0,18-8-8 0,-1 0-3 16,2 2-4-16,2-2-1 0,3 1-1 0,2-1 4 15,3 4 3-15,-1-2-4 0,-2-1 7 0,-2-1 7 16,-1 2 2-16,-6-1 2 0,-9 10 3 0,-2-2 6 16,0-1-1-16,-5 1 5 0,-2 1 14 15,-7 4 0-15,-4 2 13 0,0 2 0 0,-5 3 9 16,-1 4-2-16,-5 1 0 0,-2 0-1 0,-5 4 0 0,-5 5 10 16,-3 1 8-16,-6 5 4 0,-1 4 7 0,1 3 0 15,-1 0 0-15,1 2-5 0,5 2 2 0,9-3-6 16,1 2-7-16,5 0 7 0,2 4-9 15,8-2 4-15,2 1-12 0,4-1-36 0,14 1-34 0,-6 1-48 16,9-2-58-16,2-1-42 0,7-1-74 16,-2-5-171-16,0-1-480 0,-2-3 213 0</inkml:trace>
  <inkml:trace contextRef="#ctx0" brushRef="#br0" timeOffset="15405.84">15504 5802 99 0,'0'0'211'0,"0"0"-10"0,4-6-19 0,-4 6-5 16,0 0 2-16,1-9-4 0,-1 9-8 0,0 0-11 15,0-9-6-15,0 9-13 0,0 0-10 0,0 0-7 16,-5-12-6-16,5 12-12 0,0 0-2 0,-4-7-15 16,4 7-4-16,-6-3-15 0,6 3-4 0,-12-3-8 15,12 3-4-15,-20 2-8 0,1 0-5 0,2 4-4 16,-3-1-5-16,0 2-5 0,-8 4 0 0,1 2-4 0,1-1-2 15,-1 4 0-15,0 0 3 0,3 1-5 16,2 2 0-16,0 2-7 0,3 0 2 0,1-1-1 16,4 3-1-16,5 1 1 0,0-2 0 0,-1 2-4 15,5-5 1-15,2 6-3 0,3-6 0 0,4 0 3 16,4 3 2-16,2-6-5 0,10 4-5 0,1-3-3 16,10-4-13-16,1-2-11 0,2-3-14 0,4 0-35 0,2-5-16 15,12 1-24-15,1-4-29 0,3-2-13 16,-5-2-29-16,0 1-16 0,-12-1-143 0,-4 0-376 15,1-2 167-15</inkml:trace>
  <inkml:trace contextRef="#ctx0" brushRef="#br0" timeOffset="15648.39">15958 6087 140 0,'-13'-1'203'0,"13"1"-29"0,0 0-22 0,0 0-12 16,0 0-20-16,0 0-17 0,0 0-18 0,0 0-15 0,0 0-30 15,0 0-32-15,0 0-50 0,0 0-39 0,0 0-105 16,0 0-201-16,14 28 89 0</inkml:trace>
  <inkml:trace contextRef="#ctx0" brushRef="#br0" timeOffset="16075.74">16084 5828 151 0,'0'0'257'0,"-4"-9"-23"0,4 9-26 16,-3-5-22-16,3 5-25 0,0 0-15 0,0 0-17 0,0 0-13 15,0 0-10-15,0 0-7 0,9 23-6 0,1-9-5 16,-4 3-9-16,3 0 0 0,0 0-9 0,1 6-2 16,0 2-10-16,2-2-5 0,-3-5-6 0,-1 6-1 15,1 0-6-15,1 0-1 0,-5-5-5 0,0-1 0 16,4 6-5-16,0 1-5 0,-4-8 2 0,0-2-5 15,0-3-3-15,-1-3 1 0,1 2 0 0,-1-2-2 16,0-2-2-16,-1-2 1 0,1 1-2 0,-4-6 10 16,6 8 13-16,-4-6 17 0,-2-2 10 15,0 0 1-15,0 0-1 0,15-3-6 0,-15 3-3 0,11-16-7 16,-2 2-1-16,2-1-5 0,-3-2-7 0,3-9 1 16,-2 1-3-16,3 2 0 0,-2-1-4 0,3 0-5 15,-2-2-2-15,0 0 24 0,-1 1-4 0,0 2-1 16,1-2-6-16,-2 8-5 0,-1-2-18 0,0 3-20 15,-1 1-29-15,0 3-25 0,-4 3-27 0,0 2-43 16,-2 2-47-16,-1 5-38 0,8-6-2 0,-8 6 1 16,0 0-15-16,17 14-171 0,-12-3-437 0,1 5 194 15</inkml:trace>
  <inkml:trace contextRef="#ctx0" brushRef="#br0" timeOffset="16480.12">16535 6292 70 0,'3'8'259'0,"-3"-8"-7"16,0 0-17-16,0 0-10 0,2 6-12 0,-2-6-6 16,0 0-7-16,0 0-6 0,0 0-14 0,17-13-13 15,-15 9-5-15,2-2-8 0,4-3-12 0,-3 0-12 16,4 1-10-16,-3-4-4 0,1-2-7 0,-1-4-10 16,3 2-14-16,-2-2-12 0,-4-1 4 0,1 1-8 15,0 0-1-15,-3 2-8 0,-1 0-6 0,0 4-1 16,0 2 7-16,-1 0-25 0,-1 1-3 0,0 2 6 15,-2 1 2-15,4 6-6 0,-6-10-5 0,1 7-5 16,5 3-3-16,-10-3-7 0,10 3-3 0,-8-1-7 16,8 1-7-16,0 0-16 0,-15 4-3 0,15-4-9 15,-3 7 6-15,3-7 0 0,0 0-1 0,10 12 3 16,-2-7 3-16,2-1 1 0,4 0 10 0,6-1-5 16,0 1 3-16,7-1 1 0,-7 2 0 0,2-2-1 15,0 0 0-15,-6-1 3 0,2 3-4 0,-5-1 1 16,0 3 5-16,2 3-2 0,-1 2 7 0,-4-1-9 15,-1 2 3-15,3 2 0 0,-4-2 3 0,-3 3-6 16,0-1 6-16,-1-1 3 0,-1 3 3 0,-1 1-2 16,-1-5-3-16,0 2-17 0,0-4-21 0,2 2-25 15,-4-1-27-15,-2-1-28 0,3 1-40 0,3-3-64 16,-1 1-50-16,-2-5-181 0,3 1-494 0,-3-6 219 16</inkml:trace>
  <inkml:trace contextRef="#ctx0" brushRef="#br0" timeOffset="16682.59">17599 6151 2502 0,'12'-2'82'0,"-5"-1"-8"0,-3 1-43 0,-4 2-15 16,11-4-6-16,-11 4-2 0,6-3-2 0,-6 3-3 0,9-2-4 15,-9 2 1-15,12 3 4 0,-4-1-5 16,2-1-11-16,-1 0-22 0,2 3-25 0,-3-1-17 15,1-1-33-15,2 3-16 0,-2-2-30 0,2 2-24 16,-5 1-153-16,0 0-357 0,-2 0 158 0</inkml:trace>
  <inkml:trace contextRef="#ctx0" brushRef="#br0" timeOffset="16814.91">17679 6277 115 0,'-5'6'175'0,"5"-6"-2"15,0 0-11-15,-4 5-19 0,4-5-10 0,0 0-9 0,-4 4-6 16,4-4 0-16,0 0 3 0,0 0-3 0,0 0-10 15,14 10-10-15,-2-9-7 0,2 1-26 0,5-1-43 16,0-1-56-16,3 0-82 0,0 0-173 16,5-5-314-16,-6 1 139 0</inkml:trace>
  <inkml:trace contextRef="#ctx0" brushRef="#br0" timeOffset="20641.59">19491 5945 135 0,'0'0'202'0,"0"0"-16"0,0 0-12 16,0 0-5-16,0 0-8 0,0 0-7 0,-14-11-8 16,14 11-14-16,0 0-13 0,0 0-14 0,0 0-11 15,0 0-9-15,0 0-9 0,0 0-8 0,18 0-8 0,-6 0-7 16,7 0-11-16,1 0-15 0,1 2-11 0,2-2-19 16,4 1-23-16,-6-1-20 0,-1 0-22 15,-3 1-23-15,-4-1-40 0,0 2-36 0,-5-1-112 16,-3 0-302-16,-5-1 134 0</inkml:trace>
  <inkml:trace contextRef="#ctx0" brushRef="#br0" timeOffset="21505.82">19513 5986 105 0,'0'0'201'0,"0"0"-20"0,0 0-20 16,0 0-18-16,0 0-14 0,0 0-11 0,3 6-8 15,-3-6-4-15,-2 9 4 0,5-1 4 0,-2 3 12 16,0 5 0-16,1 2-9 0,0 1-5 0,1 7-10 16,-2-2-9-16,-1 0-1 0,4 1-15 0,-4-8-8 15,0 3-6-15,0-2-6 0,1 0-2 0,-1 1-7 16,2-1-5-16,-4-1-3 0,4-2-4 0,-1 2-3 16,-2-2-5-16,1 2 0 0,1-5-3 0,-4 0-3 15,2 0-2-15,2-1-2 0,-2 0 1 0,1-4-5 16,0-7 1-16,-1 13-3 0,-1-8 2 0,2-5-1 15,-2 10-4-15,2-10-3 0,-5 5-1 0,5-5-3 16,-5 6-4-16,5-6-7 0,-8 1-5 0,8-1-5 16,0 0 0-16,-15-4-1 0,6 0 2 0,-3 1 3 15,6 0 0-15,-3-4 1 0,-1 1 1 0,3 3 3 16,1-3 1-16,-3 1 3 0,1-1 9 0,3 3 2 16,5 3 4-16,-10-5 1 0,5 2 3 0,5 3-4 15,-8-4 0-15,8 4 8 0,-6-6-10 0,6 6-6 16,0 0 0-16,0 0 0 0,0 0 2 0,0 0-3 15,0 0 3-15,0 0-1 0,37 5 5 0,-21-4-8 0,5-1-18 16,-1 0-17-16,8 0-22 0,-1 2-19 16,-5-2-21-16,7-2-21 0,-1 2-8 0,0 2-20 15,1-2 3-15,-4-2 3 0,-3 4 7 0,7-4 7 16,-7 2 13-16,0-1 0 0,-2-2 24 0,1 0 16 16,-3 1 7-16,0 0 22 0,-6-2 22 0,1 2 20 0,-3-3 26 15,2 3 20-15,-5-5 10 0,0 4 31 16,-3-3 1-16,1 1 3 0,-3-2 5 0,1-1-5 15,-3 8 9-15,2-10 2 0,-2 10 1 0,0-11-4 16,0 11-4-16,-6-10 3 0,1 6-8 0,0-1-6 16,-2 1 1-16,1 2-5 0,6 2-9 0,-15-3-5 0,2 3-6 15,-1 4-4-15,-2 1-3 0,0 2 1 0,1 2-3 16,-8 6 15-16,4-3-5 0,3 2-4 16,2-2-6-16,1 2-3 0,2-1-8 0,3 3-4 0,2-2-4 15,1-5-3-15,3 2 5 0,2-2-10 0,3 1 2 16,1 0-4-16,1-3 4 0,4-2-4 0,1 2 0 15,0-5-4-15,2 1-6 0,0-3-5 0,0-1 6 16,2-1-5-16,-2-3 3 0,0 1-5 16,0 0 4-16,-1-3-5 0,1-1 7 0,-1-5-6 0,2 2-1 15,-5-2 4-15,1-5 0 0,-3 1-1 0,2 1 6 16,-2-2-8-16,-1 1 1 0,0-7 6 0,-2 3 2 16,0 3 1-16,-1-3 2 0,1-4-1 0,0 7 2 15,-3-7-2-15,2 5 1 0,-1 2-1 0,-1 2 0 16,1 5 7-16,0 1-2 0,1 4-5 15,-2 6 5-15,0-12-8 0,0 12-3 0,0 0-6 16,0 0 3-16,0 0-9 0,0 0 3 0,0 0-1 0,0 35 6 16,0-16-2-16,-2 7 0 0,4-1-3 0,-4 2 1 15,0 0 7-15,1-1-8 0,-1 1 3 0,0-3-1 16,1 1-30-16,1-6-24 0,-2 1-38 0,2-2-38 16,-1 0-46-16,1-3-55 0,4 2-43 0,-2-5-220 15,0-3-533-15,0 0 236 0</inkml:trace>
  <inkml:trace contextRef="#ctx0" brushRef="#br0" timeOffset="21722.05">20240 6382 73 0,'0'0'273'16,"-2"-10"-6"-16,2 10-19 0,-4-9-23 0,4 9-14 15,-9-3-18-15,9 3-7 0,-19 6-11 0,8-2-5 16,0 4-6-16,-2 1-10 0,0 3-13 0,-1-2-8 15,5-1-10-15,-1 2-15 0,3-2-7 0,1 2-8 16,1-1-10-16,1 0-9 0,3 2-7 0,1-3-6 16,3 1-25-16,-1-1-29 0,2-1-34 0,3 0-49 15,0-1-51-15,3-1-62 0,6-2-44 0,2 1-220 16,3-4-490-16,1-2 217 0</inkml:trace>
  <inkml:trace contextRef="#ctx0" brushRef="#br0" timeOffset="21898.6">20487 6320 202 0,'1'-6'327'0,"-1"6"-6"0,0-12-16 15,0 12-21-15,2-10-10 0,-2 10-31 0,0 0-18 16,-2-10-19-16,2 10-21 0,0 0-24 0,-1-8-17 16,1 8-30-16,0 0-48 0,0 0-45 0,0 0-36 0,0 0-51 15,0 0-60-15,0 0-72 0,0 0-66 16,0 0-138-16,0 0-435 0,0 0 193 0</inkml:trace>
  <inkml:trace contextRef="#ctx0" brushRef="#br0" timeOffset="22185.76">21048 5976 1847 0,'-18'-4'49'0,"0"-1"73"0,1-1-37 0,0 2-12 16,1 0 9-16,4 1-1 0,1 0-5 0,2 1-5 15,1-1-12-15,1 2-3 0,7 1 1 0,-10-1-6 0,10 1 0 16,0 0-3-16,0 0 0 0,0 0-3 0,0 0 3 16,0 0 0-16,0 0 0 0,38-2-3 0,-8 1-4 15,4 0-5-15,-1-1-1 0,2 2-8 16,-4 0-7-16,-1 0-18 0,-8 0-24 0,-2 0-27 0,-3 0-33 15,-6 0-32-15,0 0-41 0,-2 0-28 0,-9 0-29 16,12 0-19-16,-12 0-137 0,0 0-398 16,0 0 177-16</inkml:trace>
  <inkml:trace contextRef="#ctx0" brushRef="#br0" timeOffset="22383.79">21146 5953 212 0,'0'0'243'15,"0"0"-11"-15,0 0-10 0,0 0-15 0,-10 0-18 16,10 0-17-16,0 0-18 0,0 0-16 0,0 0-19 15,-4 4-15-15,4-4 4 0,-4 16 15 0,1-3-8 16,1 3-5-16,0 3-2 0,-2 7-1 0,0 0-10 16,-1 0-2-16,3 3-8 0,-2-5-4 0,0 2-8 15,3-2-11-15,-1 2-2 0,0 0-4 0,-1-8-6 16,2 1-19-16,-2 0-21 0,2-2-24 0,3 1-26 16,-3 0-44-16,0-2-50 0,0-2-54 0,3-1-49 15,-1-1-215-15,-2-2-487 0,1 0 216 0</inkml:trace>
  <inkml:trace contextRef="#ctx0" brushRef="#br0" timeOffset="22692.44">21278 6322 8 0,'3'-4'294'0,"-3"4"-8"15,6-8-22-15,-6 8-23 0,5-7-22 0,-5 7-22 16,9-2-20-16,-9 2-11 0,0 0-9 0,15 7-4 15,-6-2-6-15,1 3-10 0,-1 0-4 0,-2 1-1 16,-1 0-17-16,-1 3-7 0,-2-1-1 0,-2 1-10 16,-1 1-6-16,-2-2-15 0,-9 4-1 0,2 1-11 15,0-3 1-15,-1 1-13 0,-1-4-3 0,3-2-4 16,-3 0-3-16,3-1-4 0,0 1 0 0,-1-2-5 16,3-2 3-16,1 2-10 0,0-2-5 0,5-4 0 15,-7 6 7-15,7-6-16 0,-4 7-4 0,4-7 7 16,0 0-2-16,9 9-7 0,3-6 1 0,6-2-3 15,11 0-20-15,6-2-18 0,4 2-30 0,15-5-36 16,2 2-51-16,3-2-51 0,4 0-58 0,-7-3-270 16,-4 1-573-16,1-4 253 0</inkml:trace>
  <inkml:trace contextRef="#ctx0" brushRef="#br0" timeOffset="26257.76">15230 7520 19 0,'0'0'247'16,"-6"-7"-15"-16,6 7-25 0,0-10-17 0,0 10-20 15,-1-8-17-15,1 8-14 0,0 0-13 0,0 0-13 16,0 0-10-16,-3-8-14 0,3 8-10 0,0 0-4 16,0 0-8-16,0 0-4 0,0 0-7 0,12 17-2 15,-6-7-8-15,3 5-3 0,1 1-6 0,6 7-3 0,-3 2 0 16,0 4-5-16,2-4-1 0,-1 3-1 0,-3 2-7 15,3-3 5-15,-1 2-6 0,-1 0-3 0,0-1 1 16,0-4-1-16,-2 1-1 0,0-5-3 16,-1 4-1-16,1-7 1 0,0 1-7 0,0-6-6 0,-4 0-8 15,0-3 6-15,2 2-6 0,-2-5-1 0,-1 4-1 16,1-6-3-16,-3 1 2 0,-3-5 8 0,8 7 11 16,-4-5 10-16,-4-2 4 0,0 0 6 0,0 0-2 15,10-10-3-15,-5-1 3 0,2-3 1 0,0-1 8 16,-3-2-1-16,5-8 2 0,-3-1-5 0,2-1-1 15,0 0 4-15,2-2-3 0,-2 1 2 0,2-6 0 16,-2 2 1-16,-2 3-4 0,1-1-2 16,3 2-1-16,-3 0 0 0,0 4-1 0,-2 6-5 0,-1 1-3 15,2 3-2-15,-5 4-6 0,2 1-10 0,-1 0-22 16,-2 3-24-16,0 6-39 0,4-8-37 0,-4 8-16 16,0 0-10-16,12 2-11 0,-2 3-21 0,-2 4-16 15,3 5-159-15,-1 5-386 0,2 3 172 0</inkml:trace>
  <inkml:trace contextRef="#ctx0" brushRef="#br0" timeOffset="26683.08">15877 8097 108 0,'0'0'225'0,"0"0"-4"15,0 0-17-15,0 0-8 0,0 0-4 0,0 0-3 16,13-15-16-16,-11 10-10 0,4-4-10 0,-1 2-8 15,1-3-9-15,-1 1-2 0,3-5-8 0,0 0-15 16,2-1-10-16,-5-2-7 0,0 2-9 0,4-2-8 16,-4-1-8-16,3 1-1 0,-6 1-2 0,5 0-7 0,-2 0-8 15,-3 4-9-15,0-3 1 0,-4 7 6 16,2 0-4-16,0 8-3 0,0-13-3 0,-2 7-5 16,2 6-3-16,-4-9 0 0,-1 5-8 0,5 4-2 15,-7-8-1-15,7 8 1 0,-10-1-7 0,10 1-8 0,0 0-18 16,0 0-10-16,-13 3-5 0,13-3-2 0,0 0 11 15,0 0-9-15,0 0 1 0,15 17 2 16,-5-12-3-16,1 0 6 0,8 1-1 0,6 0 4 16,-4 1 2-16,0-4 3 0,7 0-1 0,-10 2-2 0,1-2 6 15,-4 2-6-15,-2 0 7 0,0 0-1 0,-2 1 1 16,0 1 0-16,-4 2 2 0,1 0-3 0,0 1 2 16,-2 2-1-16,-1-1 4 0,0 1-1 15,-2 0 1-15,-2 0 4 0,2 6-1 0,-3-2 0 0,-3 2-6 16,2-2-12-16,0 0-12 0,-2 0-19 0,-1 0-14 15,3-4-33-15,0 0-37 0,1-2-43 0,0-1-20 16,1 0-198-16,1-2-428 0,2-2 190 16</inkml:trace>
  <inkml:trace contextRef="#ctx0" brushRef="#br0" timeOffset="26857.79">16991 7914 159 0,'6'-2'176'0,"-6"2"-22"0,14-1-38 0,-5 2-43 15,-9-1-28-15,15-1-22 0,-6 2-34 0,-1 1-23 16,2 1-34-16,-4-1-38 0,-1 3-115 0,4-1 52 16</inkml:trace>
  <inkml:trace contextRef="#ctx0" brushRef="#br0" timeOffset="26999.47">17062 8038 149 0,'0'0'200'0,"0"0"-12"0,0 0-10 16,-4 6-21-16,4-6-12 0,0 0-16 0,0 0-14 15,0 0 0-15,0 0-15 0,1 10-11 0,-1-10-17 16,8 4-29-16,-3-1-45 0,4-3-61 0,0 2-73 16,4-2-111-16,2-2-267 0,-2 2 118 0</inkml:trace>
  <inkml:trace contextRef="#ctx0" brushRef="#br0" timeOffset="28582.01">19027 7573 20 0,'0'0'188'0,"-14"-3"-8"0,8 1-12 0,6 2 6 16,-8-3-13-16,8 3-5 0,0 0-10 0,-6-4-10 15,6 4-10-15,0 0-13 0,0 0-7 0,0 0-10 16,0 0-8-16,29-7-13 0,-9 4-9 0,12-1-13 0,1-1-5 15,5 2-25-15,-5 0-4 0,2 0-24 16,-5-1-17-16,-2 3-24 0,-7-2-31 0,-1 0-7 16,-1 1-22-16,-6 0-14 0,0-1-20 0,-3 1-117 15,-3-1-279-15,-1-1 123 0</inkml:trace>
  <inkml:trace contextRef="#ctx0" brushRef="#br0" timeOffset="28950.24">19302 7473 13 0,'0'0'141'0,"0"0"-11"0,-11 3-8 0,11-3-16 0,0 0 6 16,-4 10 10-16,0-3-10 0,0 1-5 0,0 9 23 16,0 0-6-16,-2 7 6 0,-1 2-6 15,1 4-6-15,4-1-6 0,-3 1-5 0,2 1-7 16,2-7-11-16,-1 5-9 0,-1-4-8 0,1 0-6 0,2-6-5 16,-2 1-5-16,1-2-4 0,-1-1-7 0,2-2-6 15,2-1-1-15,-2-3-4 0,0 2-2 0,-2-3-2 16,4-1-2-16,-2 1-5 0,0-10-3 0,-3 13-6 15,3-13-8-15,-1 9-7 0,1-9-4 0,-4 7 0 16,4-7-7-16,-9 3-1 0,4 0-7 0,5-3 4 16,-14-3-3-16,14 3-3 0,-16-6 2 0,5 2 3 15,2-2 0-15,-1 3-3 0,0-3 6 0,2 0 3 16,2 2 3-16,0 0 2 0,6 4-1 0,-10-6 3 16,10 6 3-16,-6-4 3 0,6 4-1 0,-7-4-3 15,7 4-1-15,0 0 3 0,0 0-6 0,-3-6 3 16,3 6 3-16,0 0-1 0,0 0 1 0,0 0 3 15,33 2-4-15,-15 0 0 0,4-2 4 0,4 0-23 16,6 0-27-16,0-2-25 0,3 2-56 0,0 0-33 16,2 0-36-16,-5-1-107 0,2-1-330 0,-2 2 146 15</inkml:trace>
  <inkml:trace contextRef="#ctx0" brushRef="#br0" timeOffset="29422.05">19835 7914 18 0,'0'0'246'0,"4"-8"-15"16,-4 8-12-16,0-7-19 0,0 7-17 0,0 0-19 15,-6-17-15-15,2 13-7 0,-1 0-9 0,-6-1-1 16,2 0-13-16,-2 1-5 0,-2 0-13 0,0 3-10 0,-1 0 3 16,2 1-15-16,-6 1-8 0,1 1-9 0,-2 5-6 15,2 0-3-15,1 1-6 0,0 3-3 16,2 1-8-16,1 0-1 0,1-1-5 0,3 2-4 15,4-2-2-15,-1 0-1 0,3 0-2 0,0-1-5 0,3 1-1 16,1-3 3-16,4 3-3 0,1-3-3 0,-1 0 3 16,2 0-1-16,5-1 6 0,-1-2-14 0,3-1 3 15,-1-1-1-15,0-3-1 0,2 2 1 16,1-4-6-16,-2-1 4 0,-3-2 1 0,2 0 0 0,-1-3 1 16,-3-2 0-16,4-3 1 0,-2-4 0 0,-2 3-3 15,1-1 8-15,0-2 6 0,-3-2 0 0,-1-6-2 16,2 0-1-16,-2 1-1 0,0-5-1 0,-2 4 1 15,1-2-1-15,0 1-1 0,-3 6 9 0,0 0 3 16,-1 3 15-16,-1 5 9 0,0 1 7 0,2 1-2 16,-2 3 5-16,0 7-12 0,0-12-8 0,0 12-7 15,0-7-10-15,0 7-6 0,0 0-1 0,0 0-3 16,0 0 12-16,-7 38-15 0,2-14-3 0,2 2-2 16,-3 1 9-16,5 2-5 0,-3-1-9 0,2 0 11 15,2-1-5-15,0 1-23 0,1-1-22 0,-2-1-34 16,3 0-23-16,2-1-35 0,-4-7-44 0,4-1-43 15,0-1-24-15,0-5-35 0,3 4-166 0,-2-5-479 16,4-2 212-16</inkml:trace>
  <inkml:trace contextRef="#ctx0" brushRef="#br0" timeOffset="29632.25">20201 7938 162 0,'3'-11'274'0,"0"2"4"16,-2 3-17-16,1-1-17 0,-2 7-24 0,1-12-18 15,-1 12-17-15,0 0-20 0,-8-7-1 0,8 7-13 0,-10 1-15 16,10-1-7-16,-15 12-11 0,4-5-14 0,2 2-9 16,1 0-10-16,-3 4 4 0,4-2-20 15,-2-1-7-15,4 0-6 0,2 2-10 0,2-1-20 16,-1 1-22-16,4-1-27 0,3-1-34 0,1 3-35 0,4-4-32 16,5 2-26-16,-2-3-40 0,7 1-26 0,4-1-197 15,-4-3-446-15,0 1 198 0</inkml:trace>
  <inkml:trace contextRef="#ctx0" brushRef="#br0" timeOffset="30193.1">20459 8035 172 0,'0'0'298'0,"-9"-6"-20"0,9 6-24 0,-5-4-14 16,5 4-32-16,0 0-16 0,-5-3-21 0,5 3-25 15,0 0-33-15,0 0-40 0,0 0-52 0,0 0-40 16,0 0-49-16,0 0-46 0,0 0-54 0,0 0-132 16,0 0-324-16,0 17 143 0</inkml:trace>
  <inkml:trace contextRef="#ctx0" brushRef="#br0" timeOffset="30769.44">19208 8388 174 0,'-13'-1'183'0,"0"1"-11"0,0-1-14 0,2 2-6 16,-1-2-6-16,0 2-7 0,3-1-10 0,1 1-7 15,8-1-14-15,-15 2-12 0,15-2-11 0,-8 0-8 0,8 0-9 16,0 0-3-16,0 0 1 0,0 0 12 0,22 11 5 16,12-8-2-16,20-4-7 0,11-5-6 0,40 2-2 15,1-1-6-15,6-4-7 0,1 5-6 0,-1-2-13 16,-3-2-1-16,-7 5-3 0,-10-2-3 0,-29 2-1 15,-1 2 2-15,0-2-8 0,-5 3-1 0,-4 1 2 16,-18-2-5-16,-1-1 4 0,-6 3-3 0,-8-1-3 16,-2-1 3-16,-4 2-1 0,-2-1-5 0,-1-1 7 15,-5 1 3-15,-6 0-1 0,12 0 1 0,-12 0-3 16,9 0-2-16,-9 0 3 0,0 0-9 0,0 0-5 16,10 2-17-16,-10-2-20 0,0 0-30 0,0 0-34 15,-25 10-35-15,7-7-44 0,1 3-46 0,-10 2-166 16,-2-1-419-16,1 0 187 0</inkml:trace>
  <inkml:trace contextRef="#ctx0" brushRef="#br0" timeOffset="31118.88">19867 8795 88 0,'5'-5'292'0,"-5"5"-16"16,4-8-21-16,-4 8-8 0,5-8-14 0,-5 8-1 0,1-7-17 15,-1 7-14-15,0 0-9 0,2-8-11 0,-2 8-13 16,0 0-17-16,0 0-9 0,0 0-17 16,0 0-15-16,0 0-11 0,0 0-12 0,-25 5-8 15,11 5-3-15,0 0-8 0,-7 5-1 0,0 3-12 0,1-3 14 16,3 0-18-16,2-2-11 0,1 2 10 0,2 0-15 15,3-1-11-15,0 1 1 0,6-5 0 16,0 3-5-16,3 0 1 0,3-3 0 0,4 6-1 16,2-3-3-16,5-2-6 0,4 0-2 0,10-5-16 0,1 1-17 15,5-3-16-15,3-2-23 0,-3-2-18 0,3-4-22 16,2-3-27-16,-4 2-33 0,-3 0-38 16,2-5-46-16,-5 0-256 0,3-1-546 0,-5-1 242 0</inkml:trace>
  <inkml:trace contextRef="#ctx0" brushRef="#br0" timeOffset="31446.82">21087 8090 259 0,'0'0'278'0,"0"0"-15"0,0 0-15 15,7-3-17-15,-7 3-14 0,0 0-24 0,0 0-20 16,0 0-16-16,0 0-19 0,0 0-10 0,0 0-17 15,0 0-21-15,0 0-20 0,0 0-24 0,0 0-29 16,0 0-40-16,6 10-49 0,-6-10-39 0,3 8-61 16,0-3-202-16,-3-5-405 0,1 8 180 0</inkml:trace>
  <inkml:trace contextRef="#ctx0" brushRef="#br0" timeOffset="31819.78">21489 7860 127 0,'-10'-5'196'0,"-2"2"2"16,-1-3-7-16,2 2-9 0,1 2 3 0,1-1-7 0,-1-2-14 15,2 4-6-15,8 1-15 0,-13-6-10 16,7 6-12-16,6 0-8 0,-9-2-12 0,9 2-12 16,0 0-6-16,0 0-11 0,0 0-9 0,0 0-4 15,0 0-8-15,36-5-1 0,-6 3-10 0,3 2-1 0,3-2-8 16,0 1-9-16,-3 1-10 0,-1-2-22 0,-3-1-20 15,-9 3-28-15,0 0-18 0,-7-2-37 16,2 2-31-16,-3-1-17 0,-1-1-11 0,-2 2-16 16,-2 0-121-16,-7 0-333 0,0 0 147 0</inkml:trace>
  <inkml:trace contextRef="#ctx0" brushRef="#br0" timeOffset="32043.59">21643 7823 51 0,'0'0'222'0,"-10"0"-10"0,10 0-10 15,0 0-8-15,0 0-15 0,0 0-13 0,0 0-16 16,0 0-14-16,0 0-13 0,-7 2-15 0,7-2-7 16,-2 8-1-16,0-1 7 0,0 3-3 0,0 4-4 15,1 2-7-15,-2 3 14 0,2 6-8 0,-3 0-4 16,3 0-7-16,-1 1-9 0,4-2-9 0,-4 2-2 16,2-8-10-16,2 9-4 0,-2-7 1 0,1 0-9 15,0-1-12-15,-1-2-24 0,0 2-24 0,0-2-34 16,0 1-31-16,-1-2-41 0,0-4-31 0,1-1-37 15,0 0-33-15,-2 0-178 0,1-4-432 0,-3 3 193 16</inkml:trace>
  <inkml:trace contextRef="#ctx0" brushRef="#br0" timeOffset="32329.72">21812 8190 36 0,'10'-7'272'0,"-1"0"-6"0,-1 1-14 15,1 3-21-15,-1 0-16 0,-8 3-15 16,15-1-6-16,-7 5 4 0,2 0-25 0,-4 2-12 16,3 0-14-16,-4 4-12 0,3 0-11 0,-3 2-8 15,-4 1 2-15,-1 0-20 0,-4 3-10 0,1 1-1 0,-7 1-7 16,2 0-5-16,-4-3-6 0,-6 5-6 16,4-6-7-16,-4 5-5 0,4-7-3 0,3-5-1 15,1 0-8-15,2 4-4 0,2-8-2 0,2 1-3 16,0-1-3-16,4-3 2 0,-8 7-10 0,8-7 3 0,0 0 0 15,0 0-2-15,21 6-2 0,-2-6-9 0,14 0-11 16,8 0-22-16,12-2-21 0,3 1-28 16,2-1-44-16,1 2-56 0,3-5-70 0,-5 1-295 15,1-1-582-15,-1 0 257 0</inkml:trace>
  <inkml:trace contextRef="#ctx0" brushRef="#br0" timeOffset="46843.25">2255 7725 136 0,'-14'2'167'15,"14"-2"-15"-15,-20 5-6 0,7 1-24 0,-5 6-11 16,-7 1-12-16,3 4-8 0,-5 0-20 0,0 0-2 0,1 1 0 16,1 4 1-16,-1 1 0 0,3-3 0 0,-2 2-4 15,4 2-6-15,1 0-3 0,6-5-11 0,0 1-4 16,4-1 1-16,3-2-9 0,1 2 2 15,4-3-3-15,1 2-7 0,1 0 2 0,3 0-4 16,3-1-5-16,1-4 1 0,7 3 2 0,1-1 0 16,8-2-12-16,1 2-18 0,2-4-32 0,2-1-35 0,4-5-34 15,-1 0-46-15,2 0-119 0,-3-4-298 0,-3 0 132 16</inkml:trace>
  <inkml:trace contextRef="#ctx0" brushRef="#br0" timeOffset="47233.89">2492 7850 1756 0,'0'-32'-16'0,"1"2"38"0,-4 0 7 0,-1 10-3 0,1 4 7 15,0 0 31-15,1 3-5 0,-2 4 0 16,3-1-10-16,-1 4-1 0,2 6-9 0,-2-11-8 16,2 11-6-16,0 0 0 0,-3-3-2 0,3 3-9 15,0 0 1-15,5 33 1 0,-2-7 1 0,1 5-2 0,-1 0-1 16,-1 4 4-16,3 10-1 0,-4-10-2 15,0-1 0-15,1-1-1 0,-1 0-1 0,-1-4-5 16,4-2 1-16,-3-2-1 0,0-7 2 0,2 0-3 16,-2-7-2-16,0 0 1 0,-2-2 3 0,1-1 1 15,0-8-2-15,0 12 4 0,1-9 6 0,-1-3 16 0,0 0 10 16,-2 12 11-16,2-12-1 0,0 0 3 0,0 0-6 16,0 0-8-16,0 0-3 0,0 0-7 15,0 0-13-15,11-35-4 0,-4 16-4 0,2-4-3 16,1-2-4-16,4 2-4 0,0-1-6 0,1 4 0 15,-3 5-3-15,2 0 2 0,-3 8-5 0,-2-2-3 16,3 6 0-16,-4 2-4 0,2-1 1 0,1 5 3 0,1 3-2 16,-2 1 1-16,4 6-22 0,-1-1-13 15,0 4-20-15,-3-1-21 0,-1 2-21 0,0 2-27 16,-2-2-21-16,0 1-28 0,1 0-154 0,-5-3-370 16,5-1 164-16</inkml:trace>
  <inkml:trace contextRef="#ctx0" brushRef="#br0" timeOffset="47847.78">3089 7886 30 0,'-7'-3'197'0,"-2"2"-8"0,-2 1-14 0,0 4-7 0,1 0-13 15,-4 6-11-15,0 4-8 0,1-1-16 16,2 3-5-16,-1-1-13 0,2 1-12 0,4 1-5 15,1 0-9-15,1-1-8 0,2 2-10 0,2-6-2 16,2-1-4-16,2 1-5 0,1-2-4 0,1 2-1 16,3-4-3-16,0-1-4 0,1-2-2 0,2-1-2 15,-1-1-2-15,1 0-1 0,0-1-4 0,1-4-1 16,-1 2 8-16,-1-3 0 0,0 0-4 0,1-3 0 16,-3 0-5-16,1-2 3 0,1-2-7 0,-1-3 1 15,-2 0-1-15,-3 0 2 0,-3 1 3 0,3-3 4 16,-2-1 0-16,-1 0 1 0,-2 1 0 0,-2 2 1 15,2 0 0-15,-3 1-7 0,2-1-1 0,-3 3 1 16,4 5-4-16,0 5-5 0,0-12-2 0,0 12-9 16,0 0 1-16,3-7-6 0,-3 7 6 0,0 0-5 15,0 0 1-15,0 0 0 0,6 32 1 0,-2-18 1 16,-1-1 0-16,2 4-2 0,-3-1 3 0,3-1-1 16,2 2 2-16,-1-7-2 0,0 3 0 0,1-4 1 15,-1 1-2-15,1 0 4 0,0-1-1 0,1-3-5 16,0 1 8-16,-2-3 0 0,-1 0 0 0,-1 0 1 15,-4-4-4-15,8 6 13 0,-3-4-5 0,-5-2 8 16,10 1-8-16,-10-1 6 0,0 0-3 0,11-8-2 16,-5 3 2-16,-4 0 1 0,-2 5-2 15,7-10 6-15,-4 4-9 0,1-6 4 0,0 5-7 0,1-3 0 16,-1 0-3-16,0 0-5 0,0 1-7 0,2 0 0 16,-1 2-4-16,-2 1-2 0,1 1 0 0,-4 5-5 15,6-6 12-15,-1 3-6 0,-5 3-7 0,0 0 4 16,14 0-2-16,-14 0 4 0,12 7-1 0,-6 2 4 15,-1-2 3-15,0 3-3 0,0-1 3 0,0 2 3 16,-2 0 2-16,2 0-2 0,-1 1-1 0,1-2 3 16,-1 2-10-16,0 0-15 0,0 0-25 0,-1-2-23 15,1-1-50-15,0 0-33 0,1 1-44 0,0-3-177 16,0 3-411-16,3-6 182 0</inkml:trace>
  <inkml:trace contextRef="#ctx0" brushRef="#br0" timeOffset="48484.43">3895 7925 102 0,'-9'-6'240'0,"-4"2"-11"16,-1 1-11-16,3 2-15 0,-2 1-16 0,-3 1-14 16,4 2-17-16,-2 3-14 0,-1 1-13 0,3 2-14 15,2 2-12-15,1 2-9 0,2-3-6 0,2 1-12 16,0 0-5-16,2 2-7 0,2-1-8 0,1-3-3 15,0 2-6-15,1-2-3 0,3 0-2 0,0-1-3 16,0-1-9-16,1-2-2 0,1-1-10 0,0-1-9 16,0 0 5-16,-6-3-2 0,13 1-2 0,-7-1 0 15,-6 0-1-15,13-4 1 0,-3 0 0 0,-5-1-1 16,2-2 7-16,-1 0-2 0,0-2 5 0,-2 3 5 16,0 0 6-16,0 0 0 0,-2 0 2 0,-2 6-4 15,6-9-4-15,-6 9-3 0,5-4-9 16,-5 4-2-16,0 0-6 0,0 0 9 0,0 0-10 15,16 17 0-15,-11-1 1 0,2 10 0 0,-1 0 1 0,-1 6 2 16,0-2 3-16,-2 8 0 0,-2-8-6 0,-1 2 7 16,-1 0-3-16,-4-2 4 0,0 5 0 0,-4-3-1 15,1 0-1-15,-3 0 2 0,-2-3-4 0,-4-2-4 16,2-5-7-16,-4 0-11 0,2-3-7 0,2-6-4 16,-1-3-3-16,5-3 9 0,1-4-7 0,1 0 4 15,-3-3 0-15,12 0-1 0,-14-6 0 0,9-4 4 16,0 0-1-16,0-2 5 0,4-6 3 0,2 0 3 15,8-10 0-15,2 2 0 0,5-1-1 0,-1-2 1 16,7 1 2-16,1 2 0 0,-1-3 7 0,2 2-6 16,9-10 1-16,-7 12 3 0,0-2-1 0,1 0 1 15,-1-1-3-15,-1 3 2 0,1-1 0 0,-1 1 4 16,-3 0 5-16,-4 3 8 0,-3-3-2 0,-3 8 12 16,-2 2 11-16,-4 1 7 0,0 1 2 0,-1 1-1 15,-3 5 9-15,2 0-6 0,-4 7-1 0,3-11 0 16,-3 11-7-16,5-8-12 0,-5 8-6 0,0 0-2 15,0 0-1-15,0 0-1 0,0 0 1 0,-16 35-4 16,10-19-3-16,0 0-2 0,-1 1 0 0,4-1-1 16,0 2-2-16,0-1 3 0,3-1-19 0,3 1-16 15,0-1-28-15,-1-1-36 0,1-2-46 0,3-3-58 16,0 0-46-16,1-1-216 0,0-1-493 0,4-2 218 16</inkml:trace>
  <inkml:trace contextRef="#ctx0" brushRef="#br0" timeOffset="48646.06">4274 7769 1900 0,'-14'-31'-10'0,"2"2"6"0,-2 3 1 16,5 7-3-16,-2 5 9 0,5 4-3 0,0 2-12 16,6 8-40-16,-9-8-8 0,9 8 4 0,0 0-11 15,0 0-25-15,-8 43-25 0,11-11-12 0,-2 13-88 16,1 1-233-16,6 0 104 0</inkml:trace>
  <inkml:trace contextRef="#ctx0" brushRef="#br0" timeOffset="49071.15">4338 8139 140 0,'0'0'250'0,"0"0"-13"0,8-15-19 0,-8 15-13 16,1-11-17-16,1 4-11 0,-1-2-10 0,1-1-13 15,2 0-12-15,1 0-4 0,2-6-7 16,-1 6-5-16,2-6-5 0,3 4-12 0,-4 2-13 15,-1 3-8-15,2 3-15 0,2 1-7 0,0 1-8 0,0 2-4 16,2 3-6-16,-1 0 0 0,1 4-11 0,3 1-6 16,-4-1 2-16,0 2-5 0,3 0-1 0,0 2-8 15,-1-1-7-15,0-1-7 0,-1-1-13 0,0-2-9 16,6-1-3-16,-1 0-10 0,2-2-7 16,1 0 0-16,1-5-4 0,0 0-14 0,7-1-3 0,-6-1-8 15,-3-2 9-15,2-2 5 0,-5 0-2 0,0-4 13 16,-6 6 12-16,-4-3 15 0,1 0 11 0,-2 0 14 15,-5 0 3-15,1-4 3 0,0 4 0 0,-1 9-1 16,-5-17 9-16,3 8 2 0,2 9 3 0,-7-10-3 16,7 10-6-16,0 0-3 0,-6-10-5 15,6 10-4-15,0 0 0 0,-12 14-1 0,7-2-3 0,-2 3 0 16,3 5 2-16,-3-1-5 0,5-2 3 0,-2 4-2 16,1-3 4-16,1 3-5 0,3 4 3 0,-1 2 0 15,-1-7 0-15,-1-2-3 0,1 2 3 0,2-1-4 16,-2-1 5-16,1 1-1 0,-1-2-2 15,-3 1 5-15,2 0-5 0,-2-1 0 0,-1 2-20 0,-2-2-32 16,-2 1-33-16,-1-3-44 0,2 1-62 0,-2 0-58 16,-2-2-129-16,5-3-406 0,-1-1 180 0</inkml:trace>
  <inkml:trace contextRef="#ctx0" brushRef="#br0" timeOffset="49416.25">5368 7816 2270 0,'22'-26'41'0,"-3"3"40"0,-6-2-21 0,0 5 0 16,-3 3 4-16,-2 2 7 0,-2 6 2 0,-2 0-3 0,2 1-2 15,-2 1-4-15,-1 3-4 0,-3 4-5 16,4-7-14-16,-4 7-8 0,0 0-6 0,0 0-1 16,0 0 0-16,7 32 19 0,-4-7 8 0,-2 1 10 15,-1 6-6-15,-1 0 1 0,-2-1-10 0,1-1 2 0,-1 0 2 16,1 1-11-16,0 0 1 0,1-6-7 0,1 3-3 16,-1-9 1-16,1 5-8 0,1-6-5 15,0-2-9-15,-1-3-20 0,3 3-23 0,-3-4-28 16,1-3-31-16,-1 3-34 0,0-5-44 0,0-7-40 0,-1 10-33 15,1-10-245-15,-7 6-527 0,1-6 234 0</inkml:trace>
  <inkml:trace contextRef="#ctx0" brushRef="#br0" timeOffset="49661.73">5246 7982 186 0,'12'-3'190'0,"6"2"-17"0,4-3-22 0,6 1-12 0,3-1-16 15,-2 2-14-15,2 1-7 0,-2 0-14 0,-1-1 1 16,-7-1-12-16,7 2-2 0,-6 1-6 0,-2 0 1 16,-2 1-11-16,1-1-2 0,-7 3-4 0,0-1-9 15,-1 2-4-15,-5-3 0 0,3 5 5 0,-1 1 6 16,-3 2 7-16,0 1-2 0,-2 5 4 0,-1-2-4 16,1 4-5-16,-5-1-3 0,4-1-3 0,0 0-4 15,-2 4-3-15,0-7-13 0,0 4-29 0,-2-2-40 16,2-3-42-16,0 0-42 0,1 2-51 0,-4-3-166 15,2 2-373-15,1-12 165 0</inkml:trace>
  <inkml:trace contextRef="#ctx0" brushRef="#br0" timeOffset="49828.36">5642 7712 14 0,'0'0'99'16,"6"-2"-13"-16,-6 2-32 0,16 21-9 0,-4 1-16 16,0 4-20-16,2 3-18 0,5 14-46 0,0-1-59 15,-1-8 26-15</inkml:trace>
  <inkml:trace contextRef="#ctx0" brushRef="#br0" timeOffset="50356.7">5904 8183 84 0,'0'0'243'0,"0"0"-15"0,0 0-17 0,0 0-7 15,0 0-12-15,0 0-11 0,-17-20-10 0,13 12-8 16,1 1-13-16,0-3-12 0,-1 1-3 0,3-3-17 16,0 0-10-16,1-6-5 0,1 4-8 0,0 1 6 15,3-2-4-15,-1 3-18 0,4-3-3 0,0 3-12 16,2 2-6-16,-2 4-8 0,2 2-8 0,3-2-5 16,-2 5-4-16,0 2-3 0,3 5-6 0,2-1-1 15,2 0-2-15,-6 3-3 0,6 3 1 0,-4-2-7 16,-2 5 2-16,-1-5-7 0,-2 0 25 0,0 2-5 15,-2-2-3-15,2 0-1 0,-4 1-8 0,0-5-4 16,-2 1 2-16,2-1-3 0,-4-5-6 0,5 7-3 16,-5-7 2-16,4 5-2 0,-4-5 1 0,0 0 3 0,0 0-3 15,0 0-2-15,0 0 3 0,0 0 3 0,0 0-2 16,0 0-6-16,11-17-3 0,-7 7-3 0,4 1-1 16,5-4-3-16,-2-1 1 0,7 0-12 0,-4 1 1 15,3 2-3-15,-2 3 2 0,-3 2 5 0,0 1-3 16,-1 4-1-16,0-1 0 0,-1 5 1 0,-1 0 4 15,0 4 2-15,1-1 1 0,-1 0-1 0,-2 4 6 16,2-1-1-16,-2-2 2 0,1 3-1 16,1-4 5-16,0 1 2 0,2-1 6 0,-2-1 3 15,5-3 12-15,-2-2 0 0,2 0 2 0,-1-1-4 0,7-3-2 16,-7 1 0-16,-1-3 2 0,0-3-3 0,-1 2 1 16,-1 0 1-16,-3-2 1 0,0 0 7 0,-2-1 3 15,-1-3-4-15,-2 3 1 0,1-3 2 0,1 1 1 16,-8 2 1-16,3-4 2 0,-2 5-4 0,-1-1-7 15,0 0 6-15,-1 6-3 0,1-2-5 0,-6 1-3 16,4 4-4-16,6 1 0 0,-19 4-2 0,6 2 1 16,0 6-3-16,0-1-2 0,2 1 2 0,3 3-14 15,4-6-29-15,-2 8-31 0,3-2-48 16,2 1-71-16,4-5-72 0,2 2-254 0,0-2-555 0,3-3 246 16</inkml:trace>
  <inkml:trace contextRef="#ctx0" brushRef="#br0" timeOffset="50657.97">7025 8015 73 0,'0'0'297'0,"0"0"-31"15,0 0-30-15,0 0-21 0,0 0-24 0,9 4-19 16,-9-4-13-16,10 1-11 0,-10-1-10 0,14 2-9 16,0-2-8-16,4 0-9 0,-4 0-16 0,4 1-10 15,2-2-26-15,1 1-34 0,-1 0-35 0,1 0-66 16,7 0-67-16,-9-2-77 0,0 1-128 0,3-3-376 15,-6 0 167-15</inkml:trace>
  <inkml:trace contextRef="#ctx0" brushRef="#br0" timeOffset="50889.98">7774 7649 186 0,'0'0'267'16,"-8"-5"-24"-16,8 5-24 0,0 0-23 0,-4-8-24 16,4 8-15-16,0 0-15 0,0 0-6 0,0 0-2 15,10-5 3-15,4 3-3 0,4 2-24 0,9-4-8 16,5 3-10-16,3-1-13 0,0-2-14 0,1 0-23 16,-3 3-29-16,-1 0-39 0,-10 0-41 0,-3 0-40 0,0 2-44 15,-7-3-32-15,1 0-166 0,-6 1-378 16,-2 0 168-16</inkml:trace>
  <inkml:trace contextRef="#ctx0" brushRef="#br0" timeOffset="51071.45">7988 7632 50 0,'0'0'192'16,"-5"3"-26"-16,5-3-13 0,0 0-18 0,-5 5-4 16,5-5-11-16,-4 11 7 0,3-2 7 0,-2 4-2 0,2 2 0 15,0 4-2-15,-1 2 7 0,1 2-13 0,0 3-12 16,0-7-7-16,-2 6-11 0,2-1-6 15,1-4-6-15,0 5-7 0,1-6-11 0,-1 5-26 0,0-5-35 16,3 0-40-16,-6 1-40 0,3-2-53 16,3-2-47-16,-3 3-174 0,-3-6-379 0,3-3 167 0</inkml:trace>
  <inkml:trace contextRef="#ctx0" brushRef="#br0" timeOffset="51251.44">8163 8002 137 0,'4'-3'257'0,"-4"3"-20"0,0 0-23 16,0 0-11-16,0 0-4 0,0 0-8 0,12 7-6 15,-12-7-6-15,2 14-18 0,-1-3-13 0,-2 0-7 0,1 1-18 16,0 2-14-16,-1 0-27 0,1 0-55 0,-4 4-64 16,2-1-83-16,-1-6-85 0,-2 1-168 0,-1-2-402 15,-5 4 178-15</inkml:trace>
  <inkml:trace contextRef="#ctx0" brushRef="#br0" timeOffset="52319.74">2692 9294 121 0,'-15'-7'250'0,"3"1"-13"0,-7 2-17 0,0 2-15 16,0 4-16-16,0-1-12 0,-9 11-15 0,1-1-7 16,4 3-16-16,1 0-4 0,-4 3-17 0,5 2-11 15,0 0-11-15,9-3-11 0,1 1-8 0,2-2-7 16,1 2-9-16,2-2-10 0,4-4-1 0,0 1-5 16,4-2-5-16,2 0 2 0,3 0-5 0,3-4-1 15,-1-1-4-15,3-1-4 0,3-3 2 0,2-1-4 16,-3-4 1-16,5 1-4 0,-1-3-3 0,1-4-2 15,-2 0-5-15,6-7 1 0,-9 2 0 0,4-5-2 16,-2 0-4-16,0-3-2 0,-5 6-1 0,3-4-2 16,-1-3 2-16,-2 0-2 0,0-2 0 0,-2 2 6 15,-2-1-5-15,1-1 0 0,-2-1 3 0,0 3-1 16,-3 0-2-16,0-1 2 0,1 7 2 0,-3 1 2 16,-1 2 12-16,0 4 4 0,0 1 2 0,1 3-1 15,-1 7-5-15,0-11-5 0,0 11-5 0,2-7-8 0,-2 7 4 16,0 0-6-16,0 0 1 0,0 0 3 15,-2 42-3-15,-3-11-4 0,-1 15 7 0,-4 0-3 16,1 0 1-16,-3-1 0 0,6-9-2 0,-3-3 1 16,5 1-2-16,-2-3 1 0,3-2-3 0,2-5 2 15,1-5 2-15,1 0-4 0,3-4-1 0,1-4 5 16,1 1-2-16,-1-3 1 0,2-1 6 0,1-2-8 16,2-1-8-16,-1-3 0 0,2 0-6 0,7-4-9 15,0-4-6-15,1-1-6 0,0-4-3 0,6-3 1 16,-5-1 4-16,-5 3 10 0,0-3-6 0,-2-1 6 15,2-5-5-15,-1-1 4 0,-7 4-3 0,2 0 5 0,-4 3 9 16,3-2-3-16,-6 7-1 0,0-2 2 16,0 3 5-16,1 2 0 0,-2 0 3 0,-1 7-2 15,3-6-5-15,-3 6 1 0,0 0 3 0,0 0 2 16,0 0-1-16,5 22 4 0,-5-12 2 0,1 3-2 16,1 0 3-16,-1-2-2 0,4 4 2 0,2-5 1 0,-1 0 4 15,0-1-1-15,2-3 5 0,4 1 3 16,0-3 3-16,1 0 0 0,1-3 1 0,5-2-2 15,-2-4-1-15,3-1 2 0,-2-1-7 0,1 0 6 16,7-5-4-16,-13 3 2 0,3-1-3 0,-3-2 1 16,0 2 1-16,-4-2-1 0,-3 1-5 0,0 0 3 0,-2-1 4 15,0 3 2-15,1-4-4 0,-4 2 4 16,-1 1-5-16,0 10 3 0,2-16 2 0,-2 16-1 16,-2-10-3-16,2 10-6 0,0 0-2 0,0 0-1 15,0 0 2-15,0 0 0 0,0 0 10 0,-7 33-3 16,2-14 0-16,-2 4-2 0,1 2 3 0,-1 2-6 15,2-3 2-15,-2 0 0 0,0 1-10 0,1-1-28 16,3-5-32-16,-2-1-49 0,-1 2-54 0,3-5-43 16,-3 2-227-16,1-6-474 0,-3 3 210 0</inkml:trace>
  <inkml:trace contextRef="#ctx0" brushRef="#br0" timeOffset="52500.85">2994 9163 33 0,'10'8'53'16,"5"4"-33"-16,7 4-28 0,2 0-9 0,1-3-17 15,8 3 7-15</inkml:trace>
  <inkml:trace contextRef="#ctx0" brushRef="#br0" timeOffset="52729.71">3613 9249 81 0,'5'-7'228'0,"0"4"-9"0,0-7-13 15,-3 6-7-15,1-3-6 0,-3 7 1 0,2-14-2 16,-3 9-14-16,1 5-4 0,-6-9-12 0,1 4-13 16,-4 3-6-16,9 2-13 0,0 0-9 0,-28 9-7 0,14 2-9 15,-6 8 1-15,4 3 1 0,-1 1-11 16,2 2-12-16,1-2 0 0,2 2-13 0,6-6-8 15,2-1-6-15,0 1-5 0,7-1-4 0,-1-1-1 16,3 0-1-16,3-2-10 0,1-3-17 0,0-3-21 16,0-2-17-16,5 3-22 0,-3-7-32 0,2 2-36 15,1-5-15-15,3 0-54 0,2-3-38 0,-1-4-24 16,1-1-10-16,0-1-159 0,-5-4-443 0,2-1 196 16</inkml:trace>
  <inkml:trace contextRef="#ctx0" brushRef="#br0" timeOffset="53061.97">3752 9313 426 0,'5'-28'1'16,"-1"-1"28"-16,0 2 21 0,-2-2 14 0,-1 1 10 15,-2-1 20-15,1 3 7 0,-2-1 11 0,0 8 0 0,1 2 13 16,0 4 11-16,-1 3-1 0,0 0-5 16,2 3-23-16,0 7-11 0,0 0-15 0,0 0 0 15,0 0-5-15,0 0 10 0,0 0 7 0,2 49 15 16,-3-19-7-16,1 5-7 0,0 0-7 0,-2-2-8 0,0 0-6 16,1-1-6-16,2-3-5 0,1-2-1 0,-1-8-9 15,-1 2-4-15,1-6-6 0,3 1-3 16,-4-5-6-16,1-3-3 0,-1-1 0 0,0-7 1 15,2 10-3-15,-2-10 0 0,0 8 3 0,0-8 9 16,1 7 8-16,-1-7 6 0,0 0-3 0,0 0-2 0,0 0-12 16,0 0 0-16,0 0-7 0,11-20-4 15,-6 11-7-15,-1-4-18 0,3 3-14 0,0-5-8 16,2 6 1-16,1-4 1 0,1 5-1 0,1 1 2 16,-4 0-1-16,2 3 0 0,0 2 4 0,1 2 1 15,-3 0 2-15,3 4-10 0,-1 1-7 0,1 0-7 0,1 1-14 16,-2 1-24-16,-1 1-24 0,3 0-9 0,-2 1-8 15,0-2-21-15,6 2-22 0,0-2-12 0,2-1-31 16,1-2-6-16,1-1-149 0,-1-3-384 16,-1-1 170-16</inkml:trace>
  <inkml:trace contextRef="#ctx0" brushRef="#br0" timeOffset="53575.94">4290 9322 32 0,'4'-8'165'16,"-1"-3"-8"-16,-3 11 8 0,-2-21-6 0,1 12 1 15,1 9 4-15,-7-18 4 0,3 9-1 16,4 9-9-16,-11-7-5 0,3 4-8 0,8 3-9 15,-18 0 0-15,6 5-5 0,-1 5-11 0,0 3-10 0,-1 1-2 16,4 0-15-16,2-1-6 0,-1 1-8 16,5-1-9-16,0 1-5 0,2-2 0 0,2 1-11 15,-1-2-5-15,3 0 5 0,2-1-6 0,1-1-9 0,-2 1-2 16,2-4-5-16,1-2-1 0,1 0 1 16,-1 1 3-16,0-3 1 0,2 1 2 0,-8-3 1 0,13 1 3 15,-5-2 0-15,-8 1-5 0,11-5 6 0,-6 1-13 16,4-1-5-16,-4 1 0 0,3-5 2 15,-3 0-3-15,0 2-4 0,0-3-1 0,-1 0-7 0,-1 1 4 16,-1-2-4-16,2 2-3 0,0 0 4 0,-2-1-3 16,1 1-8-16,-3 9 2 0,2-13 6 0,-2 13-14 15,0 0-6-15,5-10-3 0,-5 10 7 0,0 0-6 16,8 3 10-16,-8-3-5 0,0 0 6 0,12 12-3 16,-7-6-2-16,0 2 4 0,0-1 6 0,0 1-9 15,4 0 9-15,-4 0 1 0,3-2-7 0,-3-1 9 16,3 2-4-16,-1-2 0 0,0-3 8 0,-2 3-5 15,0-3-1-15,-5-2 6 0,13 4 0 0,-13-4 0 16,9 0-1-16,-9 0 1 0,0 0 0 0,14-6-3 16,-8 3 1-16,-1-3-3 0,2-1-2 15,-1-1 2-15,-1-1-1 0,3 0-16 0,2-6-4 0,-4 5-5 16,2 1-1-16,2-1-6 0,-3 0-2 0,0 1 2 16,-1 3 1-16,-6 6 2 0,8-8-3 0,-3 5-1 15,-5 3 9-15,7-3-3 0,-7 3 3 0,0 0 0 16,14 7 2-16,-9-2 2 0,0 1 1 15,-2 1 6-15,-1 4-1 0,1 0-1 0,-1-2-4 0,1 2-26 16,0 1-27-16,-2-1-39 0,-1 0-43 0,2-2-67 16,0 0-68-16,-2-9-172 0,0 14-493 0,0-14 218 15</inkml:trace>
  <inkml:trace contextRef="#ctx0" brushRef="#br0" timeOffset="54271.55">4918 9137 2345 0,'-12'-11'104'0,"2"-1"-29"0,-1 7-24 0,0-1-18 0,1 2 1 15,-1 4 2-15,11 0 3 0,-18 6-3 0,8 2-1 16,-2 8 14-16,-1 5 4 0,-3 2 1 0,6 0 0 16,1 1-3-16,4-5-1 0,4-2-3 0,1 2-3 15,-3-2-6-15,7 0 2 0,0 0-6 0,1-1-2 16,1-4 2-16,2-2-18 0,1 0-27 0,1-1-19 15,1-2-20-15,1-4-26 0,5 1-21 0,1-1-35 16,-7-3-21-16,8-1-25 0,-2-2-11 0,-4-2-4 16,0 1 4-16,-2-4 6 0,-2 3 14 0,4-6 27 15,-3 2 9-15,0-5 30 0,-5 3 26 0,-1-1 14 16,1-4 19-16,2 0 22 0,-4-2 18 0,3-7 9 16,-1 1 21-16,-3-3 13 0,4 1 16 0,-4 0 17 15,3 2 13-15,-4 0 19 0,-1 5 8 0,2 2 17 16,0 5 14-16,-2 4 4 0,0-3-6 15,1 5-12-15,-1 6-17 0,3-9-17 0,-3 9-11 0,0 0 0 16,0 0 14-16,0 0 12 0,-3 45-3 0,2-16 3 16,-1 3 14-16,-3 2-20 0,1 1-2 0,-1 0-2 15,2-3-9-15,2-1-11 0,-3-2 1 0,3-4-23 16,-1-6 3-16,4 0-13 0,-4-6 2 0,4-1-10 16,-1-2 15-16,-1-5-24 0,0-5 6 0,0 14-7 15,1-11 2-15,-1-3 4 0,1 8 1 0,-1-8-16 16,0 0-6-16,0 0 14 0,0 0-1 0,0 0 2 15,25-15-18-15,-16 6 7 0,1-3-8 0,5-1-8 0,-1-1-6 16,3 3 4-16,0 0-5 0,-1 3-7 16,2 2 12-16,-5 1-7 0,0 2-4 0,1 0 3 15,-3 3 1-15,3-3 0 0,-1 6 3 0,-1 1-6 16,-1 1 8-16,1-3 0 0,0 1-1 0,0 3 14 16,-2-3-14-16,1 0 3 0,0 1-5 0,-2-2 10 15,-2 0-4-15,1-1 28 0,-8-1-28 0,14-3-1 16,-9 0 5-16,3-1 0 0,-3 0 5 0,0-1-3 15,0-2 1-15,-1 1-4 0,0-3-3 0,-3 0 14 16,-1 1-14-16,3-1 4 0,-3-2-6 0,-3 2 2 16,6 0 3-16,-3 9 7 0,-3-12-6 0,3 12 2 15,0-11 1-15,0 11-3 0,0 0-7 0,0 0-4 16,0 0 3-16,0 0 4 0,0 0 1 0,0 0 5 16,0 0-11-16,5 24-24 0,-6-13-22 0,2 1-33 0,-2 0-51 15,-3 0-51-15,2 0-72 0,3 1-63 0,-6 3-273 16,2-6-641-16,1-3 284 0</inkml:trace>
  <inkml:trace contextRef="#ctx0" brushRef="#br0" timeOffset="54793.71">5361 9393 105 0,'7'2'301'0,"-7"-2"-15"0,0 0-9 15,0 0-16-15,0 0-17 0,0 0-12 0,14-7-14 16,-14 7-8-16,4-7-13 0,0 3-21 16,1-1-1-16,0 1-20 0,4-1-15 0,-4 0-15 0,1 1-3 15,0 2-16-15,-6 2-7 0,14-3-18 0,-6 1-6 16,-8 2-7-16,13-1-5 0,-13 1-7 0,12 3-2 16,-4-3-8-16,0 1-3 0,-8-1 0 0,13 2-3 15,-5 0-6-15,-1-2-6 0,0 1-3 0,1 1 4 16,-8-2-2-16,14 0 2 0,-6-2-3 0,1 1-1 15,0-2-7-15,-2 1 0 0,-7 2-25 16,21-7 29-16,-16 4-9 0,-5 3 4 0,9-6-2 16,-9 6-2-16,5-7 1 0,-5 7 11 0,5-9-9 15,-5 9-7-15,0 0-2 0,0 0 1 0,4-8-4 0,-4 8-6 16,0 0 1-16,0 0-6 0,0 0 1 0,0 0 12 16,0 0-11-16,0 0 5 0,-5 33-1 0,1-21 7 15,-1 3 0-15,1 2-6 0,-1-2-9 0,1 1-34 16,0-4-45-16,-1 2-45 0,0-2-59 0,2 1-55 15,1-3-54-15,-1 1-265 0,3-11-614 0,-2 12 272 16</inkml:trace>
  <inkml:trace contextRef="#ctx0" brushRef="#br0" timeOffset="55044.47">5988 8955 130 0,'-1'-18'365'0,"0"3"-7"16,-1 3-9-16,1 3-6 0,1 1-28 16,0 8-45-16,0-9-32 0,0 9-22 0,0 0-24 15,0 0 11-15,0 0 14 0,10 47-13 0,-6-17-9 0,0 2-20 16,0 3-10-16,1 0-12 0,-1 12-13 0,-3-10-12 16,4-2-12-16,-5-2-7 0,4 1-13 0,-5-3-11 15,2 0-13-15,-1-2-27 0,0-9-47 0,1-2-55 16,0-1-63-16,-2-3-53 0,0-4-59 0,-3 0-57 15,2-2-63-15,-2-2-257 0,4-6-660 0,-8 8 292 16</inkml:trace>
  <inkml:trace contextRef="#ctx0" brushRef="#br0" timeOffset="55297.81">5892 9255 228 0,'-2'-9'233'0,"2"9"-21"0,0 0-16 16,10-7-18-16,-2 4-15 0,3 0-17 0,7 1-14 15,0-1-10-15,4 0-14 0,-1 1-8 0,9-2-7 16,-2 2-8-16,0-2-7 0,-7 5-7 0,0-4-7 16,0 3-4-16,-3-2-7 0,-4 3-6 0,-2-1-5 15,-1 1 12-15,-1-1 12 0,-4 3-1 0,3 1 3 16,-2 0 6-16,1 2 9 0,-1 3 0 0,-1-2 3 16,0 1-2-16,-4 3-2 0,4 0-2 0,-3 1-5 15,-1 1-8-15,0-1-2 0,-1 1-10 0,2-1-3 16,-3 1-36-16,1-3-46 0,0 0-43 0,-2 0-58 15,1-2-72-15,-1-2-69 0,1-6-205 0,0 0-515 16,-6 16 228-16</inkml:trace>
  <inkml:trace contextRef="#ctx0" brushRef="#br0" timeOffset="55461.28">6214 8999 1753 0,'-2'-17'13'0,"-1"0"-26"15,1 7 14-15,-2 1-49 0,4 5-17 0,0 4 12 16,0 0 11-16,0 0-12 0,0 0-5 0,14 18-16 16,-8-4-4-16,6 9-11 0,1 3-7 0,0 2-5 15,0 0-63-15,3 3-179 0,-3-2 79 0</inkml:trace>
  <inkml:trace contextRef="#ctx0" brushRef="#br0" timeOffset="55998">6387 9307 121 0,'1'7'245'0,"3"-2"3"0,-4-5-1 0,5 9-3 16,-5-9-11-16,3 5-12 0,-3-5-9 0,0 0-3 15,0 0-10-15,4 3-5 0,-4-3-19 0,0 0-15 16,0 0-13-16,0 0-4 0,0 0-1 0,0 0-13 16,0 0-17-16,-13-26 6 0,13 26-31 0,2-13-4 15,-2 13-9-15,3-19-7 0,2 8-21 0,-1 2 14 16,0 2-7-16,-4 7-10 0,14-10-4 0,-4 2-8 16,-4 7 2-16,6-2-5 0,1 3-4 0,-13 0-7 15,24 3 5-15,-14 0-11 0,2 1 5 0,-5-1-5 0,5 2 7 16,-3 0-8-16,0 1-1 0,-9-6-2 15,7 10-2-15,-2-5 4 0,-5-5 2 0,7 7-6 16,-7-7-1-16,6 6 8 0,-6-6-6 0,5 7-13 16,-5-7-13-16,0 0-11 0,0 0-5 0,0 0-4 15,0 0-10-15,0 0-11 0,0 0-2 0,0 0 1 0,0 0-3 16,0 0 8-16,0 0-7 0,0 0 5 16,0 0-2-16,5-22-2 0,-5 22 6 0,7-13-2 15,-1 5 9-15,-1 2 6 0,-5 6 4 0,11-8 4 16,-5 3 1-16,-6 5 7 0,13-4 4 0,-13 4 12 15,18 4 3-15,-18-4 6 0,15 8 2 0,-7-5 3 16,1 4 8-16,-3 0 4 0,3 0 3 0,2 1 6 16,1-4-1-16,1 2-1 0,2 0 4 0,-2-3 7 15,6-1 4-15,0 0-5 0,-1-3 0 0,3-4 0 16,-1 2-5-16,-1-4-3 0,-1 0 9 0,-1 0-8 0,-5 3-8 16,-1-4 2-16,3 1-3 0,-5-1-1 15,-2-1 1-15,-1-1 3 0,-1 0 4 0,0-2-7 0,-4 1 1 16,-1-1 0-16,-1 3-3 0,-3-1-2 15,0 1-5-15,-1-1 4 0,-1 3-1 0,0 2-3 0,1 1-6 16,-4 2 4-16,9 2-7 0,0 0 5 16,-28 7 8-16,18 0-2 0,-2 8-1 0,1-1 1 15,-2 1-4-15,4 1 7 0,0-1-5 0,3 1-3 16,2-3-34-16,2-2-32 0,0 1-47 0,1 1-61 16,4-4-72-16,-1-1-79 0,-2-8-169 0,8 11-531 0,-8-11 235 15</inkml:trace>
  <inkml:trace contextRef="#ctx0" brushRef="#br0" timeOffset="56155.08">7174 9239 2880 0,'7'-3'197'0,"-1"0"-89"16,-6 3-52-16,13-4 2 0,-13 4 2 0,10-2 3 16,-10 2-14-16,13-1-15 0,-13 1-4 0,15-1-5 15,-5-2-42-15,-10 3-39 0,21 0-47 16,-13 0-66-16,-8 0-73 0,17-3-254 0,-17 3-537 0,17-8 238 15</inkml:trace>
  <inkml:trace contextRef="#ctx0" brushRef="#br0" timeOffset="56431.85">7452 8853 322 0,'-6'-8'322'0,"6"8"-35"0,0 0-25 0,0 0-26 16,7-12-23-16,3 10-19 0,8-4-20 0,7 1-19 15,7-2-14-15,3 1-15 0,1 0-10 16,-2 0-14-16,2 1-16 0,1-1-28 0,-1 1-33 0,-4 3-41 15,-2-1-45-15,-8 0-47 0,-3 3-38 0,-6-3-39 16,-3 2-200-16,-3-1-415 0,-7 2 184 0</inkml:trace>
  <inkml:trace contextRef="#ctx0" brushRef="#br0" timeOffset="56618.93">7781 8777 92 0,'-7'0'231'0,"7"0"-25"0,0 0-17 0,-5 5-23 16,5-5-10-16,-4 8 2 0,2-1 19 0,0 6 16 15,1 2-14-15,-2 2-7 0,0 2 9 0,2-1-16 16,-3 7-11-16,-1-1-5 0,3-3 0 0,0 3-30 16,0-5-15-16,-2 7-6 0,3-8-10 0,-2 0-5 15,2 2-15-15,-2-1-21 0,2-3-29 0,0-5-41 16,-2 5-43-16,2-1-53 0,0-2-52 0,-1-3-50 16,1 2-236-16,-3-2-496 0,3 0 220 0</inkml:trace>
  <inkml:trace contextRef="#ctx0" brushRef="#br0" timeOffset="56881.46">7981 9126 237 0,'12'-4'252'0,"0"0"-6"0,-3 4-14 0,-1 0-7 16,0 2 2-16,-1 4-17 0,-1-3-13 0,-2 4-2 16,1 2 1-16,-1 1 10 0,-2 0-14 0,0 3 5 15,-5 2-25-15,1 1-10 0,-6 2-4 0,-1-3-13 16,1 1-16-16,-2-3-4 0,3 2-21 0,0-4-8 15,-1-1-7-15,3-1-16 0,0-1 4 0,3-1-7 16,2-7-12-16,-1 10 10 0,1-10-18 0,2 9 3 16,4-7-12-16,3 0 2 0,4 1 0 0,4-5-5 15,11 1-10-15,0-2-4 0,1 2-13 0,5-4-27 0,0-1-26 16,-1-1-27-16,1-2-30 0,0 3-31 0,-5-2-44 16,2 0-38-16,-3 1-49 0,-9 0-44 0,-7 5-256 15,1-3-606-15,-3-1 268 0</inkml:trace>
  <inkml:trace contextRef="#ctx0" brushRef="#br0" timeOffset="57630.01">4363 10440 169 0,'-11'-4'249'0,"5"1"-11"0,1 0-9 15,5 3-17-15,-8-5-17 0,8 5-15 0,-9-3-8 16,9 3-24-16,0 0-19 0,0 0-17 0,-7-4-7 16,7 4-13-16,0 0-8 0,0 0-9 0,0 0-7 15,0 0 14-15,24 1-9 0,-4-2-5 0,11 0-9 16,2-2-22-16,3 2-34 0,0-2-36 0,-6 1-45 16,0 1-54-16,-2-1-47 0,-10 2-55 0,-5 2-121 15,-6-2-382-15,-1 1 169 0</inkml:trace>
  <inkml:trace contextRef="#ctx0" brushRef="#br0" timeOffset="57865.78">4494 10439 97 0,'0'0'238'0,"-10"-7"-15"0,10 7-21 0,0 0-17 15,0 0-21-15,0 0-19 0,0 0-12 0,0 0 0 16,-5 10 6-16,5-10-1 0,-4 17 8 0,2-1-3 15,-1 3 1-15,-1 1-18 0,0 5-10 0,0-6-3 16,2 5-17-16,-1 1-1 0,-2 1-17 0,1 0-1 16,3 1-7-16,-1-8-8 0,0 6 0 0,0-5-9 15,2-1-13-15,-2-1-20 0,2-1-34 0,-1 2-29 16,1-2-39-16,1-2-44 0,1 1-46 0,0-5-45 0,3 0-214 16,-2-1-467-16,5-3 207 0</inkml:trace>
  <inkml:trace contextRef="#ctx0" brushRef="#br0" timeOffset="58057.63">4717 10794 256 0,'4'-6'256'16,"-4"6"-25"-16,0 0-23 0,3-5-21 0,-3 5-19 16,0 0-10-16,0 0 5 0,0 0-2 0,0 0-10 15,4 21-10-15,-4-11-17 0,-2-1-10 0,0 1-12 0,1 3-8 16,0-1-8-16,1 1-8 0,-4 2-21 15,1-2-30-15,1 3-46 0,-2-2-61 0,1 0-55 16,2-3-49-16,1 0-207 0,1-1-423 0,1-3 186 16</inkml:trace>
  <inkml:trace contextRef="#ctx0" brushRef="#br0" timeOffset="58392.42">5442 10558 25 0,'4'-4'315'16,"1"1"-28"-16,-5 3-21 0,6-6-19 0,-6 6-22 15,0 0-11-15,0 0-12 0,0 0-2 0,0 0-11 16,-27 12-17-16,11-2-17 0,-1 0-15 0,0-1-15 16,-6 2-9-16,6 0-14 0,2-4-8 0,-2 2-8 15,7-4-9-15,1 2-9 0,3-4-4 16,-3 3-5-16,2-3-4 0,7-3-7 0,-7 3-3 0,7-3 4 15,-7 4-22-15,7-4 19 0,-6 3 3 0,6-3-2 16,0 0 1-16,0 0-8 0,-6 4-2 0,6-4-11 16,0 0-7-16,0 0-6 0,0 0 0 15,0 0-1-15,0 0-3 0,12 11-4 0,-3-6 3 16,2 2-1-16,0 2 4 0,6 1 0 0,0 0-2 16,0 1-8-16,9 1-33 0,-7-4-45 0,-2 0-45 0,2 1-55 15,0-3-60-15,3-1-51 0,-2 0-238 0,2-2-569 16,-2-2 251-16</inkml:trace>
  <inkml:trace contextRef="#ctx0" brushRef="#br0" timeOffset="58712.41">5949 10545 261 0,'0'0'294'0,"0"0"-15"0,4-5-17 0,-4 5-14 15,0 0-24-15,0 0-9 0,0 0-19 0,0 0-15 16,-29 9-13-16,20-6-13 0,-1 0-17 0,-3 2-10 16,2 0-11-16,-6 1-12 0,6 0-14 0,-7-1-10 15,6 1-5-15,2-1-7 0,-3 1-10 0,3 0-1 16,-1-1-9-16,2 2-4 0,2-4-9 0,1 1-3 16,1-1-11-16,-2 1-2 0,7-4-4 0,-7 8-6 15,3-5-1-15,4-3-3 0,-6 7 1 0,6-7-3 16,-3 10 0-16,2-5 0 0,1-5-1 0,-2 8-4 15,2-8-1-15,6 10-1 0,0-3 1 0,-1 1-12 16,1-2-14-16,3 1-8 0,0-2-18 0,3 1-23 16,3 1-28-16,2-3-44 0,-1 3-54 0,3-4-43 15,-2-1-214-15,4 0-496 0,0-2 220 0</inkml:trace>
  <inkml:trace contextRef="#ctx0" brushRef="#br0" timeOffset="58971.97">6460 10422 2821 0,'-7'-8'87'0,"0"1"-22"0,3 3-34 16,0-2 0-16,4 6 14 0,-5-10 11 0,5 10 10 15,-4-5-6-15,4 5 0 0,0 0-2 0,-4-7-2 16,4 7 3-16,0 0-6 0,0 0-8 0,0 0-2 15,21-8-11-15,-3 5 6 0,0 0-2 0,10 0-9 16,0 0-11-16,1-1-13 0,-1-1-16 0,0 4-20 16,-6-2-18-16,-6 2-23 0,4-1-36 0,-2 0-39 15,-7 2-45-15,2-1-46 0,-2-2-38 0,-4 3-163 16,-7 0-478-16,10-1 211 0</inkml:trace>
  <inkml:trace contextRef="#ctx0" brushRef="#br0" timeOffset="59189.84">6636 10319 104 0,'0'0'220'0,"0"0"-11"0,0 0-22 15,0 0-18-15,0 0-16 0,0 0 10 0,-9 12 8 0,7 0 10 16,-2 3-5-16,-1 4-14 0,-2-2-8 16,2 9-6-16,0 1-5 0,-1 1-17 0,1-9-10 15,-2 8-10-15,0-3-8 0,2-5-15 0,1 5-4 0,0-5-7 16,1-2-11-16,-1-2-17 0,3 4-24 0,0-2-27 15,-1-2-29-15,2-2-37 0,-1-1-37 0,0-1-45 16,2 0-41-16,0-1-38 0,-1 2-155 16,0-4-422-16,2-2 186 0</inkml:trace>
  <inkml:trace contextRef="#ctx0" brushRef="#br0" timeOffset="59471.46">6704 10685 154 0,'5'-3'284'0,"1"-1"-5"16,2 3-8-16,1-1-13 0,1 2-3 0,-10 0-19 16,17 6-11-16,-7-1-11 0,0 0-9 0,-2 4-18 15,1-2-11-15,-3 3-6 0,-1 1-15 0,1 0-2 16,-4 3-10-16,-1 1-3 0,-3 2-7 16,-5-1 1-16,1 1-16 0,-5-2-18 0,-1-2 2 0,2 1-19 15,1-3-7-15,3-3-9 0,-2 0-8 0,4-1-5 16,0-2-6-16,1 0-6 0,3-5-2 0,-6 6 0 15,6-6-10-15,0 0 4 0,0 0 0 0,12 10-6 16,-1-10-1-16,8 0-2 0,9-1-4 0,6-3-17 16,3-1-36-16,14-6-43 0,4 3-43 0,0-1-38 15,-2-1-59-15,1 3-50 0,1-4-50 0,-4 2-290 16,2-3-656-16,-16 3 291 0</inkml:trace>
  <inkml:trace contextRef="#ctx0" brushRef="#br0" timeOffset="63454.39">8092 10477 40 0,'0'0'238'0,"0"0"-18"16,0 0-12-16,0 0-16 0,0 0-15 0,0 0-16 15,0 0-9-15,0 0-12 0,0 0-14 16,0 0-11-16,0 0-14 0,0 0-9 0,0 0-10 0,0 0-8 15,0 0-7-15,0 0-8 0,0 0-9 0,38-5-18 16,-19 2-16-16,3-1-30 0,4-2-35 16,3 3-57-16,0-1-30 0,2-2-37 0,-3 2-138 15,2-3-337-15,-10 0 150 0</inkml:trace>
  <inkml:trace contextRef="#ctx0" brushRef="#br0" timeOffset="63661.55">8160 10562 87 0,'0'0'118'0,"0"0"-11"16,-6 5-20-16,6-5 1 0,0 0-11 0,0 0 0 15,0 0-1-15,13 5-19 0,-13-5-1 0,18 0-42 16,-6-1-15-16,2 1-35 0,2-2-36 0,-2 1-51 15,-1-2-132-15,0 0 58 0</inkml:trace>
  <inkml:trace contextRef="#ctx0" brushRef="#br0" timeOffset="64344.64">8248 10264 146 0,'0'0'122'0,"0"0"5"15,0 0-3-15,0 0-9 0,0 0-7 16,0 0-6-16,0 0-6 0,0 0-5 0,0 0-8 0,0 0-8 15,0 0 1-15,0 0-4 0,-7-4-12 0,7 4-2 16,0 0-9-16,0 0 5 0,0 0-9 16,0 0-1-16,0 0-1 0,0 0-5 0,0 0 1 0,0 0-7 15,0 0-4-15,0 0-4 0,0 0-2 0,0 0 2 16,0 0-7-16,0 0-3 0,0 0-5 0,0 0 4 16,0 0-3-16,0 0-6 0,0 0 7 0,0 0-4 15,0 0-2-15,14 19 2 0,-8-13 3 0,1-1-4 16,6 1 3-16,-3 2-2 0,2-2 1 0,2 4-4 15,-1-1 2-15,1 4 2 0,-5 0-10 0,1 0 2 16,-4 4-1-16,-1 1 7 0,-5 2-6 0,-1 8 3 16,-4 1-8-16,-7 1-18 0,2 1-24 0,-10 14-35 15,0-2-32-15,3-13-48 0,-10 11-110 0,8-14-292 16,-1 0 129-16</inkml:trace>
  <inkml:trace contextRef="#ctx0" brushRef="#br0" timeOffset="64805.15">9192 10161 183 0,'-10'-3'206'0,"1"0"-3"0,1 2-13 0,8 1-12 16,-10-5-15-16,10 5-10 0,-6-4-18 0,6 4-15 16,0 0-7-16,0 0-17 0,0 0-5 0,0 0-10 15,29-10-7-15,1 6-8 0,0 2-7 0,5-2-14 16,1 1-10-16,1 3-17 0,0-2-20 0,-2 0-25 15,-3-1-35-15,-1 3-21 0,-4-1-43 0,-8 2-32 16,-4-1-135-16,-4 2-315 0,-5-1 140 0</inkml:trace>
  <inkml:trace contextRef="#ctx0" brushRef="#br0" timeOffset="65058.03">9374 10169 77 0,'0'0'198'0,"0"0"-23"0,-9 0-17 0,9 0-13 16,0 0-9-16,-3 13 14 0,2-1 8 0,-2 3-2 15,2 2-3-15,-2 3-2 0,0 6-5 0,0 2-9 16,1-1-7-16,-2 4-9 0,3-3-6 0,-3 1-11 16,2-2-8-16,0 2-12 0,0-3-6 0,2-1-5 15,0 0-6-15,-1 0-2 0,0-6-11 0,0 0-8 0,-2 0-10 16,3 0-24-16,0-2-25 0,0 1-27 15,0-2-28-15,0-5-39 0,1 1-34 0,1-2-40 16,0-3-35-16,-1 1-161 0,2-2-406 0,-3-6 180 16</inkml:trace>
  <inkml:trace contextRef="#ctx0" brushRef="#br0" timeOffset="65351.78">9630 10521 72 0,'11'1'170'0,"-1"3"0"0,0-1-15 16,-5 1 0-16,2-1-2 0,0 2-13 0,0 4-14 15,-3-1-9-15,-2 1 4 0,-1 0-8 0,-2 3-2 16,-3-1-10-16,-2 3-6 0,-3 2-5 0,1-4-1 16,-1-3-6-16,-2 3-6 0,-1 1-8 0,3-5 1 15,-1-1-10-15,3 0-8 0,-3-1 0 0,4-1-6 16,2-2-5-16,4-3 1 0,-6 8-9 0,6-8 2 15,-5 4 0-15,5-4-11 0,0 0-2 0,-3 6 6 16,3-6-5-16,0 0 0 0,16 4-1 0,-4-2-2 16,3-4-3-16,4 1-11 0,9-3-21 0,1 3-24 15,0-5-41-15,2 2-36 0,0-5-34 0,2 0-45 16,3 0-183-16,-2-4-408 0,1 1 180 0</inkml:trace>
  <inkml:trace contextRef="#ctx0" brushRef="#br0" timeOffset="65519.03">10326 10439 216 0,'0'0'197'0,"0"0"-20"16,10 0-18-16,-10 0-7 0,13 0-16 0,-5 0-12 16,3 0-13-16,2 0-11 0,1 0-11 0,-1 0-30 15,1 0-47-15,0 1-32 0,2-2-65 0,-4 2-154 0,-2 1-256 16,-4-2 113-16</inkml:trace>
  <inkml:trace contextRef="#ctx0" brushRef="#br0" timeOffset="65654.97">10341 10559 122 0,'0'0'184'0,"0"0"-7"0,6 12-16 0,0-9-14 15,-1 0-15-15,-5-3-27 0,19 1-40 0,-8-1-47 16,5 1-48-16,-3-2-151 0,4-1-194 0,1 0 86 15</inkml:trace>
  <inkml:trace contextRef="#ctx0" brushRef="#br0" timeOffset="68195.92">11264 10142 81 0,'-9'-3'163'0,"9"3"-3"0,0 0-11 0,-10 0 2 0,10 0-5 16,0 0-3-16,0 0 1 0,-9-4-8 0,9 4-9 15,0 0-4-15,0 0-11 0,0 0-9 0,0 0-5 16,0 0-6-16,0 0-14 0,0 0-4 0,0 0-6 16,0 0-10-16,26-4-1 0,-4-1-4 0,10-1-5 15,5-1-11-15,-1 1-1 0,1 2-3 0,-2-3-2 16,-1 3 2-16,0 1-8 0,-7 1-10 0,-9 0-19 15,0 0-24-15,0 1-18 0,-6 0-25 0,-1-1-32 16,-2 2-19-16,-1 2-16 0,0-1-17 0,-8-1-26 16,8 4-107-16,-8-4-312 0,7 3 138 0</inkml:trace>
  <inkml:trace contextRef="#ctx0" brushRef="#br0" timeOffset="68505.89">11471 10119 90 0,'0'0'201'0,"0"0"0"16,0 0-11-16,0 0-9 0,-5-4-12 0,5 4-11 15,0 0-11-15,0 0-17 0,0 0-18 0,0 0-10 16,0 0-10-16,0 0-11 0,0 0-3 0,0 0 3 16,1 22 5-16,0-9 2 0,1 5 0 0,-2 1 0 15,0 7-2-15,0-2-7 0,-2 1-8 0,2 3-1 16,-1-4-5-16,0 1-8 0,-1 0 1 0,2-7-7 15,-2 0-3-15,1 2 1 0,1-1-5 0,-2-2 0 16,1 2-3-16,2-4-5 0,-1-2-5 0,0-2 0 16,2 1-6-16,-2 1 5 0,0-2-5 0,0-2 4 15,-2 1-9-15,2-2-6 0,0-8 0 0,2 17-4 16,-2-11-21-16,0-6-20 0,0 10-27 0,0-10-30 0,-2 8-33 16,2-8-55-16,0 0-27 0,2 8-37 0,-2-8-171 15,0 0-444-15,0 0 196 0</inkml:trace>
  <inkml:trace contextRef="#ctx0" brushRef="#br0" timeOffset="69097.89">12125 10295 216 0,'-10'-2'213'0,"10"2"-14"15,0 0-5-15,0 0-15 0,0 0-6 0,0 0-5 16,-12 1-11-16,12-1-11 0,0 0-4 0,0 0-12 16,0 0-12-16,0 0-9 0,0 0-12 0,0 0-1 15,0 0-11-15,0 0 3 0,0 0-11 0,0 0-2 16,0 0-4-16,0 0-8 0,0 0-2 0,0 0 9 15,0 0-21-15,27-4-2 0,-10 0-10 0,3 0 3 16,-2 0-7-16,2 1-4 0,0-1-1 0,-1 0-17 16,-4 1-20-16,-2 0-24 0,0 3-23 0,-3-2-29 15,0 2-42-15,-3-1-47 0,-7 1-44 0,13-1-199 16,-13 1-451-16,8-2 199 0</inkml:trace>
  <inkml:trace contextRef="#ctx0" brushRef="#br0" timeOffset="69298.72">12106 10384 126 0,'0'0'189'16,"-6"2"-9"-16,6-2-7 0,0 0-9 0,0 0-10 16,0 0-3-16,0 0-2 0,0 0-6 0,0 0-15 15,23 4-11-15,-10-4-11 0,5 1-17 0,-1-1-10 0,6 0-33 16,-4 1-36-16,2-1-29 0,2 2-41 0,-2-2-31 15,0 0-43-15,2 0-150 0,-5 0-306 16,2 0 135-16</inkml:trace>
  <inkml:trace contextRef="#ctx0" brushRef="#br0" timeOffset="69714.28">12852 9943 123 0,'2'-11'259'15,"-2"1"1"-15,2 4-13 0,-2 6-3 0,0-13-14 16,3 7-8-16,-3 6-17 0,0 0-13 0,1-10-18 16,-1 10-21-16,0 0-19 0,0 0-10 0,0 0-14 15,2-9-17-15,-2 9-14 0,0 0-6 0,0 0-11 16,0 0 2-16,2 29-3 0,-2-13-1 0,0 2-9 16,0 8 5-16,0-2-4 0,-4 0 1 0,0-4-7 15,4-1-5-15,-2 0-3 0,0 7-1 0,0-7 0 16,2 0-5-16,-7-1-3 0,7 5-2 0,-2-4 2 15,-2 2-5-15,4-3-6 0,-4 0 2 0,2-1 4 16,-1 2-12-16,0-4-29 0,1 2-31 0,0-2-36 16,0-3-34-16,1 0-43 0,-3 2-30 0,0-5-40 15,2 1-39-15,-1 0-177 0,-1-1-482 0,-3-1 213 16</inkml:trace>
  <inkml:trace contextRef="#ctx0" brushRef="#br0" timeOffset="69912.64">12598 10449 201 0,'0'0'208'0,"0"0"-9"0,23 2-11 16,-6-3-13-16,6 1-9 0,6-1-17 0,3 1-7 16,4-2-15-16,-2 2-7 0,6-2-16 0,-2 2-9 15,0 0-21-15,-2-1-33 0,0 2-34 0,-7-1-52 16,-8 1-36-16,-1 0-46 0,-2 2-43 0,-4-2-93 15,-5 0-284-15,-1 2 126 0</inkml:trace>
  <inkml:trace contextRef="#ctx0" brushRef="#br0" timeOffset="70268.2">12913 10671 33 0,'0'0'310'0,"0"0"-12"0,0 0-5 16,0 0-28-16,0 0-9 0,0 0-12 0,0 0-6 15,0 0-12-15,-5-26-13 0,5 26-9 0,0 0-26 16,0 0-8-16,0 0-26 0,0 0-1 0,0 0-27 16,0 0-20-16,0 0-6 0,0 0-9 0,0 0-16 15,0 0 4-15,-25 17-7 0,15-4-7 0,3 2-10 0,-5 0-2 16,3 1-13-16,1 2 0 0,1 7 5 15,-4 1-5-15,6 0 4 0,-4 1-16 0,1 2 2 16,2-1 2-16,-2 1-9 0,5 0 0 0,-3-2 9 16,0 1-6-16,2-2-4 0,0-2-1 0,-1-4-1 15,4 0-5-15,0-2 14 0,-1 0-19 0,0-2-14 16,2-3-9-16,-2-2-8 0,2 0-22 0,-2-3-15 16,2 2-26-16,-3-4-24 0,3-6-25 0,0 13-35 0,0-13-27 15,-1 9-32-15,1-9-20 0,-1 7-219 0,1-7-516 16,0 0 228-16</inkml:trace>
  <inkml:trace contextRef="#ctx0" brushRef="#br0" timeOffset="70429.92">12661 11067 128 0,'0'0'221'0,"9"-6"-3"15,-2 3-11-15,0 1-10 0,4 0-19 0,3-2-13 16,-1 1-18-16,7-1-16 0,6 0-16 0,3-2-35 15,-3 2-43-15,3 0-55 0,3-4-57 0,4 0-55 16,-4 3-138-16,-1-2-288 0,5 0 128 0</inkml:trace>
  <inkml:trace contextRef="#ctx0" brushRef="#br0" timeOffset="70574.92">13317 10943 145 0,'0'0'337'0,"0"0"-14"15,12-2-9-15,-12 2-6 0,6-2-8 0,-6 2-14 16,0 0-19-16,0 0-27 0,9 0-26 0,-9 0-22 15,0 0-10-15,0 0-30 0,8-3-34 0,-8 3-41 16,0 0-49-16,0 0-47 0,0 0-57 0,0 0-60 16,0 0-92-16,0 0-276 0,0 0-546 0,0 0 241 15</inkml:trace>
  <inkml:trace contextRef="#ctx0" brushRef="#br0" timeOffset="89559.56">15683 9690 106 0,'-5'-6'177'0,"5"6"-4"0,-3-7-12 0,3 7-6 15,-5-6-4-15,5 6-1 0,-6-7-1 0,1 3-7 16,5 4-11-16,-7-5-10 0,7 5-6 0,-6-4-12 15,6 4-8-15,0 0-14 0,-7-2-5 0,7 2-8 16,0 0-8-16,0 0-5 0,0 0-4 0,0 0-8 0</inkml:trace>
  <inkml:trace contextRef="#ctx0" brushRef="#br0">15710 9968 2045 0,'4'9'28'0,"1"2"-80"0,2-2 97 0,-3 3-92 16,4-2 30-16,-3 2 29 0,1 0-43 0,2 3 115 15,0-1-128-15,-3-2 55 0,0-2-33 0,-1-1 25 16,2 2-30-16,-3-3 52 0,0-1-24 0,1 0-24 16,-1-1 54-16,-1-1-36 0,-2-5-1 15,6 9 42-15,-6-9-63 0,2 5 12 0,-2-5 14 16,0 0-9-16,0 0 11 0,0 0-27 0,0 0-7 16,8-19 36-16,-3 6-10 0,-3-3 17 0,4-1-15 0,1-7-26 15,-3-3-8-15,4-3 18 0,-3 5 45 0,2-6-66 16,-8 21 51-16</inkml:trace>
  <inkml:trace contextRef="#ctx0" brushRef="#br0" timeOffset="92804.05">15870 9892 42 0,'-2'-14'124'0,"1"9"-10"0,0-3-9 0,-2 1-5 16,3 7-6-16,-4-12 5 0,2 8 16 0,2 4-7 15,-7-10-4-15,5 6-11 0,-5-2-10 0,7 6-9 16,-5-7-6-16,1 2-2 0,4 5-13 0,-6-7-5 0,6 7-1 16,-8-4-9-16,8 4-5 0,-7-5-3 15,7 5 1-15,-7-4-5 0,7 4-3 0,0 0-10 16,-5-5 10-16,5 5-1 0,0 0-4 0,0 0-7 0,0 0 4 16,0 0-3-16,0 0-8 0,-8-2-1 0,8 2 3 15,0 0 1-15,0 0-3 0,0 0 1 0,-1 13-8 16,1-5 6-16,-1 5 6 0,0-2-15 0,-2 7 13 15,1-1 1-15,2 8 3 0,-2 3-5 0,4-3 3 16,0 1-3-16,-1 0 3 0,3 0 0 0,0 0 2 16,1-2-6-16,-1-4 1 0,0-2-3 0,0 1 2 15,2 5-2-15,-1-7 1 0,2 1 1 0,-2-3 2 16,0 0-1-16,2-1 0 0,-2-2-4 0,1-1 3 16,-1-1 1-16,0 0-2 0,0 0-3 0,0-4 5 15,-2-1-4-15,-1 1 0 0,-2-6 2 0,4 8 4 16,-4-8 14-16,4 3 11 0,-4-3 7 0,0 0 8 15,0 0-2-15,0 0-4 0,0 0-6 0,9-13-3 16,-6 4-3-16,-2-1-3 0,1-1-1 0,2-2-9 16,-1-4 2-16,0-1 0 0,-1-1-6 0,2-1-2 0,-2 1 5 15,3-5-7-15,3-3 1 0,0 3-2 16,-2-4 2-16,0 3 0 0,1 1-5 0,2 5 0 16,-4 1 1-16,0-1-6 0,-3 2-5 0,1 7 6 15,1-1-5-15,-1 3-10 0,-2 0-11 0,-1 8-25 0,2-9-24 16,2 4-29-16,-4 5-20 0,0 0 15 0,9-2-22 15,-9 2-10-15,0 0-6 0,8 13-12 0,-4-4-91 16,2 1-270-16,3 4 120 0</inkml:trace>
  <inkml:trace contextRef="#ctx0" brushRef="#br0" timeOffset="93261.59">16189 10396 106 0,'0'0'163'0,"0"0"-19"16,0 0 2-16,0 0-1 0,0 0 4 15,0 0-14-15,15-15-8 0,-12 9-14 0,2-2-10 16,3-1-5-16,-1-3-9 0,2-2-2 0,0 0-12 0,1 0-8 16,-3-2 2-16,2 0-2 0,-2 1-8 0,0-1-6 15,-3-1-9-15,-2 0 0 0,1-3-9 0,-3 0-2 16,0 2-5-16,-3 2 4 0,1 0-2 0,-1 3-3 15,-2 3-6-15,-1-2 0 0,1 2-4 0,-1 0-3 16,0 1-2-16,2 4-2 0,-1-1-1 0,-1 1-2 16,6 5-3-16,-9-8 0 0,5 5-4 0,4 3 1 15,0 0-2-15,-9 0-2 0,9 0-6 0,0 0-12 16,0 0-2-16,0 0 6 0,0 0-10 0,11 17 6 16,-3-10-4-16,3 1 5 0,-1-2 0 0,6 1 4 15,-1 0-2-15,3 1 4 0,-1-2 6 0,-4 1 0 16,1 2-2-16,0-2-2 0,-3 1 3 0,0 0-1 15,-2 0 0-15,-1 2 6 0,-1-1-2 0,-2 2-1 16,0 0-1-16,-1 0 10 0,1 1-3 0,-2-1 0 16,-1 1 3-16,1-1 1 0,-2 1 3 0,-1-1-6 15,1 1 2-15,-1 1 0 0,2-1 3 0,-1 1-1 16,-1-1-11-16,0-1-25 0,0 2-13 0,1-4-19 16,2 1-7-16,2 2-8 0,0-4-23 0,2 1-12 15,3 0-15-15,0-4-112 0,2 1-260 0,5-3 116 16</inkml:trace>
  <inkml:trace contextRef="#ctx0" brushRef="#br0" timeOffset="93456.56">17063 10159 64 0,'0'0'180'0,"7"-3"-13"0,-7 3-21 0,5-5-14 16,-5 5-12-16,8-4 0 0,-8 4-15 0,10-3-10 15,-4 3-5-15,-6 0-11 0,20-2-6 0,-3 0-4 0,3 4-9 16,-1-2-23-16,1 0-34 0,0 3-29 0,2-1-30 16,-3 1-27-16,-1 3-36 0,-6-3-91 15,-2 1-227-15,-4 1 101 0</inkml:trace>
  <inkml:trace contextRef="#ctx0" brushRef="#br0" timeOffset="93611.6">17131 10335 25 0,'-7'4'155'0,"7"-4"-13"0,0 0-9 0,0 0-6 0,0 0-8 16,0 7-4-16,0-7-8 0,0 0-12 0,25 2-7 15,-10-2-6-15,6 1-13 0,0-1-34 0,10 0-36 16,2-1-44-16,-1-1-33 0,0 2-117 0,-5-5-211 16,-7 3 93-16</inkml:trace>
  <inkml:trace contextRef="#ctx0" brushRef="#br0" timeOffset="95015.97">959 10607 96 0,'-6'-10'174'0,"-1"3"-2"0,3 2-9 0,-1-2-11 16,5 7-14-16,-7-7-20 0,7 7-13 0,-6-2-8 16,6 2-8-16,0 0-8 0,-17 14-1 0,7-1-8 15,-1 3-7-15,-3 8 3 0,14-24-4 0,-29 54-11 16,11-29-2-16,2 4-3 0,3-5-8 0,1 2-5 16,12-26-4-16,-15 34 1 0,15-34-7 0,-13 32-2 15,13-32-3-15,-10 21-4 0,10-21-1 0,0 0 2 16,0 0-1-16,0 0 1 0,-13 27-6 0,13-27 4 15,0 0-1-15,0 0 8 0,0 0 12 0,0 0 8 0,0 0 9 16,0 0-3-16,0 0-6 0,0 0-5 16,0 0-7-16,0 0-7 0,0 0-1 0,0 0-4 15,0 0-4-15,38-109 0 0,-22 81-2 0,-3-4-5 16,4 0-3-16,-2 0-3 0,1 0 2 0,1 6-1 16,-3-3 2-16,1 3-5 0,-2 3 3 0,-3 8-3 15,-1 0 1-15,-5 3-2 0,1 5-4 0,0 0 0 16,0 2 4-16,-1 2-8 0,-4 3 2 0,12 0-5 15,-12 0 5-15,15 7-1 0,-6 2 2 0,-1 4 0 16,2 2-3-16,-1 3 5 0,-3 9 0 0,3 0 0 16,1-1 0-16,-2 2 2 0,-2-1 0 0,-1 1-1 15,3-5 1-15,-4-2 2 0,0-2 3 0,0-1 0 16,-2-2-3-16,1 3-1 0,-1-2 4 0,3 1-6 16,-2-7-18-16,1 1-25 0,-4-3-38 0,2 2-29 15,-2-1-30-15,0-4-36 0,0 4-142 0,-6-1-348 16,2-5 155-16</inkml:trace>
  <inkml:trace contextRef="#ctx0" brushRef="#br0" timeOffset="95173.43">803 10790 44 0,'10'-7'144'0,"7"1"-18"0,10-4-8 16,0 1-19-16,2 1-28 0,0 2-30 0,1 2-37 15,-2 3-22-15,1 1-24 0,0 1-57 0,-6 3-105 16,-2-1 47-16</inkml:trace>
  <inkml:trace contextRef="#ctx0" brushRef="#br0" timeOffset="95791.73">1209 10943 45 0,'0'0'174'0,"0"0"-11"0,16-17-1 15,-11 8-2-15,1 0-8 0,0-2-11 0,0 1-8 16,2-1-5-16,-1-3-5 0,2-1-9 0,2-2-16 16,-4 1-3-16,1-4-8 0,-3 1-5 0,5-6-5 15,-6 5-9-15,3 4-8 0,-5-2 2 16,-2 3-4-16,4 3-4 0,-4 3-8 0,0-1-6 16,0 3-3-16,0 7-9 0,0-11-2 0,0 11-4 0,0-8-10 15,0 8 0-15,0 0-3 0,0 0-7 16,0 0-1-16,0 0-4 0,-18 22 3 0,13-9-8 0,-1 3 0 15,3 3-6-15,-1-4 3 0,2 1-3 0,2 1 5 16,2-1-2-16,1 1-1 0,1-1-3 0,6 0 5 16,-4-1-1-16,2-1 0 0,0 1 1 15,1-2 3-15,-1 0 7 0,-3-2-3 0,3 0-4 16,-3 0 0-16,2-2 4 0,-4 1-1 0,1-4-4 16,-1 2-1-16,-1-3 0 0,1 0 3 0,-3-5 2 0,3 7-2 15,-3-7 7-15,2 5 3 0,-2-5 10 0,0 0 8 16,0 7 0-16,0-7-6 0,0 0-3 15,0 0 2-15,0 0-1 0,0 0 0 0,0-29 2 16,4 15-8-16,0 3 1 0,5-4-5 0,-3-3 1 16,4-8-6-16,2 3-11 0,-1-3-2 0,3-1 0 15,-1 2 0-15,0 0 6 0,2 3-2 0,0 1 3 0,-3 6 0 16,-2-1 1-16,-5 3 4 0,4 4 1 0,-4-1 3 16,-1 5 3-16,-1-2-2 0,-1 2 3 0,-2 5-6 15,4-7-3-15,-4 7-3 0,0 0 2 16,0 0-9-16,0 0 5 0,0 0-3 0,0 0 8 15,-9 26-3-15,3-9 1 0,2 2-1 0,0-1-7 16,-2-2 1-16,6 0 1 0,0-1-2 0,4 2 6 0,-2 0-5 16,6-1 7-16,-2-2 1 0,1 1 0 15,2-3-3-15,-4 0-1 0,1-2 2 0,1 0 8 16,0 1-8-16,-1 0 0 0,2-1 0 0,-4-1 3 16,0 2 1-16,0-2 0 0,-2 3 1 0,-2-3 0 15,-1 2 1-15,-4-2-5 0,-3 1-20 0,2 0-21 16,0-2-22-16,-1 0-29 0,1 0-28 0,-3-3-27 0,4 1-121 15,5-6-296-15,-16 4 131 0</inkml:trace>
  <inkml:trace contextRef="#ctx0" brushRef="#br0" timeOffset="96154.18">1730 10730 61 0,'4'-4'220'16,"-4"4"-22"-16,4-9-19 0,-4 9-26 0,4-7-18 15,-4 7-12-15,0 0-10 0,0 0-6 0,6 17-5 16,-4-7-12-16,1 3-5 0,-2-1-5 0,4 4-3 16,-2 0-7-16,0-3-11 0,2-1-4 0,0 1-4 15,-2-2-5-15,3-1-1 0,0 1-5 0,-1-3 0 16,4-2 0-16,0 1-7 0,0-2 0 0,2-2-5 16,0-2 0-16,-2-1-6 0,3-3-1 0,-3 0-5 15,2 0-2-15,-4-3-2 0,2-2 1 0,-4-1 5 16,0-1 9-16,-2 0-1 0,0-2-3 0,-2 1 0 15,0-1-4-15,-1-1-1 0,0 1-2 0,0-3-1 16,-1-2 1-16,0 7 0 0,-1 2 2 0,2 8-4 16,-1-13-2-16,1 13-5 0,0-10-4 0,0 10-3 15,0 0-4-15,0 0 3 0,0 0-2 0,0 0-2 16,8 24 3-16,-7-11 5 0,2 4-5 0,0 2 4 16,-2 0 2-16,-1 6-6 0,3-5-19 0,-2 1-28 15,2-2-29-15,-3-1-30 0,2 0-34 16,2-1-24-16,-2-1-34 0,0-3-115 0,-2-3-341 0,2-1 152 15</inkml:trace>
  <inkml:trace contextRef="#ctx0" brushRef="#br0" timeOffset="96850.31">2049 10854 99 0,'0'0'126'0,"0"0"0"0,7-2 3 16,-7 2-5-16,0 0 4 0,9 12-10 0,-5-5-6 15,-3-2-10-15,3 2-1 0,-2 1-2 0,2 0-14 16,-1 1 3-16,-3-2-5 0,2 1-4 0,-2-8 4 16,1 9 8-16,-1-9 12 0,2 7 11 15,-2-7 18-15,0 0 7 0,0 0-6 0,0 0-3 16,0 0-20-16,0 0-11 0,0 0-9 0,0 0-10 16,0 0-7-16,0 0-6 0,-18-19-5 0,15 13-9 15,3-4-5-15,0 10-5 0,2-27-3 0,0 15-7 0,3-2-4 16,4-1-5-16,0 0-11 0,0-1-7 0,5 2-6 15,-1 1-2-15,1-1 1 0,0 5 0 0,1-1-10 16,-4 5 2-16,-1 2 1 0,1 3-4 16,-11 0 4-16,17 8 2 0,-3-2-4 0,-4 2 4 15,-2 2 0-15,3 2-2 0,-4-1 3 0,-1 0 0 16,-1 2 4-16,-1-1-4 0,0-1-2 0,0-1 5 0,-2 0 2 16,-2-10 1-16,0 16-7 0,0-16 4 0,0 12-1 15,0-12-1-15,2 8 8 0,-2-8-1 0,0 0 7 16,0 0-6-16,0 0-2 0,0 0-3 15,0 0 2-15,0 0 8 0,0 0-8 0,0 0-9 16,0 0-7-16,0 0-2 0,0 0-5 0,0 0 0 16,5-38 2-16,0 26 0 0,0 0-8 0,3-2 1 0,3-1-3 15,1 2-2-15,0 0 2 0,0-1 3 0,0 3 2 16,-4 2 1-16,0 2 5 0,0-1-10 0,-8 8 7 16,11-1 0-16,-11 1 2 0,13 8 0 0,-13-8 3 15,13 10 0-15,-6-3 3 0,-3 2 3 16,3 1-1-16,-2-2 1 0,-1 0 5 0,2 0-3 0,0-3 4 15,-1 1-3-15,-5-6 5 0,9 10 3 0,-5-5-3 16,-4-5 5-16,12 6 2 0,-12-6 1 16,9 2-2-16,-9-2 8 0,0 0 2 0,0 0-1 15,14-8-2-15,-10 0 0 0,-4 8 2 0,8-13-3 16,-4 4 13-16,-1-1 4 0,-3 10-4 0,3-17-1 16,-3 8-5-16,1-5-2 0,0 5 3 0,-1-2-6 0,0 11 10 15,0-17-12-15,0 17 3 0,-1-11-5 0,1 11-4 16,0 0-5-16,-1-12-3 0,1 12-2 15,0 0 2-15,0 0-3 0,0 0 3 0,0 0 2 16,0 0 1-16,9 31-2 0,-7-19 1 0,2 5 5 16,0 2-4-16,-1-3-1 0,-1-2-21 0,2 2-22 15,-3-4-33-15,3 2-39 0,-2-1-50 0,1-1-43 0,-1 1-173 16,1-6-416-16,1 1 184 0</inkml:trace>
  <inkml:trace contextRef="#ctx0" brushRef="#br0" timeOffset="97247.23">2651 10871 47 0,'0'0'244'0,"0"0"-12"0,0 0-7 0,0 0-4 16,0 0-8-16,0 0-11 0,0 0-13 0,16-21-28 15,-11 12-12-15,1 0-5 0,1 0-6 0,0-1-20 16,7-3-6-16,-2 3-14 0,-2 2-10 0,0 1-14 15,-1 1-3-15,3 0-11 0,-3 4-9 0,1-1-6 16,3 3 1-16,-2 3-12 0,-1 0-4 0,2 4 0 16,-3-1-5-16,0 2-5 0,0 1-18 0,-3 1-16 15,1 0-20-15,-2 0-15 0,0-1-19 0,-1 3-29 16,-1-2-32-16,0 0-24 0,-1 0-17 0,2 0-12 16,0-5-29-16,-4-5-116 0,0 0-355 0,17 10 157 15</inkml:trace>
  <inkml:trace contextRef="#ctx0" brushRef="#br0" timeOffset="97752.42">3119 10694 88 0,'0'0'194'0,"-1"-17"5"0,1 17-8 16,-4-10-7-16,4 10-16 0,-6-7-15 0,6 7-15 16,0 0-12-16,-18 0-13 0,18 0-12 0,-12 9-8 15,4 1-10-15,3 0-11 0,-2 0-2 0,4 0-15 16,2 2 0-16,-2-4-6 0,3 3-7 0,0-11-6 15,2 18-14-15,-2-18-5 0,4 10-5 0,-4-10-3 16,5 9-1-16,-5-9-2 0,8 4 0 0,-8-4 1 16,11 1 1-16,-11-1-2 0,0 0 2 15,0 0 1-15,21-7 0 0,-21 7-1 0,8-8 8 0,-8 8 2 16,0 0 2-16,10-11 2 0,-10 11 6 0,7-12 0 16,-6 7 5-16,-1 5 2 0,0 0 1 0,0 0-4 15,4-14-7-15,-4 14-5 0,0 0-6 0,0 0-3 16,0 0 0-16,0 0-2 0,15 33-4 0,-8-10 7 15,0 7 1-15,0 5 9 0,-5 15-6 0,3 3 4 16,-3-1 1-16,0 5 7 0,-3-1 4 0,-3-3-2 16,2 0 0-16,-4 0 0 0,-1 2-6 0,-1-1 4 15,0-3 7-15,1-5-3 0,-1-12 0 0,-2-1-4 16,0-6-1-16,-1 1 3 0,-1-4 1 16,-4-2 4-16,4-7 6 0,-1 1-5 0,-3-4 2 0,2-3-1 15,-3-1-4-15,0-4 3 0,-1-2-5 16,-1-4-5-16,-2-5 4 0,1-3-7 0,-1-4 4 0,4 1-4 15,-3-8-2-15,8-4-5 0,0-2-4 0,4-5 0 16,2-13-10-16,7 10-16 0,3 0-3 16,8-9-2-16,-3 12-8 0,2 0-2 0,2 2 0 15,0 3-2-15,3-1-6 0,-2 5 2 0,4-1-8 0,-1 2-8 16,3 2-22-16,-1 1-26 0,-5 6-30 16,1-1-37-16,4 4-40 0,-3-2-52 0,-2 2-150 0,4 0-441 15,-5 0 195-15</inkml:trace>
  <inkml:trace contextRef="#ctx0" brushRef="#br0" timeOffset="97981.77">2499 10572 2775 0,'-11'-12'72'0,"-3"3"-14"0,5 1-22 0,1 2-4 15,2 1-10-15,-1-1-4 0,4 3-8 0,3 3 1 16,-7-6-4-16,7 6 0 0,-5-4-3 0,5 4-2 16,0 0-11-16,0 0-11 0,0 0-18 15,0 0-25-15,22-3-54 0,-11 6-57 0,5 1-61 0,-2 0-165 16,1 1-433-16,-2 1 192 0</inkml:trace>
  <inkml:trace contextRef="#ctx0" brushRef="#br0" timeOffset="100389.93">18580 9919 39 0,'0'0'127'0,"0"0"-10"15,0 0-9-15,0 0-9 0,0 0-4 0,0 0-2 16,0 0-2-16,0 0-10 0,0 0-10 0,0 0-10 16,0 0-1-16,0 0-8 0,0 0 0 0,0 0-1 0,0 0-11 15,0 0 0-15,0 0-3 0,0 0-13 16,0 0 12-16,0 0 0 0,0 0-8 0,0 0 4 15,0 0-4-15,0 0 7 0,0 0 0 0,0 0-1 0,0 0 1 16,0 0-2-16,0 0-3 0,0 0-1 16,0 0-1-16,0 0 0 0,0 0-1 0,0 0 3 15,0 0-1-15,0 0-5 0,0 0-4 0,0 0 3 0,0 0-2 16,-5-12 0-16,5 12-6 0,0 0 0 0,0 0-4 16,-8-6 0-16,8 6-1 0,0 0 5 0,-9-4-9 15,9 4 0-15,-10-1-2 0,10 1 1 0,-9-4-3 16,3 2 1-16,6 2 3 0,-13-4-1 0,7 1 1 15,6 3 2-15,-11-5 7 0,11 5 2 0,-7 0 3 16,7 0-1-16,0 0-1 0,0 0 0 0,-10-4-1 16,10 4-1-16,0 0-4 0,0 0 1 0,0 0-1 15,26-7-3-15,2 3 0 0,6-1 2 0,3 1-5 16,2-3-1-16,0 2-8 0,-1 2-24 0,1 0-8 16,-5-1-21-16,-3 0-23 0,-3 2-12 0,-7 2-23 0,-3-1-20 15,-4-1-35-15,-3 4-101 0,-4-2-292 16,-7 0 130-16</inkml:trace>
  <inkml:trace contextRef="#ctx0" brushRef="#br0" timeOffset="100745.93">18736 9871 13 0,'0'0'125'0,"0"0"4"0,0 10-5 0,0-10 3 0,3 13 1 16,-1-3-1-16,-2 7 3 0,0 1-6 0,0 0-6 15,1 2-9-15,1 7-15 0,-1-2-2 0,-1-6-10 16,4 8-7-16,-4 1-5 0,0-5-8 0,1-4-4 16,-2-1-7-16,2 0-2 0,0-2-6 0,-1 1-5 15,2-5-3-15,-2-2-3 0,-2 0-5 0,2-1-2 16,0 1-1-16,-1-1-3 0,1-9-9 0,-4 11 5 16,2-8-9-16,2-3-3 0,-8 7-1 0,8-7-5 15,-11 2-6-15,3-3-1 0,8 1-2 0,-15-2 5 16,7 1 0-16,1-2 2 0,7 3 4 0,-13-5-1 15,9 2 6-15,4 3-1 0,-9-4 7 0,9 4-7 16,-7-3 0-16,7 3 1 0,0 0-2 0,0 0 1 16,0 0 8-16,0 0-10 0,0 0-3 0,0 0 2 15,0 0 4-15,30-6-14 0,-14 6-17 0,5 0-6 16,8-1-17-16,-1 0-14 0,5-1-35 0,2 1-21 16,2-1-27-16,-1 2-135 0,2-2-303 0,0 0 134 15</inkml:trace>
  <inkml:trace contextRef="#ctx0" brushRef="#br0" timeOffset="101156.11">19392 10122 146 0,'-10'-3'189'0,"-2"1"-9"0,-1-1-4 16,-6 0-9-16,1 2-10 0,0 5-11 0,-1 0-7 0,-1 1-9 15,2 1-12-15,0 4-10 0,1 0-9 16,1 2-13-16,4-2-4 0,-2 4-9 0,5 0-7 15,3 0-5-15,0-3-7 0,3 1-6 0,1 2-4 16,4-3-2-16,0-1-8 0,3 0 3 0,2-1-4 16,3-2 0-16,1-1-5 0,1-2-1 0,-2-1-4 15,6-3-1-15,-5 0-3 0,4-1 0 0,2-5-1 16,1-1 0-16,-3-3-2 0,1 0-2 0,-2-2 0 0,1-2-7 16,-3-3 4-16,0 1 0 0,0-7-1 0,-2 0-1 15,-4 4-2-15,3-8 0 0,-2 1 0 0,-2-1 0 16,-3 0-1-16,0 1-1 0,0-2 3 0,1 2 1 15,-2 1 4-15,-1 6 4 0,0 2 10 0,0 0 6 16,1 8 4-16,-1-1-1 0,0 3-5 0,0 7-6 16,0-10-7-16,0 10-5 0,0 0-3 0,0 0 3 15,0 0-5-15,0 0 0 0,-2 34-1 0,-3-10 3 16,1 3 1-16,-1 2-5 0,1 1 2 0,0-2 1 16,1 4-2-16,1-1-1 0,-1 0-6 0,2-1-22 15,0 1-22-15,-3 0-26 0,4-1-26 0,-2-4-44 16,2-1-32-16,1 0-41 0,-2-8-182 0,2-3-427 15,1-2 189-15</inkml:trace>
  <inkml:trace contextRef="#ctx0" brushRef="#br0" timeOffset="101389.55">19865 10060 129 0,'-6'-9'212'0,"-1"3"-19"0,-2 0-11 15,-1 6-3-15,-2 2-8 0,-2 2-10 0,-3 5-14 16,-6 5-4-16,3 5-11 0,-2 1-6 16,7 0-12-16,-2-1-11 0,8-1-11 0,2 0-3 15,1 1-10-15,4-1-9 0,2 0-5 0,1 0-3 0,6 1-8 16,2-3-4-16,3-2-21 0,2 0-16 0,8 0-22 16,2 0-26-16,2-4-39 0,2 1-33 0,3-3-37 15,0-1-28-15,-11-3-171 0,-1-1-371 16,-1 0 165-16</inkml:trace>
  <inkml:trace contextRef="#ctx0" brushRef="#br0" timeOffset="101671.93">18900 10560 1652 0,'-64'2'64'0,"4"-2"54"0,5 3-31 15,19 0-11-15,6-2-30 0,11-1-17 0,8 2-4 16,6-2-2-16,5 0 0 0,0 0 2 0,29 8-3 16,8-6 1-16,24-2 5 0,38-5-5 0,8 4 8 15,-1-5 1-15,3-1 7 0,3-3 2 0,-4 3 6 16,-7-3-1-16,-4 3-1 0,-8-3 0 0,-30 8-3 16,-3-3-8-16,-7 1-2 0,-14 4-4 0,-6-2 0 15,-1 2-7-15,-8 0-7 0,-5 0-20 0,-4-1-19 16,-1 1-30-16,-2 1-41 0,-2 1-24 0,-6-2-24 15,12 0-23-15,-12 0-36 0,2 7-127 0,-2-7-356 16,0 0 159-16</inkml:trace>
  <inkml:trace contextRef="#ctx0" brushRef="#br0" timeOffset="102065.66">19167 10790 14 0,'-5'-10'257'0,"-2"3"-12"0,-1-2-14 16,1 3-14-16,1 3-24 0,-2-2-16 0,-1 1-16 15,1 3-12-15,-2 1-9 0,0 4-8 0,1 1-13 16,-3 0-13-16,2 5-9 0,2 4-12 0,1 6-9 16,0 3-6-16,2 4 0 0,4 1-6 15,1 1-5-15,-3 2-1 0,1 0-8 0,0 2-2 0,0 1 5 16,-1-1-8-16,-2-2-5 0,2-2-3 0,0-1-3 16,0 0-4-16,0-3-6 0,-1-6-1 0,1-1 1 15,1 0-1-15,-1-1-4 0,-1-1-5 0,2-4 2 16,-1-2-4-16,1 2-13 0,-1-2-23 0,-1 0-16 15,-1-1-19-15,0 0-31 0,-3 0-29 0,1-3-24 16,-1 0-33-16,-1-1-7 0,0-3-23 0,1 0-157 16,-1-2-391-16,9 0 173 0</inkml:trace>
  <inkml:trace contextRef="#ctx0" brushRef="#br0" timeOffset="102222.13">18805 11208 132 0,'0'0'194'0,"0"-12"-21"0,3 6-11 0,2 2-18 15,1-3-3-15,6 3-6 0,0-2-14 0,9 1-7 16,4-2-11-16,5 3-13 0,1 1-7 0,2-4-9 16,2 5-12-16,1 1-21 0,0 0-30 0,1-1-30 15,-1 1-42-15,1 0-32 0,0-1-43 0,-5 1-110 16,-1-2-265-16,-3 2 117 0</inkml:trace>
  <inkml:trace contextRef="#ctx0" brushRef="#br0" timeOffset="102437.98">19668 11017 175 0,'-5'-6'219'0,"5"6"-17"0,-12-7-13 15,6 4-12-15,-5 3-8 0,11 0-5 0,-21 6-1 16,4 0-8-16,3 2 1 0,-2 3-8 0,0 1-10 16,-2 2-17-16,0 3-9 0,-2 2-13 0,7-3-7 15,2 0-9-15,0 1-9 0,5 2-9 0,3-4 3 16,5 1-20-16,1-1-22 0,4-1-20 0,3-1-28 15,5-2-38-15,3 1-35 0,8-3-35 0,5-1-25 16,3-4-28-16,4-1-16 0,-1-3-136 0,1 2-362 16,-1-5 161-16</inkml:trace>
  <inkml:trace contextRef="#ctx0" brushRef="#br0" timeOffset="102585.98">20015 11196 175 0,'11'-7'203'16,"-1"0"22"-16,-3-2 5 0,-1 5 5 0,0-1 6 15,-2 0-3-15,2 1-3 0,-6 4-10 0,8-5-13 16,-6 1-16-16,-2 4-10 0,0 0-23 0,7-5-5 15,-7 5-19-15,0 0-12 0,0 0-20 0,5-4-17 16,-5 4-32-16,0 0-36 0,0 0-33 0,0 0-20 16,0 0-41-16,0 0-48 0,0 0-51 0,3 14-59 15,-3-14-242-15,-8 11-511 0,1-8 226 0</inkml:trace>
  <inkml:trace contextRef="#ctx0" brushRef="#br0" timeOffset="110109.95">15639 9859 79 0,'0'0'91'0,"-1"-8"-8"0,1 8-7 16,-1-9-12-16,1 9-6 0,-3-7 11 0,3 7 7 15,-1-9 8-15,1 9-23 0,-5-9-5 0,5 9-6 16,-3-8 6-16,3 8 0 0,-5-9 8 0,5 9-11 16,-4-9 0-16,1 4-10 0,3 5-3 0,-4-9-4 0,4 9-1 15,-3-6 5-15,3 6 3 0,0 0-8 0,-4-9 5 16,4 9-5-16,0 0 1 0,-5-7-2 0,5 7 0 15,0 0-13-15,-3-5 9 0,3 5 5 16,0 0-5-16,0 0-3 0,0 0 4 0,0 0-1 0,-6-4 1 16,6 4-2-16,0 0 2 0,0 0-7 0,0 0-1 15,0 0-5-15,0 0-2 0,0 0-1 0,0 0-3 16,0 0-8-16,0 0 1 0,0 0 3 0,0 0-5 16,0 0 0-16,0 0-1 0,0 0-2 0,0 0 1 15,0 0 1-15,2 22 0 0,2-12-1 0,-2 1 1 16,2 1-1-16,-2-2 0 0,2 6 0 0,0-1-2 15,-1 2 7-15,0 2-4 0,3 0 3 0,0 7-4 16,-1-7 1-16,-1 0 6 0,4 6-2 0,-2-7-2 16,2 0 5-16,0-1-2 0,-1 2-3 0,-1 0 0 15,3-2 2-15,0 0-2 0,1 0 1 0,-1 0 1 16,3-3-4-16,-3 2 3 0,0-4-1 0,0-2 5 16,-2 0-4-16,0-1-4 0,-1-1 4 0,-1 1-4 15,2-3-2-15,-4-2 2 0,1 2 5 0,0-3-4 16,-4-3 3-16,5 7 0 0,-5-7-3 0,4 6 6 15,-4-6 0-15,5 4-3 0,-5-4 8 0,0 0 7 0,0 0 7 16,5 5 8-16,-5-5 2 0,0 0-5 16,0 0-1-16,0 0-3 0,0 0-6 0,0 0-1 15,7-16-1-15,-5 10-3 0,-2 6-1 0,4-11-2 16,-3 5-1-16,2 0-1 0,-3 6 2 0,3-13-5 0,0 7-3 16,-1-1 1-16,1-2 0 0,0 0-2 15,2-1 6-15,-1-1-7 0,0-1-2 0,2 0 1 16,-2 1-3-16,4-4 4 0,-3 1-1 0,0 1-5 15,1-2 3-15,0 4-5 0,2-4-1 0,-1 4-5 0,-2-4 0 16,1 5 4-16,2-4 3 0,0 5-7 0,-3-1 7 16,0 0-3-16,0 0 3 0,-1 0-5 15,2-1-1-15,-1 1 2 0,0-2 2 0,0 1-1 16,-1-2-1-16,0-2 0 0,-1-1 3 0,2 3-5 0,-3 2 4 16,0-2 3-16,0 1-1 0,-1 1-3 0,1-1 5 15,-1 3-2-15,-1-2-3 0,0 2 2 0,1 2 2 16,-1 7 1-16,-1-12-1 0,1 12 2 0,-1-10-2 15,1 10-1-15,1-9 0 0,-1 9-1 0,0 0 2 16,-1-10-3-16,1 10 2 0,0 0-10 0,0 0-6 16,0 0-6-16,0 0-4 0,0 0-14 0,0 0 8 15,0 0-16-15,0 0-18 0,0 0-15 0,-18 23-21 16,13-13-32-16,-3 0-16 0,-3 2-124 0,-2 0-300 16,0 0 133-16</inkml:trace>
  <inkml:trace contextRef="#ctx0" brushRef="#br0" timeOffset="110676.17">15535 9829 125 0,'0'0'127'15,"-4"-6"-8"-15,4 6-20 0,0 0 4 0,0 0-12 16,0 0-8-16,0 0-4 0,0 0-7 0,0 0-2 16,12 19 3-16,-5-6-5 0,-1 3 2 0,2 0 2 15,0 4-5-15,-2-3-3 0,4 6-4 0,2 2-6 16,-2-1 3-16,3-1-3 0,-3-5-3 0,4 3 0 0,1 2-9 16,-2-8 4-16,4 4-7 0,-2 2 5 15,-2-7-10-15,0 0-4 0,-3 0 0 0,4-1-5 16,-2 0 2-16,-1-1-4 0,0 1 0 0,-2-5-6 15,-1 1-1-15,0-2 2 0,-1 0-3 0,1 1-1 0,-4-4-4 16,2 0 0-16,-1 1 2 0,0-1 0 0,-5-4-7 16,7 6 1-16,-7-6 2 0,5 4 1 15,-5-4-3-15,4 4 5 0,-4-4-3 0,0 0 4 16,0 0 10-16,5 4-3 0,-5-4-1 0,0 0-5 0,0 0 3 16,0 0-1-16,5-17-3 0,-4 9-3 0,1-1 4 15,-1-2-5-15,0-2-1 0,3-4 3 0,0 0-7 16,0-2 3-16,1-5 0 0,4-2 1 0,-5 6-3 15,3-8 0-15,0-1-2 0,-1 3 2 0,4-3-4 16,-1 4 2-16,-1-2-1 0,2 1 3 0,-2 3-3 16,-2 4-3-16,1 2 0 0,-1 0 2 0,3 0 0 15,-4 3-1-15,0 3-2 0,-1 0 4 0,-1 2-1 16,0-1 0-16,1 3-7 0,0 2 7 0,0 0 1 16,-4 5 0-16,4-9-1 0,-4 9-3 0,2-8-11 15,-2 8-11-15,0 0-18 0,2-5-11 0,-2 5-7 16,0 0-2-16,0 0-15 0,0 0-8 0,0 0-19 15,-20 17-19-15,13-8-15 0,-6 3-24 0,-2-1-87 16,0-1-271-16,-2 1 121 0</inkml:trace>
  <inkml:trace contextRef="#ctx0" brushRef="#br0" timeOffset="111094.81">15514 9931 3 0,'0'0'98'0,"-1"10"12"16,1 2-3-16,0 4 13 0,2 2-13 0,2 2-3 16,0 4-10-16,1 3 2 0,3-1-12 0,3-1 1 0,-2 3 3 15,4-2-10-15,-1-1 0 0,1-2-3 16,2-1-7-16,-1 0 4 0,-1-5-9 0,-1-1 0 15,6 3-9-15,-6-6-6 0,2 0 4 0,-4 0-6 0,3-1 2 16,-3-5-7-16,-1 1-1 0,0-2-3 16,-3-1 0-16,2-3 1 0,-2 2 6 0,0-2 2 15,-6-2 2-15,10 0-7 0,-10 0-2 0,12-6-5 16,-5-2-3-16,-1-3-3 0,1-2-5 0,2-4 2 0,-3-2-4 16,2-5-1-16,1-1-1 0,-1-3-7 0,-1 0 4 15,1-4-3-15,3 2-1 0,-3 1-4 0,2-4-9 16,-2 0-4-16,2 1 1 0,-1-2-3 0,0 3-4 15,0 4-5-15,-3-1-10 0,2 2 11 0,-3 7-6 16,0 0-11-16,0 2 1 0,-1 2-3 0,-2 4-6 16,2 3-2-16,-2 3-32 0,-2 5-25 0,2-11-21 15,-2 11-10-15,0 0-21 0,0 0-126 0,0 0-298 16,0 0 132-16</inkml:trace>
  <inkml:trace contextRef="#ctx0" brushRef="#br0" timeOffset="119819.6">14828 11863 121 0,'0'0'169'0,"-1"-12"-2"0,1 12-5 0,0-8-7 15,0 8-8-15,0 0-13 0,-3-11-16 0,3 11-11 16,0 0-13-16,0 0-7 0,0 0-13 0,0 0-7 15,0 0-5-15,0 0-7 0,0 0-3 0,19 22-10 16,-10-8 3-16,0 0-1 0,1 2-4 0,2 7-2 16,2-1-3-16,-5 1-6 0,2 1-1 0,3-3-1 15,-2 1-4-15,-2 2-3 0,-1-6-3 0,3 5 0 16,-1 1 1-16,-3-7-4 0,-3-1 0 0,1 1-1 16,1 0-2-16,0-1 1 0,0 0-6 0,-3-1 3 15,2-4-1-15,-1 0 0 0,3 0-4 0,-5-2 3 16,0-4 1-16,1 2-3 0,-2-3-2 0,-2-4 5 15,6 9 4-15,-6-9 7 0,3 8 13 0,-3-8 5 16,4 2 5-16,-4-2 0 0,0 0-3 0,8-13-3 16,-4 4-6-16,0-2 1 0,1-5-8 0,0-1 2 15,0 0-2-15,1-2-4 0,-2 0-3 0,3 0 5 16,-4 1-5-16,3-7-2 0,2 0-2 0,-3 6-2 16,3-7-4-16,0 2 1 0,-2 1 1 0,2 4-5 15,0 1 3-15,-3 1 1 0,0 2-9 0,-3 3 5 16,2 1-2-16,1-1 2 0,-1 6-11 0,-3 0-14 0,2 0-23 15,-3 6-25-15,3-7-17 0,-3 7-5 16,10-2-21-16,-10 2-29 0,12 4-21 0,-1 1-39 16,-6 0-119-16,5 3-346 0,-4-1 153 0</inkml:trace>
  <inkml:trace contextRef="#ctx0" brushRef="#br0" timeOffset="120363.16">15441 12333 102 0,'0'0'177'16,"0"0"-14"-16,0 0-1 0,16-7 4 0,-16 7-10 16,6-7-12-16,-2 2-11 0,-4 5-7 0,4-7-1 15,0 1-7-15,-4 6-12 0,7-10-8 0,-6 2-8 16,3-2-9-16,-2-1-9 0,-1 0-5 0,0 1-4 15,-1-1-6-15,0-1-4 0,-1-1-7 0,-2 0-1 16,1 2-8-16,-2-2-5 0,1 1 1 0,-4 0-6 16,3-2 0-16,1 3-1 0,0 2-2 0,0 0-3 15,0 2 0-15,3 7-4 0,-4-11 0 0,2 6-5 16,-3-1-1-16,5 6-2 0,-5-7-1 0,5 7 0 16,-8-7 2-16,8 7-3 0,-6-5-1 0,6 5-4 15,-7-3 1-15,7 3 0 0,0 0 0 0,-9-4-5 16,9 4 4-16,0 0-6 0,0 0 1 0,0 0 0 15,0 0 2-15,0 0-4 0,0 0 3 0,0 0 0 16,-7 8 1-16,7-8 2 0,0 0 1 0,11 11-1 16,-2-7-1-16,0-1 4 0,4 1 0 0,6-2-3 15,-1 2 1-15,1-1 2 0,0-1-2 0,-2-1-5 16,3-1 4-16,-1 1 1 0,0-1 0 0,0 1-3 16,-7-1 2-16,1 1-3 0,-1 2 0 0,0-2-2 15,-1 2 4-15,-2 0-2 0,1 3 0 0,-4-3-2 16,-1 0 0-16,0 3 0 0,-1 1 0 0,0 0 2 0,-1 1-3 15,-1 1 4-15,1 1 0 0,-6 1 0 16,3 0 5-16,0-1-9 0,-1 1 6 0,0 1 1 16,-1 0 0-16,1-2 2 0,1 0-1 0,0 0 1 15,0 1-5-15,0-1-4 0,3 2-15 0,-2-3-24 0,3 0-44 16,-2 0-39-16,5-2-49 0,0-1-196 0,-1-1-403 16,0-4 178-16</inkml:trace>
  <inkml:trace contextRef="#ctx0" brushRef="#br0" timeOffset="121150.34">16540 12064 79 0,'-1'-10'247'0,"1"1"-21"0,0 9-27 0,0-12-18 16,0 12-22-16,1-6-19 0,-1 6-12 0,0 0-18 16,0 0-6-16,19 16-8 0,-12-6-11 0,2 6-6 15,4 8-9-15,-2-2-2 0,1 4-6 0,-2 1-5 16,1 0-2-16,1-2-5 0,-1-1-2 0,-2 1-5 16,-1-8 0-16,1 2-3 0,-4-2-5 0,2-2-1 15,0-2-2-15,-3-1 2 0,2-5-3 0,-2 3 4 16,-1-4 5-16,-1-1 13 0,-2-5 9 0,5 8 15 0,-5-8-2 15,4 2-2-15,-4-2-11 0,0 0-4 0,12-12-6 16,-8 1-4-16,1-1-7 0,2-3 0 16,1-2-8-16,2-9-3 0,1-3-3 0,-2 5-2 15,-1-3-1-15,1 1-3 0,-2 0-1 0,-1 1-6 0,2 7-8 16,-1-6-6-16,-3 7-6 0,-1 1-14 16,-2 5-16-16,-1 1-17 0,1 5-29 0,1-1-43 0,-2 6-30 15,0 0-8-15,0 0-11 0,0 0-33 16,0 0-10-16,0 0-152 0,4 26-400 0,-4-16 177 0</inkml:trace>
  <inkml:trace contextRef="#ctx0" brushRef="#br0" timeOffset="121937.2">17294 12139 76 0,'-6'-15'191'0,"4"9"-5"0,-4 0-9 16,0-1-8-16,-4 2-10 0,0 1-9 0,-1 3-9 15,0 2-5-15,-7 1-9 0,0 7-6 0,-5 2-10 16,4 0-9-16,-3 6-7 0,2 0-10 0,1 2-13 16,1 2 0-16,2 1-10 0,7-6-2 0,0 1-12 15,4 0-1-15,3 2-4 0,-1-4-7 0,4 0-2 16,1-2 2-16,3 0-5 0,0-4-1 0,4 1-3 16,-1-3-2-16,-1-2-2 0,3 0-4 0,2-4-7 15,0 0-4-15,0-2 3 0,0-1-1 0,2-4 0 16,-3 0-7-16,2-5 3 0,0 1-1 0,-3 1 1 15,0-6-2-15,2 1 1 0,-2-3-1 0,-2 0-2 16,-1 1 3-16,0-1-2 0,-1 0 0 0,-2 6 2 16,-1 0-2-16,0 1-1 0,1-1 10 0,-1 5-6 15,-2 0-1-15,-1 6-6 0,4-7 2 0,-4 7-3 0,0 0-5 16,0 0 7-16,0 0 2 0,0 0-1 16,-1 23 3-16,-2-11 0 0,2 4 0 0,-2 1-2 15,3 1 0-15,4-4 5 0,-3 3-3 0,3-4 0 16,1 2-1-16,0-5 0 0,1 0 0 0,2 4 2 15,0-4 3-15,0-2-2 0,3-2 0 0,1 1-4 0,-1-3 5 16,2 0-1-16,-1-3 0 0,0 2-2 16,0-4 1-16,-2 0 4 0,2-1 0 0,-2-3-1 15,-1 0-2-15,0-2 0 0,0 0 2 0,-2-2-2 0,0-1-1 16,-3 0 1-16,1-2 1 0,1-2-6 16,-2 1 3-16,-2 1-1 0,1-5 1 0,0 6-3 0,-1 0 1 15,1-2-1-15,1 3-1 0,-3 1 1 16,0 3 0-16,2 1-16 0,-3 5-11 0,5-9-4 0,-5 9-2 15,5-2 6-15,-5 2 4 0,0 0-2 0,14 11 6 16,-10-3 3-16,3 2-1 0,-3 2 1 16,3 4 4-16,-4 1-1 0,1-2 6 0,-1 1 1 0,-1 1-6 15,1-2 5-15,1-4-1 0,-2 2 2 0,1-1-2 16,1-2 5-16,0 1 3 0,1-1-3 0,-3-3 2 16,2 0-2-16,-1-3 6 0,2 0-1 0,-5-4 6 15,7 8 8-15,-3-5 3 0,-4-3-4 0,0 0 1 16,13-4 0-16,-13 4-3 0,11-9-1 0,-3 3 0 15,-3-3 0-15,2 0 0 0,-5-2-2 0,6 1 1 16,-3-6-2-16,-1 1-1 0,0 2-1 0,1-4 0 16,-1 0 2-16,-1-1 0 0,0 2-4 0,1 5 4 15,-3 1-1-15,2 0 2 0,-3 4-1 0,0 6-2 16,1-10-3-16,-1 10-2 0,0 0-6 0,0 0 3 16,0 0-2-16,0 0 4 0,0 0-3 0,-3 42 3 15,3-25 0-15,0 0 3 0,0 1-2 0,0 1 0 16,0 0-1-16,0 0-1 0,3-1 2 0,0 0-7 15,-2-1-26-15,0 0-33 0,2-4-38 0,-2-2-34 16,2 0-34-16,-2-1-36 0,1-1-180 0,-2-4-415 16,0-5 184-16</inkml:trace>
  <inkml:trace contextRef="#ctx0" brushRef="#br0" timeOffset="122085.35">17691 12057 44 0,'15'9'59'0,"-11"2"-22"0,2 5-30 15,4 6-32-15,-2 3-27 0,2-2 13 0</inkml:trace>
  <inkml:trace contextRef="#ctx0" brushRef="#br0" timeOffset="122528.79">17951 12343 35 0,'8'-10'166'0,"-2"1"-13"0,3-4 3 16,-2 2-8-16,0-4-4 0,1 2-8 0,1-4-11 0,-4 1-8 15,2 2-2-15,-4 2-7 0,0 0 7 16,0 1-6-16,-2 2-2 0,0 3-8 0,-1 6-10 16,-2-13-9-16,2 13-4 0,-6-6-12 0,6 6-4 0,-14 4-8 15,-1 4 6-15,0 3-4 0,-3 0-6 0,-4 7-4 16,3 2-4-16,-2 1-2 0,5-2-6 15,3-2-6-15,4 1 1 0,3-2-6 0,-1 1 3 0,6-1-4 16,2-3-1-16,4-2 0 0,2 0-1 0,2-2-1 16,5 2 0-16,1-4 0 0,4 0 0 0,2-5-4 15,7-1 3-15,1-1-5 0,1-3-1 0,-1-1 2 16,-1-2-2-16,-1-1-4 0,-7 1 4 0,5-5-3 16,-6 1 0-16,0-1 2 0,-2-1-1 0,-2-1 0 15,0 0-3-15,-2-2-1 0,1-9 1 0,-4 7 0 16,1-1 3-16,-5 1-1 0,-1 1-1 0,0 4 2 15,-1 3 5-15,0-1 3 0,0 4-3 16,-3 0-2-16,-1 6-4 0,2-9-2 0,-2 9 4 0,0 0-6 16,0 0-1-16,0 0-1 0,0 0 4 0,2 27 2 15,-4-12-2-15,1 4-2 0,0 1 3 0,0-2 0 16,-3 0-3-16,4 0 0 0,0 1 0 0,-1-2 0 0,1 1-3 16,-2 0 2-16,4 0 1 0,-4-2-13 15,4 0-25-15,-2 1-29 0,1-2-36 0,1 0-56 16,-2-3-46-16,0 1-223 0,0-2-460 0,-3 0 204 15</inkml:trace>
  <inkml:trace contextRef="#ctx0" brushRef="#br0" timeOffset="123725.95">18909 12171 115 0,'-29'-3'226'0,"-1"3"-13"0,-2 4-13 0,2 2-9 0,0 2-13 16,-1 6-12-16,2 1-14 0,2 2-12 0,1 2-13 15,4-2-16-15,6 4-11 0,4-6-9 0,6 2-9 16,1-2-6-16,5 2-7 0,4-1-4 0,2 0-6 15,-1-6-5-15,8 3-2 0,2 0-5 0,3-4-8 16,3 0 1-16,-1-5-8 0,9 1 0 16,0-4-5-16,-1-4 2 0,0 0-6 0,0-4-1 0,-1-2-1 15,-2-3 0-15,1 0-1 0,-3-4-6 0,-5-2-1 16,1-1 0-16,-2-3-2 0,-2 1 3 0,-5-5-1 16,2 0-2-16,-5-2 0 0,0 2-4 0,-2-3 0 15,0 0-4-15,-2-2 3 0,-1 1 1 0,-1 1-3 16,-2-2 1-16,-1-1-1 0,0 3 2 0,2 3 4 15,-1-1 5-15,0 10 2 0,0 1 6 0,1 6 0 16,0 3-2-16,0 7-3 0,-2-12-6 0,2 12-5 16,0 0 4-16,0 0-4 0,0 0 2 0,-7 23-3 15,1 2-2-15,-3 4-1 0,-1 2 0 0,4 2-1 16,-2-1 2-16,3 1 1 0,1 3-1 0,4-3-1 16,4-1 0-16,-1 1 2 0,2 0-1 0,2-3-1 15,1-3 1-15,3-2-1 0,1-2 3 0,-2-6-4 0,3-1 9 16,0-2-7-16,0 1 2 0,-1-5-1 15,-1-2 0-15,0-1-2 0,1-4-2 0,-2 1 2 16,4 0-3-16,-2-4 0 0,0-1-4 0,1-2-1 16,1-2-1-16,-2-1-2 0,2-3 3 0,-2 0-4 15,0-3 3-15,1 0-5 0,-4-1 1 0,1-2-1 16,-1-1-1-16,-3 0 5 0,4-7 0 0,-6 6 0 16,1 1 0-16,0-1 0 0,-2 6 3 0,-1 1-1 15,-2-1 3-15,2 5-1 0,0-1 0 0,-2 7 1 0,3-10-4 16,-3 10-3-16,0 0 2 0,0 0 2 15,0 0 1-15,0 0-2 0,0 0 1 0,-7 24 0 16,6-6 3-16,-1-2 0 0,2-1 2 0,-2 1-3 16,0 1 4-16,2-1-2 0,2-1 2 0,0-2 0 0,1 0 2 15,0-3-2-15,1 2-1 0,0-3 0 0,0-1 4 16,1 0-3-16,2-1 2 0,-2-3 4 0,1 2-3 16,-1-3 0-16,1 1 1 0,-6-4-2 0,13 3 3 15,-7-3-1-15,-6 0 1 0,14-4-4 0,-3-2 3 16,-4 0-1-16,2-1-2 0,0-1-1 0,-1 1 4 15,-3-3-2-15,5-3 0 0,-1 3-3 16,-4 0 4-16,3-5 0 0,-2 0-3 0,-1 3 0 0,2 1 0 16,-2 2-4-16,-1 1-1 0,0 1-3 0,-2 4-5 15,-2 3-7-15,8-8-2 0,-8 8 3 0,10 1 4 16,-10-1-3-16,8 10 3 0,-4-4 1 0,1 3 3 16,-1 0 1-16,-1 1-1 0,4 0 1 0,-4 1 1 15,3-3 2-15,-1 3 1 0,1-2 3 0,2 2 0 16,-2-3-1-16,2 0 1 0,2-2 2 0,3 0 1 15,0-2 5-15,3-1-5 0,-3-1-2 0,6-1 5 16,0-2-1-16,-1-1-2 0,-4-1 3 0,4-3 4 16,-1 1-5-16,-4-1 1 0,-4 0 0 0,2 0-2 15,-2-4 3-15,0 2-1 0,-3-1-5 0,3-6 3 16,-1 1 1-16,-4-3-3 0,0 1 3 0,-2 1-3 16,0 3 1-16,-1-5-1 0,-1 6 0 0,0 2-1 15,0 1 6-15,0 8 2 0,-3-11-1 0,3 11-4 16,0 0 5-16,-7-4-6 0,7 4 2 0,-17 13 7 15,8-2-8-15,-3 6 3 0,1-2-4 0,1 1-1 16,3 0 4-16,1 4-1 0,-2-2-2 0,5 0-3 16,0 0-19-16,3-2-13 0,1 1-22 0,3-4-39 15,1-2-24-15,4 3-31 0,3-2-27 0,-1-5-29 16,3 1-158-16,5-4-395 0,2-1 175 0</inkml:trace>
  <inkml:trace contextRef="#ctx0" brushRef="#br0" timeOffset="123935.81">20176 12201 81 0,'-5'-9'194'0,"3"3"-5"15,-4 2-15-15,6 4-15 0,-10-7-12 0,10 7-1 0,-12 7 0 16,4 1-13-16,-2 2-7 0,-2 1-14 0,3 3-11 16,3 1-5-16,-2 2-6 0,4-5-10 0,2 4-7 15,2-1-4-15,0 1-12 0,4-4-2 16,1 0-7-16,1-2-18 0,2 2-33 0,3-2-25 0,3 1-27 15,0-5-34-15,3 0-9 0,1-1-25 0,0-2-30 16,0-2-15-16,1-2-98 0,-1-2-286 16,-2-1 127-16</inkml:trace>
  <inkml:trace contextRef="#ctx0" brushRef="#br0" timeOffset="124141.75">20423 12083 57 0,'4'-25'186'0,"1"6"-2"16,-1 3 2-16,-2 1 3 0,0 4 5 0,-1 2-12 15,0 2-17-15,-1 7-22 0,1-6-9 0,-1 6-3 16,0 0 3-16,0 0 13 0,-1 34-4 0,-3-15-10 16,-1 6-12-16,0 5-12 0,1 1-4 0,-1 1-8 15,1 0-9-15,-1 1-9 0,3-4-6 0,-2 2-10 16,-2-4-4-16,2 1-5 0,0-4-17 0,0-5-24 16,4 7-32-16,-3-9-40 0,2 0-45 0,0-5-52 15,1 0-47-15,-2-3-51 0,1-2-149 0,-1-1-434 16,2-6 192-16</inkml:trace>
  <inkml:trace contextRef="#ctx0" brushRef="#br0" timeOffset="124312.75">20308 12255 188 0,'10'-6'192'0,"-5"3"-11"0,-5 3-3 15,17-3-16-15,-6 0-15 0,7 4-18 0,3-1-8 16,-2-1-12-16,1 1-11 0,10 0-29 0,-10-1-29 15,8 1-44-15,-6 2-27 0,-1-2-29 0,0-1-26 16,-2 1-24-16,-1 0-21 0,-4-1-68 0,-2-1-215 16,-2-2 94-16</inkml:trace>
  <inkml:trace contextRef="#ctx0" brushRef="#br0" timeOffset="124475.9">20690 12198 43 0,'5'-11'63'0,"-1"-1"11"16,0-1 5-16,0-3 28 0,-2 0 8 0,3-1 9 16,-1 2 14-16,-1 3 14 0,-1 1 14 0,1 2-6 15,-1 2 0-15,-2 7-14 0,0-10-11 0,0 10-21 16,0-8-12-16,0 8-3 0,0 0 13 0,0 0-8 15,0 0-3-15,6 31-4 0,-6-14-7 0,-2 2-11 16,1 6-7-16,-3 4-6 0,3-1-2 0,-3 0-8 16,1-2-8-16,1-1-25 0,-2 1-40 0,-1 1-30 15,3-8-36-15,-1 0-58 0,2-2-24 0,1 0-27 16,0-1-182-16,0-4-406 0,4-3 180 0</inkml:trace>
  <inkml:trace contextRef="#ctx0" brushRef="#br0" timeOffset="124945.85">20903 12256 59 0,'4'-5'186'0,"-4"5"-15"0,5-7-11 0,-5 7-7 15,0 0-7-15,0 0-6 0,0 0 2 0,0 0-16 0,12 13-7 16,-7-7-11-16,0 0-5 0,2 3-2 16,0-2-11-16,3-1-3 0,-1 0 3 0,0-3-5 0,2 0 1 15,0-1 0-15,-2 1 1 0,-2-4 1 16,3 1 5-16,-10 0-8 0,12-6 5 0,-5 3-3 0,-1-1-9 15,1 0-3-15,-2-1 2 0,0-2 2 0,0 1-2 16,-2-1-5-16,0-2 4 0,0 2-3 0,1 2 6 16,-4 5-9-16,3-8-11 0,-3 8-6 0,3-6-3 15,-3 6-14-15,0 0-4 0,0 0-4 16,0 0-4-16,0 0 2 0,-4 34-3 0,2-8-2 0,-6 3-4 16,2 2 1-16,1 4-8 0,-3 15 7 0,4-3-8 15,-4-1-3-15,3 1 5 0,1-1-3 0,1-12-2 16,0 2-2-16,-1-2 0 0,2 0-1 0,-1-1 9 15,-1-4-11-15,3 1 3 0,-3-3-7 0,2-2 11 16,-5-1 0-16,2-5-5 0,-1 4-2 0,-4-6 0 16,2 0-5-16,-3-5-6 0,0-3 3 0,1-2-1 15,-3-1-2-15,0-4 0 0,2-2-4 0,-4-3 3 16,0-7-1-16,0 2-3 0,1-5 1 0,-4-5-12 16,7 2 0-16,-3-5 1 0,2-3 1 0,3-2 5 15,5-1-2-15,3-1-3 0,5-3 9 0,1 1-1 16,5-3 3-16,4 3-1 0,-1-2 2 0,4 1-15 15,1 0-13-15,5 3-18 0,-1 2-27 0,16-7-29 16,-9 13-33-16,12-5-30 0,-7 7-24 0,12-3-36 16,-12 11-195-16,0-3-467 0,3 4 207 0</inkml:trace>
  <inkml:trace contextRef="#ctx0" brushRef="#br0" timeOffset="125687.4">21618 12151 132 0,'8'-3'196'0,"-8"3"-20"16,6-2-12-16,-6 2 5 0,0 0-1 0,0 13-2 15,0-13-7-15,-6 19-7 0,0-7-21 0,1 2-3 16,3 3-2-16,-3-1-8 0,0 2-15 0,2-2-8 16,1-1-6-16,2-3-16 0,1 1-3 0,0-2-10 15,2 0 0-15,4-1-4 0,0-3-6 0,0 0-2 16,5-2-2-16,-2-1-3 0,3 1-3 0,-2-3-2 16,1-2-8-16,1 0 1 0,-2-2 0 0,-2 0-3 15,0-1-3-15,1-3 1 0,-2-1-7 0,1-1-3 0,0-1-2 16,-4 0 2-16,1-2 2 0,-2-1-5 15,0-2 1-15,0 2 0 0,-2 0-2 0,1 5 9 0,-3 1-4 16,4-2-3-16,-4 8-2 0,2-10-4 16,-2 10-3-16,3-5-2 0,-3 5-3 0,0 0-1 0,0 0 4 15,0 0 1-15,2 19-2 0,-2-11 2 0,0 3 4 16,0-1 0-16,2 1-3 0,-1-2 2 16,3 1-2-16,4 0 4 0,-3-1 0 0,2 0 2 0,1-2-2 15,4 0-2-15,0-4 2 0,0 2 0 0,0-3-1 16,0-2-1-16,1-1 13 0,-1 0-11 0,0-2-1 15,-5 1-1-15,1-5-2 0,0 0-2 0,-3 0 0 16,-1-1-6-16,0-2-3 0,0-5-8 16,-2-1-12-16,-3 4 4 0,2-5 3 0,-2 0 0 15,-2 1 1-15,1-1-2 0,-1 5 4 0,3 2 2 0,0-1 3 16,-1 2-3-16,1 9-1 0,-3-12 0 0,3 12 0 16,-1-7 3-16,1 7-4 0,0 0 1 0,0 0 2 15,0 0 4-15,0 0 5 0,0 0-3 0,0 0 2 16,26 10 2-16,-15-7-4 0,3 0 5 0,3 0-3 15,1-2 4-15,0-1 0 0,0 0 3 0,1 0-1 16,-1-1 3-16,-4-1 7 0,-2 0 7 0,1 0 3 16,-1-1 7-16,-2-2-4 0,-1 0 1 0,0 1-1 15,-1-3 13-15,-2 2-2 0,-1 2-2 0,1-2 2 16,-6 5 3-16,8-7 0 0,-4 3-9 0,-4 4-1 16,5-4-5-16,-5 4-7 0,0 0-1 0,0 0-3 15,7 9-2-15,-6 0-2 0,-2 2 1 0,1 5 1 16,-3 2 2-16,-1 6 0 0,0 3-4 0,-1-5-15 15,0-3-34-15,-3 0-40 0,3 1-40 0,0-2-37 16,-1-1-50-16,0 0-40 0,3-3-215 0,-2-5-501 16,2 1 221-16</inkml:trace>
  <inkml:trace contextRef="#ctx0" brushRef="#br0" timeOffset="125854.58">22092 11915 34 0,'0'0'167'0,"0"0"-19"15,0 0-19-15,0 0-27 0,0 0-41 0,0 0-41 16,17 25-45-16,-8-11-81 0,8 5-116 0,-2-7 52 0</inkml:trace>
  <inkml:trace contextRef="#ctx0" brushRef="#br0" timeOffset="126072.1">22435 12004 26 0,'2'-6'249'16,"2"2"-15"-16,-4 4-12 0,4-9-21 0,-4 9-21 15,0 0-20-15,0 0-1 0,0 0-2 16,0 0 1-16,7 26-3 0,-4-10-9 0,-2 9-12 16,-3 0-10-16,0 2-14 0,0 1-9 0,-2 3-7 0,1 1-7 15,-2-1-9-15,-1-2-7 0,1-2-9 0,-1-1-4 16,0-1-5-16,1-6-6 0,1 0-7 0,-2-2-27 15,4-1-35-15,-2-5-26 0,-1 0-29 16,1-2-35-16,1 0-35 0,1-3-20 0,2-6-27 0,-4 6-38 16,4-6-122-16,0 0-383 0,0 0 170 0</inkml:trace>
  <inkml:trace contextRef="#ctx0" brushRef="#br0" timeOffset="126434.63">22401 12262 147 0,'7'-17'179'0,"-1"2"-1"0,2-1-13 16,0 2-9-16,2-1-16 0,-1 1-5 0,1 1-10 15,4 1-3-15,-3-1-5 0,1 2 0 0,-1 1-6 16,2 1-6-16,2-3-8 0,-2 3 0 16,1-2-6-16,-2 4-6 0,-2 1-6 0,2-2-9 0,-3 3-4 15,-3 1-6-15,0 0-4 0,1 2-9 0,-7 2-5 16,0 0 1-16,15 5 2 0,-11 1-5 0,0 2 0 16,-3 7-2-16,0 5 0 0,-1-1 0 0,-3 8 1 15,0 0-8-15,-1-2-1 0,-2 3-1 0,2-4-1 16,0 1-5-16,-1-6 2 0,2-2-5 0,1-4-1 15,2 0-2-15,-4-2-1 0,4-3 0 0,-1-1-2 16,-1-1 3-16,2-6-2 0,-1 10 2 0,1-10-2 16,-1 7 6-16,1-7-5 0,0 0-5 0,0 0 1 15,0 0 4-15,0 0-5 0,23-13-2 0,-16 5-5 16,3 1 4-16,1 1-3 0,0-2 1 0,5-1-4 16,-7 3-1-16,1 2 5 0,-4 1-2 0,2 1-5 15,-3-2-3-15,-5 4 1 0,10-4-3 0,-10 4 0 16,9 4 5-16,-9-4-3 0,7 6-1 0,-4-3-1 15,-3-3-17-15,3 13-31 0,-2-7-49 0,1 1-74 16,1 2-70-16,4-1-209 0,-2 0-493 0,4-1 218 16</inkml:trace>
  <inkml:trace contextRef="#ctx0" brushRef="#br0" timeOffset="126776.04">23405 11936 132 0,'5'-11'290'0,"-1"3"-25"0,1 2-24 0,-2 0-27 15,0 2-25-15,-3 4-22 0,0 0-14 0,0 0-12 16,0 0 14-16,10 21-13 0,-10-4-4 0,-1 8-9 16,-2 2-7-16,-1 0-13 0,2 1-7 0,-3 2-12 15,1 1-7-15,4 1-4 0,-1-4-10 0,2 3 7 16,-2-3-23-16,1-1-2 0,0-4-4 0,1-2-6 16,0-4-11-16,1 2-29 0,1-5-25 0,-1 3-36 15,-2-6-43-15,0 0-36 0,-2-2-37 0,2-1-30 0,-3-1-39 16,3-7-148-16,-9 4-426 0,9-4 189 15</inkml:trace>
  <inkml:trace contextRef="#ctx0" brushRef="#br0" timeOffset="127291.65">23376 12160 151 0,'7'-9'172'0,"7"-2"-18"0,-1 1-6 15,2 1-2-15,0-2-7 0,3 1-1 16,0-1 0-16,5-1-12 0,-4 4-4 0,-2-3-8 0,1 2 2 15,-1 0-11-15,-1 1-6 0,-4 2-8 0,-1-1-8 16,2 2-7-16,-4 0-1 0,2 0-9 16,-2 0-3-16,-2 1-6 0,-2 1-4 0,-5 3-10 0,10-4-4 15,-5 2-8-15,-5 2-2 0,0 0-1 0,0 0-5 16,10 8 1-16,-8-3-4 0,-4 7-1 0,1-4-4 16,-3 6 0-16,-1 3-1 0,-1-1-4 0,-2-1 3 15,2 2-2-15,-2-2 0 0,3-2-4 0,1-2 1 16,-1 1 1-16,1-1-1 0,3 0 3 0,-2-1-5 15,1-1 0-15,0-1-4 0,2-8-1 0,-1 9 4 16,1-9 3-16,1 11-4 0,1-6-4 0,-2-5 5 16,4 10-5-16,-3-6 5 0,-1-4-6 0,9 9 4 15,-7-6-1-15,3 1-2 0,-5-4 2 0,7 6-4 16,-1-3 2-16,-6-3 4 0,12 6-1 0,-6-3-1 16,7-2 0-16,1 0 2 0,0 1 1 0,4-1 0 15,0-2 0-15,0 1-2 0,2-3-4 0,-1 0 3 16,3-1-1-16,-2-2 3 0,-3 0-4 0,2-2 3 15,-2 0 0-15,-1-1-1 0,-5 2-1 0,-1-1 4 16,1-1 0-16,-3 0-1 0,-3-2 0 0,0 2 1 16,0-3-1-16,-1 2 3 0,-3 0 1 0,-1-1 5 15,0 5 2-15,0 6-2 0,-3-14 0 0,0 9 1 16,3 5-5-16,-13-4-4 0,6 4 4 0,7 0-2 16,-21 4-4-16,11 1 1 0,0 4-2 0,-2 2 4 0,5-2-4 15,0 1 4-15,3 1-3 0,2 2-22 0,-1-2-21 16,6 6-31-16,2-1-30 0,0-5-61 15,5 3-56-15,4-3-194 0,2-2-446 0,1 0 197 0</inkml:trace>
  <inkml:trace contextRef="#ctx0" brushRef="#br0" timeOffset="127519.69">24556 11913 61 0,'6'-12'269'0,"2"3"2"0,-4 1-25 16,1 1-20-16,-1 2-31 0,-4 5-18 16,0 0-10-16,0 0 5 0,14 20-10 0,-14-1 0 0,2 7-11 15,0 2-11-15,-4 2-14 0,0-2-10 0,-2 2-11 16,2 0-13-16,-2-3-6 0,0 3-5 0,-1 1-12 16,2-4-16-16,-2-3-41 0,0-5-35 0,2-1-44 15,0 1-56-15,0-6-50 0,3-3-38 0,0 3-213 16,0-4-459-16,0-2 203 0</inkml:trace>
  <inkml:trace contextRef="#ctx0" brushRef="#br0" timeOffset="127792.2">24754 12153 50 0,'3'-5'223'0,"-3"5"-16"0,4-8-20 0,-4 8-13 0,4-3-6 15,-4 3 0-15,0 0-4 0,0 0-10 16,0 0-5-16,0 0-4 0,7 14-11 0,-2-9-12 15,1 1-8-15,1-3-10 0,6 1-5 0,-1 0-12 16,-1-2-3-16,3 2-9 0,-1-2-6 0,0-2 3 0,3 0-6 16,-3-3 1-16,-1 0 3 0,-1-1-14 15,0-2 3-15,-1 3-7 0,-2-5 0 0,-1 0-5 16,-1-1-7-16,-4 1 7 0,1 0-13 0,-3-2-4 16,-1 0 2-16,-3 0-12 0,-1 2-5 0,-2-2-2 0,-2 3-19 15,2 1-17-15,-2 0-16 0,0 2-28 0,-1 1-32 16,-3 5-25-16,2-2-30 0,-1 1-49 0,4 1-20 15,3 0-196-15,5-2-453 0,-2 8 201 16</inkml:trace>
  <inkml:trace contextRef="#ctx0" brushRef="#br0" timeOffset="128144.77">25264 12037 204 0,'9'-7'235'0,"-5"-2"-14"15,1 1-6-15,-3 0-6 0,-2 2-1 0,0 6-18 16,0-9-22-16,0 9-11 0,-9-7-15 0,9 7 2 15,-16 7-5-15,3-3-11 0,-5 6-12 0,0 0-8 16,2 3-12-16,-2-3-7 0,3 5-8 16,-1-2-6-16,5 0-9 0,4-2-2 0,-2 0-8 0,2 3-4 15,4-4-8-15,1 1-2 0,2-2-5 0,0 1-4 16,4-4 2-16,-1-1-8 0,4 2-10 0,0-4-11 16,-2-1-6-16,6 0-3 0,0-3-7 0,-11 1-5 15,19-3 0-15,-7 0 1 0,-2-4 2 0,0 2-2 16,-3 0-1-16,0-2 0 0,0 0-2 0,-1-3 6 15,-1 1 0-15,2 0 5 0,-2 0-4 0,-1-1 1 16,0-1 2-16,-1 3 0 0,0 2 0 0,2 1 2 16,-5 5-1-16,5-7 2 0,-5 7-6 0,0 0 1 15,0 0 3-15,0 0 2 0,0 0 2 0,9 15-2 16,-7-6 3-16,0 0 0 0,2 2-1 0,-1 0 2 16,-1 1-2-16,2 0-10 0,1-2-29 0,2 6-46 0,2-3-49 15,-1-6-39-15,7 3-48 0,2-2-190 16,0-1-448-16,3-5 199 0</inkml:trace>
  <inkml:trace contextRef="#ctx0" brushRef="#br0" timeOffset="128547.71">25594 12069 163 0,'-4'-10'187'16,"-1"1"-4"-16,1 2-5 0,-6 0-10 0,1 4-4 15,-1 0-10-15,-2 3-4 0,1 2-7 0,-2 2 0 0,1 1-8 16,-6 4-11-16,3-1-5 0,4 3-14 0,1-2-8 15,2 1 2-15,0 0-17 0,4 2-3 16,3-1-7-16,2 0-4 0,0 0-7 0,2-1-3 16,2-3-7-16,2 0-1 0,-1-2-7 0,4 1-5 0,0-2-4 15,2-1-7-15,1-2-11 0,-2-1-3 0,2-2-7 16,-3-1-4-16,-1-3-13 0,1-1-3 0,-1 1 0 16,-1-5 3-16,-4 1 5 0,-2-2-2 0,4-4-2 15,-4-2 6-15,-2-1-3 0,0-2 3 0,0-4-3 16,-2-2 8-16,-1 0-3 0,2 0 2 0,-1-1 10 15,1 1 1-15,0 0 2 0,1 6 13 0,0 5 10 16,1-1 16-16,-2 7 10 0,1 0 6 16,0 4 10-16,0 6-26 0,0-12-5 0,0 12-10 0,0 0-4 15,0 0 8-15,0 0 14 0,0 0 0 0,-4 42 3 16,4-16-4-16,-2-2-1 0,0 3-4 0,0 0-2 16,2-1-8-16,0 2 3 0,-3-2 0 0,3 0-11 15,1-1-1-15,1-6-5 0,2 0-14 0,-2 2-25 16,-2-3-36-16,4 2-40 0,-4-2-44 0,2 1-51 15,0-2-61-15,2 1-55 0,-4-7-208 0,0-2-552 16,0 1 245-16</inkml:trace>
  <inkml:trace contextRef="#ctx0" brushRef="#br0" timeOffset="130094.93">26349 11843 199 0,'-14'0'216'0,"-3"2"-16"0,1 4-16 0,0 3-6 16,-2 2-15-16,-3 7-12 0,2-2-17 0,1 5-12 16,7-4-10-16,1 1-11 0,1 1-10 15,7-2-7-15,0 0-8 0,4 2-6 0,0-2-6 16,5 2-4-16,3-2-7 0,2-2-5 0,0 1-7 0,6-4 0 16,5 3-4-16,3-4-13 0,-2-1-8 0,-3-4-7 15,0-2-10-15,2-1-9 0,-2-2-9 0,0 1-4 16,1-4 8-16,-4 0-9 0,2-3 4 15,-2-2-2-15,0 2 4 0,0-5 3 0,-2 1 0 0,0-3 9 16,-3 0-4-16,-2-2 6 0,3-2 4 0,-1-2 4 16,-3 3 12-16,3-2 3 0,-2-4-4 0,0 4 1 15,-2 0-3-15,-2 3 16 0,-3 2 6 0,0 2 4 16,4 3 1-16,-6 1-3 0,2 1-9 0,-4 5-4 16,0 0-2-16,0 0-3 0,0 0 2 0,0 0 4 15,0 0 1-15,-4 29-1 0,-1-13-5 0,0 1 3 16,3 1-4-16,0 0 0 0,0-1-1 0,2 0 1 15,0 1-1-15,0 0 1 0,2 0-2 0,2-6-2 16,2-1 0-16,0 0-2 0,1-1 0 0,1-3 0 16,2 3 1-16,-1-4-1 0,-1-3 0 0,6 0 1 15,-5 0-2-15,4-4-1 0,-1-2-4 0,1 1 2 16,1-1 0-16,-3-3-1 0,0-1-6 0,-1-1 8 16,3-4-10-16,-3-1 2 0,0 0-3 0,-3-2 1 15,1-1 2-15,-3 1-6 0,2-2 3 0,-3 1 1 16,-1 1-5-16,1 0 2 0,-2 3 5 0,0 2 1 0,-2 2-1 15,2 3-3-15,-2 5 2 0,1-10-3 16,-1 10-6-16,0 0 4 0,0 0-4 0,0 0 1 16,0 0 3-16,0 0 1 0,0 0-1 0,-7 32 1 15,5-21-1-15,0 0 4 0,2 2 5 0,0 2 6 0,0-3 0 16,2-1 4-16,0 1 1 0,2-2 5 0,3 0 6 16,2-2 1-16,0 1-1 0,0-2 0 0,3-3-2 15,1 0-1-15,-2 2 1 0,9-3-5 16,-7-3-2-16,1 0 0 0,2-3-1 0,-2 3 2 0,-1-4-4 15,-1-3-2-15,-1 1 1 0,-3 1-2 0,2-3 6 16,-6-1-13-16,3-1 4 0,-1-5-6 16,-1 0-3-16,-3 0-4 0,1-2-3 0,-3-1-1 0,0 2 0 15,-5-1 3-15,4 1 0 0,-3 5 0 0,0-2-2 16,-3 2 1-16,1 1 4 0,-2 3-1 0,2-1 0 16,1 3 0-16,-1-1-5 0,2 2 0 0,4 4-2 15,-10-6 2-15,10 6-2 0,-7-2 3 0,7 2 0 16,0 0 6-16,0 0-10 0,0 0 5 0,0 0 4 15,0 0-4-15,0 0-5 0,0 0 0 0,19 16 1 16,-6-13 6-16,1 0-4 0,-1 0 1 0,5-1 4 16,-5-2 1-16,3 2-2 0,-5-2 4 0,0 0 1 15,1 0-2-15,-5 2 3 0,-7-2-3 0,13 1-1 16,-8 2 4-16,2-2-4 0,-1 3 0 0,-2 0 0 16,3 2-1-16,-3 2 3 0,4 1-3 0,-2 0 2 15,-3 2 3-15,-1 1 0 0,2 1 4 0,0-2-4 16,-2 1 2-16,1 1 0 0,2 0 5 0,-1-1-6 15,1-1 2-15,-1 0-6 0,1 0 7 0,-1-1-5 16,0 0 6-16,1-4-5 0,-2 3 1 0,3-5 0 16,-1 2 2-16,-1-2-2 0,0 2 12 0,-4-6-12 15,8 3 6-15,-8-3-2 0,6 2-3 0,-6-2-3 0,0 0 2 16,0 0-8-16,15-8 0 0,-14 3-3 16,1-3-1-16,0 2-2 0,1-5 2 0,-3-1-4 15,0 1-1-15,0-1-2 0,0-4-4 0,0 3 9 0,2-1 1 16,-4-4-2-16,4 3-5 0,-2 3 9 15,0 0-2-15,0 2 2 0,2 0-1 0,0 1 0 16,-1 2-1-16,1 1-6 0,-2 6 4 0,6-11-13 16,-2 8 7-16,1 1 5 0,-5 2-5 0,18 1 1 0,-9 2 1 15,1 3 2-15,1 2 1 0,-3-2-2 0,1 4 3 16,1 3 2-16,-4-2 0 0,2 4-2 0,-3-4 5 16,0 1-4-16,-2-2 1 0,1 0 6 0,0 0 4 15,-2 0-3-15,1-1 3 0,-1-2 1 0,2 0 8 16,-1-1 3-16,2 0 6 0,-1-1-1 0,3 0 3 15,-1-2-1-15,1 1 2 0,2-1-2 0,4-1 0 16,-2 0 0-16,3-2 0 0,-3 0 8 0,3-1-9 16,-3-3-1-16,0 1 11 0,1-1-12 0,0-2 1 15,-2 0-2-15,1 0 0 0,0-1-1 0,-2-2-3 16,3-2 4-16,-5 2-5 0,-2-2 1 0,0 0 1 16,3-4-2-16,-6 4-2 0,0-1-3 0,-2 1 7 15,2 1-7-15,-2 3-5 0,0 7 2 0,-2-13-1 16,2 13-4-16,-4-8-1 0,0 6 0 0,4 2 2 15,-17 2-1-15,8 2 2 0,-5 2 6 0,3 4-11 16,-3 1 1-16,2 1 2 0,3 0 2 0,-1-3-20 16,4 3-24-16,-3 3-23 0,3 0-36 0,3 0-51 15,1-4-38-15,2 2-37 0,2-1-190 0,0-1-454 16,3-3 201-16</inkml:trace>
  <inkml:trace contextRef="#ctx0" brushRef="#br0" timeOffset="130312.95">27838 12110 145 0,'6'-10'216'0,"-3"-2"-15"0,8-1-3 0,-2-2-9 16,-2 0-9-16,3 0-4 0,-2 2-14 0,3-1-6 15,-2-1-5-15,2 3-13 0,1 0-7 0,1 3-18 16,-3 1-8-16,-4 1-7 0,6 3-14 0,-6 1-7 16,-6 3-10-16,11 2-8 0,-11-2-6 0,10 6-4 15,-7-1-6-15,2 3-1 0,-1 2-5 0,-3 1-5 0,1 1-4 16,2 0 0-16,-2 0-3 0,0 0-10 0,-1 1-23 15,-2 0-23-15,1 0-34 0,2-2-46 0,1-1-55 16,-1 0-35-16,3-2-202 0,-1-2-436 16,-1-1 192-16</inkml:trace>
  <inkml:trace contextRef="#ctx0" brushRef="#br0" timeOffset="130540.15">28307 11781 242 0,'4'-12'250'0,"-3"2"-5"0,1 4-19 0,0 0-22 16,-2 6-21-16,5-7-22 0,-5 7-7 15,0 0 4-15,5 18-11 0,-4-3-5 0,0 5-2 0,-1 6-10 16,0 1-11-16,-2 0-11 0,-1 1-6 0,1 1-15 16,-3-2-6-16,1-2-6 0,0 1-8 0,1-1-7 15,0-9-19-15,1 1-25 0,-2 0-30 0,2 1-35 16,-2 0-37-16,4-6-53 0,-4 0-43 0,3-1-43 15,-1 0-183-15,-3-5-441 0,2 0 196 0</inkml:trace>
  <inkml:trace contextRef="#ctx0" brushRef="#br0" timeOffset="130691.14">28213 11966 114 0,'0'0'207'0,"2"-11"-16"0,3 6-24 0,-1 0-16 15,7 0-18-15,1 1-18 0,8 1-34 0,7 0-33 16,2 0-43-16,3-1-53 0,6 2-58 0,0-2-71 16,1-2-191-16,12 2 85 0</inkml:trace>
  <inkml:trace contextRef="#ctx0" brushRef="#br0" timeOffset="130884.8">28907 11724 212 0,'3'-10'230'0,"-3"10"-13"16,4-7-20-16,0 3-19 0,5 0-18 16,2 0-17-16,7 1-16 0,1 2-9 0,9-2-12 15,0 2-14-15,0 0-14 0,-2-3-27 0,-3 4-23 16,-1-1-26-16,-1 1-27 0,-4-3-21 0,1 3-26 0,-5-2-24 16,-3 1-20-16,-2-1-8 0,-8 2-16 0,5-5-80 15,-5 5-239-15,0 0 106 0</inkml:trace>
  <inkml:trace contextRef="#ctx0" brushRef="#br0" timeOffset="131617.91">29171 11645 284 0,'-12'-2'14'15,"1"-1"13"-15,0 2 14 0,5 1 1 0,6 0 12 0,-13-3-9 16,13 3 15-16,-7-1-4 0,7 1 11 0,0 0 8 16,-11 7 17-16,9-3 22 0,-2 6-1 15,1 1-12-15,-2 4 8 0,2 2-6 0,-1 1-3 0,-1 10 8 16,-2-2-4-16,2 1 1 0,-3 1-2 0,3-1-12 16,-2-1-1-16,1-1-7 0,0-6-12 0,1 5-3 15,1-6-9-15,3 0-6 0,-4-1-5 0,2 0-2 16,1-1-7-16,-1-3-3 0,2-2-4 0,-2-2-5 15,2 1-1-15,0-4-1 0,1-6-7 0,-4 11-1 16,4-11-3-16,-4 7-7 0,4-7 6 0,0 0-12 16,-5 4-9-16,5-4 4 0,0 0 1 0,0 0-3 15,0 0 6-15,-13-14-6 0,13 14-7 0,-4-8 11 16,2 3 3-16,2 5-5 0,-3-11 0 0,-1 5 3 16,4 6 2-16,0 0 7 0,-1-10 5 0,1 10 4 15,0 0-1-15,0 0 2 0,-1-9 0 0,1 9-5 16,0 0-2-16,0 0 1 0,10-4-3 0,-10 4 1 15,18 0-3-15,-3 0-9 0,2 0-17 0,3 2-23 16,7-1-26-16,-4 0-26 0,4-1-9 0,4 2-26 16,-1-2-13-16,1 0-12 0,-2 0-4 0,-7 0 3 15,-2 0 1-15,1 0 14 0,-2 0 14 0,0-3 14 16,-1 0 16-16,3 1 12 0,-6-1 26 0,-1-2 20 16,-2 0 25-16,2 0 15 0,-5-1 30 0,1-1 15 15,-1 0 28-15,-2 1 14 0,0-2 5 0,-5 3 7 16,1-1 7-16,0-1-1 0,-3 7-4 0,0-11-5 15,0 11-1-15,-7-11-1 0,1 7-5 0,-3 1 2 0,-4 0-5 16,0 2 11-16,-3 4-17 0,-2-1-2 16,0 1-2-16,-4 4 1 0,3 1-3 0,0 0 0 15,-2 2-7-15,6-1-6 0,-2 1-7 0,3 1-6 0,3 0-1 16,3-2-6-16,0 1-6 0,3 0-2 16,1 0 3-16,3-1 6 0,1-2-13 0,0-7-6 0,4 17-1 15,0-12 3-15,2 0-7 0,1-1 1 0,0 0-4 16,4-3 5-16,-2 1-7 0,2-2-5 0,1-2 1 15,-2-2-3-15,1-1-6 0,-2-1-4 0,0-1 0 16,1-1 3-16,-1-1-2 0,-2-2 3 16,4-1-3-16,-3-1 13 0,-2-3-11 0,2-1-2 15,-2 1-4-15,2-1 4 0,-2 0 2 0,2 0-3 0,-1-2 1 16,3 0 1-16,-3 2 0 0,1-3-3 0,-3 2 3 16,1 2 6-16,1 2 3 0,-5 1 2 0,2 4 10 15,0 2 7-15,-3 1-4 0,-1 6-4 0,4-10-8 16,-4 10 2-16,0 0-3 0,0 0 5 0,0 0-1 15,0 0 1-15,-11 38 1 0,4-21 6 0,-2 2-3 16,0 4 3-16,4-5-1 0,-4 5-2 0,2-4-2 16,3-1-1-16,-1 1-3 0,1 0 2 0,3-3-10 15,-2 0-28-15,2-4-31 0,-1-1-31 0,2 5-32 16,0-5-37-16,0-3-48 0,3 2-47 0,1-3-48 16,-2-1-176-16,2 0-511 0,2-4 226 0</inkml:trace>
  <inkml:trace contextRef="#ctx0" brushRef="#br0" timeOffset="131819.87">29718 11998 47 0,'10'-7'228'0,"-1"-1"10"0,-4 3 2 15,-1 2-8-15,1-3-16 0,-5 6-24 0,4-4-14 16,-4 4-12-16,0 0 0 0,0 0 2 0,-27 15-2 16,10-5 2-16,-2-1-1 0,-6 5-5 0,8-4-18 15,0 0-10-15,4 2-10 0,0 1-7 0,5-3-8 16,0 3-17-16,3-1-6 0,4 0-6 0,1 0-9 0,2 0-9 15,5-2-23-15,6 1-30 0,6 1-38 0,6-1-42 16,1 2-52-16,6-4-43 0,3-3-68 16,15 4-296-16,-9-4-574 0,10-3 254 0</inkml:trace>
  <inkml:trace contextRef="#ctx0" brushRef="#br0" timeOffset="132396.01">30599 11759 160 0,'-6'-12'216'0,"2"8"-8"15,-2 0-15-15,-3 0-13 0,-4 4-3 16,-4 1-12-16,-2 3-12 0,3 1-13 0,0 2-10 15,2 3-2-15,-1-1-5 0,3 2-10 0,0 3-6 0,4 0-13 16,2-3-4-16,-1 0-7 0,5 0-8 16,-1 1-4-16,2-2-9 0,3 2 9 0,2-2-18 15,1 1-3-15,2 0-4 0,2-3 3 0,3-2-10 16,3 3-3-16,-3-5-5 0,0-1-3 0,-1 1 3 0,2-3-5 16,-1-1-3-16,0 0-5 0,-1-3-6 0,-2 1 0 15,1-2-3-15,-1-3-7 0,-3 1-3 0,2-2 8 16,1 1-8-16,-3-2-2 0,1 1 1 0,-2-3-1 15,0 0 20-15,0 2-1 0,0-1-1 0,-1 1 1 16,-2 2-10-16,0 0 4 0,-2 7-5 0,5-8-3 16,-5 8-1-16,4-4-3 0,-4 4 0 0,0 0 1 15,0 0 3-15,0 0-5 0,-7 29 5 0,3-18-1 16,0 0-2-16,1 2 0 0,-4 6 3 0,2-3 2 16,1-2-5-16,2-1-13 0,1 3-32 0,1-1-36 15,-3-4-66-15,3 1-47 0,3-1-59 0,-3-3-171 16,1-2-461-16,3 1 203 0</inkml:trace>
  <inkml:trace contextRef="#ctx0" brushRef="#br0" timeOffset="132770.09">30760 11850 27 0,'0'0'250'0,"8"12"-15"0,-7-5-10 15,1 3-16-15,-1 1-9 0,0 0-16 0,1 1-13 16,-2 1-9-16,2 2-6 0,-2-1-11 0,1-4-13 16,-1 0-13-16,2 1-8 0,-2-2-10 0,1-3-14 15,-1-6-3-15,-1 13-8 0,1-13-4 0,1 8-4 16,-1-8 7-16,0 0 0 0,0 8-1 0,0-8-6 16,0 0-9-16,0 0 2 0,0 0-16 0,0 0-5 15,15-21-3-15,-8 12 2 0,-1 3-8 0,3-3-1 16,0-1 0-16,4-2-7 0,-1 0-2 0,6 0 2 15,0-1-10-15,5-2 1 0,-5 5 1 0,-3 0-2 16,1 3 9-16,-5 2-7 0,1 1-3 0,-2 0-1 16,-1 2-4-16,-1 2 0 0,-1-1-1 0,-7 1 0 15,13 4-2-15,-7 1-1 0,1 2-3 0,-2-1 1 16,2 2 2-16,-1 2 1 0,-2 1 3 0,1 0-6 16,-1-2-11-16,-1 3-19 0,3 0-33 0,4 1-28 15,-5-2-48-15,4 2-61 0,0-2-60 0,1-3-228 16,5 1-529-16,3-2 234 0</inkml:trace>
  <inkml:trace contextRef="#ctx0" brushRef="#br0" timeOffset="133199.69">31475 11887 170 0,'-3'-10'255'0,"1"0"-3"15,0 2-13-15,0 0-11 0,2 8-21 16,-9-8-15-16,9 8-9 0,-10-3-13 0,-2 6-8 15,0 2-7-15,-1 0-11 0,-1 4 1 0,0 2-9 16,1 2-13-16,1-1-7 0,2 1-9 0,2 2-8 16,2-4-8-16,4 1-7 0,-1-2-11 0,2 3 0 0,3-2-7 15,1 1-10-15,4 0-1 0,1-5 0 16,4 1-2-16,0 0-4 0,5-5-12 0,0 3 0 16,-3-4-6-16,0 0 18 0,-2 0-21 0,6-4-6 15,-5-1 0-15,2-1 0 0,-3 0-4 0,-2-2 1 0,3-6-1 16,-1-1-6-16,-5-1-2 0,1-2-3 15,-3-4 1-15,3-4-4 0,-6-2-1 0,2 0 2 0,-1-1-1 16,-1 0-5-16,0-5 1 0,-2 3 1 0,0-1 3 16,0-1-5-16,0 0 7 0,0 5-4 0,-2-1-2 15,1 6 2-15,2 6 14 0,-2 4 14 0,1 1 0 16,0 2-1-16,0 8-12 0,-1-9-7 16,1 9-8-16,0 0 3 0,0 0 3 0,0 0 4 0,0 34-1 15,-4-8 19-15,1 3-16 0,1 5-3 0,-1 1 1 16,-1-1-2-16,0 2 6 0,3-1-2 0,0-2 0 15,1-1 0-15,-3 2-3 0,6-2-42 0,1-2-35 16,-4-1-48-16,0-5-44 0,2 1-53 0,-2-8-76 16,1-1-65-16,1-1-182 0,-2-2-579 0,-3-2 256 15</inkml:trace>
  <inkml:trace contextRef="#ctx0" brushRef="#br0" timeOffset="135061.84">14395 13428 1877 0,'-18'2'96'0,"3"-2"-9"0,4 0-15 16,2 0-32-16,9 0-14 0,-12 0 2 15,12 0-9-15,-8 0-2 0,8 0 2 0,0 0 0 16,0 0 3-16,13-15-2 0,-2 8 8 0,5-5 4 16,8-2 4-16,1-1-2 0,2-1-2 0,0-1 0 0,0 1-4 15,-3-1-2-15,-1 1 1 0,0-3-3 0,0 0-1 16,-4 2 4-16,-5 1-2 0,-1 1 1 0,-2-1 2 16,-2 2-1-16,-1-1 3 0,-4 2-2 0,0-2-5 15,-4 3-4-15,2-1-2 0,-2 6 0 0,2-1 6 16,-2 8-4-16,-4-15 3 0,4 7-5 0,0 8-5 15,-2-9 7-15,2 9-11 0,0 0-3 0,0 0 2 16,0 0-4-16,0 0 1 0,-17 15-3 16,9-5 5-16,4 2-4 0,-1 4 3 0,-1 2-3 0,3 0-4 15,-1 0 6-15,2-1-2 0,2 0-2 0,0 2 0 16,2-3-1-16,2-1 21 0,-1-1-4 0,1-2 3 16,3-1-1-16,-3 0 1 0,5-3-7 0,-2-1 2 15,-1-2 1-15,3 0 1 0,1 0-5 0,-1-3 1 16,2-2-3-16,2 0 1 0,-1-2 0 0,2-2-1 15,-3-2-3-15,1-2 0 0,3-1-3 0,-2 1 5 16,1-3-3-16,-3 0-1 0,0-1-3 0,0-1-2 16,-2-1 0-16,-2 1 1 0,0-1 0 0,2 1 1 15,-5-1-2-15,2 3-3 0,-2 5 2 0,-1-4 0 16,-1 4-2-16,-2 6 4 0,5-8-10 0,-5 8-2 16,3-5 3-16,-3 5 0 0,0 0 0 0,0 0 0 15,0 0 2-15,2 22-1 0,-2-13 0 0,-1 2 2 16,0 1 0-16,-2 1 0 0,2-2 2 0,0-2 1 15,-2 0 0-15,6 1 2 0,-3-10-2 0,-5 10 2 16,5-10 2-16,0 10 3 0,0-10-4 0,5 6 3 16,-5-6 2-16,0 0-1 0,0 0 1 0,0 0 0 15,6 3-1-15,-6-3 4 0,0 0-7 0,16-12 1 16,-8 5-2-16,-2 4 2 0,3-4-2 0,-2 4-6 16,2-3-2-16,1 3 0 0,-1-1 1 0,-2 1-3 15,2 3 0-15,-9 0-1 0,12 0-1 0,-6 3 2 16,-6-3-3-16,12 6-9 0,-5-1 1 0,-3 0-10 15,-2 5-10-15,-2-3-20 0,3 3-13 0,-3 2-33 16,-3-1-42-16,1 0-46 0,-4 4-214 0,-1-3-443 16,-3-2 196-16</inkml:trace>
  <inkml:trace contextRef="#ctx0" brushRef="#br0" timeOffset="135238.72">14591 12933 54 0,'0'0'141'0,"6"-5"-35"16,-6 5-43-16,11 2-62 0,-1 1-63 16,1 3-65-16,0 4 30 0</inkml:trace>
  <inkml:trace contextRef="#ctx0" brushRef="#br0" timeOffset="135560.53">15108 13062 22 0,'5'-2'217'0,"3"2"8"0,2 3-9 16,2 3-5-16,-1 2-10 0,0 5-15 0,8 5-15 15,-10-1-20-15,3 5-10 0,2 2-14 16,-3 0-15-16,1 0-6 0,-5 0-8 0,3 2-7 15,-4-8-3-15,3 0-9 0,-3-1-4 0,2-2-2 0,0 1-5 16,-1-6-3-16,-2 2-2 0,1-3-5 16,-4-3-1-16,3 0-1 0,-1-1 11 0,-1 1 17 15,-3-6 17-15,5 4 11 0,-5-4-8 0,0 0-10 16,0 0-4-16,0 0-13 0,11-10-6 0,-8 0-5 0,3 0-11 16,-2-3-5-16,1-2-3 0,1 1-11 0,1-6-1 15,2-4 1-15,0-2-6 0,1 0-18 0,0 0-17 16,4 0-18-16,-2-3-19 0,2 4-27 15,-4 1-19-15,-2 6-28 0,1 2-31 0,-4 5-45 0,1 3-57 16,-2 2-41-16,0 2-195 0,-4 4-523 0,0 0 232 16</inkml:trace>
  <inkml:trace contextRef="#ctx0" brushRef="#br0" timeOffset="136681.81">15558 13358 188 0,'0'0'219'0,"6"1"-3"15,-6-1-3-15,0 0-8 0,14-4-10 0,-14 4-13 16,10-5-14-16,-3 2-12 0,2-4-12 0,0-1-9 16,2-1-8-16,1-1-6 0,-2-3-8 0,1 1-11 15,1 0-1-15,-3-2-9 0,0-1-4 0,0 1-9 16,-2-2-4-16,-2-1-4 0,-1 2-4 0,-2-1-8 16,-1 1-3-16,-2-2-10 0,-2 2-5 0,0 4-6 15,1 3-5-15,-3-1-4 0,0 0 1 0,-2 3-3 16,2 2-4-16,-3 1-6 0,8 3-5 0,-19 4 1 15,8 1-3-15,-6 3 0 0,3 6-1 0,-5 4 0 16,6-2-2-16,-1 5 3 0,-1 2-4 0,7-5-2 16,2 0 1-16,2 1 0 0,3 0-1 0,2-2 4 15,3 0 1-15,2-1 1 0,2 2 2 0,3-4 3 16,3-1 6-16,2-1-1 0,2-5 3 0,2 3-5 16,6-5 1-16,3-2 3 0,0 0-4 0,0-3-3 15,-1 1 4-15,-2-3-5 0,-4-1-1 0,-3-1 5 16,2 1-3-16,-5-3-5 0,1 0 0 0,-2 1 0 15,-3-2-2-15,-2 1-3 0,0-2-4 0,-1-1-7 16,-2 0-4-16,-5-1-2 0,3 0-1 0,-3-6 0 16,-2 4-1-16,-4-4 2 0,3 4 9 0,-6-4-8 15,-1 1 2-15,-2-1 0 0,1 2 3 0,0 1 8 16,-1-1-7-16,-1 2 1 0,3 4-2 0,0-1 2 16,-1 4 2-16,4 0-1 0,0 0 8 0,5 5-7 15,-8-8-2-15,8 8-2 0,-5-6 0 0,5 6 0 16,0 0 4-16,0 0-1 0,0 0 2 0,0 0 1 0,0 0-1 15,17-3-2-15,-4 3 7 0,1 0-2 16,5 3 4-16,8-4 1 0,-8 2 1 0,1-1-5 16,-2 3 4-16,-2 0-4 0,-6 1-2 0,0 0 4 15,0-1 0-15,-2 4-5 0,0 1 0 0,-2 0 6 0,-2 2-5 16,0 0-1-16,-2 4 2 0,-2-3 0 0,0 4 1 16,-1 3 3-16,-2-2-4 0,1 1 3 15,-1 0 5-15,1 1-5 0,-3-2 3 0,2-1-5 0,1-3 3 16,-1 1-3-16,3-5 4 0,1 3-3 0,1-2 3 15,-1-1-3-15,1-1 0 0,1-2 2 0,1 2 4 16,1-4-1-16,0 1 3 0,1-1-3 0,1 0-1 16,2-3 0-16,1 0 1 0,0 0 1 0,0-4-3 15,1 1 5-15,-1-3-3 0,1 0 3 0,0-1-4 16,-1-1 6-16,0-2-7 0,1-2 1 0,-3-2 1 16,4-2-3-16,-3-1 2 0,-3 0 1 0,0-1-1 15,2 0-1-15,-2-6-2 0,0 1-1 0,-3 5 0 16,0 1-3-16,0 0 5 0,-1 6-2 0,1-1 0 15,-3 2 4-15,3 5-2 0,-1-2-2 0,-2 7 2 16,1-10-11-16,-1 10-1 0,0 0 1 0,0 0 0 16,0 0-3-16,0 0 4 0,0 0 4 0,-17 25-2 15,11-11 2-15,1 2-2 0,0 0 2 0,0 2-3 16,1 0 5-16,4 1-2 0,0-1-2 0,2 0 4 16,2 1-3-16,2-1 3 0,0-3 2 0,0 2 1 15,2-1-6-15,3-1 4 0,-2-1-4 0,-1-4 4 16,-2 1-4-16,2 0 3 0,-3 0 3 0,0-1-2 15,0-3-13-15,-1 0-5 0,0-1-15 0,-3 0-1 16,3-1 0-16,-4-5-3 0,0 0-5 0,-8 12-8 16,8-12-3-16,-7 4 4 0,7-4 1 0,-9 0 1 15,9 0 5-15,0 0 2 0,0 0 5 0,-9-9 2 16,9 9-1-16,1-12 6 0,-1 12-3 0,8-17 4 16,-3 8 2-16,4-6 3 0,2 1 6 0,2-1-4 15,-1 1 4-15,2 0 0 0,0-1 4 0,6-5 2 16,-1 1 1-16,-1 0 0 0,-4 3-1 0,0 1 2 15,0 1 8-15,-1-2-1 0,-2 1 1 0,-3 0-1 16,-1 4 9-16,-2 3 4 0,-1-3 12 0,0 3-6 16,-2 2-2-16,-2 6 0 0,-1-13-1 0,1 13-3 15,-4-10 2-15,4 10-7 0,-9-1 0 0,9 1 7 16,-14 6 3-16,5 1 3 0,0 3 1 0,0 3 2 0,-2 0-3 16,2 2 5-16,1 0-2 0,0-1-1 0,3 2-2 15,3-4 0-15,-1 0-3 0,4-2 0 16,1 2-3-16,2 0 3 0,-1-2-20 0,5 0-25 15,-2 0-37-15,5-3-48 0,-2 2-36 0,2-5-48 0,1 1-40 16,-1-2-154-16,2 0-421 0,-2-3 187 0</inkml:trace>
  <inkml:trace contextRef="#ctx0" brushRef="#br0" timeOffset="136899.84">16690 13005 33 0,'0'-15'256'0,"-1"4"4"0,1 0-1 0,-2 3-19 0,2 8-20 16,0-11-25-16,0 11-21 0,0 0-8 16,0 0-1-16,0 0-6 0,0 0-13 0,2 49-5 0,-2-23-7 15,0 1-11-15,-2 3-15 0,2 0-8 16,2-1-10-16,-1 0-5 0,2 0-9 0,-3 0-7 0,1-1-20 16,0-2-31-16,2 0-26 0,-3-2-36 15,0-5-32-15,0 0-30 0,1-2-35 0,2 0-38 0,-2-6-47 16,1 1-189-16,-2-2-449 0,4-5 199 0</inkml:trace>
  <inkml:trace contextRef="#ctx0" brushRef="#br0" timeOffset="137410.47">16810 13287 168 0,'0'-10'215'0,"0"10"-20"0,3-6-19 15,-3 6-20-15,0 0 2 0,0 0-4 0,0 0-10 16,0 0-10-16,11 12-7 0,-11-12-6 0,9 8-14 15,-5-3-8-15,0 0-4 0,6-1-8 0,-2 0-9 16,3 0-3-16,-3-3-8 0,2 0-7 0,3 1-4 16,-6-2-3-16,3 0-5 0,1-2 3 0,-11 2-3 15,11-2 4-15,-4 0 2 0,-7 2 0 0,11-7 3 16,-7 3-1-16,1 0-5 0,-5 4 5 0,7-8 1 16,-5 3 7-16,-2 5 1 0,4-4 8 0,-4 4-11 15,4-7 5-15,-4 7-14 0,0 0-7 0,0 0-4 16,0 0-4-16,0 0-9 0,0 0-4 0,0 0-1 15,-9 28 1-15,4-11 0 0,-3 7 1 0,-2 4-4 16,5 2 1-16,2 5 11 0,2 11-4 0,2-12-4 16,7 15 6-16,1-1-3 0,4 0 0 0,2 1 6 15,-2-2-6-15,1-12-6 0,-3-2-3 0,6 10-3 16,-3-11-1-16,-4 0 2 0,3-3-10 0,-1-2 11 16,-5-2-3-16,0-6-2 0,-1-2-4 0,-4-6-2 15,-2 3-10-15,-1-4 13 0,-3 1-2 0,-3-4 2 16,-2 0 4-16,-7 0-8 0,-1-5-12 0,-4-2 0 15,1-1 0-15,-2-2 3 0,-6-5-3 0,1-2-1 0,2-2 3 16,1-2-1-16,1 1 0 0,8-2-2 16,-3-4 2-16,7 3-3 0,3-7 8 0,3 4-13 15,7-8-8-15,1-1-15 0,10-5-9 0,9-11-4 16,8 2-11-16,2-2-8 0,9 3-11 0,3 2-8 16,3-2-4-16,1 3-17 0,24-12-8 0,-24 22-12 15,1-1 3-15,-2 3 0 0,1 3-5 0,-14 6-18 16,-1 2-33-16,-3 2-43 0,-5 5-179 0,-5 0-436 15,-8 4 193-15</inkml:trace>
  <inkml:trace contextRef="#ctx0" brushRef="#br0" timeOffset="142217.96">17716 13230 144 0,'0'0'230'16,"2"-6"-19"-16,-2 6-20 0,0 0-17 0,0 0-21 15,0 0-15-15,0 0-19 0,0 0-10 0,0 0-5 0,0 0-12 16,0 26 0-16,-2-10-5 0,1 3-3 16,5 0-12-16,-3 4-4 0,2 3-5 0,3-8-5 15,-1 1-6-15,3-1-4 0,3-1-2 0,-1-1-2 0,2 0-7 16,2-1-4-16,-1-2-4 0,0-3 4 0,2 2-5 16,-1-5-2-16,-3-2-5 0,1-1 1 0,1-1-1 15,-2-2-1-15,1-2-3 0,0 1-2 0,-1-4 15 16,-2 0-2-16,2-2-2 0,-3 2-1 0,0-4-5 15,-1 1-1-15,0-3-2 0,-2 2-2 0,0-4-1 16,0 0-2-16,-1 1 2 0,-2-1-4 0,5-3 0 16,-4 3 3-16,0 1-8 0,-2 2 4 0,2 0-6 15,-2 3 2-15,-1 6-7 0,3-9 1 0,-3 9 1 16,0 0-2-16,0 0 0 0,0 0 6 0,0 0-4 16,20 15 0-16,-13-5 1 0,-1-1-2 0,1 1-1 15,1 0 4-15,4 2 1 0,-1-1 0 0,2 0-2 16,-3-2 1-16,7 0 3 0,-6-3 1 0,9 1 1 15,-5-1-3-15,2-1 1 0,-5-3 4 0,6-1-3 16,-5-1 1-16,0-3 2 0,-3 1-5 16,0-1 1-16,-2 0-2 0,0-1-3 0,-3-3-2 0,0 0-9 15,-4 0-1-15,-1-3-1 0,0 0-5 0,-4-6 2 16,0 2-2-16,1 2 4 0,-5-1 0 0,2-4 3 16,-1 6 10-16,2 1-11 0,-1-1 2 0,-1 2 1 15,2 2 3-15,3 2-2 0,-2 0-2 0,4 5-4 16,-5-8 2-16,5 8 0 0,0 0 5 0,0 0 1 15,0 0-3-15,0 0 3 0,0 0-1 0,0 0 0 16,25 8 5-16,-15-5 4 0,3-1-4 0,1 1-1 16,3-1 2-16,2-1-3 0,-2-1 3 0,-5 0 2 15,8-1 3-15,-9-1 3 0,1 1 6 0,0-1 4 16,-1 0 4-16,-2 0 8 0,-1 0 4 0,-1-1 1 16,-7 3 2-16,10-6 4 0,-2 3-1 0,-8 3-2 15,7-5-4-15,-3 1 2 0,-4 4-3 0,5-3-7 16,-5 3-6-16,0 0-5 0,0 0-4 0,0 0 2 15,0 0-2-15,12 10-3 0,-11-4 1 0,2 4-2 16,-2 2 1-16,2 3-1 0,-5 2-4 0,0-1-18 16,-3 1-21-16,1 2-31 0,0-2-28 0,-1-1-41 15,1 1-46-15,-1-5-42 0,1 1-198 0,-2-2-456 16,1 0 202-16</inkml:trace>
  <inkml:trace contextRef="#ctx0" brushRef="#br0" timeOffset="142582.53">18681 13126 81 0,'0'0'268'16,"3"-8"-15"-16,-3 8-24 0,2-7-23 0,-2 7-24 16,0 0-20-16,0 0-9 0,0 0 5 0,7 19 8 15,-7-2-13-15,0 2-5 0,-2 6-12 0,-3 2-10 16,1 2-11-16,-1 1-11 0,3-2-11 0,-1 3-8 15,1 0-8-15,-1 0-8 0,0-4-8 0,3-1-15 16,-2-1-27-16,3-6-29 0,0 0-26 0,-1 0-38 16,-1-3-53-16,2-5-61 0,2 0-50 0,-3-1-166 15,-1-3-435-15,1-7 192 0</inkml:trace>
  <inkml:trace contextRef="#ctx0" brushRef="#br0" timeOffset="142980.2">18725 13294 137 0,'16'-15'168'0,"-1"2"0"0,8-3-5 0,-6 3 9 15,-2-1-5-15,1 2-5 0,-1 0-3 0,-2 2-7 0,2 0-5 16,-6 2-8-16,1 0-7 0,-1 1-5 16,-2 2-12-16,-3 3-7 0,1-2-11 0,-5 4-15 15,6-2-6-15,-6 2-6 0,9 7 1 0,-7 2-6 16,1 4-6-16,0 4 3 0,-2 8-11 0,-2 2-3 15,-2 1-1-15,-1 1-5 0,-2 0-9 0,0 1 2 16,3-6-4-16,-2 0-2 0,2-6-5 0,1-2-2 16,0-4-3-16,1 0 0 0,-1-3 2 0,0-2-3 15,2-7 1-15,-1 11 1 0,1-11-1 0,0 7-3 16,0-7-1-16,0 0 4 0,0 0-7 0,0 0-2 0,0 0-4 16,0 0 0-16,0 0 2 0,17-16-5 0,-11 8-4 15,3-1-7-15,-1 0-3 0,2-1 0 16,5 1-1-16,-8 1 7 0,0 2-6 0,2 2-2 15,3 1 3-15,-6 2-2 0,2 1 3 0,-8 0 1 16,16 7 0-16,-7-2 1 0,-2 1-1 0,3 1-2 16,-2 1-9-16,-2 0-17 0,3 1-13 0,1 2-13 15,-2-1-30-15,1-1-29 0,2 4-43 0,0-4-34 16,-1-1-44-16,1 1-136 0,3-2-408 0,3 0 180 16</inkml:trace>
  <inkml:trace contextRef="#ctx0" brushRef="#br0" timeOffset="143217.91">19642 13186 253 0,'4'-11'276'16,"-1"2"-18"-16,-3 2-24 0,2 3-27 0,-2 4-14 16,0 0 3-16,0 0-6 0,0 0-12 15,17 28 13-15,-12-10-4 0,-1 9-17 0,-2 2-17 16,1 0-14-16,-1 0-8 0,-3 2-15 0,1 0-8 15,-1-1-12-15,-3-1-10 0,1-1-2 0,1-1-15 0,-1-2-6 16,1-7-17-16,-3 1-30 0,2-3-35 16,-1 3-30-16,0-3-40 0,1-5-45 0,0 0-46 15,-1-1-35-15,0-3-40 0,2-1-196 0,-6-2-486 16,8-4 215-16</inkml:trace>
  <inkml:trace contextRef="#ctx0" brushRef="#br0" timeOffset="143740.21">19646 13440 41 0,'6'-10'199'16,"0"0"0"-16,1-1 3 0,1 0-5 0,-2 0-4 0,2 1-11 15,2-4-6-15,-2 4-6 0,2-4-13 0,0 0-12 16,-1 3-10-16,-1 2-6 0,0-1-9 16,2 1-9-16,-3 0-9 0,1 1-12 0,0 2-7 0,-3 0-10 15,0 2-10-15,-3 0-8 0,-2 4-6 16,8-6-8-16,-8 6-5 0,0 0 0 0,0 0-2 0,12 11-6 15,-10-2-3-15,1 4 0 0,-3 4-3 0,1 1-1 16,-2 1-4-16,-4 1 0 0,1 6-3 16,-1-3 1-16,1 3-2 0,0-8-2 0,-1 1 1 15,1-1-3-15,-1-4-6 0,4 0-7 0,-3-5-7 0,3 1-9 16,-2-3 1-16,2-1-3 0,1-6-4 0,-2 10 3 16,2-10 0-16,-2 9 5 0,2-9 3 0,-1 7 0 15,1-7 4-15,0 0 1 0,0 0-2 0,11 3 1 16,-11-3 2-16,13 0 1 0,-13 0 0 15,17 0-1-15,-7 2 2 0,1 0 5 0,1 1 0 0,2 0 6 16,-1-1 0-16,6 2 6 0,1-3 3 0,-1 2 1 16,2-2 2-16,-1 0-1 0,9-1-1 0,-10 0 1 15,4-2-2-15,-4-1 0 0,2 0 5 0,-3-1 6 16,-5 1 2-16,4-4 0 0,-6 1 1 0,-2 1 5 16,3-3 8-16,-3 1 4 0,-2-2-1 0,0-1-8 15,-3 2-6-15,1-1 8 0,-3-3 0 0,1 3-7 16,-2-2-1-16,0 4 2 0,-1 7 3 0,-1-13-6 15,1 13 2-15,-1-11-6 0,1 11-1 0,-8-5-2 16,1 3-5-16,7 2-2 0,-20 10-1 0,9-3 1 16,-5 1-3-16,2 5-3 0,2-3-2 0,0 3-1 15,2 0-19-15,2 2-26 0,4-4-30 0,2 2-32 16,2 0-44-16,4 1-60 0,2 0-59 0,2 0-237 16,6-2-543-16,1-3 241 0</inkml:trace>
  <inkml:trace contextRef="#ctx0" brushRef="#br0" timeOffset="144770.24">21097 13314 107 0,'-4'-6'264'0,"-4"-1"-16"0,-2 4-21 15,1-1-13-15,-3 4-13 0,0 4-11 0,-3 3-6 16,-1 5-4-16,-5 5-13 0,1 4-14 0,1 3-14 16,5-4-12-16,0 2-14 0,3 4 16 0,5-7-16 15,1 0-10-15,4 5-8 0,1-6-8 0,2 2-11 16,5-1-9-16,0-6-22 0,5 2-25 0,1-2-27 15,2-2-22-15,3-2-35 0,1 0-22 0,8-1-25 16,0-2-23-16,3-1-21 0,0-3-6 0,-1-2-7 16,1-2 12-16,-1-3 5 0,-1 1 9 0,0-3 16 15,-2-2 15-15,-8 2 5 0,1-2 25 0,-3 0 11 16,0-2 16-16,-5-1 15 0,3-1 19 0,-5-2 8 16,-2 1 13-16,0-2 18 0,-4 0 21 0,-1 3 14 15,0 0 15-15,-4 3-1 0,1 0 1 0,-4 2 7 16,-1 1 7-16,-2 4-4 0,-1 0 3 0,-4 3 5 15,2 4 1-15,-5 2-1 0,-3 4 0 0,1 1-6 16,3 2-5-16,0 0-5 0,2 1-11 0,3 1 0 16,-2 2-10-16,4-2-1 0,3 1-3 0,5-5-7 15,-1 1-4-15,1-2 1 0,3 0 1 0,0-2-6 16,1 0-4-16,3-1-1 0,0-4 2 0,0 1-9 16,0-2 2-16,0-1-2 0,4-1-1 0,1-1-2 0,-4-1 1 15,2-2-5-15,-5 0 4 0,4 0-6 16,0-2 5-16,-2-1-4 0,1-2-2 0,-3 0 3 15,2-1 1-15,-2 1-1 0,0-2 4 0,-1-1-6 16,-2 1 1-16,2 2-1 0,-1-1 9 0,-2 3 8 16,0 0-3-16,-1 7-5 0,3-8-5 0,-3 8 0 0,0 0 0 15,0 0-4-15,0 0-7 0,0 0 2 16,0 0 4-16,0 0 0 0,0 0 0 0,0 29 6 16,2-19-9-16,0-1 2 0,1 0-2 0,2-1 1 15,-1 1 2-15,1-1-2 0,3 0 2 0,0-4-3 0,3 2 3 16,2-4 1-16,2-1-3 0,2 0 2 15,2-1-3-15,-1-3 0 0,1-2 1 0,0 2 0 16,-2-5 1-16,-1-2-1 0,0 3 1 0,-2-3 0 16,-5 1 0-16,0-4-2 0,1-3 2 0,-4-1-3 0,1 0-1 15,-2-1 2-15,0-6 0 0,-4 3 2 0,2-4 0 16,1 0 0-16,-3 1 4 0,0-2 9 16,-2 7 8-16,2 2-3 0,-2 5 8 0,2-1 19 15,-1 3-2-15,0 1 8 0,0 2-10 0,0 7-4 0,0-11-12 16,0 11 0-16,0 0-5 0,0 0-3 0,0 0-3 15,-6 37 3-15,2-10 8 0,-2 4 4 0,-1 1-20 16,1 3 11-16,1-3 7 0,-3 4-7 16,2-1-2-16,1 0 0 0,-1 0-2 0,3-2-2 15,-2-1-4-15,2 1-2 0,1 1 9 0,-1 0-15 0,0-2 3 16,1-3-6-16,-1-2-28 0,3-2-35 0,0-7-27 16,-1-1-34-16,0-4-27 0,-1-2-29 0,1 1-30 15,0-3-54-15,1-2-31 0,0-7-25 0,-3 11-177 16,3-11-531-16,-6 2 236 0</inkml:trace>
  <inkml:trace contextRef="#ctx0" brushRef="#br0" timeOffset="144973.63">21706 13530 126 0,'14'-11'234'0,"-2"6"-17"15,-1 0-15-15,2 3-4 0,1 2-13 0,-4 2-7 16,3 0-9-16,-3 5-14 0,1 1-10 0,-1 1-4 15,-5 1-11-15,-1 0-8 0,-4 4-16 0,-2 2-7 16,-2-1-11-16,-2 0-7 0,-3 0-5 0,-1-1-21 16,-2-1-25-16,0-1-22 0,-1-1-31 0,-1 0-36 15,4-3-37-15,-1-2-46 0,1 0-42 0,3 1-190 16,-1-3-405-16,3-3 180 0</inkml:trace>
  <inkml:trace contextRef="#ctx0" brushRef="#br0" timeOffset="145348.01">22083 13445 47 0,'1'-8'278'15,"1"-2"-7"-15,-6 3-17 0,4 7-19 0,-8-6-13 16,8 6-6-16,-18 4-1 0,5 1-15 0,-3 5-16 16,2 1 0-16,-4 1-21 0,5 1-14 0,-1 0-9 15,1 2-18-15,3-1-7 0,1-2-17 0,4 0-7 16,1 0-10-16,-1 0-10 0,4-2-2 0,-1 2-7 15,5-4-6-15,1 1-2 0,1 0-3 0,0-4-9 16,4 0-7-16,4-1-15 0,-4-1-4 0,2-3-13 16,2-1-2-16,-3-3 0 0,4 0-1 0,-2 0-4 15,1-2 4-15,-4-1-1 0,1-1-7 0,-1 0 0 16,-2-3-1-16,1 2 4 0,-1-3 2 0,-1 3-1 16,-1-1-2-16,-1 1 5 0,0 1 0 0,-3 2-1 15,-1 6-4-15,3-10 6 0,-3 10-8 0,0 0 5 16,0 0 3-16,0 0 0 0,0 0 8 0,0 0-2 15,-12 19 0-15,6-9-4 0,4 0 1 0,-1 2 3 16,0-1-4-16,0 5-1 0,3 1 1 0,-2-5-11 16,1 0-28-16,3 0-36 0,-2-1-40 0,3-1-40 15,-1 2-49-15,6-5-36 0,2 1-46 0,-2-3-150 16,2-2-471-16,8-1 209 0</inkml:trace>
  <inkml:trace contextRef="#ctx0" brushRef="#br0" timeOffset="145729.43">22438 13395 166 0,'-1'-9'245'0,"-3"4"-19"15,4 5-8-15,0 0 1 0,-12 0-6 0,12 0-11 16,-18 17-14-16,6-4-11 0,2 2-10 0,-3 2-15 16,3-1-8-16,0 2-19 0,2 0-10 0,4 1-9 15,0-3-6-15,3-1-12 0,2-3-7 0,1 4-3 16,4-3-9-16,3-3-1 0,2 1-8 0,2-1-4 0,5-3-6 15,0 0-3-15,-1-4-6 0,3-1-1 0,2-1-4 16,-3-1-5-16,4-3 0 0,-1-1 3 16,-3-1-11-16,1 1 0 0,1-4-2 0,-5 0-1 15,1-2 0-15,-3 1-3 0,1-2-1 0,-3 0 0 16,-1 0-2-16,-2-3 2 0,-1-1-3 0,-2 2-1 0,0-4-4 16,-3 4 3-16,0 3 5 0,-1-2 15 0,-2 6 2 15,0 6 10-15,2-13-2 0,-2 13-5 16,1-6-10-16,-1 6-4 0,0 0 11 0,0 0-4 15,0 0 5-15,-15 17-6 0,10-6-2 0,-1-1 2 0,3 0-9 16,-4 2 2-16,3 1-5 0,2 2 1 16,1-4-1-16,-1 0-1 0,4 0-27 0,0 0-30 15,1 0-35-15,2-2-45 0,0 0-46 0,0 1-51 16,3-3-61-16,1-2-290 0,-2-1-616 0,2-1 274 16</inkml:trace>
  <inkml:trace contextRef="#ctx0" brushRef="#br0" timeOffset="145891.06">22707 13221 73 0,'0'0'87'0,"0"0"-48"15,0 0-44-15,0 16-28 0,0-16-35 16,12 10 16-16</inkml:trace>
  <inkml:trace contextRef="#ctx0" brushRef="#br0" timeOffset="146150.26">23059 13180 75 0,'7'-8'285'15,"-2"2"5"-15,-1-1-14 0,-4 7-25 0,5-6-25 16,-5 6-10-16,0 0-1 0,14 8-2 0,-9 0-2 15,2 8 7-15,-1 2 3 0,-1 6-20 0,-3 3-15 16,-2 1-13-16,2 1-13 0,-6 0-13 16,4-1-8-16,-3 2-13 0,1-5-12 0,-1 3-22 0,3-2-2 15,-2-2-6-15,1-3-10 0,-1-2-10 0,1-2-2 16,1 0-20-16,-1-6-31 0,1 5-39 0,0-5-33 16,0 0-27-16,-2-1-22 0,2-3-23 0,0-7-30 15,0 14-36-15,-1-9-39 0,1-5-23 0,0 0-34 16,-1 9-186-16,1-9-522 0,0 0 231 0</inkml:trace>
  <inkml:trace contextRef="#ctx0" brushRef="#br0" timeOffset="146569.93">22952 13443 4 0,'4'-6'182'0,"4"5"-11"0,3-3-6 15,3 0-12-15,4 2-12 0,5-1-11 0,6 1-10 16,3-1-9-16,0 2-5 0,-1-2-14 15,0 0-3-15,-1 3-8 0,0-3-8 0,-2 0-5 0,-10 2-2 16,1-2-2-16,-7 3 4 0,0-2 10 0,-4 1 7 16,-2 1 16-16,-6 0-2 0,9-2-4 0,-9 2-5 15,0 0-9-15,0 0-7 0,0 0-5 0,0 0 0 16,0 0 3-16,0 0-2 0,-25 13-1 16,13-4 2-16,3 0-3 0,-2 1-4 0,2 0-6 0,2 0-1 15,2 1-6-15,0-2-10 0,0 3 0 0,0-3 2 16,5 2-9-16,1-1-6 0,-1-1 1 0,5-1-5 15,0 1 3-15,3-4-6 0,1-1-3 0,4 1-7 16,0-2-1-16,3-2-16 0,-2-1-5 0,5-1 1 16,-6-1-3-16,1 0 7 0,-1-2-3 0,-3 0 0 15,2-2 2-15,-2-1 4 0,0 1-2 0,0-1 1 16,-1 0 0-16,-2 1 2 0,-1-3-1 0,-1 4 10 16,-1 0-8-16,1 2 5 0,-5 3 5 0,8-8-5 15,-8 8 0-15,5-2-8 0,-5 2 3 0,0 0-5 16,0 0 5-16,0 0-2 0,5 13 6 0,-5-13-5 15,-5 17 2-15,3-7-30 0,-1 1-29 0,-1 0-31 16,0 0-47-16,2 0-42 0,-1 1-52 0,1-1-43 16,-2-2-152-16,4 1-461 0,-3-1 205 0</inkml:trace>
  <inkml:trace contextRef="#ctx0" brushRef="#br0" timeOffset="146781.7">23551 13553 122 0,'9'-16'165'0,"2"1"6"0,0 0-4 0,1-1 2 16,-2 2-8-16,1 3 2 0,-2 1-2 0,2 3-7 16,-3 2-5-16,-1 1-13 0,1 1-7 0,-8 3-6 15,15 0-7-15,-10 4-9 0,0 2-13 0,0-2-8 16,0 6-4-16,-2-2-8 0,2 2-7 0,-2 0-9 16,-2-1-1-16,0 2-6 0,2-2-3 0,-3 1-18 15,0-2-32-15,0 0-35 0,1 0-38 0,0-1-40 16,2 0-40-16,-1-2-43 0,2 0-179 0,-4-5-407 15,13 6 180-15</inkml:trace>
  <inkml:trace contextRef="#ctx0" brushRef="#br0" timeOffset="147162.1">23983 13369 215 0,'0'-9'244'0,"2"2"-7"0,0 1-21 0,-2 6-24 16,0 0-10-16,0 0-11 0,0 0-4 0,-23 10-7 15,13 2-5-15,-9 6-10 0,4 3-3 0,-3-2-10 16,6-2-11-16,1-2-7 0,2 3-4 0,0-2-9 16,1 2-8-16,2-3-8 0,5-4-4 0,2 5-11 15,1-3-1-15,7-3 0 0,0 0-1 0,5 0-6 16,5-2-14-16,8-1-9 0,0-1-2 0,4-2 4 16,1-3-6-16,0-1-2 0,-2-1-1 0,0-3-1 15,-10 1-5-15,8-3-2 0,-7 2-4 0,-2-5-4 16,-2 0 5-16,-1-1-7 0,-2 0-3 0,1-2 0 15,-2-1 3-15,-4-1-5 0,1-2-3 0,-3 2 2 0,-2-1 4 16,-2 4 3-16,-2-1-11 0,-1 2-6 16,-1 0 3-16,-2 3 3 0,-2 2-2 0,-4 0 3 15,-5 3 3-15,-3 3 8 0,-2 0-1 0,-1 5 9 0,0 3 3 16,2-1-3-16,-6 5-7 0,9-2 7 0,0 0-14 16,4 1 6-16,1 1 4 0,5-1-3 0,1-1-2 15,3 1-10-15,5-2-23 0,2 0-26 16,7 1-47-16,1-3-56 0,4 1-57 0,9-2-77 15,1 2-282-15,3-4-607 0,4 0 268 0</inkml:trace>
  <inkml:trace contextRef="#ctx0" brushRef="#br0" timeOffset="147431.24">25264 13235 15 0,'-11'-5'308'0,"-6"1"-9"0,-4 4-4 0,-4 1-11 16,-6 5-9-16,-1 6-10 0,-1 0-6 0,3 3-12 0,1 1-11 15,2 1 7-15,4 2-13 0,4 1-10 0,1 1-22 16,8-4-34-16,1 2 12 0,5-2-22 0,1 1-13 16,4 0-10-16,3 0-14 0,5 0-7 0,7 0-11 15,-2-4-8-15,9 3-11 0,3-3-32 16,3-1-30-16,5-4-52 0,-5 1-49 0,4-4-49 0,-3 1-43 15,-1 0-49-15,-1-4-43 0,-6-2-35 0,0 1-22 16,-5-4-203-16,4 1-572 0,-1-2 254 16</inkml:trace>
  <inkml:trace contextRef="#ctx0" brushRef="#br0" timeOffset="147568.99">25486 13544 101 0,'9'-10'275'0,"0"2"15"0,0 0 12 0,-2 1 23 16,-2 0 17-16,-1 1 13 0,0 1 3 0,-2-1-3 15,-2 6-15-15,7-10-17 0,-7 10-28 0,2-6-23 16,-2 6-29-16,0-8-27 0,0 8-19 0,6-5-29 15,-6 5-29-15,0 0-57 0,4-5-61 0,-4 5-86 16,0 0-105-16,0 0-106 0,0 0-117 0,4-6-290 16,-4 6-739-16,0 0 327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8T05:25:11.14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6092 3637 76 0,'-4'-7'177'0,"4"7"9"0,-5-11 0 0,2 3-5 16,-1 3-10-16,4 5-9 0,-5-10-9 0,5 10-9 15,-2-7-18-15,2 7-13 0,0 0-15 0,-5-6-10 16,5 6-12-16,0 0-5 0,0 0-10 0,0 0-8 16,0 24-4-16,0-12-5 0,2 12 1 0,-1-1-5 15,-1 7-2-15,-1-3-1 0,2 5-5 0,-2-4-3 16,-1 4-2-16,2 0 1 0,-2-4-2 0,0 3-3 16,-2 0-2-16,-1-2 1 0,2 1-1 0,-2-1 1 15,3-1-8-15,0-2-7 0,0 2-13 0,-1-2-13 16,-1-6-21-16,-1 2-25 0,-1-2-22 0,3-2-24 15,-2-3-12-15,3-2-33 0,-2-3-17 0,3 0-139 16,-3-3-337-16,4-7 150 0</inkml:trace>
  <inkml:trace contextRef="#ctx0" brushRef="#br0" timeOffset="369.46">5993 3660 46 0,'5'-19'179'16,"6"-5"-15"-16,5 3-4 0,1 0-11 0,5 8-8 0,2-3-16 16,0 4-8-16,3 3-5 0,3 3-8 0,-4 1-9 15,-4 6-11-15,1 1-3 0,-4 4-13 16,0 2-4-16,6 6-8 0,-9-3-2 0,-3 4-7 16,0 1-4-16,-5-2-9 0,-2 4-1 0,0 6-2 0,-5-6-5 15,-3-1-9-15,-6 0-4 0,1 9-8 0,-2-9-6 16,-5-2-4-16,-3 6-3 0,0-7-5 0,2-2 8 15,-3-6-7-15,1 3 1 0,4-4 3 0,0-1 1 16,-1 0 4-16,3-3 4 0,1-1 2 16,3 1 12-16,7-1-8 0,-16 1 2 0,11-1 2 15,5 0-1-15,0 0-6 0,-14-2-3 0,14 2 1 16,0 0-5-16,-6 5 0 0,6-5 3 0,0 0-6 0,5 16 8 16,-1-9-1-16,2 6 0 0,4-1 1 0,1 2 5 15,2 0-1-15,3 1-1 0,3 2 0 0,-5-3-2 16,5 4-25-16,-3-5-41 0,5 4-30 0,-5-5-29 15,-2 0-31-15,1 0-115 0,-1-2-290 16,-4-3 128-16</inkml:trace>
  <inkml:trace contextRef="#ctx0" brushRef="#br0" timeOffset="553.53">6591 3864 117 0,'2'-11'243'0,"-2"11"-15"0,2-11-26 0,-2 11-22 15,3-8-22-15,-3 8-14 0,0 0-13 0,0 0-14 16,0 0-11-16,0 0-11 0,0 0-9 0,6 32-7 16,-2-17-6-16,-1 2-7 0,-1 2-16 0,-2 0-35 0,3-2-25 15,-2 3-27-15,-1 0-47 0,3-2-36 16,-2 1-33-16,-2-2-128 0,1-1-305 0,-2-3 134 16</inkml:trace>
  <inkml:trace contextRef="#ctx0" brushRef="#br0" timeOffset="929.22">6993 3552 159 0,'1'-6'240'0,"2"-1"-10"16,-3 7 11-16,2-6-25 0,-2 6-24 0,0 0-26 15,0 0-15-15,0 0-12 0,0 0-9 0,8 23-2 16,-6 4-6-16,0 5-8 0,-1 18-7 0,0 3-3 15,-1 2-12-15,-1-4-9 0,1-1-11 0,0-1-4 16,0-16-10-16,0 3 2 0,-1-3-7 0,3 1-5 16,-1-4-5-16,1 2-18 0,-1-3-24 0,2-1-20 15,-1-4-38-15,-2-5-27 0,0 1-51 16,1-5-42-16,-2-2-54 0,-1 3-160 0,-2-6-421 16,-1-3 187-16</inkml:trace>
  <inkml:trace contextRef="#ctx0" brushRef="#br0" timeOffset="1144.07">7200 3759 3 0,'11'-3'182'0,"1"0"-12"0,-1 2-10 0,-2 4-14 16,-1 1 1-16,-1 1-5 0,0 5-12 0,-2-1-11 15,-2 3-8-15,-3 5-13 0,-3 0-3 16,1-1-8-16,-5 2-6 0,-2-2-8 0,-1 1-8 0,0-2-7 15,1 1-6-15,-4-2-12 0,3 0-19 16,-2-1-27-16,3-3-41 0,-2 1-44 0,1-3-53 16,-1 0-138-16,2 1-306 0,-1-6 135 0</inkml:trace>
  <inkml:trace contextRef="#ctx0" brushRef="#br0" timeOffset="1365.66">7457 3592 104 0,'4'-15'267'16,"-2"4"-11"-16,1 0-9 0,-3 4-21 0,3 2-23 16,-3 5-25-16,2-10-21 0,-2 10-19 0,0 0-13 0,0 0-2 15,0 0-2-15,3 37 0 0,-1-9-4 16,-4 4-11-16,-5 13-4 0,3 1-11 16,4 1-5-16,-2-11-8 0,0-2-4 0,-2 2-12 0,1 14 0 15,-1-18-6-15,0 0-17 0,-1 1-30 0,5-3-32 16,-5-2-27-16,0 0-34 0,1-2-40 0,1-9-57 15,-1 2-64-15,-2-1-163 0,-2-3-440 0,2-6 196 16</inkml:trace>
  <inkml:trace contextRef="#ctx0" brushRef="#br0" timeOffset="1569.66">7422 3924 1702 0,'10'-28'65'15,"0"2"25"-15,-2 8-18 0,-3 6-8 0,1 2-7 16,0 0-21-16,0 2-2 0,-1 3-10 0,-5 5-2 15,12-7-1-15,-12 7 7 0,14 0 9 0,-14 0-5 16,18 9 1-16,-8-3-1 0,-2-1-2 0,-1 6-2 16,1 3-1-16,0-3-1 0,-5 2 0 0,0-1-4 15,-2 3-1-15,-5 0-4 0,2 1-10 0,-3-4-29 16,-1 2-26-16,-1 1-33 0,1-4-58 0,1-3-32 16,-4 1-178-16,1-1-378 0,0-1 168 15</inkml:trace>
  <inkml:trace contextRef="#ctx0" brushRef="#br0" timeOffset="1779.49">7742 3605 115 0,'5'-17'258'0,"-4"1"-7"16,0 7-7-16,0-1-16 0,-1 4-26 0,0 6-22 16,2-11-23-16,-2 11-19 0,0 0-3 15,0 0-4-15,0 0 12 0,8 38-2 0,-6-11-12 0,2 5-16 16,-1 1-6-16,0 15-8 0,-1-15-4 0,1 2-11 15,-5-2-5-15,2 2-8 0,2-1-7 16,-4-1-22-16,2 0-41 0,2-3-41 0,0-1-39 16,-1-1-51-16,0-5-55 0,0-4-42 0,1-2-198 15,-2-3-459-15,2-5 203 0</inkml:trace>
  <inkml:trace contextRef="#ctx0" brushRef="#br0" timeOffset="2026.58">7966 4033 95 0,'11'-9'214'0,"2"-2"-17"0,3 0-9 16,-2-2-4-16,0 2-11 0,0-1-9 16,3 1-5-16,-2-1-6 0,1-1-12 0,-2 0-4 15,-2 1-4-15,-1-2-5 0,-1 0-11 0,0 1 8 0,-3-1 11 16,-4 1-11-16,0 3-3 0,0-2-8 16,-3 2-7-16,0 0 4 0,0 10-6 0,-6-12-11 15,1 8-16-15,-2 3-31 0,7 1 20 0,-25 7-10 16,5 3-4-16,-4 7-5 0,0 0-8 0,2 4 9 15,-1 0-17-15,6-1-2 0,0 3-8 0,6-1-30 16,6-3-37-16,1-2-36 0,3-1-39 0,7 1-40 16,3 1-35-16,11-1-36 0,4 0-254 0,0-5-524 15,6 0 232-15</inkml:trace>
  <inkml:trace contextRef="#ctx0" brushRef="#br0" timeOffset="2433.42">9188 3617 1691 0,'10'-28'10'0,"-2"2"92"16,-5 0-24-16,-6 6-12 0,-2 1-1 0,0 2 15 15,-4 2 13-15,4 0-12 0,0 5-7 0,-2 2-5 16,1 0-6-16,-2 4-10 0,3 3-4 0,5 1-7 16,-15 12-3-16,2 3 10 0,-1 13 0 0,-5 16 16 15,2 2 5-15,-1 0 0 0,4 2-7 0,2-2-1 16,3 1 2-16,1 1-12 0,2 0-2 0,3-14-5 15,-1 11 1-15,2-12-4 0,0 2-5 0,0-3-4 16,1 0 3-16,-1 0-12 0,1-4 2 0,2-1-1 16,-2-2-4-16,0 0-17 0,-1-6-29 0,2-2-42 15,-1 0-35-15,0-5-33 0,-3 0-29 16,5-3-45-16,-2-2-47 0,0 1-183 0,1-8-475 16,0 0 211-16</inkml:trace>
  <inkml:trace contextRef="#ctx0" brushRef="#br0" timeOffset="2885.48">8874 3917 97 0,'5'-9'207'0,"4"1"-20"0,3 0-18 0,3 0-19 16,12-2-13-16,-6 3-20 0,10-1-5 0,-2-1-19 16,5-1-4-16,2 4-6 0,1-3-9 0,1 1-11 0,-4 2-3 15,1 0-6-15,-2 2-5 0,-1-1-5 16,-4 2-5-16,-9-2-3 0,-1 2-4 0,-5 0 4 0,-3 3-4 15,-3-3 0-15,0 3 3 0,-7 0 9 16,10-1 1-16,-10 1-7 0,0 0-2 0,0 0-3 16,0 0-6-16,0 0-5 0,0 0 4 0,-34 7-4 15,19 3-3-15,1 1 2 0,-3 0-3 0,4 5 0 0,-2-3 3 16,3 3-5-16,-2 0-2 0,5 2 1 16,2-4-2-16,0 3 1 0,2-5-3 0,3 2 3 0,3 2-1 15,-1-3-4-15,3-3-2 0,2 0 3 16,0-1 0-16,0-2 3 0,4 0-1 0,0-2-4 15,-2-3 5-15,4-2-4 0,-11 0 1 0,23-4-1 0,-8-3 0 16,3 1 0-16,-3-2 1 0,1-3-1 16,-2 0-2-16,0 0 1 0,-4 0 0 0,1-3 3 15,-2 1-1-15,-1-2 3 0,-3 1-5 0,3-1-2 16,-2 1 2-16,-3 2-2 0,1 1 2 0,-3 6 0 16,0-2-2-16,2 1 0 0,-3 6-10 0,0 0 2 15,4-7 0-15,-4 7 0 0,0 0-2 0,0 0 4 0,3 22-3 16,-1-11 4-16,0 3 2 0,2 2-2 0,-2 0 0 15,2 2-24-15,-1-2-30 0,1 0-30 16,2-1-64-16,-1-4-48 0,3 1-185 0,-3-3-411 16,1 1 183-16</inkml:trace>
  <inkml:trace contextRef="#ctx0" brushRef="#br0" timeOffset="3125.35">9843 3833 1795 0,'5'-19'49'15,"-3"3"-8"-15,0 0 8 0,-2 7 18 0,1-4-2 16,-4 5 3-16,2-2-9 0,-2 5-4 0,3 5-8 16,-8-9 3-16,8 9 3 0,-13 2 7 0,1 1 7 15,1 4-2-15,-5 6-6 0,-5 4 8 0,2 1-10 16,1 1-1-16,5-2-6 0,3 0-4 0,-1 6-7 16,4-5-2-16,2 1-1 0,1 0-3 0,5-1-6 15,0 0 2-15,6-1-10 0,0-2-21 0,4-1-23 16,0-2-26-16,6-3-22 0,-1 0-30 0,2-2-34 15,9-1-30-15,-5-4-29 0,-2 0-19 0,7-4-148 16,-4-2-393-16,-3 0 174 0</inkml:trace>
  <inkml:trace contextRef="#ctx0" brushRef="#br0" timeOffset="3345.57">10128 3639 52 0,'4'-19'225'0,"-2"0"10"0,-1 3 1 16,1 0-9-16,-2 4-2 0,-3 4-1 0,3 1-26 15,0 7-10-15,1-11-21 0,-1 11-24 0,0 0-13 16,0 0-6-16,0 0 0 0,-3 25 3 16,0 1 1-16,-4 2-15 0,0 0 1 0,1 4-11 0,-2 2-5 15,3 12-7-15,1-13-13 0,-1 1-5 0,-3 1-3 16,6-3-11-16,-1 1-5 0,2-1-17 0,-1-4-28 16,1-3-36-16,1-6-43 0,1 0-34 0,1 0-34 15,-4-3-45-15,4-6-52 0,-1 1-42 0,-1-1-160 16,0-10-472-16,-5 11 209 0</inkml:trace>
  <inkml:trace contextRef="#ctx0" brushRef="#br0" timeOffset="3693.24">10029 3795 3 0,'0'0'158'0,"20"-6"-15"0,-10 6-5 0,-10 0-3 15,18 4-9-15,-8-2 7 0,-10-2-4 0,15 10-8 16,-6-3-8-16,1-2-11 0,-2 5-10 0,1-1-2 0,-3 1 7 16,4 4-5-16,-1 0-5 0,-3-1-11 0,-1-2-6 15,2-1-4-15,2 5-7 0,-4-6-8 16,6 3-1-16,-5-3-2 0,3-1-6 0,-1-1-1 16,1-2 3-16,3 0 0 0,1-3 2 0,5 0-2 15,0-4-2-15,1-1-1 0,0-2 2 0,-2-1 7 16,-1-3 8-16,0-1 3 0,-2 1 0 0,-4 1 5 0,-1-2 8 15,2-3 0-15,-4 2-9 0,-2-2-4 16,-2-4-5-16,-1-1-9 0,-3-1-7 0,0 1-3 16,-2 2-5-16,-1-1-8 0,-1 5-18 0,1 2-5 15,-2 0-15-15,1 3-25 0,-2 0-27 0,-2 2-23 16,2 5-22-16,7 0-27 0,-22 5-25 0,11 2-23 16,-2 3-37-16,0 4-169 0,-2 6-425 0,2 3 189 15</inkml:trace>
  <inkml:trace contextRef="#ctx0" brushRef="#br0" timeOffset="4031.66">10373 4030 163 0,'6'0'225'0,"-6"0"-8"0,20-2-9 15,-10 1-8-15,0-3-14 0,1 1-6 0,-1-3-15 16,0 1-12-16,1 0-9 0,-1-2-9 0,1 1-11 16,-2-3 0-16,0 2-3 0,-3-2-14 0,0-1-2 15,2-2-16-15,-3 1-9 0,-1 1-8 0,0-6-7 16,-3-3-11-16,-2 2-7 0,2-1-4 0,-3 2-9 15,-1-1 2-15,2 6-3 0,-1 0-7 0,0 1-1 16,0 0-5-16,2 10 3 0,-1-12-9 0,1 12-3 16,0-7-6-16,0 7-7 0,0 0-11 0,1-12-2 15,3 7 3-15,5 2 0 0,2 2 1 0,6-4-2 16,3 5-1-16,-1 1 5 0,1-1 1 0,-1 1-2 16,-1 2-1-16,-4 0 1 0,2 3-2 0,-5 2-1 15,-1-1 5-15,1 5 0 0,-1 2 3 0,-4-4-1 16,1 6 5-16,-2 0 6 0,-3 0 0 15,1 2 3-15,-3-1 1 0,0 0 0 0,-1-6-1 0,-2 5 0 16,-1 0 2-16,2-4-6 0,-4 1-25 0,4 0-33 16,-2-3-36-16,0 2-58 0,2-3-62 0,-2 1-221 15,0-3-467-15,4-7 207 0</inkml:trace>
  <inkml:trace contextRef="#ctx0" brushRef="#br0" timeOffset="4199.18">10956 3782 88 0,'3'-6'261'16,"-3"6"-27"-16,2-8-23 0,-2 8-21 0,0 0-34 15,0 0-28-15,5-9-25 0,-5 9-15 0,0 0-35 16,0 0-56-16,0 0-63 0,8 22-52 16,-7-11-104-16,2 2-239 0,-3-13 107 0</inkml:trace>
  <inkml:trace contextRef="#ctx0" brushRef="#br0" timeOffset="4336.37">11054 4057 129 0,'4'3'300'0,"-4"-3"-22"0,0 0-25 0,5 6-26 16,-5-6-21-16,0 0-24 0,0 0-17 0,10 0-36 16,-10 0-38-16,0 0-46 0,0 0-56 0,21-6-54 15,-11 3-68-15,-2 1-167 0,-8 2-324 0,15-10 144 16</inkml:trace>
  <inkml:trace contextRef="#ctx0" brushRef="#br0" timeOffset="4472.82">11328 3853 45 0,'4'-5'261'0,"-4"5"-20"0,0 0-23 0,5-5-21 16,-5 5-28-16,0 0-18 0,0 0-40 0,0 0-35 15,0 0-32-15,0 0-45 0,0 0-40 0,0 0-67 16,7 12-120-16,-7-12-246 0,0 0 110 0</inkml:trace>
  <inkml:trace contextRef="#ctx0" brushRef="#br0" timeOffset="4697.07">9877 4280 1790 0,'-2'2'6'0,"2"-2"-16"0,0 0-17 15,12 11 6-15,5-6 11 0,9-1-4 0,8-1-4 16,17-2-3-16,7-1-6 0,4-1-19 0,30-5-25 16,-25 4-22-16,26-2-37 0,-31 3-88 0,0-4-237 0,0 0 105 15</inkml:trace>
  <inkml:trace contextRef="#ctx0" brushRef="#br0" timeOffset="7862.89">13130 3495 132 0,'0'0'179'0,"-8"-3"-7"0,8 3-19 0,-9-4-13 0,9 4-2 16,-10-3-6-16,10 3-1 0,-8-3 16 0,8 3-10 15,0 0-14-15,-5-4-12 0,5 4-12 16,0 0-9-16,0 0-10 0,0 0-11 0,0 0-4 0,23-5-4 16,0 0-8-16,10 0-8 0,3 1-8 0,13-6-17 15,-10 6-26-15,14-3-23 0,-14 4-30 0,-1 0-21 16,0-2-29-16,-4 2-22 0,1 2-35 15,-5 1-123-15,-8-2-314 0,1 2 139 0</inkml:trace>
  <inkml:trace contextRef="#ctx0" brushRef="#br0" timeOffset="8095.38">13375 3423 74 0,'-4'11'146'16,"2"-4"-10"-16,0 5-3 0,0 1 3 0,-3 3-7 16,3 0-5-16,0 3-4 0,-6 7-1 0,6 0-11 15,-4-2-5-15,1 2-12 0,3-1-6 0,2 0-8 16,-6-1-7-16,3-4-10 0,3 5-3 0,0-1-3 16,0 1-4-16,0-5-15 0,0-2-28 0,0 2-24 15,0-1-32-15,0 0-49 0,0-1-32 0,0 0-140 16,-2-3-293-16,-1-3 129 0</inkml:trace>
  <inkml:trace contextRef="#ctx0" brushRef="#br0" timeOffset="8573.29">13513 3571 84 0,'2'-7'233'0,"0"0"-27"0,-2 7-26 15,3-5-13-15,-3 5-22 0,0 0-12 16,0 0-17-16,0 0 0 0,8 20-14 0,-8-8-6 16,2 5-8-16,-2 1-4 0,0 1-11 0,0 6-3 15,0 0-6-15,0-4-5 0,-4 4-7 0,4 0-6 0,-2-6-6 16,0 7 0-16,2-10-4 0,-3 0 1 0,1 0-7 16,0-4-2-16,-2-2-2 0,2 0-1 0,2-10-15 15,-3 14-3-15,3-14-8 0,-3 10 1 0,3-10-4 16,0 0 0-16,-4 11-4 0,4-11-2 15,0 0-8-15,0 0-5 0,0 0-3 0,0 0 2 0,20-2 1 16,-20 2 6-16,19-6 1 0,-6 3 1 16,0 2 2-16,1-3-2 0,3 3 1 0,2-3-3 0,1 2 9 15,0-2 3-15,9 3 4 0,-2-3 6 0,5 0-2 16,1-4 4-16,3 3 0 0,-2-3 3 16,-2-1 0-16,2 2 5 0,-3-5-2 0,1-1 4 15,-5 6 0-15,-4-6-3 0,-6 7 3 0,-7-4 18 16,0 3 9-16,-1-1 4 0,-3 0-4 0,-1-2-5 15,-1-1-4-15,-2 2 3 0,-2-2-1 0,-4 0-5 0,2 0-6 16,-3 3 1-16,1-1-3 0,-2 4-2 16,4-2-5-16,-6 3-4 0,8 4-2 0,-11 0-2 15,11 0 0-15,-15 11-3 0,-1-1 2 0,3 10 4 16,-2 1-16-16,3 3-23 0,0-1-34 0,5 3-39 16,3 1-43-16,4-2-40 0,4 1-198 0,3-2-413 15,2 0 183-15</inkml:trace>
  <inkml:trace contextRef="#ctx0" brushRef="#br0" timeOffset="8943">14721 4030 64 0,'7'-15'265'0,"2"1"-8"0,-3-4-18 0,0 3-17 16,0-3-15-16,-4 1-9 0,3-2-12 0,-2-6-14 15,0 6-13-15,-3-1-3 0,1 1-11 0,-2-1-13 16,1-6-14-16,-4 9-20 0,3-1 6 0,1 2-14 15,-4-1-8-15,0 4-9 0,1 2-10 0,1 2-4 16,-2 0-5-16,0 3-6 0,2 0-7 0,2 6-2 16,-10-8-7-16,7 4-14 0,3 4 10 0,-10-4-9 15,10 4 1-15,-9 0-7 0,9 0 3 0,-14 4-10 16,14-4-7-16,-4 5-20 0,4-5 7 16,0 0-4-16,4 12-4 0,-4-12-9 0,14 11 6 15,-3-6 1-15,4-2-2 0,3-1 0 0,1 2 3 0,1-1 3 16,-2-1-2-16,1-1 0 0,-5 1 5 0,-1-1 0 15,-2 1 0-15,-3-1-2 0,3 0 2 0,-2 2 1 16,-2 1-1-16,-1 1 2 0,1 1 3 0,-2 2 3 16,1 3 4-16,-5 2 3 0,4 2 4 0,-2 5-2 15,0-2-2-15,-1 0-4 0,3 1-20 0,-2-1-28 16,-3 0-35-16,2-2-38 0,5 0-61 0,-4 0-49 16,-1-4-136-16,0-1-405 0,1-3 179 0</inkml:trace>
  <inkml:trace contextRef="#ctx0" brushRef="#br0" timeOffset="9706.84">15213 3788 2217 0,'2'-7'83'0,"1"-3"-7"16,-3 10-24-16,1-11-11 0,-1 11-16 0,0 0-15 16,1-10-8-16,-1 10-5 0,0 0 1 0,0 0-1 15,0 0 0-15,0 0 5 0,0 0 1 0,-1 35 3 0,-2-24 2 16,3 7 0-16,-1-7 1 0,1 2 2 0,0 2 0 15,0-3 0-15,0 0 2 0,0-12 0 0,1 18 0 16,1-12-3-16,-2-6 4 0,0 0 13 16,0 16 20-16,0-16 21 0,0 0 16 0,0 11 12 15,0-11-6-15,0 0-5 0,0 0-25 0,0 0 10 16,0 0-10-16,0 0-4 0,0 0-7 0,-16-26-5 16,16 26-5-16,0-19-11 0,-2 3-7 0,8-1-11 15,-2-2 13-15,2 2-12 0,2-2-2 0,5-7-12 16,-3 10-1-16,8-4-6 0,-7 8-1 0,5 0 8 15,-1 4-9-15,-6 3-3 0,6 1 1 0,-2 3 2 16,1 1-3-16,3 4 1 0,-4 2-1 0,-2-1 4 16,3 5-2-16,3 2 4 0,-9-1 0 0,3 1 1 15,-2 5 0-15,-1-3 2 0,-3 0 2 0,1-3 0 16,-2-1-2-16,0 1 3 0,-4-1 4 0,4-2-4 16,-4-8 2-16,2 9 1 0,-2-9 3 0,3 10 2 15,-3-10-1-15,0 0-1 0,2 8 6 0,-2-8-1 16,0 0 6-16,0 0-5 0,0 0 0 0,0 0-1 15,0 0-9-15,0 0 3 0,0 0-6 0,0 0 4 16,8-27-1-16,-4 15-4 0,0 1-4 0,1-6-4 16,1 0 3-16,2 3-5 0,3-1-1 0,-2 2 5 15,-2 4-3-15,4 1-3 0,-3-1 4 0,-2 3-5 16,-1 2-1-16,2 2 3 0,-7 2-3 0,15 1 1 16,-15-1 2-16,15 8 0 0,-4-2 2 0,-2 3 4 15,3 4 0-15,0 1 2 0,-3 1 0 0,2-1 4 16,-1-2 1-16,2 1 1 0,-4-6 1 0,2 1 2 15,-1-3 5-15,0 2 2 0,0-2 0 16,4-1-1-16,-2-4-1 0,3-2 2 0,-1-1-1 0,1-1-1 16,-3-1 1-16,6-2 0 0,-3-3-1 0,-5 2 3 15,0-2-5-15,0 1 1 0,-1-1 1 0,-2-1 0 16,0 0-4-16,-3 0 3 0,1 0-5 0,-3-2 3 16,2 4-2-16,-2 2-3 0,-1 7 5 0,1-11-6 15,0 6-5-15,-1 5-8 0,0 0-10 16,0 0 2-16,0 0-2 0,0 0 7 0,0 0-1 15,0 0 5-15,0 0-1 0,-12 32 3 0,10-20-2 0,-3 4 1 16,8 1 7-16,-7 0-4 0,2 1 7 0,0-2-3 16,2 0 1-16,-2-3 0 0,-1-1 0 0,2-1 2 15,-1 0 1-15,2-11 4 0,-2 18-1 0,-1-7 1 16,1 0 1-16,-1-3-4 0,3-8-17 0,-7 11-16 16,7-11-35-16,-11 12-35 0,5-6-58 15,-2-2-53-15,-3 0-185 0,2-1-432 0,9-3 192 0</inkml:trace>
  <inkml:trace contextRef="#ctx0" brushRef="#br0" timeOffset="10187.89">16351 3702 64 0,'11'-1'191'0,"1"1"-10"0,6 3-19 15,1 3-10-15,2 1-8 0,1 6-7 0,1 2-3 16,-7-1-9-16,3 5 1 0,-5-2 0 0,3 3-9 16,-2 2-9-16,-6-6-14 0,0 0 0 0,0 2-5 15,0-3 1-15,-1 0-8 0,-2-5-6 0,2 0-6 16,-3-1-6-16,-1-2-2 0,-2-1 4 16,1-2 18-16,-3-4 24 0,5 6 20 0,-5-6 20 0,5 1 0 15,-5-1-9-15,0 0-16 0,0 0-14 0,13-24-9 16,-8 8-13-16,-1 5-6 0,1-7-13 0,0 0-6 15,-1-8-11-15,5 0 13 0,-3-1-19 0,1 1-17 16,-1 0 3-16,2 1-2 0,-3 0-18 0,1-2-18 16,-1 8-3-16,-1 1-9 0,1 4-24 0,0 3-32 15,-2 1-31-15,-2 5-48 0,2-1-52 0,-3 6-23 16,0 0-9-16,9-1-21 0,-9 1-9 0,7 12-163 16,-4-1-467-16,2 5 207 0</inkml:trace>
  <inkml:trace contextRef="#ctx0" brushRef="#br0" timeOffset="10563.06">17164 3752 39 0,'0'-7'245'0,"0"7"-17"0,-6-18-20 16,-2 11-14-16,-1 1-13 0,-2-1-5 0,-1 2-5 16,-3 2-9-16,-3 3-9 0,-4 0-1 0,2 6-22 15,-1-1-10-15,-4 6-10 0,-2 3-12 16,4 1-9-16,4 1-6 0,-2 1-13 0,8 0-2 15,2-2-7-15,3 3-1 0,2-3-15 0,2-3-10 0,1 0-8 16,3 0-10-16,3-1-8 0,2-1-8 16,0-1-7-16,2-2 0 0,2-1-3 0,1-3 2 0,4-1-2 15,-1-2 0-15,-1-2-3 0,6-1 1 0,-1-5 0 16,-2 0 3-16,1 0-1 0,-5 0 4 0,3-2 0 16,-2-4 5-16,2-1-6 0,-7 1 8 15,1 0 6-15,1-2 9 0,-4 6-2 0,0-1 1 0,-1-1 9 16,-1 3-1-16,1 3 0 0,-3 1-7 0,-1 5-2 15,6-8-4-15,-6 8-6 0,0 0 0 0,0 0-3 16,0 0 3-16,8 15-2 0,-7-5 7 16,0 7-8-16,1-1 5 0,0 0-9 0,-1 4 10 15,1-1-6-15,-1 0-4 0,2-1-28 0,-1 2-23 16,1-3-33-16,-1 1-44 0,5-1-51 0,-4-5-48 0,4 4-160 16,-2-6-420-16,0-3 186 0</inkml:trace>
  <inkml:trace contextRef="#ctx0" brushRef="#br0" timeOffset="10787.73">17420 3598 30 0,'-2'-13'307'0,"1"2"-11"0,1 4-20 16,-2 0-28-16,2 7-29 0,-2-10-26 15,2 10-22-15,0 0-19 0,0 0-12 0,0 0 1 16,-1 27 3-16,0-3-12 0,2 3-8 0,-3 0-12 15,3 3-12-15,3 0-5 0,-4 2-11 0,2-3-5 16,1 1-7-16,-1 1-23 0,1-3-30 0,-1-1-35 0,2 1-32 16,0-2-34-16,-1-6-26 0,-2-1-70 0,2-2-49 15,-2-5-194-15,-2 1-456 0,1-5 202 16</inkml:trace>
  <inkml:trace contextRef="#ctx0" brushRef="#br0" timeOffset="11296.94">17615 3798 5 0,'3'-9'287'0,"1"2"-19"16,-2 3-29-16,-2 4-27 0,5-7-24 0,-5 7-20 15,0 0-12-15,0 0-8 0,0 0 0 0,-1 27-5 16,1-14-8-16,1 5-7 0,-2-2-9 0,1-4-11 16,1 3-13-16,-1 2-4 0,0-3-15 15,0-2-7-15,4 0-1 0,2-2-9 0,-2 0-4 0,1 2-7 16,-1-5-3-16,3 0-1 0,-1-2-1 0,-1-1-1 15,2-1-5-15,0-3-6 0,6 2-2 0,-5-4-4 16,-8 2 7-16,16-3-10 0,-6-2 2 0,1-2-4 16,-5 0 1-16,4 0-3 0,-1-3-5 0,0 1-1 15,3-4 0-15,-3-1-1 0,0 2-3 0,-3 2-2 16,3 1 0-16,-3 0-2 0,-2 4-6 0,1 0 1 16,-5 5 0-16,6-5-7 0,-6 5-4 0,8-2 2 15,-8 2 0-15,8 7 2 0,-3-1 0 0,-1-1 2 16,2 2 0-16,2 3 3 0,-2-2 3 0,2 1-2 15,0-4 5-15,2 4 1 0,0-3 1 0,8 1 1 16,-1-2 0-16,1-4 4 0,3 0-12 0,6-3 8 16,-5-1-2-16,9-4 1 0,-5 0 1 0,-6-2 0 15,-1 1-2-15,0-2 5 0,-4 1-4 0,-2-2 0 16,0 0 0-16,-5 2-1 0,2-6 3 0,-4 5 3 16,-1-6-4-16,-1 4 9 0,-1 1 2 0,-1 0 2 15,-2 2-15-15,2 2 18 0,-2 7-7 0,-2-12-1 16,2 12-5-16,-5-8-2 0,5 8-6 0,-17 3 6 15,3 2-5-15,-2 5 2 0,-9 8-3 0,2 0 7 16,3 3-9-16,3-4 1 0,6 1 0 0,3-3-6 16,2 1-15-16,3-1-25 0,3 1-26 0,5-3-42 15,7 1-46-15,5-2-45 0,12 3-40 0,7-1-227 16,16-1-511-16,-2-6 226 0</inkml:trace>
  <inkml:trace contextRef="#ctx0" brushRef="#br0" timeOffset="11881.65">18935 3850 2656 0,'6'-12'170'0,"-6"3"-69"0,1-3-16 0,-1 6-2 15,2 0 1-15,-2 6-28 0,2-10 2 0,-2 10-16 16,0 0-1-16,0 0 2 0,0 0 9 16,-15 16 5-16,8-8-3 0,1 2-6 0,0 1-4 15,4-1-5-15,-1 2-15 0,2-1-6 0,1 1 16 0,3-1 1 16,0 1 1-16,4-1-1 0,2-2 0 0,2 2-6 15,2-3-1-15,0-2-8 0,-2 1-3 0,3-4-7 16,-2 0 0-16,-2-3-5 0,-1-1 0 16,-9 1 4-16,17-5-8 0,-11 1-16 0,0-1 20 15,1-3-8-15,-3 1-5 0,-3-2-2 0,1-4-5 16,-2-3 2-16,-2 1 9 0,-2-1-9 0,-1 2 2 16,-3-2 1-16,3 2-1 0,0 2-3 0,0 2 13 0,1 4-4 15,1 0 0-15,1 0 3 0,2 6-6 0,-6-7-7 16,6 7 7-16,-3-7-2 0,3 7-2 15,0 0 2-15,0 0 1 0,0 0 1 0,0 0 1 16,0 0 5-16,0 0-3 0,0 0 2 0,27 10-3 16,-7-10-5-16,-2 2-2 0,5-2-6 0,5-3 1 15,0-2-7-15,-6 1 3 0,5-3-1 0,-8 1-1 0,2 0 2 16,-3-5 6-16,-1 2 3 0,-1-4 1 16,-5 2 10-16,-2-2 0 0,3 0 0 0,-5-4 3 0,1 0 2 15,-1 1-1-15,-2-3-7 0,0 1 11 16,-2 0 0-16,1 2 16 0,0 5 8 0,-1 0 7 15,-2 2 0-15,2 2-6 0,-3 7-2 0,1-9-6 16,-1 9-9-16,0 0 0 0,0 0-5 0,0 0 7 16,0 0-2-16,-13 38 8 0,5-11-4 0,0 3 7 15,0 0-2-15,1 5 8 0,-2 11 7 0,2 0 2 16,3-12-1-16,1 2-4 0,0 9 6 0,0-11-2 16,-2 2 0-16,2-3-8 0,2 2 0 0,0-3 1 15,2-2-7-15,0 0 1 0,-1-5-8 0,2-6-4 16,-2 1-15-16,0-1-26 0,-2-1-25 0,1-1-35 15,0 0-42-15,-3-1-31 0,3-5-22 0,-1 0-64 16,1-2-40-16,1-9-262 0,-6 13-594 0,3-8 262 16</inkml:trace>
  <inkml:trace contextRef="#ctx0" brushRef="#br0" timeOffset="12052.34">19310 3988 252 0,'0'0'274'0,"2"-9"-18"0,1 4-27 16,-3 5-18-16,0 0-23 0,5-9-18 0,-5 9-20 16,10-6-12-16,1 2-26 0,8-1-20 0,1-2-28 15,11 2-41-15,3-1-43 0,3 1-57 0,-1-2-65 16,0 2-178-16,-3 1-347 0,-3-1 153 0</inkml:trace>
  <inkml:trace contextRef="#ctx0" brushRef="#br0" timeOffset="13176.07">20161 3642 19 0,'0'0'155'0,"4"-5"1"0,-4 5-6 0,0 0-5 16,0 0-7-16,0 0 2 0,0 0-16 0,0 0 0 15,0 0-11-15,5-4-11 0,-5 4-6 0,0 0-9 0,0 0-4 16,0 0-9-16,0 0-10 0,0 0-2 16,0 0-10-16,0 0-2 0,0 0-8 0,0 0-2 0,0 0-4 15,0 0-9-15,0 0 3 0,0 0-7 16,0 0-1-16,0 0-2 0,0 0-5 0,0 0-3 16,0 0 1-16,0 0 0 0,0 0 1 0,0 0-6 15,0 0 2-15,0 0-1 0,0 0-5 0,0 0 2 0,0 0-1 16,0 0-7-16,0 0 1 0,0 0 1 15,0 0 6-15,0 0-7 0,0 0 2 0,0 0-1 16,0 0 0-16,0 0 0 0,0 0-3 0,0 0-2 16,0 0 1-16,-1 18 3 0,1-18 0 0,0 0 0 15,0 0 0-15,0 0 5 0,0 0 0 0,0 0 1 16,0 0-3-16,0 0-3 0,0 0 3 0,0 0-1 0,0 0 3 16,0 0 0-16,0 0 1 0,0 0 1 15,0 0 6-15,0 0 9 0,0 0 4 0,0 0-2 16,0 0 1-16,0 0 0 0,0 0-1 0,0 0-4 15,0 0 1-15,0 0 3 0,0 0 6 0,0 0-1 16,-6-23 4-16,6 23-1 0,-3-8-1 0,3 8 4 16,0 0-6-16,-2-10-1 0,2 10 7 0,-3-5 0 15,3 5 0-15,0 0-6 0,-4-7 0 0,4 7-9 16,0 0-2-16,0 0-4 0,0 0-3 0,0 0-5 16,0 0 4-16,0 0-8 0,0 0 2 0,5 25-3 15,-6-7 2-15,2 7 0 0,-2 6 1 0,-2 0 12 16,2 0-8-16,0 1 0 0,1 1 4 0,0-2-6 0,0-1 1 15,-2 2 5-15,1-3-4 0,2-3 3 16,-1 0-2-16,3 1-1 0,-2-9-3 0,0 3 4 16,1-3 0-16,-1-2-10 0,1 3-27 0,-2-7-34 15,0 1-22-15,0-2-36 0,2 1-46 0,-4-3-50 16,-1 0-189-16,3-9-438 0,-9 10 194 0</inkml:trace>
  <inkml:trace contextRef="#ctx0" brushRef="#br0" timeOffset="13715.58">20115 3875 98 0,'8'-13'154'0,"4"-2"-7"0,0 2-14 16,2-1-12-16,-1 1 4 0,2 1-12 0,-1 2 0 16,3-2 2-16,-7 3-7 0,3 0-3 0,-2 0-2 15,-2 1-4-15,0 0 2 0,1-1-10 0,-1 3-5 16,-2 1-6-16,-1-1 0 0,4-1-4 0,-6 2-5 15,-4 5 0-15,7-7-9 0,-7 7-7 0,6-3-7 16,-6 3-6-16,4-5-8 0,-4 5-6 0,0 0-4 16,0 0-6-16,0 0-2 0,5 15 1 0,-4-3-3 15,3 2 2-15,-3 3-5 0,2 3-2 0,-2 4 1 16,-2 3 3-16,5-3 1 0,-2-4-4 0,-2 0-2 16,2-1 0-16,-1 1-3 0,-1-2-7 0,1-1-18 15,-1 0-5-15,1-1-6 0,-3-5-6 0,3 2-2 16,-2-1-7-16,1-4-9 0,0-8-3 15,0 14-1-15,0-14 4 0,0 0 6 0,1 12 4 0,-1-12 7 16,1 6 6-16,-1-6 0 0,0 0 5 0,0 0-7 16,0 0 10-16,0 0 11 0,8 10-10 0,-8-10 5 15,8-1 0-15,-8 1 7 0,10 0-6 0,-10 0 6 16,13 0 5-16,-4 0 5 0,1 0 2 0,3 1 10 16,1-1-3-16,-1-1-7 0,4-2 13 0,1 0 1 15,1 0 4-15,1 0 1 0,-1-4 4 0,-1 3 2 16,-2-3 8-16,3 0-5 0,-3-1 2 0,-2-2 6 15,-4 2-3-15,0 0 5 0,-1-1 2 0,-2-1 7 16,-2 1 3-16,-1-1-5 0,1 0-5 0,-3 0-5 16,-3 1-2-16,0-1-5 0,1 10-3 0,-5-12-2 15,2 6-1-15,3 6-5 0,-9-7-2 16,3 6-3-16,6 1-1 0,-18 7-4 0,6 0 2 0,-4 1-4 16,3 6-25-16,-2 0-17 0,2 1-33 0,0 0-39 15,2-1-39-15,2 3-48 0,2 0-152 0,3 0-375 16,4-5 167-16</inkml:trace>
  <inkml:trace contextRef="#ctx0" brushRef="#br0" timeOffset="14283.55">21214 4081 172 0,'6'-11'250'0,"2"-6"-22"15,1 2-14-15,-3 0-12 0,1-1-12 0,-1 2-8 16,-2-2-13-16,-1 5-17 0,2-5-8 15,-3-1-11-15,2 3-10 0,0-2-13 0,-1 1-11 16,-2-2-7-16,0-1-2 0,0-1-11 0,-1 2-6 0,0 0-20 16,-1 2-7-16,0-2-1 0,-2 4-8 0,-1 3-1 15,2 0-6-15,-1 0-3 0,-1 5-4 0,-1 0 0 16,0-1-5-16,5 6-5 0,-7-7-6 0,1 6 2 16,6 1-4-16,0 0 1 0,0 0-3 15,-15 4-3-15,15-4 3 0,-4 8-4 0,4-8-1 16,2 8-1-16,-2-8 1 0,11 13-1 0,-5-8-1 0,5 1-7 15,4 0 3-15,2 0-12 0,0 1 4 16,2-3 0-16,-2-1-1 0,1-1 0 0,0 0 4 16,-3 1 0-16,-2 0 0 0,-1-1-2 0,-2 4 0 15,-1-2 2-15,-1-2 1 0,-1 4 2 0,0 0 0 16,-1 2 0-16,-1 4 2 0,-2-2 0 0,-1 3 0 0,0 2 4 16,-2-1-2-16,2 2 5 0,1-5 0 0,0 0-1 15,-1 0 0-15,1-1-3 0,1 2 5 16,0-3 1-16,1 0 4 0,3-3-3 0,1 0 1 15,0-3 6-15,0-1-1 0,4 1 1 0,-2-4 3 16,7-1-1-16,-1-3 1 0,-1-1-1 0,0 0 2 16,-5-1 2-16,3-3 5 0,0 0 0 0,0-1-7 0,-2 0 2 15,2-2 0-15,-5-1 1 0,2-1 0 0,-1-3-2 16,-1 2-1-16,-1 2 2 0,0-1 1 16,-3 3-2-16,-3 2 5 0,1 3 0 0,-2 0 0 15,2 0-5-15,-3 7-3 0,1-8-7 0,-1 8 5 16,0 0-12-16,0 0 1 0,0 0 2 0,0 0 2 15,0 0-1-15,-8 35 1 0,7-23 0 0,0 5-4 0,-3 1-4 16,0-3-19-16,7 4-23 0,-3-2-34 0,1-2-30 16,0 2-27-16,4-2-44 0,-1-5-41 15,-1 3-172-15,2-5-428 0,-1 0 190 0</inkml:trace>
  <inkml:trace contextRef="#ctx0" brushRef="#br0" timeOffset="14449.1">21700 3584 131 0,'-9'-9'200'0,"1"3"-18"0,4 2-36 16,0-1-49-16,4 5-39 0,-5-5-21 0,5 5-26 16,0 0-39-16,0 0-27 0,0 0-76 0,14 20-139 15,-5-12 61-15</inkml:trace>
  <inkml:trace contextRef="#ctx0" brushRef="#br0" timeOffset="14680.02">21973 3619 57 0,'0'0'255'0,"0"-11"-2"0,4 5-15 0,-4 6-14 16,1-11-12-16,1 5-8 0,-2 6-12 0,0 0-22 16,0-10-18-16,0 10-20 0,0 0-21 0,0 0-9 15,0 0-8-15,9 18-9 0,-8 6-2 0,4 3-5 16,0 7-3-16,-4 11-1 0,1-11-7 0,-1 11 3 15,-4-11-16-15,2 1-1 0,-1 0-7 0,-1-2-8 16,-1 0 1-16,2 0-6 0,-1 0 4 0,-1-2-8 16,3-2 1-16,0-3-26 0,-2 2-27 0,-1-2-30 15,4-8-32-15,0 1-29 0,-2-2-48 0,4-3-42 16,-2-3-22-16,-1 0-178 0,-2 0-438 0,3-11 193 16</inkml:trace>
  <inkml:trace contextRef="#ctx0" brushRef="#br0" timeOffset="14911.27">22072 3798 131 0,'14'-10'144'0,"-4"1"-3"0,3 6-17 16,0 1-11-16,2 3-3 0,-4 2-14 0,6 4 7 15,-3 3-2-15,1-1-4 0,-3 4 7 0,-2 4-12 16,-1-1-4-16,-3 1-8 0,-2 1-2 15,-4 0-13-15,-1-1-3 0,-4 0-1 0,0-1-12 0,-5 0-6 16,-1-2-19-16,-2-1-13 0,2-4-9 0,-2 0-32 16,-3 1-25-16,5-4-23 0,1-2-32 0,-3 0-25 15,3-2-118-15,10-2-272 0,-16-2 121 0</inkml:trace>
  <inkml:trace contextRef="#ctx0" brushRef="#br0" timeOffset="15131.74">22357 3675 145 0,'2'-5'268'16,"-1"1"-25"-16,-1 4-27 0,6-7-30 0,-6 7-20 15,0 0-19-15,0 0-6 0,0 0 10 16,7 18 3-16,-4-6-5 0,-3 6-10 0,-3 2-11 16,2 5-5-16,0 2-17 0,-1 0-8 0,1 1-9 0,-1-2-9 15,0 2-8-15,-2-5-8 0,3 3-1 0,2 0-9 16,-1-7-21-16,0 1-28 0,-1-2-28 15,0-1-35-15,0-1-42 0,-1 0-48 0,2-4-52 0,0 0-38 16,-2-1-138-16,-2-1-407 0,4-10 180 16</inkml:trace>
  <inkml:trace contextRef="#ctx0" brushRef="#br0" timeOffset="15336.97">22423 3787 202 0,'8'-6'227'0,"1"1"-23"0,-4 0-18 16,1 4-16-16,-6 1-6 0,14 1-4 0,-4 4-13 16,-2 1-10-16,0 0-3 0,-1 2-7 0,-2 1-17 0,-1 0-8 15,-1 2-11-15,1 4-11 0,-3-2-4 16,-2 4-4-16,-3 0-9 0,-1-2-15 0,-4 0-31 16,1-2-30-16,-2 1-40 0,-3-2-50 0,6-2-40 15,-2-2-51-15,-2 0-142 0,-1-3-363 0,3-1 162 16</inkml:trace>
  <inkml:trace contextRef="#ctx0" brushRef="#br0" timeOffset="15544.19">22662 3608 210 0,'3'-10'307'0,"0"0"-21"0,0 3-28 0,-2 0-30 15,-1 7-28-15,3-5-26 0,-3 5-13 0,0 0-23 16,0 0 3-16,2 19-10 0,1 6-7 0,2-1-16 15,-6 4-7-15,1 2-7 0,-3 2-8 0,2 1-11 16,1 0-3-16,-1-5-25 0,1 4-28 0,0-6-40 16,1 3-32-16,-1-5-38 0,1 1-33 0,2-8-37 15,-1 0-31-15,0-6-23 0,-1 0-136 0,-1-3-379 16,0-8 167-16</inkml:trace>
  <inkml:trace contextRef="#ctx0" brushRef="#br0" timeOffset="15765.74">22757 4034 12 0,'11'-6'142'0,"2"1"16"0,-4-3 6 16,1-1 10-16,3-2 9 0,-3 1-5 0,8-1-12 15,-7 0 0-15,1-2-12 0,2 1-8 0,-2 1-10 16,-1-5-9-16,1 3-4 0,-1-1-8 0,0 0-6 16,-2-1-10-16,2 1-5 0,-1-2-9 0,-4 2 8 15,-1 1 5-15,1 3-10 0,-3 0 2 0,-3 2 2 16,3 0-1-16,-3 8-5 0,0-13-9 0,0 13-4 16,-6-9-11-16,6 9-10 0,-11-2-5 0,11 2-7 15,-29 8-2-15,9 2-1 0,-2 5-6 0,0 2-5 16,2 0 0-16,7-3-11 0,1 1 5 0,6 1-4 15,1 0-7-15,2 1-19 0,5-5-24 16,1 3-37-16,4 0-44 0,5-1-60 0,14 0-72 0,0-2-268 16,3-4-557-16,8-6 246 0</inkml:trace>
  <inkml:trace contextRef="#ctx0" brushRef="#br0" timeOffset="16923.88">24047 3630 160 0,'-7'-2'239'0,"7"2"-15"16,-19 0-21-16,7 4-9 0,-5 3-19 15,3 3-3-15,-1 2-16 0,-2 7-10 0,1 0-11 0,-1 2-11 16,6 1-12-16,4-5-9 0,0 2-11 16,3 1-7-16,1-1-10 0,3 5-4 0,3-5-8 0,1-1-2 15,3 2-8-15,2-5-13 0,4-1-23 0,0-3-20 16,5 0-16-16,-3-1-14 0,4-3-19 16,0 1-19-16,2-3-20 0,-1-2 2 0,0-3 5 15,0 0 2-15,3-2 6 0,-4-3 7 0,2-1 6 16,-4-2 12-16,-1-2 20 0,0 0 15 0,-4-1 19 15,-1-2 10-15,1-2 9 0,-2-2 13 0,-2 1 10 16,1-1 9-16,-4 1 12 0,1-1-6 0,1 0-1 16,-3 3 10-16,-3 4 1 0,1 1 4 0,2 3-6 15,-4 6 0-15,1-11-15 0,-1 11-9 0,2-6-6 16,-2 6-4-16,0 0-3 0,0 0-3 0,0 0-2 16,-9 36 1-16,5-20-1 0,0 0-1 0,-1 4-3 0,5-1 1 15,-3 1-3-15,3 5-5 0,0-6 2 16,3 0 0-16,0-2-1 0,2-2-2 0,0-1 1 15,1-3 7-15,-2-2-8 0,2 2-2 0,1-4 0 16,-2-3-11-16,0 2-4 0,4-3 1 0,-4-1-4 16,3 0 3-16,-8-2-3 0,16-5 0 0,-8 1-4 15,-3-1-6-15,2-2-3 0,1-2 0 0,-3 0-1 0,1-1-2 16,-1 0 2-16,-3-3 2 0,4-3-1 0,-5-3 3 16,1 4 7-16,1-2-8 0,-1 0-2 15,0-2 4-15,1 2 0 0,-3 1 6 0,3 4-3 16,0 1 0-16,-3 0-2 0,2 1-2 0,-1 6-1 15,-1 4-6-15,4-8 0 0,-4 8 3 0,0 0-2 16,0 0 2-16,0 0 0 0,30 15 7 0,-21-5-3 16,2 3 4-16,2 3 8 0,-3-2 5 0,0 2 2 15,-1 0 2-15,3 0 3 0,-5-3 3 0,2 0 0 16,-3-1 1-16,0-3 0 0,1 1-4 0,-3-3-1 16,2 0 0-16,-5-2 4 0,1-1 9 0,-2-4 14 15,0 0 11-15,0 0 9 0,7 11 5 0,-7-11-4 16,0 0 2-16,0 0-8 0,0 0-11 0,0 0-3 15,0 0-2-15,0 0-5 0,-7-33-7 0,7 33-13 0,3-24-6 16,2 7 1-16,2 0-2 0,1 1-10 16,4 0 0-16,2 1-3 0,-3 0 2 0,6 2 0 15,-3 4 1-15,3-1-1 0,-3 0-1 0,-3 6-2 16,3 2-2-16,-5 1 1 0,5 4 3 0,-5 1-4 16,0 2 5-16,0 1-2 0,0 6 3 0,-1 1 1 0,-1-5-2 15,0 3 3-15,-3-2 3 0,1 1 0 16,0-1 0-16,-1 2-1 0,0-3 4 0,-2-4 0 15,1 2 1-15,-1-2 0 0,1 1 2 0,-3-6 1 16,2 7 6-16,-2-7 1 0,3 6-1 0,-3-6 4 16,0 0-2-16,0 0 2 0,0 0-4 0,0 0-1 15,0 0 4-15,0 0-4 0,10-20-5 0,-5 11 1 16,3-1-5-16,2-3 3 0,5 0-6 0,-1-3 5 16,1 6-2-16,1 0-9 0,1-3 4 0,0 2-1 15,-6 4 3-15,3 1-2 0,-3 2-1 0,2 0-4 16,1 4 2-16,-1 1-3 0,-5 3 4 0,2 1-1 15,-1 1 0-15,-3 1 2 0,2 1 1 0,-4 2 2 16,0 1 4-16,-1 1-8 0,-1 3 6 0,0-3 2 16,-2 1-2-16,0 0-15 0,0-1-27 0,0 1-37 15,0 1-45-15,-2-3-47 0,0 0-43 0,0 0-174 16,-2-3-422-16,4-8 187 0</inkml:trace>
  <inkml:trace contextRef="#ctx0" brushRef="#br0" timeOffset="17175.93">25268 3633 95 0,'0'-18'265'0,"3"-1"-3"0,-1 4-6 0,-1 3-8 16,0 2-20-16,1 4-25 0,-1 0-22 0,-1 6-25 16,1-9-20-16,-1 9-12 0,0 0-9 0,0 0-1 15,0 40-5-15,-1-11-1 0,-2 5-7 0,1 2-3 16,2 11-7-16,-2-12-2 0,-1 12-8 0,0-12-13 15,0 1-3-15,0-3-8 0,1 1-2 0,2 0-4 16,-2-1-6-16,2-2-5 0,0 0-4 0,-2-3-16 16,4-9-23-16,0 7-30 0,0-7-38 0,-2-1-41 15,0-6-45-15,1 0-33 0,1-2-38 0,-1 0-41 16,-1-10-137-16,-4 14-439 0,4-14 193 0</inkml:trace>
  <inkml:trace contextRef="#ctx0" brushRef="#br0" timeOffset="17386.78">25288 3798 42 0,'11'-11'177'0,"-1"2"-5"0,1 2-16 0,-2 2-11 16,3 5-15-16,-1 0-4 0,-11 0-3 0,26 3-8 16,-15 4-2-16,3 4-5 0,-5-3-14 0,5 3-7 15,-11 4-4-15,2 1-6 0,-4-3-7 0,1 2-8 16,-6 1 0-16,-3-1-8 0,-3-2-4 15,2 1-18-15,1-5-18 0,-3 2-20 0,-3-3-26 16,0 4-34-16,3-7-42 0,2 1-37 0,-3-2-145 0,-1-2-313 16,12-2 139-16</inkml:trace>
  <inkml:trace contextRef="#ctx0" brushRef="#br0" timeOffset="18097.04">25508 3773 172 0,'0'0'256'0,"3"-7"-21"0,-3 7-27 16,0 0-24-16,0 0-18 0,0 0-18 0,0 0-11 16,0 0-13-16,0 0-4 0,2 27-9 0,-2-18-3 0,0 3-12 15,0 1-7-15,0-2-13 0,7 6-3 16,-5-3 0-16,1-2-13 0,1-1-7 0,1 0-3 16,3-3-7-16,-1 4-4 0,2-5-5 0,-5-1-5 15,5 0-6-15,-4-2-5 0,2-3-5 0,-1 1 2 0,-6-2-4 16,11-2-7-16,-11 2-1 0,14-4 1 0,-9-1-4 15,0 1-1-15,-2-2-6 0,-3 6-4 16,5-14-3-16,-3 5 3 0,-2-1-1 0,0 10-1 16,0-23-2-16,-2 11-2 0,2 2 0 0,0-3-5 15,2 3 2-15,-2-2 3 0,0 1-1 0,0 2 2 16,0-1-4-16,0 10 8 0,2-14 1 0,-2 7-1 0,0 7-2 16,0-11 1-16,0 11 2 0,8-7 0 0,-2 6 0 15,-6 1 3-15,13 1-1 0,-13-1-5 16,15 9 9-16,-5-4-3 0,-3 4 3 0,2 0 6 15,2 5 5-15,-2 1 2 0,1-2 0 0,-3-2 3 16,1 3-2-16,-3-4 3 0,1 1 1 0,1-3-3 16,-5 0 1-16,1-2-4 0,-1-2 1 0,-2-4 4 15,4 10 0-15,-4-10 6 0,4 5 6 0,-4-5 3 16,3 6 2-16,-3-6 3 0,0 0-1 0,0 0-1 16,0 0-7-16,0 0 2 0,0 0-5 0,0 0 2 15,0 0-7-15,2-24-1 0,0 18 1 0,1-2-3 16,1-2-6-16,3-5 2 0,2 1 3 0,3 2-7 15,-3-1-1-15,1 3 0 0,2 4-6 0,3-4-3 0,-6 4 4 16,3 1-5-16,1 1 2 0,-4 4-3 16,5 1 2-16,-6 3 1 0,3 3 4 0,5 4 1 15,-7-2 10-15,1 4-3 0,-1 1 3 0,1 0 4 16,0-1 7-16,1 1 1 0,-4-5 1 0,3 1-3 16,-2-1 2-16,-1 0-2 0,3-2 4 0,-2 0 3 15,-2-3 4-15,5-2 3 0,-4 1 0 0,0-3 1 16,4 0-6-16,-11 0 0 0,19-6-2 0,-9 1 3 15,-3 0 2-15,0-1-5 0,-7 6-2 0,11-15 0 16,-7 6-3-16,-1 0-1 0,1 0-2 0,-4 9-4 16,0-20 3-16,4 8-1 0,-6 2-7 0,2 10 0 15,-2-17-1-15,2 17 2 0,-2-14-9 0,2 14 6 16,-5-8-6-16,5 8 0 0,0 0-2 0,0 0-4 16,-18 4-6-16,18-4-28 0,-13 9-25 0,5 3-26 15,0-5-37-15,2 6-42 0,3-2-53 0,1-2-49 16,-2 5-166-16,4-4-471 0,0-10 208 0</inkml:trace>
  <inkml:trace contextRef="#ctx0" brushRef="#br0" timeOffset="18334.06">26344 3881 157 0,'0'0'271'0,"-5"-16"-12"0,5 16-13 0,-4-17-8 15,4 9-10-15,-2-4-17 0,2-1-5 0,0 13-21 16,4-24-15-16,-1 9-17 0,3 3-12 15,2 1-16-15,0 1-14 0,3 2-14 0,-1 3-4 0,-2-2-14 16,3 2-11-16,-1 4-8 0,1 1-6 0,-2 1-5 16,2 2-10-16,-2 3-3 0,0 1-6 0,-3 1-4 15,6 7 3-15,-3-1-6 0,-5-2 0 0,1 0-5 16,0 4 3-16,-3-4-4 0,0-1-22 0,0 1-30 16,-1-1-41-16,-1 3-33 0,2-4-55 0,-2-10-62 15,2 12-249-15,0-4-514 0,-2-8 227 16</inkml:trace>
  <inkml:trace contextRef="#ctx0" brushRef="#br0" timeOffset="18571.5">26781 3489 251 0,'0'-11'348'0,"0"2"-10"0,0-1-39 0,0 10-5 0,0-10-42 16,0 10-29-16,0-7-24 0,0 7-19 0,0 0-13 15,0 0-9-15,2 31-15 0,-4-12-5 16,4 6-9-16,0 3 1 0,-2 2-13 0,2-2-11 16,-2-1-10-16,4 0-6 0,-4-2-16 0,0 0-2 15,0-4-7-15,3 4-4 0,-1-7-10 0,-2-1-37 16,2-1-40-16,-2-5-42 0,2 2-51 0,-2-3-48 16,0-10-56-16,0 15-60 0,0-4-236 0,0-11-561 0,-9 9 249 15</inkml:trace>
  <inkml:trace contextRef="#ctx0" brushRef="#br0" timeOffset="18717.41">26630 3720 2246 0,'4'-7'21'0,"0"0"-4"0,1 3-15 16,-1-5-2-16,6 3 3 0,-1 1-6 0,1 0 3 16,9-2 0-16,1 3 0 0,9-3-21 0,-9 3-17 15,10-2-38-15,-10 3-49 0,11-2-41 0,-11 2-144 0,1-1-337 16,6 0 149-16</inkml:trace>
  <inkml:trace contextRef="#ctx0" brushRef="#br0" timeOffset="39469.39">11684 4778 200 0,'0'0'194'0,"-13"0"-21"0,13 0-13 16,-16 6-17-16,7 1-11 0,-4 3-5 0,3 4-11 16,0 2-11-16,1 0-5 0,2 1-5 0,-1 7-8 15,0-1-6-15,5-3 1 0,3-1-11 0,1-3-3 16,1 1-6-16,2-1-6 0,1-4 0 0,5 1 1 16,-4-3-6-16,2 1-4 0,6-1 2 0,-4-4-2 0,10 0-5 15,-9-3 13-15,7-1-15 0,2-4-8 0,1-1-4 16,-2-3-2-16,1-2-1 0,-4-2-3 15,0-2-1-15,-2-1-1 0,-1-1-1 0,0-2-3 0,-2-6-2 16,-5 3-8-16,-3 0 0 0,0-5-4 16,-3 3-4-16,-3-3 4 0,0 4-3 0,-3 1 3 0,-3-5-2 15,-1 7-2-15,-1 3 4 0,-1-1 0 0,3 7-1 16,2 0 1-16,-2 1-5 0,-3 1 1 0,4 4 1 16,-1 1-2-16,9 1 1 0,-18 5-3 0,10 0 2 15,-1 0-3-15,1 2 0 0,3 1 4 0,2 0-4 16,3 2-2-16,-1-1-8 0,4 0-2 0,3 0 1 15,-2-1 0-15,7-1 6 0,2-1 2 0,9-3-1 16,-2-2 2-16,9-1 0 0,2-4 3 0,-2-2-1 16,1-2 1-16,1-3-2 0,-4-3 5 15,0 0 0-15,-2 0 0 0,0-2 1 0,-8-1 0 0,4-2-1 16,-10 2 2-16,3-5 0 0,-3-1 2 0,-5 8 4 16,-1-2-2-16,0-2 5 0,-3 3 6 0,0 0 3 15,-2 4 16-15,0 4-18 0,0-1 9 0,0 9-9 16,1-12 0-16,-1 12-12 0,0 0-3 0,0 0 0 15,0 0-1-15,0 0-1 0,-5 54 5 0,0-6 10 16,-4 4 2-16,1 3-1 0,1 5 1 0,0-1 1 16,-1-3-1-16,2 1 1 0,-1-3 0 0,3-2 3 15,2-6 0-15,2-10-1 0,0-1-2 0,3 1-6 16,-4 11-3-16,3-12 4 0,1-5-3 16,-3 2-20-16,2-3-23 0,-2-3-22 0,0 0-18 0,0-7-33 15,0 0-22-15,-3-6-47 0,0-2-17 0,0-1-171 16,1-3-393-16,-4-2 174 0</inkml:trace>
  <inkml:trace contextRef="#ctx0" brushRef="#br0" timeOffset="39625.44">11830 5079 43 0,'3'-7'179'0,"5"4"-27"0,4-2-20 0,5-2-21 16,11 1-22-16,5 3-18 0,0 1-30 15,5-1-9-15,16 0-40 0,3 1-27 0,1 0-31 16,1 0-58-16,-1-1-134 0,3-1 59 0</inkml:trace>
  <inkml:trace contextRef="#ctx0" brushRef="#br0" timeOffset="39997.15">13299 4878 74 0,'5'-9'187'16,"-3"3"-11"-16,0-1-5 0,-2 7-5 0,-6-14 6 0,-1 8-2 15,-3 1-12-15,-2 2-6 0,0 2-13 0,-8 4-4 16,0 3-2-16,-6 8-4 0,-5 2-8 0,3 7-9 16,-3 1-11-16,3 2-10 0,1-1-9 0,0 0-6 15,5 0-8-15,6-1-4 0,4 1-7 16,6-6-5-16,0-2-7 0,6-2-8 0,4-2-3 0,0 2-16 16,1-6-11-16,4 0-3 0,2-1-8 0,0-3-10 15,3-1-5-15,-3-3-4 0,9-1-2 0,-4-3 1 16,4-2-1-16,-5-2 4 0,1-3-1 0,-7 1 4 15,5-3 0-15,-3-1 1 0,-2-4 2 16,3 1 5-16,-4-1 0 0,-1-2 0 0,-3 0-2 0,1 2 3 16,0-2 1-16,-3-1 5 0,-2 2-1 0,2 2 14 15,-2 6 6-15,0 0 2 0,0 4-3 0,0 6-4 16,2-7-2-16,-2 7-3 0,0 0 9 16,0 0-10-16,-4 31 12 0,-3-13-6 0,4 6 1 15,-3 1 0-15,4 0 0 0,0 0-2 0,4-4-2 0,0 3 0 16,4-5-12-16,2 0-19 0,-4 1-34 0,5-2-42 15,0 0-39-15,2-5-49 0,2-3-198 16,-4-3-417-16,3 0 186 0</inkml:trace>
  <inkml:trace contextRef="#ctx0" brushRef="#br0" timeOffset="40207.51">13508 4843 1630 0,'3'-48'17'0,"-5"14"34"0,2 6 50 0,0 9 5 15,-3 1-9-15,0 7-13 0,3 2-19 0,0-1-15 0,-2 3-19 16,2 7 3-16,0 0 13 0,0 0 16 0,-6 26 5 16,3 1-2-16,-3 6-2 0,2 3-7 0,-1 10-5 15,3 1-2-15,2 0-4 0,2-11-6 0,2-1-7 16,1-2-22-16,3 1-24 0,1-4-33 0,-1 0-39 16,1-3-25-16,-3 0-36 0,1-8-35 15,2-2-32-15,-2 1-133 0,-5-8-373 0,4-1 166 0</inkml:trace>
  <inkml:trace contextRef="#ctx0" brushRef="#br0" timeOffset="40703.86">13717 5045 173 0,'0'0'210'16,"0"0"-11"-16,0 0-13 0,0 0-1 0,-2 22-15 15,-1-11-4-15,-1 0-11 0,0 1-11 0,1-2-16 16,-1 0-11-16,2 0-17 0,0-3-6 15,0-1-11-15,2-6-4 0,-3 11-5 0,3-11 12 0,-1 8 10 16,1-8 13-16,0 0-8 0,0 0 4 16,0 0-19-16,0 0-13 0,0 0-8 0,0 0-2 0,-4-29-9 15,6 20-2-15,-2-2-10 0,5-4-2 0,-2-1-7 16,1-2-7-16,5-1-10 0,-1-6-4 0,2 3-11 16,3-1-2-16,3 3-2 0,0 1-2 0,0 6-7 15,-1 4 6-15,1 0-4 0,-5 5-2 16,8 1 0-16,-2 6 2 0,-5 1 7 0,3 6-6 0,-2 2 1 15,1 0 2-15,-5 2-2 0,3 2 3 0,-1-1 0 16,-3 2-1-16,-1 0 1 0,0 0 4 16,-2-2-2-16,-3-3 1 0,2-1 1 0,0-2 3 0,-2-3-4 15,1 1 7-15,-3-7-2 0,0 9 1 16,0-9 3-16,0 0 7 0,0 0-12 0,0 0 5 0,0 0-7 16,0 0 0-16,0 0-7 0,0 0 1 0,-3-27-5 15,6 16 1-15,1 0-6 0,3-3 7 0,2-1-10 16,0-3-1-16,9-2-2 0,-2 1-2 15,4-1 5-15,-2 8 0 0,-4-3-1 0,2 5 5 16,-1 2-1-16,2 2 2 0,-3 3 2 0,-2 3-2 0,2 3 0 16,-4 2 6-16,2 1 0 0,-3 4 2 0,2 1 0 15,-7-1 2-15,6 6 4 0,-4-2-2 0,-1 2 6 16,-1-1-15-16,-2 2-19 0,2-2-32 0,-3-2-34 16,-1-1-35-16,1-1-27 0,-1 1-38 15,-1-3-177-15,1 0-402 0,0-9 178 0</inkml:trace>
  <inkml:trace contextRef="#ctx0" brushRef="#br0" timeOffset="41004.87">14330 4999 168 0,'0'-12'223'0,"0"1"-20"16,2 1-6-16,-2 4-7 0,0 6-20 0,0-10-21 0,0 10-2 16,0 0-11-16,0 0 1 0,0 0-12 0,0 0-4 15,8 28-8-15,-8-17-9 0,2 5-5 16,0-3-10-16,4 3-2 0,-1-4-11 0,-1-2-4 0,2 1-12 15,3-1 0-15,-1-2-7 0,1-1-3 16,2 0-2-16,2-4-2 0,-3 0-5 0,4-2-6 0,-1-1 2 16,1-4-4-16,2 1 0 0,-4-3-3 0,-1 1-3 15,-2-2 6-15,1-2-1 0,-1 1-1 0,-3-3 3 16,2 3-6-16,-2-3-1 0,-1-2-6 16,-3 3-3-16,0-2 4 0,-2-4-4 0,-2 1-11 0,0-1-11 15,-3 4-12-15,0 2-2 0,1-2-24 0,-3 3-23 16,1 2-31-16,-1 2-16 0,-3 3-30 15,10 2-19-15,-18 4-6 0,5 2-43 0,0 5-17 16,-1 5-135-16,-3 4-392 0,0 2 173 0</inkml:trace>
  <inkml:trace contextRef="#ctx0" brushRef="#br0" timeOffset="41358.21">14469 5234 107 0,'11'-3'272'0,"6"-4"-10"0,0-2-19 0,6-4-28 16,-3 2-19-16,2-5-19 0,1 1-14 15,0-2-5-15,-2 1-17 0,-4-5-14 0,-1 0-8 0,1 0-10 16,-1-3-6-16,-4-1-9 0,2 1-7 0,-3-3-14 16,-1 1-8-16,0-1-7 0,-2 3-4 0,-4 5-8 15,-1 4-3-15,-1-1-1 0,-2 4-1 0,0 1-4 16,-2 4 1-16,2 7-11 0,-5-12-2 16,-1 8-5-16,6 4 0 0,-18 2-1 0,5 4-5 15,-6 3-7-15,1 2-10 0,-4 6-6 0,3 0-7 0,6-2-14 16,2 0-3-16,5 1-2 0,1-1-4 0,1 2-2 15,8-2-5-15,-2-4 4 0,5 3-6 16,5 0 1-16,1 0 7 0,3-3 4 0,-1 0 0 16,5-1 7-16,-4-1 2 0,-2-1 4 0,-3-1 2 15,3 1 2-15,-5-1-1 0,-1-2 9 0,-1 2 5 0,1 0 10 16,-4 0 3-16,-3-1 0 0,0 2 2 0,-1 0 1 16,-3-1-1-16,-6 2-2 0,0 0-12 0,-4 1-15 15,-1 0-22-15,-2-1-20 0,1-2-18 0,4-1-34 16,-3-2-39-16,5 2-35 0,-2-4-135 0,5-2-349 15,6 0 154-15</inkml:trace>
  <inkml:trace contextRef="#ctx0" brushRef="#br0" timeOffset="41587.78">15048 4753 2170 0,'10'-26'71'0,"-1"1"27"15,-4 11-13-15,0 2-4 0,-4 2-4 16,2 3-12-16,-1 3-25 0,-2 4-13 0,3-8-7 0,-3 8 2 15,0 0 12-15,4 23 31 0,-7 3 16 0,-1 2 0 16,1 4-6-16,-5 1 3 0,-1 12-2 16,2-13-6-16,1 3-5 0,1-3 0 0,1 1-9 15,1-1-5-15,-4-3-7 0,5-1-1 0,0 0-8 16,2-3 1-16,-1 1-4 0,2-7-16 0,3 0-28 0,-1-2-47 16,-1-4-33-16,1-2-29 0,-1-1-50 0,2 0-57 15,-4-2-37-15,4 1-204 0,-4-9-508 0,0 0 226 16</inkml:trace>
  <inkml:trace contextRef="#ctx0" brushRef="#br0" timeOffset="41731.53">14933 5025 183 0,'-3'-4'177'0,"3"4"-19"0,0 0-19 0,0 0-10 15,20-4-14-15,-6 1-17 0,6 0-13 16,9-1-39-16,3-1-40 0,4-2-50 0,2 0-138 15,10-5-198-15,-9 2 88 0</inkml:trace>
  <inkml:trace contextRef="#ctx0" brushRef="#br0" timeOffset="43592.77">16480 4887 181 0,'-1'-12'192'0,"1"3"-8"16,0-2 6-16,0 2 8 0,-1 1-10 15,1 8-2-15,1-11-18 0,-1 11-17 0,-1-9-17 16,1 9-20-16,0 0-14 0,0 0-10 0,0 0-11 0,0 0 1 15,8 23-17-15,-6-3-6 0,4 7-4 0,-2 5-4 16,-3 1-6-16,-1 2-1 0,4 11-2 16,-5-13 4-16,1 2-12 0,-3-3-1 0,1 0-5 15,-1 1-2-15,3 1-4 0,0-4 0 0,-1-1 0 16,2 0 0-16,1-3 0 0,-4-1-20 0,5-8-25 16,-3 2-22-16,-1-2-31 0,1-5-24 0,0 1-36 15,0-2-30-15,0-2-11 0,-2-1-14 0,2-8-126 0,-6 9-344 16,6-9 152-16</inkml:trace>
  <inkml:trace contextRef="#ctx0" brushRef="#br0" timeOffset="44081.89">16496 5117 96 0,'12'-4'122'0,"9"0"6"0,6 5 1 15,0 2-8-15,2 4-2 0,0 1-7 16,1 5 4-16,-3 3-11 0,-2 0-5 0,1 2-3 15,-5-1-6-15,-3 0-5 0,0 3-7 0,-6-6-8 16,-3 3-8-16,1-1-3 0,-4-2-5 0,-1 3-2 16,-2-6-3-16,-2 3-2 0,-2-2-5 0,-3-2-7 15,-1 1-6-15,-4-4-3 0,-1 0-9 0,-2-1-3 16,0-5 0-16,-2-1 0 0,14 0 0 0,-23-4-5 16,14-2 1-16,0 0-5 0,1-3 3 0,3-1-4 15,2-2-3-15,5 0-3 0,-2 0-6 0,6-4-1 0,2 1 1 16,2 0-3-16,1 3-5 0,5-4 5 15,0 5 4-15,7-3 0 0,2 0 3 0,-1 2-5 16,-5 5 2-16,5-3 3 0,3-1 5 0,-6 3-16 16,5 1 12-16,-5 1-2 0,-1 0 5 0,2 2 0 15,-4-1-5-15,-2 0 3 0,0 0-2 0,-2 1 1 16,-3 3 1-16,-1-3 3 0,1 1 6 0,-2 1 11 16,-3 1 11-16,-1-5 5 0,-5 6-2 0,10-3 3 15,-6 0 5-15,-4 3 8 0,8-7 9 0,-8 7 5 16,4-6 2-16,-4 6-4 0,5-7 5 0,-5 7-7 15,5-2 0-15,-5 2-11 0,0 0-10 0,0 0-3 16,0 0-6-16,0 0-3 0,0 0-4 0,0 0-4 16,6 16 3-16,-6-5-4 0,0 2 2 0,0 2-3 0,0 2 1 15,-1 1 1-15,0-2-5 0,0 3-1 16,-1-4-12-16,-1 4-22 0,1-1-23 0,2-1-34 16,0-5-42-16,-1 6-37 0,0-6-39 0,0 0-42 15,-2 0-131-15,3-12-399 0,-4 16 177 0</inkml:trace>
  <inkml:trace contextRef="#ctx0" brushRef="#br0" timeOffset="44256.58">17163 4988 1835 0,'-4'-19'-5'0,"-1"2"18"0,2 4-2 0,-2 4-13 15,5-1 8-15,-1 5-8 0,1 5-22 0,-3-9-5 0,3 9-2 16,0 0-4-16,0 0 3 0,0 0-38 15,8 27-22-15,1-13-14 0,4 3-29 0,2 6-82 16,5-1-236-16,2 0 105 0</inkml:trace>
  <inkml:trace contextRef="#ctx0" brushRef="#br0" timeOffset="44617.84">17735 5131 36 0,'0'0'231'16,"2"-12"-11"-16,-2 6-16 0,0 6-16 0,-4-10-9 15,4 10-17-15,-5-8-13 0,5 8-18 0,-10-6 0 16,10 6-12-16,-15 4-11 0,0 3-8 0,0 2-9 16,-7 6 0-16,0 4-10 0,3-1-12 0,0 3-6 15,5-6-5-15,-3 6-3 0,7-4-8 16,2-1-6-16,2 1-5 0,2-6 0 0,0 5-8 0,2-4-8 16,2-1-10-16,1 2-7 0,2-3-18 0,-1-4-1 15,-2-6-11-15,10 9-7 0,-10-9 5 0,13 1-5 16,-13-1-1-16,14-1 4 0,-14 1-2 0,21-9 2 15,-14 2 5-15,2-2 2 0,3-4-5 0,-4-1 10 16,2-1 9-16,-1-1-12 0,-4-3 10 0,1 2-7 16,-1-2 11-16,2 3 7 0,-2 0 5 0,-3 4 4 15,2 2 7-15,0 2 3 0,-3 1-3 0,1 2-7 16,-2 5-1-16,0 0 3 0,3-6-5 0,-3 6 2 16,0 0 3-16,8 15 2 0,-3 0-3 0,2 0-1 15,0 1 5-15,0 3-2 0,3-2-2 0,-3 2 1 16,3-3-20-16,1 2-32 0,0 4-34 0,1-7-72 15,2 0-45-15,-6 0-131 0,6-1-351 0,-4-6 155 16</inkml:trace>
  <inkml:trace contextRef="#ctx0" brushRef="#br0" timeOffset="44966.1">17884 5173 23 0,'2'-7'196'0,"-2"7"-20"0,0 0-7 0,8 0-7 16,-8 0-4-16,0 0-3 0,11 14-3 0,-4-5-10 0,-2-1-9 16,0 1-11-16,1 6-1 0,0-3-14 0,-3-2-8 15,2 1-13-15,-1 1-5 0,0-2-8 16,-1-4-7-16,-2 1-7 0,1-1-1 0,-2-6 0 0,3 7 5 16,-3-7 3-16,0 0-2 0,0 0-5 0,0 0-5 15,0 0 0-15,0 0-4 0,0 0-4 0,0 0-1 16,-8-26 0-16,10 16-1 0,-1 0-6 0,1-3-5 15,4-2-7-15,-1 0-5 0,6-1-6 0,-1 1-5 16,4-1 6-16,-1 3-9 0,1 3 1 0,0 1-4 16,-2 2-1-16,-1 3-5 0,-2 1 1 0,0 1-1 15,3 3 0-15,-3 3-4 0,0 0 2 0,0 3 2 16,-1 1-4-16,0 5 4 0,1 1-8 0,-1-1-6 16,-3 1-17-16,1 3-25 0,1 1-34 0,-2-2-26 15,0 3-53-15,1-4-43 0,-1 3-191 0,-2-6-439 16,2 0 194-16</inkml:trace>
  <inkml:trace contextRef="#ctx0" brushRef="#br0" timeOffset="45347.7">18544 5131 109 0,'-4'-12'253'0,"-1"-4"-17"0,0 5-22 15,-2 3-18-15,-2 1-18 0,-2 2-13 0,-1 3-12 16,-1 2-10-16,-5 3-13 0,1 3-11 0,-2 3-14 15,4 2-12-15,-2 0-5 0,4 4-9 0,2-3-6 16,3 4-11-16,3-5-9 0,3 0-13 0,2-1-16 16,0 1-12-16,2-1-7 0,2-1-7 15,1-1 3-15,4-2-3 0,-4-1 2 0,3-2-2 0,2-2 0 16,-1 1 1-16,1-2 2 0,-1-2 1 0,0-2-2 16,-1 2 0-16,1-3 0 0,0-1 3 0,-2 3 0 15,-2 0-1-15,2-2 1 0,-7 5-1 16,11-5-1-16,-4 4-3 0,-7 1-1 0,10 1 0 0,-10-1-1 15,6 6-1-15,0 3 11 0,-4 2 2 0,2 4 6 16,0 3 3-16,-3 6 3 0,-1-5-1 0,-1 8 1 16,-3-1 1-16,1 3 1 0,-2-4 4 0,0 0-4 15,-1-1 3-15,-3 0-4 0,1-6-1 16,0 0 3-16,-3 5-5 0,0-8 0 0,-2 2-3 0,-1 0 1 16,0-5-21-16,2 0-21 0,-1 0-26 0,3-6-23 15,1 0-30-15,0-1-45 0,4-3-26 0,5-2-43 16,-10 0-126-16,10 0-372 0,0 0 164 0</inkml:trace>
  <inkml:trace contextRef="#ctx0" brushRef="#br0" timeOffset="45703.21">18721 5145 76 0,'6'-17'236'0,"-2"2"-15"0,-1 5-7 0,-2 0-18 15,1 6-22-15,0-2-25 0,-2 6-13 0,0 0-10 16,0 0-10-16,0 0 3 0,-2 26-14 0,-1-8-7 15,3-1-7-15,-2 3-14 0,0-1-5 0,3 2-3 16,2-4-7-16,-1 0-6 0,4 1-5 16,-1-6-4-16,4 2-4 0,-2-4-1 0,2-2-2 0,0-2 2 15,0 0-11-15,1-3 1 0,1 0-4 0,1-4 4 16,2-4-13-16,0-2 3 0,-4 0-8 0,2-2 1 16,1-3 0-16,-2 1-1 0,-2 1-1 0,0 0-3 15,0-3-5-15,-2-2 1 0,0-1 2 0,1 1-2 16,-2 0-4-16,0-1 2 0,-2 4 1 0,-1 2 0 15,1 1-4-15,-3 2 2 0,1 2-4 0,-2 5-4 16,3-8-4-16,-3 8 1 0,0 0 2 0,0 0 6 16,0 0 3-16,-1 26 6 0,-2-11-1 0,1 2 1 15,-2 2-1-15,2-2 3 0,1 2-1 0,1 0-2 16,-1-3-6-16,3 4-16 0,4-1-26 0,-1-1-37 16,1 0-44-16,3-3-44 0,-1-2-35 0,-1-2-195 15,0-6-429-15,4 0 190 0</inkml:trace>
  <inkml:trace contextRef="#ctx0" brushRef="#br0" timeOffset="45909.04">19238 4844 163 0,'-1'-10'248'0,"-2"0"-20"15,1 3-28-15,2 7-20 0,0-8-25 0,0 8-13 16,0 0-6-16,-3 25 2 0,-2-6-5 0,0 8-7 15,0 6-9-15,1 1-7 0,3 0-12 0,-2 2-5 16,3 8-10-16,2-10-5 0,0-2-16 0,2 1-28 16,-3-2-44-16,3-4-44 0,1-2-50 0,0 2-73 15,2 1-187-15,-2-3-393 0,0-8 174 0</inkml:trace>
  <inkml:trace contextRef="#ctx0" brushRef="#br0" timeOffset="46525.33">19579 5089 35 0,'-2'-6'251'0,"2"6"-17"0,-10-6-20 0,2 6-16 0,-7 6-11 16,-3 2-3-16,-5 8-9 0,1 1-15 0,2 3-12 16,-1-1-16-16,6 1-10 0,2-4-14 15,4-1-8-15,3-1-2 0,1-2-17 0,1 2-8 0,4 0-8 16,1-4-10-16,2-1 0 0,-1-1-16 0,3-4-8 15,2 1-10-15,2-2-8 0,1-1-11 0,0-1-2 16,-1-2-5-16,2-4 0 0,1-1 1 0,-2 1 3 16,0-3-6-16,-1-2 0 0,0-2 3 0,2-2 4 15,-5 0-2-15,0-1 1 0,1-1-1 0,-3 1 4 16,2-1-5-16,-2 0 4 0,0 5 6 0,-2 1 10 16,0 1-2-16,0 0 3 0,1 1-1 0,-3 8-4 15,1-9-5-15,-1 9-1 0,3-5-6 0,-3 5 2 16,0 0 2-16,0 0 1 0,0 23 2 0,0-13 1 15,-2 4 0-15,0-2 1 0,2 1 2 0,0-1-3 16,2 5 5-16,2-1 3 0,1-6-7 0,1 5-1 16,0-4 7-16,3-3 5 0,-2 3-3 0,5-4 3 15,-1 1 2-15,2-2-3 0,0-3 2 0,6 0-5 16,-4 0 0-16,1-3 0 0,0-3-1 16,-2 1-3-16,-2 0-4 0,-1-2 4 0,1-2-5 0,-2-1-2 15,-1-1-4-15,0-1 4 0,-3-1-9 0,-2-2-5 16,0 0 0-16,-1 0-2 0,-2-4-13 0,-1-2-1 15,-1 1 1-15,-2 0 1 0,-1-1 0 0,2 2 4 16,-1 5-2-16,0-1 5 0,0 3-2 0,0-1 6 16,2 3-2-16,1 7-1 0,-3-10-7 0,3 10-1 15,-1-7-3-15,1 7 5 0,10-3 5 0,-10 3-3 16,16 3 5-16,-5 1 4 0,1 0-4 0,5 4 8 16,-2 2 7-16,-1-2 5 0,0 4-5 0,-2 1 10 15,-1 0 0-15,-2 0 8 0,-2 2 1 0,-2-3 0 16,2-1 1-16,-4 5 3 0,-1-2-1 0,0 3 3 15,0-2-1-15,-1 0-2 0,-1-4-4 0,1 5-10 16,1-4-28-16,0-2-44 0,-2 0-60 0,3-1-61 16,-1-1-83-16,-2-8-142 0,10 10-441 0,-10-10 195 15</inkml:trace>
  <inkml:trace contextRef="#ctx0" brushRef="#br0" timeOffset="47085.87">20547 5111 2758 0,'-3'-10'42'0,"1"-3"-8"0,-1-3 8 15,-1 7-12-15,2-1-27 0,-1 4 16 0,3 6-1 0,-5-11-5 16,5 11-5-16,-2-7 1 0,2 7-5 0,0 0 0 15,0 0 2-15,0 0 3 0,0 0-1 0,-11 22 7 16,5-6-1-16,3 1 0 0,0-1-4 0,-2 2 4 16,3 1-2-16,0-3-2 0,2 0 1 15,1-3-1-15,2-2 1 0,2 1-3 0,-2-2 1 16,1 0 5-16,3-1-1 0,-1-2-3 0,4-2 0 0,-3-1 4 16,0-2-5-16,2-1 2 0,3-2 1 0,-2 0-3 15,0-4-1-15,4 0-3 0,-2-1-2 0,-1-2 2 16,3-4 0-16,2-1-2 0,-5 3-1 0,2-2 0 15,0-2-8-15,-4-1 3 0,0 2-4 0,0 2 3 16,-2 2-3-16,-2 0 0 0,2 1 0 0,-3 3-3 16,-2 0-10-16,-2 5-7 0,5-5-7 0,-5 5 2 15,0 0 2-15,0 0 2 0,0 0 5 0,8 17 3 16,-8-9 8-16,1 1-5 0,2 0 1 0,-2 1 2 16,2 0-14-16,2 0 8 0,2-3 2 0,0 2 2 15,3-2 2-15,4-2 0 0,-2 0 4 0,4-4 1 16,2-1 0-16,2 0 0 0,-3-4 3 0,2-2 18 15,-2 0 8-15,-3-1 13 0,-1-2 4 0,1-2 6 16,-4-1 2-16,-3 1 4 0,0 1 0 0,-3-2-3 16,1-4-4-16,-1 1 0 0,-2 0-4 0,-3-2-5 15,0 6-5-15,0-2-9 0,-2 2-5 0,-1 0-11 16,2 4-10-16,-1-1-14 0,1 2-32 0,2 6-32 16,-7-7-40-16,7 7-23 0,0 0-30 0,-14 6-23 15,9-2-31-15,-3 5-153 0,5-3-416 0,3-6 185 16</inkml:trace>
  <inkml:trace contextRef="#ctx0" brushRef="#br0" timeOffset="47411.53">21205 5019 102 0,'3'-7'215'0,"-3"0"5"16,0-2-14-16,0 9-5 0,-3-15-17 0,-1 9-13 16,1 0-17-16,-1 0-12 0,4 6-15 0,-11-6-13 15,4 5-12-15,7 1-7 0,-26 8-11 0,8-1-3 16,2 3-13-16,-2 2-6 0,0 0-8 15,4 1-4-15,2 0-5 0,5-3-6 0,-1 4-13 16,3-3-9-16,4 1-20 0,-1-2-6 0,4 0-4 16,1-2-8-16,5 0-3 0,1-1-8 0,1-1 3 0,3-2-10 15,5-1 12-15,0-1 4 0,-7-1 1 0,6-4-3 16,-3 3 7-16,-4-5 5 0,3 3 11 0,-1-1 11 16,-6 0 16-16,2 1 16 0,-1 1 7 15,-7 1 5-15,9-5-2 0,-9 5-6 0,0 0-2 16,7-4-2-16,-7 4-13 0,0 0-3 0,0 0-4 0,7 6 0 15,-7-6-1-15,5 12-2 0,-5-5-1 0,-1 2 3 16,2 1-14-16,1 3-25 0,-1-1-32 0,0-3-29 16,2 3-30-16,-2-2-37 0,3 1-27 0,1-2-44 15,-2 0-114-15,3-1-360 0,0-3 159 0</inkml:trace>
  <inkml:trace contextRef="#ctx0" brushRef="#br0" timeOffset="47891.78">21439 5002 14 0,'0'0'149'0,"4"-6"-14"0,-4 6 0 15,0 0 0-15,0 0-2 0,11 11-8 0,-7-3 1 16,0 2-4-16,0 1-5 0,0 1-13 0,1 4-5 16,4 1-4-16,-4-6-8 0,0 4-8 15,3 2-6-15,-3-7-12 0,1 2 3 0,2 3-8 0,-3-6-8 16,0 0 3-16,0-1-10 0,0 1 2 0,0-4-4 15,-2-2-3-15,-3-3-6 0,5 9 5 0,-1-7 2 16,-4-2 10-16,0 0-1 0,5 3-8 0,-5-3-2 16,0 0-5-16,14-5-1 0,-8 0-4 0,1-2-2 15,2-2-4-15,5-1-1 0,-4 1-5 0,4-1-4 16,-4 0-1-16,1 2 0 0,0 1-1 0,-2 0-1 16,1 3-1-16,-3 0-1 0,0 0 4 0,1-1-1 15,1 1 1-15,0 2 0 0,-3 0-2 0,1-1 2 16,-1 1-3-16,2 1 3 0,1-1 0 15,1 0-6-15,1 1 2 0,1-3 1 0,-2 2-2 16,4-2-2-16,-2 1 2 0,1-2 3 0,3-2-4 0,-4 4 1 16,-1-3 3-16,-1 1 1 0,-1-1 8 0,3-1 1 15,-9 2 7-15,5-2 1 0,-3 3 2 0,-1-2 0 16,-4 6 3-16,4-12 1 0,-4 12-3 0,0-7-3 16,0 7 0-16,-8-7-7 0,8 7-2 15,-18 1-2-15,4 5-1 0,-2 2-3 0,-10 3-1 0,2 4 0 16,1 0-3-16,5 4 0 0,3-6-2 0,3 3 0 15,2-2-12-15,4 0-26 0,4 2-36 0,2 0-34 16,5-1-56-16,6-2-45 0,1 1-47 0,4-2-138 16,7-1-421-16,5 2 188 0</inkml:trace>
  <inkml:trace contextRef="#ctx0" brushRef="#br0" timeOffset="48328.03">22256 5246 2083 0,'15'-9'147'0,"0"-3"-48"0,1 1-63 16,-1-1 22-16,-2-1 19 0,3 1-10 0,-2-2-9 15,8-4-6-15,-3 0-12 0,3 0-3 16,-2 0 4-16,-1-1-5 0,1 0 4 0,0 0 0 0,-6 6 3 16,2 1 8-16,-4-4-4 0,1 2 1 0,-4 5 5 15,-1 0 14-15,-2 2-6 0,-1 3 8 0,-1 0-6 16,-4 4-2-16,7-7-2 0,-7 7-6 0,0 0-10 16,0 0-4-16,0 0-6 0,0 0-2 15,-17 17-6-15,3-5 7 0,1 1-10 0,0 1-6 0,3-2 1 16,1-1-6-16,4 0 6 0,0 1-7 0,2 0-1 15,3-1-1-15,3-1 1 0,1 2-4 0,4-2 1 16,2 0 2-16,5-3-3 0,2-1-2 0,1-1-4 16,1-4-12-16,4-1 0 0,2 2-5 0,3-6-1 15,-6 1 2-15,-3-2-1 0,-1-1 2 0,-1-1 0 16,-3-2-5-16,0-1 5 0,-5 0-4 0,0-3 3 16,2-1 6-16,-3-1-4 0,-2 1 5 0,1-3-2 15,-1 2 1-15,-2-2 0 0,0 6 5 0,-4-1-2 16,0 2 11-16,0 10 0 0,2-11 0 0,-2 5-5 15,0 6-4-15,0 0 2 0,0 0 3 16,0 0 4-16,0 0 4 0,0 0 4 0,-12 27-6 0,7-11 6 16,-2 1-1-16,1 1-2 0,-1 0-1 0,-2-1 4 15,6 2 2-15,-3-3-2 0,3 2-6 0,0-1 3 16,-1-1-16-16,3-5-25 0,0 0-40 0,-1 0-40 16,4-1-53-16,-2-10-40 0,0 15-57 0,0-8-219 15,0-7-522-15,0 0 231 0</inkml:trace>
  <inkml:trace contextRef="#ctx0" brushRef="#br0" timeOffset="48502.21">22427 4798 2145 0,'-5'-5'51'15,"0"1"17"-15,5 4-39 0,-9-6-14 0,9 6-3 16,-8-5-18-16,8 5-39 0,0 0-15 0,0 0-13 15,0 0-38-15,0 0-42 0,0 0-34 0,0 0-95 16,0 0-304-16,0 0 136 0</inkml:trace>
  <inkml:trace contextRef="#ctx0" brushRef="#br0" timeOffset="49352.23">23946 5150 121 0,'0'0'286'0,"5"-14"-24"15,-2 7-16-15,2-2-17 0,2-2-21 0,-1 2-30 0,2-2-17 16,2-5-17-16,1 0-9 0,0 4-5 0,-2-2-3 16,1-2-5-16,0 1-9 0,0 0-8 0,-1-1-15 15,1 1-2-15,-2 0-9 0,1-3-8 0,-2 1-4 16,0 0-5-16,-1 3-3 0,0 0-6 0,-3 2-2 16,0 4-3-16,1 3-3 0,-2-1-5 0,-2 6-13 15,3-9-2-15,-3 9-9 0,4-6 0 0,-4 6-8 16,0 0 3-16,0 0-2 0,0 0-3 0,-4 30 5 15,3-10-2-15,-1 4 0 0,0 2 1 0,1-1-4 16,1 0 2-16,0-7-7 0,2 1 5 0,2-1 4 16,2-2-4-16,1 1-2 0,2-1 6 0,3-4 0 15,1-2-4-15,0 1 1 0,0-6 2 0,2 0 0 16,3-4-4-16,-4-1-6 0,4 0 0 16,1-2 2-16,-6-1-2 0,1-3-2 0,3-2 2 15,-3-1 0-15,0-1 1 0,-5 1-1 0,2-5 0 16,-2 1 3-16,-1-1-2 0,-3 3 0 0,1-3-2 0,2-2 4 15,-3 0-3-15,0 2-1 0,0 3 6 0,-2 2 1 16,-1 2-13-16,1 3 0 0,-3 4-5 0,5-8-1 16,-5 8-2-16,5-3 4 0,-5 3-2 15,0 0 0-15,0 0 11 0,4 23-7 0,-3-14 6 16,-2 2-3-16,1 0 0 0,0-1 0 0,0-1 2 0,0 1 9 16,0-3-7-16,1 0 3 0,-1-7 0 0,2 10-2 15,-2-10 1-15,0 8 3 0,0-8 1 0,1 9 3 16,-1-9 3-16,0 0 2 0,0 0 1 15,0 0-2-15,8 0 0 0,-8 0-4 0,0 0 1 16,20-13-1-16,-11 7-2 0,5 0-8 0,-5-1 6 0,9 1-6 16,-3 1 3-16,-2 1-6 0,0 0-3 0,-2 2 2 15,2 3-6-15,-2 0 8 0,2 1-8 0,-4 2 3 16,0 2 3-16,0 1 1 0,-5 0-3 0,6 1-4 16,-7 3-12-16,1-2-11 0,0 2-20 0,-2 0-24 15,-1 0-20-15,-1 1-32 0,0-1-37 0,-1 1-43 16,1-3-33-16,-5 0-144 0,2-3-421 0,3-6 186 15</inkml:trace>
  <inkml:trace contextRef="#ctx0" brushRef="#br0" timeOffset="49512.09">24364 4751 2165 0,'-7'-18'26'16,"-2"0"-32"-16,1 8 0 0,4 0 3 0,0 2-22 15,1 2-30-15,3 6-42 0,-3-6-10 0,3 6 11 16,0 0-29-16,0 0-13 0,15 13-118 0,-5-5-277 16,7 2 123-16</inkml:trace>
  <inkml:trace contextRef="#ctx0" brushRef="#br0" timeOffset="50134.5">25143 4834 114 0,'0'0'241'0,"-3"-13"-19"16,3 13-14-16,-11-12-16 0,2 9-14 0,-4-1-12 16,-3 3-7-16,-4 2-14 0,-1 3-2 0,-3 3-10 15,-5 4-10-15,4-1-9 0,0 5-11 0,1 5-9 16,5-2-10-16,1 1-8 0,7-2-8 0,2 0-3 16,2 2-7-16,5 0-6 0,2-2-8 0,2 2 0 15,3-4-7-15,8-2-2 0,-2 0 1 0,5-1-6 16,7-1-1-16,2-1-7 0,2-3 4 0,1-3-15 15,4-3-6-15,-4-3-12 0,3-5 6 0,-11 2-2 16,0 1 1-16,-2-6 1 0,-3-2 1 0,-1 0-3 16,-4-2 3-16,2-8 2 0,-5 3 2 0,0-8-3 15,-2 0 3-15,-1-3-4 0,-2 1 7 0,-2-1 3 16,1 3 9-16,-1-5-1 0,0 2-1 0,-1 0 5 16,-1 3 5-16,-1-1-1 0,0 2-2 0,2 0-2 15,0 8 7-15,-2 3 7 0,1 6 1 16,-1-1-8-16,3 2-2 0,0 8-10 0,0-9-5 0,0 9-4 15,0 0-6-15,0 0-2 0,0 0 5 0,-2 33 0 16,-3-6 9-16,1 5-10 0,-1 4 2 16,1-1-3-16,2 11-3 0,2-12 1 0,0-1 1 0,2-3 1 15,0 1-3-15,1-3 7 0,3-3 0 0,2 0-2 16,0-7 0-16,1-1-2 0,3-1 4 0,1-3 0 16,-3-1-1-16,7-2 3 0,-2-1-4 0,2-4 2 15,1-2-3-15,-5-2 0 0,7-1-2 0,-2-4 1 16,2-1-3-16,-3-1-6 0,2-3 1 0,-6 1-2 15,4-3 6-15,-3-3-11 0,0-3 4 16,-3 2-4-16,1-4 1 0,-1 2 0 0,-4-1 0 16,-1-2-1-16,2 2 3 0,-4 3 1 0,-1 3 2 0,-3 1 10 15,2 2 2-15,-2 0-2 0,0 9-3 0,-3-10-5 16,3 10 0-16,0 0 0 0,-13 0 4 0,13 0-2 16,-22 19 6-16,6-5 0 0,3 3-1 15,0-2-1-15,4 2 3 0,-1-1-3 0,4 1-4 0,-2 1 3 16,8 0 2-16,4-1-14 0,2 0-26 0,5-1-37 15,4-3-40-15,9 1-47 0,6-4-60 0,1-3-47 16,-1 0-163-16,3-3-466 0,-2-2 206 16</inkml:trace>
  <inkml:trace contextRef="#ctx0" brushRef="#br0" timeOffset="50358.39">25897 4745 62 0,'-2'-16'256'0,"2"1"0"15,0 3 0-15,0 3-8 0,0 9-12 16,0-12-24-16,0 12-23 0,0-7-25 0,0 7-17 0,0 0-20 16,0 0-12-16,0 0-4 0,2 28-1 15,-1-1-11-15,-2 1-2 0,1 6-9 0,-6 2-2 0,4 0-7 16,-4-2-7-16,2 10-8 0,0-10-4 0,-1 0-7 16,3-5-4-16,-4 5 0 0,2-4-5 15,1 0-41-15,0-2-27 0,3-2-37 0,-2-7-38 0,-1-3-42 16,6 3-51-16,-3-3-41 0,0-3-198 0,0-13-466 15,2 19 206-15</inkml:trace>
  <inkml:trace contextRef="#ctx0" brushRef="#br0" timeOffset="50755.39">25879 4947 2064 0,'16'-20'78'0,"-3"6"-16"0,-3 3-24 16,-5 2-15-16,3 1-13 0,1 3 1 0,0 2 0 0,-2 1 12 15,-7 2 2-15,17 3 6 0,-7 4 0 16,1 0 0-16,-5 2-1 0,-1 0-2 0,4 2 0 16,-4 2-4-16,-1 2-1 0,0 0-7 0,-4 0-13 15,0-2-14-15,-4-1-10 0,0-2-11 0,-1 0 4 16,-4 0-3-16,0-1 3 0,2-2 1 0,1-2 7 0,2 0 10 16,-2 0 12-16,6-5 8 0,-6 5 6 0,6-5 3 15,0 0-8-15,0 0 1 0,0 0 1 16,0 0-6-16,0 0-1 0,27-15 2 0,-16 10-3 15,7 0 0-15,3-3-4 0,-2 2-4 0,8-4-1 16,1 1-7-16,-1-1-1 0,2 0-5 0,-4-3 3 0,-1 2 1 16,1-1 3-16,-7 2 7 0,-1-2 10 0,-1-1 10 15,-7 0 7-15,-2 2 7 0,2-4 4 16,-6 5 11-16,-1-2 10 0,0 2 9 0,-4 2-5 16,2 8-2-16,-5-12-4 0,-1 9-6 0,-4 0-4 15,-7 6-5-15,-2 1-1 0,1 4-2 0,-6 4-7 0,6 1-3 16,3 1-4-16,0 1-7 0,4 2-18 0,3 0-39 15,0-1-46-15,4 0-47 0,4 2-54 0,0-2-45 16,0 0-178-16,4-4-446 0,4 1 197 16</inkml:trace>
  <inkml:trace contextRef="#ctx0" brushRef="#br0" timeOffset="50952.49">26461 4981 155 0,'12'-15'239'0,"-3"-2"3"0,3-1-15 15,2-4-19-15,-3 9-8 0,0 0-9 0,1 0-6 16,-5 7-8-16,-1 2-18 0,1-1-17 0,0 3-16 16,-7 2-14-16,11-2-13 0,-11 2-10 0,14 8-8 0,-10-4-6 15,1 5-8-15,1-1-14 0,-1 3-25 16,1 0-26-16,-1 0-32 0,-4 1-26 0,1 1-37 16,0-1-51-16,-2-1-39 0,0 1-34 0,0-2-139 0,4 2-386 15,-4-12 172-15</inkml:trace>
  <inkml:trace contextRef="#ctx0" brushRef="#br0" timeOffset="51545.67">26930 4830 239 0,'-2'-10'249'16,"-2"-1"-16"-16,-3 2-13 0,1 1-6 0,-3 2-15 0,-1 2-16 15,-3 1-17-15,-3 3-13 0,-2 5-8 0,-7 4-3 16,-1 6-8-16,3 0-13 0,3 0-6 0,0 3-11 15,4-2-14-15,5-3-8 0,2 4-4 0,5-1-11 16,1 1-5-16,3-1 3 0,5-1-12 16,3 1-8-16,3-2 1 0,3-3-11 0,4 0-6 15,2-4-13-15,1-1-3 0,6-1-9 0,2-3-5 0,-9-2 2 16,2-2 2-16,-3-3-3 0,-2-1 2 0,-1-1 1 16,-2-2 1-16,-1-4 4 0,-2-2-13 15,0-2 4-15,-4 0-2 0,4-9 1 0,-6 1-2 16,1-1-3-16,-3-1 4 0,-1 1-3 0,0-2 2 15,-2 0 2-15,2 1-6 0,-2-3 8 0,2 1-3 16,-2 1-1-16,0 9 1 0,-4-7 9 0,4 9 10 16,0 0 5-16,0 6 0 0,0 3-2 0,0 2 6 15,0 6-4-15,0-12-18 0,0 12-4 0,0 0 0 16,0 0-2-16,0 0 1 0,0 0 7 0,0 35-2 16,-4-9-1-16,4 0-1 0,0 2 13 0,-3 1-8 15,3 1 13-15,-2-1-6 0,6-2 0 0,-3 0 4 0,5 0 0 16,-1-8 0-16,0 2 0 0,1-2 0 0,1-2 11 15,1 0-15-15,2-2 6 0,-3-4-3 16,2 0 0-16,2 1-1 0,0-5-6 0,0-1 4 16,3-1-1-16,-3-2 1 0,3 0-7 0,-3-2 6 15,2-4-7-15,5 0 2 0,-7 0-2 0,3-4 3 16,1-2-1-16,-1-1-3 0,-1-2-4 0,0-2 2 16,-5-1 1-16,-1-3-5 0,1 2 9 0,-3-3-11 0,0 0 4 15,-3 3 0-15,0 0 0 0,-2 6 2 16,-2 1-5-16,0-1 3 0,0 3 7 0,-1 1-2 15,-4 2-5-15,-1 1 2 0,-3 3-4 0,-6 7 3 16,0-1-1-16,-1 3 2 0,-3 0-2 0,1 7-18 16,4-5-18-16,5 5-26 0,0-2-32 0,6 2-33 15,3 0-36-15,2-1-47 0,7-1-39 0,2 2-222 16,0-2-510-16,0-5 227 0</inkml:trace>
  <inkml:trace contextRef="#ctx0" brushRef="#br0" timeOffset="51762.13">27463 4896 22 0,'4'-18'259'0,"1"0"-4"16,-1 0 2-16,5-6-16 0,-4 5 0 0,1 1-7 15,1 3-3-15,-1 2-4 0,-3 5-11 0,4-3-13 16,-4 4-19-16,1-1-23 0,1 3-19 0,-1 2-17 16,-4 3-18-16,10-1-10 0,-10 1-9 0,17 7-5 15,-11 0-10-15,3 2-10 0,1 0-6 0,0 4-14 16,-3-2-15-16,0 0-25 0,0 3-13 0,-1 3-22 15,-1-6-34-15,-1 0-31 0,-1 0-39 0,-1-2-36 16,3 1-52-16,-1-2-46 0,-3 1-170 0,-1-9-474 16,4 8 209-16</inkml:trace>
  <inkml:trace contextRef="#ctx0" brushRef="#br0" timeOffset="51991.18">27898 4450 166 0,'1'-12'287'16,"-1"2"-12"-16,2 0-25 0,-2 4-26 0,0 6-26 16,4-8-26-16,-4 8-15 0,0 0-11 0,0 0 11 15,-4 25-8-15,2-6 1 0,-2 6-12 0,-1 8 1 16,0-1-16-16,1-1-11 0,1 2-8 0,1-2-3 16,-1 2-8-16,3-4-12 0,0 1-3 0,0-4-7 15,3 1-10-15,-3-2-16 0,2-5-31 0,0-2-41 16,1-3-39-16,-2-3-48 0,0 0-48 0,-1-5-59 15,3-1-37-15,-3-6-183 0,0 0-477 0,0 0 211 16</inkml:trace>
  <inkml:trace contextRef="#ctx0" brushRef="#br0" timeOffset="52137.33">27694 4679 105 0,'-3'-5'217'0,"3"5"-21"16,0 0-24-16,0 0-18 0,9-8-10 0,1 8-15 15,3 0-13-15,7 2-23 0,8-1-37 0,-1 1-39 16,7 1-53-16,-3-1-59 0,2 1-117 0,1-3-228 16,-2 0 101-16</inkml:trace>
  <inkml:trace contextRef="#ctx0" brushRef="#br0" timeOffset="53823.41">28395 4538 211 0,'2'-7'234'15,"-2"7"-3"-15,0 0-26 0,3-8-10 0,-3 8-16 16,0 0-18-16,0 0-18 0,0 0-17 0,0-8-18 16,0 8-6-16,0 0-13 0,0 0-7 0,0 0-2 15,-13 27-7-15,8-16-5 0,-2 2-7 0,0 3-5 16,5 0-4-16,-2-4-5 0,1 1-2 0,1-1-6 16,4 4-1-16,2-4-3 0,0-1-2 15,2 0-4-15,0-3-1 0,3 0-2 0,-2 1-1 0,3-5-1 16,2 1 0-16,-3-1-7 0,0-2 5 0,1 1-7 15,3-3 0-15,-3-4-5 0,0 1 0 0,-1-3-9 16,1 0 2-16,0-3 0 0,-2 0 1 0,0-1-3 16,1-5 1-16,-4 1-3 0,2-1-1 0,-3-2 1 15,-2-1 3-15,0 1-4 0,-2 0 2 0,-2 2-1 16,0 4 4-16,2 1 7 0,-2 1 5 0,2 0-2 16,0 9 1-16,-2-12-4 0,2 12 0 0,-1-9-8 15,1 9-2-15,0 0-6 0,-1-9-14 0,1 9-8 16,0 0 0-16,0 0 3 0,0 0 5 0,14 1 0 15,-4 0-2-15,3 2-2 0,9 1-6 0,-1-1-7 16,8-1-6-16,0-2-5 0,4 0-6 0,-2-5 5 16,-2 1 1-16,-1-2 5 0,-7 1 8 0,-2-3 5 15,-2-2 6-15,-2 0 4 0,-2-2 8 0,-3-2 16 16,3 0 0-16,-8-1 1 0,1-3 9 0,-1 2 1 16,-2-2 6-16,1 0 2 0,-4 3 3 0,1 3 5 15,-2 1 6-15,2 3 4 0,-1 1-2 0,0 7-11 16,0-9-8-16,0 9-8 0,0 0 1 0,0 0-2 15,0 0-3-15,-4 26 0 0,4 0-1 0,-5 4 3 16,1 3 0-16,-2 1-3 0,3 11 1 0,-1 4-1 16,3-13-1-16,1 9 2 0,0-11 2 0,1 2-2 15,-2-1 0-15,1-2-2 0,1-1 2 0,1 0-2 16,1-2-23-16,-1 0-26 0,-2-4-35 0,4-6-38 16,-2-1-54-16,1-2-40 0,-2-2-156 0,-2-2-396 15,-1-3 176-15</inkml:trace>
  <inkml:trace contextRef="#ctx0" brushRef="#br0" timeOffset="53965.93">28849 4704 46 0,'11'-8'132'0,"3"0"-25"0,5 1-39 15,8-3-36-15,5 2-42 0,3 0-53 0,3 3-67 16,12-4 29-16</inkml:trace>
  <inkml:trace contextRef="#ctx0" brushRef="#br0" timeOffset="54191.54">29744 4370 1968 0,'8'-18'-24'16,"-1"3"70"-16,-1-1 22 0,-1 5-5 0,-3 3-24 15,1 3-6-15,-3 5-19 0,4-8-4 0,-4 8 13 16,0 0 13-16,0 0 16 0,8 17 10 0,-7 0 3 15,0 1 9-15,-3 9-1 0,3 3 2 0,0 1-2 16,-3 0-7-16,-2-2-6 0,3 3-5 16,-1 0-6-16,1-6-4 0,1 5-2 0,-1-3-5 0,-2 0-11 15,0-3-37-15,1-5-25 0,3-3-37 0,-2 1-35 16,-2-3-44-16,0-6-27 0,1 3-24 0,0-3-25 16,-2-2-132-16,4-7-388 0,-9 9 172 0</inkml:trace>
  <inkml:trace contextRef="#ctx0" brushRef="#br0" timeOffset="54695.73">29762 4582 139 0,'12'-13'143'0,"-2"0"0"15,-3 3 0-15,5-5-10 0,1 3-10 0,-3 0-2 16,3-2 0-16,-3 3-3 0,3-1-7 0,-5 2-2 16,-2 0 1-16,2 2 0 0,1-1-7 0,-3 1-6 15,-1 0-7-15,0 0-4 0,-1 0-4 0,0 2-12 16,0 2-9-16,-4 4-6 0,6-9-11 0,-6 9-1 15,4-5-16-15,-4 5-8 0,0 0-2 0,0 0-3 16,0 0-2-16,0 0-2 0,-8 28-1 0,3-12 3 16,-2 3-4-16,-1 6 3 0,0-1-2 0,-2 2 2 15,4-7-5-15,2 0 2 0,-1 6 1 0,1-6-1 16,0 0-2-16,1-3-1 0,1-1 0 0,2-3 1 16,-1 0-3-16,-1-4-7 0,2 2-3 0,-1-4 1 15,1-6 1-15,-1 9-3 0,1-9 7 0,0 0 2 16,4 10-1-16,1-9 2 0,-5-1 3 0,15 3 5 15,-3-2 2-15,2 1 5 0,0-2-2 16,4 2 3-16,1-2 1 0,1 2-6 0,1 1 2 0,7 0-3 16,-8-3-8-16,10 0 8 0,-2 0-6 0,-7 0 7 15,1-2-1-15,-3-2-3 0,1 2 0 0,0-2 0 16,-5-1 4-16,-3 1 8 0,-1-2 7 0,1 0 0 16,-2 0-1-16,-4-1 1 0,1-2-3 0,-2-1 8 15,-1-1-4-15,-2-2 0 0,0 3-1 0,-2-2-6 16,0 1 2-16,-2-1-3 0,0 0-2 0,-2 4-4 15,-2-3-4-15,-1 4 2 0,-1-2-3 0,-2 5-3 16,-1 1-4-16,-3 2 4 0,2 3-5 0,-6 0 4 16,3 5 0-16,1 3-4 0,1 0 3 0,2 2-1 15,2-2-3-15,2 5 1 0,5-4-5 0,3 5-22 16,4 2-23-16,7-3-37 0,0 2-44 0,11 1-58 16,4-2-48-16,4 0-184 0,-2-2-453 0,-2-2 201 15</inkml:trace>
  <inkml:trace contextRef="#ctx0" brushRef="#br0" timeOffset="54838.38">30524 4785 138 0,'0'0'187'0,"0"0"-19"0,0 0-17 16,0 0-23-16,0 0-30 0,0 0-51 0,-1-11-64 15,1 11-67-15,0 0-52 0,0 0-148 0,0 0 66 16</inkml:trace>
  <inkml:trace contextRef="#ctx0" brushRef="#br0" timeOffset="56076.38">7555 6815 206 0,'-5'-10'260'0,"4"2"-23"0,1-1-21 16,2-5-18-16,3-3-19 0,5 1-15 15,3-10-17-15,3 2-12 0,3-3-12 0,4-2 13 16,9-9-13-16,-3 1-3 0,3 1-13 0,-1-2-7 0,-8 9-8 16,6-9-8-16,-8 10-8 0,-2-4-10 0,2 1-3 15,-2 0-8-15,0 1-7 0,-5 1-1 0,0 1-5 16,-3-1 0-16,-2 5-2 0,-1 7-5 15,-4 0 6-15,0 7 3 0,-2-1 1 0,-1 5-12 16,1 1-3-16,-2 5-3 0,0-9-10 0,0 9-4 0,0 0-2 16,-5-7-1-16,5 7-4 0,-20 7-4 0,5 2 1 15,-3 2-2-15,-5 6-4 0,-1 1-3 0,3-1-8 16,9-2-10-16,-2-1-11 0,3-2-3 16,5 3-6-16,2-4 2 0,5 0 2 0,6 5 3 15,3-1-4-15,7 4-2 0,3-4-2 0,4 1 9 0,4-2-9 16,1 1 1-16,0-1 6 0,-4 0 1 0,-1-1 4 15,0 1 4-15,-6-3-1 0,-3-1 3 16,-1 3-1-16,-2-3 4 0,-5 0 5 0,3 0 2 16,-6 0 2-16,-1 0 4 0,-3 1 2 0,0-1-1 0,-5 1 1 15,0 0 5-15,-7 3-4 0,3-5-1 0,-7 3-10 16,2-4-19-16,-3 1-20 0,2-2-32 0,-3-1-28 16,7 0-23-16,0-5-32 0,1 2-143 15,1-5-342-15,9 2 151 0</inkml:trace>
  <inkml:trace contextRef="#ctx0" brushRef="#br0" timeOffset="56293.11">8206 6269 1745 0,'14'-26'60'0,"-5"0"-13"0,-3 6 35 0,2 4 42 16,-6 3-8-16,1 2-5 0,-1 0-22 0,0 3-8 16,1-1-14-16,-3 4-5 0,0 5-9 0,4-9-12 15,-4 9-9-15,2-5-4 0,-2 5-7 0,0 0 7 16,0 0-1-16,7 28 9 0,-4-9 0 15,-2 6 2-15,-1 4-3 0,0 3 1 0,0-1-4 16,0 1-2-16,-5 4-1 0,4-4-2 0,1 3-8 0,0-3-26 16,-2 0-32-16,1-3-27 0,-1-2-46 0,0-2-43 15,4-5-27-15,0-2-34 0,-1-1-177 0,-1-4-425 16,2-3 188-16</inkml:trace>
  <inkml:trace contextRef="#ctx0" brushRef="#br0" timeOffset="56571.33">8404 6510 223 0,'0'0'230'16,"1"-8"-27"-16,-1 8-24 0,0 0-18 0,2-9-18 15,-2 9-15-15,0 0-5 0,0 0-17 0,0 0-9 16,0 0-4-16,0 0-8 0,17 16-13 0,-12-14-6 16,0 0-5-16,2 0-4 0,2 1-4 0,2-2-5 15,-1 1-6-15,2-2-2 0,2-3 1 0,-2 2 2 16,1-3 2-16,0 0 12 0,0-3-4 15,-3 0 7-15,-2 0 2 0,0-2 5 0,-2 3-1 0,-2-6-9 16,-3 2-4-16,-2-3-5 0,-1-2-5 0,-4 5-2 16,-1-6-7-16,-1 3-5 0,0 3-5 0,-2 2-5 15,0 1-13-15,-1 1-15 0,-1 0-22 0,2 4-24 16,-2 1-21-16,-1 2-29 0,2 1-33 0,-2 2-33 16,1 2-33-16,2 0-175 0,-1 1-409 0,6 1 181 15</inkml:trace>
  <inkml:trace contextRef="#ctx0" brushRef="#br0" timeOffset="56811.18">8750 6223 50 0,'3'-17'275'0,"-1"2"-9"0,-2 1-10 0,1 4-2 16,1-1-9-16,-2 4-14 0,0 7-18 0,2-12-23 15,-2 12-22-15,0-9-18 0,0 9-20 0,0 0-15 16,0 0-15-16,0 0-9 0,8 28-8 0,-6-3 14 15,1 6-11-15,-2 4-6 0,-1 1-5 0,0 9-7 16,0 1-5-16,-1-10-2 0,2 10-9 0,-2-12 0 16,1 0-6-16,0-1-7 0,0-3-2 0,1 0-20 15,2-4-31-15,-3 1-25 0,1-1-38 0,0-6-47 16,-1-1-36-16,2-3-48 0,0 0-37 0,-2-1-210 16,-2-4-490-16,-1-2 216 0</inkml:trace>
  <inkml:trace contextRef="#ctx0" brushRef="#br0" timeOffset="57239.05">8838 6391 6 0,'9'-6'194'0,"1"-1"-13"16,-1 2-15-16,0 4-8 0,3-1-13 0,-5 4-10 15,5 3-12-15,-6-2-10 0,2 2-5 0,0 5-10 16,-5 0-7-16,0 1-10 0,-4 5-9 0,-3-1-13 15,-4 2-12-15,-2-2-15 0,0 2-3 0,-2-1-9 16,-2-3 2-16,5-3-7 0,0-2 2 0,0 0-2 16,2-2-2-16,3-2 0 0,-1 0 1 0,0 1-1 15,5-5-3-15,-8 4 7 0,8-4-1 0,-4 6-1 16,4-6 8-16,0 0-9 0,0 0-3 0,0 0 0 16,0 0 0-16,0 0 0 0,24-3-2 0,-11 0-2 15,5-2 3-15,0-1-3 0,1-2 0 0,3 3-4 0,3-5 4 16,1-1-3-16,-8 3-1 0,6-5 0 0,-8 2-1 15,1 1-4-15,0-1 8 0,-7 3-6 0,2-4 3 16,-3 2 2-16,-2 1 0 0,0-3 8 16,-2 1 16-16,-1-1 10 0,0 3 1 0,-4 0 6 15,2-1 2-15,-1 3 3 0,-1 7 0 0,-1-11-6 0,1 11-2 16,0-9-5-16,0 9-7 0,0 0-6 16,0 0-3-16,-11-2-2 0,11 2-2 0,-12 12-1 15,7-3-2-15,-3 2 0 0,5 1-7 0,1-1-16 16,0 2-18-16,2 3-24 0,2 1-40 0,2-2-61 15,7-2-48-15,-4-1-183 0,7-5-413 0,4 2 183 0</inkml:trace>
  <inkml:trace contextRef="#ctx0" brushRef="#br0" timeOffset="57669.58">9942 6324 114 0,'-1'-9'295'0,"1"9"-21"0,0 0-26 16,0 0-20-16,-8-4-28 0,8 4-16 16,0 0-14-16,-12 13-13 0,8-9-13 0,1 4-10 0,1-1-12 15,-2 1-10-15,2 2-9 0,1-1-12 0,4 3-6 16,-1-3-11-16,1 2-5 0,1-1-3 16,2-1-6-16,-1-1-6 0,3 1-3 0,0-3-10 15,-1 0-6-15,0-2-7 0,-1-1-14 0,2 1-5 16,-3-1-3-16,-5-3 2 0,11 2-2 0,-11-2-1 0,11-2-3 15,-11 2-8-15,6-5-1 0,-6 5 0 16,8-8 4-16,-7 1-7 0,0 0 2 0,3-3 2 16,-4 1-4-16,1-3 3 0,-1 2 1 0,0-2-1 15,-1 0 1-15,0 1 2 0,-2-1-4 0,2 0 5 16,0 0-1-16,-1 1 0 0,0 0 0 0,1 0-1 0,-1 2 2 16,-2-1 1-16,2 2-2 0,-1 0 1 0,-2 2-2 15,-1 0 2-15,-2-1-3 0,3 3 1 0,-3 1-3 16,-2-1 2-16,0 0 0 0,0 3-2 0,-3 0 4 15,-1 1-3-15,1 0 1 0,0 1 0 0,-1 1 3 16,3 2-3-16,-1-1-4 0,1 2-14 0,2-1-19 16,1-1-22-16,3 2-27 0,-3 0-25 0,6 1-28 15,2-6-29-15,0 11-49 0,0-11-126 0,2 9-377 16,5-5 167-16</inkml:trace>
  <inkml:trace contextRef="#ctx0" brushRef="#br0" timeOffset="58687.84">10171 6550 83 0,'0'0'236'0,"0"-23"-8"16,0 23-13-16,4-13-13 0,-3 5-15 0,4 1-8 0,-1-2-15 15,0 0-3-15,0 1-12 0,0-4-13 0,-2 3-13 16,1-2-12-16,1-1-8 0,-2 1-9 16,2-1-10-16,0-3-12 0,-2-3-3 0,1 8-7 15,-2-4-3-15,2 2 3 0,-4 0-9 0,1 0-3 0,0 0-2 16,-3 0-6-16,2 6-2 0,-2-3 0 15,3 9-7-15,-3-10-4 0,0 3-3 0,3 7-3 16,-9-9-1-16,4 6-1 0,5 3-6 0,-8-5-1 0,8 5-3 16,-6-2-2-16,6 2-4 0,-8-4-7 15,8 4-8-15,0 0-4 0,0 0-2 0,0 0-1 0,0 0 4 16,0 0 2-16,0 0 0 0,0 0-5 0,36 9 2 16,-20-6 1-16,5-1 4 0,-1-2-2 0,7 2 0 15,-6 1-1-15,1-6 2 0,-2 6 3 0,0-1-3 16,-7 0-2-16,0 1 4 0,-3 0-1 0,0 1-3 15,2 1 0-15,-3 0 6 0,-2 4 4 0,1 1 3 16,-4-1-2-16,1-1 3 0,-1 1-1 0,-2 3 2 16,1-1 0-16,-1 1 3 0,0 1 0 0,-2-1 1 15,0 3-15-15,0-3-16 0,0 0-33 0,0 4-37 16,0-1-43-16,1-3-24 0,3 0-64 0,-4 0-161 16,2-1-418-16,2-1 185 0</inkml:trace>
  <inkml:trace contextRef="#ctx0" brushRef="#br0" timeOffset="58957.56">11269 6128 11 0,'2'-10'315'15,"0"1"-15"-15,-1 4-22 0,-1 5-27 0,4-8-28 16,-4 8-27-16,1-7-24 0,-1 7-17 0,0 0 8 15,0 0-3-15,5 35 2 0,-3-14-8 0,-2 4-5 16,0 2-16-16,0 1-16 0,0 1-4 16,2-2-16-16,-2 2-8 0,-2-1-9 0,2-2-9 0,-2 1-3 15,2-6-6-15,0-2-3 0,0-1-10 0,0 1-16 16,0-1-27-16,0-4-36 0,0 1-37 0,-2-2-45 16,-1-3-35-16,2-2-46 0,0-1-38 0,-2-1-51 15,-2-1-152-15,-2-2-471 0,7-3 209 0</inkml:trace>
  <inkml:trace contextRef="#ctx0" brushRef="#br0" timeOffset="59494.08">11274 6343 63 0,'12'-14'163'16,"-1"3"-6"-16,3-5-21 0,5-2-14 0,-5 4-9 16,3 1-1-16,-2 1 3 0,2-2 0 0,-3 0 7 15,3 2-1-15,-6 0 5 0,3 0-4 0,-4 0-5 16,-2 2-9-16,1 1-3 0,-4-3-9 0,0 2-2 0,0 0-3 15,-2 5-3-15,1-2-7 0,3 1-3 16,-5 2-11-16,-2 4-5 0,3-10-2 0,-3 10-10 16,0 0-8-16,0 0-1 0,0 0-10 0,0 0 0 15,0 0 1-15,4 29-5 0,-4-13 1 0,-1 4-2 16,-3 4-6-16,3-6-2 0,0 10 0 0,-1-2-4 16,2-6 1-16,0 4-1 0,-3-4-1 0,1-3 2 15,2 0-2-15,0 1-1 0,0-3-1 0,0-2-4 16,2-2-8-16,-2-1-11 0,3-4-9 0,-1 3-6 15,-2-1-5-15,0-8-1 0,2 7-4 0,-2-7 2 0,0 8 1 16,0-8 6-16,0 0 5 0,9 4 2 16,-9-4 0-16,8-2 2 0,-8 2 7 0,15-1 6 15,-5-1 1-15,1 0-1 0,0 2 1 0,-1 0 6 16,1 0 0-16,1 0-1 0,1 2 2 0,-1 0 1 16,-1-1 0-16,2 1 1 0,1-2 0 0,-1 0 5 0,5 0-4 15,-2-2 1-15,1 1-2 0,3-3 1 0,-3-1 1 16,-4 1-4-16,-2 1 3 0,0-4 2 15,-1 0-3-15,-3 1 1 0,-3-1-3 0,3-2 2 16,-4 1 4-16,5-4 0 0,-8 3 0 0,4-2 9 0,-3-1-2 16,-1 5 3-16,-1-5 2 0,-2 3 0 0,2 3 0 15,-4-4 11-15,2 4-2 0,3 6-4 0,-3-8 2 16,3 8-6-16,-7-6-4 0,7 6 5 16,0 0 2-16,0 0-7 0,-23 13-2 0,14-3 0 0,-2 2-1 15,2 2 5-15,0-1-7 0,0 3 0 0,3-2-19 16,-3 2-32-16,4-1-56 0,3-3-48 0,2-1-53 15,5-2-54-15,3 3-170 0,1-5-455 0,1-3 201 16</inkml:trace>
  <inkml:trace contextRef="#ctx0" brushRef="#br0" timeOffset="60453.65">12502 6202 129 0,'4'-16'273'0,"-4"4"-21"15,3 2-7-15,-1 0-16 0,-2 5-22 0,0 5-21 16,4-11-20-16,-4 11-21 0,0 0-24 0,0-7-9 15,0 7-13-15,0 0-7 0,8 18-2 0,-2-3-8 16,-3 9-3-16,-1 2-8 0,6 2-6 0,-4 2-4 16,2 3-6-16,-2-1-4 0,-2 3-4 0,5-1-6 15,-5 1 0-15,2-1-16 0,-1-3-24 0,-1 1-21 16,0-3-28-16,3-4-35 0,-5 2-24 0,3-8-24 16,-3 0-32-16,-1 1-27 0,-1-4-30 0,-7 1-115 15,6-6-360-15,-5 1 159 0</inkml:trace>
  <inkml:trace contextRef="#ctx0" brushRef="#br0" timeOffset="60736.13">12513 6700 61 0,'2'-4'189'15,"4"-1"-26"-15,2-4-10 0,3 3-13 0,7-6-13 16,7 0-13-16,4-3-8 0,0 3-5 0,0-3-8 16,0 4-6-16,3-2-2 0,-1 0-5 0,-2-1-3 15,-2 2-2-15,-4 0-2 0,-4 2-1 0,0 0 2 16,-3-1-4-16,-1-1-7 0,0-1 3 0,-2 1-1 15,-3-3-3-15,0 3-7 0,-1-1 20 0,-3 1 1 16,-3 2 6-16,-1-2-8 0,-2 2-6 0,-2-1-5 16,2 3-7-16,0 8-5 0,-5-10-1 0,-1 6-12 15,-1 1-4-15,7 3-5 0,-20 2-3 0,9 4-4 16,-6 3-3-16,0 5-2 0,-1 7-3 0,2-2 7 16,-2 1-8-16,2-1-1 0,7-1-6 0,3-3-20 15,1 5-17-15,3-5-26 0,2 2-28 0,3 0-21 16,5-2-35-16,1-2-19 0,1 2-30 0,3-6-25 15,5 3-135-15,-5-3-379 0,5-3 167 0</inkml:trace>
  <inkml:trace contextRef="#ctx0" brushRef="#br0" timeOffset="61233.83">13136 6543 204 0,'0'0'227'15,"6"-5"-20"-15,-6 5-24 0,0 0-14 0,5-6-21 16,-5 6-17-16,0 0-12 0,0 0-12 15,0 0-10-15,0 0-8 0,0 0-6 0,0 0-7 16,0 0-7-16,0 0-5 0,0 0-5 0,0 0-3 16,0 0-6-16,0 19 0 0,0-19 12 0,0 0 11 0,0 0 11 15,0 0 6-15,0 0 2 0,0 0-7 0,0 0-10 16,0 0-9-16,0 0-7 0,0 0 4 16,2-26-15-16,2 15-2 0,1 1-11 0,-1-2-4 15,6-2 0-15,-4 3-11 0,1 1-4 0,4-3-2 0,-2 4-2 16,0-1-5-16,0 3-1 0,2 4-3 0,-2-2-2 15,-2 4-3-15,4 2 4 0,-2 4-7 0,0-2 4 16,0 3-3-16,5 5 0 0,-3-4 2 16,3 5 6-16,-1 0-6 0,1-2 2 0,-3 1-1 0,4-1 2 15,3-1-4-15,0-1 0 0,-2-3-1 0,2 0-1 16,-3-1 2-16,1-3 0 0,-2-1 1 0,2 0 2 16,-7-2 0-16,4 0 3 0,-2-2-5 0,-2 0 2 15,0-2 2-15,-2 1 3 0,0-2 2 0,-3 1 3 16,0-1 8-16,-1-4-1 0,-3 4-2 0,0-1 0 15,0 8 2-15,0-13 0 0,0 6-3 0,0 7-3 16,-2-12 1-16,2 12-1 0,-1-9-4 0,1 9-6 16,0 0-4-16,0 0 3 0,0 0 0 15,0 0-3-15,-17 15 1 0,9-2-2 0,-2 4 2 0,-3 6 1 16,3 0-1-16,1-1 2 0,3-2-2 0,-2 2-3 16,4-1-5-16,0-2-9 0,3-1-8 0,-1 4-8 15,0-6-10-15,4 3-18 0,-4 0-23 0,2-2-38 16,-2 0-34-16,0-2-32 0,4-2-38 0,0-2-163 15,0-1-422-15,0 0 187 0</inkml:trace>
  <inkml:trace contextRef="#ctx0" brushRef="#br0" timeOffset="61483.62">13785 6188 173 0,'0'-7'269'0,"0"1"-31"0,0 6-30 0,0-8-24 16,0 8-15-16,0 0-5 0,0 0-3 0,4 22 9 15,-4-4-4-15,0 9-7 0,0-1-21 0,0 3-5 16,2 1-12-16,0 1-7 0,-1-1-13 0,1 2-10 16,0-2-8-16,-2 2-4 0,0-4-11 0,0-2-21 15,0-6-36-15,0 6-34 0,-2-9-40 0,0-2-41 16,1 3-36-16,-1-6-38 0,0-2-35 0,0-1-175 15,-2-3-420-15,-2-3 186 0</inkml:trace>
  <inkml:trace contextRef="#ctx0" brushRef="#br0" timeOffset="61867.78">13814 6396 168 0,'11'-13'167'0,"2"0"-13"0,1-1-12 0,-1 2-8 16,3-3-10-16,-5 5-2 0,5-3-2 0,-7 6-7 0,0-3-4 15,3 3-1-15,-3-3-4 0,-1 3-2 0,-1-1-3 16,0-1-4-16,-1 1-2 0,-1 2 0 16,-1 0-11-16,0 1-7 0,-4 5-8 0,7-6-7 15,-7 6-10-15,6-6-3 0,-6 6-16 0,0 0-7 0,0 0-1 16,0 0 2-16,6 20-1 0,-4-5 1 16,-2 2-1-16,-2 3-1 0,0 5-4 0,2 1 3 15,-4-1-6-15,3-6 6 0,-1 0-6 0,-1-1-3 16,3-2-1-16,0-1 0 0,0-4 4 0,0 0-7 15,-2-3 2-15,2-1-5 0,0-7 1 0,-2 10 1 0,2-10 4 16,2 9-2-16,-2-9 4 0,0 0 6 0,0 0-1 16,2 4 2-16,-2-4 1 0,0 0-6 15,0 0 0-15,19-11-1 0,-15 8-3 0,5-3-1 16,0-1-3-16,0 2 0 0,0 0-4 0,-2 3-3 0,0-1 3 16,3 3 0-16,-10 0-3 0,14 0-3 0,-7 3 0 15,4 0-5-15,-2 1-18 0,-2 1-20 0,4 3-21 16,-2 0-33-16,1-1-30 0,0 2-38 15,1-1-25-15,5 2-22 0,-5-3-134 0,4 0-377 0,1 1 167 16</inkml:trace>
  <inkml:trace contextRef="#ctx0" brushRef="#br0" timeOffset="62423.86">14646 6391 85 0,'0'-11'270'16,"-1"1"-17"-16,1 10-17 0,-5-11-14 0,3 5-21 15,2 6-21-15,-2-8-20 0,2 8-16 0,0 0-6 16,0 0 3-16,0 0 1 0,-11 19-15 0,8-9-15 16,2 2-9-16,1 1-7 0,1 0-9 0,2-1-10 15,3 2-3-15,-1 0-9 0,1-2-3 0,2-1-7 16,1 2-4-16,1-4-2 0,0 0-6 0,1-3-6 16,0 0-5-16,2-3-5 0,-1-1-2 0,0-1-3 15,0-1-5-15,-3-1-2 0,3-1-5 0,-1-1-4 16,-5-1-5-16,-1 0-4 0,2 0 0 0,-1-5-8 15,-3 1-4-15,-1-2-4 0,-4-1 0 0,2-1-2 16,-4-4 3-16,0-3-3 0,-4 3 5 0,1 0-1 16,2-1 2-16,-3 0 2 0,-2 4 7 0,2-1 2 15,2 5 3-15,-1 1 5 0,-1 0 0 0,4 2 3 16,1 1-6-16,3 5 1 0,-6-6-3 0,6 6-3 16,-6-5 0-16,6 5 0 0,0 0 3 0,0 0-1 15,0 0 2-15,0 0-2 0,0 0 2 0,27 12-1 16,-12-8-5-16,7-1-11 0,0-6-1 0,5 2-4 15,4-3-3-15,-1 0-4 0,0-3 2 0,-3-4 2 16,-7 6 5-16,-1-3 6 0,-2-1-2 0,-3-1 10 16,-3 1 5-16,-2 1 11 0,3-6 0 0,-6 0 9 15,2-1-3-15,-3 1-1 0,-3 2 5 0,1 0 9 16,1 3 4-16,0-3 7 0,-1 4 6 0,1 2-1 16,-4 6-8-16,2-6-5 0,-2 6-7 0,0 0-9 15,0 0 0-15,0 0 9 0,0 0 4 0,3 43-3 16,-3-12-2-16,-2 2 6 0,1 14 1 0,-3-11 1 15,0 16 0-15,3-4-3 0,-3 0-3 0,-3-3 5 16,5-12-7-16,-1 2 0 0,1-3 1 0,2 1-6 16,-4-1-1-16,4-3-24 0,0-3-28 0,0 1-31 15,0-6-43-15,0-6-50 0,-2 1-67 0,2-4-44 16,-2 0-216-16,1-2-524 0,1-10 232 0</inkml:trace>
  <inkml:trace contextRef="#ctx0" brushRef="#br0" timeOffset="62591.84">15067 6490 232 0,'5'-4'243'16,"-5"4"-24"-16,6-8-23 0,2 5-28 0,0-2-26 16,6 2-30-16,6-4-30 0,2 4-42 0,0-2-34 15,10 0-49-15,-1 0-46 0,3 1-24 0,0 3-87 0,4-1-216 16,18-4 96-16</inkml:trace>
  <inkml:trace contextRef="#ctx0" brushRef="#br0" timeOffset="62818.42">15981 6164 214 0,'1'-10'261'0,"1"2"-6"0,0 2-17 0,-2 6-25 15,1-8-22-15,-1 8-26 0,0 0-15 16,0 0-5-16,0 0-2 0,0 0 7 0,3 32 4 15,-5-14-4-15,0 10-8 0,3 3-13 0,-1 0 1 16,-1 3-14-16,1-2-12 0,-3 0-11 0,1 0-5 16,-1 0-6-16,2-5-8 0,-1 1-11 0,0-2-14 15,1-1-21-15,-1-8-34 0,-1 0-22 0,0-5-30 16,-1-1-35-16,2 0-42 0,-2 0-55 0,1-5-37 0,2 1-46 16,-4-3-147-16,5-4-454 0,-10 6 200 0</inkml:trace>
  <inkml:trace contextRef="#ctx0" brushRef="#br0" timeOffset="63350.64">15979 6424 41 0,'9'-14'172'15,"4"1"-15"-15,1 1-20 0,0-3-11 0,0 5-14 16,3-4 6-16,-2 3-8 0,-2-3-5 16,0 3 2-16,0-2 0 0,-3-1-3 0,1 1-2 15,0 2 5-15,-3 0-1 0,-3 1-4 0,3 1 5 0,-3-2-7 16,1 0-3-16,-4 1 1 0,3 1 3 0,-2 3-4 15,-3 6-1-15,2-9-7 0,-2 9-10 0,3-6-11 16,-3 6-9-16,0 0-8 0,0 0-6 16,0 0-5-16,0 0-4 0,0 0-5 0,-5 35-2 0,0-20-1 15,1 4 2-15,0 0-10 0,0 0 5 0,2 8-7 16,-5-3-4-16,6 0 5 0,-1-6-5 0,2 0 3 16,-2-3-6-16,1-2 0 0,2-2-11 0,-2 0-8 15,1-5-9-15,0-6 4 0,-2 13-6 0,4-7-3 16,-2-6 0-16,0 0-3 0,1 10-3 0,-1-10-4 15,1 6-1-15,-1-6 2 0,0 0 2 0,4 5 5 16,-4-5 1-16,8 5-1 0,-8-5 0 0,5 2 10 16,-5-2 4-16,11 5 3 0,-6 1 1 0,1-3 9 15,3 4 2-15,1-3 0 0,1 1 3 0,1-2 3 16,3 1-2-16,2 0 1 0,2-2-2 0,3-1-1 16,-2-1 5-16,2-3-13 0,5-1 0 0,-7 0-4 15,-1-3 3-15,2 3 2 0,-6-4-1 0,2-1-2 16,-4-1 3-16,0 0-1 0,-5 3 5 0,0-5 4 15,-2 2 13-15,1-2-2 0,-2-2 4 0,-3 2 0 16,-2-1 1-16,2 3 15 0,-5 0 0 0,2 0-5 16,-2 3-6-16,-1 0 0 0,-1 2-8 0,5 5 3 15,-7-3-3-15,7 3 5 0,-18 10 11 0,4 0-1 16,-1 1-2-16,2 2-4 0,1 1 3 0,-2 2-5 16,5 0-6-16,4-2 2 0,0-2-10 0,3 5-27 15,2-1-34-15,4-4-32 0,3-1-38 0,3 0-55 16,7-3-67-16,2 1-235 0,5-3-516 0,4 0 229 15</inkml:trace>
  <inkml:trace contextRef="#ctx0" brushRef="#br0" timeOffset="104674.62">17524 6222 76 0,'0'0'106'0,"0"0"-7"16,0 0-12-16,0 0 1 0,0 0-10 15,0 0 2-15,0 0-4 0,10 14-1 0,-8-3 1 0,-2 2-2 16,4 3-12-16,-4 1-15 0,0 3 10 0,-3-1-5 16,2 5 1-16,2 2-13 0,-2-6 4 0,1-1-7 15,-1-2-3-15,1 1 0 0,0-1-4 0,0-2 0 16,-1-3-7-16,1-2-2 0,-2-1 1 0,2-1-1 16,0-8 6-16,0 11 7 0,0-11 9 0,0 9 17 15,0-9 8-15,-2 6 7 0,2-6 8 0,0 0 3 16,0 0 2-16,0 0-4 0,0 0-5 0,-2 7 0 15,2-7-16-15,0 0-3 0,0 0-8 0,0 0-5 16,0 0 10-16,0 0-5 0,0 0-8 0,4-29-5 16,-1 21-13-16,4 0-9 0,-2 3 2 0,6-3-15 15,0 3-2-15,6 0-10 0,1 0-1 0,0 4 0 16,1-2 0-16,-1 3-2 0,0 3 6 0,1 0-9 16,-6 1 0-16,-2 0 2 0,0 1 1 0,1 2-3 15,-4-2 3-15,-1 2 2 0,-3-1 0 0,0 1 0 16,-3-1 2-16,-1 1 1 0,0-7 0 0,-4 12 5 15,-2-6-6-15,-3-1 5 0,-5 5 0 0,-4-4-2 16,3-1 1-16,-3-1-2 0,0 0-7 0,0-1-1 16,0 0-18-16,6-2-12 0,1-1-27 0,0 2-15 15,2-2-22-15,9 0-24 0,-12-2-59 0,12 2-133 16,-11-4-347-16,10-2 153 0</inkml:trace>
  <inkml:trace contextRef="#ctx0" brushRef="#br0" timeOffset="104886.56">18238 6306 111 0,'2'-3'180'0,"-2"3"-28"0,0 0-14 0,0 0-10 16,0 0-9-16,-24 2-4 0,9 4-4 0,-6 3-11 16,-3 3-2-16,-1 1-8 0,1 1-5 0,-1 1 0 15,3 2-18-15,7-6-3 0,1 2-8 0,1 1-7 16,4 1-1-16,0 0-9 0,5 1 1 0,3 1-6 0,2 0-38 15,3-3-13-15,6 1-22 0,0 1-32 16,15 0-27-16,0 0-25 0,6-5-137 0,1 0-281 16,6-2 125-16</inkml:trace>
  <inkml:trace contextRef="#ctx0" brushRef="#br0" timeOffset="105274.81">19178 6355 28 0,'0'-8'222'0,"0"8"-21"0,-9-11-16 0,3 7-16 16,-2 1-17-16,-3 2-6 0,-3 4-12 0,-7 3-3 15,3 2-10-15,-6 6-8 0,1 1-15 0,2 2-5 16,8-2-12-16,0-2-5 0,-2 8-8 0,8-5-7 16,1-2-6-16,2 2 3 0,2-5-15 0,2 2-3 15,3-2-2-15,1-1-3 0,1 0-7 0,2-1-2 0,1-2 0 16,3 0-10-16,-1-4-1 0,4 0-2 15,-3 0-7-15,3-3-1 0,-2-3 1 0,0 0-1 16,0 0 1-16,-2-2-4 0,1-3 0 0,-1-1 2 16,-1 2 7-16,-3-4-10 0,2-3 0 0,-1-1 2 15,-3 1-1-15,0 1 0 0,0 1-1 0,-3 1 3 0,1 1 3 16,-1 3 1-16,0 0-3 0,-1 7-2 0,3-8-8 16,-3 8 0-16,0 0 1 0,0 0 1 15,0 0 0-15,0 0-1 0,0 0 3 0,0 33 0 16,-1-22-1-16,-2 7 2 0,2-1 3 0,1 0-2 15,4-1 1-15,-2 1-6 0,3 0-18 0,0-2-20 0,3-2-19 16,-2-3-27-16,2 1-23 0,3-4-24 16,0 1-19-16,-1-3-17 0,1 2-120 0,-3-4-316 0,0-2 140 15</inkml:trace>
  <inkml:trace contextRef="#ctx0" brushRef="#br0" timeOffset="105945.6">19369 6521 109 0,'3'-11'126'0,"1"3"13"16,-1-1 2-16,-3 4-14 0,0 5-12 0,1-9-17 15,-1 9-8-15,3-5-8 0,-3 5-13 16,0 0 4-16,0 0-2 0,0 0-5 0,0 0 7 0,6 19 0 16,-6-12-9-16,0-7 3 0,0 17-3 0,1-7-6 15,-1-3-7-15,-1 2-1 0,2-1-8 0,-1-8-3 16,0 12-1-16,0-12-6 0,-1 10-2 0,1-10-1 16,1 6 0-16,-1-6 0 0,0 0 2 15,0 0 9-15,2 7 1 0,-2-7-3 0,0 0-4 0,0 0-4 16,0 0 0-16,0 0-5 0,15-17-4 0,-6 8-8 15,1 1-6-15,3-4-4 0,2 1 0 16,-1 1-1-16,3 1-4 0,-2 1 2 0,2 2 1 16,-6 3-2-16,1 0-2 0,2 3-4 0,-1 2 4 0,1 1-1 15,1 4 2-15,0-1 0 0,1 3 1 0,-1 1-3 16,1-1-9-16,-3 2-22 0,2 1-25 0,0-2-9 16,-1 0-21-16,3-2-9 0,-2 1-10 0,4-2-1 15,-1-2-3-15,2-2 1 0,2 0 4 0,0 0 9 16,-2-5 17-16,1 0 15 0,-2-1 14 0,0-1 15 15,-1-3 13-15,-4 0 16 0,-4 1 22 0,2-1 11 16,-5-2 16-16,0-1 15 0,-1 1 4 0,1-2 7 16,-5 0 6-16,1 0-2 0,-3 1 21 0,-2-2 1 15,2 2-6-15,-2 2-11 0,-2-1-5 0,-2 4-5 16,2-2-10-16,4 7-3 0,-16-3-7 0,4 5 2 16,-1 1-9-16,-5 4-7 0,1 1 0 0,-2 4-5 15,3-2 0-15,-2 3-3 0,4-1-4 0,0 1-4 16,6-4 2-16,2 2-3 0,-2 0-1 0,4-2 0 15,3 1 0-15,1-2 4 0,0-8-3 0,4 14 1 16,5-7-2-16,0-3-1 0,3-2 1 0,5-2-5 16,5-1 4-16,-4-3-3 0,-1-1-1 0,0-2-2 15,1-2 0-15,-3 0 2 0,2-5 6 0,-4 3 5 16,-1-6 1-16,-3 0 0 0,2-6 8 0,-4-1-4 16,1-2 0-16,-3-1-1 0,0-1-4 0,0-1 1 15,-1-1 8-15,0-2-3 0,0 3-3 0,0 2 2 16,-3 8 11-16,1 0 1 0,0 8 11 0,-1-1 1 15,-1 2-3-15,1 4-8 0,-1 6-9 0,0 0-8 16,2-9-1-16,-2 9-7 0,0 0 2 0,-4 29-1 16,1-9 1-16,-2 9-5 0,2 1 2 0,1 1 1 15,-1 2-3-15,0 1 2 0,1-2-21 0,1 1-18 16,2-2-19-16,3-1-52 0,-3 1-28 0,6-6-47 16,3-1-48-16,-2-7-211 0,3-2-467 0,2 0 207 15</inkml:trace>
  <inkml:trace contextRef="#ctx0" brushRef="#br0" timeOffset="106175.43">21024 6283 137 0,'0'0'242'15,"-4"-11"-20"-15,4 11-24 0,-13-2-16 0,1 6-12 16,-4 4-4-16,-8 6-8 0,1 3-9 0,-2 2-10 15,0 0-13-15,3 3-14 0,4 0-11 0,5-5-10 16,2 6-7-16,3-4-10 0,6 0-5 0,0-2-14 16,2 3-26-16,7-2-35 0,2-1-18 0,1-3-21 15,13 4-32-15,1-4-44 0,6-2-28 0,0-4-38 16,4 3-130-16,3-8-341 0,15 4 152 0</inkml:trace>
  <inkml:trace contextRef="#ctx0" brushRef="#br0" timeOffset="106585.17">21649 6428 25 0,'-7'-5'241'0,"-3"0"-13"0,-3 0-17 0,-5 1-12 0,0 1-10 16,-2 3-10-16,-8 0-5 0,1 3-10 0,1 3-17 16,5 0-15-16,0 0-10 0,6 5-14 0,-3-2-12 15,5 1 1-15,-1 2-16 0,4 1-10 0,2-2-8 16,-1-2-3-16,7 2-7 0,-2 3-2 0,3-3-6 0,3 2 0 15,2-3-2-15,4 2-7 0,-1-3 0 16,2-2-5-16,7 4-5 0,-5-6 2 0,3 1-1 16,4-2-3-16,1 0-2 0,-2-4-2 0,3 0-2 15,-2-1 1-15,-1-4-2 0,-4-2 2 0,-2 3-2 16,-1-6-1-16,2-2-3 0,1-4 2 0,-6 0-2 16,6-7-2-16,-4 0 0 0,-5 3 3 0,0-6 0 15,1 1 2-15,0-4-3 0,-1-1-2 0,1 1-1 16,-1 1 1-16,0-1-7 0,-2 4 5 0,1 6 13 15,-2 1 12-15,0 6 2 0,-1-1 14 0,2 6 2 0,-2-2-12 16,1 2-7-16,-1 7-13 0,0-9 7 16,0 9-18-16,0 0 0 0,0 0 2 0,-4 26-2 0,-2 0 2 15,-2 2-4-15,0 4 2 0,2 0 0 16,-2 0 0-16,2 2-6 0,1-2-1 0,-3 1-33 16,6 0-33-16,-4-4-43 0,6-1-40 0,3 0-60 0,1-1-59 15,0 1-222-15,1-9-528 0,1-6 234 0</inkml:trace>
  <inkml:trace contextRef="#ctx0" brushRef="#br0" timeOffset="106741.35">21886 6643 197 0,'3'-8'323'0,"-3"8"-8"0,2-8-7 16,-2 8-24-16,0 0-23 0,0-9-26 0,0 9-24 15,0 0-23-15,0 0-27 0,3-8-34 16,-3 8-51-16,0 0-56 0,0 0-72 0,0 0-97 0,0 0-91 15,0 0-138-15,0 0-409 0,0 0 182 0</inkml:trace>
  <inkml:trace contextRef="#ctx0" brushRef="#br0" timeOffset="107262.93">22954 6341 89 0,'3'-5'223'0,"1"1"-26"0,-4 4-21 0,0 0-22 16,5-5-15-16,-5 5-14 0,0 0 0 0,0 19 8 15,-1-2-9-15,-3 2-9 0,-2 5-8 0,1 4-12 16,-1-5-8-16,1 3-8 0,-1 0-9 0,1-7-2 16,0 0-7-16,1-3-4 0,-1 1-5 0,1-4-6 15,1-1-2-15,0-3-6 0,1 0 1 0,0-3-5 16,-1 1 1-16,3-7-7 0,-2 7 2 0,2-7 0 15,-2 7-3-15,2-7 1 0,0 0-1 0,-1 7-4 16,1-7 0-16,0 0-3 0,0 0 0 0,0 0-18 16,0 0-6-16,0 0-10 0,23-18 0 0,-10 14-5 15,6-3-1-15,1 4 2 0,1-2 0 0,1 3 2 16,-1 1-2-16,-1 2 2 0,0-1 1 0,-6 2-1 16,-1 2 1-16,-4-1-2 0,2 4 1 0,-6-3-4 15,-1 3 5-15,-1-2 6 0,-3 2 4 0,0-7 0 16,-7 19 2-16,2-10 2 0,-5 1 0 0,1-3 1 15,-4 4 2-15,1-4-19 0,1 0-33 0,-1-1-32 16,1 0-36-16,1-3-34 0,0 2-43 0,0-2-116 16,10-3-336-16,-9-2 149 0</inkml:trace>
  <inkml:trace contextRef="#ctx0" brushRef="#br0" timeOffset="107773.71">23320 6559 2082 0,'12'-9'182'0,"-3"0"-80"16,-3 2-44-16,-1 2-24 0,0 0-13 0,0 2-11 15,-5 3-4-15,7-4-5 0,-7 4 1 16,0 0-4-16,0 0 5 0,0 21-4 0,0-12 9 0,-2 3 1 16,2-1 9-16,-1 3-3 0,1-2-1 0,1-2 0 15,3 2 2-15,1-2-4 0,2 0 2 0,2-1-3 16,1-1 8-16,2-3-3 0,7-1-2 16,1-3 3-16,1 1 1 0,5-5-9 0,-6 0 4 0,-1-4-3 15,0 0 6-15,0-3 2 0,-2-2-1 0,-1-2-3 16,-5 2 2-16,0-5 9 0,-1 2-2 0,-3-2-2 15,-1-2-2-15,-1 2-2 0,-1-1 3 16,-1 4 6-16,0 3 5 0,-3 0 4 0,3 3-4 0,-3 2-5 16,0 6-10-16,0 0 1 0,0-11-8 0,0 11-2 15,0 0-4-15,0 0 7 0,0 0-4 0,-8 31-3 16,6-18 3-16,-1 1-5 0,2 3 1 0,0-4-1 16,2 2 7-16,2-2-9 0,2-1 8 0,3-1-3 15,3 1 2-15,5-2 0 0,1-3 3 0,3-2-3 16,10 0 3-16,-1-5-7 0,2-2-3 0,-3-3-4 15,0-2 3-15,-4-3 0 0,-4 2 1 0,-3-3 6 16,-1-2 19-16,-5-3-1 0,6-7-1 0,-4-2-6 16,-4 2 4-16,-4-5-1 0,0-1-4 0,-1 0 1 15,-2 0-2-15,1-2 4 0,-3 3-1 0,1-1 4 16,-1 12 21-16,0 1 14 0,0 4 16 0,0 2-17 16,0 4-14-16,0 6-12 0,0-10 1 0,0 10-11 15,0 0-4-15,0 0-6 0,0 0 2 0,-6 35 0 16,2-9 1-16,-1 5-2 0,-2 1 0 0,1 2 2 15,1 1-3-15,-2-1 0 0,5 0-6 0,1-1-20 16,-1 0-36-16,2 1-47 0,0-5-60 0,2 0-65 16,1-2-60-16,-1-2-228 0,-1-7-554 0,-2-1 246 15</inkml:trace>
  <inkml:trace contextRef="#ctx0" brushRef="#br0" timeOffset="107913.59">23957 6569 1866 0,'4'-10'30'0,"-2"-2"-17"16,1 3-6-16,1 0-25 0,3 1-14 0,2 0-4 16,6 0-7-16,12-1-4 0,5 3-24 0,8-1-25 15,15 2-25-15,6 0-121 0,1 1-263 0,35 2 117 16</inkml:trace>
  <inkml:trace contextRef="#ctx0" brushRef="#br0" timeOffset="108699.57">25273 6418 157 0,'0'-9'234'0,"0"2"-12"0,0 7 8 16,-9-16-7-16,2 8-17 0,-4 2-4 0,0-2-15 16,-7 0-12-16,-3 5-7 0,-7 0-7 0,0 4-19 15,-1 2-11-15,-3 3-10 0,4 2-11 0,5 3-8 16,-3 2-16-16,7-3-7 0,6 3-7 0,-5 0-4 16,7 1-12-16,4 1-5 0,0 2-3 0,4-1-6 15,7 0-4-15,2-1-2 0,3 0-5 0,6-3-11 16,2 0-7-16,2-2-5 0,8 1-7 0,0-6-7 15,3-2-8-15,-4-1 2 0,-3-4 2 0,-5 0 3 16,0-3 3-16,0-3 2 0,-3-5-1 0,-1-1-1 16,-2-2 3-16,-2-9-2 0,2 1 13 0,-5-2 2 15,1-2-4-15,-7-1 4 0,3-2 8 0,0 0-4 16,-1-3 3-16,-1 0 4 0,0-3-6 0,-2 7 12 16,7 1 8-16,-3 0 1 0,-4 9 7 0,0 2 8 15,0 1 6-15,1 8 3 0,-1-1-2 0,-1 3-11 16,1 7-10-16,0-10-10 0,0 10-11 0,0 0-1 15,0 0-7-15,0 0-4 0,-7 25 3 0,1 1 0 16,-2 3 3-16,2 1-1 0,2 0-6 0,0 4 1 16,2-4 0-16,-1 2 14 0,1-2-13 0,5 0-4 15,3-1 6-15,-2-1-6 0,1-2 1 0,1-2 0 16,1-7-15-16,4-1-10 0,-2-1 2 0,3-2-6 16,1-2-6-16,-5-3 1 0,3-2-4 0,1-1 0 0,0-1 5 15,-3-2 7-15,2-2-5 0,3-2 6 16,-4-3 5-16,2 0-2 0,3-7-1 0,-1 0 5 0,-5-3-3 15,2-1 3-15,1-9 0 0,-1 2 5 16,0-1-5-16,-6 5 2 0,-1-6-2 0,-2 6 5 16,3 2 1-16,-5 4 2 0,2 2 6 0,-4-2-2 0,2 5-1 15,0 8-2-15,0-11-4 0,0 11-5 0,-11-4 3 16,11 4 0-16,-18 12 0 0,-5 4 4 16,0 2 0-16,0 2-1 0,6 0 1 0,-1 2 1 0,3-2 0 15,8-1 0-15,-5 2 1 0,10-2 0 16,7-1 2-16,-3-1-8 0,9 0-12 0,7 4-19 0,3-4-27 15,8-4-15-15,0 0-13 0,1-6-13 0,5 1-10 16,-1-5-7-16,-1-1 0 0,1-4-1 16,-3-4 6-16,-4 1 3 0,-8-2 15 0,0-3 1 15,0 0 7-15,1-9 4 0,-5-1 12 0,-4-3 14 0,-3-1 24 16,2-1 3-16,-3-3 7 0,-2 1 11 0,0-3 18 16,1-2 9-16,-1 0 9 0,1 0 10 0,-2-2 10 15,1 2 6-15,0 6 36 0,-1 0 26 0,-3 8-3 16,3 7 7-16,-4 1 2 0,0 1-11 0,0 9-13 15,0-10-15-15,0 10-13 0,2-7-4 0,-2 7-8 16,0 0-4-16,-6 22-1 0,1 2-4 0,-4 5-1 16,0 5-4-16,0-2 0 0,-5 12-2 0,3 0-3 15,2-9-2-15,-7 10-1 0,8-11 1 16,1 1-1-16,-5 11-5 0,2-1-38 0,5-12-32 0,1-2-44 16,-2 0-52-16,2-3-63 0,2 0-216 0,0-8-462 15,-2-1 204-15</inkml:trace>
  <inkml:trace contextRef="#ctx0" brushRef="#br0" timeOffset="109135.72">25852 6482 2750 0,'18'-26'33'0,"-4"1"-15"0,-3 9 1 15,0 0 12-15,-2 3 10 0,-2 6-5 0,-2-2-6 16,-1 5-7-16,1-1-9 0,-1 1-5 0,-4 4-1 15,12 0-1-15,-12 0-2 0,10 10 4 0,-5-2 2 16,1 4 0-16,0 3-6 0,-4 1-15 0,0 0-8 16,-2 0-16-16,-7 2-13 0,4 0-11 0,-6-2-2 15,1-3-8-15,-2 1-6 0,0-5 1 0,1 1 5 16,4-3 9-16,-4 1 1 0,4-4 12 0,1 2 15 16,4-6 20-16,-5 7 16 0,5-7 11 0,0 0 3 15,0 0 3-15,0 0-5 0,0 0 0 0,0 0-4 16,0 0 2-16,26-10-4 0,-13 7-4 0,7-3 9 15,-3 0-7-15,4 1-3 0,6-7 0 0,-2 3 1 16,0-3-3-16,1 1-1 0,-1-2 2 0,-7 3 4 16,0-2 9-16,-2 0 3 0,-3-1 6 0,1-1-4 15,-3 0 2-15,-4 1 12 0,2-1 10 0,-4 2-1 16,-1 1-1-16,-2 2-4 0,0-3-1 0,-2 7-4 16,0 5-3-16,-2-11-4 0,2 11-7 0,-11-3-3 15,11 3-2-15,-20 8-1 0,9-2 1 0,-1 5-4 16,-1 0-9-16,4 3-23 0,-3 3-20 0,6 0-40 15,1-1-36-15,3 1-28 0,2-1-28 0,2 1-17 16,3-2-12-16,3 1-9 0,2-2-119 0,-5-3-355 16,3-3 157-16</inkml:trace>
  <inkml:trace contextRef="#ctx0" brushRef="#br0" timeOffset="109315.92">26252 6576 98 0,'9'1'82'16,"-9"-1"32"-16,11-3 10 0,-4-2 10 0,-3 1 0 16,4-2 2-16,0-2 9 0,-1-1-4 0,0-1 2 15,2-4-6-15,4-2-1 0,-6 2 2 0,3 0-5 16,0-1-9-16,1 1-3 0,1 3-7 0,-6 0-3 15,1 4-7-15,0 1-10 0,0 2-11 0,-7 4-11 16,7-6-10-16,-7 6-5 0,0 0-6 0,0 0-9 0,13 10-1 16,-7-1-3-16,-3 1-3 0,2 1-3 15,-1 3-13-15,0 0-23 0,-2-1-16 0,1 2-33 16,3 1-29-16,-4 0-36 0,4-4-46 0,-4 0-31 16,2-1-199-16,-1-1-425 0,3-3 188 0</inkml:trace>
  <inkml:trace contextRef="#ctx0" brushRef="#br0" timeOffset="109904.81">26810 6341 242 0,'-4'-13'250'0,"0"3"-10"16,-2-3-18-16,1 4-16 0,-1 2-23 0,-6 1-13 16,3 4-16-16,-4 3-14 0,-7 3-6 15,3-1-7-15,-6 10-10 0,4-2-8 0,-3 7-1 16,6-4-14-16,-2 7-5 0,9-4-9 0,-2-1-6 15,4 3-7-15,2 0-4 0,5-2-10 0,3 2-2 0,1-4-4 16,4 2-4-16,4-4-6 0,-3 0-4 16,3-6-10-16,3 1-10 0,1-2-4 0,2-1-6 0,0-3 3 15,1-2 1-15,0-5-5 0,-1-2 3 16,-4-2-2-16,0-1 4 0,-1-4-1 0,-3-1 6 0,-2-3-3 16,3-6-1-16,-2-1 0 0,-2-2-3 0,2-4 2 15,-3 0-5-15,1-1 2 0,-1 0 3 0,2-1-4 16,-2 0-5-16,1-2 7 0,-1 2 1 15,-3 3-4-15,2 4 11 0,-5 9 0 0,2 0-4 16,0 5 4-16,-2 3 2 0,0 0-9 0,0 9-6 0,0-8-5 16,0 8 1-16,0 0 1 0,0 0-1 0,-14 27 0 15,3-1 3-15,1 3-1 0,-2 1 4 0,3 0-4 16,3 3 0-16,1-2 4 0,0 0-4 0,5-2 2 16,0 1 2-16,0-3 1 0,5-4 1 15,2 3 0-15,-1-9 2 0,3-4-1 0,3 3 5 0,-1-4-1 16,5-2 1-16,-3-1 0 0,0-6-2 0,5-1 4 15,1 1-4-15,-2-6 1 0,-1 1 0 0,2-6-4 16,2 1 2-16,5-6-2 0,-12 0-5 16,6-7 2-16,0 3-8 0,-1-4-9 0,-4-3 6 0,2 2-5 15,-3-1 3-15,-3 5 0 0,-2 0 0 0,-1 3 1 16,-3 5 4-16,-2 1 6 0,4 1 4 0,-4 2-6 16,0 1-8-16,-2 5-1 0,0 0 1 0,0 0-1 15,0 0 4-15,0 0 3 0,-10 26 10 16,3-11 1-16,-1 2 0 0,-6 4 3 0,1 2 5 0,7-5 0 15,-6 7-1-15,0-3-2 0,4-4-4 0,0 1 3 16,0 0-2-16,4-2-21 0,-1 2-38 0,3-2-42 16,0-1-61-16,6-5-58 0,2 2-65 0,3-5-165 15,3-2-476-15,1-1 210 0</inkml:trace>
  <inkml:trace contextRef="#ctx0" brushRef="#br0" timeOffset="110440.12">27742 6281 137 0,'1'-8'241'0,"-1"8"-20"0,-1-8-21 15,1 8-18-15,-10-5-15 0,10 5-8 0,0 0-10 16,-17 10-10-16,10-2-11 0,0 0-18 0,0 2-12 16,4-1-9-16,0 1-9 0,2 2-6 0,1 1-7 15,1-2-9-15,3 4-1 0,2-3-3 0,2-1-6 16,5-1-3-16,3 0-15 0,-5-3-5 0,0-2-2 15,1-3-1-15,1 0-1 0,-1 0-7 0,2-5 6 16,-3-2-2-16,-1 0 5 0,-1-3-1 0,0 1-4 16,-2-1 0-16,0-3-4 0,-3 1 1 0,1-1 1 15,-3-2 2-15,0 3-3 0,0-6 5 0,2 1 2 16,-1 2-3-16,-3-3-2 0,2 1-1 0,3 4 12 16,0-1 0-16,-1 3-5 0,0-1-2 0,1 4-5 15,-1 0-8-15,0 1-4 0,-4 5-1 0,10-1-3 16,-10 1 1-16,13 9-2 0,-2-1 2 0,1 5-1 15,-2 2 2-15,0 0-5 0,-1 3 9 0,-1 0-7 16,-3-1 2-16,2 1-2 0,-2-3 0 0,1 1 0 16,-1-4 4-16,-1-2-2 0,-4 0 1 0,4-5 10 15,-2 1 16-15,1 0 22 0,-3-6 20 0,0 0-5 16,0 0-2-16,0 0-11 0,0 0-5 0,0 0 0 16,0 0-2-16,0 0-9 0,-12-21 0 0,11 10-4 15,1 1-6-15,2 0-10 0,4-6-3 0,-1 1-7 16,5-1 3-16,0-1-13 0,4 3 0 0,6-4-4 15,-4 5-4-15,1 5 3 0,-1-1 3 0,0 6-9 16,-2-1 4-16,-2 2-4 0,1 5 5 0,-3-2-4 16,1 4 1-16,-1 1 0 0,-3 2 0 0,1 7 4 15,-3 0 0-15,-3-4 4 0,4 6 1 0,-10 1-6 16,8 0-27-16,-8 1-51 0,4 2-63 0,0-4-80 0,-4 2-275 16,3-8-547-16,-2 5 243 0</inkml:trace>
  <inkml:trace contextRef="#ctx0" brushRef="#br0" timeOffset="111271.74">7738 7557 58 0,'-4'-13'231'16,"3"5"-15"-16,-2 3-13 0,3 5-13 0,-4-12-21 15,4 12-18-15,-1-9-17 0,1 9-20 0,0 0-11 16,0 0-13-16,0 0-1 0,0 0 4 0,-11 32-3 0,4-7-6 16,-1 4-2-16,2 3-6 0,1-3-5 15,-4 4-7-15,1 2-7 0,3-1-7 0,0 2 2 16,0-4-8-16,1 2-4 0,2-3-9 0,0-2 6 15,2-1-10-15,-1-3-17 0,1-6-27 0,1 2-20 0,2-2-22 16,-3-1-32-16,0-1-29 0,0 0-30 16,0-5-39-16,-1 1-144 0,-1-5-359 0,-3 2 159 15</inkml:trace>
  <inkml:trace contextRef="#ctx0" brushRef="#br0" timeOffset="111741.86">7670 7742 185 0,'19'-11'180'0,"-2"5"-19"0,2-1-15 16,-1 2-6-16,0 4-17 0,-7 1-9 0,3 0-14 15,-2 3-10-15,-2 0-1 0,-1 3-14 0,-3-2-8 16,0 5-6-16,-4 0-7 0,-1 3-3 16,-3 5-2-16,-3 0-9 0,-3 1-11 0,-10 3-4 0,-1 0-8 15,-1-2-2-15,-1-4-3 0,4-4-8 0,4-2 5 16,1-1 2-16,3-3 12 0,0-2 4 0,4 0 5 15,0-1 2-15,5-2 0 0,-11 5-4 0,11-5-4 16,-8 1-4-16,8-1 4 0,0 0-12 0,0 0 2 16,0 0 0-16,0 0-9 0,0 0-3 0,0 0 7 15,29-2-5-15,-11-1 1 0,4 2 2 0,-2-2-4 16,10-2 0-16,0 1 3 0,1 1-7 0,-2-3 2 16,2 0-1-16,1-1 1 0,-1 0 2 0,-1-2 4 15,1 1-9-15,-4-4 3 0,1 1 3 0,-3 0-1 16,0-2-2-16,-10 2 2 0,0 0-1 0,-2-2 4 15,-1 1 1-15,-5 2-3 0,2-4 3 0,-5 3-2 16,0-1 1-16,-4-4-1 0,1 1 1 0,-3 0 11 16,2 2 8-16,-2 3 3 0,0 4-2 0,-1-2 0 15,3 8-5-15,-8-9-7 0,8 9-2 0,-10-3-7 16,0 5 2-16,1 1-2 0,-5 10 0 0,1-1-3 16,-1 3 2-16,4 0-3 0,1 2 1 0,1 1 0 15,2 0 1-15,4-1-11 0,0 1-10 0,5 0-21 16,4 1-23-16,1-4-31 0,4 3-23 0,8-2-34 15,4 0-23-15,-1-6-149 0,-1-4-347 0,7-2 154 16</inkml:trace>
  <inkml:trace contextRef="#ctx0" brushRef="#br0" timeOffset="112290.27">8606 7759 181 0,'1'-10'196'0,"-2"-1"-10"0,-2 1-10 15,1 4 5-15,-4-3-11 0,6 9-2 0,-7-7-18 16,0 4-17-16,-4 1-12 0,11 2-13 0,-21 5-8 15,9 0-11-15,-1 3-5 0,-5 2-7 0,5 5-11 16,-1-2-1-16,4 1-8 0,1-1-6 0,1-1-6 16,4 0-3-16,3 1-5 0,1-2-3 0,1 2-6 15,2-3 5-15,2 0-14 0,0-1-9 0,2-4-7 16,0 2-6-16,5-1-6 0,-1-5 1 0,-2 2-6 0,4-3 6 16,-3-3 0-16,0 0 0 0,2-1 0 15,-2-2-1-15,-1 0 3 0,0-3 2 0,-3-1 2 16,0 1-2-16,1-1 1 0,-3-1 1 0,-1 0 2 15,2 0-4-15,-4 1 8 0,0-1-1 0,0 2 0 16,1-1 2-16,-1 4 4 0,-1 6 0 0,1-11-7 16,-1 11 3-16,2-6-5 0,-2 6-5 0,0 0 0 15,0 0 1-15,0 0-2 0,0 0 1 0,0 0 0 16,5 20-2-16,-3-10 5 0,0 0-2 0,3 0 6 16,-1 0-3-16,4 1 1 0,1-1 2 0,3 1-1 0,2-2 2 15,-1 1-5-15,1-6-5 0,3 2-9 0,-2-3-4 16,1-3-3-16,2-4-5 0,-1 1 1 15,-3 0 6-15,-2-5 3 0,1-2 4 0,-2 1 1 16,-1-4 10-16,-2-1 6 0,-2 0 7 0,-1-1 3 0,-2-2 2 16,-1 1 0-16,0 0 6 0,-2-9-5 15,0 6 4-15,-2 0 4 0,0 0 9 0,-2 1 0 16,1 1 0-16,-1-1 5 0,3 5 8 0,-1 0 6 0,-1 5 4 16,2 0-6-16,-2 1-5 0,3 7-6 0,-2-9-6 15,2 9-11-15,0 0 1 0,0 0-7 0,0 0-1 16,0 0-2-16,0 35-2 0,1-9 1 0,-1-1 2 15,0 5-4-15,0 0 2 0,1 1 0 0,2 0 0 16,-3 0-3-16,1 0 2 0,0-5-19 0,1 4-30 16,0-2-22-16,1 0-33 0,-1-3-26 0,0-6-40 15,-1-3-41-15,0 2-206 0,-1-8-439 0,0 0 195 16</inkml:trace>
  <inkml:trace contextRef="#ctx0" brushRef="#br0" timeOffset="112543.08">9045 7622 147 0,'3'-6'174'0,"-2"2"-20"15,-1 4-16-15,3-7-12 0,-3 7-14 0,0 0-15 16,0 0-3-16,-11 17-12 0,0-1-4 0,-1 0-12 16,-4 3-8-16,3-5-1 0,-2 2-9 0,3-1-4 15,1-4-2-15,2-2-3 0,4-2-7 0,-1-1-2 16,3 0-1-16,-1-3-1 0,4-3-6 0,-5 9-8 15,5-9-2-15,-5 9-1 0,5-9-1 0,0 6 0 16,0-6 1-16,7 13 1 0,-2-7-5 0,3 2 5 16,1 0-15-16,5 4-14 0,-2-2-11 0,3-1-33 15,3-1-20-15,7 3-23 0,0-2-147 0,-6-3-271 16,14 0 120-16</inkml:trace>
  <inkml:trace contextRef="#ctx0" brushRef="#br0" timeOffset="112888.77">9636 7633 5 0,'-2'-9'282'0,"1"1"-23"0,1 8-28 0,0-10-29 16,0 10-24-16,0 0-21 0,3-6-14 0,-3 6-14 16,0 0-9-16,16 29-6 0,-3-8-9 0,0 3-4 15,0 1-2-15,2-2-3 0,-2 2-6 16,2-1-2-16,-1 2-6 0,0-5-7 0,0 1-4 0,-1-7 4 15,0 1-14-15,-1-4-5 0,0-2-1 0,-4 0-4 16,1-5-1-16,-3 0 3 0,0 0 8 0,0-4 8 16,1-1-2-16,-7 0-5 0,13-4-7 0,-7 0-3 15,2-5-4-15,3-3-1 0,-3-1-1 0,0-3-3 16,-3-2-9-16,4-6 14 0,-4 5-21 0,4-8-9 16,-4-1 3-16,-1-1 0 0,2-1-5 0,-3-1-4 15,1 4-3-15,0-4-11 0,-2 4-17 0,-3 2-4 16,1 9-21-16,0-3-18 0,-1 8-15 0,1 2-35 15,0 2-45-15,0 7-45 0,-2-10-23 0,2 10 1 16,0 0-1-16,0 0-3 0,0 0-136 0,0 0-395 16,3 32 175-16</inkml:trace>
  <inkml:trace contextRef="#ctx0" brushRef="#br0" timeOffset="113236.26">10278 7638 221 0,'11'-3'237'16,"-11"3"-14"-16,7-2-11 0,-7 2-15 0,0 0-16 15,0 0-16-15,0 0-16 0,0 0-14 0,0 0-6 16,0 0-9-16,0 0-3 0,-34 11-7 0,20-2-9 0,-1 2-10 16,-2 3-6-16,-5 1-5 0,9-2-8 0,-1-1-10 15,3-1-4-15,2 4-8 0,3-6 0 16,-1 3-9-16,3-2 4 0,-1 1-10 0,5-5-13 16,-3 1-17-16,3-7-11 0,-1 11-5 0,1-11-6 0,1 9-1 15,-1-9 1-15,6 6 1 0,-6-6 5 0,7 0 2 16,-7 0-1-16,0 0 3 0,22-11-1 15,-13 5 4-15,-1 0 2 0,2-3 0 0,-2-1-1 16,-1 1 2-16,1-2-3 0,-1-1 6 0,0 5 2 16,-2-2 0-16,-1 2 3 0,0 1 3 0,-4 6-1 0,5-9-5 15,-5 9-3-15,6-2-1 0,-6 2 2 0,0 0-3 16,0 0 3-16,12 16 7 0,-10-6 0 16,2 0 4-16,0 6-3 0,1-2 0 0,-1 1 0 15,0 1-1-15,0 0-13 0,-1 1-18 0,3-2-30 0,-1 2-44 16,1-4-31-16,-1-2-38 0,3 1-43 0,-3-2-174 15,3-4-412-15,2-2 182 0</inkml:trace>
  <inkml:trace contextRef="#ctx0" brushRef="#br0" timeOffset="113449.53">10535 7467 86 0,'0'-20'262'0,"0"5"-5"0,0 3-4 0,0 1-13 0,0 5-21 15,0 6-25-15,2-12-26 0,-2 12-17 0,0 0-21 16,0 0-12-16,0 0-9 0,7 24-2 0,-4-4-8 16,3 6-7-16,-1 4-3 0,-1 6-10 0,1-2-4 15,1 14-8-15,-1-15-7 0,1 0-1 0,-2-1-23 16,-2-1-22-16,1 1-42 0,-1 0-40 0,0-7-42 16,0 2-44-16,0-10-45 0,-1-1-203 0,-1-4-434 15,1-3 193-15</inkml:trace>
  <inkml:trace contextRef="#ctx0" brushRef="#br0" timeOffset="113956.3">10758 7682 27 0,'2'-7'257'0,"0"1"-21"0,-2 6-24 0,5-9-25 16,-5 9-17-16,0 0-18 0,0 0-16 0,0 0-16 15,0 0-10-15,0 0-11 0,5 21-5 0,-4-12-8 16,2 7-12-16,-3 0-7 0,2 0-7 0,1-1-6 15,-2 1-4-15,2-3-5 0,-1 0-5 0,1-2-5 16,2 1-2-16,-1-3-4 0,-2 1-4 0,3-1-11 16,-1-4-5-16,-1 0-9 0,3-3-3 15,-6-2-1-15,11 7-6 0,-3-5-2 0,-8-2 5 0,14-2-5 16,-1-3-4-16,-1 0 0 0,0 0 9 0,6-4-4 16,-4 0 2-16,-1-1 6 0,4-1 3 0,-1 0 0 15,0-2 9-15,-2 3-1 0,1-2 2 0,-3 6 5 16,-2-2 3-16,0 6 1 0,-4-2 1 0,1 0-4 15,-1 1-1-15,1 2 2 0,0-3-5 0,-7 4 4 16,10-1-2-16,-10 1-6 0,16 1 2 0,-16-1 0 16,14 2 2-16,-8-2-4 0,6-2 1 0,-5 4-1 15,5-4 3-15,-3 2-1 0,4-2 0 0,-2-2-1 16,3-1-1-16,2-2 4 0,1 2-6 0,-2-2 1 16,-3 0-1-16,-2 1 2 0,1 2 2 0,-4-5 1 15,1 1 1-15,-2 2 0 0,1-4 8 0,-3 2 6 16,-2 1 15-16,1 1 2 0,-3 6-9 0,2-14 2 15,-2 14-1-15,-5-8 0 0,5 8-7 0,-5-5-2 0,5 5-4 16,-11 0-5-16,11 0-6 0,-16 6 1 16,6 1-1-16,1 3-2 0,-1 4 0 0,0-2 0 15,1 2 1-15,2-1-4 0,2-2 1 0,1 4-3 16,3 2 0-16,-1-8-24 0,2 4-24 0,2-1-37 16,2-1-39-16,4 0-36 0,5-1-33 0,3-1-38 15,1-2-160-15,11 0-417 0,3-2 185 0</inkml:trace>
  <inkml:trace contextRef="#ctx0" brushRef="#br0" timeOffset="114477.9">11828 7659 243 0,'2'-8'232'0,"-2"8"-24"0,0 0-20 0,0 0-15 15,0 0-7-15,0 0-14 0,-13 19-14 0,13-19-10 0,-11 20-14 16,8-10-11-16,3 1-9 0,-2 2-14 15,0-2-4-15,6 0-9 0,-1 1-3 0,8 0-6 16,-2-2-4-16,-1 0-2 0,8-1-5 0,-2-5-6 16,4 3 1-16,0-5-8 0,0 0-6 0,0-2-9 0,-1-1 1 15,-6-1-2-15,2-3 1 0,-4 1-3 0,2-3-1 16,-4-1 0-16,-3-1 0 0,1-2-3 16,-4 0-6-16,-1 0 1 0,-1-7 2 0,-2 6 3 15,-2-3-1-15,-3-3-1 0,-4 3 1 0,3 2 0 0,3 1 13 16,-2 5 1-16,0-3-5 0,2 7-3 0,1-3-3 15,-1 3-6-15,6 3-2 0,-10-2 0 16,10 2-1-16,0 0-1 0,-9 5-2 0,9-5-2 16,0 12 3-16,0-12 2 0,7 10-2 0,3-4-8 15,8 0-6-15,3 0-15 0,7 1-10 0,5-7-9 0,-2 1-5 16,3-5-3-16,-4 1-5 0,1-3 6 0,-6-3 3 16,-6-1 6-16,-3 2 7 0,-1-2-5 0,-2-1 10 15,-3-4 3-15,-1 0 10 0,-1-1 3 16,-4 0 18-16,1-1-6 0,-4 0 16 0,4 1 15 0,-5 3 7 15,0 2 6-15,0-1 13 0,2 3 5 0,-2 4 1 16,0 5-6-16,2-12-7 0,-2 12-16 16,0 0-5-16,0 0-3 0,0 0-2 0,0 0 0 0,-4 43 1 15,-1-11 0-15,3 2 0 0,-2 11 2 16,-1 5-3-16,-2-5 0 0,1 4-2 0,3-1-2 0,1-2 2 16,2-12-6-16,0 1 2 0,0-1-10 15,2-1-20-15,1 0-25 0,1-3-33 0,0 0-44 0,-2-6-44 16,3-3-37-16,0-3-216 0,-5-6-448 0,2-1 198 15</inkml:trace>
  <inkml:trace contextRef="#ctx0" brushRef="#br0" timeOffset="114641.31">12246 7928 148 0,'3'-4'284'0,"3"-2"-30"0,0 0-26 15,1-3-39-15,5 5-30 0,-1-2-41 0,3-1-48 16,-1 4-53-16,5-4-63 0,-3 2-63 0,-3 1-110 16,5-2-237-16,-5 2 105 0</inkml:trace>
  <inkml:trace contextRef="#ctx0" brushRef="#br0" timeOffset="115126">13446 7467 72 0,'0'0'250'15,"4"-6"-28"-15,0 2-22 0,-4 4-28 0,0 0-12 0,0 0-16 16,0 0-15-16,14 11-2 0,-7-2-7 0,0 5 2 16,1 4 3-16,1 4-6 0,1 1-13 15,-4 2-9-15,1-1-5 0,3-2-7 0,0 2-9 0,-1-6-8 16,0 1-6-16,0-2-6 0,0-2-5 0,0-2-2 15,3 1-1-15,-4-3-9 0,-1-4 0 0,-1-1 8 16,1 0 3-16,-2-2 7 0,0-2 5 16,-5-2 6-16,10 3 3 0,-10-3 13 0,9-1-9 0,-9 1-7 15,10-4-3-15,-6-5-9 0,5 2-4 0,-3-2-8 16,0-1-2-16,4-6-1 0,-5-1-9 0,4 1-2 16,0-2-2-16,2-6 2 0,-4 6-7 15,5-7 7-15,1-2-24 0,-1 3-20 0,2-2-14 0,-1 3-16 16,0 0-17-16,-3 6-26 0,1 2-29 0,-1 6-46 15,-1 2-55-15,3 1-33 0,0 4-36 0,-5 3-152 16,2 2-474-16,0 6 210 0</inkml:trace>
  <inkml:trace contextRef="#ctx0" brushRef="#br0" timeOffset="115509.54">14041 7886 185 0,'0'0'264'0,"10"-4"-13"15,-10 4-18-15,7-8-13 0,-1 3-13 0,-2 0-6 16,2-1-14-16,-2-1-9 0,1-1-15 0,-1 0 3 16,2-2-17-16,-4-1-14 0,0 0-9 0,2-2-17 15,-3 2-10-15,0-5-6 0,1 4-9 0,-4-4-16 16,0 0-5-16,-2 3-6 0,0 2-5 0,-2 0 0 16,0 0-2-16,-1 2-10 0,-1 0 4 0,-2 3-12 15,1-1-6-15,3 3-5 0,-1 1-7 0,0 0-1 16,7 3-3-16,-9-3-10 0,9 3-5 0,-5-4-5 15,5 4-1-15,0 0 3 0,0 0-5 0,0 0 9 16,0 0-4-16,14 17 3 0,0-15 4 0,3 3-2 16,4-5 1-16,10 2 2 0,-2 2 0 0,3-2-3 0,-3 1 0 15,0 1-2-15,-8-1 2 0,-4 0 8 0,2 1-13 16,-6 0-1-16,-1 0 4 0,-1 2 13 0,-3 2-17 16,2 1-1-16,0-1 3 0,-5 4 3 0,2 1 0 15,0 3-2-15,-5 0 3 0,0-3 2 0,-1 6 3 16,-1 0 8-16,1-3-12 0,-3 3 2 0,0-1-32 15,0-2-26-15,-2 0-42 0,3 2-49 0,2-7-56 16,0 0-39-16,2-1-203 0,2 1-483 16,3-7 215-16</inkml:trace>
  <inkml:trace contextRef="#ctx0" brushRef="#br0" timeOffset="115669.6">14694 7882 250 0,'0'0'325'0,"5"-5"-11"0,-5 5-12 15,0 0-15-15,4-4-25 0,-4 4-26 0,0 0-27 16,0 0-20-16,7-4-21 0,-7 4-19 0,0 0-33 16,0 0-34-16,0 0-48 0,0 0-54 0,0 0-68 15,0 0-60-15,0 0-35 0,0 0-231 0,0 0-449 16,0 0 198-16</inkml:trace>
  <inkml:trace contextRef="#ctx0" brushRef="#br0" timeOffset="118823.5">11736 8845 193 0,'0'0'252'16,"-3"-12"-19"-16,3 12-25 0,0-9-20 0,0 9-21 0,-1-7-18 16,1 7-19-16,0 0-15 0,0 0-12 0,0 0-11 15,0 0-11-15,15 12-7 0,-1 2-7 0,-8 3-5 16,8 5-7-16,-1 2-2 0,0 3-6 15,1 1-2-15,-2-3-8 0,0 5 2 0,-1-1-1 0,-1 0-6 16,-1-2-5-16,1 0 0 0,0-2-3 0,0-1-2 16,-1-7-6-16,-1 2 1 0,1-4 3 0,0 1-6 15,-4-5 0-15,1-1-8 0,1 0 1 0,-1-3-1 16,0 1 0-16,1-2 1 0,-3-2-3 0,1 0 13 16,-5-4 17-16,6 5 17 0,-6-5-1 0,10-2-3 15,-10 2-4-15,15-15 2 0,-4 1-2 0,3-6-2 16,-1-3-4-16,1-3-2 0,-2-1-3 0,1-2-4 15,-1-4-2-15,0 0-4 0,0 0-4 0,0-2-1 16,0 3-3-16,-1-1 3 0,0 1-6 0,-2 0-1 16,1 2 0-16,0 3 5 0,-5 8-8 0,2 4 2 15,-3 3-3-15,-1 1-12 0,-2 3-25 0,4 3-32 16,-3 0-43-16,-2 5-27 0,0 0-11 0,0 0-23 16,0 0-19-16,16 18-17 0,-11-1-185 0,-1 2-419 15,0 6 186-15</inkml:trace>
  <inkml:trace contextRef="#ctx0" brushRef="#br0" timeOffset="119199.29">12468 9074 142 0,'-14'-14'184'0,"8"12"-11"0,-3 1-13 0,-2 1-12 15,-2 2-11-15,-1 2 1 0,0 0-5 0,-1 3-5 0,-3 3-13 16,-5 6-1-16,3 3-14 0,0-1-7 0,6-4-11 15,-1 7-9-15,2 0-5 0,8-4-5 16,-4-1-6-16,6 0-4 0,1 0-4 0,2-5-6 16,3 1-7-16,0 0-1 0,5-2-1 0,1-2-5 15,-3-2 1-15,7 1-6 0,-1-3-1 0,1-1-4 0,2-2-8 16,1-2-5-16,3-2 3 0,-3-3-3 0,1-1 1 16,0-3 2-16,-6-2-5 0,-1 4 3 0,3-6 0 15,-3 1 8-15,-1-3-3 0,1 0 3 0,-4 0-1 16,1 2 6-16,-3-3 1 0,0 2 2 0,-2 5-5 15,1 1 5-15,0 1 0 0,-1 0-3 0,-2 8-5 16,3-7-4-16,-3 7-6 0,4-7-1 0,-4 7-5 16,0 0 0-16,0 0 3 0,0 0 0 0,2 27-4 15,-4-14 5-15,2 3-1 0,0 2 1 0,0-1-18 16,-2 2-16-16,0-2-27 0,1 2-24 0,1-2-39 16,1 1-34-16,1-7-35 0,0 1-168 0,2 0-387 15,0-5 172-15</inkml:trace>
  <inkml:trace contextRef="#ctx0" brushRef="#br0" timeOffset="119418.29">12852 9114 11 0,'-7'-2'223'15,"7"2"-14"-15,0 0-17 0,-17 6-10 0,8 2 4 16,-2 5-10-16,0 1-4 0,-1 2-13 0,1-1-14 15,1 0-13-15,1-1-14 0,3 4-10 0,2-4-11 16,-1 2-7-16,5 1-11 0,0-5-7 0,0 3-9 16,2-3-25-16,3-1-32 0,2 0-44 0,3-3-40 15,0 0-53-15,7 0-52 0,0 0-155 0,5-3-367 16,0-4 163-16</inkml:trace>
  <inkml:trace contextRef="#ctx0" brushRef="#br0" timeOffset="119900.96">13136 9387 158 0,'4'-5'230'0,"1"0"-10"0,1-1-5 0,1-4-2 16,-1 3-13-16,2-2-15 0,-4-1-12 0,2-1-9 15,1 1-7-15,3-5-6 0,-1 1-15 0,-1-6-9 16,-1 5-10-16,2-3-10 0,-2 1-4 0,-1-1-6 16,-1 2-9-16,1-2-10 0,-1 0-8 0,-5 2-4 15,1 0-4-15,-4-1-1 0,0 5-13 0,-1 0 0 16,2 3-5-16,-1 0-2 0,-1 1-4 15,0 2-5-15,-1 1 4 0,1-1-13 0,4 6-5 0,-14-3 1 16,5 1-9-16,-2 2 1 0,11 0-4 0,-14 5-8 16,8-1-7-16,2 1-3 0,-1-1-6 0,2 4-3 15,3-8 0-15,5 15-4 0,-2-9 0 0,3-1-1 16,3 2 3-16,7 3-10 0,-5-4 2 0,7 1 2 16,-2 1 2-16,0-2 9 0,1 0-5 0,-1 1 2 15,-7-1 0-15,2 1 5 0,1 0-4 0,-3 1 6 16,-1 3-2-16,2 0 1 0,-4-2 3 0,-1 3 2 0,-1 4 2 15,0 3 0-15,1-2 1 0,0-2-13 16,-5 2-26-16,2 0-22 0,0 1-36 0,-2-1-45 16,0-3-43-16,1-1-43 0,-2-3-144 0,1 1-408 15,3-2 182-15</inkml:trace>
  <inkml:trace contextRef="#ctx0" brushRef="#br0" timeOffset="120677.37">13598 9242 215 0,'0'0'221'0,"0"0"-26"16,0 0-20-16,0 0-10 0,0 0 5 15,0 0-12-15,-5 29-14 0,5-14-13 0,0 2-8 0,0-5-7 16,2 8-12-16,1-3-5 0,-3-1-9 0,1 0-6 16,1-4-3-16,-2-1-13 0,2-1-2 0,-2-4-9 15,2 0-4-15,-2-6 12 0,0 8 18 16,0-8 14-16,0 0 6 0,0 0-6 0,0 0-7 0,0 0-9 15,0 0 0-15,0 0-19 0,0 0-2 0,0 0 2 16,0-27-13-16,0 17-11 0,2 0-4 0,0-2-6 16,3-3-12-16,-1-1-9 0,3-2-3 0,2 2-1 15,0-1-5-15,4-8-1 0,1 9-2 0,1-6-4 16,-1 8 0-16,-1 3-1 0,2 2 2 0,-5 3-4 16,-1 2-1-16,3 2-3 0,-3 2 5 0,3 3-4 15,-2 3 0-15,-3 1 6 0,3 0 1 0,0 5-2 16,-3-2 2-16,-1 0 0 0,1 6 3 0,-3-6 0 15,2 0-2-15,-2-2 3 0,-2 3 8 0,-2-5-3 16,2 0 1-16,-2-6 1 0,0 12 4 0,0-12 2 16,3 7 3-16,-3-7 5 0,0 0 4 0,0 0 4 15,0 8 3-15,0-8-1 0,0 0-1 0,0 0 2 16,0 0-3-16,0 0-1 0,0 0-6 0,0 0-2 16,0 0-8-16,0 0-1 0,0 0 1 0,-3-26-3 15,8 15-2-15,-1-1-2 0,0 0-7 0,1-3-5 0,7-1 0 16,-2-1-6-16,4-4 6 0,-3 7-5 15,2 0 1-15,2 3 1 0,-5 2 0 0,2 2-1 16,-1 2 0-16,0 0-3 0,-1 3 5 0,-2 4-5 0,1 0 2 16,0 4 3-16,-2 1 0 0,2 8 0 0,2-2 3 15,-4-3-1-15,2 5 2 0,-1-1 1 0,-1 0 5 16,1-2 0-16,-2-3 9 0,1 1-1 16,-1-1 1-16,1-1 5 0,0-5 7 0,2 3 3 0,0-3-1 15,4-3 3-15,-2 0 5 0,1-3-14 0,6-3 6 16,0 1-6-16,-7 0-1 0,0-2 0 15,0 0-4-15,-2-1 7 0,-2-1-5 0,1-1-3 0,0 0 2 16,-3-2-3-16,-1 1 7 0,0-1-5 0,-2 1-4 16,0-2-2-16,-1 0 6 0,-1 3-9 0,0 4-3 15,0 6 0-15,0-13 0 0,0 13-8 0,-1-11-12 16,1 11-7-16,0 0 4 0,0 0 3 0,0 0-2 16,-17 16 5-16,10-1-1 0,3-5 0 0,-3 8 5 15,4 0-2-15,-1 0 1 0,2 8 1 0,2-8 4 16,0 1-1-16,0 1 1 0,0-2-1 0,0-1 3 15,0 0 0-15,0-2 10 0,0 1-7 0,2-2 2 16,0-4 4-16,-1 0 3 0,-1 3 0 0,-1-3-1 16,-3 0-9-16,2 1-8 0,-2-1-12 0,-4-1-28 15,0 0-33-15,1-1-39 0,-2-2-32 0,4-2-43 16,0-1-42-16,-6-3-163 0,11 0-440 0,-11-2 196 16</inkml:trace>
  <inkml:trace contextRef="#ctx0" brushRef="#br0" timeOffset="120845.62">14609 9122 2201 0,'20'-8'62'0,"-1"4"-53"0,-4 0 4 0,-2 1-8 0,0 3-7 16,3-4 3-16,0 5 10 0,1 0-11 0,-3 1 3 16,-1-2 2-16,1 2-7 0,-1 0-26 0,-1 0-26 15,-1-1-31-15,-2 1-30 0,1 0-46 0,-6 2-150 16,3 0-336-16,-7-4 149 0</inkml:trace>
  <inkml:trace contextRef="#ctx0" brushRef="#br0" timeOffset="120981.74">14737 9250 241 0,'0'0'239'0,"-5"5"-16"0,5-5-11 0,0 0-12 0,0 0-15 16,0 0-18-16,0 0-15 0,9 9-14 0,-9-9-12 15,14-1-13-15,0-1-31 0,-1 1-43 0,6-1-62 16,7-5-81-16,-6 3-95 0,9-4-100 0,-4 0-323 15,-6-1 143-15</inkml:trace>
  <inkml:trace contextRef="#ctx0" brushRef="#br0" timeOffset="122068.13">16322 8424 175 0,'1'-9'256'0,"0"-2"-17"16,1 6-16-16,-2 5-19 0,0-11-26 0,0 11-16 15,2-6-20-15,-2 6-19 0,0 0-12 0,0 0-7 16,22 24-3-16,-10-2-5 0,0 7-2 0,0 2-12 15,-3 0-9-15,1 4 1 0,-1 10-11 0,-1-11-8 16,-3 1 2-16,4-2-11 0,-4-2-7 0,2-2-3 16,0-3-2-16,0 0 0 0,1-3-3 0,-4-8 0 15,2 1-1-15,-2-4 0 0,0-1 2 0,1-2 0 16,-2-4 11-16,-1 2 20 0,1-3 17 0,-3-4 24 16,4 7-2-16,-4-7-10 0,0 0-10 0,0 0-7 15,16-16-6-15,-7 6-11 0,-2-7-7 0,2 1-1 0,2-8-6 16,-1-1-4-16,1-2-3 0,0-1-5 0,-1 1 8 15,1-5-16-15,-1 3-1 0,0-1-5 16,0-3-6-16,2 2 6 0,-3 0-6 0,1-1-4 16,0 4-6-16,-2 1 7 0,-2 8-21 0,-1 3-11 0,-1 1-23 15,1 5-16-15,-4 3-34 0,1 0-42 0,-2 7-60 16,3-6-24-16,-3 6-8 0,0 0-10 0,0 0-7 16,8 30-197-16,-12-6-480 0,2 6 212 0</inkml:trace>
  <inkml:trace contextRef="#ctx0" brushRef="#br0" timeOffset="122458.01">16819 8926 60 0,'0'0'235'15,"13"0"-13"-15,-13 0-7 0,19-4-9 0,-8 0-10 16,0-3-8-16,-2 2-10 0,3-2-13 0,1-3-10 16,0-1-10-16,1 0-7 0,-4-5-11 0,2 2-14 15,-1-3-7-15,-2 0-10 0,3-2-12 0,-2-6-7 16,0 2-8-16,-1 0-8 0,-3-5-5 0,-2 3-9 15,-1 7-3-15,-3-1-1 0,0 2-7 0,0 0 1 16,-1 5-4-16,-2-1-9 0,-1 3 1 0,3 1-3 16,-3 0 4-16,4 9-8 0,-6-10-6 0,6 10-1 15,-4-7-8-15,4 7 0 0,0 0 4 0,-10 3-2 16,10-3-2-16,-8 7-4 0,8-7-1 0,-5 12-2 16,4-6 0-16,2 3-5 0,3-1 0 0,2-1 2 0,3 1-1 15,6 0 4-15,1 0 0 0,4 0-3 16,-1-5 3-16,3 1 2 0,5 1-4 0,-5 0 4 15,-3 0-2-15,1-2 1 0,-1 1-5 0,-2-1 2 16,-4 1 0-16,-4 2-4 0,1 0 3 0,-1 4 3 0,0 0-4 16,-3 5 2-16,1 2 10 0,-2 1 2 0,-1 0 0 15,-3 2 2-15,3 3 2 0,-4 4 1 0,0-7-5 16,-2-1 6-16,0 0-5 0,-2 0-21 0,2 1-33 16,-1-3-40-16,0 2-56 0,2-3-47 0,0-1-48 15,0-5-181-15,3 3-451 0,-1-4 199 0</inkml:trace>
  <inkml:trace contextRef="#ctx0" brushRef="#br0" timeOffset="122729.73">16473 9184 59 0,'-6'1'183'0,"6"-1"-1"0,0 0-6 16,0 0 3-16,53 4-6 0,-2-8-1 0,10 0-9 15,3-5-2-15,36-3-5 0,-2 1-16 0,-8-2-15 16,-24 5-11-16,1-1-10 0,-5 0-6 0,-2 2-14 16,-3 0-8-16,-18 4-7 0,0 1-11 0,-5 1-24 15,-3-1-34-15,-4 1-39 0,-7 1-40 0,-3 1-25 16,-3 1-40-16,-5 1-25 0,-4 0-160 0,-5-3-356 15,-3 9 158-15</inkml:trace>
  <inkml:trace contextRef="#ctx0" brushRef="#br0" timeOffset="123082.86">16578 9403 150 0,'0'0'232'0,"0"0"-21"0,22 4-10 0,-4-1-7 15,2-1-8-15,0 4-14 0,0 0-9 0,1-1-15 16,-3 5-7-16,-3-2-8 0,3 3-9 0,-6 3-9 0,-2 0-8 16,-3 3-10-16,0 0-11 0,-6 2-9 0,-3 0-2 15,-6 3-6-15,-5 1-3 0,-2 0-8 16,-3-4-2-16,-3 0-9 0,-2-1-2 0,-2-3-5 0,-2 0-1 16,0-1-8-16,2-4 0 0,-1 0-3 0,7-6-2 15,-1 0 1-15,3 0 10 0,2-4-5 0,6 4 4 16,-1-4-1-16,2-1 3 0,8 1-7 0,-11 0 3 15,11 0-10-15,0 0 7 0,0 0-16 0,0 0 0 16,0 0 7-16,0 0-6 0,27-7-7 0,-14 6 5 16,6-1-2-16,0 5 3 0,2-4 10 0,-1 1-17 15,8 0 4-15,3 1 4 0,-2 3-6 0,5-4 2 16,-1 2-18-16,3-2-22 0,2 0-34 0,2 1-23 16,-1-1-27-16,0 1-28 0,13-1-46 0,-12 0-45 15,12 2-240-15,-16-4-510 0,0 2 226 0</inkml:trace>
  <inkml:trace contextRef="#ctx0" brushRef="#br0" timeOffset="123263.64">17170 9506 166 0,'8'-9'288'0,"2"1"-30"0,7-2-22 0,6-1-18 15,5 3-20-15,4-1-14 0,4 4-21 0,0-2-13 16,-1 3-20-16,0-2-9 0,-2 1-13 0,-2 0-12 15,-1 5-31-15,-8-1-36 0,-4 0-42 0,0-2-40 0,-6 3-49 16,0 0-49-16,-4 0-49 0,-8 0-116 16,0 0-341-16,0 0 151 0</inkml:trace>
  <inkml:trace contextRef="#ctx0" brushRef="#br0" timeOffset="123604.28">17209 9485 8 0,'-4'6'205'0,"0"3"4"0,0 2-13 15,2 6-3-15,1-1 0 0,-1 3-9 0,2 5-7 16,-1 0-2-16,0 2-17 0,3-1-4 0,-2 1-11 16,2-2-10-16,-1 3-14 0,0 1-10 0,-2-9-15 15,1 6-2-15,0 1-10 0,-1-2-7 0,-1-5-13 16,1-2 1-16,-2 1-7 0,2-1-10 0,0 1-2 16,-4-3 4-16,3 1-8 0,-2 2-5 0,1-7-5 15,-2 5 0-15,-2-3-3 0,3-2-4 0,-1-3-2 16,1 3 0-16,-1-2 0 0,0-4-7 0,2-1 8 15,-1 1-10-15,4-5 0 0,-8 5 4 0,8-5-5 16,-9 0-4-16,9 0 3 0,-14-3-2 0,14 3 0 16,-16-8 1-16,6 0-4 0,0 1 0 0,-3-4 5 15,-6-1-7-15,-2-3-2 0,-3 4 8 0,-2-1-9 16,-3 1 4-16,1 2-5 0,2 4 10 0,-6-1-13 16,3 4 2-16,3-1-1 0,4 3 0 0,4 3-18 15,-1-3-25-15,9 2-34 0,-1 2-37 0,3-1-36 16,2-1-37-16,6-2-38 0,-3 8-205 0,3-8-467 15,0 0 207-15</inkml:trace>
  <inkml:trace contextRef="#ctx0" brushRef="#br0" timeOffset="123957.4">17440 9751 127 0,'12'-6'291'0,"-1"2"-16"0,-1-1-12 16,0 1-13-16,1 1-23 0,-2 3-11 0,2 0-17 15,-11 0-17-15,16 0-13 0,-5 3-12 0,-1 1-18 16,-2-1-14-16,5 3-14 0,-4-2-8 0,-3 1-9 0,1 1-10 16,-1 2-8-16,-1-2-7 0,-1 1-13 15,-3-1-16-15,-1 1-13 0,0-7-7 0,-6 19-25 16,-1-12-17-16,1 0-16 0,-2 2-19 0,-1 0-10 16,0-2-7-16,2 2-3 0,2-1 5 0,-1 1 2 0,1-2-3 15,3 0 0-15,-1 0 5 0,3-7 3 0,3 15 3 16,-1-8 3-16,2 1 7 0,-1 2 8 0,-1-4 0 15,3 1 8-15,-1-1 1 0,1 0 7 0,-1-1 1 16,1-2 10-16,-5-3 0 0,8 7 8 0,-8-7 11 16,4 7 12-16,-4-7 11 0,2 5 6 0,-2-5 10 15,0 0 1-15,0 0-3 0,-16 12-1 0,3-10-3 16,0 0-4-16,-3 1-3 0,-2-3-3 0,-1 3-16 16,-1 1-40-16,2-2-37 0,-1 1-55 0,5-3-64 15,-4 1-157-15,4-1-371 0,0-3 164 0</inkml:trace>
  <inkml:trace contextRef="#ctx0" brushRef="#br0" timeOffset="124511.78">19099 9007 211 0,'0'0'231'15,"-10"-1"-15"-15,10 1-24 0,0 0-18 0,0 0 0 16,0 0-5-16,50 4-8 0,6-4-9 0,3-4-6 16,34-5-13-16,0 2-7 0,-28 2-10 0,30-2-6 0,-32 3-5 15,-1 1-13-15,-2 0-2 0,-6 0-4 0,-16 3 0 16,-1 2-21-16,-4-2-7 0,-3 2-6 0,-9-2-2 16,-2 2-8-16,-3-2-3 0,-4 2-5 15,-5-1-5-15,1 0 1 0,-8-1-4 0,13 0-6 0,-8 2 0 16,-5-2-4-16,0 0-4 0,10 0-1 0,-10 0-14 15,0 0-19-15,0 0-33 0,0 0-39 16,0 0-44-16,-29 10-61 0,16-7-49 0,-5-3-172 0,-2 3-454 16,-2-2 202-16</inkml:trace>
  <inkml:trace contextRef="#ctx0" brushRef="#br0" timeOffset="124839.57">19355 9227 76 0,'-5'2'252'0,"5"-2"-13"0,-12 3-15 0,12-3-13 15,-5 3-19-15,5-3-11 0,-5 4-13 0,5-4-4 16,0 0 7-16,19 7-3 0,3-3-10 0,12 0-7 15,26-3-12-15,5 0-10 0,30-5-4 0,1 1-13 0,-4-1-13 16,-27 0-6-16,1 2-4 0,-3-2-12 0,-8 2-4 16,-4 0-9-16,1 2-6 0,-16-3-4 15,-5 3-3-15,-2 0-9 0,-7 0-4 0,-1 0-4 0,-7 1-3 16,-2-1 0-16,-1 3-17 0,-4-3-22 0,1 0-23 16,-8 0-26-16,10 0-33 0,-10 0-41 0,9 3-48 15,-9-3-48-15,4 4-66 0,-4-4-156 0,0 0-487 16,0 0 216-16</inkml:trace>
  <inkml:trace contextRef="#ctx0" brushRef="#br0" timeOffset="125319.63">19879 8790 76 0,'-9'-3'220'0,"9"3"-24"0,0 0-18 16,0 0-21-16,0 0-7 0,0 0-9 0,0 0 5 16,0 0 0-16,26 19-8 0,0-10-11 0,5 2-9 15,1 0-11-15,3 1-9 0,3-1-7 0,10 6-10 16,-13-5-7-16,-1 0-11 0,1 3 0 0,-6 1-11 15,-3-1-2-15,-4 5-3 0,-2-4-6 0,-4 6-1 16,-5-4-2-16,-6 8-2 0,-3-1-4 0,-2 1 8 16,-2 2-9-16,-3-2-1 0,-6 2-3 0,-5 1-1 15,0-3-3-15,0 1-1 0,0-1-4 0,-1 0 1 16,2-3-19-16,1 1-39 0,3 0-40 0,3-4-59 16,3-3-57-16,-1 4-221 0,3-5-450 0,2-4 200 15</inkml:trace>
  <inkml:trace contextRef="#ctx0" brushRef="#br0" timeOffset="125802.12">21424 8609 2475 0,'2'-17'9'0,"1"0"69"0,-3 6 28 0,-2 5-46 0,0-4-18 16,-1 3-18-16,3 7-6 0,-7-9-7 16,7 9 1-16,0 0 2 0,-27 23 11 0,10 0 6 15,-3 8-7-15,-2 14 9 0,-4 5 12 0,1 3 8 0,3 2 4 16,4 0-1-16,-1-4-7 0,6 8 3 0,2-8-10 15,7 3 1-15,4-1-4 0,3-3-3 0,2-2-2 16,6-3-2-16,-1-12-2 0,3-1-1 16,12 9-4-16,-2-13-3 0,10 8-20 0,-5-11-18 0,12 5-40 15,3-5-47-15,-9-7-52 0,2-5-67 0,14 5-71 16,-16-10-168-16,2 0-499 0,-4-4 221 0</inkml:trace>
  <inkml:trace contextRef="#ctx0" brushRef="#br0" timeOffset="126089.68">22247 8671 88 0,'-5'-6'289'0,"1"1"-25"16,1 0-28-16,3 5-27 0,-2-8-18 0,2 8-18 16,14-8-20-16,5 4-14 0,9-2-17 0,6 2-6 15,5 1-14-15,12-4-15 0,1 2-8 0,-13 3-8 16,-1 0-8-16,0 2-16 0,-4-3-23 0,-1 3-28 16,-8 0-26-16,-3 0-29 0,-9 0-34 0,1 0-32 15,-4 0-27-15,2 0-18 0,-12 0-134 0,7 0-328 16,-7 0 145-16</inkml:trace>
  <inkml:trace contextRef="#ctx0" brushRef="#br0" timeOffset="126647.93">22653 8631 172 0,'0'0'178'0,"0"0"-7"15,0 0 7-15,0 0-11 0,0 0-7 0,0 0-3 16,0 0-9-16,0 0-8 0,0 0-6 0,0 0-10 15,0 0-5-15,0 0-11 0,0 0-6 0,0 0-11 16,0 0-8-16,0 0-7 0,0 0-12 0,0 0-4 16,0 0-3-16,0 0-11 0,0 0-2 0,0 0-8 15,0 0-13-15,0 0-13 0,0 0-14 0,0 0-14 16,0 0-22-16,0 0-13 0,0 0-19 0,0 0 1 0,-10 1-13 16,10-1-3-16,0 0-19 0,-5 7 0 0,5-7-6 15,-5 3 2-15,5-3-11 0,-6 5 2 0,6-5 1 16,-8 5 10-16,8-5 5 0,-5 4 12 0,5-4 18 15,-6 4 28-15,6-4 24 0,0 0 9 0,0 0 12 16,0 0 17-16,0 0 2 0,0 0 12 0,0 0 12 16,0 0 6-16,-12-8 4 0,12 8 8 0,-4-5-3 15,4 5 4-15,-5-5 4 0,5 5 4 16,-4-7 3-16,4 7 1 0,0 0 4 0,-4-8-4 0,4 8 2 16,0 0-5-16,0 0-6 0,-3-7-3 0,3 7-4 15,0 0-7-15,0 0-1 0,0 0-5 0,0 0-5 16,0 0 2-16,0 0-2 0,0 0 2 0,0 0-3 15,0 0 0-15,0 0-4 0,0 0 5 0,0 0-8 16,0 0-7-16,0 0-2 0,0 0-5 0,0 0-2 16,0 0-2-16,0 0 3 0,0 0-5 0,0 0 1 15,0 0 4-15,0 35 0 0,-1-19 6 0,0 10 13 16,1 0-5-16,-4 2 1 0,3-1-2 0,-1 4-3 16,0-3 0-16,-2 2-1 0,3-1-2 0,-2 0-1 15,2 1-3-15,1-4-3 0,0 0-3 0,0-1 3 16,-1-6 2-16,1-1-9 0,0 0 0 0,1 0 3 15,-1-1-2-15,1 2-20 0,-1-4-24 0,-1-4-28 16,1 0-36-16,0 0-37 0,-2-1-40 0,2-3-29 16,0-7-36-16,-4 11-139 0,1-8-408 0,3-3 182 15</inkml:trace>
  <inkml:trace contextRef="#ctx0" brushRef="#br0" timeOffset="135961.64">22681 8986 54 0,'13'0'198'0,"1"-3"-14"0,5 5-15 0,3-2-7 16,-1 2-14-16,9 1-13 0,-3 4-17 0,0 1-9 16,-7-2-13-16,-2 1-7 0,-1 3-8 0,-2 1-10 15,-1 4-3-15,-1-2-9 0,-2-1-8 0,0 2-2 16,-4 2-7-16,-3-6 0 0,4 8-2 0,-4-6-8 16,-3-1-1-16,1 1-1 0,-2-2-2 0,0-1-4 15,-2 3-1-15,-2-7 1 0,-1 4-1 0,-1-4 5 16,2-1 3-16,-3-1-4 0,0-1 2 0,-1 0 3 15,-2-2 1-15,10 0 9 0,-18-5-3 0,12 0 3 16,-2 1-6-16,1-4 1 0,2-2 0 0,-1 1-3 16,5 0-3-16,-2-2-1 0,3 2-6 0,3-4-2 15,-2 2-1-15,4 0 2 0,-1 0-4 0,2-3-1 16,2-1-1-16,3 1-1 0,1 1-7 0,0 2 3 16,1 0-3-16,-1 0-9 0,2 0 0 0,-5 1 1 15,1 4-2-15,2 2-1 0,-3-3 0 0,-2 2 1 16,0 0 1-16,0 3-3 0,-2-1 1 0,-5 3 1 15,12-4-1-15,-7 2 0 0,-5 2-4 0,12-2 6 16,-12 2 0-16,11 1 0 0,-11-1 0 0,12 3-3 0,-5 0 2 16,-2 1-1-16,2 1-1 0,-1 2 2 15,1 0 3-15,-1 3-2 0,-1 1-2 0,0 4 5 0,0-1-3 16,1 2 0-16,-3-1 1 0,2 3-9 0,-3-1-18 16,-1-1-24-16,-1 2-26 0,-3 0-30 0,2-2-37 15,0 0-53-15,-4 0-179 0,1-1-406 0,-1-4 181 16</inkml:trace>
  <inkml:trace contextRef="#ctx0" brushRef="#br0" timeOffset="136135.25">23125 8668 16 0,'1'-7'134'0,"-1"7"-41"15,1-7-18-15,-1 7-15 0,0 0-12 0,0 0-16 16,12 28-29-16,-3-5-26 0,0 4-50 0,1-1-80 16,5 6 36-16</inkml:trace>
  <inkml:trace contextRef="#ctx0" brushRef="#br0" timeOffset="136539.94">23559 9033 192 0,'0'0'208'0,"0"0"-9"15,-8-17-18-15,3 12-2 0,-1 0-8 0,-2-2-4 16,1 2-5-16,-2-1-15 0,0 4-6 0,0-1-16 16,0 1-7-16,-1 2-18 0,-1 2-4 0,-1 2-16 15,-1 2-6-15,-1 4-6 0,-1 0-6 0,4-2-7 16,1 4-6-16,-1 1-5 0,3 0 1 0,3-3-9 16,0 2-5-16,2-3-2 0,3 4-8 0,0-6-8 0,0-7-8 15,5 14 1-15,0-6 2 0,-1-1-10 0,1-1 1 16,2-4-3-16,2-1 0 0,1 0 5 15,0-2-2-15,0-2 2 0,-1-1 0 0,2-1-1 16,-4 1 1-16,1-2-1 0,-1-2 0 0,1 0 0 0,-3 1 3 16,3 4-2-16,-3-4 0 0,-1 4-1 0,-4 3-2 15,8-7-4-15,-8 7-1 0,7 0-2 16,-7 0 2-16,12 7 5 0,-10 4-5 0,2 1 2 16,-1 6 0-16,1 9 1 0,-3 0 1 0,0 1 4 0,-2 0-1 15,-2 0 6-15,1 3 6 0,-3 0-3 0,-1-3 7 16,1-1-2-16,-4 0 5 0,0 1 5 0,-1-4-1 15,-2 1-1-15,-3-1-1 0,-1-1-4 0,-2-2 3 16,-3-4-4-16,1 0-7 0,5-4-8 0,-3-2-24 16,2-3-24-16,0 3-40 0,3-6-39 0,3 0-45 15,-2-3-52-15,2-2-162 0,2 0-415 0,8 0 184 16</inkml:trace>
  <inkml:trace contextRef="#ctx0" brushRef="#br0" timeOffset="136985.62">23732 9129 64 0,'-2'-5'229'0,"2"5"-18"16,-3-9-1-16,3 9-20 0,0-8-17 0,0 8-14 15,0 0-21-15,0 0-20 0,-2-8-10 0,2 8-9 16,0 0-11-16,0 0-12 0,0 0-7 0,0 0-11 16,9 19 0-16,-9-19-6 0,3 14-4 0,-2-4-6 15,0 1 2-15,-2 0-8 0,1-2 2 0,1 1-9 16,-2-3-1-16,1-7 1 0,-1 14-1 0,-1-9-2 16,2-5 3-16,0 10 12 0,0-10 13 0,-2 7 9 15,2-7 19-15,0 0-3 0,0 0-1 0,0 0-5 16,0 0-5-16,0 0-9 0,-9-18-9 0,9 18-6 15,4-19-3-15,-2 8-3 0,5-4-1 0,-1-1-1 16,2-2 2-16,6-2-13 0,0-1 2 0,0 5-8 16,5-1-7-16,-2 4 1 0,-2 3-15 0,3 0 1 15,-6 4-1-15,0 1-2 0,0 3-4 0,-2 0-2 0,3 4 4 16,-3 3-3-16,0-1 1 0,-1 4 2 16,3 6 0-16,-2 0 3 0,0 3-2 0,-2 0 5 15,-2 1-1-15,1 5-24 0,-1-3-14 0,-3-2-20 16,-1 0-34-16,-1 0-42 0,-1-1-43 0,3 0-41 0,-3-2-221 15,0-3-476-15,0-2 211 0</inkml:trace>
  <inkml:trace contextRef="#ctx0" brushRef="#br0" timeOffset="137882.68">24208 9093 84 0,'-1'-7'208'0,"1"7"-16"0,-4-12-17 0,4 12-19 0,-7-3-9 15,7 3-11-15,0 0 3 0,-22 15-10 0,10-2-14 16,2 0-8-16,1 3-9 0,2-1-8 0,-1 0-13 16,3-1-1-16,1 3-9 0,1-2-8 0,3 1-2 15,0-4-7-15,2 0-1 0,0-1-10 0,2-1 0 16,1-1-3-16,3 0-4 0,-2-2-4 0,2 0-1 16,-2-5-7-16,3 0 3 0,0 1-5 0,-1-3 4 15,-8 0-6-15,16-5-1 0,-9 2-2 0,-1-5-1 16,1 1-4-16,-2-3-3 0,-1 0 5 0,-2-1-2 15,-2 0 0-15,1-6-2 0,-2 1-1 0,1 3 1 16,-1-2-2-16,1-2-1 0,-1 1-1 0,-1 0 3 16,2 4-2-16,0 0 2 0,0 0-5 0,2 3 0 15,-2-1-2-15,3 5-3 0,-3 5 0 0,7-10 0 16,1 8-1-16,0 2-3 0,3 0-1 0,2 4 3 16,4 2 0-16,-1 1-1 0,0 5 3 0,-2-2 1 15,2 3 6-15,-3-3-2 0,0 3-2 0,0 3 6 0,-1-3-1 16,-3 1-1-16,0 0 0 0,-3-3 0 15,-1-2 1-15,-1 2 1 0,0-4 2 0,-3-2-1 16,0 2 4-16,-1-7 7 0,-1 11 9 0,1-11 5 16,-5 8 4-16,5-8 0 0,-10 0-1 0,10 0 6 0,0 0-4 15,-16-6 0-15,11 1-1 0,-1-3 0 0,6 8 2 16,-3-12-2-16,0 3 0 0,1-3-3 16,4 0 0-16,-1 1-3 0,3-5-2 0,5-1-3 0,1 0-3 15,-1-1 1-15,5 4-3 0,5-6-5 0,-3 7-2 16,0 0-2-16,2 3-3 0,1 3 0 0,-1 1-3 15,1 2 1-15,-6 4-5 0,1 1 1 0,3 2-1 16,-5 3 2-16,0-1-4 0,1 6-1 0,-2-2 4 16,-4 2-2-16,-1-1 2 0,-2 2 1 0,4 2 0 15,-6-4 1-15,-1 2-4 0,0-1 6 0,-1-1-3 16,0-5 0-16,0-5 2 0,0 14 2 0,0-14-2 16,-2 10 5-16,2-10-3 0,0 0 3 0,1 8-1 15,-1-8 7-15,0 0-5 0,0 0-2 0,0 0-3 16,0 0 2-16,0 0-4 0,0 0 2 0,0 0 0 15,0 0-4-15,8-25-2 0,-6 15-4 0,5 0-1 16,-1-2 1-16,6-1-4 0,-1 0 2 0,3-1-4 16,-1 4 1-16,1 4 5 0,-1-2 2 0,-2 2-7 15,3 3-1-15,-3 1 1 0,-1 2 0 0,3 1 0 16,-3 3 3-16,3 2-4 0,-3 1 1 0,3 5 2 0,-1-1-5 16,1 0 9-16,1 2-2 0,-1-1 2 15,-4 2 1-15,5 1-3 0,-1-4 7 0,1 0 0 16,1 0 0-16,1-2-2 0,-5-5 6 0,-2 3 0 15,5-6 0-15,-3 0 0 0,1-2 3 0,0 0-1 16,-2-3-2-16,3-1 12 0,-4-3-1 0,0 0-3 16,-2 1 6-16,4-4 5 0,-5 2 3 0,-1-1 6 15,0-2-12-15,-1-5 0 0,1 1-2 0,-5 1-4 16,0 3 2-16,-2-3-3 0,-1 1 7 0,-1 5 2 0,2-1 0 16,-1 3-6-16,-2 1 1 0,-1 2-4 0,-7 4-2 15,0 3 2-15,-6 4-4 0,-3 4-2 16,-2 4-6-16,1 0 5 0,2 0-10 0,8 0-32 15,2-1-34-15,0 2-32 0,2 3-54 0,6-2-73 0,3 0-55 16,0 1-171-16,1-5-492 0,7 2 218 0</inkml:trace>
  <inkml:trace contextRef="#ctx0" brushRef="#br0" timeOffset="138177.04">25358 8971 212 0,'5'-30'265'16,"1"2"-12"-16,3 1 4 0,-2 10 7 0,-3 2-6 16,0 4-15-16,0 0-6 0,-2 4-27 0,0 0-25 15,0 2-18-15,-2 5-20 0,4-7-18 0,-4 7-10 16,0 0-9-16,0 0-2 0,3 25 12 0,-3-8-9 16,-3 2-9-16,4 5-15 0,1 0-3 0,-4 2-4 15,1-2-6-15,0-4-15 0,-2-2 3 0,3 1-4 16,0-1-5-16,-2-1-8 0,0 0-2 0,2 0 11 15,-2-1-17-15,4 0-4 0,-2-4 13 0,0 1-31 16,-2-1-15-16,2 0-13 0,2-1-16 0,-2-1-15 16,2 0-14-16,-2-3-19 0,0 1-23 0,0-8-19 15,2 13-34-15,-2-7-30 0,0-6-35 0,3 7-28 0,-3-7-44 16,4 5-177-16,-4-5-505 0,0 0 224 0</inkml:trace>
  <inkml:trace contextRef="#ctx0" brushRef="#br0" timeOffset="138375.37">25374 9078 160 0,'-2'-7'257'0,"2"7"-18"0,0 0-24 0,0 0-24 15,4-13-16-15,0 9-20 0,7 2-15 0,3 0-14 16,2-1-17-16,4 2-42 0,7 0-29 0,0 1-38 15,-4 1-51-15,3 0-36 0,2 2-40 0,-6 1-142 16,-2-4-289-16,-2 0 129 0</inkml:trace>
  <inkml:trace contextRef="#ctx0" brushRef="#br0" timeOffset="138781.78">25636 9019 3 0,'0'0'258'16,"0"0"-17"-16,0-10-21 0,0 10-14 0,0 0-21 15,8-6-18-15,-8 6-17 0,0 0-12 0,11 2-6 16,-11-2-2-16,18 11-4 0,-9 2-10 0,-3-3-14 16,3 3-4-16,0 0-11 0,0 1-10 0,-4-3-6 15,-1 5-2-15,0-4-10 0,0 3-5 0,-4-1-6 0,2 0-1 16,-7-1-7-16,3-3 1 0,-1-1-7 16,-1 1-4-16,-1-2 3 0,1-2 0 0,-2-1 0 15,6-5-1-15,-8 4-1 0,8-4-2 0,-6 1-5 16,6-1 2-16,0 0-3 0,0 0-3 0,-7-13 1 15,7 13 1-15,2-13-1 0,0 1-4 0,5 1-3 16,0-4 0-16,0 5-1 0,0-4 7 0,4 1-9 16,0-3-6-16,2 5 3 0,-1-1-1 0,1-1 0 0,0 0-1 15,1 2-1-15,-1 0-2 0,-3 3-1 16,1 0 4-16,-2 1-5 0,0 1 2 0,-3 2-5 16,-1-1 5-16,-1 1-5 0,-4 4 3 0,9-4-6 0,-9 4 0 15,7-1 2-15,-7 1-3 0,9 5 2 0,-7 2 5 16,0-1-7-16,1 3 3 0,-1 4-1 0,-2 0 1 15,4 3-2-15,-2 0 3 0,-2-3 0 16,-2 3 3-16,2-3 0 0,0 5-12 0,0 0-25 0,-2-2-40 16,0-2-46-16,0 0-56 0,4-4-53 0,-4 1-223 15,2-2-491-15,0-1 218 0</inkml:trace>
  <inkml:trace contextRef="#ctx0" brushRef="#br0" timeOffset="138962.62">25821 8754 171 0,'-3'-13'218'15,"1"3"-29"-15,0 0-16 0,0 3-28 0,2 7-37 16,0-8-15-16,0 8-19 0,0 0-26 0,0 0-34 16,7 22-27-16,4-4-46 0,2 4-24 0,5 0-97 15,0-2-195-15,5 2 86 0</inkml:trace>
  <inkml:trace contextRef="#ctx0" brushRef="#br0" timeOffset="139154.81">26312 8982 157 0,'6'-4'229'0,"-6"4"-2"15,0-7-6-15,0 7-16 0,0 0-12 0,-6-16-4 16,0 12-8-16,-1 0-11 0,-1 2-8 0,-4 1-12 16,-1 2 1-16,-5 5-14 0,2 3-3 0,-4-2-6 0,4 4-9 15,-2 3-4-15,3-2-14 0,-1 3-4 0,3 1-12 16,3-1-6-16,4 3-8 0,3-2-11 15,3 3-7-15,2-2 1 0,5 2-7 0,5-3 5 0,7 2-38 16,6 2-30-16,2-5-36 0,7 0-47 0,0-2-58 16,1-5-51-16,-1-1-65 0,-3-3-190 0,-1-1-501 15,1-1 221-15</inkml:trace>
  <inkml:trace contextRef="#ctx0" brushRef="#br0" timeOffset="142795.47">26988 8674 73 0,'3'-18'214'0,"2"1"-7"0,-3-9-11 0,2 12 0 16,-3 2 2-16,1 2-1 0,0 0-6 0,-2 3-8 15,0 7-12-15,0-13-18 0,0 13-14 0,0-8-13 16,0 8-22-16,0 0-11 0,0 0-12 0,0 0-5 16,0 0-9-16,-21 31-8 0,11-5-1 0,-1 3-5 15,-6 17-8-15,2-1-3 0,1 0-2 0,3 0-3 16,0 0-4-16,6-13 0 0,1 3-4 0,2-1-1 15,-1 1-3-15,3 0-2 0,0-2 5 0,0 2-5 16,0-3-4-16,3-3 0 0,-1 1-3 0,2-7-13 16,-2-2-26-16,1-4-20 0,2 2-16 0,-1 1-34 15,1-5-42-15,-3-4-39 0,2 0-34 0,-2-1-217 16,-2-3-458-16,0-7 203 0</inkml:trace>
  <inkml:trace contextRef="#ctx0" brushRef="#br0" timeOffset="143209.91">26764 9058 2355 0,'-4'-18'5'0,"2"-1"-12"0,2 1 22 16,0 2-11-16,2 4 0 0,2 2-8 0,5 1 6 15,7-3 0-15,2 1-2 0,9 1 0 0,4 0 0 0,3 3 0 16,0 0 0-16,0-1 0 0,1 2 0 16,-1 3-1-16,0 0 4 0,-5 1-7 0,-8 2 4 15,-2 0-2-15,4 1 2 0,-8 0 2 0,-1 1-2 16,-5-1-6-16,1 0-3 0,-4 0 6 0,-6-1-3 0,11 0 5 15,-11 0-6-15,6 3 4 0,-6-3-1 0,3 7 10 16,-3-7 14-16,-5 16 1 0,1-4 5 0,-3 1 2 16,1 2-4-16,-4-2-4 0,6 2-1 15,0 1 3-15,-1 3-4 0,3-4-3 0,2 2 1 0,2-5 1 16,2 0 1-16,-1 0-3 0,7 3 0 0,-2-5-4 16,3 2 2-16,0-6 0 0,5 2-2 0,-3-3 1 15,1-1 1-15,-1-3-2 0,5-2 1 0,-5-3-5 16,0-1 0-16,2-1 6 0,-3-2-1 0,1-4-1 15,-3-1 1-15,0-3-1 0,-4 0 3 0,1 1 6 16,-3-5-7-16,-2 5 1 0,-3-3-2 0,-2-1-3 16,1 0-1-16,-4 1-2 0,3 0 1 0,-6 2-4 15,4 5 1-15,1 2-4 0,-1-1-21 0,-1 5-21 16,0 0-15-16,-2 3-12 0,8 2-18 0,-13 2-16 16,4 2-14-16,-1 1-8 0,2 2-23 0,-1 1-14 15,5 2-11-15,-2-1-129 0,4 3-327 0,2-4 144 16</inkml:trace>
  <inkml:trace contextRef="#ctx0" brushRef="#br0" timeOffset="143944.97">27516 8922 9 0,'10'-9'195'0,"-2"-1"-2"0,-1 0 6 0,1 0-3 16,-2 1-5-16,-1 2-4 0,-1 0-6 0,-2 2-20 16,-2 5-15-16,6-8-19 0,-6 8-15 0,0 0-13 15,0 0-12-15,0 0-3 0,0 0 1 0,5 26-6 0,-5-10 3 16,3 1-7-16,-3 3-7 0,2 5-3 15,1-7-11-15,-1 0-5 0,2 0-1 0,2 0-5 16,-1-1-6-16,2-3-6 0,2 1 2 0,-4-5-7 16,3 1 4-16,1 2-2 0,1-6-2 0,-2-2-2 0,-1-2-2 15,5-1-1-15,-2-2-3 0,-1-2 1 0,1-1-7 16,1-2-4-16,-1-2-4 0,0-3-2 16,-1-4 3-16,-2 4-4 0,1-5 1 0,-3 0 4 15,0-2-3-15,-1-1-3 0,2-1 2 0,-3-1-4 0,-3 1 5 16,2 4-3-16,0-2 1 0,1 7 0 0,-1-1 1 15,-2 5-2-15,0 6-3 0,1-10-5 16,-1 10 1-16,2-8-2 0,-2 8 2 0,0 0-3 16,0 0 0-16,0 0 3 0,-2 28 1 0,2-12 0 0,-1 0 1 15,2 4-1-15,1-2 6 0,2 0 0 0,0 7-2 16,1-11-2-16,-1 3 2 0,0-4 0 0,3-3 4 16,1 0-4-16,0 0 10 0,1-1 3 0,1-1 6 15,-1-2-2-15,3 0 1 0,-2-2 1 0,3-1 0 16,0-3-2-16,-1 0 6 0,-3-1 2 0,2-1 7 15,-4-2-1-15,1 1 6 0,0-4-14 0,-2 0-1 16,2-1-4-16,-6-3 1 0,2 1-1 0,0-3-6 16,0 1-1-16,1-6 0 0,-3 0-2 0,3 2-7 15,-1 1-1-15,-1-2-9 0,2 0-2 0,-1 1 0 16,0 5 1-16,1 1-1 0,-1 2-2 0,-1 2 0 16,-1 1-6-16,-2 5-1 0,7-6-5 0,-7 6 4 15,0 0-2-15,0 0 2 0,17 11 4 0,-8-1-2 16,-4-1 2-16,0 7 8 0,3 0-4 0,-2-2 3 15,0-4 1-15,1 2 3 0,1 1-2 0,-2-2 1 16,0-1 3-16,2 1 2 0,-1-1 1 0,2-3 1 16,-1 1 1-16,0-1 6 0,3-1-3 0,1-2 5 15,-2 0 0-15,-3-4 7 0,5 0-1 0,-3-3-2 16,0-1-2-16,-1-2 1 0,2 0-2 0,-1-3 4 16,-3 0 1-16,0-3-1 0,0 2-1 0,2-6-3 0,-4 1 0 15,-1-2 1-15,0 2-4 0,1 0-1 0,-4 0 2 16,2 3 3-16,-2 0 2 0,0 4 2 15,2 1-2-15,-2 7 3 0,0-10 2 0,0 10-15 16,0-9-4-16,0 9 0 0,0 0 2 0,0 0-4 0,0 0 1 16,0 0 3-16,3 32 1 0,-3-21-2 0,2 4 2 15,-2 2 3-15,2 0-13 0,0 1-23 0,0-1-26 16,-1 1-34-16,1 0-40 0,0-4-54 0,1-2-21 16,1 4-40-16,-3-7-156 0,2 1-436 0,-3-10 193 15</inkml:trace>
  <inkml:trace contextRef="#ctx0" brushRef="#br0" timeOffset="144109.62">28261 8695 36 0,'-2'-10'184'0,"1"4"-27"0,1 6-27 0,0-10-24 15,0 10-18-15,0 0-10 0,0 0-32 0,13 17-27 16,-6-4-19-16,5 4-38 0,1 8-29 0,-2 1-57 15,5 0-133-15,-3 0 59 0</inkml:trace>
  <inkml:trace contextRef="#ctx0" brushRef="#br0" timeOffset="144561.18">28533 9017 40 0,'4'2'242'16,"-4"-2"-15"-16,10 4-16 0,-10-4-5 0,10-1-9 16,-10 1-6-16,14-4-14 0,-8 0-10 0,4-1-18 15,1 0-12-15,-1-2-16 0,-1 2-9 0,1-2-9 16,-1-1-10-16,3-4-10 0,1 1-8 0,-3-2-8 15,-2 3-5-15,2-3-6 0,-5 1-6 0,3-3-5 16,-6 3 2-16,1 1 1 0,-1 1-1 0,-2 0 7 16,2 3-9-16,-4-3-2 0,2 10 0 0,-4-11-7 15,2 6 4-15,2 5-17 0,-9-2-3 0,9 2-2 16,-19 11-2-16,5 1-2 0,-7 5-2 0,8-2-1 16,-2 6-1-16,4-4 0 0,-2-1-5 0,8 1-1 0,1 2 3 15,2-2 4-15,2 0-7 0,3-5 3 0,2 3-1 16,2 1 0-16,2-2-1 0,-3-5-1 15,8 2 4-15,-2-6-5 0,-3 2 2 0,8-1 1 16,-4-3 0-16,1-2-1 0,0-2 2 0,-1 1 1 0,5-6-1 16,-5 1-1-16,-1 2 1 0,1-6 3 0,-5 1-4 15,6-4 0-15,-5 3 2 0,-1-1-5 16,4-4 4-16,-1-1-7 0,-2 1 4 0,0 0-1 16,0-3 2-16,1 0 0 0,0 2-4 0,-1 1-1 0,0 0 0 15,-3 4 6-15,2 0-11 0,-4 4 5 0,1 1-10 16,-3 0 0-16,-2 5-2 0,6-4 2 0,-6 4 1 15,0 0-5-15,15 7 8 0,-10 1-6 0,-1 1 11 16,1 3-6-16,0 1 1 0,0 0-1 0,-1-1 6 16,-2 5-4-16,2-1 13 0,-1 1-12 0,-2 1 2 15,1-3-3-15,-1-2-18 0,-1-1-32 0,0 6-46 16,0-1-51-16,2-6-55 0,2 0-52 0,-6-1-179 16,7 0-474-16,1 1 210 0</inkml:trace>
  <inkml:trace contextRef="#ctx0" brushRef="#br0" timeOffset="145515.12">29280 9155 270 0,'12'-14'259'0,"-2"-1"-13"0,4-1-8 16,-1 1-4-16,5-6-7 0,1 1-23 0,-1 1-14 16,2 0-10-16,-3 0-22 0,4 0-13 0,-4-3-13 15,1 1-11-15,0-3-9 0,0 0-15 0,1 0-5 16,-5-2-5-16,4-1-13 0,-5 3-5 0,0-2-6 15,-4 2 1-15,-4 4 3 0,-1 3-10 0,-2-1 3 16,-2 2 2-16,3 6-14 0,-6-2 0 0,2 4-10 16,0 0-5-16,1 8-3 0,-7-13-4 0,2 12-4 15,5 1-2-15,-18 1-18 0,7 5 1 0,-5 3-11 16,1 4 6-16,1 8-7 0,1 2 1 0,4 2-5 16,7 3-2-16,4-2 0 0,3-1-2 0,6 3 0 15,4 1 6-15,3-1 0 0,4 1-1 0,1-5 5 0,3-2 1 16,-5-1-3-16,1 1 3 0,-2-4 14 15,-6-3-15-15,0-2 2 0,-5-3 0 0,0-1-1 16,0 0-1-16,-3-2-5 0,-2 1 3 0,-2 0-4 0,-2-8 9 16,-2 9-7-16,-3-5 0 0,0 2-5 0,-5-5 0 15,0-1 1-15,-1 0 3 0,11 0 0 0,-15 0 3 16,15 0 1-16,-10-7-4 0,6 3 1 16,4 4-10-16,2-13-3 0,5 3-3 0,1-1 4 0,4-4-4 15,2 0-1-15,7-3-5 0,1-2 1 0,2 5 0 16,-1-3 2-16,0-1 1 0,0 1 4 0,-3-1 0 15,-4 5 7-15,-3 2 5 0,-1-1 4 0,-3 4 7 16,-1-2 11-16,0 3 2 0,-2-1 7 0,0-3-3 16,-2 2 2-16,-1 3-3 0,-2-1 9 0,-1 8-3 15,1-13-1-15,-1 8-4 0,0 5 0 0,-5-6-3 16,5 6 0-16,-13-3-4 0,13 3-1 0,-16 6 4 16,3-1-3-16,-1 4 0 0,1 0 2 0,0 4-1 15,1-1 0-15,-1 1 1 0,6-2-7 0,1-2 2 16,1 7 2-16,2-4-1 0,3 1-2 0,2-1 4 15,1-1 0-15,8 5 0 0,1-5 8 0,3 1-4 16,2-1-6-16,8-2-1 0,2-2 1 0,2 2 0 16,-1-3-2-16,1-2 3 0,-2-4-5 0,-6 1-3 15,-1-2 3-15,-2 1-1 0,-5-4 3 0,1 1-6 16,-4-2 4-16,0-2-6 0,1 0 4 0,-5-3-1 16,-1 0 1-16,0-1 5 0,0 0-2 0,0-2-1 15,-1-4 5-15,0 2-2 0,0-1-3 0,0 1-1 16,-2 3-1-16,2 0 0 0,-1 2 5 0,2-1-5 15,-1 3 2-15,-1 1-1 0,-1 2-2 0,-2 5-1 16,4-5-2-16,-4 5-2 0,7-2 0 0,-7 2-2 16,10 8-1-16,-4-1 1 0,0 3 2 0,-2 2-2 15,-2-1 4-15,4 6 0 0,-4-1 2 0,1 0-1 16,2 0-1-16,-4-4 1 0,1 1 9 0,0-2-4 16,0 1-2-16,5-1 7 0,-3-3-9 0,-2-1 9 0,2-2-2 15,2 2-3-15,1-2 11 0,0-3-1 0,3 0 4 16,-2-4-1-16,4 1 4 0,-2-2-4 0,1-4 0 15,1 2-1-15,-2-2 0 0,2 0-2 16,-3-2 0-16,-1-1 1 0,3-3-5 0,-2-1-1 0,0-1 3 16,1-1-1-16,-2 0-4 0,-3 0-2 0,1 2 2 15,-2-2 5-15,1 6-11 0,-1 0 3 0,-2 0-4 16,0 5 4-16,-2 5-1 0,2-11-4 0,-2 11 1 16,3-6-4-16,-3 6-4 0,0 0 4 0,0 0 0 15,0 0-1-15,0 0-1 0,-10 22 6 0,5-11 0 16,-2 1 2-16,1 3-4 0,-1 0 2 0,4 0 5 15,-3-4-10-15,1 5-29 0,3 0-35 0,-2-6-37 16,-1 5-50-16,2-4-46 0,1-1-32 0,-2 2-223 16,1-2-496-16,1-1 219 0</inkml:trace>
  <inkml:trace contextRef="#ctx0" brushRef="#br0" timeOffset="145686.81">30392 8561 203 0,'-2'-8'208'0,"-2"1"-25"0,1 3-28 15,3 4-20-15,0 0-24 0,0 0-19 0,-14 12-44 16,12 1-53-16,1 4-40 0,-2 8-62 0,4 3-56 16,1-1-178-16,1 2 79 0</inkml:trace>
  <inkml:trace contextRef="#ctx0" brushRef="#br0" timeOffset="146206.75">30580 8908 231 0,'0'0'234'16,"13"-2"-14"-16,-5-1-6 0,3 0-7 0,-2-1-1 15,3-1-12-15,-2 0-13 0,0 1-8 0,2-3-15 16,-2 1-13-16,-1 0 1 0,2-3-23 0,-3 1-9 16,2-1-8-16,2-3-2 0,-1-1-18 0,-4 2-6 15,0 1-4-15,-2-2-5 0,0 1-3 0,-2 1-4 0,0 1-3 16,-2-2 18-16,-1 1-22 0,-1 0-2 15,-2 5-1-15,0-3 9 0,3 8-23 0,-10-8-5 16,4 6-4-16,6 2-3 0,-21 2-4 0,9 5-7 16,-3 0-1-16,0 4 11 0,1 2-13 0,3-1-5 0,-1 2-2 15,2 2 4-15,2 0 0 0,3 0-5 0,3 0 2 16,-1 0-2-16,3-4-4 0,4 2 2 16,2 1 2-16,4-3 3 0,1 0 1 0,5-2-7 15,2 0-4-15,3-4-5 0,5 1-9 0,3-4-4 0,-3 1-1 16,-6-3-1-16,1 1-2 0,-3-2 2 15,1-2 5-15,1-1 30 0,-4-2-2 0,-2 1-1 0,0-5 2 16,-1 2-8-16,-3-1 6 0,3-4-7 16,0-2 7-16,-5 1-6 0,1-1 9 0,-1-1-7 0,-1 0-4 15,-1-3 3-15,1 3 0 0,-3-1-1 0,-1 8 1 16,2-5 5-16,-3 5 4 0,1-3-7 0,-1 7 19 16,-2 4-17-16,1-10 7 0,-1 10-6 0,4-7-8 15,-4 7-1-15,0 0-2 0,0 0-2 0,0 0 2 16,0 0-4-16,0 0 10 0,-4 29 8 0,3-15 3 15,-2 4 2-15,-1-1-9 0,3 2 4 0,-3-2 6 16,2 4 2-16,-1-2 11 0,1-1-8 0,0 2-4 16,1-4 0-16,0 2 2 0,0-1-8 0,1 0 8 15,-2-5-10-15,2-1 4 0,0 1-26 0,0-1-32 16,-1-2-34-16,-2 0-37 0,3 1-39 0,-1-4-42 16,1-6-39-16,-3 11-37 0,3-11-50 0,-3 7-164 15,3-7-522-15,0 0 230 0</inkml:trace>
  <inkml:trace contextRef="#ctx0" brushRef="#br0" timeOffset="146467.72">31523 8382 41 0,'4'-9'285'0,"-3"1"-24"0,1 2-23 16,-2 6-23-16,2-8-24 0,-2 8-19 0,0 0-17 15,0 0-15-15,0 0-5 0,13 18 9 0,-1 9-2 16,-1 2-9-16,7 21-1 0,-3 3-16 0,1 0-9 16,-2 1-11-16,1 3-6 0,-5-3-9 0,-3-7-4 15,-2 3-9-15,-1-1 1 0,-4-13-9 0,-4 0-7 16,0-3-5-16,-4 3-4 0,-3-2-3 0,-6-2 2 16,-1-2-5-16,-2-1-13 0,-4-3-27 0,-4-2-35 15,-15 7-45-15,1-6-61 0,9-8-63 0,-2-1-289 16,-2-3-537-16,1-5 237 0</inkml:trace>
  <inkml:trace contextRef="#ctx0" brushRef="#br0" timeOffset="146618.01">31269 9217 139 0,'4'-4'263'0,"1"-3"-29"0,-5 7-31 16,4-9-39-16,-4 9-44 0,2-8-61 0,-2 8-55 15,0 0-59-15,0 0-134 0,-13-7-204 0,6 6 90 16</inkml:trace>
  <inkml:trace contextRef="#ctx0" brushRef="#br0" timeOffset="155513.91">11466 10690 2100 0,'-12'-25'8'0,"3"9"15"15,-2-7 18-15,3 7 1 0,-1 0 10 0,3 1 6 16,1 5-9-16,2 3-6 0,1 0-7 0,0 2-4 15,2 5-5-15,-4-10-4 0,4 10-6 0,0 0-4 16,0 0 3-16,8-7 0 0,-8 7-1 0,17 9 9 16,-2 1 3-16,3 3 3 0,5 5-3 0,-4 6 2 15,7-2-6-15,-3 2-1 0,1 2 0 16,-3 2-2-16,-1-2-6 0,-1 2 6 0,-1-2-5 0,0 0-3 16,-3-3 3-16,0 0-4 0,-2-1 0 0,0-6-3 15,-3 0-1-15,1 0 4 0,0 0-3 0,-7-5-1 16,3-2-4-16,-3-1 4 0,0 0-2 0,1-3 0 15,-3 0-1-15,-2-5 7 0,6 9 9 0,-6-9 21 16,2 3 10-16,-2-3-12 0,0 0-1 0,0 0 3 16,0 0-6-16,0-25-4 0,2 12-5 0,0-4-3 15,0-2 10-15,1 0-15 0,5-5-6 0,-3-3 2 16,4 1 0-16,0 0-4 0,4-3 7 0,-3 4-9 0,3-5-7 16,3 4 3-16,-3 0-6 0,1 1 2 0,1 3 0 15,-4 6-1-15,3-1-4 0,-1 4-6 16,-1 2-1-16,-4 3-5 0,0 0-22 0,3 3-16 0,-6 2-10 15,5 2-19-15,-10 1-19 0,16 7-30 16,-9-1-32-16,-1 4-28 0,-1 6-31 0,-5 2-172 0,-5 7-429 16,-5 1 189-16</inkml:trace>
  <inkml:trace contextRef="#ctx0" brushRef="#br0" timeOffset="155742.7">11736 10932 192 0,'-7'-3'174'16,"7"3"-15"-16,0 0-17 0,0 0-14 0,0 0 3 16,-4 10 10-16,4-10-6 0,0 12-3 0,0 2 4 15,0 5-7-15,-2 0-6 0,-1 5-7 0,-3 2-9 16,3-1-16-16,3 2 2 0,-5-8-15 0,0 7-7 16,4-7-4-16,-3 0-10 0,0 0-5 0,4 1-3 15,-1-2-7-15,-1 1-8 0,2-1-31 0,0-3-30 16,2 2-25-16,-4-5-44 0,6 1-37 0,-3-2-32 15,3-2-39-15,-4 1-114 0,4-1-344 0,0-5 153 16</inkml:trace>
  <inkml:trace contextRef="#ctx0" brushRef="#br0" timeOffset="155906.76">12261 11049 55 0,'7'-3'207'0,"2"3"-23"16,2-1-23-16,-2 2-11 0,3-1-34 0,1 1-45 16,1 2-49-16,1 1-39 0,-2 0-49 0,0 0-82 15,-3 1-159-15,2 1 71 0</inkml:trace>
  <inkml:trace contextRef="#ctx0" brushRef="#br0" timeOffset="156058.37">12423 11153 92 0,'0'0'209'0,"0"0"-24"16,0 0-13-16,0 0-13 0,0 0-18 16,0 0-10-16,0 0-16 0,0 0-10 0,0 0-11 15,0 0-5-15,0 0-24 0,19 7-35 0,-6-3-49 0,7-3-54 16,3 3-177-16,-1-2-269 0,2-4 119 16</inkml:trace>
  <inkml:trace contextRef="#ctx0" brushRef="#br0" timeOffset="156877.53">14556 10579 17 0,'-3'-7'182'0,"-2"-3"1"16,3 0-19-16,-2 0-9 0,1 1-9 0,1-1-14 0,0 1-3 16,-2 0 1-16,2 0-8 0,-3 0-10 0,3 2-7 15,-1 0 8-15,0 1-1 0,3 6-10 0,-2-9-6 16,2 9-4-16,-4-8-16 0,4 8-12 0,0 0-6 16,-2-6-8-16,2 6-7 0,0 0-6 0,0 0-3 15,0 0-4-15,0 0 0 0,0 0-8 0,8 24 1 16,-2-7-3-16,-2 1-1 0,7 7-2 0,-2 4 0 15,2 0 5-15,-2 3-10 0,2 1 2 0,1 1-1 16,-2 0-1-16,3-2 3 0,-2 0-6 0,0-1-3 16,3-2 4-16,-3 0-1 0,-1-2 1 0,2-2-1 15,-3-3-2-15,1-3 3 0,-2-3-3 0,1-3 0 16,-3-4-3-16,-1 1 3 0,1-1-3 0,1-1 0 16,-5-1 1-16,1-2-1 0,1-1 2 0,-4-4 2 15,2 8 1-15,-2-8 7 0,3 4 19 0,-3-4 13 16,0 0-7-16,0 0-2 0,10-13-7 0,-2 1-4 15,-3-6-5-15,3-6-1 0,1-3-2 0,3-5-5 16,0 1 1-16,1 1 0 0,2-15-1 0,4 2-3 16,-9 10-4-16,6-12 0 0,-5 13-2 0,0 1 2 15,3-3 5-15,-3 2-12 0,0 1 3 0,0 0-2 16,-2 0-2-16,-2 6 5 0,2-1-5 0,-4 7 0 16,1 2-4-16,-4 5 5 0,1 3 2 0,1-1-5 15,-2 3-5-15,-1 0-15 0,-1 7-25 0,2-8-15 0,-2 8 0 16,0 0-6-16,0 0-20 0,0 0-12 0,-3 36-30 15,-3-12-25-15,-1 1-26 0,1 6-44 16,-4-3-132-16,1 2-386 0,1 0 170 0</inkml:trace>
  <inkml:trace contextRef="#ctx0" brushRef="#br0" timeOffset="157283.79">15378 10750 141 0,'0'0'178'0,"-3"-11"-20"16,-1 4-8-16,-1 2-6 0,-2 1-3 0,-3 0-9 0,0 2-7 15,-3 0-11-15,-5 7-7 0,2 0-1 0,-2 3-12 16,-1 3-4-16,-6 3-8 0,2 0-9 0,2 2-11 16,8-1-10-16,-2-1 2 0,3 1-5 0,6-1-7 15,-2-2 0-15,6 1-8 0,-1-2 1 0,3 1-7 16,0-2 1-16,3 0-5 0,1 0-2 0,4-3 4 15,0 1-6-15,1-2 5 0,2-3-4 0,0 0-6 16,-1-1 3-16,1-4-2 0,0 0-2 0,0-2 0 16,2-2 1-16,-2-1-2 0,-2-1-5 0,3-1 1 15,-1-2 1-15,1-2-3 0,-3 0 7 0,1 0 2 16,-1-1-6-16,-1-2 1 0,1 0 0 0,-2 1 1 16,0 5-2-16,-3-2 2 0,0 3 7 0,0 3 1 15,-1 0-3-15,-1 0-4 0,-2 6-5 0,4-8-4 16,-4 8 2-16,0 0-2 0,0 0 1 0,0 0 1 15,2 21-4-15,-4-11-1 0,-2 6 9 0,2 3-6 16,1-2 1-16,-2 3-6 0,2-1-39 0,1 2-20 16,1 3-31-16,0-5-42 0,2-2-38 0,5 0-34 0,-3-1-138 15,5-7-373-15,4 2 165 0</inkml:trace>
  <inkml:trace contextRef="#ctx0" brushRef="#br0" timeOffset="157485.68">15816 10765 121 0,'-10'-4'220'15,"-1"4"-4"-15,-3 2-15 0,-1 3-5 0,-5 4-10 0,-2 8-6 16,0-4-14-16,2 4-13 0,0 0-12 0,3 2-18 16,5-2-10-16,-2 5-11 0,5 1-11 15,3 1-6-15,4-6-14 0,4 7-35 0,1-5-35 16,6 3-33-16,0-5-44 0,9 4-45 0,1-3-37 0,-5-5-179 15,8 3-363-15,-1-3 161 0</inkml:trace>
  <inkml:trace contextRef="#ctx0" brushRef="#br0" timeOffset="157848.43">16105 11158 23 0,'14'-13'196'0,"1"0"5"0,-2-2-7 0,-1-1-13 16,5-4-14-16,0 0-9 0,-2-1-3 15,-3 4-4-15,0-5-9 0,0 2-1 0,-2 1-11 0,-2 2-4 16,-2-8-13-16,-1 6-11 0,-1-6 1 0,-3 0-1 16,-1 6-6-16,-3 0-8 0,-2 0 12 0,-1 2-8 15,1 1-10-15,-4 1-1 0,-1 1-9 16,2 5-6-16,-1 4-9 0,4-3-4 0,-2 5-10 0,0-1-6 16,1 2 6-16,6 2-17 0,-13-2-2 0,13 2 0 15,0 0-9-15,-10 8 5 0,9-2-2 0,1-6-8 16,4 14-1-16,-1-6-4 0,9-1-2 0,2 7 5 15,5-6-4-15,-1 0-5 0,9 0-2 0,0-2-5 16,1 2 2-16,-7-5-1 0,0 1 0 0,-2-1-1 16,-1 0 2-16,-7 1-2 0,0-1-4 0,0 2 7 15,-2-1-2-15,-4 1 1 0,3 2 1 0,-2 1 1 16,-1 1-1-16,-1 1 2 0,-2 2-3 0,-1 0 2 16,-1 3 0-16,0-3-20 0,-1 4-32 0,-1 0-24 15,0-1-32-15,-2 0-39 0,2-4-44 0,1 3-54 16,-3-5-165-16,2 2-447 0,1-3 198 0</inkml:trace>
  <inkml:trace contextRef="#ctx0" brushRef="#br0" timeOffset="158607.12">16712 10918 42 0,'2'-5'252'0,"-2"5"-19"0,5-6-27 0,-5 6-24 16,0 0-13-16,0 0-8 0,0 0 6 0,0 0-8 15,0 0-16-15,-1 24-13 0,0-14-16 0,-2 2-4 16,1-1-10-16,0 0-9 0,0 1-11 0,-3 0-5 0,4-4-7 16,-1-1-5-16,2-7-4 0,-1 12-5 15,0-8-4-15,1-4 6 0,-2 9 10 0,2-9 9 16,0 0 13-16,-1 7 4 0,1-7-3 0,0 0-1 16,0 0-14-16,0 0-7 0,0 0 2 0,0 0-11 0,0 0-1 15,-8-19-15-15,8 19 1 0,-2-14 10 16,0 6-16-16,4-1-9 0,-1-2-6 0,3-1-15 15,2-3 3-15,0-2-4 0,4 2-6 0,1-1 0 16,-1 1-1-16,3 2 1 0,-3 6-5 0,1-1 1 0,0 3-4 16,1 0 1-16,0 2 1 0,-1 3-2 0,2 1 1 15,-1 2 2-15,1 1-3 0,0 2 4 0,0-2 0 16,-4 3-1-16,2 2-1 0,-2-2 2 0,0 1 0 16,-3-1 2-16,3 1-1 0,-5-2-2 0,0-1 3 15,0 1-4-15,-4-6 2 0,4 8 0 0,-2-5 3 16,-2-3 1-16,4 5 3 0,-4-5-1 0,0 0 3 15,6 7 0-15,-6-7 8 0,0 0-10 0,0 0 3 16,0 0-5-16,0 0 2 0,0 0 1 0,0 0 0 16,0 0-5-16,0 0-2 0,0 0 1 0,0 0-3 15,0 0-2-15,-1-29-2 0,4 22-3 0,-1-3-7 16,2 1 7-16,2-3-4 0,1 3 0 0,2-2 0 16,-3 2 1-16,2 2 1 0,-4 2 5 0,1 1 2 15,1 0-9-15,-6 4 2 0,10-2 3 0,-10 2-5 16,13 5 4-16,-8 0 4 0,5-1-4 0,-1 2 1 15,2 3 7-15,-1-2-1 0,-1 2-1 0,2-1 3 0,2 3 4 16,-3-5-2-16,3-1 3 0,0-1 0 16,-2 1 1-16,2-3-4 0,-1-1 3 0,3-2 2 15,-2 1 1-15,1-4 0 0,-3 1 0 0,1-3 0 16,-1 0 2-16,-3-1-3 0,0 0 1 0,-2-3-3 16,2-1 3-16,-3 4 0 0,-1-5-1 0,1 1 1 15,-4-1 3-15,-1 1-6 0,3 1 3 0,-3-2-1 16,1 5 7-16,-1 7-7 0,0-13 1 0,0 13-5 15,-1-8 3-15,1 8-9 0,0 0 3 0,-4-7 3 16,4 7-1-16,0 0 2 0,-11 16-3 0,6-4-1 16,-1-1 1-16,2 4-2 0,0 2 4 0,1-1-3 0,0 2 3 15,0 1 0-15,3-1 1 0,0-2-1 16,0 1 2-16,2 0 1 0,-2 0-1 0,2-1-4 0,0 0 2 16,-1-4-14-16,0-1-8 0,-1 0-18 0,0-1-23 15,-1 1-17-15,0-2-21 0,-2 1-24 0,-1-1-33 16,0-1-36-16,-2 1-37 0,-2 1-195 15,-1-4-462-15,-1 1 204 0</inkml:trace>
  <inkml:trace contextRef="#ctx0" brushRef="#br0" timeOffset="158983.64">15053 11494 52 0,'0'0'201'0,"0"0"-15"15,0 0-25-15,61 4-11 0,32-8-12 0,16-2-10 16,15-1-8-16,11-6-6 0,11 3 1 0,13-1-4 15,4-3 4-15,-2 2-1 0,-6 2-4 0,-11 0-5 16,-9 3-8-16,-14-1 0 0,-11 0-10 0,-13 5 1 16,-4-3 3-16,-31 1-5 0,-1-1-4 0,-6 1-5 15,-4 2-11-15,-14 0-1 0,-5 0-6 0,-11-1 0 16,-4 3-2-16,0-2 0 0,-6 0 2 0,-3 3-1 16,0-1-4-16,-8 1-1 0,11-2-9 0,-11 2-9 15,5-3-17-15,-5 3-42 0,0 0-50 0,0 0-37 16,-25-13-35-16,6 8-59 0,-9 0-53 0,-7 2-158 15,1 2-450-15,-5-3 200 0</inkml:trace>
  <inkml:trace contextRef="#ctx0" brushRef="#br0" timeOffset="160015.26">15987 11914 168 0,'-4'-10'217'0,"2"4"-10"0,2 6-14 0,-7-11-2 15,3 6-4-15,4 5 2 0,-3-11-10 0,0 3-7 16,1 1-17-16,-1 0-9 0,3 7 3 0,-4-13-9 16,3 7-4-16,1 6-8 0,-1-11 7 0,1 11-12 15,-2-8-10-15,2 8-8 0,0 0 0 0,0-8-19 16,0 8-13-16,0 0-6 0,0 0-3 0,0 0-15 15,-2-8-4-15,2 8-4 0,0 0-7 0,0 0-2 16,0 0-7-16,0 0 1 0,24 19-4 0,-11-4-2 0,5 4-1 16,0 1 2-16,-2 4 0 0,3 1-7 15,2-2-2-15,-1 2 2 0,-2 1-2 0,3 0 0 16,-2-2-1-16,-1-1-3 0,-2 0-3 0,1 0 4 16,-2-3-4-16,-2-4 4 0,0-2-3 0,-3 1 3 0,0-3-2 15,-1-1-5-15,-3-4-1 0,1 2 2 0,-3-4 2 16,1-1 1-16,-1 0 0 0,-4-4 4 15,6 9 2-15,-6-9 2 0,5 3 13 0,-5-3-3 16,0 0 1-16,0 0-3 0,8-14-1 0,-6 3-7 0,0 0 4 16,0-1-5-16,2-4-3 0,0 1 0 0,1-2-1 15,3-8 4-15,-1 1-5 0,1-1 2 0,5-1-6 16,-3-3 2-16,2 1-3 0,2 1 0 0,-3-2-2 16,2 0 3-16,0 1-5 0,-4 1 5 0,2 2-10 15,-1 0-11-15,-2 7-2 0,0 4-1 0,-3 3-8 16,-3 1-12-16,1 3-23 0,-1 3-25 0,-2 4-31 15,4-6-14-15,-4 6 7 0,0 0-9 0,0 0-22 16,16 23-29-16,-13-10-25 0,1 7-26 0,0 8-203 16,-3-1-477-16,1 1 212 0</inkml:trace>
  <inkml:trace contextRef="#ctx0" brushRef="#br0" timeOffset="160458">16772 12122 186 0,'2'-7'235'0,"-2"7"-19"16,0-11-12-16,0 11-20 0,-6-16-10 0,2 10-13 16,0 0-4-16,-3-1-8 0,-1 0-4 0,0 3 0 15,-1-2-21-15,0 3-11 0,-1 0-9 0,0 0-14 16,10 3-8-16,-18 4-8 0,5-1-5 0,3 4-12 0,0 1-3 16,-3 2-7-16,4 1-2 0,0-3-3 15,0 8-6-15,3-5-7 0,3-1-2 0,1 2-1 16,0 0-3-16,2-2-1 0,3 0-1 0,-1 0-3 15,2-1 1-15,3-2-3 0,0 3-2 0,0-7 0 0,-1 1 0 16,1-2-2-16,5-2 2 0,-1-2-5 16,0-3-2-16,2 1 2 0,-3-2-4 0,5-2 4 15,-2-3-1-15,-1-1-1 0,-3 2-1 0,-2-4 10 16,1-1-14-16,-2 0 3 0,1-3-3 0,-2-1 2 0,0 0 1 16,-1 0 9-16,-3-7-13 0,3 8 1 0,-3-6 0 15,1-1 0-15,0 5 3 0,-1 4 6 0,3-1 18 16,-3 5 6-16,2 4-2 0,-2 0 4 0,-1 8-3 15,1-10-7-15,-1 10-1 0,2-6-6 0,-2 6-5 16,0 0-5-16,0 0 4 0,6 16 1 0,-5-3 4 16,3 5-5-16,-2 1 1 0,-1 6 1 0,0 0-2 15,-1 0-3-15,0 0 2 0,-1 1-1 0,1 1-3 16,3-3-10-16,-3-5-29 0,0-2-38 0,-2 7-26 16,4-5-46-16,-2 0-40 0,2-4-38 0,6 3-41 15,-5-2-195-15,3-6-492 0,0-2 219 0</inkml:trace>
  <inkml:trace contextRef="#ctx0" brushRef="#br0" timeOffset="160670.41">17280 11995 244 0,'0'0'237'0,"-6"-7"-10"0,6 7-8 15,0 0-4-15,-22 6-12 0,12 0-7 0,-4 5-13 16,1-3-14-16,2 5 7 0,-3 0-24 0,3 1-15 0,2-1-11 15,2-2-13-15,0 4-11 0,5-3-8 16,-1 2-12-16,5 2-6 0,0-5-18 0,3 0-24 16,5-2-24-16,2 2-31 0,5-1-33 0,3-4-34 15,7 0-51-15,6-2-39 0,-2-4-39 0,1 0-176 0,1-3-426 16,0-1 189-16</inkml:trace>
  <inkml:trace contextRef="#ctx0" brushRef="#br0" timeOffset="160889.67">18458 11610 2947 0,'7'-14'48'0,"-2"4"104"0,-2-1-7 16,1 3-56-16,-2 3-25 0,-2 5-20 0,4-9-10 15,-1 4-4-15,-3 5-13 0,7-7 1 0,1 3-1 16,2-1-7-16,5 2 3 0,1 0-7 0,3-1-27 15,1 0-28-15,1 4-29 0,-2-1-41 0,0 2-44 16,0 2-37-16,-1-1-36 0,-5-1-25 0,-4 4-158 16,-5-1-451-16,-3 2 199 0</inkml:trace>
  <inkml:trace contextRef="#ctx0" brushRef="#br0" timeOffset="161045.69">18518 11687 28 0,'-4'3'237'0,"4"-3"-13"16,-8 2-7-16,8-2-7 0,-6 3-10 0,6-3-11 15,0 0-18-15,-7 4-14 0,7-4-9 0,0 0-8 16,0 0-6-16,0 0-10 0,21 8-16 0,-9-6-11 0,6 0-9 16,4-2-40-16,-3 0-47 0,12 2-39 15,-3-1-51-15,3-2-50 0,1-1-80 0,-3 2-121 16,3-4-367-16,-4 1 162 0</inkml:trace>
  <inkml:trace contextRef="#ctx0" brushRef="#br0" timeOffset="162567.18">20787 10860 63 0,'-1'-7'185'0,"1"7"4"0,0-13-16 0,0 6-13 16,0 7-10-16,1-14 6 0,-1 14-10 0,0-8-12 16,0 8-13-16,0-8-18 0,0 8-5 0,0 0-15 15,0 0-8-15,0 0-3 0,0 0-4 0,16 11-3 16,-6 1-3-16,0 4 0 0,5 9 2 0,-2 1-8 16,5 3-2-16,-5-1-2 0,0 4-5 15,2-3-5-15,-1 5-3 0,0-2-5 0,0-2 3 0,-1 3-7 16,-2-2-1-16,3-5 0 0,-1 1-2 0,-2-1-4 15,0-1-2-15,-2-10-3 0,0 2 1 0,0-1-2 16,-4-4-4-16,3-1 4 0,-3-1-5 0,0-1-1 16,-1 1 1-16,1-5-2 0,-2 1 0 0,0-1-4 15,-3-5 22-15,7 6 14 0,-7-6 12 0,0 0-1 16,6 0-7-16,-6 0-7 0,10-11 3 0,-5 1 0 16,-1-2-1-16,2-5 1 0,3 0-5 0,3-9-3 15,-4 3-2-15,2-4-6 0,-1 0 2 0,-3-3-2 16,2 1 10-16,1-2-17 0,0 1-4 0,1-2 1 15,-1 1-1-15,0 2-1 0,-2-2-9 0,1 5 12 16,1 0-5-16,1 2-2 0,-5 7 0 0,2 3-2 16,-3 2-2-16,-2 1-1 0,1 3-19 0,-1 2-23 15,2-1-28-15,-4 7-42 0,3-5-27 0,-3 5-12 16,0 0-27-16,0 0-18 0,10 15-23 0,-8-3-16 16,4 8-168-16,-4 5-430 0,0-1 191 0</inkml:trace>
  <inkml:trace contextRef="#ctx0" brushRef="#br0" timeOffset="162981.41">21498 11347 95 0,'0'0'210'0,"0"0"-16"0,10-5-12 16,-10 5-4-16,8-7-9 0,-5 0-4 0,0 1-7 16,0 1-12-16,2-5-10 0,-1 0-13 0,2 0-7 15,-1-2-12-15,1 1-4 0,-2-7-11 0,0 4-7 16,1-1-1-16,0-1-10 0,0 1-4 0,-2-3-5 15,-2 1-9-15,-2-2-4 0,1 3-2 0,-5 0-2 16,2 3-8-16,-2 3-2 0,1-2-2 0,-1 5 1 16,0-4-7-16,0 6 2 0,0 0-6 0,0-2-1 15,0 4-5-15,5 3-3 0,-9-4-3 0,9 4-2 16,-7-2 1-16,7 2-4 0,0 0 3 0,-11 5-1 16,11-5-1-16,0 0-3 0,0 0 4 0,0 0-1 15,10 16 1-15,0-13-3 0,3 1-2 0,5 0 5 16,4-2-4-16,5-1 4 0,1 1 0 0,-7-2 1 15,8 0-3-15,-9 1-5 0,-3-1 0 0,-3 2-3 16,-3-1 2-16,-3 1 0 0,1-1-4 0,-3 1 4 16,1 2-5-16,-1 2 2 0,-1 0 1 0,3 3 7 15,-3 0-2-15,-3 4-3 0,1-1 5 0,0 3 1 16,-3 2-1-16,1 0-1 0,-2 2 10 0,1 0-13 16,-2 0 2-16,4 0 3 0,-4 1-5 0,4-1-13 15,-4 1-35-15,2 0-36 0,2-1-44 0,-2 0-37 16,5-1-41-16,-3 1-38 0,1-1-139 0,1-1-414 15,1-6 184-15</inkml:trace>
  <inkml:trace contextRef="#ctx0" brushRef="#br0" timeOffset="163376.68">20621 11691 205 0,'-36'3'226'0,"6"-3"-10"0,10 0-6 0,3 0-11 16,5 0-14-16,1 0-17 0,4 1-11 15,7-1-16-15,0 0-9 0,0 0-8 0,46 2-6 0,13 0-9 16,37-9-16-16,10 2-4 0,10-2-8 15,9-1-9-15,5-3-1 0,4 3-8 0,-1-2-3 0,-9-3 1 16,-3 3 2-16,-14 4-5 0,-6-4-3 16,-34 4-2-16,-1 2-4 0,-2-1-2 0,-1 0 4 0,-4-2-11 15,-6 2-5-15,-4 0 1 0,-16 2-1 0,-2-2 2 16,-3 0 0-16,-9 2-4 0,-7 2-1 0,0 0-4 16,-4 0-5-16,-2-1 0 0,-6 2 1 15,14-1-11-15,-7-1 13 0,-7 2-10 0,0 0-17 0,10-2-23 16,-10 2-27-16,0 0-30 0,0 0-28 0,0 0-34 15,0 0-39-15,0 0-61 0,-29 13-217 0,2-5-499 16,-3 1 221-16</inkml:trace>
  <inkml:trace contextRef="#ctx0" brushRef="#br0" timeOffset="164011.81">20523 12108 160 0,'0'-12'188'0,"0"12"-7"0,6-10-7 0,0 2-5 16,3 1-5-16,2 1-8 0,3-1-8 0,4 2-5 15,2 2-10-15,8 0-7 0,0 2-16 0,-6 4-8 16,-1 0-12-16,-4 3-7 0,0 1-11 0,0 3-7 16,-8-2-7-16,3 4 0 0,-3-3-9 0,-4 2-3 15,-1 0-8-15,-1 2 1 0,-4 2-4 0,-2-4-4 16,-5 6 0-16,-1-1-3 0,-6 5 0 0,-2-3-5 16,-4 0-3-16,3-5-1 0,-4 1-1 0,-2-1-1 15,-2-3 3-15,7-1-7 0,-2-5-2 0,1 2 1 16,3 0-2-16,3-3 2 0,2 0-3 0,0 0 0 15,3-2 1-15,1 0 0 0,8-1-2 0,-11 2 3 16,11-2-2-16,-6 0 1 0,6 0-3 0,0 0 1 16,0 0-3-16,0 0-5 0,0 0 3 0,0 0-1 15,0 0 4-15,0 0-4 0,0 0 4 0,25-11 7 0,-13 11 1 16,0 1 3-16,0-1 4 0,2 2 7 16,0 0-5-16,0 2-3 0,3 1 4 0,2 1 1 15,-1 0 0-15,0 0-5 0,-3 2 1 0,0-2-1 0,1 3-6 16,0-1 2-16,-4-2-2 0,3 3-15 15,-3-4-25-15,3 6-32 0,-3-6-36 0,-2 3-47 0,8-3-47 16,-6-1-35-16,2-1-208 0,2 1-464 16,2-3 205-16</inkml:trace>
  <inkml:trace contextRef="#ctx0" brushRef="#br0" timeOffset="164226.21">21271 12017 126 0,'7'-6'212'0,"2"-4"-14"0,1 3-12 0,5-2-5 15,5 2-9-15,8-2-11 0,0 1-15 0,5 1-11 16,2 0-11-16,-1 3-11 0,-1 0-15 0,-1 0-8 16,-2 1-13-16,-9 1-20 0,-1 2-36 0,-6 0-38 15,-3 0-36-15,-4 0-28 0,-1 0-24 0,-6 0-5 16,0 0-26-16,0 0-131 0,0 0-287 0,0 0 127 15</inkml:trace>
  <inkml:trace contextRef="#ctx0" brushRef="#br0" timeOffset="164543.1">21380 11994 82 0,'0'0'148'0,"-7"9"-10"16,3-1 2-16,1 3 0 0,-1 0 4 0,2 6 3 15,-2 1-3-15,3 1-11 0,-2 6-4 0,1-6-7 16,0 6 3-16,0 3 1 0,0-1-14 0,1 1-8 15,-1-2-6-15,2 1-8 0,-3-2-10 0,0-6-6 16,1 0-5-16,1-1-7 0,-1-2-6 0,1-4-6 16,0 1-4-16,1-3-5 0,1-1-2 0,-1-1-1 15,0 1-2-15,1-3-8 0,1 1 0 0,-2-7-6 0,0 9 2 16,0-9-3-16,1 7 3 0,-1-7-4 16,0 0 3-16,0 0 0 0,0 0 0 0,-4 7-1 15,4-7-5-15,0 0-1 0,-13-2-2 0,13 2 5 16,-16-2-9-16,2-1 0 0,-3 5 0 0,-5-2-3 0,1 0-2 15,-9 1 1-15,1 1-3 0,1 1 0 0,6 0 2 16,0 1-4-16,-3 2-12 0,3-3-23 0,5 3-17 16,0 0-22-16,5-2-24 0,2 0-40 15,1-1-32-15,4-1-18 0,-2 2-26 0,7-4-142 0,-6 5-383 16,6-5 170-16</inkml:trace>
  <inkml:trace contextRef="#ctx0" brushRef="#br0" timeOffset="164907.34">21549 12187 159 0,'13'-3'189'15,"1"0"-8"-15,-1 0-7 0,-3 3-10 0,2 1-2 16,-1 2-2-16,-2-1-9 0,1 1-16 0,-2 4-11 16,-1-1-12-16,-3-1-7 0,1 4-4 0,0 0-9 15,-2 1-9-15,-2 2-5 0,-2-1-7 0,-3 1-6 16,-1-2-7-16,0-1-4 0,1 1-6 0,-1-2-6 15,1-2-2-15,-1 2-7 0,0-1-3 0,0-1 0 16,1-1-3-16,1 1 0 0,3-6-10 0,-6 7-8 16,6-7-9-16,-1 9-2 0,1-9-8 0,3 10-1 15,3-3 1-15,1-2 0 0,2 1 1 0,1-2-3 16,-1 3 5-16,4-2 1 0,-1-1-1 0,-2 2 1 16,3 0-1-16,-6 1 4 0,1-2-5 0,-2 0 6 15,-1 0-4-15,-1 0 3 0,0-1-1 0,-1 1 1 16,-3-5-2-16,1 7 5 0,-1-7 3 0,-6 7 0 15,6-7 2-15,-12 6-1 0,-1-2 1 0,3-1-2 16,-3 0 1-16,-1 1-3 0,-4-1-7 0,4-1-22 16,-3 0-25-16,0-2-35 0,-1 2-37 0,6-2-41 15,-3 0-193-15,4-3-389 0,0 0 173 0</inkml:trace>
  <inkml:trace contextRef="#ctx0" brushRef="#br0" timeOffset="172208.43">22328 11927 36 0,'-7'-4'197'0,"7"4"-10"0,0 0-11 0,-7-2-13 15,7 2-15-15,0 0-5 0,0 0-14 16,0 0-9-16,0 0-7 0,0 0-6 0,0 0-10 16,0 0-10-16,21-6-6 0,-7 5-6 0,3 0-9 15,2-1-5-15,-1 0-6 0,10 1-5 0,0 0-5 16,1-5-13-16,1 6-22 0,-4 0-21 0,-4 0-30 0,-3 0-22 16,1-3-35-16,-8 5-24 0,2-2-28 15,-3 1-133-15,-6-1-305 0,-5 0 135 0</inkml:trace>
  <inkml:trace contextRef="#ctx0" brushRef="#br0" timeOffset="172634.73">22564 11890 55 0,'0'0'136'0,"-10"0"-8"0,10 0 1 0,0 0 5 16,-3 11 8-16,2-4-16 0,1-7 6 0,-3 18 3 15,3-5-12-15,0 2-1 0,-3 2-1 0,2-2-14 16,0 2-10-16,-2-1-5 0,2 2-8 0,1 0-6 15,-1 2-6-15,1-5-7 0,0 2-7 0,-2-6-6 16,2 2-6-16,0-1 0 0,0 0-6 0,2 0-6 16,-1-2 0-16,2-1-5 0,-3-1-1 0,0-1-4 15,1 0-2-15,0 2-4 0,0-3 0 0,-1-6-3 16,2 9-1-16,-2-9 0 0,0 0-6 0,0 11-2 16,0-11 1-16,0 0-3 0,-4 7-8 0,4-7-6 15,-8 5-5-15,8-5-3 0,-12 3 2 0,6-2 4 16,-1 1-4-16,7-2 3 0,-16-3-1 0,9 2 7 15,-4-1-3-15,-1-2 1 0,1-1 1 0,1 2 0 16,-1 0-2-16,2 0 1 0,-4-2 4 0,0 3 0 16,0-2-4-16,1-1 8 0,0 2-5 0,-2 2 2 15,1-3 2-15,0 0 0 0,2 2 7 0,2-1-5 16,3 2 3-16,6 1 3 0,-13-3-3 0,13 3 1 16,-9 0 0-16,9 0-1 0,0 0 7 0,0 0 8 15,0 0 2-15,0 0-3 0,22 9 0 0,-7-7 3 16,7 1-5-16,6-3-2 0,5 3-2 0,-1-5-2 15,3 1-13-15,-2 2-20 0,1 1-35 0,-2-2-43 16,3-2-25-16,-5 4-58 0,0-4-159 0,-12 4-372 16,0-1 165-16</inkml:trace>
  <inkml:trace contextRef="#ctx0" brushRef="#br0" timeOffset="173087.77">22998 12150 201 0,'-5'-14'208'0,"0"11"-5"0,5 3-10 0,-10-7-10 0,-1 5-7 15,5 0-9-15,-5 2-14 0,-2 0-5 0,-1 2-15 16,0 4-12-16,-5-1-13 0,2 3-9 0,0 0-7 16,1 1-11-16,0 0-10 0,3 1-6 0,2 2-2 15,2-2-11-15,4 2-4 0,0-2-1 0,4-1-4 16,-2 0-5-16,3 1-6 0,4-2-2 0,-2-1-2 15,6 2-4-15,-1-3-4 0,4 0 3 0,1-2-7 16,0-1-3-16,4-2-1 0,-3 1-4 0,2-4-4 16,1 1 0-16,-3-3-2 0,1-1 1 0,-1-2 2 15,-3 1-2-15,3-5 2 0,0 0-7 0,-2-2 4 16,1 1 1-16,-3-2-2 0,-2-2 5 0,1 0-4 16,-2-1-2-16,-2 1 8 0,0-1-2 0,0-2 5 15,0-1-1-15,-2 3-2 0,1-1 5 0,-2 0 4 16,2 3 11-16,-2 4 8 0,0-2 9 0,1 6 1 15,-2-1 10-15,0 8-6 0,0-11-12 0,0 11 6 16,0-8-18-16,0 8-2 0,0 0-1 0,0 0-1 16,0 0-4-16,0 0 0 0,-2 30 0 0,0-16-6 15,-1 4 4-15,-1 1-3 0,1 5 1 0,-1 0 1 16,1-5-7-16,-1 6 3 0,2-7-15 0,2 2-21 16,-2-3-35-16,2 2-35 0,3 6-49 0,-3-6-36 0,2-1-37 15,1-4-48-15,-2 3-169 0,2-2-470 0,0-4 208 16</inkml:trace>
  <inkml:trace contextRef="#ctx0" brushRef="#br0" timeOffset="173255.6">23221 12278 21 0,'0'0'227'0,"0"-10"-5"0,0 10-9 0,1-9-8 15,-1 9-13-15,0 0-22 0,-1-9-17 0,1 9-15 16,0 0-17-16,0 0-24 0,0 0-30 0,0 0-20 15,0 0-33-15,0 0-43 0,0 0-42 0,0 0-48 16,0 0-159-16,0 0-302 0,0 0 134 0</inkml:trace>
  <inkml:trace contextRef="#ctx0" brushRef="#br0" timeOffset="173649.68">23292 12159 111 0,'0'0'257'16,"-6"-11"-8"-16,6 11-10 0,-7-7-15 0,7 7-12 16,-10-5-15-16,4 4-14 0,6 1-12 0,-14-3-13 15,5 4-9-15,-4 1-11 0,3 3-9 0,-3-1-12 16,0 5-3-16,-1 0-9 0,0 0-2 0,2 5-11 16,4-4-5-16,0 0-17 0,2 0 3 0,3 2-8 0,-1 0-6 15,3 0-2-15,1 0-8 0,2 1-3 0,4 2 1 16,-1-5-9-16,4 0-9 0,2 0 7 0,3-1-7 15,4-2-9-15,0 1-27 0,0-3-25 16,1 2-37-16,-4-4-33 0,4 2-41 0,-3-2-37 0,2-2-23 16,-2-2-36-16,-2 2-208 0,-2-1-484 0,-1-4 216 15</inkml:trace>
  <inkml:trace contextRef="#ctx0" brushRef="#br0" timeOffset="173803.72">23470 12292 47 0,'1'-7'238'0,"-1"7"-7"16,0 0-8-16,0 0-17 0,3-7-17 0,-3 7-23 16,0 0-15-16,0 0-17 0,0 0-22 0,0 0-38 15,0 0-43-15,0 0-30 0,0 0-59 0,0 0-57 16,0 0-157-16,0 0-295 0,0 0 131 0</inkml:trace>
  <inkml:trace contextRef="#ctx0" brushRef="#br0" timeOffset="174121.78">23608 11904 130 0,'-3'-7'305'0,"2"0"-28"15,1 7-17-15,0-11-28 0,0 11-15 0,0 0-25 16,0-10-12-16,0 10-25 0,0 0-11 0,0 0 3 16,0 0-1-16,0 0-6 0,10 32-16 0,-7-13-5 15,-2 0-12-15,0 7-8 0,1-1-13 0,-4 1-9 16,4 1-6-16,-5-4-4 0,-1 1-8 0,-1 0-9 16,4-3-4-16,-3 4-1 0,1-7-4 0,2 0-4 0,0 0-3 15,0-2-6-15,2 0-35 0,-2-3-26 0,2-1-25 16,-1-3-43-16,0 2-27 0,0-1-41 15,1-2-28-15,-1-8-27 0,-4 12-43 0,2-9-139 0,2-3-438 16,-5 9 194-16</inkml:trace>
  <inkml:trace contextRef="#ctx0" brushRef="#br0" timeOffset="174451.9">23695 11915 157 0,'10'-8'206'0,"-2"2"-14"0,2-1-6 16,1 5-12-16,0 0-11 0,-1 2-8 0,0 4-6 0,1-1-9 16,0 1-14-16,-1 2-7 0,-1 1-17 0,-1 1-2 15,-1 0-9-15,1 3-7 0,-3 1-7 0,0-2-6 16,-1 0-6-16,-1 0-9 0,-2 1-5 0,-2-2-1 16,-2 1-6-16,0-2 5 0,-2 1-5 0,0-2 8 15,-1 1-6-15,-3-3 1 0,1 3-8 0,3-4-3 16,0 0-6-16,5-4 0 0,-5 6-8 0,0-2-2 15,5-4-2-15,-7 7-1 0,5-2-4 0,2-5 3 16,-2 7-1-16,2-7 0 0,3 12-4 0,-3-12 0 16,5 8 0-16,-1-2 0 0,5 0-5 0,-3-3-19 15,6 2-19-15,1 0-24 0,3-1-24 0,-2-2-21 16,6 1-15-16,-1-1-19 0,1 0-17 0,-2-2-12 16,2-2-18-16,0 2 5 0,-1-1 3 0,1-3-116 0,-2 2-313 15,3-1 139-15</inkml:trace>
  <inkml:trace contextRef="#ctx0" brushRef="#br0" timeOffset="174684.01">24109 12124 889 0,'15'-9'-49'0,"3"2"34"0,-3-1 22 15,1-2 13-15,-3-1 34 0,-2 3 9 0,0-1 23 0,0 0 11 16,-2 1 10-16,-2 0 22 0,1 3 15 0,-3 0-1 16,-1 1-4-16,-4 4-8 0,7-6-13 15,-7 6-11-15,0 0-5 0,0 0-3 0,0 0 12 16,0 0 14-16,6 13 4 0,-9-3 0 0,-1 0 5 0,-3 6-14 16,0 4-11-16,0-3 3 0,-1 2-7 15,-5 5-1-15,4-1-7 0,-1 0-11 0,2-4-9 0,5-4-14 16,-1 0 5-16,1-2-7 0,2-1 3 0,-1 0-13 15,4 0-6-15,1-3 11 0,2 3-10 0,1-4-19 16,1 0 12-16,2-2-6 0,8 2-6 0,-2 0 1 16,6-5-4-16,-2-2-14 0,9 0-24 0,-6-1-25 15,-1-1-26-15,-2 1-36 0,-1-3-37 0,-5 2-49 16,-2-3-44-16,0-1-54 0,-3 0-281 0,1-2-612 16,-5 1 271-16</inkml:trace>
  <inkml:trace contextRef="#ctx0" brushRef="#br0" timeOffset="175269.87">22238 11546 140 0,'0'0'168'0,"0"0"-5"0,-5-3-3 0,5 3-12 16,0 0-3-16,0 0-18 0,0 0-8 0,0 0-17 0,32-11 3 16,0 5-8-16,20 1-4 0,10-2-6 0,32 0-11 15,3 3-4-15,4-5-5 0,10 2-5 16,2 1-9-16,7-2-3 0,3 2-4 0,-6 1-1 15,1-2-8-15,-5 3 0 0,-5-1-1 0,-2 4-3 0,-8-4-6 16,-2 0-2-16,-1 0-4 0,-29 2-1 0,25-1 0 16,-34-3 0-16,-2 2 5 0,1 1-2 0,-17-2 3 15,-1 2-3-15,-5-2 6 0,2 2 2 0,-7-1 6 16,-9 1 0-16,-1 2 4 0,-4 1 6 0,-6-2 0 16,1 0 0-16,-1 2 1 0,-1 0-7 0,-7 1-3 15,9-4-3-15,-9 4-6 0,10 0-1 0,-10 0-4 16,8-1-4-16,-8 1-4 0,0 0-4 0,8-3-18 15,-8 3-10-15,0 0-19 0,0 0-25 0,6 5-21 16,-6-5-20-16,0 0-35 0,1 11-18 0,-1-11-38 16,-4 12-196-16,-1-5-419 0,-6 2 185 0</inkml:trace>
  <inkml:trace contextRef="#ctx0" brushRef="#br0" timeOffset="175883.7">16059 13979 144 0,'-9'-3'254'0,"2"0"-8"0,7 3-11 0,-10-4-17 16,10 4-15-16,-8-2-18 0,8 2-18 0,0 0-15 15,-6-2-16-15,6 2-9 0,0 0-12 0,19-8-12 16,-1 5-13-16,1 1-7 0,3-1-17 0,9-2-33 15,-1 4-39-15,-2-3-37 0,3 2-44 0,-10 4-40 16,0-1-50-16,-3 0-177 0,-5 2-382 0,-1 0 170 16</inkml:trace>
  <inkml:trace contextRef="#ctx0" brushRef="#br0" timeOffset="176040.46">16128 14095 191 0,'-8'3'213'0,"8"-3"-16"0,-9 1-7 15,9-1-11-15,0 0-15 0,-8 2-15 0,8-2 2 16,0 0-15-16,0 0-10 0,0 0-15 16,30 1-4-16,-12-1-30 0,3-1-48 0,7-1-48 0,1 1-51 15,0-2-57-15,0 2-174 0,-8 2-326 0,-2 2 145 16</inkml:trace>
  <inkml:trace contextRef="#ctx0" brushRef="#br0" timeOffset="187495.56">18373 13504 47 0,'0'0'179'0,"-9"-4"-8"15,9 4-19-15,0 0-14 0,-4-7-5 0,4 7-21 16,0 0-5-16,0 0-16 0,19-12-12 0,-2 6-7 16,11-1-19-16,7-2 8 0,2 4-11 0,15-6 2 15,2 1-6-15,1 0-14 0,-5 1-14 0,1 0-13 16,-14 5-5-16,-3-2-36 0,1 1-16 0,-6 1-15 15,-8 0-16-15,-5 3-29 0,-4-1-96 0,-2-1-226 16,-1 0 100-16</inkml:trace>
  <inkml:trace contextRef="#ctx0" brushRef="#br0" timeOffset="187875.69">18746 13391 8 0,'-10'1'128'0,"10"-1"-19"0,0 0 6 15,-5 6 6-15,4 1 24 0,-3 3-3 0,1 2 1 16,-1 5-7-16,2 2-9 0,-3 7-6 0,0-1-5 16,3 1-7-16,0 0-10 0,1 1-7 0,-2 1-9 15,2-2-7-15,-1 3-1 0,1-4-13 0,-3 2-6 16,4-1-3-16,0-7-10 0,-4 6 2 0,3-7-5 16,1-3-5-16,0 1 0 0,-1 3-7 0,0-6 0 15,-2-1-7-15,2-1 2 0,-2-1-19 0,2 0-3 16,-1-5-6-16,-1 2-5 0,3-7-1 0,-9 9-6 15,4-8-3-15,0 2 2 0,5-3-7 0,-12-1 5 16,12 1 4-16,-17-5 2 0,10 0 7 0,1 1-4 16,0-1 5-16,3 1-1 0,-4-2 3 0,7 6 15 15,-6-6 6-15,6 6 1 0,-5-6-3 0,5 6-1 16,0 0-5-16,-7-7-1 0,7 7-2 0,0 0 6 16,0 0 1-16,0 0-2 0,23 0-5 0,-10 2 5 0,6 0-3 15,0 1-2-15,11 1-10 0,0-1-18 0,2-2-25 16,0 1-24-16,2 0-21 0,1 0-27 15,2-2-13-15,-1 2-23 0,0-1-18 0,1-2-90 16,-4 1-286-16,-2-4 127 0</inkml:trace>
  <inkml:trace contextRef="#ctx0" brushRef="#br0" timeOffset="188266.09">19298 13787 98 0,'-1'-12'189'0,"-3"6"2"0,4 6-14 0,-5-10-2 16,1 6-9-16,4 4-19 0,-11-4-9 0,3 4-12 15,8 0-6-15,-23 7-11 0,8 1-4 16,2 2-9-16,-1 1-7 0,0 3-2 0,1-1-10 16,0 0-7-16,2 3-9 0,-1-2-5 0,7-3-5 0,1 0 11 15,1 0-4-15,3 3-9 0,0-5 2 0,2 1-8 16,2-1-2-16,0-2-5 0,5-2-1 0,-3-1-2 16,4 0-3-16,-1-2-5 0,3-1-1 0,-1-1-2 15,1-2-2-15,-1-3 0 0,-2-3-3 0,1-2-3 16,1-2 1-16,-2-4-4 0,0 0 0 0,1-2-3 15,-3 0 6-15,0-9-2 0,-1 2-5 0,2 0 0 16,-6-1 0-16,4-3 0 0,-5 3-3 0,3 0 1 16,-3 7 1-16,2-6 1 0,-3 8 6 15,1 0 5-15,0 5-5 0,-1 2 12 0,-1 2 3 16,1 8-5-16,0-11-7 0,0 11-4 0,0 0-1 0,0 0-6 16,0 0 5-16,0 0-3 0,0 0 11 0,-5 38-3 15,3-19 0-15,-1 8 1 0,-1 1-3 0,1-1-4 16,1 4 4-16,-2-3-3 0,1 2 0 15,1 0-9-15,-1-4-24 0,3 1-30 0,-1 0-35 0,1-1-37 16,1-1-45-16,0-7-38 0,2-1-40 0,1-2-155 16,0-3-436-16,1-3 193 0</inkml:trace>
  <inkml:trace contextRef="#ctx0" brushRef="#br0" timeOffset="188493.64">19668 13781 220 0,'-3'-6'256'0,"3"6"-20"0,-11-7-16 0,2 5-14 16,-2 2-9-16,1 5-6 0,-5 1-8 0,-3 4-5 15,4 3-5-15,-1 0-12 0,2 1-12 0,-1 0-18 16,5 2-5-16,-1-1-6 0,1 1-21 0,5-2-10 16,4 3-9-16,0-5-7 0,2 4-6 0,5-1-8 15,0 0-13-15,2-6-25 0,2 3-29 0,4-1-27 16,0-2-36-16,2 0-36 0,-2 0-39 0,2-1-48 15,-1-1-33-15,-4-1-189 0,-2 1-450 0,-5-2 199 16</inkml:trace>
  <inkml:trace contextRef="#ctx0" brushRef="#br0" timeOffset="188868.26">18005 14411 95 0,'-19'1'259'0,"6"0"-9"0,5 0-19 15,8-1-13-15,0 0-12 0,0 0-10 0,64-3-7 16,30-5-12-16,5 0-13 0,11-1-10 0,8 0-13 15,4-2-8-15,10 2-15 0,3 2-4 0,1-3-13 16,-3 1-9-16,2-4-5 0,-11 6-3 0,-2-2-8 16,-6-1-5-16,-6 0-1 0,-9 0-13 0,-8-1-2 15,-29 5-4-15,-1-1 4 0,-2 3-4 0,-2-3 0 16,-3 0-5-16,-18 4-2 0,-1 0-8 0,-6 0-5 16,-12 1 3-16,-1 0-7 0,-5 0 4 0,-2 1-8 15,-3 1 8-15,-1-2-20 0,-7 2-22 0,0 0-27 16,14-1-30-16,-14 1-29 0,0 0-36 0,0 0-62 15,0 0-68-15,-21 13-247 0,1-8-551 0,-15 2 244 16</inkml:trace>
  <inkml:trace contextRef="#ctx0" brushRef="#br0" timeOffset="189401.7">17875 14830 124 0,'-2'-7'243'0,"2"1"-16"0,0 6-16 0,7-13-19 0,2 7-12 15,-2 2-9-15,4 2-8 0,3 3-9 16,-1 1-9-16,3 4-30 0,-1 1-1 0,-2 1-11 16,0 1-7-16,0 6-4 0,-3 0 1 0,-1 2-4 15,-5 0 3-15,-2-1-13 0,-3 2-5 0,-3 0-10 16,-3 2-2-16,-4-4-9 0,0 1 2 0,-5 2-5 15,-1 2-5-15,-3-4-3 0,-1-2-3 0,4-2-5 0,2-4 0 16,-2 0-2-16,2-1-8 0,-2-4 0 16,8 2 2-16,-1-3-5 0,2 0 1 0,1-2 1 15,7-1-7-15,-11 3 1 0,11-3 0 0,0 0-3 16,-12-6-6-16,12 6 11 0,0 0-12 0,0-7 0 16,0 7 0-16,0 0-3 0,0 0-2 0,12-9-2 0,-12 9-2 15,13-5 2-15,-4 5-1 0,-9 0 1 0,18 1 2 16,-9 1 1-16,2 0 0 0,-2 2-2 15,3 1 1-15,1 0 1 0,1 4-5 0,2-3 1 16,1 2-10-16,1 2-33 0,1-3-36 0,-2-2-43 16,-1 2-56-16,5-3-45 0,-2 0-255 0,0-2-519 0,10 2 230 15</inkml:trace>
  <inkml:trace contextRef="#ctx0" brushRef="#br0" timeOffset="189600.51">18420 14888 2027 0,'-3'-26'66'0,"-1"9"58"0,1-1-33 16,2 6-29-16,1 1-11 0,0 1-7 0,1-1-3 15,4 3 1-15,4 0-3 0,6 0 3 0,4 1 1 16,9-2-4-16,2-1-1 0,4 3-5 0,4 2 6 16,-3 1-11-16,-1-2-17 0,-4 6-23 0,-2-3-31 15,-9 2-45-15,-3 2-34 0,-4-1-41 0,-5 0-26 0,1 3-33 16,-8-3-116-16,0 0-364 0,0 0 162 15</inkml:trace>
  <inkml:trace contextRef="#ctx0" brushRef="#br0" timeOffset="189918.12">18482 14769 92 0,'-7'4'182'0,"5"2"3"0,-1 4-2 0,1 0 8 15,-1 6-5-15,-1 0-7 0,2 3-3 0,1 6-10 16,-2-5 7-16,-1 6-18 0,1 1-13 0,0 2-10 15,0-2-10-15,0-2-5 0,2 0-15 0,-1-7-6 16,0 0-10-16,1 3-6 0,-1-3-8 0,-1 0-9 16,2-3-3-16,1 3-5 0,-3-3-6 0,2-3-3 15,2-1-5-15,-2-2-9 0,1 1 0 0,0-2 2 16,0-8-8-16,0 12-3 0,0-12-2 0,-3 9 0 16,3-9 2-16,0 9-5 0,0-9-1 0,0 0 4 15,-6 4-2-15,6-4-6 0,-10-2 1 0,10 2-1 16,-16-2 0-16,7-1-1 0,-3 1-4 0,-1-1 2 0,0 1-6 15,-6-1 4-15,0 0-5 0,0 2 3 16,-3 1-3-16,3-1-8 0,-2 1-21 0,3 0-19 16,2 4-30-16,2-2-30 0,2 0-42 0,1 0-37 15,4 1-35-15,7-3-35 0,-9 3-158 0,9-3-444 16,0 0 197-16</inkml:trace>
  <inkml:trace contextRef="#ctx0" brushRef="#br0" timeOffset="190282.34">18650 14970 207 0,'11'-4'243'0,"0"-1"-8"0,-1 2-11 0,-1 0-16 16,-1 1-20-16,0 2-10 0,3 1-4 0,-1 2-15 16,-2 1-13-16,2-1-15 0,-2 2-17 0,-2-1-7 15,0 5-8-15,0-3-12 0,-5-1-5 0,0 5-9 16,-6 0-9-16,2 2-7 0,-4-2-6 0,-2 0-2 15,1 1-8-15,0-1-10 0,-5 1-14 0,-1-2-12 16,5 0-12-16,2 0-18 0,0-2-9 0,0-1-10 16,2-1-4-16,1 2-2 0,2-2-5 0,2-5 2 15,0 11 9-15,0-11 3 0,4 11 1 0,1-7 4 16,0 1-2-16,0 1 10 0,-1-1 5 0,1-1-3 16,0 0 9-16,1 1 4 0,1-1 3 0,-4 1 5 15,1-1 4-15,-4-4 3 0,6 7 1 0,-6-7 10 16,2 6 7-16,-2-6 8 0,0 0 3 0,0 0 3 15,-6 12-5-15,-1-8 3 0,1-1-9 0,-3 0 3 16,0 1-4-16,-1-1-2 0,-2 0-19 0,1 3-33 16,-2-3-47-16,3 2-61 0,-2-3-52 0,0 1-171 15,1 0-392-15,11-3 174 0</inkml:trace>
  <inkml:trace contextRef="#ctx0" brushRef="#br0" timeOffset="190749.71">19763 14708 113 0,'-5'-6'235'0,"-3"4"-8"0,1 0-16 0,7 2-18 15,-20 0-12-15,8 2-15 0,-1 3-6 0,-2 4-7 16,1 4-9-16,-4 7-7 0,-1 0 1 0,6 4-9 16,-1 1-8-16,5 4-7 0,3-1-4 0,-1 2-24 15,3 2-5-15,2-3-4 0,3 1-9 0,-1-1-1 16,4-1-7-16,1 1-5 0,-1-4-6 0,-3-1-7 16,3 1 0-16,-1-7-5 0,-1-1-2 0,2-4-3 15,-1 6-10-15,-2-5 1 0,0 4-6 0,2-8-24 16,-3 2-20-16,1-3-34 0,-1 2-31 0,-1-2-31 15,-1 0-41-15,1-2-26 0,1-7-42 0,-5 10-174 16,-3-7-438-16,8-3 194 0</inkml:trace>
  <inkml:trace contextRef="#ctx0" brushRef="#br0" timeOffset="190905.77">19425 15091 149 0,'0'0'169'15,"0"0"-11"-15,8-12 0 0,2 5-14 0,8 2-14 16,1 4-13-16,8-2-14 0,2 0-41 0,2 1-45 16,3 1-48-16,-1 0-34 0,-2-1-41 0,-4 2-62 15,1 0-181-15,-7 0 80 0</inkml:trace>
  <inkml:trace contextRef="#ctx0" brushRef="#br0" timeOffset="191137.39">20001 14991 146 0,'0'0'228'16,"0"0"-12"-16,0 0-10 0,0 0-12 0,0 0-5 15,0 0 3-15,-28 13-16 0,14-4 8 0,0 3-17 16,0-2-4-16,0 2-12 0,0 0-14 0,1-1-13 16,-1 3-7-16,6-5-16 0,-1 5-8 0,2-5-12 15,0 2-7-15,4-1-8 0,1 0-1 0,6 0-10 16,2-2-8-16,2 0-7 0,4 0-29 0,5-1-29 15,1 0-31-15,9 1-41 0,3-4-28 0,-2 0-34 16,1-2-38-16,1 0-49 0,-1-2-156 0,-9-3-427 16,1-1 189-16</inkml:trace>
  <inkml:trace contextRef="#ctx0" brushRef="#br0" timeOffset="191873.98">20063 14880 37 0,'0'0'168'16,"0"0"-8"-16,5-7-7 0,-5 7-7 0,0 0-10 15,0 0-11-15,0 0-5 0,-8-11-11 0,8 11-8 16,-5-7 3-16,5 7-9 0,-6-2 8 0,6 2-4 16,0 0-7-16,-8-4-3 0,8 4-6 0,0 0-6 15,-12 0-6-15,12 0-4 0,-11 4-5 0,3 1-1 16,-1 1-3-16,0-1-3 0,2 5-3 0,-5 2 2 15,1 0-6-15,0 1-2 0,-3 0-1 0,4 2-1 16,0 0 0-16,-2-1-6 0,3 1-1 0,0-1-4 16,-1 1 1-16,1 0-1 0,2-2-2 0,1-1-7 15,-2-2-1-15,3 2 6 0,1-1-9 0,0 1-5 16,0-3 1-16,0 1-2 0,2-2 0 0,0 0-3 16,1-2 1-16,4 4 1 0,-1-3 2 0,5-1-2 15,3 0-1-15,8 1-1 0,3-3-8 0,10-2-15 16,1 3-20-16,0-6-24 0,1 1-25 0,-1 0-29 15,-3 1-41-15,-2-3-51 0,-1-4-19 0,-3 5-161 16,-5-4-413-16,-1 1 182 0</inkml:trace>
  <inkml:trace contextRef="#ctx0" brushRef="#br0" timeOffset="193262.83">20410 14964 82 0,'0'0'156'0,"0"0"-17"0,0 0-11 0,0 0-17 15,0 0-27-15,0-7-18 0,0 7-31 0,0 0-34 16,0 0-24-16,0 0-27 0,0 0-72 0,0 0-132 16,0 0 59-16</inkml:trace>
  <inkml:trace contextRef="#ctx0" brushRef="#br0" timeOffset="194742.91">20491 14934 53 0,'0'0'230'0,"0"0"-17"0,2-7-14 0,-2 7-11 0,0 0-16 16,0 0-14-16,0 0-20 0,0 0-12 16,0 0-11-16,0 0-12 0,0 0-15 0,0 0-21 15,0 0-20-15,0 0-26 0,0 0-27 0,0 0-33 16,0 0-26-16,0 0-24 0,0 0-33 0,0 0-36 0,0 0-83 15,0 0-259-15,0 0 115 0</inkml:trace>
  <inkml:trace contextRef="#ctx0" brushRef="#br0" timeOffset="194989.37">20670 14686 200 0,'0'0'213'0,"0"0"-16"0,0 0-23 16,7-9-15-16,1 5-14 0,7-2-11 0,2 0-14 16,2 1-17-16,9-1-8 0,-1 1-11 15,0-3-7-15,-7 5-16 0,1-1-27 0,-2 1-20 16,0-1-36-16,-6 2-34 0,5-1-36 0,-7 2-26 0,0-1-22 15,-6 2-91-15,-5 0-250 0,7-3 112 0</inkml:trace>
  <inkml:trace contextRef="#ctx0" brushRef="#br0" timeOffset="195324.71">20847 14631 46 0,'-1'8'156'0,"1"-8"0"0,-1 15-16 0,1-4 10 16,-2 1 1-16,1 3-18 0,1 2-1 15,-1 2-2-15,-2 1-4 0,2-1-8 0,1 5-4 16,-4 1-10-16,3-7-9 0,0 2-2 0,-1-4-12 16,2 3-3-16,-1-3-10 0,1-3-11 0,-1 0 0 0,0-1-5 15,1-1-6-15,-2 1-4 0,1-3-1 16,1-1-6-16,-1-1-4 0,1-7-7 0,-2 11-6 16,2-11-1-16,-2 8-2 0,2-8-7 0,-5 7-7 15,5-7 1-15,-8 2-7 0,8-2 1 0,0 0-6 16,-14-3 1-16,14 3 2 0,-12-4-2 0,7 0 3 15,5 4-3-15,-10-6 0 0,5 3 3 0,5 3 2 16,-6-5 0-16,6 5 0 0,-5-4-1 0,5 4-4 16,0 0 5-16,0 0 3 0,0 0-8 0,0 0 2 15,0 0-3-15,24-3-14 0,-13 5-10 0,0 0-16 16,4-1-24-16,2-1-17 0,0 0-24 0,3-1-34 16,0 1-8-16,2 0-125 0,-3 0-306 0,3-1 135 15</inkml:trace>
  <inkml:trace contextRef="#ctx0" brushRef="#br0" timeOffset="195709.71">21211 14861 1 0,'0'0'181'15,"-6"-13"1"-15,1 8-1 0,0-1-13 0,-1 2-4 0,-5 0-3 16,0 2-14-16,1 2-6 0,-3 4-9 0,-4 2-9 16,3 1-10-16,-1 2-7 0,-1 1-14 15,1 3-5-15,5-1-7 0,0 1-9 0,2 1-8 16,3 1-7-16,1-4-4 0,3 2-4 0,2-3-4 15,3 1-2-15,0-1-6 0,2-1-2 0,3-4-3 16,0 3 1-16,8-3-5 0,-5-4 1 0,1 1-7 16,1-2 1-16,-1-2-4 0,1 1-3 0,-1-3-5 15,3-5 1-15,-7 3-2 0,2-3 1 0,0-6-2 16,-5 1 1-16,2-3-4 0,-3 1 3 0,-1-3-7 16,-1 1 6-16,3-8-3 0,-5 1-3 0,-2-4 1 15,2 3 1-15,-1 0 2 0,2 0-1 0,0 1-4 16,-1 6 11-16,1 3-2 0,-1 1 6 0,0 2 9 15,1 1 2-15,-2 12 1 0,1-12-4 0,-1 12-9 16,0 0-3-16,0-8-4 0,0 8 9 0,0 0 12 16,0 29 2-16,0-11 5 0,-1 9-1 0,-1 3-1 15,1-1-5-15,0 1-1 0,-1 1 0 0,1-2-7 0,0 0-1 16,1 0-4-16,0 1 4 0,-1-5-24 16,1 1-37-16,1-1-36 0,0-6-44 0,-1 2-37 15,1-7-61-15,1 2-225 0,-4-5-482 0,1 0 214 16</inkml:trace>
  <inkml:trace contextRef="#ctx0" brushRef="#br0" timeOffset="195916.43">21550 14891 208 0,'0'0'242'0,"-6"-6"-13"0,6 6-2 0,-13 1-8 16,13-1-8-16,-18 10-14 0,7-3-16 0,-1 5-17 15,-1 0-11-15,2-1-18 0,2 0-14 0,0 2-7 16,3-2-12-16,-1 1-18 0,5 0-5 0,-1-1-38 16,0-1-33-16,5 3-49 0,-1-4-51 0,3 2-55 15,0-5-50-15,0 0-176 0,-1-2-405 0,6 2 179 16</inkml:trace>
  <inkml:trace contextRef="#ctx0" brushRef="#br0" timeOffset="196066.67">21678 14918 92 0,'1'-7'247'0,"1"1"-2"0,-2 6-4 16,2-12-11-16,-2 12-24 0,0-8-17 0,0 8-22 15,3-8-19-15,-3 8-40 0,0 0-32 0,2-8-28 16,-2 8-23-16,0 0-44 0,12 1-66 0,-12-1-60 16,14 3-151-16,-5-1-320 0,0-1 142 0</inkml:trace>
  <inkml:trace contextRef="#ctx0" brushRef="#br0" timeOffset="196318.46">22019 14591 157 0,'2'-9'280'0,"-2"9"-12"0,1-11-14 16,-1 11-17-16,0 0-26 0,2-11-20 0,-2 11-21 15,0 0-3-15,0 0 13 0,0 0-4 0,0 0-15 16,4 44-9-16,-5-18-10 0,1-2-1 0,-4 4-7 15,4-1-10-15,-8 1 2 0,6-1-14 0,-1 0-11 16,1-1-12-16,-5-2-7 0,4 2-8 0,-3 0-7 16,5-7-4-16,-1-2-18 0,2-1-24 0,0 1-23 15,1 0-28-15,0-2-36 0,0-2-29 0,-1-1-36 16,0-1-36-16,0-11-46 0,3 17-42 0,-2-11-28 16,-1-6-165-16,0 0-484 0,0 0 214 15</inkml:trace>
  <inkml:trace contextRef="#ctx0" brushRef="#br0" timeOffset="196599.65">22102 14550 70 0,'11'-16'219'0,"-2"3"1"16,-1 3-14-16,-1 1-19 0,2 5-14 16,-1-1-10-16,0 3-18 0,0 2-8 0,0 4-2 0,1 3-9 15,-3 3-8-15,3 4-9 0,-4 1-6 0,-2 3-12 16,-2-1-6-16,-2 2-7 0,-2 1-5 0,-1-4-7 15,-1 3-2-15,-3-2 3 0,-2-3-2 0,0 3 2 16,-3-4 2-16,3-2-6 0,2-2-5 16,1 0-5-16,-2-1-4 0,4-2-7 0,0 1-4 0,1 0-2 15,0 0 2-15,1-1-9 0,1 2-3 0,2-8-2 16,-4 13-2-16,4-7 3 0,5 3-5 0,-1-3 1 16,4 2-7-16,1 0-28 0,3-2-35 0,6-1-37 15,3 0-31-15,-1-1-52 0,8-5-43 0,0 0-35 16,-5-1-170-16,-1 1-452 0,6-4 200 0</inkml:trace>
  <inkml:trace contextRef="#ctx0" brushRef="#br0" timeOffset="196862.37">22633 14609 142 0,'5'-10'228'0,"1"0"17"0,-1 1 7 16,-1 2-9-16,-4 7-21 0,9-8-26 0,-6 5-20 15,-3 3-8-15,0 0 14 0,3 17-5 0,-6-2 7 0,-3 3-3 16,-4 9-13-16,0 1-3 0,-3 3-6 0,-1 1-9 15,1-1-10-15,1 0-12 0,1-1-10 16,4-3-2-16,0 0-18 0,1-4 1 0,6-4-4 16,-1-2-2-16,1-3-4 0,2-2-5 0,3-1-1 15,2-1 5-15,3-1-5 0,8-2 0 0,-1 0-5 0,12 0-8 16,3-4-8-16,4-1-8 0,16-3 2 0,-14 0-8 16,2-2-11-16,-2-1-12 0,1-2-37 0,-1-2-30 15,-1 2-41-15,-4 0-36 0,-5-3-32 0,-8 6-42 16,-6-1-49-16,-4 1-68 0,-4 0-57 0,-6 0-224 15,0 3-641-15,0 0 283 0</inkml:trace>
  <inkml:trace contextRef="#ctx0" brushRef="#br0" timeOffset="197237.96">21421 14517 154 0,'14'-15'251'0,"-4"1"-9"0,-1 5-4 15,-1-1-5-15,-3 7-14 0,-1-3-26 16,0 3-21-16,-4 3-18 0,0 0-11 0,0 0 12 16,0 0 12-16,-17 34-3 0,-3-3 11 0,-11 10-8 15,-5 7-1-15,-2 0-20 0,-17 21-8 0,18-24-13 16,-1 0 5-16,-2 1-32 0,4-2-2 0,3-3-6 0,4 0-11 16,6-12-13-16,5 0-5 0,0-1-31 15,2-1-39-15,1-1-33 0,2-1-32 0,1-2-33 16,0 0-49-16,6-8-45 0,-2 1-55 0,3-6-50 15,-2 2-178-15,2-2-524 0,-2 2 232 0</inkml:trace>
  <inkml:trace contextRef="#ctx0" brushRef="#br0" timeOffset="197705.63">19893 13331 154 0,'5'-8'227'15,"-3"4"-22"-15,-2 4-17 0,0 0-2 16,0 0-7-16,-23 24-7 0,1-1-5 0,-16 12-3 16,-3 3-9-16,-5 3-13 0,-19 15-9 0,17-17-12 15,-20 15-11-15,19-14-10 0,-16 22-10 0,2-3-8 0,17-16-10 16,-20 14-37-16,0 1-32 0,-5 2-48 16,-3 4-30-16,-4-2-49 0,4-2-49 0,-9 3-51 0,1-2-117 15,-6 0-370-15,5 3 165 0</inkml:trace>
  <inkml:trace contextRef="#ctx0" brushRef="#br0" timeOffset="198206.39">14097 15854 113 0,'0'0'230'16,"-4"-4"-22"-16,4 4-20 0,0 0-14 0,0-12-16 15,0 12-16-15,10-9-15 0,-3 5-13 0,2 0-12 16,5 0-11-16,6-2-13 0,-2 0-28 0,4 3-29 0,6-2-42 16,-9 1-45-16,0 1-50 0,3 1-38 15,-3 0-87-15,0-1-259 0,-1 1 115 0</inkml:trace>
  <inkml:trace contextRef="#ctx0" brushRef="#br0" timeOffset="198375.36">13949 16052 109 0,'-12'4'176'0,"5"-2"-11"0,0 2-4 15,1 0-1-15,6-4-15 0,0 0-9 0,13 13-14 16,6-9-10-16,8-4-11 0,8 0-16 0,4-2-39 15,16 0-38-15,-2-5-44 0,8 2-69 0,-1 0-127 16,-7 0-249-16,2-1 111 0</inkml:trace>
  <inkml:trace contextRef="#ctx0" brushRef="#br0" timeOffset="198895.83">15817 15156 218 0,'1'-13'254'0,"1"4"-8"16,-2 0-10-16,0 9-10 0,0-13-10 16,0 8-22-16,0 5-22 0,0 0-21 0,-2-10-12 15,2 10-15-15,0 0 11 0,0 0-8 0,0 0-4 16,-2 26 7-16,-3-9-9 0,2 1-8 0,2 0-11 0,0 1-7 16,-1-1-8-16,1 9-11 0,1-2-8 15,0 0-2-15,0 1-8 0,1 1-3 0,-1-2-7 16,4 0-5-16,-1-6-1 0,-1 0-4 0,3 5-5 15,-2-3-9-15,-1 2-31 0,0 3-31 0,0-7-34 16,0 6-25-16,0-1-45 0,-2-4-44 0,3 1-43 0,-1-2-44 16,-2 0-180-16,0 0-491 0,-1-2 217 0</inkml:trace>
  <inkml:trace contextRef="#ctx0" brushRef="#br0" timeOffset="199174.08">15118 16033 97 0,'-10'1'249'0,"3"-1"-18"16,7 0 2-16,0 0-7 0,37-5-15 0,3-2-11 16,51-6-13-16,15-3-11 0,10-4-15 0,12 1-14 15,10-1-6-15,-1 1-4 0,3-2-11 0,1 3-7 0,-3-2-5 16,-10 2-13-16,-17 4-9 0,-9-5-6 15,-10 11-4-15,-32 0-11 0,-1 0-4 0,-5 0-7 16,-2 4-7-16,-13 1-5 0,-5 0-6 0,-2 0-23 16,-5 2-19-16,-7 0-27 0,-2 1-37 0,-6 0-40 15,-2 0-43-15,1 2-37 0,-6 1-38 0,-1 1-49 0,-4-4-139 16,0 0-444-16,-19 14 197 0</inkml:trace>
  <inkml:trace contextRef="#ctx0" brushRef="#br0" timeOffset="199839.71">14811 16419 98 0,'8'-10'214'0,"3"3"-13"0,6-1 4 0,5 0-14 0,-2 2-3 15,7 5-15-15,3 1-13 0,-10 4-12 16,7 6-12-16,-7-1-12 0,3 5-9 0,-3 4-12 15,-7-3-5-15,3 6-11 0,-7 2-5 0,-5-4-8 0,-3 0-7 16,-1 7-3-16,-5 2-10 0,0-2 0 0,-4 0-4 16,-5-2-5-16,-2-2-4 0,0-3-4 0,-2 0-3 15,-3-2-4-15,0-1 1 0,0 0-4 0,-4-3-1 16,5-3-3-16,-8-1-5 0,3 0 1 16,4-5 0-16,1 0-5 0,-1-2 5 0,1-4-7 15,2 4 0-15,6-5-1 0,-1-2 1 0,4 0-3 16,2-1 3-16,-4-3-4 0,9 2-3 0,0-3-1 15,2 0 1-15,2 2 3 0,2-2-2 0,-1 2-1 16,6 2 1-16,0-2-2 0,2 3-1 0,-2 1 1 16,4 0 1-16,-1 4 4 0,-1 0-2 0,2 0 4 15,3 3 4-15,-5 2-2 0,8-1-5 0,-4 5 1 16,1-2-3-16,-1 3 3 0,-1-1 1 0,-1 1 0 16,-2-3-20-16,-1 7-36 0,-2-4-40 0,2 4-49 15,0 1-38-15,1-2-58 0,-1 1-207 0,-5-4-474 16,1 4 210-16</inkml:trace>
  <inkml:trace contextRef="#ctx0" brushRef="#br0" timeOffset="200059.33">15444 16465 166 0,'0'-11'234'15,"7"1"-15"-15,0 2-19 0,3-2-10 0,5 1-18 16,2-3-11-16,4 6-14 0,5-4-11 16,2 1-13-16,-1 2-16 0,-6 1-3 0,1 3-23 0,-1 0-31 15,-3 1-24-15,0 0-28 0,-6 1-44 16,-1 1-57-16,-11 0-38 0,17 2-8 0,-16 2-131 16,-1-4-302-16,0 0 134 0</inkml:trace>
  <inkml:trace contextRef="#ctx0" brushRef="#br0" timeOffset="200431.81">15467 16434 149 0,'0'0'167'0,"-4"6"-8"16,4-6 8-16,-1 15 13 0,2 2 6 0,-1 7-6 16,-2 0-13-16,2 3-8 0,-3-1-10 0,0 5-8 15,-1 0-8-15,-3-1-10 0,4 0-1 0,-2 0-7 16,0 0-13-16,1-2-10 0,-1-2-10 0,-1-1-3 15,1-1-4-15,0-7-9 0,3 1-9 16,2-5 1-16,-1 0-9 0,0-2-5 0,2-1-7 0,-1-10-2 16,-1 18-3-16,2-12-4 0,-1-6 1 0,-1 13-4 15,2-7-5-15,-1-6 2 0,-1 9 1 0,1-9 5 16,0 0-12-16,0 10 0 0,0-10 2 0,0 0-1 16,0 0-2-16,0 0-1 0,0 0 2 0,0 0-4 15,0 0-2-15,0 0-2 0,-16-22 0 0,8 13-5 16,1 1 4-16,-7-1-6 0,3 2 2 15,-1 0 2-15,-6 1-7 0,-1 2-1 0,-9 2 5 0,0 0-4 16,-3 2-2-16,2 2 2 0,2 4 2 0,0-2-5 16,8 3-9-16,-3-3-15 0,3 3-22 0,8 0-28 15,-3 1-24-15,3 1-28 0,5-2-33 16,1 0-52-16,5-7-40 0,-8 13-143 0,8-13-432 16,0 0 193-16</inkml:trace>
  <inkml:trace contextRef="#ctx0" brushRef="#br0" timeOffset="200849.75">15656 16673 1638 0,'19'-21'40'0,"0"0"68"16,-6 9 17-16,0-1-14 0,-3 5-35 0,6-1-16 16,0 1-5-16,1 0 5 0,1 2-4 0,1 4 15 15,-1-2-8-15,1 3 5 0,1 3-6 0,-2 1-3 16,1 0-8-16,-2 2-3 0,0 3-4 0,-6-3-4 15,6 3-3-15,-8 0-6 0,-2-1 0 0,-3 0-3 16,-1 3-2-16,-2-1-1 0,-1-9-2 0,-10 22 1 16,3-14-4-16,-5 7-1 0,0-3-5 0,-2-1 6 15,-3-1-8-15,2-2 0 0,2-2 0 0,3 2-3 16,-1-2 0-16,2-2-5 0,1 0 0 0,8-4-2 16,-10 9-1-16,10-9 2 0,-7 7-3 0,7-7 0 15,0 0 4-15,0 0-2 0,12 15 3 0,-2-11-4 16,4 0 1-16,-2 1 0 0,-1-1-1 0,7 0 1 15,-3 2-4-15,-2-2 0 0,3 3 1 16,-4-3 1-16,-3 0 0 0,0 4-2 0,-9-8 6 16,12 7-4-16,-12-7 0 0,0 0 6 0,5 13 2 15,-5-13 4-15,0 0 0 0,-21 17 2 0,8-12-4 16,-4 3 3-16,-5-2-5 0,5 1 5 0,-4-1-7 0,0 0 5 16,2-2-6-16,0 2-1 0,1-6-35 0,4 3-25 15,2 0-29-15,0-2-41 0,12-1-61 0,-17 1-54 16,17-1-195-16,0 0-472 0,-23-5 209 15</inkml:trace>
  <inkml:trace contextRef="#ctx0" brushRef="#br0" timeOffset="201273.76">15659 16338 86 0,'33'-12'173'0,"5"-2"-7"0,12-3-13 0,2 5-1 16,-1 0-6-16,-15 4-10 0,18-4 1 16,-18 0-7-16,-2 3-5 0,1 1-8 0,-3-2-4 15,-5 5-5-15,-7-1-3 0,-3 1-3 0,-5 3-1 16,0-2 0-16,-12 4 2 0,14-2 5 0,-14 2 3 16,13-5 4-16,-13 5-12 0,0 0-11 0,0 0-8 15,0 0-9-15,0 0-5 0,0 0-9 0,0 0-3 16,0 0-8-16,0 0-12 0,-19-23 6 0,19 23-10 15,0 0-3-15,0 0-18 0,-12-5-26 0,12 5-32 16,0 0-41-16,0 0-39 0,0 0-27 0,0 0-51 16,0 0-46-16,0 0-163 0,0 0-445 0,0 0 196 15</inkml:trace>
  <inkml:trace contextRef="#ctx0" brushRef="#br0" timeOffset="202137.95">16779 16105 198 0,'-4'-7'183'0,"1"-2"-8"0,-4 4-6 0,0 0-9 15,0 1-12-15,0 1-13 0,-4 0-8 0,1 3 0 16,0 2-3-16,-3 3-15 0,2 2-5 0,-3 2-5 15,0 6-1-15,-4 3-2 0,4 7-2 0,3 0 25 16,1 1-4-16,4 2 2 0,-2 0-6 0,7 2-9 16,2 1-2-16,3 2-2 0,1 0-2 0,2 2 0 0,1-5-3 15,4 1-9-15,-3 1-5 0,2-5-5 16,0 1-4-16,-2-5-5 0,-1 2 0 0,-3-9-15 16,1 1-5-16,0 0-7 0,-5-1 7 0,2-3-8 15,-2-1-5-15,-1 4-1 0,2-4-6 0,-5-2 3 16,0 1-10-16,1-1-19 0,-2-1-30 0,0 1-33 15,-1-3-30-15,-1-1-31 0,-1 0-32 0,1 0-29 16,1-3-47-16,5-3-38 0,-13 3-199 0,7-3-509 16,6 0 226-16</inkml:trace>
  <inkml:trace contextRef="#ctx0" brushRef="#br0" timeOffset="202304.24">16580 16530 128 0,'9'-11'191'0,"-3"7"-6"0,5-2-26 0,1 2-9 0,5 0-16 16,2-1-19-16,0 2-9 0,2 0-20 15,0 1-37-15,1 0-26 0,6 2-46 0,2 0-53 16,-9 2-15-16,0 0-99 0,-2 1-205 0,-1 0 91 16</inkml:trace>
  <inkml:trace contextRef="#ctx0" brushRef="#br0" timeOffset="202697.34">17254 16397 146 0,'1'-14'168'0,"-1"8"-1"0,0 6-9 15,-3-11-9-15,1 6-15 0,-2-2-10 0,4 7 5 16,-9-9 0-16,4 4-7 0,-3 0-15 0,-1 0 6 15,-1 3-4-15,-3-1-4 0,3 0-7 16,-4 1-6-16,2 0-3 0,0 0-4 0,12 2-3 16,-27 0-2-16,12 2-8 0,3 0-4 0,-2 0-5 0,2 1-6 15,1-1-3-15,-3 1-4 0,2-2-7 0,1 3-1 16,1-1-5-16,1 0-2 0,0 1-2 0,-3-1-5 16,3 2 6-16,2 3 4 0,-5 0-2 0,4 3 9 15,-2 1 2-15,-5 1-3 0,6 4 7 0,-1-1-6 16,-2-1-4-16,7 2 1 0,-3-1-1 0,3 0-5 15,3 2 1-15,-2-1-4 0,4-5-2 16,0 1-3-16,4-2-2 0,1 5 3 0,1-6-5 16,7 2-3-16,1-1 1 0,3-2-5 0,1-1 5 0,1-2-4 15,8 0-10-15,-6-1-28 0,9-4-23 16,-9 1-35-16,7 1-35 0,1-4-23 0,-9 1-35 16,8 0-56-16,3-4-40 0,-3 1-189 0,0-2-492 15,0 1 219-15</inkml:trace>
  <inkml:trace contextRef="#ctx0" brushRef="#br0" timeOffset="203112.98">17682 16125 265 0,'-4'-10'282'0,"4"10"-21"16,0 0-26-16,-4-10-24 0,4 10-21 0,0 0-20 15,0 0-13-15,0 0-13 0,0 0 1 0,0 0-6 16,3 38-10-16,-5-18 19 0,1 7-21 0,-2-2-13 16,3 0-9-16,0 2-5 0,-2-1-4 0,1 0 2 15,-2 2-19-15,3-4-11 0,-4 2-1 0,4-6-2 16,0 4-8-16,-1 1-6 0,1-7-4 0,0 1-5 16,1 0-4-16,-1-2-5 0,0-2-6 0,0-2-22 15,4 1-29-15,-3-2-25 0,1 1-38 0,-1-1-25 16,0-2-40-16,-2 1-35 0,2-2-42 0,-1-9-27 15,-1 17-178-15,1-17-469 0,-5 8 208 0</inkml:trace>
  <inkml:trace contextRef="#ctx0" brushRef="#br0" timeOffset="203447.87">17703 16092 168 0,'18'-9'187'0,"4"3"-5"16,-4 4-14-16,1 2-6 0,2 1-16 0,-4 2-8 16,0 1-6-16,0 6-18 0,-7-4-5 15,0 2-12-15,0 0-11 0,-2 2-6 0,-3 1-2 16,-4 0-11-16,-1 5 1 0,-3 0 1 0,-5-1-4 16,-6-1-3-16,-4 4-2 0,1-5-4 0,-2 2-3 0,-7-1-7 15,9-2 0-15,-7 0-2 0,5-2-4 0,2-1 0 16,2-1-6-16,2 2 1 0,2-5-6 15,1 2-1-15,1 0-3 0,4-2-3 0,1 0 0 16,0 0 0-16,3 2 5 0,1-7 4 0,1 10-3 16,4-2 3-16,4-3-7 0,4 0 2 0,9-1-6 15,7-1-2-15,3-1-21 0,4-2-29 0,-3 1-25 16,0-1-33-16,-1 0-22 0,-2 1-28 0,0-2-24 16,-1-2-16-16,-1 1-20 0,-10 1-135 0,1-2-362 15,-1-2 160-15</inkml:trace>
  <inkml:trace contextRef="#ctx0" brushRef="#br0" timeOffset="203718.43">18195 16226 46 0,'6'-8'232'15,"-6"8"-10"-15,0 0-21 0,3-7-8 0,-3 7-26 16,0 0-4-16,0 0 11 0,0 0 16 0,0 0 4 16,-3 30-11-16,1-12-17 0,0 2-11 0,-2 6-9 15,0 2-11-15,-2-2-1 0,2 1-14 0,0-1-4 16,1 0-10-16,1-2-7 0,1-6-9 15,-2-2-3-15,3 3-8 0,0-4-6 0,-1 0-8 0,2-4-3 16,-2-2-7-16,2-1-7 0,-1 0-2 0,0-8-4 16,3 12-5-16,-1-6-4 0,2-1 7 0,-1 0-9 15,3-2-2-15,4 1 6 0,3-1-14 0,10-2-2 16,6-2-19-16,2-2-28 0,2-2-31 16,4 0-36-16,-2 0-33 0,1-4-32 0,16-2-20 15,-17 3-43-15,16-7-19 0,-2 1-25 0,-10 4-175 16,-2-3-480-16,14-3 213 0</inkml:trace>
  <inkml:trace contextRef="#ctx0" brushRef="#br0" timeOffset="203805.05">19035 16383 14 0,'9'-6'121'0,"-3"2"-12"0,-6 4-1 0,8-7-10 15,-8 7-11-15,6-7-16 0,-6 7-30 0,0 0-37 16,0 0-41-16,0 0-66 0,0 0-111 0,0 0 48 16</inkml:trace>
  <inkml:trace contextRef="#ctx0" brushRef="#br0" timeOffset="206107.91">11386 15651 159 0,'0'-12'187'0,"0"2"10"0,0-1-10 15,2 1-18-15,2 0-15 0,-1 4-16 0,1 2-14 16,3-1-14-16,5 4-2 0,1 2-8 0,7 2-3 15,-1 5-9-15,2 0-10 0,6 6-6 0,-2 1-5 16,-3 1-10-16,0 3-4 0,0-2-3 0,-2 2 0 16,-7-4-11-16,0 0-1 0,0 1-7 0,-4 0-3 15,1-1-1-15,-1-1-1 0,0-3-4 0,-3 2-2 16,-3-5-5-16,2 1 4 0,-3-2-4 0,2 2-1 16,-3-3 3-16,2-1-2 0,-3-5-1 0,1 8 16 15,-1-8 8-15,0 0 1 0,0 0-3 0,0 0-5 16,0 0 1-16,0 0-9 0,0 0 3 0,-17-18-3 15,15 5-4-15,2-3-4 0,0 1 1 0,2-6-4 16,1 2-1-16,6-7 1 0,-2 2-1 0,0-4-3 16,4 2 4-16,2-2-4 0,0 0-2 0,-1 1-4 15,1 1-2-15,1-1 0 0,1 5-2 0,-1 0 1 16,-5 6-5-16,4 2-3 0,-6 5-6 0,0-1-15 16,0 2-21-16,-1 3-18 0,-2 2-10 0,-4 3-16 15,0 0-16-15,11 7-21 0,-10 3-17 0,-2 6-17 16,-2 3-10-16,-5 5-8 0,-3 3-103 0,0 3-311 15,-2-5 138-15</inkml:trace>
  <inkml:trace contextRef="#ctx0" brushRef="#br0" timeOffset="206355.62">11691 15792 208 0,'0'0'217'0,"5"-9"-2"0,-5 9 3 16,2-4-15-16,-2 4-17 0,0 0-22 0,3-8-16 15,-3 8-21-15,0 0-6 0,0 0-8 0,0 0 4 16,4 22 10-16,-3-7-14 0,-1 3 0 0,-1 1-9 16,-1 9-4-16,-1-2-7 0,-3 3-6 15,-1-3-5-15,2 3-9 0,0-3 4 0,1 5-19 0,2-1-4 16,0 0-4-16,-1-1-1 0,5-4-9 0,-2 2-2 16,5-3-11-16,-5-4-7 0,0-2-11 0,1 0-28 15,0-3-30-15,-1 1-35 0,4 0-29 0,-4-5-48 16,0 0-31-16,-1 0-45 0,-3-1-179 0,-1 0-451 15,-4-4 199-15</inkml:trace>
  <inkml:trace contextRef="#ctx0" brushRef="#br0" timeOffset="206765.87">10776 15576 87 0,'-4'10'200'0,"1"7"-2"0,2 11-3 16,-4 3-6-16,4 15-1 0,-1 6-9 16,-1 6-2-16,-1 1-14 0,-3 32-4 0,5-6-8 15,-5 0-7-15,1-26-5 0,0 30-10 0,-2-30-8 16,3-1-9-16,0-1-11 0,-3-1-8 0,4-2-13 16,-1-2 3-16,2-4-9 0,3-2-11 0,-1-10 0 15,-1 11-4-15,0-14-8 0,0 1-8 0,0-1-33 16,2-4-3-16,2-3 1 0,-4-7-11 0,4 0-25 15,-1-8-17-15,0 1-31 0,1-3-24 0,-4-3-26 16,2-6-17-16,3 9-25 0,-3-9-36 0,0 0-192 16,0 0-428-16,0 0 189 0</inkml:trace>
  <inkml:trace contextRef="#ctx0" brushRef="#br0" timeOffset="208367.72">10675 15325 59 0,'9'-18'147'0,"2"2"-10"0,8-3-10 0,-3 5-11 15,8-1-5-15,4-1-9 0,5 4-6 0,2-1-5 16,15 1-9-16,1 2 1 0,0 0-10 0,6 3-4 15,1 1-5-15,6-1 0 0,-1 5-10 0,3-1-1 16,25-2-5-16,-30 5-1 0,33-6-1 0,0 4 0 16,3-1-7-16,4 0-5 0,7-1 0 15,2-2-1-15,2 5-6 0,1-5-1 0,1 4-4 0,1-3 0 16,-1-2-4-16,6 1 2 0,1 1-4 0,4 3-1 16,-3-3 1-16,-3 1-3 0,2-2 3 0,-1 2-4 15,1-2 0-15,5 3 0 0,-5 0-4 0,0-1 2 16,-5-2-5-16,-1 1 0 0,-2 1 4 0,2-2-3 15,-1-1 0-15,0 4 0 0,-3-2-2 0,-2 1-2 16,-8-1-1-16,1 0 6 0,-1 5-4 0,3-6 2 16,-1 7 0-16,-3-2-4 0,-3 1 2 0,-1 0 1 15,-4-1 0-15,-26 1-2 0,30-2 1 0,-5 0 3 16,-27 1-5-16,28 5 1 0,-3-5-1 16,-25-1 6-16,27 1-2 0,-30 0-4 0,3 1 2 15,1 0 0-15,0 0 2 0,-1 0-3 0,-1 0 0 0,-3 0 5 16,-3 1-3-16,-2 0 3 0,0 1 2 0,-1 0-2 15,-2-1 0-15,-2 0-1 0,-13 0 2 16,0 0-7-16,0 3 6 0,-2-1-1 0,-1-1 1 16,-2 2-3-16,-1 0-1 0,-3 0 3 0,-1-2-1 15,-5 2-1-15,-2 0-3 0,-1-2 0 0,3 1 2 16,-3 1 2-16,3-4-1 0,0 2-4 0,-3-1 2 0,1 2 3 16,-1-2-1-16,-1 2-5 0,1-2 3 0,1 1-2 15,0 1 0-15,-2 1 3 0,0-2-3 0,-2 2-3 16,-3 0 2-16,4 2-2 0,-4-1 9 15,3 2-8-15,0 0 1 0,-4-1 2 0,1 3-1 16,-2-1-2-16,2 3 0 0,-1 0 1 0,2 2 3 0,-2 1-3 16,-1 2 0-16,3 0 0 0,-1 0 2 15,2 8 0-15,-5-7 0 0,8 2 1 0,-1 2 0 16,-1-2-1-16,1 2-1 0,1-1 0 0,1-3-1 16,0 2 1-16,2-1-2 0,-7-4 0 0,2-1 4 0,4 8-2 15,0-3 7-15,1-2-8 0,-6 0 3 16,7 0-1-16,-7-1-2 0,3-3 1 0,-3 2 0 0,8 2-5 15,-6-3 3-15,-2-2 4 0,3 3-3 16,-2-2-2-16,-1-1 2 0,1 2 2 0,1 0-2 16,-4-2 1-16,2 2 0 0,1 0 1 0,-1-1 0 15,-1 2-1-15,2-2 1 0,-1 2 0 0,0-2-3 16,-1 2 3-16,1-1-1 0,-1-1 3 0,2 1-5 16,-2-1 2-16,1 1-2 0,-1 0 1 0,1 1 1 15,-1-2-2-15,-1 2 5 0,1-2-1 0,-1-1 1 16,0 1-2-16,0 0-4 0,-6-2-3 0,5 2 11 15,-2-1 2-15,-3 1-2 0,3-3 2 0,-3 6 0 16,4 0-2-16,-4 1-1 0,1 2 6 0,-3-1-5 16,1 0 2-16,-2 0 3 0,1 3 3 0,0-5-6 15,-1 4 4-15,-1-1-4 0,-2 2 4 0,0-1-1 16,-1 0-2-16,-1 1 0 0,1-2-2 0,-1 2-1 16,-1-1 9-16,0 5-4 0,-1-5 4 0,-2 6 3 15,0-6-1-15,-1 0 2 0,1 7-31 0,-2-2 1 16,1 0 4-16,1-5 2 0,0 6 1 0,-2 0 4 15,2-5-6-15,-1 3 5 0,2-3 1 0,-1-1-4 16,2 7 1-16,-2-6 4 0,3-1-2 0,-4-2-1 16,4 3 1-16,-3 0 3 0,1 5 5 0,-1 0 0 15,0-6-1-15,0 6 8 0,-2 1-2 0,2-7 3 16,0-1-1-16,0 0-2 0,1 0-5 0,0-3 2 16,0 3-2-16,-2-4 0 0,2-1 2 0,3 4 2 15,-4-2-3-15,1 1 1 0,-1 0-2 0,2-4 3 16,-1-1-1-16,-1 5 0 0,-1 0-2 0,4 0 0 15,0 0-2-15,0-5 1 0,-1 2-1 0,1-2 1 16,0 1-1-16,-2-2 0 0,0 2 2 0,2-2-2 16,-1 1 29-16,-3-3 1 0,1 2-5 0,0-2-3 15,-3 0-3-15,2-2-3 0,-2 3 1 0,-3-2-4 16,2 0-11-16,-5 1 8 0,-2-1 3 0,0 1-14 16,-1 0 10-16,-5-2-5 0,-3 5 2 0,4-5 2 15,2 2-14-15,-1-1 13 0,-7 0-4 0,0 0 1 16,1 1-2-16,-3 0-8 0,-2-2 10 0,-1 1-3 15,2 2 0-15,-2-2 3 0,-4-1-4 0,4 1-1 16,-5 0-3-16,-1-1 5 0,-15 1-2 16,1 3 2-16,1-5-4 0,0 1 4 0,-4-1-2 15,-5-1 1-15,3 2 0 0,-5-3 1 0,-5 2-7 0,4 1 2 16,-28-2 3-16,1 0-1 0,25-1-1 0,-27-3 1 16,1 6 2-16,2-6-4 0,-12 2 5 0,0-2-2 15,-1-2-6-15,-6 7 4 0,-2-10 0 16,-2 8 3-16,1-6-6 0,-2 3 6 0,-4 0-2 0,-3 0-3 15,-2 0 1-15,1-2 1 0,1 1 1 16,0 1-1-16,1 3-1 0,-7-1 4 0,0 0-5 16,0-2 4-16,1-4-5 0,-1 9 3 0,0-6-2 15,-4 1 1-15,-6 3 1 0,-4 3 2 0,-5-6-5 0,1 3 2 16,1 1-3-16,-5-2 4 0,4 1 0 0,3-2 1 16,3 5-1-16,6-4-2 0,-3 2 3 15,2-1-3-15,8 4 6 0,2-9-4 0,7 4 3 16,2 2-3-16,2-5 0 0,3 1-2 0,4 2 3 15,7-2 3-15,1 1 0 0,2 2-1 0,4-8-4 16,26 6 9-16,-27-3-7 0,26 2 4 0,1 1 0 16,-3-1-3-16,3 5 5 0,6-4-3 0,4-1 5 15,3-1-1-15,14 2 1 0,3-2-1 0,4 1-11 16,3 4 10-16,10-8-5 0,-1 2 4 0,6 2-4 16,0-1 5-16,13 1-4 0,-15-2-5 0,15 2-12 15,-11 0-10-15,11 0-8 0,0 0-16 0,0 0-13 16,0 0-12-16,-20-4-31 0,20 4-35 0,0 0-57 15,0 0-54-15,0 0-147 0,-6-9-429 0,6 9 190 16</inkml:trace>
  <inkml:trace contextRef="#ctx0" brushRef="#br0" timeOffset="208998">10638 16812 95 0,'-5'-13'178'0,"5"13"-15"0,0 0-18 15,0 0-11-15,0 0-12 0,0 0-13 0,0 0-8 16,0 0-2-16,0 0 12 0,0 0-8 0,0 0-5 16,0 0-8-16,17 55-1 0,-10-28-4 0,-2 1-9 15,5 7-5-15,-4 9-3 0,0-10-9 0,-5 14-1 16,0-12-11-16,-1 12 5 0,0-3-6 0,0-13-5 16,-1 2-3-16,1-2-5 0,0-1 3 0,0-4-4 15,0-1 0-15,1 4-3 0,0-3-3 0,-3 0 5 16,2-3-6-16,-1-7-7 0,-1 0 5 0,5 1-3 15,-6-1-2-15,2-1-1 0,-2 0-1 0,3-4-1 16,0-1-4-16,0 0 2 0,0-11-1 0,-1 19-1 16,1-10 0-16,4-1 4 0,-4-8-3 0,4 14 2 15,-2-8 5-15,5 2 0 0,2-2 1 16,-9-6-11-16,15 8 9 0,-1-5-4 0,5 0 0 0,0-3-3 16,8 1 4-16,6-4-11 0,5-1 8 0,1-3 2 15,19-4-9-15,3-1-10 0,3-2-18 0,35-6-19 16,-11 4-29-16,-1-3-23 0,-24 5-37 0,28-6-29 15,-3-1-39-15,-30 7-168 0,4-3-396 16,25-7 175-16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  <inkml:channel name="T" type="integer" max="2.14748E9" units="dev"/>
        </inkml:traceFormat>
        <inkml:channelProperties>
          <inkml:channelProperty channel="X" name="resolution" value="393.73947" units="1/cm"/>
          <inkml:channelProperty channel="Y" name="resolution" value="393.73947" units="1/cm"/>
          <inkml:channelProperty channel="F" name="resolution" value="249.9771" units="1/in"/>
          <inkml:channelProperty channel="T" name="resolution" value="1" units="1/dev"/>
        </inkml:channelProperties>
      </inkml:inkSource>
      <inkml:timestamp xml:id="ts0" timeString="2021-01-08T05:33:12.3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4902 3688 121 0,'-3'-15'141'0,"0"5"-4"0,-1-2-6 0,0 3 0 16,2 1-5-16,0 1-15 0,2 7-10 0,-5-10-11 15,5 10-11-15,-4-6-11 0,4 6-5 0,0 0-13 0,0 0 3 16,-11 19-6-16,-1 4-11 0,-2 8-4 0,-6 13-1 15,-1 6 4-15,1 2-2 0,-1 5 1 0,-1-1-8 16,-4 22-3-16,9-26-2 0,7-1-4 16,-3-2 2-16,4 1-2 0,7-16 0 0,-2-2-12 15,4 2 8-15,-2-4-1 0,5 2 1 0,0-6-3 16,3 0 1-16,-1-8-1 0,0-1-1 0,3-3 1 0,1 1 1 16,1-6-1-16,4-1-1 0,0-5-2 0,5-3 8 15,9-2-15-15,4-7 6 0,0-3 1 0,0-7-1 16,15-7 3-16,-4-4-5 0,-2-2 0 15,-1-6 2-15,-2-1 2 0,-3-9-6 0,-3 2 3 16,0-3-4-16,-5-5 2 0,-3 1 0 0,2-1-3 16,-7-3-1-16,-1 0 1 0,-5 3-3 0,-2 1 1 0,-6 1 1 15,-3 0 2-15,-5 3 2 0,-3 1 19 16,-3 12 3-16,-5-11-7 0,-5 5-3 0,2 11-6 16,-2 1 1-16,-2 2-5 0,-1 5 3 0,0 4-2 15,-4 4-1-15,-1 5 0 0,-2 4-13 0,-2 6 16 16,-1 5-9-16,-1 2-5 0,-2 7-1 0,-8 8 5 15,0 8 2-15,2 1-5 0,3 1 2 0,5 2 2 16,12-5-4-16,0 0 1 0,8 0 0 0,6 0 10 16,2 3-12-16,11 1 4 0,4-1-2 0,9 11 4 15,6-2-14-15,7-3-2 0,3-3-10 0,2-3-2 16,3-2-4-16,1 1 0 0,4-4-3 0,-4 3 3 16,-12-8 3-16,2 1 4 0,-3 0 1 0,1 0 0 15,-3 1 4-15,-1-1 6 0,-2-2-4 0,-2 1 4 16,0-1 3-16,-4 0-1 0,-3-6 5 0,-4 2 0 15,-1-2 12-15,1 1-9 0,-3-1-3 0,-3-5-4 16,0 1-12-16,-3 2-4 0,0-3-12 0,-1 0-17 16,0-10-9-16,0 13-2 0,0-13 4 0,0 11 5 15,0-11-17-15,0 0-18 0,0 0-13 0,0 0-57 16,0 0-174-16,0 0 77 0</inkml:trace>
  <inkml:trace contextRef="#ctx0" brushRef="#br0" timeOffset="150.54">5738 3951 136 0,'0'0'223'16,"4"-9"-14"-16,-4 9-20 0,5-8-20 0,-5 8-18 15,0 0-20-15,0 0-15 0,0 0-29 0,0 0-17 16,0 0-23-16,0 0-28 0,0 0-49 0,0 0-45 16,0 0-34-16,-13 31-114 0,7-16-240 0,0 2 106 15</inkml:trace>
  <inkml:trace contextRef="#ctx0" brushRef="#br0" timeOffset="293.77">5490 4501 2387 0,'-12'13'4'0,"3"-7"57"0,2-2-8 0,3 0-22 16,4-4-14-16,-9 9-4 0,9-9-6 16,0 0 1-16,0 0-14 0,0 0-32 0,31 6-17 15,-2-13-67-15,9-4-53 0,16-3-37 0,0-8-118 16,31-11-356-16,-26 8 159 0</inkml:trace>
  <inkml:trace contextRef="#ctx0" brushRef="#br0" timeOffset="430.86">6686 4170 2609 0,'32'-17'139'0,"-5"2"4"0,-7 0-4 0,-6 4-24 16,-3 4 14-16,-3-2-19 0,-4 1-17 0,1-1-27 16,1 0-6-16,-6 9-8 0,5-11-5 0,0 7-7 15,-5 4-4-15,5-10-50 0,-5 10-45 0,0 0-54 16,2-10-76-16,-2 10-98 0,0 0-233 0,0 0-562 15,0 0 248-15</inkml:trace>
  <inkml:trace contextRef="#ctx0" brushRef="#br0" timeOffset="19695.68">8519 3368 13 0,'-10'-5'141'0,"10"5"0"16,-9-6-7-16,3 5 4 0,6 1-4 0,0 0-2 15,-10-5-8-15,10 5-6 0,0 0-12 0,0 0-11 16,-4-4-12-16,4 4-11 0,0 0-3 0,0 0-5 16,26-1-10-16,-6-1 2 0,14 0-10 0,0 1-4 15,6-3-6-15,12-3-13 0,-1 4-13 16,-15 3-20-16,1-2-27 0,-4 2-16 0,-2-1-38 0,-3 4-17 15,-9-3-25-15,-6 1-101 0,-3 1-252 0,-10-2 111 16</inkml:trace>
  <inkml:trace contextRef="#ctx0" brushRef="#br0" timeOffset="20383.57">8737 3339 14 0,'-2'7'104'0,"2"-7"12"0,-5 17-10 0,5-1 12 16,-2 2 7-16,0 8-6 0,1 3-2 0,-3 0-4 0,2 0 2 16,-2 3-16-16,2-1-8 0,-1 2-1 15,2-2-10-15,1-2-7 0,-3 1-8 0,5-1-9 16,-4 1 0-16,4-4-12 0,-1 0-1 0,0-6-3 16,1-2-3-16,-2 0-4 0,0-3-4 0,1-2-5 15,0-1 0-15,-1 0 1 0,1-2-20 0,-1-10-10 16,2 13-9-16,-2-13-3 0,1 12 0 0,-1-12 0 15,0 0-1-15,-5 11-2 0,5-11 1 0,0 0-11 16,-18-4-3-16,18 4 9 0,-18-6-4 0,5 1 4 16,2 1-1-16,-1-1 9 0,0 1 1 0,1 1 11 15,0-2 2-15,11 5 7 0,-14-4 4 0,14 4 5 16,-12-4-3-16,12 4-3 0,-9-3-5 0,9 3-3 16,0 0 3-16,0 0 0 0,0 0 0 0,0 0-3 15,0 0 6-15,0 0-15 0,0 0-10 0,44 10-22 16,-22-10-20-16,7 3-25 0,3-3-2 0,2 0-8 15,-2-3-5-15,-1 0 1 0,0-3 4 0,-2 1 3 16,-3 1 11-16,-5 0 13 0,0-2 27 0,-6-1 2 16,-1 3 10-16,0-3 7 0,-2 2 12 0,-2-2 13 15,-4 0 11-15,-6 7 7 0,16-16 9 0,-13 10 7 16,1 0 12-16,-4 6-2 0,7-10 9 0,-7 10-11 16,0 0-3-16,5-7-5 0,-5 7-6 0,0 0 9 15,0 0 3-15,0 0 10 0,13 16 3 0,-10-6 2 16,-1 0-6-16,2-1 7 0,-2 4-7 0,1-2 7 15,-2-1-9-15,0 3-4 0,2-2-4 0,-3-11-1 16,1 13-6-16,-1-13-2 0,0 11 9 0,0-11 13 16,0 0 14-16,3 12 8 0,-3-12 6 0,0 0-7 15,0 0-4-15,0 0-8 0,0 0-9 0,0 0-6 16,0 0-5-16,0 0-1 0,-3-36-5 0,6 26-4 16,-2-4 4-16,5-4-11 0,2-1 0 15,-2 1-6-15,7-6-1 0,1 2 0 0,-3 4-8 0,1 3-5 16,1 5-1-16,2-4-1 0,-3 4-5 0,-1 3 2 15,2 2-5-15,3 1 0 0,1 4-3 0,-2 1 3 16,1 3 2-16,-1 3-4 0,1 4 4 0,-1 2 0 16,3 8 1-16,-4-2 4 0,-3 0-4 0,-3-3-5 15,1 9-23-15,-5-8-30 0,1 8-32 0,-2-7-42 16,-3 0-36-16,1 0-191 0,-2-2-390 16,2-4 173-16</inkml:trace>
  <inkml:trace contextRef="#ctx0" brushRef="#br0" timeOffset="20786.66">10192 3621 96 0,'0'-7'194'0,"0"7"-8"0,-4-12-18 15,-1 8-19-15,5 4-13 0,-18-2 0 0,18 2-10 16,-32 12-6-16,5 1-2 0,-1 4-2 0,2 2-11 0,4 3-10 15,2-2-7-15,2 2-9 0,4-2-11 16,1 2-3-16,5-6-11 0,4 3-1 0,0-3-6 16,2-1-4-16,1-2-5 0,2-2-4 0,2 0 1 15,2-3-8-15,2-1 0 0,3-1-9 0,-1-3-1 16,6 0-7-16,0-3-6 0,1-2 1 0,2 0-11 16,2-4 1-16,-3-2-5 0,1 1 5 0,-7-2-5 15,2-2 7-15,-4-4-4 0,0 5 6 0,0-4-5 16,-4 2 3-16,0-5-4 0,-1 1 6 0,-2 5 7 15,0 0 5-15,-1 3 6 0,-1 8-3 0,1-12 4 16,-1 7-8-16,0 5-4 0,0 0-5 0,3-9-1 16,-3 9 1-16,0 0 2 0,0 0 6 0,0 0 6 15,0 0 3-15,-3 36-3 0,5-16 1 0,-1 5-1 16,0-7-1-16,2 0 0 0,5 6-3 0,-1-6-19 16,2 0-33-16,0 0-32 0,6 4-51 0,-2-7-50 15,7 2-40-15,-6-6-116 0,3-2-356 0,2-2 159 16</inkml:trace>
  <inkml:trace contextRef="#ctx0" brushRef="#br0" timeOffset="22338.9">11183 3333 106 0,'0'-12'190'16,"2"4"3"-16,-5 0-5 0,3 8-22 15,0-11-21-15,0 11-16 0,-1-7-15 0,1 7-13 0,0 0-9 16,0 0-10-16,0 0-9 0,6 40-3 0,-4-15-12 15,-1 7-7-15,-1 1 6 0,-1 2-10 16,1 1-3-16,-3 10-2 0,0-13-6 0,1 0 1 0,0-1-3 16,-1-3-6-16,3-3-1 0,0 0-3 0,1-2 0 15,-1-5-3-15,2-2 0 0,-2-2-1 16,3 1-2-16,-2-3-2 0,-1-3-3 0,2 1-1 0,-1-2-5 16,-1-9 4-16,1 12-1 0,1-6 4 0,-2-6-7 15,1 9 7-15,-1-9 0 0,0 0 0 0,2 8 6 16,-2-8 17-16,0 0 11 0,0 0 5 15,0 0 4-15,0 0-7 0,0 0-2 0,0 0-6 16,0 0-2-16,0 0-7 0,0 0-4 0,0 0 1 16,0 0 3-16,-7-29-9 0,7 29-8 0,-3-15 4 15,3 15-3-15,-3-13-2 0,3 13-5 0,0-11 2 0,0 11-3 16,0 0 2-16,-2-14-2 0,2 14 1 0,0 0-4 16,0 0-3-16,0 0 8 0,0-11-5 15,0 11-5-15,0 0 0 0,0 0 2 0,0 0 0 16,0 0-3-16,0 0 3 0,0 0-7 0,0 0 1 15,0 0 2-15,0 0-2 0,0 0 0 0,0 0 0 16,0 0 0-16,0 0 5 0,0 0-4 0,0 0 2 16,0 0-5-16,0 0 3 0,0 0-2 0,0 0 4 15,0 0 1-15,0 0-4 0,0 0-2 0,0 0 4 16,0 0-3-16,2-8 4 0,-2 8 4 0,0 0-7 16,0 0-1-16,0 0 3 0,0 0-2 0,0 0 4 15,0 0-3-15,0 0-1 0,0 0 3 0,0 0-4 16,0 0-3-16,0 0 4 0,0 0 5 0,0 0-4 15,0 0-2-15,0 0-2 0,0 0 2 0,0 0 2 16,0 0-2-16,0 0-3 0,0 0 4 0,0 0-3 16,0 0 9-16,0 0-8 0,0 0 0 0,0 0-1 15,0 0 2-15,0 0-2 0,0 0 2 0,0 0 2 16,0 0-1-16,0 0 9 0,0 0-10 0,0 0 0 16,0 0 4-16,0 36-3 0,0-36 2 0,3 8 4 0,-3-8-2 15,0 11-4-15,1-5 3 0,-1-6-4 0,0 0 0 16,2 17 4-16,-2-12-1 0,0-5 1 15,-2 11-1-15,2-11 1 0,2 10 1 0,-2-10-3 16,1 8 4-16,-1-8 0 0,0 8-3 0,0-8 3 16,0 0 0-16,0 0 4 0,-1 9-6 0,1-9 1 15,0 0 2-15,0 0 3 0,0 0-4 0,1 9 3 16,-1-9-4-16,0 0 4 0,0 0-2 0,0 0 0 16,0 0 0-16,0 0 0 0,0 0 1 0,0 0-1 15,0 0-1-15,0 0-7 0,0 0-8 0,0 0-17 16,0 0-5-16,0 0-29 0,0 0-21 0,0 0-25 15,0 0-13-15,0 0-20 0,0 0-7 0,0 0-19 16,0 0-5-16,0 0-14 0,8-30-95 0,-3 23-306 16,-2-5 135-16</inkml:trace>
  <inkml:trace contextRef="#ctx0" brushRef="#br0" timeOffset="22689.28">11351 3239 73 0,'-8'-6'115'0,"8"6"-13"0,-7-3-7 16,7 3-8-16,-11 3-6 0,5 3 5 0,-4 4-13 15,-1 6 20-15,-3 6-12 0,-1 1-2 0,5 5-3 16,-4 3 0-16,3 2 0 0,1 0 1 0,5 2-3 15,-4 10-3-15,5-10-3 0,-1 13 3 16,1 0-8-16,3-15-2 0,1 2-2 0,0 11-4 0,0-14-4 16,-2 0-4-16,0-3 0 0,2 1-4 0,0-5-2 15,-2-1-1-15,-1-6-4 0,3-2-3 0,-2 3-1 16,2-3-2-16,0 0-4 0,-2-3-3 0,1-2 2 16,1 1-1-16,-3-2-6 0,3 1-3 0,-2-3-18 15,-1-1-19-15,3-7-15 0,-4 12-25 16,4-12-30-16,-4 10-22 0,4-10-25 0,-6 4-26 15,6-4-117-15,0 0-305 0,0 0 136 0</inkml:trace>
  <inkml:trace contextRef="#ctx0" brushRef="#br0" timeOffset="23005.1">11219 3763 99 0,'22'-3'125'0,"-3"0"-9"15,3 2-3-15,3-2-14 0,4 1-6 0,1-3-6 16,-1 2-14-16,0 1-6 0,0-1-7 0,-1 2-4 16,-9-2-17-16,3-1-8 0,-3 2-2 0,-1-2-5 15,0 1-7-15,-5 0-6 0,-1 0 6 0,-1-1-4 16,-1-1 6-16,-4 1 3 0,2-2-15 0,-8 6 6 16,9-11-3-16,-9 11 9 0,8-8 19 0,-8 8 8 15,6-8 1-15,-6 8 5 0,4-6-10 0,-4 6-6 16,0 0-9-16,0 0-3 0,0 0 1 0,0 0-4 15,0 0 0-15,0 0-3 0,7 19 4 0,-7-19-7 0,-2 23 4 16,2-11-5-16,0 5 4 0,0 2-6 16,-1-1 5-16,2 2-4 0,-2 0 5 0,1-1-5 15,1-2-16-15,-2 0-35 0,4 1-34 0,0-2-33 16,-2-4-44-16,-2 1-93 0,0-4-262 0,1-9 116 16</inkml:trace>
  <inkml:trace contextRef="#ctx0" brushRef="#br0" timeOffset="23366.34">11950 3463 55 0,'3'-11'189'16,"-2"-1"3"-16,1 5-8 0,0-3-5 0,0 4-8 16,-2 6-17-16,2-10-14 0,-2 10-19 0,1-6-17 0,-1 6-8 15,0 0-12-15,0 0-6 0,7 27-4 0,-7-9-1 16,2 11-2-16,-4 2-4 0,4 0 3 0,-1 5-14 15,-1-2-1-15,-1 12-12 0,-1-12 7 16,0-3-7-16,2 2-5 0,0-2-6 0,-4-1-7 16,4-2-22-16,4-3-29 0,-4-1-27 0,2-5-56 15,2 0-51-15,-2-4-49 0,-1-4-106 0,-1 1-342 0,0-12 151 16</inkml:trace>
  <inkml:trace contextRef="#ctx0" brushRef="#br0" timeOffset="23582.57">12268 3459 107 0,'0'-6'202'15,"2"0"-22"-15,-2 6-20 0,2-7-23 0,-2 7-9 0,0 0-4 16,0 0 0-16,-4 30-5 0,-2-5-4 16,-1 0-4-16,1 3-5 0,-2 3-10 0,2-1 0 15,1 3-15-15,1-2-8 0,2 1-4 0,-1 0-6 16,2-1-6-16,0-3-7 0,1 1-26 0,-2-8-33 15,2 3-27-15,0-6-44 0,2-1-38 0,-2-1-31 16,0-3-33-16,0-3-93 0,-2 1-298 0,2-11 133 0</inkml:trace>
  <inkml:trace contextRef="#ctx0" brushRef="#br0" timeOffset="23721.69">12266 3607 14 0,'0'0'40'0,"16"4"-19"16,-7 2-34-16,-1 2-14 0,0 0 7 0</inkml:trace>
  <inkml:trace contextRef="#ctx0" brushRef="#br0" timeOffset="24270.52">12374 3917 98 0,'13'3'152'0,"-13"-3"-17"16,0 0 7-16,19-5 5 0,-19 5-13 0,12-6-4 16,-2-1-15-16,1 0-9 0,0-5-5 0,-1-1-4 15,0-2-16-15,-1 2-2 0,1-1-4 0,-3-3-5 16,-1 1-13-16,1-4-3 0,4-5-7 0,-8 7-3 16,-1-3-7-16,2 3 2 0,0-1 0 0,-3 4 4 15,-1-1 3-15,-1 3 3 0,0 3-6 16,1 0-1-16,-3 5-8 0,3 5-6 0,0-12-6 15,0 12-9-15,0 0-4 0,0 0 2 0,0 0-2 0,0 0-1 16,0 0-3-16,-6 28 3 0,3-12 2 0,3 0-5 16,-3 1 0-16,3 1 5 0,3-2-9 0,-2-3 3 15,3 4-1-15,-2-4 1 0,2 4-2 16,-1 0 4-16,1 0-3 0,0-6 1 0,1 0-2 16,2-1-1-16,-3-3-3 0,1 1 2 0,1-1-2 15,-1 0 0-15,4-2-1 0,-2 0 1 0,-7-5-2 0,13 4 3 16,-4-2 1-16,-9-2-3 0,16 2 3 0,-16-2-4 15,16-3 2-15,-7 0 0 0,0-3-4 16,1 0-2-16,0 0 1 0,-1-1-4 0,1-2-5 16,-2 0 1-16,1 0-6 0,-1 0 6 0,2 3 2 15,-5-2-2-15,-5 8-1 0,8-8 1 0,-8 8 3 16,4-7-2-16,-4 7 1 0,0 0-1 0,5-6-1 0,-5 6-1 16,0 0-1-16,0 0-4 0,9-6 7 0,-9 6-8 15,0 0 3-15,0 0 2 0,0 0 3 0,0 0-3 16,0 0 3-16,0 0 1 0,0 0 3 15,0 0 4-15,0 0 0 0,0 0 0 0,0 0-9 16,0 0 5-16,0 0 3 0,0 0 1 0,0 0-14 16,0 0 0-16,0 0-5 0,0 0 0 0,0 0-5 0,0 0-3 15,0 0 3-15,0 0-22 0,0 0 2 16,0 0-4-16,0 0-12 0,0 0-16 0,0 0-22 16,0 0-21-16,0 0-74 0,0 0-215 0,-36 16 96 15</inkml:trace>
  <inkml:trace contextRef="#ctx0" brushRef="#br0" timeOffset="25355.31">12529 3840 49 0,'6'-12'150'0,"-1"3"-9"15,-3 1-1-15,2-1 0 0,-4 9-6 0,8-17-10 16,-4 7-12-16,1-1-10 0,-3 0 2 0,2 1 4 16,0-5-11-16,-1 4-15 0,1-1 0 0,-4 2-11 15,0-3-4-15,0 1-5 0,3 1-7 0,-6-2-2 16,3 4-3-16,0 0-5 0,0 9-2 0,0-14 0 16,-2 8-3-16,2 6-5 0,0-10-2 0,0 10-7 15,0 0 4-15,-2-9-10 0,2 9-6 0,0 0-3 16,0 0-2-16,-11 2-1 0,11-2-2 0,-18 15 4 15,9-1-3-15,-2 0-2 0,1 3 0 0,2 1-1 16,-3 5 1-16,6-5-2 0,-2 2-1 0,2 2-1 16,3 4-1-16,0-9 6 0,4 2-1 0,0 0 0 15,1-4-3-15,4 2 9 0,0-3-3 0,1 0 1 16,6-1 1-16,-3-5 3 0,4 2-3 0,6-4 1 16,8 0-2-16,3-3-7 0,-5-1 8 0,6-4 0 15,-3 0 1-15,1-1-1 0,-2-1-5 0,-4-1 3 16,-5-1-1-16,0 1-2 0,-1-4 1 0,-2-1-1 15,-1 3-1-15,-3-4-1 0,-1 4 1 0,-5-3-2 16,1 0 2-16,-5-3-1 0,1-1-2 0,0-3 2 16,-4 0 0-16,-2 3-5 0,0 1 2 0,-2-3 3 15,-1 4-6-15,1 1 2 0,0 1 2 0,-1-1-4 16,0 2 2-16,1 3-1 0,4 6 2 0,-2-10-2 16,2 10 1-16,-3-9 0 0,3 9-4 0,2-8 2 15,-2 8 1-15,12-7-1 0,-1 3-1 0,6-1-3 16,2 3 6-16,-1 2 1 0,0-1-4 0,0 3 1 15,-1-1 1-15,2 4-1 0,-8-1-5 0,3 3 2 16,-5 1 5-16,-1-1-5 0,2 3 3 0,-2 1-1 16,-3 3 0-16,-1-3 4 0,-4 2 1 0,0 4-3 15,0 0 3-15,-2-2-1 0,0 0 5 0,4-3-4 16,-4-3-1-16,2-9-6 0,-2 19 6 0,2-9 7 16,0-10-3-16,2 12 2 0,4-7 14 0,4 2-1 15,1-4 5-15,4 0-3 0,6-3 3 0,1-3-3 16,8 1-2-16,-3-4-1 0,2-5-2 0,3 5-1 15,1-3-1-15,-6-4 0 0,-3 0-5 0,1-2 0 16,-9 2 0-16,-1 0 1 0,1-2-2 0,-5 1 0 16,0-1-5-16,-3-4 0 0,-2 3 7 0,-1-1-8 15,-5-1-6-15,2 2 2 0,-4 5-1 0,0 2 0 16,-5-1-2-16,3 2 1 0,-2 3-1 0,-2 2-2 16,-3 5 2-16,-6 0 0 0,-2 6 3 0,-6 7 2 15,0 4-3-15,-2 2 2 0,4 1-3 0,4-2 3 16,5-6 0-16,1 4 2 0,4 5-2 0,1-4 5 15,6-2-3-15,2 0-1 0,3 2 4 0,4-5-4 16,4 0-24-16,12 1-30 0,-8-7-37 0,3 0-44 16,11 0-31-16,3-4-22 0,1-1-156 0,-1-3-372 15,-3-3 165-15</inkml:trace>
  <inkml:trace contextRef="#ctx0" brushRef="#br0" timeOffset="25745.34">13831 3773 7 0,'3'-11'154'0,"-3"-2"-13"0,0 2-1 0,-2 1 1 15,-3 0-6-15,3 2 4 0,-4 0-14 0,-2 1-2 16,-1 1-12-16,-4 2-8 0,-3 4-1 0,-1 3 0 16,-6 2-11-16,4 1-5 0,-8 6-6 15,1-2-2-15,2 6-1 0,5-6-6 16,6 2-10-16,-1 2-3 0,5 0-1 0,5 1-8 0,-2-3-7 16,6-1-2-16,0 1 0 0,2-2-3 0,6-1 0 15,1 0-7-15,7-2-2 0,2-2-5 0,4 0-4 0,1-3-13 16,4-3-8-16,2-1-8 0,-2-4-8 15,-9 2-4-15,2-3 5 0,-2-2-3 0,-2-1-3 16,-3-2 7-16,-1-2 3 0,-3-1 0 0,-3-2-1 16,-2 0 3-16,-1 0 6 0,-3-2-4 0,3-1 1 15,-6-5 0-15,0-1 6 0,1 2 0 0,2-4 1 16,-4 2 0-16,0 1 15 0,3 1 29 0,-3 3 7 16,4 4 8-16,0 2 6 0,-4 3 9 0,4 3-1 0,-2 2-2 15,2 7-8-15,0-12-12 0,0 12-6 0,0 0-2 16,0 0-5-16,0 0 2 0,0 0-2 15,-8 35-2-15,6-9-4 0,2-1-2 0,0 1 1 16,0 1-2-16,0 2 3 0,0-1-9 0,2 2 1 16,2-2-27-16,0 0-34 0,0 0-44 0,1 0-44 15,1-4-71-15,3 0-63 0,-6-7-173 0,-1-1-469 16,0-5 209-16</inkml:trace>
  <inkml:trace contextRef="#ctx0" brushRef="#br0" timeOffset="26186.88">14204 3570 1745 0,'5'-25'12'0,"0"-3"41"0,-3 11 35 0,3 0-20 16,-4 5 4-16,2 4-16 0,-1 1-16 0,0 0-12 15,-2 7-8-15,0 0-1 0,0 0-2 0,0 0 11 16,9 25 3-16,-7-4 5 0,-2 5-4 0,0 2 2 15,0 5-2-15,-2-4-3 0,2 3 0 0,0-2 1 16,-2-1-2-16,2 3-3 0,0-3-1 0,0-1-2 16,0-10-2-16,2 0 2 0,-4-2-4 0,1-2-2 15,1-4 0-15,1 0 1 0,-2-3 8 0,1-7 18 16,0 9 11-16,0-9 15 0,0 0-2 0,-3 8-6 16,3-8-6-16,0 0-2 0,0 0-9 0,0 0-4 15,0 0-9-15,-7-19 0 0,7 9-7 0,4 0-6 16,3-5-11-16,6-2-1 0,-3-1-5 0,10-1-4 15,1 0-5-15,2 4-4 0,-4 7-1 0,-2-1-6 16,1 4-2-16,-4 0 1 0,2 5 3 0,-5 2-2 16,3 1 2-16,-4 0 1 0,-1 4 1 15,-2 1 1-15,1 3-2 0,-4 1 8 0,-4 5-2 16,0-2 2-16,-4 2 3 0,-1-7 1 0,-1 3 0 0,-2 0-2 16,2-4 5-16,-7 2-2 0,3-3 3 0,1 1-2 15,-9-3-6-15,7-1-21 0,-5-1-28 0,3 0-29 16,2-2-39-16,-1 0-51 0,5-2-58 0,7 0-160 15,-18-3-426-15,18 3 189 0</inkml:trace>
  <inkml:trace contextRef="#ctx0" brushRef="#br0" timeOffset="26544.31">14587 3706 2074 0,'13'-10'20'0,"3"1"6"0,-7 4-19 15,1 1-13-15,-3 1 10 0,5 2-4 0,-2 1 5 16,2 3 4-16,-2-1 0 0,2 4-1 0,2 4 4 15,-5-3 5-15,2 5 5 0,-1-3 3 0,-2 1 6 16,1 3-3-16,1 1 1 0,-2 2-3 0,-3-1-3 16,1-4 5-16,-4 1-7 0,0-2 0 0,-2 0-3 15,-1-1 2-15,-2-2-4 0,3-7 3 0,-6 10-2 16,1-5 0-16,-1-3-1 0,6-2 2 0,-12 5 5 16,12-5-2-16,-10 0-2 0,10 0 4 0,0 0-4 15,-11-9-2-15,11 9-2 0,-6-16-1 0,6 5-3 16,5-1-3-16,0 0 3 0,4-2-3 0,2-2-1 15,2 3-3-15,2-1 0 0,1 2 2 0,-2-1 0 16,2 4-3-16,0 2-1 0,1-2-2 0,-6 3-2 16,1 3-1-16,-3-1 0 0,-2 1 3 15,-1 3-10-15,-6 0 5 0,16 2 3 0,-9 0 3 0,-1 3-8 16,-1-1 4-16,3 4 1 0,-5 0 2 16,1 2 0-16,-1 1-1 0,-1 5-13 0,-4-5-37 15,2 1-38-15,0 5-55 0,-2-5-49 0,-1 0-187 0,-5-2-409 16,3 1 181-16</inkml:trace>
  <inkml:trace contextRef="#ctx0" brushRef="#br0" timeOffset="26717.43">14995 3416 39 0,'-4'-9'167'0,"2"4"-24"15,2 5-11-15,-5-4-25 0,5 4-11 0,0 0-28 16,-9 23-38-16,10-4-46 0,2 7-28 0,3-3-77 16,-3 2-130-16,6-2 58 0</inkml:trace>
  <inkml:trace contextRef="#ctx0" brushRef="#br0" timeOffset="27097.66">15363 3653 30 0,'0'0'217'0,"3"-9"-20"16,-1 3-9-16,-2 6-20 0,-2-11-9 0,2 11-6 15,-8-10-6-15,3 6-5 0,-4 1-12 0,0 2-7 16,-2 1-14-16,-3 2-3 0,-2 4-13 0,0 4-10 16,-1 0 0-16,-6 8-12 0,4 0-9 0,6-6-7 15,-5 7-1-15,8-5-6 0,5 3-3 0,-4 0-7 16,4-1-3-16,2 1-2 0,6-6-2 0,-1 3-4 16,1-7-3-16,3 5 0 0,-1-5 2 0,4-1-3 15,2-2-10-15,3-4-2 0,-14 0-12 0,29-8-3 16,-13 1-9-16,0-3-1 0,-3-2 0 0,2-2-2 15,-5-3 5-15,-2 1 2 0,0-1-2 16,-6-3 4-16,3 1-1 0,-1-7 3 0,0 2-3 16,-6 0 11-16,3 3 7 0,-2 2 4 0,3-6 11 0,-3-1 7 15,0 0 1-15,-1 9-2 0,2-2 43 0,-1 3 2 16,1 4 1-16,0 3 10 0,-1 0-3 0,2 1-12 16,-1 8-7-16,-1-9-12 0,1 9-7 0,0 0-6 15,0 0-7-15,0 0-5 0,0 0-1 0,-3 41 2 16,1-16-4-16,0 2-11 0,4 0 10 0,0 2-17 15,1 2-28-15,-1-2-24 0,1 2-44 0,2-2-38 16,0-3-38-16,4 3-35 0,0-5-36 0,4-1-25 16,-2-8-155-16,-3 0-449 0,0-5 198 0</inkml:trace>
  <inkml:trace contextRef="#ctx0" brushRef="#br0" timeOffset="27683.21">15647 3728 157 0,'3'-12'184'15,"-1"1"3"-15,-2 3-11 0,0-2-2 0,0 10-13 0,-4-13-7 16,4 13-12-16,-6-8-17 0,6 8-7 0,-9-1-12 16,9 1-8-16,-14 3-6 0,5 1-9 0,1-1-8 15,2 2-7-15,0 0-8 0,-1 3-5 16,2 1-4-16,2-4-7 0,2 2-5 0,1-7-8 16,0 11-2-16,0-11-9 0,7 10-5 0,-7-10-7 15,13 7 3-15,-7-3-2 0,0-4-2 0,1 1-2 16,-7-1-1-16,11 3-2 0,-11-3 0 0,12 0 0 0,-12 0 1 15,6 3-2-15,-6-3-7 0,0 0 1 16,6 7-3-16,-6-7 3 0,0 18 3 0,-1 2 7 16,-1 7 3-16,-3 3 5 0,2 3 3 0,2 13 1 15,-1 5 2-15,0-2 6 0,2-1 0 0,1-1 1 16,2-12-2-16,-1-3 0 0,2 2-4 0,0-1 4 16,-5-4-3-16,3 0-4 0,2-4 1 0,-4-5 3 15,-1-3-6-15,2-2 3 0,-4-2-2 0,2-3 1 16,1-10 2-16,-8 13 1 0,1-7 2 0,-5-3-2 15,1-3-1-15,11 0-4 0,-32-5-1 0,13-2-3 16,1-3 0-16,0-1 1 0,-5-6-1 0,2 0-5 16,7 2 3-16,3 1 4 0,-1-3-7 0,4-7-1 15,5-2-5-15,2 2 0 0,7-5-1 0,8 2-1 16,3-1-5-16,7-1-2 0,9-4-3 0,3-1-6 16,2 4-2-16,3 1-2 0,1-1-5 0,-2 2-2 15,-9 6-4-15,11-8-7 0,-10 8 4 0,5-10 4 16,-9 9 2-16,-3-1 1 0,1 1 2 0,-5-1 6 15,-2-1 5-15,-5 4 12 0,-2-3 11 0,-3 10 10 16,-2 0 8-16,-3 2 1 0,2 2-5 0,-7 1-4 16,2 2 4-16,-1 7-6 0,-9-13 1 0,5 10-5 15,4 3 0-15,-16-1 0 0,4 4 0 0,-2 5 4 16,-1 0 8-16,-2 4-2 0,3 2 4 0,0 1-7 16,4 1 2-16,0-1-3 0,3 1 1 0,2 1-3 15,6 8 5-15,2-6-20 0,2 0-32 0,10 2-41 16,-3-6-55-16,11 2-68 0,5-3-243 0,-1-4-475 15,1-1 210-15</inkml:trace>
  <inkml:trace contextRef="#ctx0" brushRef="#br0" timeOffset="28437.32">16741 3927 255 0,'6'-12'236'0,"5"-3"-24"0,-2-1-23 0,1-1-20 0,1-7-14 16,3 2-9-16,-3 7-6 0,3-6-8 0,-3 4-11 15,2-6-9-15,-5 5-9 0,3-7-12 0,-1 3-3 16,-3 5-6-16,-1 0-4 0,-2 1 0 0,-3 3-4 15,2 2 1-15,-5-2-8 0,1 3-7 0,1 10-5 16,-4-16-10-16,1 12-2 0,-2-2-6 0,5 6-3 16,-11-7-8-16,5 6-4 0,6 1 6 0,-12-2-12 15,12 2-1-15,0 0-4 0,-14 2-2 0,14-2-4 16,-5 4-3-16,5-4 0 0,-1 9-6 0,1-9 1 16,0 0-3-16,9 11 4 0,1-5-4 0,3-2 3 15,4 2 0-15,2-3-7 0,-3 1 0 0,5 1-1 16,-2-1-3-16,-4-1-4 0,2 2-2 0,-6 1 0 15,3-1-2-15,-2-1 2 0,-2 5-2 0,2 4 8 16,-5-2-2-16,1 5 3 0,-2 2 2 0,1 0 1 16,0 6 4-16,0-5 0 0,-6 0-1 0,2 1 4 15,1-1-1-15,1-3-6 0,0 0-8 0,0-6 5 16,0 0-2-16,1-1 2 0,1 0 2 0,3-4 3 16,3-5 2-16,4 2-2 0,4-4 2 0,6-2 0 15,2-3 0-15,-2 1 1 0,0-4 2 16,-3-2 0-16,-1-4 1 0,-6 6 3 0,2-7-2 0,-5 5 1 15,0-2-1-15,-2 1-1 0,-2-2 1 0,0 0 2 16,-4-2-2-16,0 2-4 0,-3 1 7 0,-1 2 0 16,-1 0 3-16,-2 3 4 0,1 1 2 0,0 8 1 15,-2-12-7-15,2 12-3 0,-1-7-3 0,1 7 2 16,0 0-4-16,0 0 0 0,-25 15 4 0,14-6-1 16,2 5 0-16,-1 0 2 0,3 1-2 0,3 1-8 15,5 1-20-15,-2-2-25 0,3 2-38 0,5-2-9 16,5 1-33-16,1-6-22 0,8 0-19 0,3 2-141 15,-4-5-342-15,8-3 151 0</inkml:trace>
  <inkml:trace contextRef="#ctx0" brushRef="#br0" timeOffset="28624.89">17882 3659 67 0,'-9'-6'156'15,"2"4"-9"-15,-4 2-6 0,-2 2-5 0,0 1 2 16,-4 4-8-16,3 0-10 0,0 3-7 0,8-2-6 15,-7 5-2-15,4-4-1 0,0 5-9 16,2 2-13-16,2 1-8 0,3 0-1 0,4-4-12 16,1 2-1-16,5 2-8 0,-1-2-23 0,6-1-28 0,1-3-44 15,5 0-36-15,7 1-41 0,1-7-30 0,-8 0-117 16,1-2-288-16,1-2 127 0</inkml:trace>
  <inkml:trace contextRef="#ctx0" brushRef="#br0" timeOffset="28848.86">18134 3536 213 0,'1'-12'254'0,"3"2"-8"15,0 2-11-15,-4 2-16 0,0 6-23 16,3-9-23-16,-3 9-23 0,0 0-16 0,0 0-2 16,0 0-1-16,6 21 14 0,-6-2 2 0,1 6-8 15,-1 7-12-15,0-3-3 0,0 0-12 0,0 4-13 16,-2 2-4-16,2 0-10 0,1-3 0 0,-2 1-12 15,1-2-13-15,2-2-18 0,1-2-24 0,-2-1-44 16,0-9-39-16,1 2-37 0,-1-8-46 0,-2 0-38 16,2 0-52-16,-1-2-208 0,0-9-481 0,-9 9 214 15</inkml:trace>
  <inkml:trace contextRef="#ctx0" brushRef="#br0" timeOffset="29098.5">18050 3749 51 0,'27'-8'181'16,"2"1"-7"-16,0 3-4 0,-1-1-9 0,1-2 0 15,-9 5-6-15,8-3-12 0,-6 1 1 0,0 2-12 16,-4-1-11-16,1 3-9 0,-5-1-6 0,0 1-14 16,-5 0-5-16,1 1-2 0,-2-1-9 0,-2 3-7 15,0-1-3-15,1 1-1 0,-7-3-1 0,10 11-9 16,-5-2 2-16,0 0-8 0,0 2 0 0,1 5-6 15,-3-4-6-15,4 3-8 0,-4-1-27 0,0 2-28 16,1-5-43-16,-2 2-43 0,1-3-46 0,2 2-68 16,-3-3-132-16,0 0-388 0,-2-9 173 0</inkml:trace>
  <inkml:trace contextRef="#ctx0" brushRef="#br0" timeOffset="29512.9">18828 3435 206 0,'0'0'234'15,"-1"-11"-12"-15,1 11-19 0,-3-8-15 0,3 8-22 16,0 0-20-16,0 0-19 0,0 0-11 0,0 0-4 16,-6 21 8-16,1 2 6 0,1 6-3 0,-1 5-5 15,-4 10-2-15,2 2-14 0,2-13-1 0,-5 13-2 16,4 3-7-16,1-3-8 0,-1-12-2 0,1 1 6 15,1 0-10-15,1-1-6 0,-4-3-1 0,2-2-12 16,1 2-2-16,-1-6-6 0,1 0-6 0,2-6-4 16,0 0-6-16,0-3-26 0,1-2-33 0,-4-3-37 15,6 0-30-15,-1 0-35 0,0-11-26 0,-1 17-40 16,1-17-28-16,-2 9-30 0,2-9-146 0,0 0-428 16,0 0 189-16</inkml:trace>
  <inkml:trace contextRef="#ctx0" brushRef="#br0" timeOffset="29769.12">18544 3838 5 0,'6'-15'156'15,"-6"15"-14"-15,15-11-21 0,0 4-3 0,4 0-13 16,2 2 3-16,6-1-5 0,1-2-8 0,1 4-10 16,1-1-8-16,0 1-7 0,-2-2-9 15,-7 3-4-15,7-1-3 0,0 0-13 0,-10 1 14 0,-4 0-16 16,-1 2 6-16,-1 0 8 0,-1 0 7 0,-5 0-3 15,1 0 6-15,-7 1-5 0,11-1-3 0,-11 1-10 16,9 0-2-16,-9 0-7 0,8 2 0 0,-8-2-4 16,7 7-4-16,-7-7-3 0,10 14 1 0,-4-3-4 15,-3 0-2-15,3 5 0 0,-4-3-2 16,2 3-28-16,1-3-20 0,-4 0-41 0,2 4-44 16,1-2-49-16,-3-2-144 0,-2-4-332 0,1-9 147 15</inkml:trace>
  <inkml:trace contextRef="#ctx0" brushRef="#br0" timeOffset="29916.48">18837 3636 54 0,'-3'-11'125'16,"1"3"-37"-16,-1 1-37 0,3 7-22 0,5-7-15 15,-5 7-19-15,9-2-21 0,-9 2-29 0,17 10-61 16,-6-1 27-16</inkml:trace>
  <inkml:trace contextRef="#ctx0" brushRef="#br0" timeOffset="30363.53">19134 3838 1700 0,'11'4'195'0,"-2"-3"-56"0,-9-1-44 0,13 2-13 16,-13-2-27-16,11 0-9 0,-11 0-14 0,13-4-6 16,-13 4 7-16,14-7-15 0,-8 4 2 0,-6 3 2 15,12-7 1-15,-6 0-1 0,3 0-1 0,-1-2 1 16,0 1-6-16,-3 0-1 0,2 1-1 0,-2-5-5 15,-1 2 2-15,0-3-1 0,-1 2-1 0,-3-5 3 16,0 5-2-16,-2 1 1 0,-1-1-2 0,0 1 8 16,-1 2-6-16,0 1-2 0,-2 1 4 0,2 2-5 15,4 4-7-15,-9-7 3 0,3 7-2 0,6 0 1 16,-19 4-3-16,6 3 0 0,-4 3 1 0,4 1 1 16,-2 0-1-16,2 2-2 0,1 0 2 0,4-3 0 15,2 2-3-15,3-2 2 0,-1 6 2 0,3-4 1 16,1 0 1-16,2 0 2 0,4-5-1 0,3 2 0 15,6 0 0-15,0 0 1 0,2-5-2 0,2-1 2 16,1-1-2-16,1 0-2 0,-3-4 4 0,0 1-3 16,-2-2 1-16,3-2-2 0,-1-4 4 0,-2 1-5 15,0 1 4-15,-6 0-2 0,0-2-2 16,0 2 3-16,0 0-2 0,0-2-1 0,-2 2 1 0,1-2 2 16,-3 1-5-16,2 1 1 0,1 2-2 0,-9 5 2 15,9-9-7-15,-9 9-1 0,7-5-3 0,-7 5 3 16,0 0 1-16,0 0 1 0,0 0 3 0,21 12 0 15,-17-3 2-15,-2 3 2 0,1 2 4 16,-1 4-2-16,1-3 2 0,-3-2 1 0,1 2-3 16,0 3 3-16,2-7-24 0,-3 3-40 0,1-2-58 15,3 1-70-15,-3 0-221 0,-1-13-440 0,5 18 195 0</inkml:trace>
  <inkml:trace contextRef="#ctx0" brushRef="#br0" timeOffset="30521.67">19767 3915 140 0,'0'0'240'0,"8"2"-26"0,-8-2-19 0,0 0-22 15,0 0-18-15,4 6-15 0,-4-6-12 0,0 0-13 16,-4 14-18-16,4-14-36 0,-3 13-56 0,3-13-75 0,-3 16-85 16,0-8-85-16,3-8-260 0,-9 14 115 15</inkml:trace>
  <inkml:trace contextRef="#ctx0" brushRef="#br0" timeOffset="33232.78">20415 3583 137 0,'0'0'203'15,"0"0"-28"-15,0 0-30 0,0 0-9 0,0 0-14 16,0 0-12-16,0 0 2 0,0 0-10 0,0 25 12 16,2-13-7-16,-2 4-8 0,-2 1-2 0,2 3-3 15,0 4-2-15,0-4-8 0,-1 5-6 0,1-5-8 16,-1 6-3-16,1 0-7 0,0-6-6 0,0-4-3 15,1 4-4-15,-2-2-7 0,1 0-4 0,0 0-10 16,-3-1-33-16,3-5-25 0,-1 1-28 0,1 0-29 16,-3-1-25-16,3-1-29 0,-1 1-25 0,-3-3-140 15,4-2-333-15,0-7 148 0</inkml:trace>
  <inkml:trace contextRef="#ctx0" brushRef="#br0" timeOffset="33769.01">20394 3756 91 0,'15'-13'128'0,"-1"0"-21"0,4 0-3 0,-1 2 0 15,-1-2-21-15,1 2-4 0,1 2-4 0,-6-1 1 16,0 2 5-16,1-1 3 0,-4 1-5 0,-1 0 4 16,-1 1-4-16,-3 1-7 0,1 3-4 0,-1-3 0 15,-4 6-7-15,6-8-4 0,-6 8-1 0,5-7-9 16,-5 7-2-16,5-2-7 0,-5 2-11 0,0 0-6 15,5-4-4-15,-5 4-4 0,0 0-2 0,0 0-1 16,0 0 1-16,6 20 3 0,-5-10 1 0,0 3-10 16,-3 4 4-16,0 2 0 0,0 6 1 0,0-7-8 15,-1 8 8-15,0-6-3 0,2-1-2 0,-3-4 0 16,4 2 0-16,-1 0-4 0,-1-4 3 0,2-2-12 16,-1-1-9-16,1 0-3 0,0-3-3 0,0-7 1 15,0 13 5-15,0-13 4 0,-2 9 0 0,2-9 5 16,2 6-3-16,-2-6 2 0,0 0 1 0,4 6-2 15,-4-6 9-15,9 0-2 0,-9 0-3 0,13 2 3 16,-2-2 10-16,-2 1-5 0,3-1-4 0,-2 2 5 16,1-1 3-16,3 2-1 0,-1-1 3 0,0-1 4 15,6 3-3-15,-1-3 1 0,-1-1 4 0,3-1 3 16,-6 0-2-16,3-2 6 0,-1-3-2 0,-2 2 0 16,-2 1 5-16,-1-1-1 0,0-1 5 0,-2-2-1 15,-2-1 0-15,1 4 5 0,0-4-5 0,-3-1-5 16,0-1 4-16,-1 4 9 0,-2-2 0 0,1 3-4 15,-2-4-3-15,-1 9-3 0,1-12-4 0,-1 12-2 16,-1-10-4-16,1 10-4 0,-4-7-3 0,4 7 0 16,0 0-1-16,0 0-5 0,0 0 0 0,0 0 3 15,-20 20-1-15,13-8-18 0,0-2-16 0,0 6-33 16,2-4-33-16,1 4-27 0,2-1-29 0,3 2-32 16,-1-2-113-16,3-2-321 0,1-4 142 0</inkml:trace>
  <inkml:trace contextRef="#ctx0" brushRef="#br0" timeOffset="34040.01">21476 3587 250 0,'0'-12'272'0,"0"6"-19"0,1 0-24 16,-1 6-23-16,2-10-24 0,-2 10-20 0,0 0-22 15,0 0-13-15,0 0-14 0,0 0-3 0,1 38 6 16,-2-9-7-16,-2 7 1 0,-1 13-10 0,0 6-3 0,1 0-10 16,-1-4-6-16,0 0-8 0,1-3-8 0,2 0-3 15,-3-14-5-15,4-2-15 0,0 1 3 16,0-4-11-16,4-1-27 0,-3-2-22 0,2-7-33 16,-2 1-33-16,2-4-25 0,1-1-27 0,-2-5-40 15,2 0-35-15,-1-3-14 0,-3-2-136 0,0-5-386 16,0 0 171-16</inkml:trace>
  <inkml:trace contextRef="#ctx0" brushRef="#br0" timeOffset="34257.07">21526 3757 9 0,'19'-7'166'0,"0"0"-1"15,0 4-12-15,-2 3-7 0,-2 1-9 0,1 4-6 16,-2 1-7-16,0 1-7 0,0 5-9 0,-4 2-8 15,0-1-8-15,-1 3-7 0,-1 0-8 0,-5-4-12 16,-2 2 10-16,-4 3-13 0,-5-1-6 0,-2 0-4 16,-2-1-5-16,-1 1-4 0,-4-5-1 0,-1 2-19 15,3-4-26-15,-3 0-27 0,3-4-38 0,4 0-21 16,0-2-60-16,-1 1-141 0,1-4-313 0,11 0 138 16</inkml:trace>
  <inkml:trace contextRef="#ctx0" brushRef="#br0" timeOffset="34513.78">21764 3908 18 0,'0'0'202'0,"7"9"-11"0,0-3-4 16,0-1-17-16,1-1-5 0,-2 0-12 0,5 1-9 16,-11-5-8-16,20 3 1 0,-8-3-5 0,2 0-12 15,-2-2-7-15,5-2-8 0,4-2-4 0,-9 1-8 16,5-2-2-16,-7 1 8 0,0 0-2 15,-3-1-7-15,-1-2-5 0,-2 1-3 0,1-2-12 0,-5 10-9 16,-4-21-7-16,0 10-2 0,-2 0-8 0,-6-1-7 16,0 0-20-16,-1 3-17 0,1 6-15 0,-2-3-23 15,3 4-18-15,-7 2-23 0,1 5-28 0,-2-1-34 16,6 1-50-16,1 3-33 0,-1 0-143 16,1-1-395-16,7-1 175 0</inkml:trace>
  <inkml:trace contextRef="#ctx0" brushRef="#br0" timeOffset="34960.94">22069 3815 28 0,'0'0'239'0,"6"-9"-14"0,-6 9-8 16,6-8-16-16,-6 8-19 0,0 0-20 0,6-6-15 16,-6 6-21-16,0 0-14 0,0 0-14 0,0 0-7 15,0 0-12-15,0 0-7 0,0 0-7 0,0 0-6 16,5 25-6-16,-4-18-5 0,-1-7-7 0,0 17-1 15,3-8-5-15,-3-9-3 0,6 15-2 0,-3-8 6 16,1-1-9-16,-4-6-2 0,5 11-2 0,-1-5-4 16,-4-6 0-16,9 6-2 0,-9-6-1 0,12 5-1 15,-12-5-1-15,12 1-8 0,-12-1-1 0,0 0-2 16,19-2-4-16,-19 2 5 0,14-7-4 0,-6 2 5 16,-8 5-2-16,10-8-2 0,-5 1 0 0,-5 7 3 15,5-11-3-15,-1 7-3 0,-4 4 4 0,8-10 0 16,-8 10-5-16,5-5-3 0,-5 5-2 0,0 0-1 15,0 0 0-15,0 0 1 0,0 0 2 0,0 0 1 16,15 14 4-16,-11-9-2 0,1 3 1 0,-5-8 2 16,6 14 7-16,0-8-5 0,-3 0 0 0,3-1 2 15,-1-1 3-15,2 0 13 0,0-1 23 0,-7-3 16 16,16 2 3-16,-16-2 12 0,23-8 3 0,-10 3 1 16,0-5-8-16,0-2-1 0,2 0-12 0,-5 0 12 15,-2 2-6-15,2-6-3 0,-2 2-8 0,-2 1-5 16,1-1-6-16,-2 2-21 0,-2 0-28 0,0-1-37 15,-2 0-41-15,-1 2-37 0,0 11-47 0,2-16-60 16,-2 11-54-16,0 5-150 0,0 0-471 0,0 0 209 16</inkml:trace>
  <inkml:trace contextRef="#ctx0" brushRef="#br0" timeOffset="35552.82">22624 3841 202 0,'9'-7'237'0,"-2"1"-11"15,0-5-10-15,-1 4-13 0,0-5-17 0,0 6-13 16,-3-5-12-16,1 1-9 0,-1 2-7 16,-1-3-11-16,2 0-13 0,0 2-8 0,-3-2-12 15,1 3-6-15,-2-3-21 0,0 11 2 0,0-14-11 16,-3 8-9-16,3 6-8 0,-5-9-9 0,5 9-7 0,-4-7-3 16,4 7-3-16,-9 0-2 0,9 0-5 0,-20 8-2 15,4 0-6-15,0 7 4 0,-2 2-7 0,0 3 0 16,4 2 0-16,1-5-2 0,5-3-1 15,1 1-1-15,2 2 0 0,0-5 2 0,3 4-4 16,2-4 0-16,2 0 4 0,3-1-2 0,-2-2 0 16,4 1 2-16,1-3 2 0,3 0 1 0,1-3 0 15,4 0 1-15,5 0-4 0,-1-3 2 0,8 1-1 16,-1-2 2-16,-6-2-1 0,0 1-4 0,2-2 5 16,-3-1 1-16,1-3-3 0,-4 0 4 0,-1 2-5 15,-5-3 2-15,1 2 1 0,-1-3-2 0,3-3 1 16,-8-2-1-16,0-4 0 0,-2 5-3 0,0-3 0 15,-1-1-2-15,-1 3 4 0,-2 0-3 0,-2-3 0 16,-1 1-4-16,2-1-6 0,-3 2 0 0,3 2 2 16,-2-3-4-16,1 7 2 0,-1-2-1 0,2 4-2 15,1 7 4-15,-4-11-1 0,4 11 4 0,-4-7-5 16,4 7-4-16,0 0-3 0,-5-7 1 0,5 7 0 16,0 0 2-16,0 0 5 0,0 0-2 0,0 0-3 15,0 0 5-15,0 0-3 0,0 0 3 0,-10 14-2 16,10-14 1-16,0 0 1 0,0 0 5 0,0 0 2 15,11 19 2-15,-1-15 2 0,-1 1 4 0,3-2 6 16,3-1-3-16,4 0 6 0,-2 3 1 0,1-3-5 16,-7 0 1-16,2-1-1 0,1-1-2 0,-2 5-1 15,0-1-1-15,-4-1-2 0,0 1 5 0,-2 3 1 16,3 1 5-16,-2 1 5 0,-2 2 2 0,-1 5 2 16,0 1 4-16,-2 1-9 0,2 0 2 0,-3 1 2 15,0-1-12-15,1 0-40 0,-4-1-47 0,1 1-57 16,0-3-78-16,-2-2-290 0,7-1-539 0,-4-12 239 15</inkml:trace>
  <inkml:trace contextRef="#ctx0" brushRef="#br0" timeOffset="36037.15">23630 3991 198 0,'-6'-9'213'0,"3"-1"-13"0,1-2-17 15,4-6-22-15,0-1-10 0,8-6-10 0,3 1-10 16,1-2-14-16,4 1-8 0,0-2-10 0,4 1-14 0,1-2-4 15,-2 2-6-15,1 1-1 0,2-1-10 16,-1-1-7-16,-3 2-5 0,0 0-8 0,-3 4 27 0,-7 4-5 16,-2 4 1-16,-2 3-6 0,-1 0-5 15,-5 3-11-15,1 1-4 0,-1 6-8 0,2-11-5 16,-2 11-6-16,-12-5-1 0,12 5-6 0,-17 1 0 16,5 3-9-16,0 1 2 0,-2 3-6 0,-1 1-5 0,2 1-6 15,2-2-4-15,4 0-3 0,3 1-2 16,2 4 2-16,2-2-3 0,5 2 5 0,0-2 2 15,8 5 2-15,1-2-1 0,6 7 3 0,2-4-2 16,0 1 1-16,-1-4 3 0,-4-1-2 0,-2 0 2 16,-2 3 1-16,0 1 4 0,-4-1 1 0,-4 2-5 15,0-3 1-15,-4 2 0 0,-1-6 1 0,-6 5-17 16,1 0-20-16,-3-1-13 0,-2-3-28 0,4-3-27 16,1-1-10-16,-3-1-10 0,8-7-9 0,-5 7-15 15,5-7-17-15,0 0-94 0,0 0-285 0,0 0 127 16</inkml:trace>
  <inkml:trace contextRef="#ctx0" brushRef="#br0" timeOffset="36583.86">24208 3685 100 0,'6'-8'181'0,"-1"1"-2"0,-3 3-14 16,-2 4-13-16,5-7-23 0,-5 7 4 0,0 0-29 16,0 0-7-16,0 0-3 0,7 14-4 0,-9-3-4 15,2 1 4-15,-1 2 4 0,1 3-14 0,3-1 1 16,-2 1-8-16,3 1-2 0,0-1-9 0,1-2-3 15,0-5-4-15,4 0 1 0,-3-2-7 0,6 0-2 16,-1-4-3-16,2-1-4 0,5 0-4 0,0-3-2 16,4-3-3-16,5 0-1 0,-7-2-7 0,-4-4 2 15,0 1-3-15,-1-1 9 0,-4 2-2 0,-2-1 2 16,0-1-4-16,-2-3-1 0,-1 3 3 0,2-1 1 16,-4-1 6-16,0 0-2 0,-3-1 0 0,-1 12-4 15,1-16-3-15,0 8-5 0,-2 1-2 0,1 7-2 16,0 0-7-16,4-14-5 0,-3 11-7 0,-1 3 4 15,0 0-3-15,0 0 0 0,0 0-5 16,0 0 4-16,0 0 0 0,0 0-1 0,4 35 1 0,-3-25 1 16,3-2 4-16,4 2-1 0,-6-4 3 0,6 2-1 15,-1 2 2-15,3-3 6 0,0-1 1 0,2-3 11 16,5 0-6-16,1-4 4 0,3-4 0 0,-1-2-3 16,-2 0 1-16,0-2 6 0,-3-1 7 0,-1 0 2 15,-2-2-8-15,-1-2 6 0,-4-1-3 16,-1-1 3-16,-3-3-4 0,1 2-7 0,-3-2 14 0,0 0-5 15,0-6-5-15,-1-2 3 0,-1 0-8 0,-1 8 1 16,-1 0-7-16,2-1 2 0,-2 5-1 0,3 2 3 16,-2 4-2-16,2 2-4 0,-2 0-12 0,2 7 3 15,0 0-4-15,0 0-2 0,0 0 2 16,0 0-1-16,0 0-1 0,0 51-1 0,2-24 7 0,-2 6 3 16,0-2-4-16,0 2-2 0,-3-1-1 15,4 1 1-15,-2-1 7 0,4 3-4 0,-1 0 4 0,-2-2-15 16,0-4 17-16,0 2-9 0,3-2-40 0,-2-3-38 15,-1 0-36-15,-2-7-51 0,0-1-66 16,0 0-61-16,-2-3-198 0,-1-4-529 0,-2-1 233 16</inkml:trace>
  <inkml:trace contextRef="#ctx0" brushRef="#br0" timeOffset="36786.87">24836 3718 1929 0,'17'-30'30'0,"2"5"8"15,-4 0-11-15,2 4 1 0,-7 9 9 0,-2 2 2 16,-1 0-4-16,1 3-1 0,-2 3-10 0,-2 1 7 16,-4 3 3-16,13-1 4 0,-13 1 11 0,15 7 0 15,-7 0-6-15,-4 2 2 0,2 4-9 0,-2-2 2 16,-2 6-4-16,-4 0-1 0,-2 0-4 0,-2 0-16 16,-4 4-15-16,-2-4-37 0,-3 3-40 0,1-4-51 15,0-1-54-15,-6 2-193 0,3-7-408 0,5-2 181 16</inkml:trace>
  <inkml:trace contextRef="#ctx0" brushRef="#br0" timeOffset="37015.18">25132 3398 163 0,'3'-7'290'0,"-2"0"-25"0,3 3-27 0,-4 4-31 0,3-8-19 16,-3 8-22-16,0 0-17 0,0 0 3 0,11 32-3 15,-6-6 18-15,-2 3-16 0,2 3-9 0,-4 0-13 16,2 1-11-16,-1 2-11 0,-2 1-8 0,3-4-17 16,0 2 3-16,-3 12-7 0,-3-15-8 0,3-1-8 15,0-2-29-15,0-4-42 0,0-5-38 0,-3-1-35 16,1 0-58-16,1-6-52 0,-1 1-53 0,-1-1-185 16,-4-3-464-16,3 1 205 0</inkml:trace>
  <inkml:trace contextRef="#ctx0" brushRef="#br0" timeOffset="37224.75">25259 3598 139 0,'14'-6'231'0,"-3"2"-17"16,2 1-4-16,-1 3-11 0,-1 2-8 0,1 2-7 0,-1 1-12 15,0 1-12-15,0 3-7 0,-2 0-13 16,-4 1-15-16,1 2-8 0,-2 1-7 0,-2-2-11 15,0 3-7-15,-6 3-7 0,-2 0-14 0,-1-1-25 16,-4 1-31-16,-7 2-43 0,-1 0-43 0,-2-3-52 16,5-5-69-16,0 1-199 0,1-3-421 0,4-4 187 15</inkml:trace>
  <inkml:trace contextRef="#ctx0" brushRef="#br0" timeOffset="37429.58">25415 3447 41 0,'3'-5'255'16,"-3"5"-25"-16,0 0-21 0,12 1 4 0,-12-1-10 15,12 20-3-15,-6-9-7 0,2 7-7 0,-2 1-14 16,1 6-13-16,3-2-8 0,-6 1-21 0,2-5-9 16,-2 6-9-16,1-1-13 0,1-3-23 0,-3 3-42 15,1-4-45-15,-2-1-44 0,-2 1-46 0,-2-2-61 16,4 0-71-16,-4-5-138 0,-2-3-401 0,4-10 177 15</inkml:trace>
  <inkml:trace contextRef="#ctx0" brushRef="#br0" timeOffset="37888.83">25610 3685 77 0,'3'-5'202'0,"-3"5"-23"15,0 0-15-15,4-5-18 0,-4 5-8 0,0 0-12 16,0 0-7-16,0 0-10 0,0 0-7 0,17 9-13 15,-11-8-4-15,0 2-10 0,1 0-6 16,-7-3-5-16,10 2-5 0,-10-2 0 0,14 2 8 16,-9-2 11-16,-5 0 9 0,0 0 8 0,13-3-5 15,-13 3 1-15,7-5 4 0,-7 5-6 0,3-7-1 16,-3 7 2-16,4-5 2 0,-4 5-4 0,0 0-4 0,6-5-14 16,-6 5-17-16,0 0-2 0,0 0-11 15,0 0-1-15,0 0-15 0,0 0-3 0,3 32 9 16,-5-13-4-16,1 16 7 0,-3-2-8 0,0 3-4 15,2 12-1-15,-1-1-3 0,0-1 1 0,1 4 0 16,-3-2-2-16,8-14-1 0,-3 1-4 0,0 10 3 16,-4-12 1-16,4 0-4 0,-1-4 0 0,1 0 3 0,0-1-2 15,0-3-1-15,-2-6-8 0,0-1 14 16,-2-3-4-16,-3-1-13 0,0-2-6 0,-4 0-1 0,0-4-2 16,-5 2-10-16,0-4 11 0,-2-3-2 15,5-3 5-15,-3-3-3 0,-2-1-2 0,0-4-1 16,7-1-1-16,-2-5-14 0,0 1 6 0,3-4-1 15,1-8 2-15,2-1-6 0,-1-3 2 0,8 0-2 16,2-3-1-16,5-1 0 0,3-2 8 0,4 4 1 16,1 0 0-16,4 0 1 0,2 4-1 0,2 1-5 15,2-2-16-15,2 9-16 0,0-3-16 0,5 5-31 16,-1 1-33-16,3 1-50 0,-1-2-56 0,-3 5-164 16,-1-2-437-16,-2 3 194 0</inkml:trace>
  <inkml:trace contextRef="#ctx0" brushRef="#br0" timeOffset="38293.44">26423 3491 1817 0,'9'-23'55'0,"-5"4"1"15,1 3 37-15,-2 4-12 0,1 1-12 0,-2 2 32 16,0 3-20-16,-2-2-11 0,0 8-21 0,4-9-11 15,-4 9-5-15,0 0-6 0,0 0-4 0,0 0 1 16,5 26 13-16,-3 0 15 0,-2 7 3 0,0 2 5 16,0 15 0-16,0-14-10 0,0 14 2 0,-2-2-6 15,-3 0-1-15,5-2 3 0,-2-11-6 0,2-3-8 16,0-1 3-16,-2 0-16 0,0-2 8 0,2-4-27 16,2-6-23-16,-2-1-28 0,0-1-30 0,0-6-36 15,0 2-50-15,-2-4-53 0,2-9-222 0,-4 16-477 16,4-16 210-16</inkml:trace>
  <inkml:trace contextRef="#ctx0" brushRef="#br0" timeOffset="38869.11">26576 3709 142 0,'11'-2'179'0,"1"4"4"16,1-1-20-16,5 4-5 0,-5 0-10 15,1 3-5-15,-1 2-8 0,0 3-6 0,-1 2-12 0,-1 1-7 16,-2 0-13-16,0 0-7 0,-2 1-6 0,1-1-2 16,-5-1-13-16,-1-3-6 0,3 1-4 15,-5-2-6-15,0-2-6 0,-5 1-4 0,0-4-1 16,-1 1-3-16,-1 0-2 0,-1-3-5 0,-2-2-1 16,3 1-3-16,7-3 0 0,-16-3-2 0,16 3-2 15,-13-4 0-15,7-1-1 0,1-2-2 0,3-3-6 16,2 10-1-16,0-22 4 0,2 10-7 0,3 0 0 15,-1 1-4-15,5-7 0 0,2 3 4 0,-2-2-4 16,6 2-6-16,4-2-1 0,1-2 1 0,0 3-3 16,-2 5 0-16,-3-1 0 0,0-1-3 0,0 3 3 15,-1 1-1-15,-3 3 5 0,-3-2-3 0,2 2 2 16,-3 3-3-16,-1 1 2 0,-1-1-2 0,-5 3 2 16,7-5-8-16,-7 5-1 0,0 0-3 0,0 0 2 0,0 0 5 15,7 10 6-15,-7 0 5 0,-3 2 3 16,1 3 2-16,-5 1 1 0,4-4-2 0,-1 5 3 15,2-1 0-15,0-1 6 0,2-2-7 0,-2-2-1 16,2 1 4-16,0-3-5 0,2-3-1 0,-2-6 2 16,4 12 2-16,-4-12-1 0,16 9-1 0,-9-7 6 15,4-2-4-15,3 0 0 0,5-5-6 0,-2 0 2 16,-4 0 1-16,3-2 0 0,-1-4-3 0,-3 4 5 16,1-1-2-16,-1-1-3 0,-3-1 2 0,-3 0-3 15,2 1 3-15,-5 0-4 0,4-2 0 0,-4 2 4 16,3 2 2-16,-6 7 2 0,4-10-2 0,-4 10-5 15,2-9-3-15,-2 9-7 0,0 0 2 0,0 0 0 16,0 0-3-16,0 0 2 0,0 0 3 0,17 26-1 16,-15-14-15-16,0 7-24 0,3-2-27 0,-3 2-41 15,0-3-57-15,2 2-46 0,0-1-200 0,-3 0-446 16,4-4 197-16</inkml:trace>
  <inkml:trace contextRef="#ctx0" brushRef="#br0" timeOffset="39239.18">27288 3774 81 0,'6'-11'189'0,"6"-3"-5"15,-6 4-2-15,-1 1-10 0,-1 4-2 0,0 1-19 16,-1 0-19-16,-3 4-13 0,7-4-13 0,-7 4-7 16,0 0-7-16,13 7-4 0,-8-3-1 0,1 5 3 15,1-2-11-15,-2 2-6 0,2-1-7 0,-3 1-2 16,3 0-11-16,-3-1 4 0,5 2-8 0,-4-2-3 15,1-3-4-15,1 1-2 0,-7-6 0 0,12 8 9 16,-6-7 1-16,-6-1-3 0,16 3 1 16,-16-3-3-16,16-3 0 0,-16 3-6 0,15-4 3 0,-5-1 4 15,-2-2-2-15,1 0-1 0,1 0-4 0,-4-2-2 16,1 1-5-16,-3 0 4 0,2-1-5 0,-2 1-4 16,0-2-1-16,-2 1-5 0,3 4-12 0,-5 5 9 15,4-9-1-15,0 6-4 0,-4 3-7 16,5-8-5-16,-5 8-2 0,0 0-1 0,0 0 2 15,0 0 2-15,9 16-3 0,-9-5 7 0,0-11 2 16,0 25 1-16,-2-6-2 0,-1 1 2 0,1-2-24 0,-1 6-30 16,-1-6-32-16,0 0-50 0,2-3-66 0,0-1-63 15,-3 0-192-15,3-3-485 0,-2-1 215 0</inkml:trace>
  <inkml:trace contextRef="#ctx0" brushRef="#br0" timeOffset="39506.68">27784 3434 107 0,'0'-11'284'0,"0"4"-28"0,0 0-26 0,0 7-29 16,0 0-24-16,0 0-18 0,0 0-5 0,2 25-5 15,-2 3 1-15,0 7-7 0,2 13 4 0,-2 3-1 16,0-1-10-16,0 1-12 0,-4 2-7 0,4-2-4 15,-4-2-1-15,3-14-12 0,0 0-5 0,1 0-9 16,-3 1-10-16,1-3-8 0,2 2-3 0,-2-6-5 16,2 0-12-16,-2-3-25 0,-1-6-31 0,2-2-38 15,-3-1-32-15,4-4-40 0,-2-1-53 0,2-4-46 16,0-8-37-16,0 15-185 0,0-15-477 0,-7 5 211 16</inkml:trace>
  <inkml:trace contextRef="#ctx0" brushRef="#br0" timeOffset="39846.03">27665 3863 157 0,'16'-10'186'0,"-1"4"-13"0,8-1-16 16,2-3-7-16,4-1-12 0,1 3-13 0,-2 2-14 16,0 1-5-16,-2-2-15 0,-3 2-5 0,-5 2-4 15,1 0-16-15,-5 0-7 0,-2 2-5 0,-3-1-6 16,-9 2-6-16,15-1-9 0,-15 1-3 0,0 0-2 15,13 3-3-15,-13-3 3 0,6 9-2 0,-6-9 3 16,2 17-1-16,-3-7 0 0,1-10 0 0,0 19 0 16,-1-10 0-16,1 2-2 0,0-11-3 0,2 20 0 15,0-11 1-15,2 0 1 0,1-2-2 16,1 0 4-16,1-3-4 0,3 0 3 0,-2 0 8 16,3-2 8-16,-1-1 11 0,-10-1 4 0,22-3 2 0,-13 0 2 15,4-1-4-15,-4 0 11 0,1-1 3 0,-4-5-2 16,-1 4-8-16,-1-2-8 0,-4 8-9 0,4-17-24 15,-6 7-24-15,2-6-34 0,-3 2-43 16,-3 4-36-16,0 0-47 0,1 1-41 0,-4 3-47 16,0 0-128-16,9 6-412 0,-16-3 183 0</inkml:trace>
  <inkml:trace contextRef="#ctx0" brushRef="#br0" timeOffset="40146.9">28202 3891 234 0,'11'-9'261'16,"-7"4"-13"-16,-4 5-17 0,10-12-10 0,-6 6-8 15,-1-3-17-15,-2-4-16 0,0 4-20 0,-2-4-22 16,0 4-5-16,-2-1-14 0,2-1-14 0,-5 2-10 16,4-1-11-16,-1 4-8 0,-1-4-8 0,4 2-4 15,-4 1-9-15,4 7-4 0,-4-11-8 0,3 5-1 16,1 6-10-16,0 0-7 0,2-12-5 0,-2 12-5 15,7-4-3-15,-1 3-3 0,-6 1-7 0,0 0 6 16,19 6-9-16,-10 2 6 0,0 0 0 0,-4 2 5 16,3 0-3-16,-3 7 7 0,3-1 0 0,-2 1 4 15,-1 1-1-15,-1-1-6 0,-1-2-8 0,-2 1-26 16,1-1-32-16,-2-2-35 0,2-2-40 0,-2-1-47 16,0 1-49-16,0-2-198 0,0-9-459 0,0 0 203 15</inkml:trace>
  <inkml:trace contextRef="#ctx0" brushRef="#br0" timeOffset="41108.68">28367 3789 139 0,'5'-8'212'0,"-2"1"-7"0,-1 2-12 16,-2 5-23-16,5-6-20 0,-5 6-13 0,9 0 3 16,-9 0-1-16,8 10-6 0,-3-1-7 0,-1 4 9 15,3 2-1-15,-2 0-5 0,-1 2-5 0,0-2-11 16,0 2-6-16,-1-4-4 0,0-2-17 15,-1 0-9-15,1 0-5 0,-1-4-6 0,-2-1-6 0,0-6 0 16,0 9 3-16,0-9 8 0,2 7 7 0,-2-7 12 16,0 0-9-16,0 0-3 0,0 0-7 0,0 0-6 15,0 0-7-15,0 0-4 0,0 0-6 0,0 0-9 16,-12-24-2-16,9 14-2 0,3 10-6 0,-1-20 2 16,5 4-2-16,-1 1-7 0,2-2-8 0,2 0-5 15,-1 1-2-15,2-2 4 0,2 1-14 0,1 4-7 16,1 0 0-16,-2 5 5 0,-1 1-7 15,-2 2 0-15,0 2-4 0,5 1-1 0,-12 2 2 0,0 0 0 16,19 9 5-16,-10-4 2 0,-4 4-1 0,1 2 1 16,1 3 2-16,-2-2 6 0,0 0-4 15,-1-1-14-15,0 5 20 0,-2-6-5 0,1 0 3 16,-3-10 2-16,2 13 0 0,0-7 0 0,-2-6 2 16,2 11 8-16,-2-11-3 0,0 0-1 0,3 10-10 15,-3-10 22-15,0 0-2 0,0 0 8 0,0 0-4 16,0 0-3-16,0 0-4 0,0 0-3 0,0 0-4 0,0 0-2 15,0 0-1-15,14-28-10 0,-12 19-6 16,4-1 0-16,0-2-7 0,4-2 2 0,-1 2-5 16,1 1 5-16,-3-1-4 0,1 4 2 0,-1 1 1 15,1 0-4-15,-1 2 6 0,-7 5-6 0,12-5 1 16,-12 5 7-16,13-4-5 0,-13 4 2 0,17 7 1 16,-11-2-4-16,0 2 6 0,2-1 2 0,-2 2 1 15,0 3 4-15,2-3-1 0,0 2 0 0,-2-1 0 0,2 0 0 16,1 1 1-16,-1-2 6 0,3-1 6 15,-1-2 8-15,7-1 4 0,-7-1 2 0,3 0 2 16,5-2-3-16,-4 0-2 0,5-2-1 0,0-1 1 16,-2-5-3-16,-1 2 1 0,-3 1 1 0,-1 0-5 15,-1-4 6-15,1-1-2 0,0-5-18 0,-5 4 14 16,-1 0 2-16,3-6 0 0,0 1-6 0,-5 0 7 16,-2 0-6-16,0-1 2 0,-1 0-4 0,0 3-1 0,1 3-1 15,-4 1-1-15,1-1-1 0,1 10-1 16,-1-12-1-16,1 12-2 0,-4-8-6 0,4 8 0 15,-9-2-1-15,9 2-2 0,-17 9 4 0,2 3 1 16,1 2 2-16,-8 2 0 0,6 5-2 0,-1-6 2 16,5-1-2-16,1 10 4 0,2-8-21 0,4 1 18 15,1-2 2-15,-2 1 1 0,4-5 0 0,5 2-14 16,2 2 22-16,2-5-3 0,3 2 2 0,4-1-2 16,1 0 5-16,4-3-2 0,3-2 5 0,-3-1-8 15,8 0 8-15,-7-3-17 0,2-1 15 0,0-1 1 16,-3-1-1-16,-2-1-2 0,-2-1 1 0,-2 1 2 15,0-3 0-15,-3-4-2 0,-2 1 5 0,2 0-2 16,-3-3-1-16,0-3-3 0,-2-3-5 0,-2-2 1 16,-2 2 2-16,0 0 8 0,0-2-14 15,-1 1 2-15,2 2-3 0,0-1 5 0,-1 5-8 0,1 1 9 16,-1 2-24-16,0 2 19 0,2 1-4 0,-1 0-2 16,-2 6 0-16,8-9-5 0,-4 5 3 0,-4 4-2 15,13 0-1-15,-13 0 2 0,12 6 5 0,-3 0-2 16,2 1-2-16,-5 1 1 0,2 1-8 0,-2 3 11 15,0-1 4-15,-2 1 2 0,0 0 0 16,-1 7-5-16,-2-2-12 0,-1-2-21 0,-1 0-40 0,-1-1-42 16,1-3-48-16,-3 2-60 0,2-3-71 0,-6-3-195 15,8-7-533-15,0 0 236 0</inkml:trace>
  <inkml:trace contextRef="#ctx0" brushRef="#br0" timeOffset="42009.4">29903 3399 299 0,'1'-7'291'0,"-1"7"-34"16,2-10-20-16,-2 10-34 0,0 0-18 16,0 0-23-16,0 0 8 0,2 32-3 0,-1-4-4 15,-2 5-3-15,2 3-8 0,-1 9-5 0,0-10-13 16,2-3-10-16,-1 0-9 0,2 2-7 0,-2 0-14 15,1-4-22-15,2-2 16 0,-3-2-13 0,2 0-4 16,-1-9-12-16,1-1-2 0,-2-4-4 0,-1-2-2 16,2-3-6-16,-2-7-6 0,-2 13 3 0,2-13-8 15,0 0-2-15,2 15 9 0,-2-15 0 0,0 0 4 16,0 0-4-16,0 0-15 0,0 0-14 0,0 0-5 16,0 0 19-16,0 0-4 0,0 0-10 0,-17-25-6 15,17 25-1-15,4-17-2 0,-4 1-3 0,7-1-10 16,4 0-2-16,3-4 14 0,-1 6-19 0,-2-1-9 15,3 5 15-15,-1 2-4 0,-3 0 2 0,0 4-1 16,1 1-3-16,0 2 0 0,-1 1 0 0,-3 1 0 16,5 2 3-16,-1 0 0 0,4 6 6 0,-4-2 4 15,5 1-4-15,-1 4 5 0,-1-3 1 0,2 1 2 16,-5-5-1-16,3 1 6 0,3 0 2 0,2-3-1 16,0 0-3-16,0 1 4 0,0-1 0 0,1-5-2 15,0-1-11-15,-3-1 17 0,1 1-7 0,-7-2 3 16,2 1 3-16,-2-1-4 0,-2-2 6 0,0 1-4 15,-2-2 0-15,-2 1-6 0,-1-2 7 0,-2 1 12 16,0-1-6-16,-1-1 5 0,-2 1-13 0,-1 0-2 16,0 1-17-16,-5 1 18 0,3 2 0 0,-1 3-1 15,5 3-2-15,-18-3 0 0,5 6-3 0,-4 0-2 16,-4 4 4-16,6 2-1 0,-4 0-2 0,2-1-5 16,1 2 3-16,4-3 0 0,3 0-18 0,-1 7 19 15,3-4 2-15,4-1-2 0,0 1 1 0,3-10-7 16,0 13 9-16,0-13 1 0,6 16-9 0,2-11 8 15,2 0-11-15,3-3-5 0,1 0-4 0,-1-2-4 16,-3 1-22-16,3-1 26 0,-13 0 0 0,22 0 4 16,-22 0 2-16,18-4 1 0,-12 2 3 15,-6 2 3-15,13-8-13 0,-13 8 13 0,7-7-1 16,-1 3-2-16,-6 4 7 0,0 0 1 0,7-6 9 16,-7 6-9-16,0 0 2 0,0 0-7 0,0 0 3 0,13-1 0 15,-13 1-5-15,0 0 12 0,0 0-3 0,14 11 5 16,-9-7-3-16,-5-4 5 0,13 5 5 0,-5-1 2 15,2-1 1-15,1 1 5 0,-11-4 7 16,25-3-1-16,-11-1 10 0,-3-2-13 0,2 1 5 16,-3-3-5-16,2 1 4 0,2-3-7 0,-5 0-5 15,0 0 0-15,-2-1 5 0,-2 0-7 0,2 1-1 16,-3-2-1-16,1 2-6 0,-3 0 3 0,3-3 14 0,0 4-18 16,-2 0 1-16,0 2-5 0,-2 1 5 0,-1 6-8 15,4-8-5-15,-4 8-12 0,0-7-8 0,0 7-1 16,0 0 3-16,0 0 0 0,0 0 3 15,0 0 6-15,2 32 4 0,-4-21 4 0,-1 8 1 16,1-2 2-16,-2 8 6 0,0-6-1 0,1 6 5 16,-2-5-19-16,3-4 19 0,-1 4-1 0,-1-4-1 15,2-3-12-15,2 0-39 0,-3-3-34 0,1 0-42 16,-1-1-55-16,3-9-79 0,3 12-304 0,-3-12-609 16,7 5 271-16</inkml:trace>
  <inkml:trace contextRef="#ctx0" brushRef="#br0" timeOffset="42382.95">31288 3531 233 0,'0'0'268'0,"-7"-11"-20"16,-2 8-4-16,-4 3-8 0,-6 4-2 0,-12 8-12 15,2 3-10-15,-6 3-20 0,5 1-2 0,-1 2-12 16,4-2-15-16,5-2-5 0,2 4-14 0,8-7-9 15,1 0-17-15,4 1-5 0,2-4-9 0,3 6-6 16,3-6-15-16,3 1-7 0,2-5-6 0,4 3 3 16,5-1-16-16,-5-4-14 0,9-1-2 0,-1-3 1 15,-2-1-11-15,4-1-1 0,-2-3-3 0,-5 1-10 16,0 0 1-16,0-1-7 0,0-3 5 0,-3 0-2 16,0 2-9-16,1-4 4 0,-1 1 5 0,-3 0 4 15,0 1-5-15,-1 0-1 0,-6 7 9 0,11-9-4 16,-8 4 3-16,-3 5 7 0,0 0-8 0,9-5-3 15,-9 5 7-15,0 0-9 0,0 0 8 16,0 0-11-16,0 0 9 0,14 15 11 0,-8-7-5 16,0 3-6-16,-2-1-2 0,2 0 6 0,-1-2-36 0,3 2-41 15,2-1-41-15,4 0-52 0,1-2-60 0,-3 1-74 16,3 0-82-16,3-5-203 0,-6-1-611 0,-12-2 271 16</inkml:trace>
  <inkml:trace contextRef="#ctx0" brushRef="#br0" timeOffset="43255.2">8106 4398 253 0,'-1'-16'265'16,"-1"3"-22"-16,2 3-17 0,-1 2-25 0,1 8-16 15,-1-12-30-15,1 12-18 0,0 0-17 0,0 0-13 16,0 0-3-16,-5 29 0 0,1 1-2 0,-3 18-1 15,-1 2-8-15,0 7-4 0,-1 1-7 0,1-3-9 16,2 0-9-16,1-1-3 0,1-2-5 0,3-5-7 16,-2-1-2-16,0-12-6 0,6-1-4 0,-3-3-28 15,3-2-25-15,-2-3-25 0,0-6-55 0,2-2-46 16,-1-4-52-16,1-4-226 0,-3 2-454 0,0-11 202 16</inkml:trace>
  <inkml:trace contextRef="#ctx0" brushRef="#br0" timeOffset="43986.66">7818 4756 144 0,'0'0'191'0,"0"0"-18"0,0 0-25 0,0 0-7 16,0 0-20-16,21-5-5 0,-5 7-15 0,5-2-13 15,8 0-2-15,4-2-8 0,5 1-9 0,-4-2-4 16,4 1-7-16,1-1-10 0,-5-1-1 0,-2 2-7 15,-1 0 3-15,-4-1-10 0,-9 1 1 0,-1 1-4 16,-2 0-5-16,-8 1 2 0,1-2-3 0,-8 2 8 16,10 0 2-16,-10 0 8 0,8-1 0 0,-8 1 6 15,0 0-3-15,0 0-4 0,11 1-9 0,-11-1-2 16,3 6-8-16,-3-6-2 0,-3 15 8 0,1-1 7 16,-2 4 0-16,-1 10 4 0,0-3-6 0,1 1 4 15,-3 0-8-15,5-5 3 0,2-2-5 0,1 0-2 16,-1-1-1-16,3-1-2 0,1 1 2 0,1-8 0 15,0 0-6-15,2 0 0 0,0-2 2 0,-1-3-4 16,3 0 1-16,0 0-1 0,0-2 1 0,-3-1 3 16,-6-2-5-16,13-3 1 0,-3 0-4 0,-1-4-6 15,-1 0 0-15,1-3-1 0,-1-1-3 0,-3 1 1 16,0-1 0-16,-1-6-3 0,-2 0 0 0,3 1 3 16,-3-2 7-16,-2-1-12 0,1 2-3 0,-1 2 5 15,0-1-3-15,0 6 2 0,0 2-4 0,0 1 1 16,0 7-5-16,0-11 0 0,0 11-3 0,0 0-2 15,0 0-3-15,0 0 7 0,0 0-2 0,0 0 3 16,5 33 4-16,-2-16 4 0,0 2-4 0,3 6 0 16,-1-8-1-16,1 1 4 0,0-1-1 0,2-2 1 15,0-1-1-15,1 1 14 0,-2-6-9 0,2 1 3 16,5 1 2-16,-3-4 10 0,0-1-4 0,2 0 6 16,0-2 4-16,1-3 4 0,-4 1-5 0,-1-2 1 15,2-2 1-15,-2-1-4 0,-2 1 0 0,-1-2 2 16,3-1-3-16,-3-3-2 0,1 0 0 0,-3 1-5 15,-2-5 3-15,2 2-2 0,-3-2-5 0,-1 1-12 16,0-2-4-16,0 1 2 0,-1-5-6 0,-1 1 12 16,-1 5-12-16,0 0 5 0,1-2-6 0,2 1-8 15,-1-1-6-15,-2 2 2 0,3-1-1 0,0 2 1 16,0 3 0-16,0 7 0 0,4-13 0 0,-2 10 2 16,-2 3-4-16,12-5 8 0,-3 5-2 0,-9 0 3 15,15 4 0-15,-3 2 8 0,-3 4-7 0,1 1 1 16,0 2 3-16,-1 3 2 0,0-2-5 0,0 1 10 15,0 2-1-15,-4 1 3 0,1-2 1 0,-2 1 0 16,0 1 1-16,0-1 3 0,0-1-1 0,-2 0-30 16,-2-3-39-16,0 0-34 0,-1-1-48 0,1-2-42 15,-1 3-162-15,-3-3-384 0,1-5 170 0</inkml:trace>
  <inkml:trace contextRef="#ctx0" brushRef="#br0" timeOffset="44301">8914 4959 33 0,'0'0'180'0,"8"-2"4"0,-8 2-8 0,0 0-12 16,15 11-1-16,-11-5-12 0,-2 3 4 0,3 1-4 15,-1 1-8-15,-2-1-15 0,1 1-14 0,-2 1-4 16,2-1-9-16,-2-2-6 0,-1-2-8 16,0-7-1-16,1 10-10 0,-1-10 1 0,2 10 3 0,-2-10-3 15,0 0 5-15,0 0 8 0,1 5-1 0,-1-5-15 16,0 0-3-16,0 0-1 0,0 0-4 0,5-19-2 15,-1 8-10-15,3 0-3 0,0-3-3 0,2-2-11 16,0 0-1-16,1-1-4 0,0 0-8 0,3 0 0 16,-1 1-9-16,-2 2-3 0,1 1-1 0,-3 4 1 15,1 1-5-15,-3 2-2 0,2 1-2 0,-2 4-4 16,2 0-5-16,-8 1 2 0,17 7 2 0,-10 1 0 16,0 1-23-16,-2 3-19 0,4 2-21 15,-3 3-22-15,1 1-41 0,-4 0-42 0,4-1-51 16,3 6-46-16,-6-4-148 0,0-2-449 0,0 0 199 0</inkml:trace>
  <inkml:trace contextRef="#ctx0" brushRef="#br0" timeOffset="44749.17">9422 5186 165 0,'3'-16'304'0,"2"-1"-27"0,1 0-24 16,4-2-39-16,6-6-25 0,0-1-23 0,1 1-14 16,2 1-14-16,-2-5-13 0,2 0-13 0,-1 3-3 15,-3-2-10-15,2 2-3 0,-6 0-12 0,-2 3 0 16,0 3-4-16,-4 5-9 0,-2-1-5 0,-2 7-3 15,0-1-10-15,-2 3-8 0,1 7-6 0,-4-12-4 16,4 12-8-16,-9-4-3 0,-2 4-6 0,-1 3 2 16,1 0-7-16,-3 4 4 0,-1 2-8 0,4-1 1 15,1 0-3-15,2 0-1 0,2 0-6 0,2 2-3 16,2-3-1-16,3 2 3 0,3-2-2 0,1 3 0 16,4-2 4-16,5 0-2 0,1 3-2 0,2-3 3 15,1 1-2-15,0-2 1 0,6 7-4 0,-6-3 2 16,-2 0-2-16,1 2-1 0,-4 3 2 0,2 4 1 15,-5-2-1-15,1 4 2 0,-4-3 2 0,-2 0-1 16,-2 0 3-16,-2 0 0 0,0 2 2 0,-2-3 4 16,0 0-6-16,-2 0-23 0,3-2-36 0,-1-4-36 15,1-2-36-15,1 0-48 0,-1-4-35 0,3 3-196 16,-3-9-442-16,0 0 196 0</inkml:trace>
  <inkml:trace contextRef="#ctx0" brushRef="#br0" timeOffset="45084.95">10061 4953 1 0,'-12'1'196'0,"1"2"-20"0,0 4 4 0,-6 2-11 16,3 3 1-16,-3 2-9 0,5-1-10 0,-1 2-1 16,4-2-18-16,1-3-10 0,4 1-8 15,1 1-9-15,0 0-8 0,2-2-6 0,-2 0-11 16,5-4-5-16,0 1-6 0,2-1-7 0,2-3-5 0,1 2-5 15,-7-5-11-15,13 0-6 0,-5-1-4 0,-8 1-2 16,17-6-1-16,-9 0 0 0,2 1-9 0,-1-1 1 16,-1-1-8-16,-2-2 3 0,1 1-2 0,-3-1 3 15,3 1 0-15,-6 1 3 0,0 0 4 16,-1 7 6-16,6-10 2 0,-6 10-4 0,2-7-3 0,-2 7-10 16,5-5-1-16,-5 5-4 0,0 0-5 0,0 0 1 15,0 0 0-15,0 0 1 0,12 16-4 0,-9-8 4 16,1 3 1-16,1-2-1 0,2 4-1 0,-3-2-6 15,2-1-24-15,0 2-30 0,-2-2-44 16,4 1-63-16,2-2-43 0,-1 0-196 0,-2-1-433 0,1-2 192 16</inkml:trace>
  <inkml:trace contextRef="#ctx0" brushRef="#br0" timeOffset="45333.01">10404 4709 211 0,'1'-16'257'0,"-2"5"0"0,1 2-8 0,0 2-21 16,0 7-22-16,0-10-24 0,0 10-23 15,0 0-16-15,0 0-3 0,0 0-1 0,5 31 14 16,-3-4-1-16,2 4-3 0,-2 2-7 0,-1 13-3 16,-2-11-9-16,1-1-11 0,-4 1-15 0,4-3-8 15,-2 1-4-15,2-2-11 0,-1 1-5 0,1-5-6 0,-1 0-29 16,1-1-34-16,1-9-35 0,-1-1-41 0,0 1-40 15,0-4-43-15,0-3-45 0,1-1-26 0,-1-9-30 16,0 13-196-16,0-13-486 0,0 0 215 16</inkml:trace>
  <inkml:trace contextRef="#ctx0" brushRef="#br0" timeOffset="45559.18">10266 5021 108 0,'0'0'170'0,"11"-14"-20"0,-1 9-17 15,7-2-13-15,1 1-2 0,4 2-3 0,6 0-13 16,2 0 4-16,-2 2-10 0,2 3 0 0,-1-2-17 16,-8 1 1-16,2 1 2 0,-2 0-7 0,-2 1 2 0,0 2-5 15,-4 0 7-15,-2 1-4 0,-2-1-4 16,2 2-3-16,-5-1-7 0,-1 2-1 0,-3 0-7 16,1 3 2-16,-1-1-4 0,0 1-4 0,-3 0-8 15,0 0 2-15,1 3-5 0,-2-3-29 0,-3 3-26 16,2-1-41-16,0 1-52 0,-2-3-51 0,-1 0-199 15,1 0-391-15,-1-1 173 0</inkml:trace>
  <inkml:trace contextRef="#ctx0" brushRef="#br0" timeOffset="45737.91">10608 4799 1979 0,'-4'-20'26'0,"1"1"1"0,-1 4 10 15,0 4-11-15,1 1-7 0,2 4-10 16,1 6-29-16,-3-8 0 0,3 8-1 0,0 0-12 16,0 0-23-16,0 0-41 0,8 23-29 0,-3-9-35 15,2 2-105-15,3-1-286 0,-2 2 127 0</inkml:trace>
  <inkml:trace contextRef="#ctx0" brushRef="#br0" timeOffset="46004.97">10842 5023 210 0,'0'11'203'0,"1"-2"-6"0,1 3-12 16,0-1-3-16,-2-2-5 0,3 2-5 0,2-1-6 15,-5-3-9-15,4-1-13 0,-2 0-4 0,5 2-12 16,-1-4 0-16,3 3-5 0,0-3-13 0,1 0-2 16,0-2-6-16,2-3 1 0,-2 2-9 0,1-2 0 15,0 0-10-15,-2-2-4 0,-2 0 1 0,1-4-7 16,1 2-5-16,-3-4-7 0,1 1-8 0,-2 0 0 15,1-3-1-15,-3 0-4 0,-2 0-14 0,-1-2-4 16,0 3 0-16,-2-2 6 0,-2 0-10 0,-1 2-4 16,-2 0-30-16,0-1-14 0,-1 4-24 0,-2-1-24 15,-2 3-34-15,1 3-32 0,-3 0-34 0,0 4-41 16,1 1-33-16,0 2-219 0,2 2-499 0,0-1 222 16</inkml:trace>
  <inkml:trace contextRef="#ctx0" brushRef="#br0" timeOffset="46596.58">11505 4924 125 0,'5'-3'257'0,"-1"0"-18"0,-4 3-17 16,7-7-15-16,-7 7-12 0,0 0-10 0,0 0 8 16,0 0 4-16,-14 30-4 0,1-15-12 0,5 2-13 15,0-3-18-15,1 3-6 0,2-2-12 0,1 0-12 16,1 1-11-16,2-3-12 0,2-2-3 0,-1-1-17 15,3-1-2-15,1 1-3 0,-2-2-10 0,3-1-3 16,0-1 3-16,3-2-9 0,0 0-5 0,3-2-6 16,-2 0-5-16,0-2 5 0,5-2-8 0,-2-1-3 15,-1-1-4-15,1-2 0 0,-5-1-1 0,3 0-20 16,-2-1 6-16,-3-3-12 0,-1-3-2 0,-1-1-4 16,-2-2 1-16,-3-1-3 0,0-1 4 0,-3-1 2 15,1 4 2-15,-3-2-6 0,0 1 2 0,2 3-4 16,1 3 0-16,2 3 3 0,-2 2 2 0,1-1 0 15,3 7-3-15,-5-9-2 0,5 9-1 0,-2-7 6 16,2 7-7-16,0 0 5 0,0 0-3 0,0 0 1 16,5-9-2-16,-5 9 4 0,18-4 2 0,0 0-5 15,0-1-1-15,9-4-2 0,2-1-2 0,-1 0-11 16,-1-1 1-16,-2 0 3 0,-2-5 1 0,-6 3 2 16,3-2 5-16,-7 0-3 0,5-6 3 0,-9 4 2 15,2-9 1-15,-7 7 3 0,4-6-3 0,-6-2-1 16,2 9 3-16,-4-3 0 0,0 4 1 0,-4 2 7 15,4 4-3-15,0 3 8 0,0-1-3 0,0 9-2 16,-2-14 0-16,2 14-1 0,0-7-2 0,0 7-6 16,0 0 1-16,0 0-1 0,0 0 8 0,-10 34 10 15,5-7 7-15,-3 7 1 0,1 13 6 0,0-13 0 16,2 14 2-16,1 3 2 0,0-3 7 0,2 0-7 16,-1-12 1-16,3 10-2 0,1-11 0 0,1-2-5 15,-2-1 4-15,2 14-3 0,0-15-1 0,0 0 4 16,-1 0-4-16,4-4-8 0,3 1 3 0,-8 0-1 15,4-2-21-15,1-1-25 0,0-5-44 0,1-5-39 16,-2 0-37-16,-4-3-41 0,3-1-53 0,-3-2-25 16,0-9-232-16,-3 17-543 0,3-17 240 0</inkml:trace>
  <inkml:trace contextRef="#ctx0" brushRef="#br0" timeOffset="46761.4">11615 5088 233 0,'-1'-6'272'0,"1"6"-14"0,0-12-29 0,0 12-26 0,0 0-22 16,1-9-17-16,5 5-11 0,-6 4-15 0,19-4-16 15,1 1-10-15,4-2-13 0,8 0-35 0,2-1-51 16,-1 3-53-16,2-4-84 0,0 4-223 0,-3-3-375 16,1 1 167-16</inkml:trace>
  <inkml:trace contextRef="#ctx0" brushRef="#br0" timeOffset="47179.92">13003 4796 107 0,'0'-17'315'0,"-2"5"-21"0,1 1-11 15,1 5-26-15,0 6-30 0,-2-12-15 0,2 12-37 16,0-7-17-16,0 7-18 0,0 0-11 0,-8 22 8 16,5 3-5-16,-6 5 0 0,2 4-15 0,-3 11-1 15,1 0-8-15,-1-11-15 0,3 2-6 0,-1-2-2 16,1 0-19-16,2-1 2 0,0-2-4 0,1-1-5 16,0-2-24-16,2 0-27 0,-1-2-27 0,2-8-41 15,0 1-40-15,-1-2-40 0,2 1-41 0,0-7-47 16,0 0-40-16,0-1-167 0,0-10-471 0,0 15 208 15</inkml:trace>
  <inkml:trace contextRef="#ctx0" brushRef="#br0" timeOffset="47505.64">13115 5102 168 0,'0'0'210'0,"0"0"-15"0,0 0-2 0,0 0-5 16,0 0-8-16,-8 25-12 0,4-15-14 0,2-1-4 15,2 1-6-15,-2 0-11 0,6 1-4 16,-2-1-8-16,4-2-6 0,0 1-7 0,1-2-10 16,2 0-6-16,3-4-9 0,3 1-8 0,3 0-6 0,0-4-4 15,0-1-1-15,2-2-13 0,0-1-5 0,-1 1 0 16,-6-2-7-16,0 1-4 0,-2-3-1 0,-2 0-1 16,1-3-1-16,-4 0-5 0,1-2 9 0,-3 2-13 15,2-6-2-15,-2 0-1 0,-4-2-1 0,-2 0-5 16,0 0 3-16,-6 1-5 0,1 1-4 0,-1-1 6 15,-2 4-8-15,1-2-1 0,1 5 2 0,-3 2-5 16,-1 3-3-16,-1 0 3 0,-1 5-5 0,-6 2-8 16,2 3-12-16,-3 3-16 0,-3 4-20 0,6 0-23 15,-5 2-25-15,8 1-46 0,1-1-38 16,1 0-43-16,4 2-191 0,0-1-461 0,6-4 205 16</inkml:trace>
  <inkml:trace contextRef="#ctx0" brushRef="#br0" timeOffset="47673.97">13564 5031 189 0,'8'-3'281'0,"-4"-1"-20"0,2 1-24 0,-6 3-21 0,7-3-24 16,-7 3-20-16,6-4-16 0,-6 4-19 0,0 0-11 16,0 0-15-16,0 0-19 0,12 5-33 0,-12-5-49 15,4 10-57-15,-4-10-52 0,3 17-55 0,-3-8-170 16,0 5-350-16,-2 1 156 0</inkml:trace>
  <inkml:trace contextRef="#ctx0" brushRef="#br0" timeOffset="47822.77">13574 5321 73 0,'0'0'235'0,"-2"13"-9"0,2-13-14 0,0 0-13 16,0 0-18-16,0 11-11 0,0-11-15 0,0 0 1 15,0 0-23-15,0 0-10 0,0 0-15 0,2 8-12 16,-2-8-13-16,0 0-28 0,10 3-43 0,-10-3-50 0,0 0-61 15,23-3-50-15,-12 3-174 0,-11 0-347 16,23-8 153-16</inkml:trace>
  <inkml:trace contextRef="#ctx0" brushRef="#br0" timeOffset="48013.02">14016 5005 2105 0,'11'-18'82'0,"-4"2"24"0,0 5 5 15,-1 2-3-15,-3 3-9 0,1 0-18 0,-2 2-19 16,-2 4-12-16,0 0 6 0,0 0 22 0,0 0 19 15,9 15 10-15,-10-4 13 0,-2 5-6 0,-2 2 6 16,1 2-1-16,-1 5-17 0,1-1-10 0,2-4-3 16,0 5-8-16,1 0-6 0,1 2-14 0,1-3-26 15,1-4-49-15,-4-1-46 0,4 7-36 0,-2-7-44 16,2 1-46-16,2 5-59 0,1-8-37 0,-1 2-240 0,1-3-564 16,0 1 249-16</inkml:trace>
  <inkml:trace contextRef="#ctx0" brushRef="#br0" timeOffset="48155.75">14223 5366 126 0,'4'-6'240'0,"-4"6"-41"0,0 0-44 0,0 0-54 16,0 0-58-16,0 0-60 0,0 0-66 0,0 0-45 15,0 0-137-15,0 0 60 0</inkml:trace>
  <inkml:trace contextRef="#ctx0" brushRef="#br0" timeOffset="51055.75">14548 5499 273 0,'2'-10'254'0,"-2"10"-27"0,0 0-21 0,0-9-23 16,0 9-23-16,0 0-26 0,0 0-23 0,0-8-31 15,0 8-27-15,0 0-33 0,0 0-43 0,0 0-37 0,0 0-24 16,0 0-35-16,0 0-118 0,0 0-255 15,0 0 114-15</inkml:trace>
  <inkml:trace contextRef="#ctx0" brushRef="#br0" timeOffset="51355.01">15188 4974 20 0,'-4'-4'241'16,"4"4"-24"-16,-5-9-17 0,5 9-19 0,-4-4-15 15,4 4-16-15,0 0-11 0,0 0-15 0,7-11-10 16,4 7-13-16,9-3-13 0,8-3-5 0,4 3-9 15,3-2-28-15,3 2-1 0,0 1-16 16,-2 1-14-16,-1-1-25 0,-3 3-29 0,-4 0-34 0,-7 2-36 16,-3 0-27-16,-7 1-27 0,1-2-88 0,-6 4-271 15,-6-2 120-15</inkml:trace>
  <inkml:trace contextRef="#ctx0" brushRef="#br0" timeOffset="51554.82">15397 4882 14 0,'0'0'189'0,"-11"0"-16"0,11 0-20 16,0 0-12-16,0 0-20 0,0 0-13 0,-8 3-10 16,6 5-11-16,0 3 7 0,0 8 19 15,0 9 3-15,-2 2-4 0,0 1-9 0,0 3-6 0,0-1-6 16,-1 1-7-16,0 2-5 0,1 0-5 16,-5 8-10-16,4-10-4 0,0-2-4 0,3 0-6 0,-3-3-26 15,5 3-20-15,-4-3-29 0,2-4-41 0,4-8-50 16,-2-1-38-16,-2 1-170 0,1-5-351 15,0-1 155-15</inkml:trace>
  <inkml:trace contextRef="#ctx0" brushRef="#br0" timeOffset="52049.73">15501 5021 92 0,'2'-7'217'0,"-2"0"-25"0,0 7-22 0,1-8-21 16,-1 8-14-16,0 0-11 0,0 0-12 0,0 0 1 16,0 0-10-16,5 29 1 0,-2-15-7 0,-3 4-2 15,0 1-9-15,1 5-6 0,-4-4-8 16,3 7-5-16,-2-2-6 0,-2-5-5 0,3 3-8 0,-2-3-1 16,1 8-6-16,-2-11-3 0,1 0-8 0,1-6 0 15,-2-1-1-15,2 0-5 0,1-1 1 0,0-3-4 16,1-6-4-16,-3 7 5 0,3-7-2 0,0 0 1 15,0 0-5-15,0 0 6 0,0 0-11 16,0 0-4-16,16-12-1 0,-9 3 1 0,5 1-1 0,1-2-1 16,3 2 0-16,1 1 1 0,2 3 4 0,-3-3-8 15,3 2-1-15,0 1 1 0,0 2 2 0,1 3-3 16,1-1 1-16,1 1 0 0,1 1 0 0,3-1 0 16,-4 2 1-16,-1-2-1 0,-1 0 2 0,-2 1-2 15,0 0 0-15,-3-2 7 0,3-3-4 0,-5 1 5 16,0-2 2-16,-2 0 8 0,-1-1-1 0,-1-4-2 15,0 2 0-15,-4 0 4 0,0-2 0 16,-2 0-1-16,-2-3-5 0,-1 2 0 0,0-1-3 0,-1-1 6 16,-3 2 0-16,-2-1-3 0,-1 1 7 0,0 3-9 15,0 2-4-15,-3 0 0 0,0 2 0 0,-2 1-1 16,1 4-4-16,-1 1 1 0,0 4 2 0,-1 4-5 16,0 1 1-16,3 1 0 0,2 4-7 0,7 0-22 15,0 2-27-15,6 5-46 0,2 0-61 0,10-1-57 16,-2 2-195-16,8-8-446 0,5-1 197 0</inkml:trace>
  <inkml:trace contextRef="#ctx0" brushRef="#br0" timeOffset="52483.37">16768 4895 1995 0,'11'-25'14'0,"-3"-1"58"0,0 9 43 16,-2 0-5-16,-3 7 6 0,-1-1-9 0,-1 3-4 16,2 1-26-16,1 2-19 0,-4 5-6 0,4-8-13 15,-4 8-11-15,0 0-1 0,0 0-1 0,0 0-2 16,6 35 12-16,-7-4 14 0,2 5-3 0,-2 12 3 16,1 1-2-16,-4 1-4 0,0-5-2 0,0 1 0 15,2-1-4-15,-2-9-5 0,1 0 0 0,-3-3-3 16,4 1 1-16,-1-1-6 0,0-1 3 0,1-1-3 15,-1-2-3-15,2-1-8 0,1-3-15 0,-3-6-22 16,1 0-31-16,0-4-35 0,-1 1-36 0,1-3-33 16,-3 1-29-16,3-4-36 0,-1-2-38 0,-2 2-153 15,-1-6-448-15,6-4 199 0</inkml:trace>
  <inkml:trace contextRef="#ctx0" brushRef="#br0" timeOffset="52701.53">16699 5210 1971 0,'9'-31'-15'0,"0"-1"46"16,1 5 3-16,4 2-8 0,-2 9-7 0,0 4 2 16,10-4-2-16,4 7 0 0,2 3-3 0,-10 4 10 15,3 1 5-15,1 2-1 0,-5 2 8 0,2 3 4 16,-5 4 4-16,1 0-4 0,-3 2-4 0,-2 2-1 16,-2 2 0-16,-6-1-2 0,-2 2 1 0,-1 1 0 15,-11 6-3-15,-2-1-4 0,-2-4 1 0,-5 1-3 16,1-4-8-16,-4 2-27 0,2 0-24 0,-2-4-31 15,-2 0-36-15,8-3-44 0,-1-6-39 0,2 1-189 16,3-4-403-16,0-4 179 0</inkml:trace>
  <inkml:trace contextRef="#ctx0" brushRef="#br0" timeOffset="53076.96">17040 5053 2236 0,'26'-10'40'16,"-6"1"-2"-16,-3 6-66 0,-3-1 18 0,0 2-4 15,0 4 18-15,4 2 10 0,0 6 17 0,-2-1 10 16,1 2 0-16,5 6 2 0,-10-2 22 0,8 5-9 16,-5 1-4-16,-4-5-6 0,-3 0-3 0,-1 0-4 15,-2 1-4-15,-1-2-2 0,-2-5 0 0,-2 4-2 16,0-5-4-16,-1 1-4 0,-3-1 4 0,0-1 0 16,-2-1-4-16,-1-2-2 0,1-3 5 0,6-2-8 15,-13 1 4-15,13-1-3 0,-11-7-2 0,4 2 0 16,3 1-5-16,4 4 1 0,-2-16-6 0,3 5 1 15,0-1-4-15,10-2 3 0,-2-4-6 0,3-2 1 16,1 4-2-16,0 0-3 0,3 2 0 0,0 1-1 16,-1-1 2-16,-1 5 2 0,3-2-5 0,-2 4 0 15,0-5-1-15,-2 7 0 0,0 0-3 0,-1 1-2 16,-1 3 0-16,0-1 4 0,0 5-1 0,-1-2-1 16,0 5-1-16,0 0 12 0,0 2-2 0,0 0 1 15,-1 2 0-15,-3 1 5 0,0 0-2 0,3 3 3 16,-5-3-5-16,0 0-8 0,-1 2-15 0,-2-1-21 15,-2 3-50-15,1-2-48 0,-2-5-57 0,1 3-239 16,-4 1-473-16,0-4 209 0</inkml:trace>
  <inkml:trace contextRef="#ctx0" brushRef="#br0" timeOffset="53221.5">17491 4853 22 0,'12'4'33'16,"-5"5"-43"-16,2 4-9 0,0 4 4 0</inkml:trace>
  <inkml:trace contextRef="#ctx0" brushRef="#br0" timeOffset="53622.34">17699 5221 145 0,'0'0'261'0,"0"0"-17"0,0 0-25 0,0-22-16 16,0 22-22-16,-5-16-13 0,3 10-10 0,1-3-6 16,1 0-7-16,1-4-11 0,3-1-16 0,-2-3-8 15,6 1-7-15,-2 0-9 0,2 0 11 0,5 2-21 16,-2 1-7-16,2 2-10 0,2 1-6 0,2 3-9 16,1 1-6-16,-5 5-10 0,1 1-1 0,4 4-7 15,-6 1 3-15,5 4-7 0,-3 1-3 0,-1 3-4 16,0 0 0-16,-4 0-4 0,2 1 5 0,-5 1-4 15,0-5-3-15,-3 2-2 0,1-3-1 0,-1 1 1 16,-3-3-1-16,1-1 1 0,0 0-2 0,-1-6 3 16,2 8 0-16,-2-8 3 0,0 0-5 0,0 0 0 15,0 0 1-15,-8 6-2 0,8-6 1 0,0 0 2 16,0 0-3-16,0 0 0 0,0 0-4 0,-9-16 1 16,9 16-5-16,5-15-4 0,0 5 2 0,4-1-2 15,4-3-3-15,0 1-1 0,2 1-2 0,1 1 3 16,3 2-1-16,-3-2-3 0,2 8 1 0,-1-4-1 15,-4 5-3-15,-2 1 2 0,2 2-3 0,-3 3 4 16,-1 2 4-16,1 3-2 0,-1 1 1 0,-1-1-1 16,-2 1-15-16,1 7-18 0,-6-2-22 0,1 1-33 15,-4 2-37-15,2-3-40 0,-1 1-45 0,-2-3-180 16,2-2-433-16,1-11 192 0</inkml:trace>
  <inkml:trace contextRef="#ctx0" brushRef="#br0" timeOffset="54526.84">18459 5029 70 0,'-7'-8'213'0,"1"-1"-15"0,-3 3-17 0,-1 4-16 16,-2 2-12-16,1 2-13 0,-2 2-10 0,-2 7-4 16,-1-1 9-16,3 6-5 0,2-2-12 0,1 3-12 15,2 0-6-15,3-3-7 0,0 4-9 16,4-2-5-16,-1 0-9 0,4-5-2 0,-1 1-9 0,3-2-5 15,1 0-2-15,0-1-5 0,-1 0-4 0,0-4-4 16,1 1-3-16,-1-3-5 0,-4-3 0 0,10 4-3 16,-10-4 6-16,7-1-1 0,-7 1-1 0,0 0-1 15,12-9-2-15,-7 4-1 0,-2-2-4 0,0 1-2 16,0-2-2-16,0 1 4 0,0-2-3 0,0 0-7 16,0-2 7-16,0 1-11 0,2-1-2 0,-1 2-2 15,0 0 0-15,1 0-3 0,-2 2-2 0,1 3-2 16,0-1-4-16,-4 5 1 0,5-4-2 0,-5 4 3 15,0 0-7-15,0 0 1 0,14 7 1 0,-12-2 3 16,3 4 4-16,-1 0 4 0,0 1 1 0,2 1 3 16,-1 0 1-16,1 1 4 0,-3-2 4 0,3 3 7 15,-1-4-3-15,1 1 0 0,0-1 1 0,0 0-1 16,0-3 3-16,-1-1 0 0,-5-5-1 0,14 8 0 16,-4-6 7-16,-1 1 1 0,-9-3 8 0,16-2-7 15,-16 2 0-15,14-4 0 0,-14 4-1 0,14-7 0 16,-8 1-14-16,2 0 1 0,-1-4-1 0,0 2 3 15,-1-3 0-15,-3 4-6 0,2-5 0 0,-1 3-2 16,-2-2-3-16,5-2-2 0,-2-1-3 0,-1 3-8 16,1 1 0-16,-3 1 2 0,1 1 0 0,0 1 1 15,0 2-2-15,-3 5 0 0,5-7-9 0,-5 7 1 16,7-4 1-16,-7 4 0 0,0 0-3 0,0 0 2 16,16 10 0-16,-9-4 4 0,-1 2-1 0,-1 0 1 15,0 0 2-15,-1 2 0 0,1 1 1 0,3-4 5 16,-2 3-1-16,-1-2-3 0,2-1 0 0,-1 0 3 15,-1 0 5-15,2-2-1 0,-3 0 1 0,2-1 0 16,-1-1 1-16,4 0-4 0,-3-1 9 0,2-1-8 16,-8-1-3-16,17-1 6 0,-10 1-4 0,0-3 2 15,-1 1 3-15,4-4-1 0,-2 2-2 0,0-3 2 16,-3 3-3-16,1-4 0 0,1 4 1 0,-2-3-4 16,1-1 6-16,-2 2-6 0,1 0-1 0,-1 1-3 15,2 2 3-15,-6 3-2 0,7-6-6 0,-7 6-1 16,4-4-4-16,-4 4 7 0,0 0-2 0,0 0 2 15,0 0 1-15,14 7 1 0,-9-4-3 0,-2 2 6 16,-3-5-3-16,11 8 4 0,-6-3-1 0,0-1 0 16,4-1 6-16,0 1 1 0,0-3 0 0,1 2 2 15,0-3 5-15,-2 2 1 0,2-2 1 0,-10 0 1 16,17-3 1-16,-11 3 2 0,3-3-2 0,-9 3 3 16,13-4 3-16,-8 3 3 0,0-3 7 15,-5 4-2-15,10-5 8 0,-7 2-3 0,-3 3-1 0,0 0-8 16,8-5 1-16,-8 5-4 0,0 0-6 0,0 0-9 15,6-1-4-15,-6 1-4 0,0 0 1 0,4 16 5 16,-5-6 3-16,1 7 7 0,-3 0 7 0,-1 7-7 16,-1 4 5-16,0-1-1 0,0 2-4 0,0 2-4 15,0 2 8-15,3 0-5 0,0-1-22 16,2 0-29-16,0-1-30 0,1 0-29 0,0-2-43 0,-1 1-50 16,3-5-66-16,1-6-60 0,-3 0-188 0,4-4-546 15,-1-3 242-15</inkml:trace>
  <inkml:trace contextRef="#ctx0" brushRef="#br0" timeOffset="54984.88">19558 5353 57 0,'18'-21'241'0,"1"3"-14"0,1-1-16 0,-3 6-9 15,-2 1-3-15,1-1-2 0,-1-1-5 16,-1 3-5-16,0-3-14 0,-1 1-6 0,-2 0-8 15,1-1-14-15,-2-1-12 0,1 3 0 0,-4 3-4 0,-1-1-4 16,0 1-7-16,-3 3-18 0,1-1-8 0,0 3 9 16,-4 4-16-16,4-7-13 0,-4 7-10 0,0 0-15 15,2-7 4-15,-2 7-11 0,0 0-1 16,0 0-10-16,-7 22 0 0,0-11-5 0,5 0-3 16,-2 0-2-16,0 5 0 0,3 0 0 0,1-2 2 0,2-1 8 15,1 1-18-15,1-3 7 0,3-4-2 0,2 2 4 16,0-3-5-16,4 0 2 0,0-4-3 0,0 3 0 15,5-3-1-15,1-4 1 0,-4-1-4 16,4 0 2-16,-6 0-1 0,0-1-1 0,-2 0 4 16,0-4-6-16,-1 2 0 0,-3 0-3 0,1-2 7 15,-3 1-9-15,3-2 6 0,-3 0-7 0,0 0 4 0,-2 0-5 16,2-3 4-16,-1 5-4 0,-2 1 1 0,-1-1-5 16,-1 7 8-16,7-7-11 0,-7 7-1 0,4-5-8 15,-4 5 1-15,0 0 2 0,0 0-2 16,0 0 10-16,0 0-3 0,-4 30 1 0,-3-15 6 15,2 3-6-15,0 0 5 0,-1 0-2 0,1 0 0 0,-2 1-3 16,2-1-23-16,3 0-20 0,-2-3-45 0,1-2-34 16,2 1-44-16,0-2-66 0,-1-2-44 15,0 2-231-15,2-12-554 0,-7 10 246 0</inkml:trace>
  <inkml:trace contextRef="#ctx0" brushRef="#br0" timeOffset="55157.97">19752 4899 97 0,'-2'-6'277'0,"-1"0"-26"0,3 6-29 16,-4-9-24-16,4 9-38 0,-2-8-51 0,2 8-52 0,0 0-29 16,0 0-59-16,0 0-38 0,0 0-54 0,0 0-73 15,0 0-213-15,0 0 94 0</inkml:trace>
  <inkml:trace contextRef="#ctx0" brushRef="#br0" timeOffset="56112.83">21036 4961 158 0,'6'-7'273'0,"-1"3"-16"0,-4-3-20 16,-1 7-25-16,4-5-23 0,-4 5-15 0,0 0-18 15,0 0-4-15,-25 22-22 0,6-1-2 16,3 2-6-16,-5 2-2 0,2 1-5 0,4 1-7 16,0-1-13-16,4 0-10 0,5-3-7 0,2-2-7 0,3 3 0 15,1-5-9-15,6 6-6 0,2-10-8 0,2 2-3 16,3-2-11-16,0-1-20 0,3-3-13 0,0-1-25 15,4-4-18-15,0-3-27 0,-2 1-17 16,3-3-13-16,-2-2-10 0,3-3-12 0,6-2-3 16,-3-4 14-16,-6 1 7 0,-2-1 6 0,0 0 10 0,-3-3 10 15,0 0 14-15,-4-2 13 0,-1-3 0 0,0 3 22 16,-2-2 12-16,0-2 13 0,-1 1 20 0,-2 0 8 16,0 3 20-16,-1 3 11 0,-1 1 1 15,-1 3 4-15,2 1-8 0,-3 7-4 0,1-10-7 16,-1 10-11-16,0 0-4 0,0 0-3 0,0 0 0 0,0 0 0 15,0 0 5-15,-4 26 3 0,3-10-1 0,-3 0-2 16,3 0 2-16,1 1 6 0,0 1 2 0,3-2 0 16,2 0-4-16,-2-2 0 0,1-1-2 0,1-3 2 15,2 5-7-15,3-2-1 0,-2-6-2 16,1 2 2-16,2-3-2 0,2-2-2 0,-1 2-1 0,-1-4-2 16,1-1-2-16,-2-1-2 0,1-1-3 0,-2-1-4 15,1-4 0-15,-1 1-3 0,-1-1 2 0,1-3-3 16,-3 1-2-16,1-2 1 0,-4 2 9 0,1-4-17 15,-1 0 0-15,-2-1-3 0,2-3-2 16,1 2-4-16,-3-3 2 0,3 1 0 0,-2 0 7 0,2 1-6 16,0 4-3-16,-2-1 1 0,2 4-3 0,-1 1-2 15,1 2-2-15,0-1 1 0,-4 6-1 0,12 0 0 16,-3 4-1-16,0 3 5 0,1 2-4 0,1 5 3 16,-1-3 7-16,-2 4-3 0,2 0 12 0,-3 0 6 15,0 2 7-15,-2-5 0 0,3 4-5 0,-3 1 6 16,0-1-2-16,-1-5 1 0,-2-2-1 0,1 1 5 15,-2-4-3-15,0 0 1 0,-1-6 9 0,3 7 13 16,-3-7 11-16,0 0 7 0,0 0-3 0,0 0-9 16,0 0 12-16,0 0-18 0,0 0-5 0,0 0 4 15,0 0 1-15,9-23-7 0,-4 14-4 0,1-2-1 16,3-5-4-16,5 2-3 0,-1 1-1 0,6-8-6 16,-2 8-2-16,3-3-5 0,-2 5 0 0,-1-1 5 15,-1 4-6-15,-4 3-6 0,1 0 2 0,-3 1-5 16,0 3 2-16,-2 1-3 0,1 3-1 0,-1-2 4 15,-1 5-2-15,-3 1-1 0,4 1 2 16,-3 3 1-16,-1 1 2 0,-1-1-4 0,1 2-34 0,-2 2-32 16,-1 2-47-16,-1 1-35 0,0-4-63 0,1 3-52 15,-2 1-167-15,0-4-472 0,1-14 209 16</inkml:trace>
  <inkml:trace contextRef="#ctx0" brushRef="#br0" timeOffset="56651.68">22095 5178 181 0,'0'0'205'0,"0"0"-23"0,5-9-24 15,-5 9-4-15,0 0 5 0,0 0 6 0,9 14-1 16,-7-4-4-16,1 1 0 0,-1 0-7 0,0 2 1 16,0-1-7-16,1 5-3 0,-1 0-24 0,2-6-10 0,-1 2-10 15,-3-2-8-15,1-1-9 0,-1-10-8 0,0 15-5 16,0-15-4-16,1 13-3 0,-1-13 2 0,0 0 6 15,0 0 13-15,1 10-4 0,-1-10-2 16,0 0-10-16,0 0-5 0,0 0-8 0,0 0-4 16,0 0-3-16,0 0-7 0,0 0 2 0,0 0-8 0,6-38-2 15,-1 29-4-15,1-2-5 0,3 0-9 0,3-3 1 16,-1-1-4-16,4 1-3 0,0 1-11 0,1 2 2 16,0 1-2-16,0 1 11 0,-1 4-10 0,-1 3 1 15,-3 0-16-15,1 1 4 0,0 2-1 16,-2 2 4-16,3 2 0 0,-3-1-1 0,0 4 4 15,2-1 2-15,-1 0 2 0,-2 1 0 0,3 0-1 0,-1-1 5 16,2 0 2-16,0 2-2 0,-1-4-3 0,1-1 6 16,0 0 1-16,1-2-2 0,6-1-1 0,-3-1 5 15,1-3-1-15,-4 2 1 0,-1-1 1 0,0-3-3 16,0-2 2-16,-3 0-3 0,1-1 3 16,-2-1-3-16,4-3 2 0,-5 2-5 0,-3-3-4 0,0 3 3 15,0-6 5-15,-2 3-3 0,-2-3 1 0,0 4-1 16,-1-1 3-16,0 1-7 0,0 1-1 0,-2 1 1 15,0 1-5-15,0 1 1 0,2 8-3 16,-8-6-4-16,2 4 3 0,6 2 2 0,-23 8 0 16,7 1-3-16,1 2 3 0,1 1 6 0,0 0-5 15,4 1 2-15,1 1 5 0,0 1-9 0,5-2 1 0,1-1-7 16,3 1-19-16,3-1-27 0,2-2-39 0,4 1-50 16,5-2-51-16,3-3-65 0,2 1-252 15,8-1-561-15,5 0 248 0</inkml:trace>
  <inkml:trace contextRef="#ctx0" brushRef="#br0" timeOffset="56860.86">23057 5088 217 0,'0'0'239'0,"-6"-11"-20"0,1 6-16 16,5 5-15-16,-11-2-4 0,11 2-7 0,-19 8 1 15,8-1-10-15,0 3 7 0,-1 2-5 0,-1 0-12 16,0 3-5-16,4 1-12 0,3-2-15 0,-2 1-10 0,5-3-13 15,-2 2-10-15,5 2-8 0,3-3-11 16,4 2-20-16,1-5-30 0,5 4-36 0,2-5-36 16,3 2-39-16,3-5-41 0,7 0-62 0,1-4-42 15,-1 1-193-15,-7-3-461 0,-1-3 205 0</inkml:trace>
  <inkml:trace contextRef="#ctx0" brushRef="#br0" timeOffset="57086.9">23347 4954 82 0,'4'-13'266'0,"-3"4"-1"16,2-2 3-16,-2 6-25 0,-1 5-24 0,5-10-28 0,-5 10-19 15,0 0-14-15,0 0 1 0,0 0 19 0,4 24-8 16,-7-9-12-16,2 10 4 0,-4 0 3 16,1 1-9-16,0 1-10 0,-1-2-13 0,3 2-15 15,-2 0-8-15,0-3-8 0,1-3-14 0,0 6-3 16,1-8-8-16,0 8-21 0,2-8-33 0,-1-1-38 15,-1 0-36-15,2-1-46 0,-1-5-44 0,2 2-44 16,-1-4-56-16,0-10-57 0,-2 21-189 0,2-13-529 16,0-8 234-16</inkml:trace>
  <inkml:trace contextRef="#ctx0" brushRef="#br0" timeOffset="57246.9">23143 5073 2061 0,'-4'-10'22'16,"4"10"-6"-16,-3-10-12 0,3 10-15 0,0 0 9 16,7-6 6-16,4 4-3 0,2 0-11 0,7 2-17 15,7 2-38-15,2-1-37 0,2 1-49 0,-1 3-139 16,-1 2-315-16,-1 0 140 0</inkml:trace>
  <inkml:trace contextRef="#ctx0" brushRef="#br0" timeOffset="57529.92">23456 5328 79 0,'12'3'227'0,"-12"-3"-13"0,23-2-12 0,-11 0-19 15,2 0-10-15,-1 0-10 0,5-2-2 0,-2-1-4 16,3 0-7-16,-2-2-10 0,0 0-3 0,-4 3-6 16,3-5-6-16,-2 1-5 0,-2 0-15 0,-2-1-7 15,-2 2-10-15,3-5-12 0,-2-2-1 0,-4 4-3 16,2-2-3-16,-6 2 2 0,0 0-4 0,-1 1-2 15,-1-1-7-15,1 10 1 0,-8-14-6 0,3 9-1 16,1 0-9-16,-5 3-1 0,9 2-6 0,-22 4 1 16,10 0-4-16,0 2-6 0,-4 3 0 0,4 1-5 15,3 2-2-15,0-5-3 0,3 3 0 0,1 2-20 16,0 0-25-16,5-1-19 0,0-11-25 0,6 23-23 16,2-12-48-16,2-2-50 0,7 0-51 0,8 0-234 15,-3-4-517-15,6 0 228 0</inkml:trace>
  <inkml:trace contextRef="#ctx0" brushRef="#br0" timeOffset="57929.82">24091 5220 160 0,'4'-11'214'15,"-3"1"2"-15,3 0-4 0,-8 1-6 0,4 9-9 16,-4-14-7-16,0 9-10 0,-1 0-9 0,-3 4-8 16,-4-1 2-16,-1 4-7 0,-4 0-3 0,-1 4-6 15,-2 1-3-15,2 3-11 0,-1-1-12 0,1 3-4 16,4-3-19-16,-1 4-7 0,2-1-5 0,4 3-11 15,1-5-8-15,5 1-3 0,0-1-10 0,2 1-6 16,1-11-3-16,4 18-7 0,-1-11-11 0,7-1 2 16,1 2-5-16,0-5-11 0,6 0-6 0,2-3-6 15,-1-1-5-15,0-1 1 0,-5-1-2 0,3-4 7 16,-4 4-2-16,2-4 0 0,-1-3-6 0,-2-2 4 16,0-3-5-16,-2-2 3 0,-1 0-1 0,4-5 0 15,-6 3 1-15,0-8 4 0,1 2-5 0,2-1 3 16,-4-3-3-16,3-1 5 0,-3-1 2 0,1 1 0 15,2 4 20-15,-4 7 10 0,-3 1 0 0,1 1 16 16,1 7 13-16,-1 0-2 0,0 5-4 0,-1-2-9 16,-1 7-3-16,2-7-14 0,-2 7-7 0,0 0-6 15,0 0 0-15,-7 26-5 0,2-7 8 0,0 4-3 16,-3 3-7-16,2 0 8 0,1 0-3 0,1-1-2 16,1 2-1-16,1-1-11 0,2 1-34 0,1 0-25 15,0-8-42-15,3 4-47 0,0-4-49 0,2-1-52 16,4-3-51-16,-1 1-271 0,4-4-614 0,4-2 272 15</inkml:trace>
  <inkml:trace contextRef="#ctx0" brushRef="#br0" timeOffset="58170.9">24928 4976 78 0,'6'-19'343'0,"-3"4"-2"0,-1 4-6 16,1 0-14-16,0 1-12 0,-1 4-23 0,-2 1-28 15,0 5-23-15,3-10-34 0,-3 10-22 0,0 0-17 16,0 0-15-16,1 22-11 0,0-2-10 0,-2 6-13 16,-2 2-5-16,3 2-2 0,0 1-11 0,-1-2-1 15,-3 2-10-15,2-3-6 0,-2-1-12 0,-1 3-7 16,1-3 0-16,0-3 1 0,2 2-13 0,0-7-12 16,-3-1-34-16,3-2-46 0,-1 0-38 0,0-5-52 15,3 2-47-15,-3-4-55 0,3-9-59 0,-8 16-285 16,3-9-630-16,5-7 280 0</inkml:trace>
  <inkml:trace contextRef="#ctx0" brushRef="#br0" timeOffset="58559.39">24815 5182 59 0,'0'-8'264'0,"0"8"-17"0,0 0-15 0,0 0-24 16,2-11-21-16,-2 11-15 0,9-4-12 0,2 0-3 15,3 2-10-15,7 0-9 0,2 1-13 0,4 0-11 16,-6-1-12-16,8 2-7 0,-8 0-9 0,-2 2-11 16,-2 0-10-16,-6 0-7 0,1 2-5 0,-2 0-7 15,-1 1 1-15,-1 2 4 0,0 0 3 0,-6-1-3 16,0 1 11-16,1 2 0 0,0 2 3 0,0-3-4 16,1 4-7-16,-2-4-4 0,-2-8-5 0,5 15 3 15,-3-8-3-15,-2-7 1 0,10 13 2 0,-3-7-5 16,-1 0 1-16,6 1-2 0,-2-4 9 0,0-1-4 15,3 0-7-15,-13-2 5 0,28-4 5 0,-11 1-9 16,-3-3-3-16,-3 2 3 0,0-3 6 0,0 0 13 16,0-1 8-16,-5-1-13 0,5-5-5 0,-5 2 2 15,-4 0-8-15,0-5 2 0,-2 1-5 16,0-1-9-16,-4 1 1 0,-2 0-5 0,-4 1-6 0,-2 2-4 16,-3 0-5-16,-3 4-23 0,-6-1-6 0,-4 5-16 15,-3 1-35-15,-2 3-34 0,0 4-47 0,0 0-53 16,-2 6-75-16,5-2-81 0,1 2-220 0,1-1-626 15,6-4 277-15</inkml:trace>
  <inkml:trace contextRef="#ctx0" brushRef="#br0" timeOffset="61212.77">26234 5005 156 0,'0'0'265'0,"5"-9"-19"0,-5 9-17 16,2-7-23-16,-2 7-19 0,0 0-20 0,0 0-21 16,0 0-14-16,-25 4-9 0,14 3-11 0,-7 3-6 15,1 3-3-15,-2 1-12 0,-2 4-9 0,9-3-8 16,-1-1-7-16,3 0-7 0,1-1-7 0,4-1-3 16,1-1-2-16,2 0-4 0,0 0-2 0,2-1-4 15,2-2-7-15,0 0-3 0,2-3-2 0,-4-5 1 16,7 9-2-16,0-8-2 0,2 1 2 0,2-2-2 15,-2-2-2-15,1 1 4 0,1-3-4 0,-1-2-7 16,5-2 2-16,-1-2-3 0,1-1 3 0,-4 0-7 16,0-1 1-16,2 1 0 0,-4-4 0 0,0 2 1 15,-2 2-1-15,0 0-3 0,-3 1 2 0,0 0-2 16,1 2 5-16,-3 1 1 0,0 3-5 0,-2 4-3 16,5-10-6-16,-5 10 2 0,7-3-5 0,-7 3-2 15,0 0 1-15,0 0 5 0,4 13-5 0,-4 0 2 16,-4 3 2-16,4 2 3 0,0 1 1 0,-2 5-17 15,2-5-28-15,6 6-15 0,-6 0-27 0,3 0-43 16,5 0-73-16,0 0-48 0,0-1-168 0,1-7-450 16,2-2 200-16</inkml:trace>
  <inkml:trace contextRef="#ctx0" brushRef="#br0" timeOffset="61467.6">27193 5065 2525 0,'7'-27'24'0,"1"3"0"0,-4 5 58 0,-2 1 15 16,2 7-27-16,-4-2 21 0,2 2-10 0,1 4-5 15,-3 7-11-15,0-11-13 0,0 11-7 0,2-6-8 16,-2 6-9-16,0 0-4 0,0 0 2 0,0 0 3 16,6 24-1-16,-4-6-2 0,-4 7 4 0,4 0-6 15,0-1 1-15,-1 2-4 0,1 0 4 0,1 2-2 16,-3-1 0-16,4-2-6 0,-4 0-1 0,3 0-6 15,-3-4-17-15,2-4-34 0,-2 3-33 0,2-1-40 16,0-2-39-16,0 0-58 0,0-6-37 0,0 4-218 16,-1-3-506-16,1-5 224 0</inkml:trace>
  <inkml:trace contextRef="#ctx0" brushRef="#br0" timeOffset="61692.89">27522 4996 17 0,'4'-17'287'0,"1"6"-6"0,-2 0-11 16,0 1-10-16,1 4-27 0,-1-1-21 0,-3 7-30 16,2-9-18-16,-2 9-17 0,0 0-12 0,0 0-3 15,0 0 0-15,7 22 19 0,-7-6-14 0,2 0-10 16,-2 3-12-16,3-3-11 0,-3 4-8 0,0 3-7 16,-3 3-5-16,3-7-6 0,0 2-10 0,0-2-8 15,3 0-12-15,-2-2-29 0,-2 1-12 0,-2 0-43 16,3-4-42-16,0 3-38 0,-2-1-44 0,2-2-50 15,0-3-46-15,0-1-208 0,0-10-502 0,2 13 223 16</inkml:trace>
  <inkml:trace contextRef="#ctx0" brushRef="#br0" timeOffset="61959.37">27928 4998 215 0,'0'0'223'0,"2"-10"-23"0,-2 10-23 0,0 0-13 15,0 0 1-15,0 0-3 0,0 0-13 0,0 0-7 16,-5 27-13-16,2-17-10 0,2 6-9 0,1-4-6 16,2 1-1-16,1 3-7 0,3 1-6 0,1-1-5 15,0 0 5-15,2 2 2 0,0-1-16 0,2-1-6 16,0 1-7-16,-2-3-1 0,-1 0-8 0,2-1-4 16,-5-3-3-16,1 0-9 0,-3-4-1 0,1 4 2 15,-2-4-11-15,0 4-6 0,-4-2-3 0,2-8-16 16,-5 14-14-16,-5-7-19 0,-4-4-21 0,3 0-23 15,-5-2-19-15,3 2-28 0,2-3-39 0,-5-3-29 16,1-4-37-16,-4 1-152 0,6-3-410 0,-4-2 181 16</inkml:trace>
  <inkml:trace contextRef="#ctx0" brushRef="#br0" timeOffset="62090.47">27977 4976 119 0,'18'-5'176'0,"0"2"-15"15,0-2-20-15,5 3-9 0,0 0-13 0,2 0-19 16,5 2-43-16,-3 0-49 0,2 0-59 0,0 0-110 16,-8 2-173-16,3-1 76 0</inkml:trace>
  <inkml:trace contextRef="#ctx0" brushRef="#br0" timeOffset="62434.75">28537 4971 208 0,'0'0'229'0,"0"0"-19"0,7 2-21 0,-7-2-19 16,0 0-14-16,6 8-4 0,-3-4 7 0,3 6-2 16,1 1-2-16,1 6-7 0,-2-2-10 0,2 11-8 15,2-2-8-15,-4-5-7 0,-2 5-8 0,-1 0-9 16,1-5-8-16,0 0-4 0,-3-2-10 0,3 0-1 16,-1-1-7-16,-3-3-4 0,2-3-4 0,0-1-6 15,1-2-4-15,-1 3-4 0,1-2-3 0,-2-2-6 16,-1-6 3-16,2 8-1 0,-2-8 3 0,2 7 9 15,-2-7 22-15,0 0 3 0,0 0-7 0,0 0-2 16,19-14-17-16,-11 6 3 0,1-4-13 0,5-2 2 16,-4-3-2-16,7-7-8 0,1 1 1 0,-2-1-5 15,-1-1-5-15,1-1 0 0,-3-2-4 0,1 0 0 16,-1 0-3-16,-2-1-1 0,1 1-3 0,-2 4-7 16,-4 7 9-16,2 2-10 0,-4 2-25 0,-2 4-21 15,-1 0-25-15,2 4-40 0,-2-1-45 0,-1 6-60 0,0 0-44 16,0 0-21-16,0 0-30 0,0 0-173 15,-24 20-519-15,11-7 230 0</inkml:trace>
  <inkml:trace contextRef="#ctx0" brushRef="#br0" timeOffset="62873.95">29320 5367 162 0,'0'0'313'0,"10"-1"-14"0,-10 1-9 0,8-6-18 16,-3-1-18-16,2 0-23 0,-1-2-17 0,-1 3-16 16,3-4-10-16,-5 3-18 0,4-3-19 0,-3-1 9 15,4 0-21-15,-1-3-20 0,-1 0-12 0,0 2-7 16,-1-3-12-16,0-2-12 0,-1 0-6 0,1 1-7 16,-1-4-9-16,-2 4 1 0,-1-4-13 0,-2 5-2 15,1 1-6-15,-1 4 2 0,-2 0-4 0,1 1-1 0,-2-1-7 16,3 4-6-16,1 6-5 0,-7-13-2 15,3 10-2-15,-1 0-5 0,5 3-1 0,-7-7-4 16,7 7-4-16,-7-6-8 0,7 6-2 0,0 0-11 16,-5-5-3-16,5 5-3 0,0 0 1 0,0 0 1 0,0 0 5 15,0 0 3-15,26 4 4 0,-7-1 1 16,3 1 1-16,7-4 1 0,2 3-1 0,-3 0 3 16,-6-2 11-16,-3-1-5 0,1 1-3 0,-6-1 0 15,-2 2 1-15,-5-2-5 0,0 0 3 0,-7 0 0 16,13 9-4-16,-4-2 2 0,-1 1 1 0,1 1 1 0,-2 1 4 15,1 5 2-15,-2-1 1 0,-1 2-1 16,-1-4 5-16,0 3-2 0,-3 2 5 0,0-2-2 16,2-4 5-16,-3 8-14 0,-2-7-29 0,5 3-43 15,-3-4-29-15,-3 0-38 0,3 1-51 0,2-2-55 16,-4 3-210-16,2-13-501 0,0 0 221 0</inkml:trace>
  <inkml:trace contextRef="#ctx0" brushRef="#br0" timeOffset="63715.41">29893 5166 25 0,'1'-3'262'0,"-1"3"-20"0,5-7-23 0,-5 7-23 15,4-5-23-15,-4 5-18 0,0 0-16 16,0 0-10-16,0 0-6 0,0 0 4 0,6 18 0 16,-6-8 0-16,0 0-10 0,3 0-11 0,-4 1-11 15,1 0-8-15,-2-1-7 0,2 0-8 0,2-1-5 0,-2-9-8 16,-2 11-5-16,2-11-1 0,0 10 2 0,0-10 10 15,0 7 13-15,0-7 12 0,0 0 23 16,-2 8 8-16,2-8 7 0,0 0-3 0,0 0-11 16,0 0-8-16,0 0-10 0,0 0-1 0,0 0-11 15,-5-22-13-15,5 12 3 0,2 1-23 0,1 1 8 0,2-4-5 16,0-3-11-16,3 0-4 0,-1-1-6 0,2 0-10 16,1-2-8-16,5-4-5 0,-1 1-6 0,0 8-2 15,5-6 0-15,-8 5-2 0,5 4-7 16,-5 2 6-16,-1 3-5 0,-1 0 2 0,3 1-10 15,-4 4 0-15,1 1-4 0,2 5 3 0,-1 1-5 0,3 5 6 16,-2 3 1-16,-2 2 0 0,0-1 2 0,-1 1-1 16,-3 0 1-16,-1 0 3 0,0 0 1 0,-2-4 7 15,2-1 1-15,-1-1-2 0,-2-2 5 16,2 0 2-16,-3-4-7 0,0-5 6 0,3 10 0 16,-3-10 8-16,3 7 1 0,-3-7-5 0,0 0 8 0,0 8 6 15,0-8-3-15,0 0-5 0,0 0 4 0,0 0-3 16,0 0 3-16,0 0-7 0,0 0 1 0,4-29-2 15,-2 19-6-15,0 1 3 0,2-1-8 16,1 0 0-16,1-2-8 0,2-2-7 0,2 0 0 16,1-1-4-16,3-2 0 0,-1 5-4 0,1-2 6 0,-2 2 0 15,-3 5-1-15,1-1 1 0,-2 4 8 0,-2 1-12 16,-1 1-5-16,-5 2-1 0,15-1 0 0,-8 4-3 16,1 3 5-16,0 2 3 0,-1 0 2 0,-3 2 2 15,1-1-3-15,1 2 5 0,-2-2 7 0,0 0 2 16,1 0 3-16,-3-1 2 0,1-1-8 0,3-1 7 15,-2-1 0-15,-1 1 0 0,3-3-1 0,1 2 8 16,0 0 2-16,2-5-3 0,5 1 4 0,-2-4-4 16,3 1 3-16,1-5-5 0,0 1 13 0,-1-1-9 15,-3 1 0-15,3-4 2 0,-4 1-2 16,1-2 1-16,-3 2 2 0,-1-7-2 0,1 4 4 0,1-4-5 16,-4 3 0-16,0 1 10 0,-1 0-17 0,-3 2-2 15,2 3 4-15,-1 2-6 0,-3 5-4 0,1-10-2 16,-1 10 1-16,0 0-9 0,0 0-1 0,0 0 2 15,0 0-1-15,0 0 2 0,-26 20 10 16,16-7-5-16,0 2-7 0,1 0 8 0,0 2 1 0,1 0 4 16,6-1-6-16,-3 0 7 0,2 1-6 0,1 0 4 15,2-2 1-15,1 1 2 0,3 0 2 0,-2-4-2 16,2-2-1-16,-1 3 7 0,0-1-5 0,1-4 1 16,-3 3 0-16,3-3 6 0,-2 2 0 15,-1-5 6-15,-1-5-10 0,-1 11 1 0,1-11 1 0,-6 10 0 16,3-5-3-16,-6 1-28 0,-3-2-23 0,1-2-23 15,-2-2-38-15,-1-1-26 0,0 1-53 0,1-3-46 16,0 2-67-16,1-2-169 0,0 0-516 0,-1-1 229 16</inkml:trace>
  <inkml:trace contextRef="#ctx0" brushRef="#br0" timeOffset="66319.58">31065 5317 219 0,'0'0'214'16,"0"0"-19"-16,0 0-21 0,-17 12-16 0,11-10-12 15,-2 3-16-15,-3 0-10 0,0 1-15 0,-3 2-12 16,0 2-22-16,3-3-32 0,1 2-35 0,-5-1-39 15,5-1-58-15,-4 5-164 0,-1 0-279 0,-2-3 124 16</inkml:trace>
  <inkml:trace contextRef="#ctx0" brushRef="#br0" timeOffset="66740.17">31527 4961 72 0,'11'-22'251'0,"-8"6"-14"0,3 4 2 0,-3 3-11 15,2 0-8-15,-3 3-26 0,0-1-18 0,-2 7-23 16,3-7-17-16,-3 7-15 0,0 0-15 0,0 0-4 16,-19 29-7-16,1-7-9 0,-5 5-4 0,1 3-3 15,-10 8-8-15,8-10-6 0,5-1-6 0,-1 2-9 16,4-3 0-16,2 1-5 0,6-11-6 0,-2 8-3 15,6-5-4-15,3-2-4 0,0-2 3 0,1 1-7 16,2-2 5-16,6 2-9 0,-1-3 4 0,0-4-3 16,2 1-3-16,1-3 3 0,1-2-1 0,1 0 3 15,6-2-3-15,-3-3-4 0,-2-2 1 0,6-3 1 16,-5-1 9-16,-2 2-1 0,2-3 5 0,-4 0-3 16,0 2-2-16,-1-4 1 0,0-2 0 0,-2 1-4 15,0 1-3-15,-2-1 4 0,0 2 0 0,-2 1-4 16,-2 0-10-16,0 1 1 0,-1 6-1 0,0-11-3 15,0 11-3-15,-6-6-2 0,6 6-2 0,-18 0-10 16,8 0-10-16,-3 1-16 0,-5 3-22 0,-2-3-28 16,3 6-26-16,3-3-34 0,-3 1-30 0,1 0-31 15,3 0-40-15,0 0-188 0,4 0-469 0,-1 1 208 16</inkml:trace>
  <inkml:trace contextRef="#ctx0" brushRef="#br0" timeOffset="67047.7">31710 5169 106 0,'0'0'234'0,"6"-5"-7"0,-6 5-21 0,0 0-22 15,0 0-5-15,0 0-15 0,6 10 1 0,-6-10 3 16,-3 15-8-16,0-5-15 0,5-3-15 0,-2 2-10 16,0-9-3-16,4 14-20 0,-2-5-8 0,3 0-8 15,-2-2-10-15,3 2 0 0,0-1-3 0,-2-3-5 16,1-2 8-16,3 1-8 0,-8-4 16 0,18 4-3 15,-10-2 2-15,-8-2 1 0,15 0 3 0,-15 0-5 16,13-2-1-16,-4-4-6 0,0 1-10 0,-3 0-3 16,1-3-2-16,-1-3 3 0,-2 0-18 0,-2-1-1 15,3 1-5-15,-5-3 0 0,2 3-19 0,-2 0-6 16,-3-1-11-16,-2 2-18 0,1-1-16 0,-1 1-12 16,0 0-28-16,-4 4-28 0,-1 0-26 0,-2-1-30 15,1 3-32-15,-2 0-38 0,0 2-23 0,-1 1-205 16,14 1-496-16,-23 0 219 0</inkml:trace>
  <inkml:trace contextRef="#ctx0" brushRef="#br0" timeOffset="67276.28">32041 5027 50 0,'10'-10'301'0,"-2"3"1"0,-2-1-4 0,1 1-3 0,-1 1-1 15,-2 0-16-15,0 1-13 0,-4 5-31 16,6-5-26-16,-6 5-20 0,4-4-35 0,-4 4-8 15,0 0-26-15,0 0-2 0,8 22-6 0,-7-6-3 0,1 2-7 16,1 7-5-16,-4-5 3 0,-1 3-19 0,0 3-5 16,2 0-5-16,2-1 0 0,-2 0-11 0,0-6-4 15,-3 0 3-15,3-1-22 0,-3-1-31 16,4 2-38-16,-2-2-45 0,-1 0-33 0,-2-2-39 16,2-3-45-16,0-4-46 0,2-8-51 0,-5 14-237 15,0-10-572-15,5-4 254 0</inkml:trace>
  <inkml:trace contextRef="#ctx0" brushRef="#br0" timeOffset="67564.2">32061 5228 271 0,'7'-7'253'0,"3"-1"-31"0,3 1-20 16,1-2-21-16,4 1-11 0,1-1-20 0,5-1-9 16,-6 3-15-16,4-1-11 0,-3-1-10 0,0 2-3 15,0 0-7-15,-3-1 2 0,2-2 1 0,-8 3 1 16,4-2-5-16,-3 0 4 0,0 1 9 0,-2-3 3 15,-2 4-4-15,0-3-10 0,-2 3 0 0,3 1 0 16,-6 0-4-16,3 3-11 0,-5 3-1 0,5-8-14 16,-5 8-7-16,5-4-10 0,-5 4-11 0,0 0-7 15,0 0-2-15,0 0-3 0,0 22-2 0,0-22-14 16,-6 31 27-16,-3-14-5 0,1 8-8 0,3-1 4 16,0-6-4-16,-1 1 0 0,-3 5-3 0,4-5-6 15,0 0-8-15,-1 0-39 0,4-7-40 0,-2 6-35 16,3-6-32-16,-3 4-57 0,4-5-53 0,0-11-62 15,-5 20-177-15,5-20-526 0,-1 8 232 0</inkml:trace>
  <inkml:trace contextRef="#ctx0" brushRef="#br0" timeOffset="67918.75">32500 5074 87 0,'9'-5'269'0,"-4"0"-12"0,1 1-13 15,-2 0-51-15,-4 4-18 0,5-5-21 0,-5 5-13 16,0 0-13-16,0 0-3 0,14 12 2 0,-9-3 0 16,-1 2-5-16,-1 1-7 0,-1 0-6 0,-4 4 3 15,1 0-4-15,-3 0-6 0,-2 1 2 0,-2 0-3 16,1-4-8-16,1 0-6 0,-3 0-3 16,-1-1 7-16,2 2-1 0,2-4-10 0,-1-1-12 0,3-4-3 15,4-5-14-15,-6 10 3 0,6-10-9 0,-4 7-4 16,4-7-1-16,0 0-2 0,-1 12-5 15,1-12-4-15,0 0-1 0,16 14 3 0,-4-10-4 16,8 2 2-16,12-3-4 0,-32-3-1 0,69 11-6 16,-33-8-2-16,1-1-1 0,2-2-5 0,-39 0 5 15,66 0-6-15,-38 0-9 0,-28 0-9 0,0 0-2 16,44 0-11-16,-44 0-7 0,0 0-11 0,0 0-17 16,0 0-8-16,0 0-16 0,38 0-30 0,-38 0-34 0,0 0-39 15,0 0-47-15,0 0-41 0,0 0-209 0,0 0-519 16,0 0 230-16</inkml:trace>
  <inkml:trace contextRef="#ctx0" brushRef="#br0" timeOffset="68857.05">7165 6939 2691 0,'5'-24'-2'0,"2"5"3"0,3-7 5 0,3 3-3 15,1-1-6-15,4 0-6 0,5-1 2 0,0 1 2 16,14-11 2-16,1 2-9 0,3-2 8 0,-3-1 1 16,3-1 2-16,-5-1 0 0,-1-2 8 0,-1 3-3 15,-8 10 10-15,3-12 1 0,-10 12-1 0,-1-1 12 16,-1 0-1-16,-5 1 0 0,0 1 6 0,-2 3 3 16,-7 3 1-16,1 3-5 0,-2 6-4 0,1-1-1 15,-3-1-1-15,-2 2-5 0,1 1-6 0,-1 3-6 16,-1 2 3-16,3 5-4 0,-15-7 0 0,2 5-6 15,-1 7-1-15,-1 3 2 0,-5 2 2 0,-3 5-4 16,4-2 0-16,-2 4-7 0,6-2-3 0,-5 1-13 16,10 0 1-16,5-2-6 0,1 2-3 0,1 1 2 15,7-2 3-15,2 2 3 0,2-1 2 0,1 2-1 0,4-2 8 16,4 4-4-16,-2-6 5 0,4 4 12 16,-2-4-1-16,-2 1-1 0,0-2 3 0,-2 0-1 15,0-1 0-15,-4-2-2 0,-3 0 0 0,1-1 1 16,-1 1-3-16,-2-2 4 0,-3-1 3 0,-1 3-4 0,-4-1 2 15,-1-1 2-15,-4-1-12 0,-1 2-15 16,-2-4-21-16,0 0-18 0,0 1-18 0,-2-4-26 16,3 1-28-16,0-1-21 0,0-2-24 0,11 0-134 15,-13-3-342-15,5-1 152 0</inkml:trace>
  <inkml:trace contextRef="#ctx0" brushRef="#br0" timeOffset="69146.35">7789 6378 55 0,'8'-10'208'0,"-1"3"3"0,0 0 3 15,-4 0-4-15,1 3-15 0,-4 4-20 0,5-5-20 0,-5 5-18 16,0 0-17-16,0 0-10 0,0 0-11 0,0 0-12 16,12 18 4-16,-8-4-2 0,-2 0-8 0,2 4-4 15,3-2-5-15,-1 1 0 0,3-1-3 0,4 1-2 16,-2-2-7-16,4-1-3 0,0 0-4 16,1-4-4-16,2 1-3 0,0-1-3 0,2-2-6 0,-4-3-4 15,2-1 2-15,-4-3-4 0,0-1-2 0,-3-1 1 16,1-1 0-16,-1-2-2 0,-2-3-4 15,-1-1 1-15,-2-2-5 0,-1-1 1 0,-2-2 3 16,-2-3-5-16,-3-1 0 0,-7 0-6 0,1 0 1 0,-4-1-3 16,-4-2-3-16,-2-1 1 0,-2 3-4 0,-2 3-5 15,5 5-13-15,-1 0-14 0,2 3-21 0,-1 2-19 16,-1 2-33-16,0 4-26 0,1 2-30 0,1 2-28 16,3 1-34-16,1 5-187 0,-1-2-439 0,4 0 194 15</inkml:trace>
  <inkml:trace contextRef="#ctx0" brushRef="#br0" timeOffset="69835.34">8211 6310 165 0,'7'-9'289'0,"0"1"-14"0,-2 4-19 16,-3 1-19-16,-2 3-19 0,7-7-20 0,-7 7-23 16,4-6-21-16,-4 6-21 0,0 0-10 0,0 0-15 15,0 0-11-15,0 29-9 0,-3-11-6 0,-2 9-1 16,2 4-8-16,2 0 0 0,0-2-8 0,0 0-7 15,3-3-5-15,-1-1-2 0,3-7-2 0,3-1-2 16,-2-1-11-16,0-1-2 0,3-4 3 0,-3-1-7 16,5-2-1-16,-1-1 1 0,1-2-6 0,0-2 3 15,2-2 1-15,-1 2-5 0,3-7 0 0,-1 1-4 16,2 1 6-16,-4-6-7 0,4-1 2 0,-6 2-5 16,-1-3 2-16,3-3-2 0,-2 0 0 0,-1-3 0 15,-2 1-3-15,-1 0 0 0,-1 0 3 0,-1-1-5 16,-2-2-2-16,1-1 4 0,1 2-1 0,-2 1-5 0,-1 6 2 15,-1 0 5-15,1 10-3 0,0-13-5 16,-1 8 1-16,1 5-9 0,1-8-3 0,-1 8 1 16,0 0-3-16,0 0 5 0,0 0 1 0,-4 27-7 15,3-10 0-15,0 1 4 0,1 0 1 0,0 1 6 0,1 0-7 16,1-1 0-16,1-1 4 0,0-5 6 16,3 4-6-16,0-2 9 0,2-5 8 0,0 3 2 15,-1-6 7-15,4 2 3 0,1-2 3 0,0-3 3 16,2-1-4-16,3 1-6 0,0-3 6 0,-4-3-1 15,2 1-4-15,-2-1 0 0,0-1-4 0,4-2 0 0,-7-1-5 16,1 1 1-16,-2-1 0 0,0-2-2 16,0-1 2-16,-1 0-8 0,-2-5-11 0,-2 0-7 15,-1 0 6-15,-1-1-12 0,-2-1-10 0,0-1-3 16,-1 2-2-16,-3-1 7 0,-1 1 3 0,0 0-5 0,-2 2 6 16,4 2 0-16,-2 2-3 0,-3 1 6 0,3 0-1 15,1 2 6-15,0 3 0 0,4 4-7 16,-6-8 7-16,6 8-3 0,-5-7-1 0,5 7 1 15,-3-5-8-15,3 5 0 0,0 0-4 0,0 0 5 0,0 0-2 16,0 0 9-16,18-1 3 0,-5 3-3 0,-1 1 1 16,8-2 8-16,-1 4 0 0,1-2 2 15,1 1 5-15,-3-3 3 0,-5 1-5 0,4 1-5 16,-5 0 2-16,1-1-1 0,-7 3 0 0,3-1 1 16,-4 1 0-16,4 1 6 0,-3 2 12 0,0 2 3 0,-1 0-3 15,-1 4-1-15,-3-3 3 0,1 5 2 0,0-3-4 16,-2 3-1-16,0 1 2 0,0-2-13 0,-2-2-20 15,2-3-35-15,0 1-44 0,-2 1-49 16,2-2-48-16,1 0-56 0,-1-1-250 0,1-3-539 0,-1-6 239 16</inkml:trace>
  <inkml:trace contextRef="#ctx0" brushRef="#br0" timeOffset="70250.69">9241 6341 2267 0,'2'-12'52'0,"0"2"-3"15,-5 1-18-15,4 0 0 0,-1 9-2 0,-2-12 6 16,2 12-13-16,-7-5-9 0,7 5 4 0,0 0 15 16,-20 12 11-16,8-2 5 0,-2 5 14 0,-1 6 4 15,0 0 5-15,3-5 6 0,3 2-4 0,-1 0-2 16,1 5 3-16,4-5-4 0,1-3-6 0,1 2-2 16,5 0-5-16,3-3-4 0,-3-2-8 0,5 3-5 15,-2-4 0-15,8-1 2 0,-4-1-7 0,2-4 1 16,5 3-4-16,-1-5-1 0,-1 0 8 0,4-3-8 15,1-2-8-15,-1 0 4 0,-3-2 1 0,-1 1-4 16,-2-2 4-16,4-1-2 0,-3-4-3 0,1 1-5 16,0-2 3-16,-6 3-1 0,0-3 2 0,2-1-3 15,-2-4-8-15,-2 1 3 0,-1 0 1 0,-2-1-2 16,-1 0 2-16,-2 1-4 0,0 1-10 0,-1 1 8 16,0 3 5-16,1-2 1 0,-2 5 6 0,0 0-8 15,2 7 1-15,-5-7-11 0,5 7-6 0,-11 0 7 16,11 0-1-16,-19 14-13 0,6-3 12 0,1 1-5 15,1 4 2-15,1 0 8 0,0 0 2 0,4-3-11 16,1 4 2-16,2-2-3 0,2 1-11 0,3-3-24 16,3-2-19-16,4 2-37 0,3 0-30 0,1-1-23 15,4-2-34-15,3-3-34 0,7 1-30 0,1-3-34 16,-2 0-205-16,4 0-522 0,-11-2 231 0</inkml:trace>
  <inkml:trace contextRef="#ctx0" brushRef="#br0" timeOffset="70388.5">9620 6595 159 0,'0'0'240'15,"8"-4"10"-15,-8 4 2 0,0 0 1 0,0 0-5 16,0 0-4-16,0 0-17 0,0 0-11 0,0 0-15 16,0 0-14-16,0 0-23 0,0 0-22 0,0 0-18 15,0 0-24-15,8 0-38 0,-8 0-51 0,0 0-54 16,0 0-60-16,0 0-79 0,0 0-79 0,0 0-155 0,0 0-450 16,0 0 200-16</inkml:trace>
  <inkml:trace contextRef="#ctx0" brushRef="#br0" timeOffset="73016.36">10915 6108 13 0,'-6'-6'233'0,"0"1"-5"0,1 1-10 0,5 4-14 15,-7-4-16-15,7 4-10 0,-5-4-16 0,5 4-12 16,0 0-15-16,0 0-11 0,0 0-17 0,21-12-6 16,7 5-11-16,10 0-10 0,16-1-13 0,3 0-23 15,0 2-17-15,2 3-28 0,-4-3-33 0,-14 5-35 16,-5 2-44-16,1-1-18 0,-7 3-25 0,-9-2-23 16,-6 3-99-16,-2-3-301 0,-4 1 133 0</inkml:trace>
  <inkml:trace contextRef="#ctx0" brushRef="#br0" timeOffset="73222.27">11214 6042 146 0,'0'0'152'0,"-10"0"-11"16,10 0-25-16,-8 2-15 0,8-2 3 0,-10 12 8 16,7 0-3-16,1 6 12 0,0 9-4 0,0 2-5 0,1 3-7 15,-1 1-4-15,0 1-5 0,0 2-9 0,0 9-8 16,0-11-3-16,-1 2-10 0,2-1-6 15,-1-1-3-15,0 1-8 0,-1-4-7 0,2-1-26 16,1-1-33-16,-3-1-33 0,2-7-26 0,1 3-41 0,0-6-40 16,0-2-135-16,0-5-315 0,0-1 139 15</inkml:trace>
  <inkml:trace contextRef="#ctx0" brushRef="#br0" timeOffset="73690.36">11328 6202 41 0,'4'-15'240'0,"0"3"-23"0,-2 4-23 15,-1 2-21-15,-1 6-18 0,3-5-19 0,-3 5-14 0,0 0-12 16,0 0-6-16,9 21-6 0,-7-9-6 0,1 12-3 16,-2-3-8-16,-2 8-5 0,1-1-9 15,0 2 10-15,0 2-10 0,-3-1-2 0,3-2-6 16,-2-2-6-16,1 2-5 0,-5-5-4 0,5-5-3 15,1-2-6-15,-1 0-10 0,0-4-17 0,-1-3-5 0,1-3-9 16,1-7 1-16,0 11 2 0,0-11 0 0,0 9 0 16,0-9 2-16,0 0-4 0,13-1-2 0,-13 1 3 15,15-9-12-15,-3 4 4 0,4-3 1 16,3 0 1-16,-3 2-3 0,3-1 4 0,-1 0-1 0,-2 2 1 16,0 1 6-16,2 2 0 0,-2-3 4 0,3 3 1 15,2-1 4-15,-4 2-5 0,2-3 3 0,1 2-1 16,-4 0 0-16,1-1 3 0,0 0 0 0,-4 0 4 15,-2 1 13-15,0-3 7 0,-1-1 7 16,-5 2-3-16,3-2-2 0,-5 1 0 0,1-4-3 0,0-1-2 16,-1 3 2-16,-3-1-6 0,0-1 2 0,-3-2-5 15,-1 5-1-15,0-3-1 0,3 2 1 0,-4 2-5 16,5 5 0-16,-8-6-4 0,8 6 0 0,-12-4-4 16,12 4 0-16,-17 6-4 0,5 3 3 0,1 2-3 15,-1 1 0-15,0 5-7 0,1-2-21 0,4 3-25 16,-1 0-30-16,2 0-36 0,4 2-31 0,6-3-33 15,4 2-201-15,0-5-413 0,6-2 183 0</inkml:trace>
  <inkml:trace contextRef="#ctx0" brushRef="#br0" timeOffset="73963.28">12552 6152 209 0,'-8'-19'259'0,"2"4"-16"16,3 5-1-16,1 1-19 0,-2 2-22 0,0 2-24 16,4 5-21-16,-10-4-17 0,10 4-10 0,-9 16-4 15,5 1 7-15,-4 13 7 0,0 2-9 0,-3 13 3 16,2 2-4-16,-2 1-9 0,4-3-3 0,2 0-15 16,3-11 2-16,0 2-8 0,0-3-15 0,-2-1-5 15,3-1-5-15,-2 0-3 0,2-4-8 0,4 0-9 16,-3-7-7-16,-2-2-25 0,4 1-25 0,-2 0-33 15,0-4-32-15,0-2-28 0,-2-3-37 0,1 2-45 16,-4-4-47-16,0 3-43 0,-3-5-187 0,-1-2-495 16,-3-1 219-16</inkml:trace>
  <inkml:trace contextRef="#ctx0" brushRef="#br0" timeOffset="74232.67">12118 6554 2655 0,'3'-12'-12'0,"1"1"10"0,1 1-7 0,3 0 4 15,0 1 0-15,9-1-2 0,1 0 7 0,9 1-5 16,4 0 0-16,2 2 3 0,0 0-1 0,5 1 0 16,-4 0 2-16,-3 3 1 0,3-1 2 0,-1-2-4 15,3 2 4-15,-3 1-3 0,-1-1-2 0,-3 3 5 16,0 0-1-16,-10 1 3 0,0-3-4 0,-5 2-3 16,-5 1 2-16,1 0 2 0,-2-2 2 0,-8 2 13 15,13 0 3-15,-13 0 0 0,10 0 0 0,-10 0-4 16,0 0-4-16,9 2-3 0,-9-2 2 0,6 8 5 15,-3 0 1-15,-2 2 0 0,2 0-2 0,-1 2 2 16,0 1 1-16,-2 4-13 0,0-4-17 0,-2 5-28 16,2-1-40-16,0 0-43 0,0-3-63 0,0 0-208 15,-2-4-429-15,-2 3 190 0</inkml:trace>
  <inkml:trace contextRef="#ctx0" brushRef="#br0" timeOffset="74398.92">12668 6212 59 0,'0'0'121'0,"0"0"-39"0,0 0-41 16,0 0-48-16,10-5-43 0,-10 5-53 0,19 6 23 15</inkml:trace>
  <inkml:trace contextRef="#ctx0" brushRef="#br0" timeOffset="74611.1">13048 6164 2 0,'0'0'286'0,"2"-10"-20"0,-2 10-29 0,2-7-24 0,-2 7-24 16,0 0-25-16,0 0-15 0,0 0-3 15,0 0 6-15,7 31-2 0,-7-13-12 0,0 8-6 16,2 2-5-16,-2 1-12 0,0 5-11 0,-2-1-5 15,2 1-9-15,-2-1-11 0,-2-1-6 0,1-1-7 0,1-2-4 16,0-2-6-16,0 0-25 0,-3-2-29 16,2-6-45-16,1 1-64 0,-2-2-56 0,1-3-70 15,1 3-198-15,-2-9-466 0,0 0 206 0</inkml:trace>
  <inkml:trace contextRef="#ctx0" brushRef="#br0" timeOffset="74849.6">13232 6255 197 0,'2'-5'262'0,"-2"5"-28"0,3-10-27 16,-3 10-24-16,2-6-23 0,-2 6-12 0,0 0 1 16,0 0 2-16,9 31 5 0,-7-13 2 0,2 10-1 15,1-3-19-15,-3 2-8 0,1 1-15 0,-1-1-8 0,-2 0-9 16,2-1-14-16,0-1-4 0,-2-6-8 15,2 1-9-15,-1-2-10 0,-2-1-27 0,2 0-31 16,-1-2-40-16,-1 2-46 0,-1-4-44 0,2-3-58 16,-2 0-48-16,-2-1-162 0,-1-5-438 0,5-4 194 15</inkml:trace>
  <inkml:trace contextRef="#ctx0" brushRef="#br0" timeOffset="74989.98">13164 6444 2072 0,'3'-12'-6'0,"-1"-1"16"0,1 3-17 0,-3 0-1 0,0 4-1 16,0 6-18-16,2-9-39 0,-2 9-7 0,4-5-4 16,-4 5-4-16,13 1-23 0,-13-1-16 0,14 12-24 15,-7-2-83-15,1 3-246 0,2 1 110 0</inkml:trace>
  <inkml:trace contextRef="#ctx0" brushRef="#br0" timeOffset="75560.97">13377 6686 98 0,'0'0'229'0,"12"-3"-4"0,-12 3-23 0,14-5-14 16,-3-1-13-16,5-2-9 0,0 1-6 0,-3-3-2 0,3-1-13 15,-3 0-5-15,2-3-10 0,-1 2-4 0,-1-3-7 16,-1-2-11-16,-1 2-8 0,-2-2-7 0,1 0-10 16,-4 1-11-16,1-3-2 0,-1 3-2 0,2 0-9 15,-6 3-6-15,0 4 6 0,0-1 3 16,-2 3-2-16,0 7-7 0,0-10-6 0,0 10-8 0,2-9-5 15,-2 9 1-15,0 0-14 0,0 0 0 0,0 0-3 16,-25 26 1-16,15-8-5 0,-7 2 0 0,9-1-5 16,-3-2-1-16,5-1 3 0,2 0-6 0,0 1 2 15,4-5-2-15,-3 1 1 0,4-1-4 0,5-2 1 16,-4 1 2-16,3-2-1 0,4 0 3 0,0-2 2 16,9 0 2-16,-5-2-2 0,6 0-2 0,-2-2 4 15,4-2-5-15,-2 0 4 0,0-2-3 0,1 0-3 16,-5-2 2-16,-1-1 0 0,-3 1 2 15,0-4-5-15,-1 3-10 0,1-3-2 0,-3-2-7 0,2 0-7 16,-3-1-4-16,1-3 5 0,-3-2-8 0,2 1 2 16,-3-2 0-16,-1 0-2 0,1 1-3 0,-4-2 1 15,2 3 1-15,-2-4 2 0,0 2-4 0,-2 2 3 16,2 5 1-16,0-1 8 0,-4-1-2 0,4 4 5 16,0 7 2-16,-2-11 0 0,2 11-2 0,-1-10 6 15,1 10-4-15,0-7 2 0,0 7-1 0,0 0-1 16,0 0 2-16,0 0 0 0,0 0 2 0,9-1 3 15,-9 1-1-15,0 0 7 0,21 8-2 0,-10-4 1 16,-1 2 4-16,0 0 0 0,-1-1-2 0,2 2 1 16,0 1 1-16,-2-1-1 0,0 1 2 0,3 5 3 15,-1-2 0-15,-5 5 17 0,1-1 4 0,-2-1 11 16,-1 5 0-16,-2-6-2 0,1 4 1 0,-3-1 1 16,2 1 3-16,-4-2-5 0,2-3-1 0,0 1-5 15,0 0 2-15,0 1-5 0,2-3-36 0,-4 1-35 16,2-2-46-16,0 3-66 0,4-5-70 0,0 2-243 15,1-4-509-15,-5-6 226 0</inkml:trace>
  <inkml:trace contextRef="#ctx0" brushRef="#br0" timeOffset="77179.81">15012 6219 73 0,'0'0'231'0,"0"0"-16"16,-6-8-17-16,6 8-14 0,0 0-10 0,-22 10-2 16,4 1-6-16,-2 10 2 0,-1 4-11 0,-1 0-7 15,2 1 6-15,3 4-10 0,2-4-15 16,2 2-11-16,5-1-7 0,0 0-7 0,6-4-24 0,4-3 0 15,0-1-10-15,7-2-10 0,1 1-4 0,3-2-1 16,5 1-22-16,1-5-28 0,-2-1-22 16,4-3-11-16,6 1-27 0,0-5-19 0,-6-2-14 15,7-2-24-15,-6-4 0 0,0 1 0 0,3-6 8 0,3 0 3 16,-9 0-10-16,0 0 14 0,4-5 10 0,-6 2 10 16,-6-3 9-16,1 1 9 0,-3-2 22 0,-3 0 15 15,-4-2 12-15,3 2 13 0,-3-2 15 0,-2 2 7 16,-1 0 8-16,1 5 6 0,0 1 11 15,0 10 2-15,-1-12-3 0,-2 7-4 0,3 5-10 0,0 0-6 16,0 0-1-16,0 0 2 0,0 0 0 0,0 0 6 16,-13 27 9-16,9-10 2 0,-2-1 0 0,2 1-6 15,2 1-3-15,-1-2-3 0,3 0 0 0,3-2-2 16,-2 2-6-16,3-3 1 0,1-1-3 0,-2-1 3 16,3 0-4-16,-1-1 1 0,3-2-1 0,-1-1 0 15,1-2-5-15,2 2 1 0,0-3-2 0,-1-1 1 16,1-3-3-16,2 2 0 0,-1-5 0 0,-3 2-4 15,2-4-1-15,0 0-1 0,-3 1-9 0,2-4-4 16,0-1-5-16,-3-1-2 0,3-3-1 0,-2 0-3 16,-2 0 0-16,1-4-2 0,-3 0-2 0,-1-1 4 15,2 1-5-15,-3-1 3 0,-1 2 3 0,0-1 1 16,0 4 0-16,0 1-2 0,-1 0 4 0,0 3-1 16,1 0-2-16,-2 1 4 0,2 8 0 0,0-11-3 15,0 11-6-15,0 0-6 0,2-9 0 0,-2 9 5 16,10 1 4-16,-10-1 2 0,19 8 7 0,-5 1 2 15,1 2 5-15,-2-1 2 0,3 5-6 0,-5-2 2 16,2 4 7-16,1-1 9 0,-5 0 6 0,1 0 2 16,-1-2 3-16,0-1-3 0,-4-2-2 0,-1 0 0 15,1-1 3-15,-2-1 3 0,-1-2 0 0,-1-1 5 16,1 1 9-16,-2-7 13 0,1 8 9 0,-1-8 12 16,0 0-5-16,0 0-2 0,-4 7-7 0,4-7 0 15,0 0-10-15,0 0 1 0,0 0 2 0,0 0-1 16,-14-13-4-16,14 13-13 0,0-16-4 0,3 6 9 15,-1-2-2-15,2 1-22 0,1-4-1 0,2-4-6 16,0 4-5-16,1-4-3 0,3 4-3 0,1-8-3 16,1 8 8-16,-4 0-14 0,0 6 6 0,-2 0-7 15,2 2 0-15,0 4-5 0,-2-1 0 0,0 1-4 16,-7 3 2-16,19 7-2 0,-10-2 5 0,1 4 3 16,1 3 3-16,-2 1-7 0,1 3 0 0,-2 0 3 15,-1-3 6-15,1 4-4 0,2-5 3 0,-2 2 0 16,2 0 11-16,-1-4 2 0,-1-1 7 0,1-1-2 15,-2-1 4-15,2 0-1 0,0-1 1 0,0-3 0 16,0 0 7-16,-3-1 4 0,5-1-5 0,-4-1 2 16,5-1-1-16,-2-1 0 0,-1-3 9 0,4 0-8 15,-4-2-10-15,0 1 0 0,0-3-6 0,-2 1 6 0,2-5-1 16,0-1-6-16,-1-2-4 0,-2 1 12 0,1 0-9 16,-3-1-7-16,-1-2 1 0,-1 1-4 0,1 1-1 15,0 5-1-15,-1-1 3 0,0 1 0 16,-1 4 2-16,-1-1-8 0,0 8-3 0,0 0 2 15,-1-10-14-15,1 10-2 0,0 0 0 0,0 0 4 0,0 0 4 16,0 0 3-16,4 32-2 0,-6-16 9 0,1 2-11 16,0 0 7-16,-1 1 0 0,1 1 3 0,0-1 2 15,0 2 3-15,-1-3-3 0,-1 0 3 16,1 0 0-16,0-1 3 0,1-2 1 0,-1-2 0 16,-2-2 0-16,3 0 2 0,-1-3-3 0,0 0 9 0,1-2-5 15,1-6 1-15,-3 8 0 0,3-8 5 0,0 0 7 16,-1 7-4-16,1-7 9 0,0 0-19 15,0 0-3-15,0 0-3 0,0 0 3 0,16-28-9 16,-4 16-3-16,1-3-2 0,2 0 3 0,3-4-5 0,5 1-2 16,0-1 10-16,-1-1-8 0,1 2 4 0,0 0-1 15,-1-1 3-15,-7 6-1 0,5-6 5 0,-5 5-1 16,-1 1 4-16,-3 1 1 0,-1 4 14 0,1 0-9 16,-9 2 8-16,3 1 6 0,-1 0-4 0,-4 5 5 15,8-6-4-15,-8 6 2 0,0 0-8 0,0 0-2 16,0 0 18-16,0 0-11 0,0 0 8 0,-9 26 4 15,4-15 1-15,1 0-5 0,-1-1 7 0,1 2 2 16,1-1-15-16,3 0 0 0,0 3 6 0,2-5-1 16,0 1 5-16,2 0-8 0,2-1-1 0,1-3 9 15,2 1-4-15,3-3 0 0,3-1-3 0,5-1 3 16,2-2 2-16,6-2-5 0,-8-1 0 0,1-1-1 16,-3-1-4-16,0-2-1 0,-3-3 3 0,0 0-5 15,-3 5 2-15,-1-4-15 0,2-2-2 16,-3 0 10-16,0-2 2 0,-3 3 0 0,-2-1 2 0,0 0 0 15,-1-1 3-15,0 2-8 0,-2 1 14 0,1 2-16 16,-2 1-6-16,-1 6 3 0,4-8-10 0,-4 8-3 16,0 0 0-16,0 0 3 0,0 0-4 15,0 0 2-15,0 0 0 0,-9 26 8 0,0-10 3 0,4 0 3 16,-3 1-5-16,1 1 8 0,-2 2 9 0,1-4-16 16,-1 2 1-16,3 0-28 0,-3-4-29 0,2 1-29 15,1 1-35-15,1 0-43 0,0 0-76 0,1-6-59 16,0-1-262-16,0 0-611 0,0-3 270 0</inkml:trace>
  <inkml:trace contextRef="#ctx0" brushRef="#br0" timeOffset="77795.78">16926 6209 1 0,'4'-7'314'16,"0"-2"-23"-16,1 1-13 0,-2 0-8 0,1 4-5 15,-4 4-18-15,2-7-14 0,-2 7-24 0,0 0-16 16,4-9-34-16,-4 9-18 0,0 0-14 0,0 0-4 16,4 21 2-16,-7-2-4 0,-2 8-2 0,1 6-1 15,-1-1-9-15,1 1-6 0,-1 0-7 0,-1 1-5 16,-2-4-12-16,3 2-14 0,0-4-6 0,0-3-5 16,3 0-3-16,1-6-4 0,0-2-5 0,0 0-7 15,2-6-3-15,0 1 0 0,-1-2 3 0,0 0-8 16,3 0 3-16,-3-4-7 0,2 0 8 0,2 1-3 0,-1-4-8 15,2 1 7-15,-5-4-2 0,11 4-3 16,-3-2-6-16,-8-2 2 0,13-3-3 0,0 0 6 16,-1-2-2-16,6-4 4 0,-1 3-15 0,1-7-2 15,-2 3 0-15,9-5 10 0,-5-2-7 0,1 1 5 0,-1-1-11 16,-2-4 1-16,-5 7-2 0,-1-2 3 0,0 2 2 16,-3-1-3-16,1 1 8 0,-2 6-9 0,-4-2 8 15,-1 4 1-15,1 0 4 0,-1 1-2 0,-3 5-3 16,4-6-2-16,-4 6-7 0,0 0-16 0,0 0 11 15,0 0 4-15,0 0-2 0,0 0-16 0,0 0 14 16,-13 33 2-16,6-16 6 0,-1 1 0 0,1-4-7 16,1 4-1-16,2-1 4 0,1-1-4 0,-1 0-1 15,3-1 10-15,1-2-3 0,-1-2-7 0,2 3 8 16,-2-2-7-16,2 3-15 0,0-3-18 0,1-2-21 16,-1-3-28-16,2 0-26 0,-2-1-25 0,-1-6-32 15,0 13-36-15,0-13-47 0,-3 12-51 0,-1-7-262 16,4-5-611-16,-8 2 270 0</inkml:trace>
  <inkml:trace contextRef="#ctx0" brushRef="#br0" timeOffset="77955.11">16899 6440 200 0,'-2'-6'233'0,"2"6"-30"0,0 0-30 16,0 0-33-16,9-11-26 0,-3 9-31 0,6 0-32 15,4 1-31-15,7-1-52 0,7 0-27 0,4 2-41 16,3 1-71-16,2 0-186 0,18 1 82 0</inkml:trace>
  <inkml:trace contextRef="#ctx0" brushRef="#br0" timeOffset="78502.92">17857 6437 149 0,'7'0'266'0,"1"0"-17"0,-8 0-23 16,12 0-21-16,-12 0-23 0,6 3-13 0,-6-3 4 15,3 12 1-15,-5-4-1 0,0 2 1 0,0 2-8 16,0 1-4-16,-1 0-6 0,2-2-10 0,-3 1-13 16,3 0-4-16,0 2-18 0,1-4-12 0,2 4-5 15,2-4 2-15,0 1-24 0,2-2-4 0,-1 2-5 16,3-8-4-16,2 4-2 0,2-2-4 0,-2-1-11 16,3-2-3-16,-3 0-11 0,3-4-1 0,-3 2-9 0,0-4-2 15,0 0-4-15,1-2-5 0,-5 0-5 0,2-2-2 16,-2-1-2-16,-2-1-16 0,-3-2 2 15,0 1-4-15,-2-5 6 0,0-1 0 0,-3-2-2 16,-2 2 3-16,1 0-1 0,0 1 5 0,1 5 16 0,0 1 15 16,2 4 8-16,0 0-6 0,2 6 4 15,-3-11-8-15,3 11-8 0,-2-9 5 0,2 9-1 16,0 0 0-16,0 0-7 0,0 0-4 0,5-6-2 16,-5 6 3-16,15 1-1 0,1-1-2 0,3 1 2 15,9-1 0-15,4-1-2 0,3-3-5 0,-2 0-5 0,-1-2-2 16,1-2 0-16,-8-3-2 0,0 1 2 0,-6 0-1 15,5-6 4-15,-11 3 6 0,1 0-6 16,-3-2 6-16,-2-2-1 0,-2-2 4 0,0-5 5 16,-3 5 2-16,1-4 4 0,-2 3 2 0,-3 3-1 0,1 0 4 15,-1 5 4-15,0 1 5 0,0 5 2 0,2-2-9 16,-2 8-1-16,-2-11-13 0,2 11-2 0,0 0-3 16,0 0 8-16,-8 20 5 0,5-1-5 15,-4 12 1-15,0 2 2 0,-4 11 1 0,5 2 4 0,-1 0 0 16,0 2 10-16,-1-2-1 0,2-2-1 0,0-9 0 15,-2 9-4-15,4-10-18 0,-1 1 22 0,-3 0 5 16,2-3-4-16,-2 4 6 0,2-7 1 0,-3 3-16 16,1-5-9-16,3 2-20 0,0-6-49 0,1-4-42 15,-1-3-30-15,0 2-51 0,1-1-62 0,3-8-61 16,-4 2-299-16,2-5-655 0,3-6 290 0</inkml:trace>
  <inkml:trace contextRef="#ctx0" brushRef="#br0" timeOffset="78679.11">18243 6620 95 0,'2'-3'324'15,"-2"3"-20"-15,5-8-17 0,-5 8-25 0,4-6-24 16,-4 6-25-16,7-1-19 0,-7 1-16 0,12-3-23 16,1 1-6-16,4 4-18 0,11-4-20 0,3 4-46 15,-2-2-45-15,0 0-71 0,2 0-84 0,4-2-89 16,-3 0-162-16,-3-2-419 0,-2-1 186 0</inkml:trace>
  <inkml:trace contextRef="#ctx0" brushRef="#br0" timeOffset="79674.22">19899 6218 160 0,'0'0'225'0,"5"-8"-7"16,-5 8-9-16,4-5-9 0,-4 5-10 0,5-4-1 16,-5 4-18-16,0 0-10 0,0 0-15 0,1-8-11 0,-1 8-18 15,0 0-12-15,0 0-10 0,0 0-12 0,0 0-3 16,-27 29-1-16,10-8-2 0,-5 6 7 15,-6 11-1-15,-2-1-2 0,6-8-9 0,-5 10-3 16,7-10-5-16,3 0 0 0,1 0-8 0,1-1-7 0,5-1 8 16,2-2-16-16,3-2 3 0,3-6-4 15,2 0-6-15,2 1-1 0,5-3-2 0,1 1-6 16,2-2 3-16,1-4 0 0,6 0-3 0,2-2-5 16,3 2-1-16,7-3-2 0,-7-2 0 0,2-1 2 0,5-4-3 15,-5 2-4-15,-2-2 4 0,-1-2 1 0,2-2-6 16,-5 1-3-16,1-2 7 0,-6 0-4 0,1-1 0 15,1-3-5-15,-6 1 1 0,1-2 3 16,1-1-5-16,-3-2 1 0,-1 2 8 0,-3-3-9 16,-1 4 0-16,-1-6-7 0,-3 5 5 0,2-1-4 15,-4 3 0-15,-1 1-3 0,-3 2-1 0,-1 0 2 0,-2 3-4 16,-6 2 4-16,0 2 2 0,-1 1-4 16,-8 2-12-16,6 0-12 0,3 1-24 0,-4 2-21 15,3-1-29-15,2 0-30 0,1 3-36 0,4-4-37 0,6-2-47 16,-2 6-223-16,3-6-513 0,2 1 227 0</inkml:trace>
  <inkml:trace contextRef="#ctx0" brushRef="#br0" timeOffset="80001.53">20175 6515 167 0,'0'0'196'0,"0"0"-19"0,0 0-11 16,8 9-2-16,-8-9-1 0,-1 14 5 0,-1-2-7 15,1-3-8-15,4 2-11 0,-3 0-3 0,3 0-5 16,4 0 3-16,2 4-14 0,0-1-5 0,7-3-8 16,0 0-4-16,1-1-12 0,1 0-8 0,3-4-2 15,6 1 4-15,-7-3-16 0,-2 0-3 0,2-3 8 16,-2 0-8-16,0-3-8 0,-5 0-1 0,1 0 1 16,3-3 12-16,-7 0 1 0,-1-2-13 0,0 3 0 15,1-5-8-15,-5-2-4 0,1 2 1 0,0-4-2 16,-5-2-3-16,1 4-5 0,1-5-6 0,-3-1-2 15,-3 0-9-15,1 1 5 0,-5 1-6 0,4 3-4 16,-4 0 0-16,0 2-8 0,-2 2-14 0,-2 0-13 16,0 4-15-16,-6 1-21 0,-4 0-22 0,1 6-33 15,-1 0-38-15,-7 0-41 0,8 3-52 0,5 0-55 16,1 0-195-16,4-1-528 0,2 2 233 0</inkml:trace>
  <inkml:trace contextRef="#ctx0" brushRef="#br0" timeOffset="80276.97">20843 6380 105 0,'3'-19'305'0,"1"2"-10"0,-2 2-12 16,0 4 3-16,0-1 0 0,0 3-3 0,0 0-12 0,-2 9-8 16,0-10-11-16,0 10-42 0,0-8-25 0,0 8-25 15,0 0-18-15,0 0-8 0,0 0-18 16,10 27-5-16,-10 0-4 0,3 4-5 0,-1 0-6 15,2 1-6-15,-1 1-2 0,-2 2-9 0,2-3-10 0,-3 2-10 16,0-2-7-16,-2 2-5 0,0-3-1 0,1 0-1 16,-2-1 0-16,2-1-9 0,-2-1 1 15,0-2-14-15,1-4-29 0,1-2-39 0,-4-2-28 0,2-1-21 16,2 1-31-16,0-3-30 0,-2-2-40 0,2-4-46 16,-2 0-44-16,3-4-46 0,-4 1-196 0,4-6-570 15,-7 9 252-15</inkml:trace>
  <inkml:trace contextRef="#ctx0" brushRef="#br0" timeOffset="80520.17">20789 6569 2406 0,'10'-29'54'0,"2"2"-26"16,-3 10-3-16,-1 0-7 0,4 4 13 0,-1-1 4 16,4 3 3-16,0 1 2 0,2 2 7 0,4 1 1 15,-2 5-6-15,1 1 5 0,-2 3 0 0,1 4 1 16,7 5 9-16,-9-2-9 0,-2 4 7 0,-2 2 8 15,8 5-1-15,-13-3-1 0,0 0 2 0,1 6-8 16,-7-6 0-16,-2 0 3 0,0-1-6 0,-1-3 2 16,-6 1-2-16,-1 0-2 0,-3-1-9 0,-2 0-3 15,-2-2-1-15,-2-2-31 0,0-1-12 0,0-2-27 16,4-1-36-16,0-2-41 0,-4 1-52 0,5-3-48 16,1-1-59-16,1-2-232 0,10 2-542 0,-13-4 240 15</inkml:trace>
  <inkml:trace contextRef="#ctx0" brushRef="#br0" timeOffset="80867.42">21572 6342 118 0,'0'-13'265'0,"0"13"-12"0,-3-10-20 0,1 4-17 16,2 6-4-16,-7-11-17 0,4 6-7 0,-1 0-13 15,4 5-12-15,-8-6-9 0,8 6-22 0,-7-4-4 16,7 4-12-16,0 0-9 0,-15 4-3 0,9 1-6 0,-4 1 1 16,-2 7 2-16,2-1-6 0,0 3 1 0,0 2-7 15,-2 4 0-15,3-1-1 0,-2 3 2 0,-1 4 7 16,2-1 1-16,1-1-7 0,2 0-9 0,-1 1 3 16,4-6-11-16,-3 2-5 0,5 4 0 0,-2-6-7 15,3-1-1-15,-2 5-11 0,2-5-1 0,0 0-2 16,1-2-7-16,-2 0-1 0,4-2-7 0,-4-2-6 15,2 0 7-15,-1-2-5 0,1 1-6 16,-1 1-8-16,1-2-15 0,-3-3-31 0,3 2-30 0,0-3-35 16,-1 0-28-16,1-7-28 0,-4 11-45 0,4-11-54 15,-5 7-62-15,5-7-276 0,0 0-639 0,-17 0 282 16</inkml:trace>
  <inkml:trace contextRef="#ctx0" brushRef="#br0" timeOffset="81016.03">21350 6628 72 0,'0'0'271'0,"6"-6"-29"0,0 1-23 0,2-1-24 0,4 1-19 15,4-1-23-15,1 1-27 0,4 1-28 0,1-1-33 16,6 0-49-16,0-2-61 0,7 2-51 16,-5 1-153-16,2-2-270 0,-2 0 120 0</inkml:trace>
  <inkml:trace contextRef="#ctx0" brushRef="#br0" timeOffset="83751.02">22896 6319 2 0,'4'-6'241'0,"-3"-1"-8"0,-1 7-5 16,3-9-20-16,-3 9-12 0,1-8-15 0,-1 8-14 16,0 0-20-16,0 0-16 0,-10-8-7 0,10 8-10 0,-20 8-6 15,7 3-5-15,-8 4-5 0,1 4-6 16,-2 3-7-16,4 0-7 0,0 2-9 0,5-1-2 15,1 1-11-15,0 0 1 0,7-5-11 0,2 0-4 16,3 1-3-16,3 0-3 0,-1-4-17 0,7 3-13 0,8 1-20 16,1-2-33-16,-2-6-24 0,10 2-30 15,-2-4-29-15,5-3-30 0,0-2-18 0,2-1-22 16,1-2-146-16,1-3-374 0,-1-2 166 0</inkml:trace>
  <inkml:trace contextRef="#ctx0" brushRef="#br0" timeOffset="84337.47">23380 6493 76 0,'8'-17'189'15,"-3"-2"-2"-15,-2 0-12 0,-2 0 7 16,-4 2-3-16,1 2-4 0,-4 3-9 0,0 3-9 0,-1 2-11 16,-2 1-12-16,-3 0-13 0,-1 6-6 0,-4 2-10 15,-1 4-8-15,-7 6 0 0,0 4-2 0,1 3-8 16,3 3-8-16,1 0-7 0,1-1-7 0,4 1-8 16,3-5-3-16,5 1-7 0,3-2-4 0,2-1-4 15,3 3-2-15,-1-7-2 0,4 0-5 0,1-3-2 16,3 2-3-16,1-3-6 0,2-2 0 0,3 2-6 15,-1-7-2-15,4 2 9 0,-1-2-12 0,2-5 1 16,-6 3 3-16,4-3-2 0,0-3 2 0,-5 0-2 16,3-1 0-16,1-1-1 0,-4-1 9 0,-2 2 1 15,-3-3 2-15,-1 0-3 0,1 0 2 0,0 2 2 16,-3-1 11-16,-1 5 1 0,2-1 1 0,-4 7-8 16,2-9-1-16,0 4-4 0,-2 5-4 0,0 0-6 15,3-7-7-15,-3 7 4 0,0 0-6 0,0 0 1 16,0 0-2-16,-6 26 3 0,6-16-2 0,1-1 3 15,-1 1-1-15,4 0-1 0,0 2-2 0,1-1 1 16,4 2 1-16,0-4 4 0,5 2-4 0,0-2 2 16,2 0 3-16,3-2 0 0,1-4-2 0,0 1-5 15,1-1 5-15,-2-3 2 0,1-4 2 0,-4 1 1 16,2-2 0-16,0-1-5 0,-2-5 2 0,-2 1 4 16,3-1 0-16,-4-2 8 0,-3-2-2 0,0-1 2 0,-1-3 1 15,0-4-5-15,0 0-3 0,-1-3 9 16,-3 0-4-16,-3 2 12 0,1-3-3 0,-3 2-9 15,1 5 0-15,-1 1 13 0,1 4 1 0,-1 2 8 16,2 2 4-16,0 4 12 0,-2 7-16 0,0-12-10 16,0 12-6-16,0-8-7 0,0 8-10 0,0 0 0 0,0 0 0 15,0 0-6-15,1 27 1 0,-2-8 1 16,-3 8 0-16,2 3 10 0,1 0-11 0,-1 3-1 16,-2-1-1-16,3 1-2 0,0 1 3 0,0-3 4 15,-1 0 3-15,0 1-3 0,0-2-3 0,2 1 6 0,2-4-2 16,-4-1-26-16,2 2-28 0,2-10-25 0,-4 8-23 15,2-9-35-15,2 1-41 0,-4 0-39 16,4-2-40-16,-1-3-30 0,0-2-249 0,-1-1-574 16,0-10 254-16</inkml:trace>
  <inkml:trace contextRef="#ctx0" brushRef="#br0" timeOffset="84557.21">23799 6452 223 0,'12'-14'206'0,"3"3"-17"0,1 2-19 16,0 3 0-16,2 0-6 0,0 6-11 0,-1 2-14 16,-1 3-5-16,0 1 1 0,-1 3-5 0,-2 1-18 15,-3-1-7-15,0 4-5 0,-2-2-12 0,-3 5-5 16,0 1-7-16,-5-3-4 0,-1-3-9 0,-4 2-4 16,-3 2-15-16,-2-2-16 0,-4 0-23 0,1-1-24 15,-1-2-26-15,1-1-33 0,4-3-30 0,-1-1-32 16,2-2-24-16,3 1-32 0,-1-4-121 0,6 0-342 15,0 0 151-15</inkml:trace>
  <inkml:trace contextRef="#ctx0" brushRef="#br0" timeOffset="84891.27">24302 6392 78 0,'4'-6'249'0,"-2"3"-17"0,-2 3-17 15,0 0-18-15,0 0-17 0,0 0-13 0,-28 8-7 16,13 1-11-16,-1 5 12 0,-4 4-15 0,3-4-11 15,7-1-16-15,-3 2-10 0,5-1-7 0,3-2 4 16,2 0 0-16,3 0-6 0,1 0-14 0,4-2-11 16,-2 1-4-16,3-1-2 0,2-3-4 0,1 0-6 15,2-2-4-15,2 0-11 0,0-3 1 0,1 0-6 16,-1-2 4-16,-2-2-13 0,3 0 1 0,3 0-3 16,-5-4 0-16,3-1-4 0,-3-2-1 0,-3 2-4 15,3-3 1-15,-5-2-1 0,1 3-3 0,-3-2 2 16,0 1-7-16,1-2 3 0,-3 3 2 0,1 3 5 15,-1 0 2-15,-3 6-3 0,3-9 1 0,-3 9-6 0,4-6-10 16,-4 6 1-16,0 0-5 0,0 0 3 16,0 0-1-16,0 0 1 0,0 0-3 0,-6 32 0 15,5-22 4-15,-1 1-21 0,1 1-27 0,0-1-38 16,1 1-45-16,0-1-58 0,2-1-50 0,1 0-53 0,-3-5-183 16,4 0-509-16,-4-5 225 0</inkml:trace>
  <inkml:trace contextRef="#ctx0" brushRef="#br0" timeOffset="85284.97">24687 6343 158 0,'-6'-3'233'0,"6"3"-24"16,-10-3-14-16,10 3-6 0,-17 12 1 0,3 0-3 15,-1 2-9-15,-2 6-9 0,0 1-8 0,3 1-6 16,7-3-17-16,-1-1-16 0,2 0-3 0,2 2-4 15,3-2-8-15,4-2-5 0,-1 2-8 0,6-2-9 16,1-2-4-16,1 0-2 0,4-1-6 0,-1-3 2 16,5-3-4-16,2 1-8 0,1-1-2 0,-1-6-6 0,2 0-7 15,-2-3-1-15,1 0-1 0,-2-3-10 0,2-1-2 16,-4-1-2-16,-2-3-3 0,3-3-4 0,-5 4 5 16,0-6-8-16,-4 2 0 0,0-1-7 0,1 0 7 15,-1-1-10-15,-1-3 3 0,-3 2 2 0,1 1 3 16,-2 3 6-16,0-1 6 0,-2 5 3 0,1-1 6 15,-2 4 8-15,-1 5-16 0,3-11-7 0,-3 11-6 16,0 0-7-16,0 0-8 0,0 0 2 0,0 0 1 16,0 0-3-16,0 0 5 0,-7 32-4 15,5-21 2-15,-1 1-2 0,3 2 2 0,0 3 6 0,3 0-6 16,1-6-10-16,2 5-37 0,2-1-25 0,2 0-45 16,2-3-40-16,1 0-54 0,4-2-64 0,2-4-73 15,-1-2-181-15,-1 0-564 0,-6-2 250 0</inkml:trace>
  <inkml:trace contextRef="#ctx0" brushRef="#br0" timeOffset="85452.71">25002 6229 2547 0,'-22'-16'96'0,"0"4"-35"15,7 4-41-15,0-2-8 0,7 6-9 0,1 0-11 16,1 2-32-16,6 2-29 0,-10-1-5 0,10 1-18 15,0 0-27-15,0 0-28 0,0 0-31 0,18 17-158 16,-1-13-363-16,2 0 161 0</inkml:trace>
  <inkml:trace contextRef="#ctx0" brushRef="#br0" timeOffset="85683.22">25297 6193 116 0,'5'-4'286'0,"-5"4"-12"0,5-4-16 16,-5 4-16-16,4-4-21 0,-4 4-22 0,0 0-19 15,0 0-22-15,0 0-16 0,0 0-8 0,0 0 0 16,9 18 22-16,-9 0 5 0,-2 7-4 0,0 3 1 16,1 3-5-16,-1-1-9 0,-2 2-13 0,0-2-11 15,1 1-13-15,-2-1-12 0,3-2-6 0,-3 1-10 16,1-4-8-16,2-4-12 0,0-2-1 0,2-2-13 16,-3 1-36-16,3-2-37 0,-1-2-37 0,1-1-22 15,-3-4-31-15,2 0-38 0,0 0-41 0,1-3-37 16,0-6-21-16,-5 10-33 0,1-7-164 0,4-3-488 15,-9 2 216-15</inkml:trace>
  <inkml:trace contextRef="#ctx0" brushRef="#br0" timeOffset="86026.97">25235 6493 7 0,'7'-11'201'0,"6"-1"-14"0,-6 3-7 0,2 2-7 15,-1-1-11-15,-1 3-6 0,2-1-11 0,-5 5-2 16,4-2-12-16,0 0-4 0,-8 3-7 0,19-1-10 15,-12 2 1-15,4 3-6 0,2 1-8 0,-1 0-5 16,2 3 3-16,2-1-4 0,-5 0-3 0,1-1-3 16,-3 2-4-16,0 0-5 0,1-2-11 0,-2 1-4 15,1 0-2-15,-3 0-6 0,2 1 4 0,1-1 0 0,-1 0-3 16,4-2 0-16,-3 2-7 0,-2-2-2 0,3 0-4 16,0-2-1-16,-1 1-4 0,0-1 1 0,2-3-7 15,0 2 1-15,-2-2-1 0,-9 0 8 0,20-2-1 16,-13-2 4-16,-1 1 1 0,4 0 5 0,-6-2-1 15,3-4-7-15,-2 1 5 0,1 1-11 0,-3-3 1 16,-1 0 0-16,-2-5-6 0,2 5-5 16,-4-3-4-16,0-1-4 0,-5-1-5 0,2 5-12 0,0-3-12 15,-3 5-18-15,-2 0-16 0,-2 3-16 0,0 0-19 16,-1 2-25-16,-3 1-13 0,-4 6-33 0,1-2-36 16,0 4-38-16,-2 3-38 0,-2 4-198 0,8 0-501 15,1-2 221-15</inkml:trace>
  <inkml:trace contextRef="#ctx0" brushRef="#br0" timeOffset="86411.38">25686 6639 188 0,'9'-1'272'0,"-2"0"-6"0,4-2-12 16,0 1-8-16,-1-1-11 0,-1-1-10 0,-1 2-4 16,1-2-13-16,1-1 0 0,-2 0-14 0,1-2-18 15,-2 1-28-15,2-3-3 0,-2 1-16 0,-1-2-6 16,-2 0-16-16,2-2-11 0,0-4-9 0,-4 0-5 15,-1-2-11-15,1 0-8 0,-4 3-12 0,0-4 5 16,-1 2-6-16,-1 2-5 0,-2-1-7 0,2 5 4 16,-3 0 1-16,1-3-9 0,-3 4 7 0,2 3-15 15,0-1-3-15,-1 1-7 0,3 3 3 0,5 4-1 16,-10-6-15-16,10 6 5 0,-3-5-4 0,3 5 0 16,0 0-1-16,-5-3-7 0,5 3-1 0,0 0 5 15,0 0 4-15,0 0-3 0,33 9-6 0,-14-5 5 16,10 1 0-16,1 0 1 0,-1 1-5 0,-3-1 3 15,3 0-8-15,-13 0 8 0,0 1-4 0,-2-3-3 16,-2 3-1-16,-2 1 5 0,1 0 11 0,-4 2 15 16,-1 3-4-16,-1-2 27 0,-2 6-12 0,-1-3 4 15,-4 2-1-15,0 1-1 0,0-4-5 0,-6 3 5 16,3 1-7-16,-1-2-7 0,0-1-15 0,1-3-45 16,0 2-41-16,2-2-59 0,-3 2-62 0,4-1-71 0,0-3-65 15,-3-1-247-15,5 0-633 0,0-7 279 16</inkml:trace>
  <inkml:trace contextRef="#ctx0" brushRef="#br0" timeOffset="86584">26387 6646 20 0,'0'0'459'0,"9"-3"-30"0,-9 3-12 16,7-1 6-16,-7 1-15 0,0 0-22 0,9-3-34 15,-9 3-37-15,0 0-31 0,0 0-31 0,0 0-26 0,0 0-26 16,0 0-40-16,0 0-59 0,11 0-77 0,-11 0-86 15,0 0-87-15,0 0-83 0,0 0-66 16,0 0-69-16,4 6-195 0,-4-6-606 0,0 0 269 16</inkml:trace>
  <inkml:trace contextRef="#ctx0" brushRef="#br0" timeOffset="89296.96">27273 6410 197 0,'-6'-5'200'16,"2"-1"-15"-16,-3 3-16 0,7 3-8 0,-11-5-15 15,7 3-11-15,4 2-11 0,-12 2-11 0,12-2-12 16,-17 5-10-16,7 1-6 0,1 2-8 0,-2 3-8 15,0 3-5-15,-2 1-5 0,6-1-3 0,0 1-7 16,2-4-3-16,-1 5-7 0,5-4-1 0,1 1-6 16,0-2-2-16,1-1-4 0,3-2-2 0,-2 1 6 15,2-4-6-15,-1 2-1 0,4-4 0 0,-4 0 2 0,3 1 0 16,1-3 1-16,-7-1 5 0,14-3 11 16,-4 0-3-16,-3-2-7 0,3-2 3 0,-2-2 0 0,5-2 0 15,-3-1 0-15,1-1 0 0,-7 1 20 16,5-1 8-16,-1-2 1 0,-4 5-11 0,0 0-7 0,1 0 1 15,-3 1-6-15,2 3 0 0,-4 0-2 0,0 6-8 16,4-10-6-16,-4 10-4 0,4-5-7 0,-4 5-1 16,0 0-1-16,0 0-6 0,0 0 7 0,4 21-4 15,-4-9-3-15,-3 1 0 0,3 4 0 0,0 1 0 16,0-1-1-16,5 2 2 0,-1 0-26 0,-4 1-18 16,5-2-14-16,1-1-23 0,0-2-32 0,-1 3-30 15,2-6-33-15,-2-1-27 0,-1 0-25 0,1-1-185 16,-3-2-438-16,0-2 194 0</inkml:trace>
  <inkml:trace contextRef="#ctx0" brushRef="#br0" timeOffset="89631.1">27422 6582 67 0,'0'0'207'16,"0"0"-20"-16,2-9-22 0,-2 9-13 0,0 0-15 15,0 0-13-15,0 0-1 0,0 0-13 0,0 0-6 16,0 0-8-16,10 20 0 0,-8-10 1 0,0 2-7 15,2 0-10-15,-2-1-4 0,1 0-8 0,-1 3-4 16,0-5-10-16,0-1-3 0,-1 1-5 0,2-2-2 16,-1-3-2-16,-2-4-3 0,2 10-3 0,-2-10 2 15,2 6 4-15,-2-6 14 0,0 0 7 0,4 5 8 16,-4-5-4-16,0 0-5 0,0 0-7 0,13-13-4 16,-5 4-10-16,1-1-2 0,3-2-3 0,1-2-9 15,0 0 5-15,5 0-10 0,-7 1 1 0,7-3-1 16,-4 6-3-16,-6 3-3 0,4 0-1 0,-4 2-3 15,-3 1-7-15,2 1-2 0,-7 3-2 0,12-1 0 16,-12 1 0-16,12 4 0 0,-7-1 1 0,2 4-1 16,0 1-10-16,1 1-8 0,-3 2-11 0,-1 1-23 15,4 3-33-15,-2 1-30 0,-2-6-33 0,-1 3-34 16,7 1-28-16,-5-3-182 0,3 1-421 0,2-5 187 16</inkml:trace>
  <inkml:trace contextRef="#ctx0" brushRef="#br0" timeOffset="90034.73">28100 6613 52 0,'5'-11'221'0,"-3"-2"4"16,-1 4-3-16,-2-2 0 0,1 1-7 0,-1-1-6 15,0 4-11-15,1 7-21 0,-9-12-18 0,5 8-15 0,4 4-18 16,-12-4-10-16,1 7-12 0,0 1-11 16,0 2-8-16,-5 5 0 0,3-1-10 0,-2 2-5 15,0 2-14-15,4-6-3 0,2 5-4 0,3-2-5 16,3 1-7-16,-3 0 1 0,4-2-4 0,1 2-4 0,2-4-2 15,3 2-3-15,1-2 0 0,-1-2 1 16,0-2-4-16,3 0-2 0,-7-4 2 0,15 1-7 16,-10-2 4-16,6-3-6 0,-1-2 5 0,1-2-9 15,2-3 4-15,-3-3-2 0,-2 1 1 0,1-3 1 16,-2-1 5-16,-2-2 0 0,3-5-1 0,1-1 1 16,-4-2 5-16,0 1 5 0,-1 1-1 0,-2-4 2 0,4 0 0 15,-5-2-1-15,3 2 1 0,-4 1 1 16,0 3 9-16,2 9 25 0,0 3 16 0,-1 2-7 15,-1 0-7-15,0 1-8 0,1 5-9 0,-1 5-10 0,1-9-12 16,-1 9 4-16,0 0-2 0,0 0-25 0,0 0-3 16,2 37 9-16,-2-10 2 0,0 2-5 15,-3 4 4-15,2-2 2 0,-2 4 12 0,1 0-18 0,2-1 5 16,4 1-7-16,-4-1-28 0,5 0-36 16,5-2-34-16,-4 1-39 0,2-6-45 0,2 1-66 0,2-5-60 15,-4-6-257-15,4-2-605 0,1-2 267 0</inkml:trace>
  <inkml:trace contextRef="#ctx0" brushRef="#br0" timeOffset="90268.83">28726 6342 172 0,'1'-11'316'0,"0"1"-30"0,1 4-25 15,-2 6-34-15,1-9-25 0,-1 9-15 16,0 0-8-16,0 0 13 0,1 26-6 0,-1-7-7 0,-4 8-4 15,3 3-17-15,-1 0-6 0,-2 0-15 0,0 1-7 16,1 1-5-16,1 0-14 0,-1-2-16 0,1 0-2 16,0-1-11-16,1-3-5 0,-1 0-8 15,2-7-20-15,0 0-36 0,0 0-36 0,-2-2-40 0,1 0-43 16,0-1-47-16,-1-5-50 0,4-2-42 0,-4-2-42 16,2-7-176-16,0 0-500 0,-7 9 221 0</inkml:trace>
  <inkml:trace contextRef="#ctx0" brushRef="#br0" timeOffset="90548.9">28762 6305 97 0,'8'-16'231'0,"-3"5"-13"16,1 3-8-16,1 1-28 0,-1 1-18 0,-1 2-16 16,0 1-14-16,-5 3-13 0,13 1-6 0,-13-1-8 15,12 10-7-15,-6-1-3 0,2 3-6 0,-2 2 0 16,-1 1-7-16,-3 2-11 0,1 0-3 0,-1 1-4 15,-2-1-4-15,-3 2-2 0,-3-3-3 0,0 0 3 16,-5-2 1-16,5-2-7 0,-1-2 0 0,3-1-1 16,-1 1-4-16,0-6-2 0,4 1-3 0,-3 0-6 15,4-5-10-15,-2 10 0 0,2-10-4 0,0 0-3 16,-4 7-1-16,4-7-8 0,0 0-7 0,7 7-16 16,-7-7-7-16,15 4-24 0,-5-3-26 0,4-1-30 15,3-1-37-15,5 1-38 0,-4-3-29 0,3 1-31 16,-3 0-133-16,-1-2-397 0,-1 0 175 0</inkml:trace>
  <inkml:trace contextRef="#ctx0" brushRef="#br0" timeOffset="90806.23">29143 6389 143 0,'3'-5'277'0,"2"0"-9"0,-5 5-13 0,4-7-14 16,-4 7-20-16,5-5-23 0,-5 5-20 0,0 0-24 15,0 0-18-15,0 0-11 0,0 0-1 0,4 25-3 16,-5-8 7-16,1 8-4 0,-4 0 3 0,2 3-9 15,-2 0-1-15,-3 3-8 0,2-3-6 0,0 0-4 16,-1-5-5-16,4-1-13 0,1-4-4 0,0-1 1 16,-2 1-7-16,1 2-7 0,2-8-8 0,0-2 0 15,2-1-10-15,0 3-3 0,1-5 3 0,0 0-11 16,2 1 15-16,0-4-14 0,3 3 2 0,3-1-5 16,1-3-7-16,6-1-8 0,1-2-15 0,3 2-22 15,-1-6-32-15,1 3-35 0,0-1-47 0,5-5-56 16,0 1-47-16,-1-4-55 0,1 2-261 0,-9 0-598 15,3-1 264-15</inkml:trace>
  <inkml:trace contextRef="#ctx0" brushRef="#br0" timeOffset="90989.65">29770 6560 101 0,'4'-5'312'16,"-4"5"-12"-16,8-4-13 0,-8 4-14 0,5-5-17 15,-5 5-18-15,10-5-23 0,-5 2-28 0,-5 3-16 16,15-3-17-16,-8 0-21 0,4 2-40 0,1-1-39 16,-2 1-49-16,4 1-54 0,-1 0-67 0,5-1-58 15,-2 2-68-15,-3-1-125 0,0 0-397 0,-3 0 176 16</inkml:trace>
  <inkml:trace contextRef="#ctx0" brushRef="#br0" timeOffset="91161.43">29906 6637 115 0,'0'0'234'0,"-3"6"-8"16,3-6-5-16,0 0-8 0,0 0-17 0,-3 7-19 15,3-7-16-15,0 0-18 0,0 0-13 0,0 0-12 16,0 0-6-16,4 11-14 0,-4-11-12 0,11 2-27 16,-3-2-41-16,3 2-36 0,1 2-55 0,8-6-61 0,2-1-61 15,5 0-120-15,5-3-340 0,-1 0 150 16</inkml:trace>
  <inkml:trace contextRef="#ctx0" brushRef="#br0" timeOffset="91550.2">30676 6308 2747 0,'-1'-11'93'15,"-2"0"-64"-15,-1 1 24 0,2 3 17 0,-1-1 1 16,1 2 3-16,2 6 1 0,-3-8-10 0,3 8-12 0,0 0-6 15,0 0-7-15,0 0-5 0,16-2-6 16,-16 2-4-16,24 15 2 0,-7-5-1 0,2 8 2 16,1 0-6-16,-3 1-3 0,-2 1-4 0,-2 2-1 15,-5-5-2-15,-1 1 1 0,-3-2-22 0,-3 1 0 0,-1 0 5 16,-4 0 5-16,-3 0-1 0,-2-4 5 0,-1 1-5 16,-7 1 2-16,2-3 7 0,-2-2-1 0,0-1 1 15,-2-3 7-15,1-1-11 0,6-1 1 16,-4-1 5-16,6 0-3 0,0-1-4 0,2-1-2 15,8-1 4-15,-14 3 1 0,14-3 0 0,-10 0 1 0,3 0-1 16,7 0 0-16,0 0-5 0,0 0 10 0,-10 1-10 16,10-1 0-16,0 0 0 0,0 0 4 0,0 0-2 15,0 0-4-15,0 0 1 0,0 0 0 0,23 8-1 16,-15-6 10-16,3 3-10 0,0-1 6 16,-1 1-4-16,8 2-2 0,-5-2-8 0,3 0-27 0,0 4-26 15,4 0-41-15,-1-1-58 0,-1-2-45 0,4-2-54 16,-6 2-243-16,2 0-543 0,-5-2 241 0</inkml:trace>
  <inkml:trace contextRef="#ctx0" brushRef="#br0" timeOffset="92202.98">31058 6529 2845 0,'0'0'205'0,"0"0"-78"15,0 0-54-15,0 0-7 0,0 0 6 0,0 0 0 16,0 0 5-16,0 0 9 0,0 0 6 0,-3-14 3 0,3 14-9 16,0 0 2-16,0 0-22 0,0 0 3 0,0 0-13 15,0 0-5-15,0 0-12 0,0 0-25 16,0 0-27-16,0 0-27 0,0 0-25 0,0 0-36 15,0 0-37-15,0 0-52 0,0 0-62 0,0 0-52 0,-3 27-226 16,3-27-573-16,-4 9 253 0</inkml:trace>
  <inkml:trace contextRef="#ctx0" brushRef="#br0" timeOffset="92531.01">31220 6318 111 0,'3'-5'292'0,"-3"5"-31"0,9-7-22 0,-2 6-19 16,1-1-13-16,3 4-17 0,5-1-13 15,-4 4-13-15,1 2-12 0,-2 0-17 0,2 5-12 16,2 1-10-16,-5 0-11 0,1 3-10 0,-1 2-5 0,-5 0-5 16,0 1-5-16,-5-4-7 0,1 3-8 15,-3-3-3-15,-1 2-3 0,-2-3 1 0,-2-3-7 16,-5 3-2-16,-1-2 1 0,3-3-8 0,-2-3-1 15,2-1-1-15,-1 1-4 0,2-1 1 0,1-2-8 0,2 0 0 16,1-1-4-16,5-2-2 0,-8 4-1 0,8-4-2 16,-7 4-7-16,7-4-2 0,0 0-3 0,0 0-9 15,-3 5-3-15,3-5-2 0,0 0-7 16,0 0-12-16,28 4-15 0,-13-2-21 0,7 0-30 0,-3-1-31 16,9-1-42-16,3-1-38 0,-3 1-50 0,-8-1-188 15,-2-2-478-15,-4 2 212 0</inkml:trace>
  <inkml:trace contextRef="#ctx0" brushRef="#br0" timeOffset="92757.22">31681 6377 82 0,'2'-18'284'0,"1"5"2"0,-2 2-6 0,2 1 9 0,-3 3 3 16,0 7-14-16,2-12-16 0,-2 6-26 0,0 6-31 15,0 0-25-15,0 0-23 0,0 0-18 0,0 0-11 16,0 0-1-16,8 29 8 0,-6-11-1 0,3 10-24 15,-3-1-12-15,-1 3 0 0,2-5-1 0,-3 5-10 16,-2-5-13-16,0 1-6 0,-2-1-5 0,1-2-1 16,1-3-10-16,-1-3-28 0,2 1-39 0,0-3-51 15,-2-2-48-15,-1-3-48 0,3 2-54 0,-2-3-62 16,2-1-63-16,-3-2-182 0,2-1-566 0,2-5 250 16</inkml:trace>
  <inkml:trace contextRef="#ctx0" brushRef="#br0" timeOffset="92970.58">31962 6414 214 0,'0'-6'247'0,"0"6"-24"0,-2-11-15 16,2 11-19-16,0 0-13 0,-16 2-5 0,6 4-6 16,-6 2-6-16,4 2-7 0,-4 2-7 0,5 3-7 15,-1-5-14-15,6 1-6 0,-3 1-10 0,3 1-2 16,0 2-7-16,4-2-12 0,2-1-2 0,0 4-10 15,5-1-8-15,-1-3-21 0,4-4-25 0,3 5-33 16,0-3-44-16,5 0-52 0,0-2-60 0,2-1-49 16,3-3-210-16,-2 0-464 0,1 0 206 0</inkml:trace>
  <inkml:trace contextRef="#ctx0" brushRef="#br0" timeOffset="93305.07">32171 6664 47 0,'9'1'221'15,"-9"-1"8"-15,11-1 10 0,-11 1-2 0,14 0 0 16,-7-1-23-16,2 1-12 0,-9 0-13 0,17-3 0 16,-8-1-13-16,0 0-14 0,3-1-3 0,-3 1-14 15,2-3-3-15,0 0-4 0,-3-2-7 0,1-1-4 16,0-4 2-16,-2 0-2 0,0-1-22 0,-2-2-3 16,-2-2-2-16,2-10-18 0,0 3-2 0,-3-1-18 15,2 2 4-15,2-2-3 0,0 2-2 0,-1-1-3 16,2 7-9-16,1 3-4 0,-2 1-1 0,0 5-14 15,-1 1 3-15,2 2-8 0,1 1-1 0,-2 3-6 16,1 3-8-16,-7 0-5 0,22 8-4 0,-12 1-4 16,1 5 14-16,-2 4-13 0,-1-1 12 0,-2 10-8 0,1-1 7 15,-4 0 11-15,-1 0-3 0,0-2-6 16,-2 1 3-16,0-7-10 0,3-2 3 0,-1 1-1 16,1 1 4-16,1-3-5 0,3 0-21 0,1-2-23 15,5 0-28-15,3-1-41 0,10 2-42 0,-26-14-59 0,60 20-66 16,-24-13-48-16,0-3-251 0,-3-3-620 15,4 2 275-15</inkml:trace>
  <inkml:trace contextRef="#ctx0" brushRef="#br0" timeOffset="93408.32">33115 6521 111 0,'0'0'63'0,"0"0"-68"0,0 0-24 15,0 0-30-15,0 0 14 0</inkml:trace>
  <inkml:trace contextRef="#ctx0" brushRef="#br0" timeOffset="95782.92">9068 7664 182 0,'-5'-13'262'0,"0"4"-11"0,1 0-14 0,3 1-7 0,0 1-1 15,-3-1-11-15,4 8-11 0,-4-11-12 16,3 5-16-16,1 6-20 0,0 0-19 0,0 0-19 15,-3-6-12-15,3 6-15 0,0 0-9 0,0 0-10 16,5 24-7-16,-5-4-4 0,3 6-4 0,-5 7 5 0,4 2-17 16,-2-1-5-16,0 3-3 0,-2-6-6 0,5 5 3 15,1-2-8-15,-3-2-7 0,2 2-19 16,-1-5-11-16,1-1-23 0,-1-2-35 0,1-1-32 0,-2-7-33 16,4 0-34-16,-3-5-42 0,0 0-33 0,-1-3-184 15,-1 1-458-15,0-4 202 0</inkml:trace>
  <inkml:trace contextRef="#ctx0" brushRef="#br0" timeOffset="96498.93">8887 7784 2421 0,'9'-33'-5'0,"2"4"-3"0,6 0-4 0,3 5-2 16,5 5 16-16,4 4-4 0,3 4-5 0,2 7 5 15,5 2 1-15,-4 6 3 0,4 5 6 0,-6 2 11 16,-1 3 2-16,-3 7 5 0,0 1 0 0,-7 1-1 15,-1-1-4-15,-2 2-2 0,-7 5 1 0,-3 1 1 16,-6-1-3-16,-1 5-1 0,-5-3 0 0,-3-1-3 16,-7 0 0-16,-2 0-12 0,-7-3-8 0,-2-2-8 15,-4-2-10-15,0-3-5 0,-6-1 2 0,0-3-7 16,-3-3 0-16,2-3 3 0,1 0-2 0,3-5 8 16,4-1 7-16,7-2 1 0,2-2 9 0,4-2 3 15,3 2 5-15,0 0 3 0,11 0 5 0,-13 0 0 16,13 0-8-16,-6-4-2 0,6 4 3 0,0 0-2 15,0 0 3-15,0 0-2 0,36-5 6 0,-15 5 3 16,7-1 3-16,4-2 3 0,3 1-3 0,3 1 6 16,13-3 6-16,-12 2-5 0,11-1 5 0,-11-1-1 15,12-2-5-15,-11 0 2 0,-3 2 0 0,-1-2-1 16,0-1-2-16,-4 0-2 0,0 0-5 0,-3-1 1 0,-9 0 1 16,-1 0 0-16,-3 1 3 0,-7 0 0 0,2-2 8 15,-1-4-1-15,-2 3 8 0,-4 0-6 16,2-7 16-16,-4 2-10 0,-4-3-1 0,-3 4-4 15,1 1 6-15,-1 1 1 0,0 1 2 0,-3-1 5 0,3 6-1 16,-1-1 0-16,0 1 1 0,-1 5-14 0,7 1-3 16,-16 0-8-16,5 4 0 0,-2 6-2 15,0 4 2-15,-4 5 3 0,4-2-7 0,2 4-1 0,2-3 0 16,1 0-3-16,3 0 1 0,4-2 5 16,1 3-9-16,1-5 2 0,4 4-13 0,5-4-18 0,2 2-21 15,1-4-30-15,1-1-33 0,1-2-21 0,5-2-35 16,2-3-6-16,-3-1-17 0,3-2-2 15,0-1-3-15,6-3 5 0,-9 0 11 0,0-5 21 16,0 1 18-16,-2-2 35 0,-7 0 29 0,4-3 29 0,-2-3 32 16,-2-2 4-16,-4-1 13 0,1-9 18 0,-1 1 16 15,1-2 14-15,-2-5 19 0,1 1 7 0,-2-1 12 16,-2 0 15-16,1-1 16 0,1 2-10 0,-3 3 16 16,2 2 9-16,-1 11 10 0,2 3-5 0,-3 2-1 15,0 7-14-15,1-4-14 0,-2 8-18 0,0-9-13 16,0 9-8-16,0 0-5 0,0 0-8 0,6 27-5 15,-3-2 16-15,-3 2-17 0,-1 7 0 0,-1-1-5 16,-3 13-4-16,4-11 6 0,-2-1-14 0,1 0-1 16,-3 0-15-16,2-2-33 0,1 0-35 0,0-2-42 15,-2-3-49-15,1 0-70 0,-1-8-40 0,-4 5-225 16,1-8-513-16,-1 3 228 0</inkml:trace>
  <inkml:trace contextRef="#ctx0" brushRef="#br0" timeOffset="96649.42">9803 7913 15 0,'8'-1'131'0,"2"0"-41"16,2 3-44-16,3 4-45 0,0 6-49 0,2 2-51 15,-4 2 24-15</inkml:trace>
  <inkml:trace contextRef="#ctx0" brushRef="#br0" timeOffset="97160.9">10066 8257 46 0,'9'-3'221'0,"4"-3"-15"0,2-1-13 0,4-3-14 16,-2 1-14-16,6-4-6 0,-5 0-6 0,4-1-7 15,-6 0 2-15,2-3-13 0,-2 2-6 0,-2-1-5 16,0 1-6-16,-3-3-5 0,6-2-13 0,-7 5 2 0,-2-2-12 15,-3 2-9-15,0 3 2 0,-1 0 0 16,-2 3-3-16,0 2-9 0,-2 7-6 0,-3-12-3 16,-1 8-10-16,4 4-8 0,-14-3-2 0,1 6-5 0,-3 4-6 15,-1 6-4-15,-8 5 1 0,-2 2-4 0,6 3-4 16,2-3 10-16,3 2-12 0,4 0-1 0,6-6-4 16,1 1-3-16,3-2-2 0,4-4 3 0,6 4-8 15,-1-5 0-15,5 2-1 0,3-3-1 0,4-1 1 16,9-2-3-16,0-2 4 0,2-1 0 0,3-3-9 15,0 0 0-15,0-3-6 0,-1-1-1 0,1-2-3 16,-3 1-2-16,-2-2 3 0,-2 0-9 0,-6 0-3 16,-1-1 0-16,-4-2-8 0,2 0 1 0,-3-3 2 15,-2 1-8-15,-5 1-7 0,0-4 2 0,-5-1 5 16,-1 1 1-16,-3-4 2 0,-2 3 8 0,0-2-1 16,-3 3 12-16,0-3 2 0,0 4 6 0,1-2 4 15,3 4 17-15,-1 3 7 0,-1 1 4 0,2 3 3 16,1-3 2-16,2 8-2 0,-3-9-4 0,3 9-9 15,0 0 7-15,14-6-11 0,-5 5 1 0,3 3-7 16,4 2 9-16,2 3-8 0,0 0 6 0,1 4 2 16,2 4 2-16,-4-2 9 0,-2 2 2 0,-2-1-6 15,-2 1 4-15,-1 2 1 0,1-2 4 0,-3 1-4 16,0 0-1-16,-3-2 1 0,2 2-3 0,-4-5-17 16,0 2-26-16,-1-1-47 0,-2 0-42 0,-1-1-47 15,2-3-60-15,-2 3-239 0,1-3-497 0,0-8 220 16</inkml:trace>
  <inkml:trace contextRef="#ctx0" brushRef="#br0" timeOffset="97865.22">11082 8063 193 0,'0'0'256'0,"4"-6"-18"0,-4 6-23 15,0 0-11-15,0 0-8 0,0 0-3 0,0 0-2 0,0 0-4 16,-2 29-17-16,2-22-17 0,-2 3-12 0,1 1 4 15,-2-2-13-15,3 1-12 0,-1-1-11 16,0-2-7-16,1-7-9 0,0 12-9 0,0-12-7 0,-3 10-2 16,3-10-6-16,0 0 9 0,0 8 9 0,0-8 16 15,0 0 14-15,0 0-14 0,0 0-2 0,0 0-7 16,0 0-1-16,0 0-29 0,0 0-1 0,-6-22-4 16,6 22 0-16,4-19-14 0,-2 5-7 0,2-1-21 15,0-3 2-15,5 1-8 0,1-6-9 0,-1 5-8 16,4-5 9-16,3 3-22 0,-4 3 0 0,4 4-4 15,-3 2 3-15,4 1-6 0,-3 3 5 0,-1 3-1 16,2 4 0-16,-2 1 0 0,0 6-1 0,-2-1 4 16,5 2 5-16,-5 5-3 0,-1 1 2 0,-1 0 2 15,-1-1 4-15,-1 3-3 0,-2-1 5 0,-2 0 0 16,0-4 0-16,0 2 3 0,-1-2-1 0,0-1-2 16,0-5 6-16,-1 2 0 0,-1-7 3 0,1 10 1 15,-1-10 3-15,3 7-2 0,-3-7 7 0,0 7 2 16,0-7-1-16,0 0 5 0,0 0-3 0,0 0-3 15,0 0-4-15,0 0-3 0,0 0 8 0,0 0-9 16,0 0 1-16,11-18 14 0,-8 8-27 0,3 2 2 16,1-4-14-16,2-4-9 0,1 3 4 0,3 1-4 15,-2-2-2-15,1 1 2 0,-2 8 0 0,-4-2 3 16,3 3-1-16,1 0 0 0,-4 2 3 0,-6 2-1 16,14 2 1-16,-4 5 8 0,-2-1-5 0,-1 1 5 0,2 1 2 15,0 1 0-15,-1 1 2 0,1-2 4 16,3 0 5-16,-4 1 3 0,6 1 3 0,-2-2 0 15,-1-3 0-15,7 0 14 0,-5-1-9 0,6-2-1 16,0 0 2-16,-1-5-6 0,3 0 7 0,-3 1-4 0,2-6 4 16,-5 2 1-16,-1-1 0 0,-3 0-5 15,-2 0 7-15,1-3 4 0,-2-1 4 0,-2 0 3 16,1-2 5-16,-3 1-6 0,0 0 7 0,0 0-4 16,-1 1 3-16,-3 0 1 0,0 4 6 0,1 0-3 0,-1 7-3 15,0-10-6-15,0 10-6 0,0-9-14 0,0 9 2 16,0 0 5-16,0 0-1 0,0 0-3 0,0 0 3 15,-4 24-6-15,0-14 4 0,3 6 1 16,-3-4-1-16,-1 4 4 0,-1 0-7 0,1-1-45 0,1 2-37 16,1-4-47-16,2-2-67 0,-2 2-72 0,1 0-68 15,2-3-219-15,-2-1-596 0,2-9 264 16</inkml:trace>
  <inkml:trace contextRef="#ctx0" brushRef="#br0" timeOffset="98023.88">11794 7692 32 0,'0'0'54'16,"7"17"-25"-16,-1-1-23 0,0 3-27 0,-2 11-21 15,5-1 9-15</inkml:trace>
  <inkml:trace contextRef="#ctx0" brushRef="#br0" timeOffset="98412.93">11997 8122 65 0,'4'2'275'0,"-4"-2"-18"0,0 0-16 0,7 2-6 15,-7-2-16-15,0 0-24 0,0 0-2 0,7-12-16 16,-3 7-16-16,0-5-14 0,-2 4-10 0,2-5-6 16,2 2-10-16,0-3-4 0,3-2-12 0,1 0-8 0,3 0-11 15,-4 1-6-15,2 6-5 0,1-1-5 16,-2 1-8-16,2 2 0 0,-1 0-15 0,-2 5-10 15,2 0-3-15,-2 5-3 0,2 0-3 0,1 2 0 16,-4 1-5-16,6 4 2 0,-2 1-5 0,0-2 1 0,2 1-1 16,-1 1 4-16,1-3-7 0,2 1 0 0,0-3 10 15,2 0-1-15,2-1 2 0,7-2-8 16,-7-3 3-16,0-2-1 0,3-1-3 0,0-3-7 16,3-1 0-16,-5-1 2 0,5-3-6 0,-5 2 6 0,-8-2-9 15,0 0-1-15,-1-1 2 0,-5 1 3 0,1-2-8 16,-3 0 16-16,-7-1-14 0,5 0 0 0,-3 2 4 15,-1-5-3-15,-2 5 7 0,1-2-3 16,-2 4 1-16,-1-1 2 0,1 4 1 0,0-1 0 0,4 6-5 16,-12-2-7-16,12 2 6 0,-15 5-2 0,4 0 5 15,-3 8-3-15,1-1 3 0,-1 1-5 0,3 1 5 16,0 0-5-16,1 0 2 0,4 1-14 0,-1 2-35 16,5-6-37-16,2 1-47 0,0 0-54 0,2 1-68 15,5-3-66-15,1-2-200 0,0-1-558 0,3-3 248 16</inkml:trace>
  <inkml:trace contextRef="#ctx0" brushRef="#br0" timeOffset="98789.36">13023 7697 284 0,'3'-11'321'0,"1"3"-35"16,0 2-34-16,-4-1-29 0,0 7-25 0,0 0-11 15,14 13-15-15,-9 12 3 0,1 1 1 0,-2 5 2 16,-2 4-16-16,-2-2-10 0,0 16 3 0,-4-13-21 16,2 11-14-16,0-14-3 0,-3 1-20 0,3-3-9 15,0-2-13-15,-2-1 0 0,-1-1-6 0,4-8-2 16,-3 5-7-16,0-6-29 0,0-1-40 0,1-6-41 16,1 0-34-16,-2 1-49 0,1-3-40 0,-2 0-28 15,3-3-45-15,-2-2-32 0,4-4-169 0,-11 4-484 0,11-4 214 16</inkml:trace>
  <inkml:trace contextRef="#ctx0" brushRef="#br0" timeOffset="99308.9">13101 7978 114 0,'8'-8'204'0,"-2"1"-17"0,1-2-17 0,2 1-16 16,2 0-10-16,-2 1-19 0,2 1-7 15,1 0-5-15,1 0-3 0,-4-1-5 0,2 0-4 16,0 0 2-16,-1 1-5 0,-4-2 1 0,5 1-1 0,-4-1-2 15,5 0 0-15,-8 0 0 0,3 1-11 0,-1-2 1 16,-1-1-14-16,2 1-3 0,-1 0-9 0,-1 1-4 16,-3 0-3-16,2 2 4 0,-2-1-15 15,1 2 0-15,-3 5-9 0,4-6-7 0,-4 6-3 0,5-7-8 16,-5 7-5-16,0 0-2 0,0 0-2 0,5 15 3 16,-3-4-6-16,-4 6 5 0,2 2-2 0,-5 5-2 15,3 1 1-15,-5 1 1 0,2 0-1 0,-1 3-1 16,4-9-2-16,-1 4-9 0,1-6-7 0,-2-1-3 15,-1-2-5-15,3-3-2 0,2-2-2 0,-1-3 2 16,1 1 0-16,0-8 4 0,-2 10-2 0,2-10 2 16,2 8 2-16,-1-1 4 0,-1-7 0 0,7 10-6 15,-1-5 3-15,1 2 8 0,0 2 2 0,4-3 7 16,-4 1 5-16,8 3 7 0,-5-5 0 0,1 2 0 16,5 0 3-16,1-1 3 0,0-1 4 0,2-2 3 15,2-1-1-15,-1 0-2 0,0-5 0 0,2 1 0 16,-1 0-1-16,-2-4 1 0,0 1-1 0,-2-1 12 15,-1-4 0-15,-4 4-3 0,-1-1 9 0,-4-2-2 16,2 1-3-16,-5-3-2 0,0 0 1 0,-1-2 0 16,0 0 4-16,-1 3-1 0,-2-2 1 0,0 1 6 15,-2 2-6-15,-1-1 2 0,0 1 0 0,1 2-8 16,2 7-1-16,-6-7-12 0,6 7-2 0,-9-4-6 16,9 4 4-16,-14 7-4 0,7 1 3 0,1 0-8 15,1 2-8-15,1 0-28 0,2 1-20 0,4 5-30 0,-2-1-47 16,4-3-58-16,5 3-58 0,5 0-270 0,1-5-555 15,10 3 246-15</inkml:trace>
  <inkml:trace contextRef="#ctx0" brushRef="#br0" timeOffset="100146">14428 8335 183 0,'4'-19'304'0,"0"9"-31"0,3-3-27 15,2-2-12-15,2 0-23 0,6-6-20 16,-1 1 1-16,2-1-18 0,-2-1-11 0,0 0-9 0,0-3-9 16,-1 0-15-16,2-1-8 0,-4-1-8 15,-2 0-12-15,0 0-9 0,-2 0-5 0,-2 1-12 0,-2 1-7 16,-4 8 0-16,2-2-4 0,-3 4-9 0,-2 1-4 16,1 3-4-16,-1 1-4 0,-2 1-5 0,-3 4-5 15,0 1-8-15,1 2-1 0,-3 0-7 0,-5 6-8 16,1 0 7-16,-5 5-7 0,3 0 5 0,-2 3-6 15,4 1 9-15,1 2-11 0,3-2-4 0,1 2-4 16,5-4-7-16,5 6 0 0,-1-4 0 0,5-2-9 16,5 3 1-16,5-1-8 0,1-1 2 0,9-2-10 15,1 1 4-15,2-4 0 0,-4 1-8 0,-2-4 5 16,-4 1-4-16,0-2 10 0,-7 1-5 0,2 2-1 16,-4-2 0-16,1 3 7 0,-4-1 0 0,1 3 1 15,-3-1 4-15,-1 2 0 0,-2 2 4 0,1-1 1 16,-3 4 1-16,1-2 3 0,0-2 1 0,1 2 0 15,0-2 3-15,3-2-2 0,-2 1 4 0,3-2 1 16,1 0 4-16,-1-1-3 0,4-1 3 0,2 0-4 16,-1-5 5-16,6-1-1 0,-2 0 2 0,-1-1 0 15,3-2-1-15,0-2-3 0,-4 1 0 0,3-3 5 16,-6 2-2-16,3-2-2 0,-3-2 2 0,-1-1 1 16,3-4 4-16,-6 5-10 0,2-7 2 0,-1 0 2 15,0-1-1-15,-2 2-1 0,0 0 5 0,-5 3 5 16,2 2 8-16,0 0 0 0,-2 3 6 0,0 7 4 15,-2-12-8-15,2 12-1 0,0-9-6 0,0 9-4 0,0 0-2 16,0 0-2-16,0 0 1 0,0 0 11 16,-10 29-13-16,8-19 3 0,-1 4-4 0,3 1 0 15,0-1-1-15,3 1 2 0,0 0 2 0,0-2-7 16,6 1-20-16,-1 0-38 0,2-1-51 0,0-3-63 0,4-3-69 16,-1 0-230-16,1-2-511 0,2-3 227 0</inkml:trace>
  <inkml:trace contextRef="#ctx0" brushRef="#br0" timeOffset="100319.79">15073 7781 49 0,'-6'-7'236'0,"2"2"-25"0,-1 1-39 0,5 4-44 0,0 0-22 16,0 0-31-16,0 0-46 0,0 0-30 0,0 0-48 15,0 0-45-15,9 25-50 0,2-16-156 0,1-5 69 16</inkml:trace>
  <inkml:trace contextRef="#ctx0" brushRef="#br0" timeOffset="100524.45">15368 7768 252 0,'0'0'270'15,"0"-9"-16"-15,0 9-20 0,0 0-29 0,0 0-24 16,4-8-18-16,-4 8-22 0,0 0-4 0,0 0 2 15,0 39-2-15,-1-11 2 0,-2 4-1 0,-2 13-4 16,3 3-7-16,-4-2-11 0,0-12-11 0,3 11-7 16,-2-8-8-16,1-3-10 0,0 1-8 0,-1-2-4 15,2-4-8-15,-1 5-4 0,2-4-14 0,-1 3-16 16,1-5-30-16,0-1-38 0,-3-1-40 0,-1 1-51 16,3-8-56-16,-1-2-51 0,-3-1-223 0,4-5-501 15,-1-1 222-15</inkml:trace>
  <inkml:trace contextRef="#ctx0" brushRef="#br0" timeOffset="100746.97">15353 8004 98 0,'15'-12'213'0,"2"1"-13"0,-2 4-13 0,-2 6-8 15,3-1-10-15,-4 4 3 0,5 4-4 0,-4 1-12 0,1 0-15 16,0 6-13-16,0 0-3 0,-4 1-11 15,-1 1-1-15,-1 2-3 0,-5-1-9 0,0-1-6 16,-3 3-13-16,-4-1-9 0,-2-2-8 0,0 0-18 0,-5 0-24 16,2-1-34-16,-3-3-33 0,-1 1-39 15,5-3-32-15,-1-3-32 0,2-3-54 0,-1 1-159 16,-1-1-390-16,9-3 173 0</inkml:trace>
  <inkml:trace contextRef="#ctx0" brushRef="#br0" timeOffset="100974.89">15707 7860 2692 0,'12'-28'10'0,"-3"2"62"0,-3 10 17 0,-2 0 10 16,0 5-12-16,0 1-8 0,-2 6-19 0,-1-1-10 15,-1 5-16-15,3-7-6 0,-3 7-2 0,0 0 10 16,0 0 28-16,5 27-2 0,-6-3 17 0,1 6 24 16,-4-1-10-16,0 4 0 0,2 1 4 0,-4 1-15 15,4 0-7-15,-2 0-10 0,0-3 0 0,0 2-5 16,2-4-10-16,-2-2-8 0,1 3 6 0,2-5-14 15,2-1-31-15,1-6-46 0,-1 0-18 0,-2 0-33 16,2-2-40-16,-1-5-49 0,0 2-48 0,1-4-43 16,2 0-43-16,-6-4-207 0,3-6-566 0,0 0 250 15</inkml:trace>
  <inkml:trace contextRef="#ctx0" brushRef="#br0" timeOffset="101168.87">15802 7996 36 0,'15'-14'223'0,"0"3"-11"16,3 0-11-16,-4 3-9 0,4 4-12 0,-1 1-8 16,-2 3-12-16,-2 1-10 0,1 2-6 0,-2 2-2 15,-3 2-12-15,1 0-3 0,-4 3-18 0,0 1-4 16,0 4-12-16,-4 1 1 0,0-4-15 0,-5 4-5 16,-1-3-27-16,-2 0-21 0,-1 2-42 0,-4-1-32 0,2-4-45 15,1-3-52-15,-2 2-57 0,0 0-164 16,1-6-396-16,-3 2 176 0</inkml:trace>
  <inkml:trace contextRef="#ctx0" brushRef="#br0" timeOffset="101370.79">16089 7861 2695 0,'12'-25'20'0,"-5"1"52"16,0 8-6-16,-3 3 5 0,-2 4-2 0,2-1-13 15,-3 3-18-15,-1 7-10 0,5-6-4 0,-5 6-1 16,0 0 10-16,8 14 29 0,-5-1 13 15,-1 6-4-15,-2 7 9 0,0 1-2 0,-1 2-4 16,0 3-13-16,-1-2 2 0,-3 0-7 0,1 1-6 0,2-2-27 16,-6-2-50-16,2 1-38 0,-3-3-55 0,0-1-63 15,-1-1-44-15,3-7-45 0,0 1-227 0,3-5-542 16,0-1 240-16</inkml:trace>
  <inkml:trace contextRef="#ctx0" brushRef="#br0" timeOffset="101602.02">16232 8195 9 0,'17'-12'267'0,"0"2"-11"0,4-5-5 0,1-4-15 16,1 3-17-16,1-2-17 0,2 0-14 0,-3 2-10 16,1-1-13-16,-1 4 1 0,-2-4-6 0,-5 6 2 15,-2-3 0-15,-1 1-9 0,-1 0 1 0,-2 0-10 16,-4 2-4-16,-2 0-5 0,0 2-2 0,-2-1-11 16,-2 4-5-16,0 6-17 0,-7-10-10 0,7 10-17 15,-17-3-7-15,1 9-7 0,-10 3 1 0,-2 4-12 16,2 4 2-16,1-1-5 0,1 1-3 0,3 1-17 15,8-3-17-15,3-1-23 0,1 0-28 0,4 1-31 16,5-2-29-16,3-1-30 0,4 2-47 0,5-2-54 16,4-4-54-16,10 3-265 0,6-2-599 0,4-4 266 15</inkml:trace>
  <inkml:trace contextRef="#ctx0" brushRef="#br0" timeOffset="101855.6">17177 7700 98 0,'-3'-27'331'16,"1"1"-4"-16,0 10-11 0,-1 3-8 0,0 5-19 0,3 1-38 15,0 7-15-15,0-12-34 0,0 12-20 0,0 0-18 16,0 0-1-16,0 0 4 0,-4 34 0 16,2-4-9-16,-1 2-6 0,1 3 2 0,-2 1-7 15,0 12-12-15,0-3-8 0,0-10-9 0,1-2-11 0,-1 4 0 16,-3-2-19-16,5-1-12 0,-2 2-2 0,0-6-9 15,0 1-5-15,-2-2-23 0,2-1-35 16,0-4-43-16,3-3-38 0,-3-3-41 0,0-1-38 16,-1-1-53-16,0-4-61 0,1 0-56 0,-1-4-273 0,-1 0-649 15,-2-1 288-15</inkml:trace>
  <inkml:trace contextRef="#ctx0" brushRef="#br0" timeOffset="102292.88">16980 8003 273 0,'10'-10'261'0,"3"3"-29"16,2-5-21-16,11 5-21 0,3-2-20 0,2 2-18 15,1 2-19-15,4-2-4 0,-3 4-16 0,0-1-13 16,0 0-8-16,1 0-11 0,-4-1-8 0,-3 1-8 16,-6 1-6-16,-2 0-7 0,-1 0-2 0,-6 0-5 15,-1 0-1-15,-1 0-3 0,-4 1-6 0,1 0 0 16,-7 2 1-16,7-7-9 0,-4 3-1 0,-3 4 5 15,0 0-4-15,0 0-4 0,0 0-3 0,0 0 0 16,0 0 7-16,-27 8 3 0,14 4 5 0,-1 1 3 16,0 4-2-16,3-1 0 0,0 1 2 0,0 0-1 15,3 0-1-15,2-1 0 0,2 1-3 0,0-2-3 16,3-1-3-16,1-1-4 0,1-2 1 0,4-1-4 16,2 0 1-16,-1-4-5 0,3 1-4 0,1-3-4 15,1 0-4-15,-1-2-2 0,2-2 3 0,0-2-3 16,2 0-1-16,-2-2-2 0,-1-1 0 0,-2-1 2 15,1-2 0-15,-2 0 2 0,0 0 1 0,2-3 3 16,-4 2-4-16,3-5-2 0,-4 5-2 0,-1-1-1 16,-1 3 4-16,-1 2 3 0,-2 5 1 0,4-11 0 15,-3 5-6-15,-1 6-4 0,5-4 0 0,-5 4-1 0,0 0 4 16,0 0-3-16,0 0 3 0,8 15-8 16,-7-6-28-16,2 1-27 0,-2-1-40 0,3 3-39 15,0 1-50-15,0-1-35 0,1-2-33 0,-1 0-140 0,3-2-432 16,3 1 192-16</inkml:trace>
  <inkml:trace contextRef="#ctx0" brushRef="#br0" timeOffset="102515.24">17924 8006 129 0,'-6'-15'231'0,"-2"2"-9"0,-3-1-8 0,3 4-3 0,1 1-7 15,-4 2 0-15,1 2-6 0,1 1-10 0,-2 3-10 16,-1 2-3-16,3 5-5 0,-3 0-5 0,0 5-11 15,3 4-4-15,-2 0-4 0,2 3-11 0,0-3-16 16,1 3-9-16,4 0-11 0,2-2-7 0,3 3-8 16,2-4-2-16,3 2-14 0,-1-4-12 0,6 3-28 15,5-4-30-15,0-1-41 0,10 1-44 0,-1-4-51 16,4-1-57-16,-1-1-55 0,-3-6-59 0,-6 0-156 16,3-2-504-16,-5-2 223 0</inkml:trace>
  <inkml:trace contextRef="#ctx0" brushRef="#br0" timeOffset="102722.02">18220 7816 220 0,'5'-17'275'0,"-1"-3"-3"15,1 1-7-15,-3 9-8 0,1-2 0 0,-2 6-35 16,-1 6-15-16,3-8-27 0,-3 8-21 0,0 0-15 16,0 0-7-16,0 0 9 0,-3 26 19 0,-3-1 0 15,-1 3-10-15,1 4-19 0,-2 2-4 0,2-3-14 16,0 4-19-16,-3-3-4 0,1 1-2 0,3 0-13 15,-2-2-2-15,2-2-36 0,1-2-42 0,1-1-40 16,0-9-41-16,-2 1-40 0,4-2-56 0,-2 0-51 16,3-7-46-16,-2 1-256 0,-1 0-574 0,-1-4 254 15</inkml:trace>
  <inkml:trace contextRef="#ctx0" brushRef="#br0" timeOffset="103056.98">18192 7971 74 0,'10'-4'181'0,"-1"4"-9"16,3 3 0-16,0 0 6 0,-2 4-8 15,0 3-9-15,-2 0-7 0,1 5 0 0,0 1-5 0,-3-2-13 16,-2 2-1-16,1-1 7 0,-1-4-16 0,0 2-8 16,2 0 8-16,1-4-8 0,-3 4-5 0,3-5-2 15,0 1-5-15,3-2 1 0,-1 1-9 0,1-4 1 16,0 1 10-16,-2-3-12 0,0-1-2 0,1-1-8 15,-9 0-4-15,19-2 6 0,-11-1 0 0,2-1-10 16,-1-3 1-16,-3 1 1 0,1-3-11 0,0-1-9 16,-1 0-3-16,-2-1-6 0,0-1-12 0,-3-4 4 15,2 1-3-15,-2-2 1 0,1 2-21 0,-4-3-21 16,1 3-6-16,0-1-11 0,-3 4-19 0,1 2-14 16,-1 0-16-16,2 4-32 0,-6 0-29 0,2 4-29 15,6 2-27-15,-21 5-13 0,2 3-7 0,0 3-28 16,-3 7-7-16,-1 1-13 0,2 2-176 0,5 1-462 15,1-2 204-15</inkml:trace>
  <inkml:trace contextRef="#ctx0" brushRef="#br0" timeOffset="103363.13">18304 8182 87 0,'13'8'121'0,"-2"-3"6"0,7-1 8 15,-1 0 0-15,-4-2 20 0,1-2 2 0,3-2 6 16,0 2-2-16,2-2 3 0,-2-2-7 0,2-1 1 16,-2 1 19-16,1-3-18 0,-4 3-10 0,-3 0 8 15,1-5-2-15,3 2-6 0,-5-1-12 0,-1-2 1 16,0 3-1-16,-2-5-18 0,-2 2 2 0,0-5-5 15,0 3-15-15,-1-3 1 0,-3-2-24 0,-2 1 20 16,-1 1-25-16,0 3-1 0,-1-5-12 0,1 6-1 16,1 2-8-16,-2 2-1 0,2-1-2 0,1 8-7 15,-3-10-12-15,3 10-2 0,0 0-7 0,1-11 1 16,-1 11-7-16,0 0-3 0,0 0-1 0,0 0-3 16,0 0 3-16,23 16-9 0,-15-6 2 0,0 0 6 15,4 1-7-15,0 0 10 0,1 4-7 0,-3-1 3 16,0-1-4-16,0 0-5 0,-2-3 4 0,-3 0 5 0,2 2-7 15,-3-2 5-15,-1 1 0 0,1-1-5 16,-3-1 3-16,2 3-14 0,-1-5-18 0,-2 1-37 16,2-1-45-16,-2-7-50 0,-2 13-58 0,4-7-53 15,-2-6-55-15,0 0-224 0,2 9-597 0,-2-9 264 0</inkml:trace>
  <inkml:trace contextRef="#ctx0" brushRef="#br0" timeOffset="103531.99">19132 8074 58 0,'12'-4'451'0,"-6"1"-34"0,0 0-18 16,0 0-1-16,-6 3-4 0,10-4-26 0,-10 4-32 16,6-3-31-16,-6 3-32 0,0 0-26 15,7-2-25-15,-7 2-26 0,0 0-18 0,0 0-21 0,0 0-20 16,0 0-48-16,0 0-62 0,9-1-67 0,-9 1-60 16,0 0-60-16,0 0-75 0,0 0-82 0,0 0-317 15,-12 19-686-15,2-16 304 0</inkml:trace>
  <inkml:trace contextRef="#ctx0" brushRef="#br0" timeOffset="104165.58">12621 9582 185 0,'-6'-17'329'0,"1"2"-21"0,4 4-24 15,-1-1-27-15,2 5-26 0,2 0-25 16,-2 7-25-16,4-10-19 0,0 6-19 0,-4 4-14 0,17 2-13 15,-3 5-24-15,1 3-6 0,10 8-8 0,0 1 6 16,-2 3-16-16,-1 1-6 0,1 3-4 0,-3-1-5 16,-2 1-9-16,4 0 10 0,-4-1-14 0,-2-3-5 15,-3 1-1-15,1 1-3 0,-6-7-6 0,2-3 1 16,-3 2-3-16,-1-5 5 0,-1-2-11 0,-3-2 2 16,2-1-2-16,-2-2 0 0,-2-4 8 0,6 7 1 15,-6-7 16-15,4 6 9 0,-4-6-1 0,0 0 2 16,0 0-9-16,0 0 9 0,5-16-13 0,-1 5-6 15,2-6-1-15,3-10-2 0,7-2-5 0,3-3-1 16,7-10 1-16,-1 0-2 0,0 1-4 0,1 1 0 16,-7 11-1-16,0 2-2 0,0 1-7 0,-6 4-2 15,-1 7 9-15,-3 2-13 0,-3 3 2 0,1 3-8 16,-3 1-18-16,3 1-39 0,-7 5-24 0,7-1-13 16,-7 1-18-16,0 0-36 0,8 20-15 0,-8-2-33 0,-4 7-35 15,-2 2-45-15,-8 3-188 0,1 2-505 16,-6-1 224-16</inkml:trace>
  <inkml:trace contextRef="#ctx0" brushRef="#br0" timeOffset="104367.34">12994 9882 10 0,'0'0'296'0,"0"0"-36"16,-4 4-27-16,4-4-24 0,0 0-22 0,0 0-22 15,-2 11-8-15,4 1 12 0,-2 0 6 0,0 7-2 0,0 9-10 16,-2-2-9-16,1 0-4 0,-6 2-16 0,1 1-13 15,-1-2-14-15,5 0-6 0,-5-2-10 16,3-1-10-16,-2-5 7 0,2 1-39 0,2-3-20 0,-2 1-37 16,4 0-37-16,-3-5-45 0,6-2-59 0,-3 0-59 15,4-4-66-15,-2 1-148 0,6-4-456 0,-2-3 202 16</inkml:trace>
  <inkml:trace contextRef="#ctx0" brushRef="#br0" timeOffset="104519.33">13593 9937 2657 0,'21'-16'23'0,"-5"2"-2"16,-3 4-24-16,-4 3 3 0,0-1-1 0,-2 4 0 15,2-1-1-15,2 0-4 0,-2 2-18 0,2 1-22 16,0 0-29-16,1 2-33 0,-1 0-30 0,-3 6-45 16,0-4-170-16,-4 0-381 0,1 4 168 0</inkml:trace>
  <inkml:trace contextRef="#ctx0" brushRef="#br0" timeOffset="104640.1">13719 10029 72 0,'-4'6'254'0,"4"-6"-22"0,0 0-22 0,0 0-15 15,0 0-13-15,0 0-22 0,12 6-17 0,0-6-28 16,7 2-31-16,2 0-53 0,11-4-53 0,5 0-53 16,1 2-189-16,13-5-285 0,0-2 126 0</inkml:trace>
  <inkml:trace contextRef="#ctx0" brushRef="#br0" timeOffset="104992.49">16721 9103 277 0,'3'-19'397'0,"1"4"-32"15,-1 5-40-15,-1 1-45 0,1 4-28 0,-3 5-28 16,0 0-30-16,0 0-14 0,4 22-16 0,-11 1-9 16,0 10 11-16,-7 11 1 0,-5 4-13 15,1 0-7-15,-3 0-11 0,-1 1-5 0,2 0-16 0,2-3-2 16,3 0-13-16,7-12-28 0,-1 0-6 0,4 1-6 15,4-3-5-15,-1 3-6 0,6-5 0 0,1 0-10 16,2-3-41-16,2 0-41 0,1-3-45 0,-1 2-41 16,-3-10-49-16,1 2-45 0,0-2-49 0,-2-4-56 15,-2-2-201-15,-2 1-571 0,-1-3 253 16</inkml:trace>
  <inkml:trace contextRef="#ctx0" brushRef="#br0" timeOffset="105212.4">16025 9827 2497 0,'-55'-5'19'16,"2"-3"31"-16,18 4 13 0,1 2-23 0,12 2-2 16,2 0-11-16,7 0-9 0,6 0 3 0,7 0 3 15,0 0 12-15,34 9 9 0,19-6-3 0,49-4 5 16,20-1 1-16,21-6 0 0,12 0 4 0,13-2 6 16,1-2 6-16,4 2 0 0,2 2 5 0,-10 2-4 0,-6-3-9 15,-9 2-13-15,-10-3 14 0,-11 4-7 16,-10 1-6-16,-14 0-6 0,-14 2-10 0,-32 2-24 15,-3 2-23-15,-6-4-40 0,-17 5-54 0,-5-1-51 0,-10-1-55 16,-5 0-46-16,-6 3-221 0,-5-1-527 0,-2-2 233 16</inkml:trace>
  <inkml:trace contextRef="#ctx0" brushRef="#br0" timeOffset="105896.87">16041 10578 173 0,'5'-3'247'16,"-5"3"-16"-16,0 0-16 0,8-3-17 0,-8 3-15 15,0 0-9-15,0 0-11 0,0 0-10 0,0 0-1 16,0 0-17-16,-36 3 0 0,19-1-5 0,-2 6-4 15,-3-5-7-15,-8 0-6 0,-2 3-7 0,-6 4-11 16,1-4-8-16,-16 3-6 0,-1-2-4 0,0 3-3 16,1 0-6-16,-1-1-13 0,2-3-3 0,0 2-4 15,3-1 1-15,10-2-11 0,2-2 3 0,-1 4-6 16,1-7-2-16,6 5-3 0,11-3 0 0,3 1 0 16,4-3 2-16,4 0-1 0,2 3 3 0,7-3-6 0,-12 1 2 15,12-1-5-15,0 0-1 0,-8-7-2 16,8 7-9-16,12-12 5 0,3 2-4 0,10-7-2 15,4 1-4-15,5-4 7 0,11-2-8 0,-1-1-14 16,-10 7 0-16,14-8-1 0,-14 7-1 0,2 2 2 16,-3-2 6-16,-1 0 3 0,1 0-7 0,-2-1 1 0,-5-1-1 15,-1 2 0-15,-1-1 0 0,-4 1 1 16,-4 3 10-16,-3 1-8 0,1-3 2 0,-2 4-1 16,-2-2-1-16,-3 5 5 0,0 0-4 0,-2 1 3 0,-1 2 6 15,0 0 1-15,-2 2-2 0,-2 4-3 0,8-7 0 16,-8 7-9-16,0 0 0 0,0 0 3 15,6 13 8-15,-5 4 12 0,-2 11 15 0,-1 4 17 16,-2 4 9-16,-4 12 7 0,-2 0 1 0,0 0 4 0,0-4-10 16,-1 1-8-16,1 1-1 0,5-10-4 0,0 0-2 15,-2 9-4-15,5-11-9 0,1-4-56 0,2 1-38 16,-2 0-41-16,-1-1-58 0,1 0-60 0,-3-3-62 16,4 0-72-16,-1-1-222 0,-2-7-623 0,-3-2 276 15</inkml:trace>
  <inkml:trace contextRef="#ctx0" brushRef="#br0" timeOffset="108301.27">16253 10020 184 0,'0'0'268'0,"0"0"-29"0,0 0-24 16,0 0-19-16,0 0-16 0,0 0-9 0,0 0-7 16,0 0 0-16,33 4-8 0,-15-5-4 0,4 1-11 0,8-3-14 15,4 5-11-15,1-2-13 0,4 1-5 16,-2-1-13-16,0-1-11 0,-1 2-10 0,-2 2-24 16,-2-3-27-16,-2 0-23 0,-9 0-20 0,-2 2-25 15,-1-1-28-15,-4-1-26 0,-2 0-26 0,-1 0-39 16,-2 0-26-16,-2 2-159 0,-7-2-390 0,0 0 173 0</inkml:trace>
  <inkml:trace contextRef="#ctx0" brushRef="#br0" timeOffset="108654.02">16460 10029 148 0,'-5'3'190'0,"0"4"12"0,1 0 9 0,-3 8-7 16,4 5-5-16,-4-1-17 0,2 9-13 0,1 3-6 15,-2 4 0-15,-1 10-12 0,1-10-10 0,-4 10-11 16,1 0-12-16,0-13-9 0,-2 2-11 0,0-2-8 16,2 0-13-16,-2-4-2 0,3 0-10 0,3-1-5 15,-1 0-7-15,-2-5-4 0,4 2-5 0,2-9-2 16,-2 2-7-16,1-7 0 0,1 2-5 0,-1-1-2 16,2-4-4-16,-1-1-4 0,2-6 3 0,-3 11-4 15,3-11-1-15,-2 7 1 0,2-7-2 0,0 0 16 16,-3 10-20-16,3-10-1 0,0 0-5 0,0 0 1 15,0 0 1-15,-18-14-1 0,11 11-3 0,-2-4 5 16,0 1-5-16,0-1 0 0,-6-5-2 0,1 4-2 16,-1-1 1-16,-1 2 1 0,-3 2-1 0,1-1 0 15,-3 2-2-15,-6-2 8 0,6 4-5 0,1 1 4 0,-1 0-29 16,2-1-28-16,5 4-35 0,1-2-47 16,1 0-43-16,4 0-50 0,8 0-37 0,-15 0-171 0,15 0-469 15,-7-2 208-15</inkml:trace>
  <inkml:trace contextRef="#ctx0" brushRef="#br0" timeOffset="108997.04">16506 10404 201 0,'22'-8'275'16,"-4"3"-6"-16,1-2-16 0,-3 2-15 0,1 4-7 16,-4 0-18-16,1 1-12 0,0 2-1 0,-1 1-26 15,-3 0 3-15,0 2-29 0,1 2-16 0,-3 0-13 16,0 0-7-16,-2 3-10 0,1 1-11 0,-2-3-5 15,-4 3-13-15,0-1-7 0,-2 1-4 0,-2-2-1 16,0 2-10-16,-4-3-6 0,4 3-5 0,-4-3-3 16,1-1-6-16,0 0-20 0,3-1-14 0,-2 1-18 15,3-1-11-15,2-6-12 0,-2 10 0 0,2-10-7 16,0 10 4-16,4-4 0 0,1-1 6 0,-2 2 3 16,3-3 5-16,0-1 0 0,-6-3 6 0,9 7-3 15,-5-3 4-15,0 1 2 0,-1-1 3 0,-3-4 1 16,4 7 16-16,-4-7 6 0,0 9 5 0,0-9 5 15,-4 13 10-15,-1-6 10 0,-1-2-8 0,-2 2-1 16,-1 3 6-16,-2-2 1 0,2-1-2 0,-3 0-5 0,2-1-3 16,0 0 0-16,0 2-28 0,-3-3-38 15,3 0-45-15,-1 1-59 0,3-2-74 0,-3 1-254 0,1-1-517 16,0 0 228-16</inkml:trace>
  <inkml:trace contextRef="#ctx0" brushRef="#br0" timeOffset="109409.11">17677 10055 84 0,'-9'-13'293'0,"-2"3"-18"0,1 4-23 0,1-1-17 15,-2 1-22-15,2 3-17 0,1 3-13 0,-3 5-10 16,-2 6 13-16,-6 9-15 0,2 5 16 0,1 4-15 0,-1 15-8 15,2-1-15-15,3 3-13 0,7 2 0 16,-2-12-13-16,0 11-19 0,2-11 1 0,1 0-9 16,0-3-13-16,1 1-5 0,0-1-7 0,1 2-4 0,0-5-10 15,-4-2-3-15,4 2-7 0,1-4-1 0,0-7-15 16,-1-1-23-16,1-1-27 0,-2-5-39 0,2-1-39 16,-1-1-47-16,-1-1-53 0,2-2-57 15,-2-1-59-15,3-6-203 0,-10 6-558 0,4-6 246 0</inkml:trace>
  <inkml:trace contextRef="#ctx0" brushRef="#br0" timeOffset="109568.25">17318 10503 123 0,'8'-6'243'0,"3"1"-28"0,0 0-19 0,8 0-17 0,9 1-19 15,-1 1-18-15,6 0-11 0,1 2-22 0,1-1-32 16,5 0-33-16,0 3-48 0,11-2-46 0,1-2-40 15,-15 2-47-15,0 0-86 0,-1 0-243 0,0-1 108 16</inkml:trace>
  <inkml:trace contextRef="#ctx0" brushRef="#br0" timeOffset="109772.74">18280 10246 174 0,'-7'-10'237'0,"0"2"-12"0,-1-1-11 16,-2 5-5-16,-4 0-10 0,-5 3-10 15,1 5-2-15,-3 3-3 0,-7 7-3 0,0 5-8 0,2 2-11 16,1 3-2-16,-1 0-13 0,2 2-12 0,2-2 1 16,4 0-21-16,4 1-13 0,4 0-11 0,5-5-10 15,4 0-5-15,3 0-5 0,3-1-22 16,4-3-27-16,5-1-35 0,3 4-41 0,6-5-51 0,4-3-66 16,5-2-60-16,1 0-261 0,2-2-531 0,-1-4 236 15</inkml:trace>
  <inkml:trace contextRef="#ctx0" brushRef="#br0" timeOffset="110029.79">18755 10191 89 0,'1'-11'355'0,"-1"-1"3"0,2 2-31 15,-1 4-23-15,-1 6-28 0,1-10-29 0,-1 10-31 16,0 0-20-16,0 0-5 0,0 0-8 0,0 0 1 15,2 35-7-15,-5-9-3 0,0 3-16 0,0-1-9 16,0 3-9-16,-1 1-4 0,2 1-8 0,-3-2-14 16,1 1-13-16,-1-2-6 0,1-1-12 0,0 0-4 15,1-3-3-15,1 1-14 0,0-9-18 0,1 8-49 0,0-6-29 16,0-1-40-16,-1 0-46 0,-3-6-43 16,3 3-55-16,-1-6-44 0,1-1-45 0,-3 1-270 15,-1-3-625-15,1-4 278 0</inkml:trace>
  <inkml:trace contextRef="#ctx0" brushRef="#br0" timeOffset="110322.92">18677 10310 1859 0,'22'-41'7'0,"-6"11"31"16,6 1 27-16,-1 5-4 0,0 2-5 0,-1 7 4 16,-4 5-2-16,0-1-7 0,1 5-1 0,-4 6 0 15,0-2 0-15,0 4 6 0,2 5 5 0,-1 6 6 16,0-3-1-16,-2 6-1 0,-1 7-1 0,-2 0 1 15,-2 0 0-15,-7 1-8 0,-3 2 3 0,-2-6 2 16,-6 2 5-16,0-3-2 0,-5 1 2 0,0-1 1 16,2-5 4-16,0-4-2 0,1 1 1 0,1-4 11 15,1 1-18-15,4-3-7 0,-1 2-4 0,3-2 12 16,-1 2-23-16,2-3 3 0,4-4-2 0,-3 10-7 16,3-10-1-16,3 10 8 0,4-4-18 0,4 0 8 15,5-2 0-15,12 2-11 0,0-2-26 0,7-2-40 16,2-2-37-16,3 0-43 0,11-4-40 0,-15 2-45 15,2-4-38-15,0 2-34 0,-5-2-236 0,1 0-558 16,-4-1 247-16</inkml:trace>
  <inkml:trace contextRef="#ctx0" brushRef="#br0" timeOffset="110542.98">19481 10329 61 0,'9'-15'234'0,"-3"6"12"0,0-1 7 16,-3 2-1-16,1 0-9 0,0 4-15 0,-4 4-24 0,6-7-21 15,-6 7-19-15,0 0 0 0,0 0 18 16,0 0 15-16,-1 32 4 0,-9-9-1 0,2 2 6 15,-1 0-4-15,-5 1-12 0,3 0-11 0,-1 1-8 16,0-1-12-16,3-3-18 0,0 2-11 0,5-6-13 0,-1-2-11 16,3-1-9-16,4 0-9 0,0 0-3 0,3-3-11 15,3-4-7-15,5 2 1 0,2-3-6 0,2 1-9 16,2-4-10-16,3 1-22 0,7-2-27 0,2-4-41 16,-2 0-46-16,2-2-56 0,-11-2-35 0,8-1-60 15,-1-1-57-15,-1-3-50 0,-11 1-299 0,-1-1-703 16,-5 1 311-16</inkml:trace>
  <inkml:trace contextRef="#ctx0" brushRef="#br0" timeOffset="111053.67">18212 9684 50 0,'-10'0'248'0,"5"-2"-14"0,5 2-11 16,0 0-13-16,26-5-14 0,26 4-9 0,12-3-20 16,43-1-12-16,8-3-15 0,5 6-10 0,12-4-15 15,-2 0-10-15,2 1-4 0,-2 0-9 0,-6 1-8 16,-1-1-6-16,-7 2 0 0,-9-3-7 0,-8 5-10 15,-10 1-1-15,-31-2-7 0,-3-1-3 0,-17 2 1 16,-1-2-4-16,-2 3 0 0,-5-2 2 0,-9 1 4 16,-3 0 4-16,-4 1 5 0,-4-2-1 0,-4 2 0 15,-6 0 4-15,14-2-4 0,-14 2-10 0,9-2 0 16,-9 2-6-16,7 0-7 0,-7 0 0 0,0 0-10 16,0 0-16-16,0 0-28 0,0 0-21 0,0 0-43 15,0 0-37-15,0 0-37 0,-33 7-42 0,16-2-43 16,-2 1-47-16,-8 1-154 0,-1 0-477 0,-2-1 210 15</inkml:trace>
  <inkml:trace contextRef="#ctx0" brushRef="#br0" timeOffset="112255.01">11314 9122 25 0,'5'-4'180'0,"-1"1"-22"16,-4 3-16-16,0 0-14 0,11 14-6 0,-7 5 4 15,1 8 5-15,2 20 11 0,-5 4-5 0,-1 30 4 16,-1 4-2-16,-6 4-7 0,0 2-2 0,-1 5-10 16,-6 9-10-16,-1 4 0 0,3 1-12 0,-7 0-6 15,6-7-3-15,-5-6-7 0,0-2-6 0,-2 0-1 0,-2-3-5 16,1-2-6-16,2-7-6 0,-4-1-4 15,7-27-9-15,-3 0 3 0,0 0-10 0,3-1-3 16,-1 0-2-16,-1-3-4 0,4-6-1 0,1-10-7 16,2-3-15-16,1-1-24 0,1-6-23 0,-1 2-28 0,2-9-36 15,3-8-28-15,3 0-21 0,1-3-25 16,0-7-52-16,0 0-150 0,0 0-413 0,0 0 183 16</inkml:trace>
  <inkml:trace contextRef="#ctx0" brushRef="#br0" timeOffset="113185.32">10965 9155 49 0,'-8'-16'176'0,"5"5"-21"0,9-5-16 16,14-5-8-16,13 1-12 0,30-5-8 0,35-8-13 15,14 2-11-15,15 1-3 0,9 1-7 0,11 0 3 16,7-2-7-16,11 4-4 0,8 1-2 0,-1-2 1 16,14 0 7-16,13 2-3 0,4-3 0 0,4 4 5 15,9-4-1-15,6 9-8 0,4-5-2 0,7 11-11 16,5-5 11-16,6 5-10 0,1 4-3 0,5 2 3 16,9 2-12-16,-4 4-1 0,8-3 1 0,2 7-5 15,-1-2-5-15,-1 3-9 0,-4 1 7 0,-3 7-8 16,-7-2 1-16,-6-5-2 0,-3 8 1 0,-8-4-4 15,-10 3-1-15,-9-5 3 0,-6 2-4 0,-12 0-2 16,-9-2-2-16,-11 0-2 0,-14 2 1 0,-6-3-6 16,-7 1 5-16,-12 0-3 0,-6-1 0 0,-16-1 0 15,-9 0 0-15,-8-1-1 0,-33-1-1 0,0 3 2 0,-4 0-4 16,-3-1 2-16,-2 1-2 0,-15 0-3 0,-3 0 1 16,-5 0-3-16,-3 2 0 0,-7-2-3 0,-4 1 0 15,-4-2 0-15,-3 1 3 0,1 3-2 16,-2-2-1-16,-2 1 3 0,-1 0-3 0,1 0 3 0,-3 2-2 15,-1-1-3-15,0 2 4 0,0 0 0 0,-2 1-1 16,1 0-1-16,-2 6 3 0,0 1-5 0,1-2 5 16,-2 4-3-16,0 4 7 0,0 2-5 0,2-1 2 15,-1 3 0-15,1 1-3 0,0 2 1 0,1 0 2 16,2 3-3-16,-1 12 4 0,-2-10-2 0,4 11 2 16,0-1-2-16,-2 1-2 0,1 1-4 0,1 4 9 15,-2 0-12-15,-1 1 9 0,0-1 1 0,5 3-2 16,-3 3 2-16,2 0 1 0,5 25 1 0,-2-24 3 15,-1 23 1-15,2-23 3 0,1 28-5 0,-1-2 1 16,-4 0 6-16,0-27-7 0,-1 29 0 0,-2-4 1 16,-4-24-6-16,-3 36 8 0,-2-6-2 0,-4-2-3 15,2-1-1-15,-4-4 0 0,0-23 3 0,-6 26-3 16,1-27 1-16,-5 20 0 0,1-22-2 0,-8 21 6 16,2-23-5-16,-2 0 0 0,-17 20 1 0,-3-5-1 15,13-23 1-15,-6 0-3 0,-19 16 2 0,13-21 2 16,0 0-2-16,-7-8 0 0,-3-1-1 0,-23 11 3 15,20-19 0-15,-24 11-1 0,20-20 0 0,-31 6-2 16,1-8 1-16,-3-4 0 0,-5 0-1 0,1-1-2 0,-11-6-3 16,-8-6 1-16,-8-4-1 0,-5 3-2 15,-8-6-5-15,-5 1 6 0,-11-3 1 0,-7 0-1 16,-7-2 0-16,-11 0-1 0,-6-2-2 0,-8 1 8 16,-9-1-2-16,0-2 2 0,-11 6-4 0,-7-3 10 0,-6-1-3 15,-1 3 0-15,-3-4-2 0,-10 3 8 0,2 5-1 16,-9-3 0-16,-2 2 5 0,-1 6 1 15,-3-2 0-15,-7 0 5 0,-3 2-2 0,-4 7 3 0,0 1 7 16,0 1-3-16,3 1-2 0,4 4 1 0,-7-1 4 16,10 2-5-16,5 0-1 0,2-2 3 0,9 3-3 15,15-3 2-15,6 2-4 0,11-5 5 0,12 1-5 16,23 1-1-16,14-3-2 0,18-2 6 0,9-4-6 16,21 1-6-16,18-5 2 0,35 1 1 0,9 1-3 15,16-3-8-15,5-2-13 0,13 1-16 0,1-2-44 16,8-2-47-16,2-3-58 0,9-3-64 0,8 0-246 15,12-6-525-15,4-1 232 0</inkml:trace>
  <inkml:trace contextRef="#ctx0" brushRef="#br0" timeOffset="113352.23">12297 11479 2553 0,'21'4'-33'0,"-8"-2"25"16,1 0-49-16,-8-2-59 0,3 1-72 0,-1 0-12 16,-2 0-11-16,1 3-79 0,2-4-315 0,3-3 140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1A8B4-48B6-4E58-A498-569139CD7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D8B23B-1820-4F5F-AF3F-47EF3B9756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F64D6-A6B5-4FD9-A362-40AAC1E67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F327-23DA-4768-97BA-84B1CE6844ED}" type="datetimeFigureOut">
              <a:rPr lang="en-IN" smtClean="0"/>
              <a:t>01-02-2022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68273-1BD3-459F-9631-90AD27F45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8AECD-C60C-4F4F-8AAE-32D0DADBD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443-E6B7-4468-AE5B-69108A30A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860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FB379-CC86-45CB-8E97-688BFC4C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0B822-718B-43C5-B919-49220297DB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59F20-5314-4684-A0C1-2754C484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F327-23DA-4768-97BA-84B1CE6844ED}" type="datetimeFigureOut">
              <a:rPr lang="en-IN" smtClean="0"/>
              <a:t>01-02-2022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084C4-958D-43DC-9DAA-1EE6CD2C1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D47AE-6AFB-498A-98BE-70E7BDB98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443-E6B7-4468-AE5B-69108A30A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52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02EA0-880F-47A2-A444-4E7A7416E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029A1-B7FA-4C53-AF53-D15E9002F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A67BF-E55E-4176-ADF1-D18D23C44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F327-23DA-4768-97BA-84B1CE6844ED}" type="datetimeFigureOut">
              <a:rPr lang="en-IN" smtClean="0"/>
              <a:t>01-02-2022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74A419-7C98-4B24-B00E-3AC2DDC54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82BC4-A3E4-4212-A8C6-CA21518D2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443-E6B7-4468-AE5B-69108A30A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340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4B66E-AC71-4516-AD4E-40A002222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65813-EC01-468D-8BBE-FFDD4A605E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1738D8-99EB-4349-A7FB-C5D4A4DA82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A30A63-AA56-4D8D-A3B8-FCCD60264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F327-23DA-4768-97BA-84B1CE6844ED}" type="datetimeFigureOut">
              <a:rPr lang="en-IN" smtClean="0"/>
              <a:t>01-02-2022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63B626-C591-43B4-84F6-C1478FCE4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387C88-4A9B-48EF-94C7-79B1BCBA4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443-E6B7-4468-AE5B-69108A30A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887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0F81-A7EF-420B-AB73-EDCE1C67C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D0EEF-B411-4957-A7DA-6E9AFDFC7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B66983-D734-4514-96D6-4490E5935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56BF34-75F4-4A6C-A57C-F1E6F5B6A3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7BB47B-F136-412E-BBB0-B906AA5C22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30B521-388B-4F36-8013-D3605BA5A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F327-23DA-4768-97BA-84B1CE6844ED}" type="datetimeFigureOut">
              <a:rPr lang="en-IN" smtClean="0"/>
              <a:t>01-02-2022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99188E-E8F1-48D7-B608-90B4DDD81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F4BC6F-F1AE-4FE3-B8D7-68E78B720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443-E6B7-4468-AE5B-69108A30A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463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F12AE-C6CA-4844-9776-F0FCAADD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92AA4C-98B3-4C05-BE63-0BE41397F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F327-23DA-4768-97BA-84B1CE6844ED}" type="datetimeFigureOut">
              <a:rPr lang="en-IN" smtClean="0"/>
              <a:t>01-02-2022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3AA23E-099D-4922-8A7C-8824A9249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5EFD2C-B847-49C9-A5E6-624F7749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443-E6B7-4468-AE5B-69108A30A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13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13E7B-15D8-4828-9F39-B00F14D49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F327-23DA-4768-97BA-84B1CE6844ED}" type="datetimeFigureOut">
              <a:rPr lang="en-IN" smtClean="0"/>
              <a:t>01-02-2022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BB7140-703C-4657-8886-024F272C2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BA514-07DE-422D-A525-12364ECB0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443-E6B7-4468-AE5B-69108A30A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3267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DD7F9-4EA8-4F18-AFEA-B32C1D118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5EA81-BC45-475A-BEE4-D72E94B6B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3D5F1F-B1AC-4CA9-91CE-82F2066727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FD149F-2F0C-4609-A10F-E4243EC3E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F327-23DA-4768-97BA-84B1CE6844ED}" type="datetimeFigureOut">
              <a:rPr lang="en-IN" smtClean="0"/>
              <a:t>01-02-2022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1173B2-9876-438F-AEEB-C40E0A23E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08400-FDA0-439A-938F-995044B65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443-E6B7-4468-AE5B-69108A30A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995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6381E-3FB3-4A80-B64D-E4C69CDB3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5B126A-5DC8-41F6-8D2B-42440CE6C3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AC133-E7F2-408A-98F9-9599F9E0D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AEAF3-15D4-4A1D-B9B6-CE2766D72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F327-23DA-4768-97BA-84B1CE6844ED}" type="datetimeFigureOut">
              <a:rPr lang="en-IN" smtClean="0"/>
              <a:t>01-02-2022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2F699-1E4A-452F-9339-C83C7C5D7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1165FB-4EF0-4B6A-934D-2F021C877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443-E6B7-4468-AE5B-69108A30A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98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28EEA-FDBE-49BF-834F-D7420EE1B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5639B1-CEFB-4ADA-8EB6-9F0C4F452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33327-333E-437F-B1C1-9BFED1EA3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F327-23DA-4768-97BA-84B1CE6844ED}" type="datetimeFigureOut">
              <a:rPr lang="en-IN" smtClean="0"/>
              <a:t>01-02-2022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8E318-BB83-49AB-856B-1C1821D8A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2AD8E-D2E6-4C7B-955E-550C529AA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443-E6B7-4468-AE5B-69108A30A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915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740D22-A033-4F16-8888-D3064D8A88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FB2084-1CF8-4A6D-A39F-14889CD25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36B16-7FAF-4988-A3F3-312B856EE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6F327-23DA-4768-97BA-84B1CE6844ED}" type="datetimeFigureOut">
              <a:rPr lang="en-IN" smtClean="0"/>
              <a:t>01-02-2022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FFD9A-5DA3-4C5C-8D31-138541B7B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367AD-A6A8-49B4-96EE-DAF6B0C7B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F7443-E6B7-4468-AE5B-69108A30A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274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807FCD-05EC-4CFF-BAD7-A3531F062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2CB08-00AE-40D1-ACB6-C0C1B455D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747FE-C3D9-4C64-9BA7-D88C14427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6F327-23DA-4768-97BA-84B1CE6844ED}" type="datetimeFigureOut">
              <a:rPr lang="en-IN" smtClean="0"/>
              <a:t>01-02-2022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C2001-05C7-47B6-B90C-83F9A42380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59140-1401-4206-AB30-5D39EC54E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F7443-E6B7-4468-AE5B-69108A30A1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386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90.png"/><Relationship Id="rId5" Type="http://schemas.openxmlformats.org/officeDocument/2006/relationships/customXml" Target="../ink/ink2.xml"/><Relationship Id="rId4" Type="http://schemas.openxmlformats.org/officeDocument/2006/relationships/image" Target="../media/image298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customXml" Target="../ink/ink4.xml"/><Relationship Id="rId7" Type="http://schemas.openxmlformats.org/officeDocument/2006/relationships/customXml" Target="../ink/ink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20.png"/><Relationship Id="rId5" Type="http://schemas.openxmlformats.org/officeDocument/2006/relationships/customXml" Target="../ink/ink5.xml"/><Relationship Id="rId4" Type="http://schemas.openxmlformats.org/officeDocument/2006/relationships/image" Target="../media/image30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3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4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50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customXml" Target="../ink/ink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60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70.png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customXml" Target="../ink/ink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80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customXml" Target="../ink/ink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90.png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0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customXml" Target="../ink/ink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20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25.xml"/><Relationship Id="rId4" Type="http://schemas.openxmlformats.org/officeDocument/2006/relationships/image" Target="../media/image3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customXml" Target="../ink/ink26.xml"/><Relationship Id="rId7" Type="http://schemas.openxmlformats.org/officeDocument/2006/relationships/image" Target="../media/image313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7.xml"/><Relationship Id="rId5" Type="http://schemas.openxmlformats.org/officeDocument/2006/relationships/image" Target="../media/image3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90.png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3.png"/><Relationship Id="rId4" Type="http://schemas.openxmlformats.org/officeDocument/2006/relationships/customXml" Target="../ink/ink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4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5.png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png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Full-Wave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2050" name="Picture 2" descr="Differences between Full Wave Bridge &amp; Center Tapped Full Wave Rectifier">
            <a:extLst>
              <a:ext uri="{FF2B5EF4-FFF2-40B4-BE49-F238E27FC236}">
                <a16:creationId xmlns:a16="http://schemas.microsoft.com/office/drawing/2014/main" id="{D3E4FD11-08D9-4D87-BCEA-E74B5DADD7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366" y="1143678"/>
            <a:ext cx="7447774" cy="4009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F1AF3FF-16C9-4EA2-96C2-00F63E6EB020}"/>
                  </a:ext>
                </a:extLst>
              </p14:cNvPr>
              <p14:cNvContentPartPr/>
              <p14:nvPr/>
            </p14:nvContentPartPr>
            <p14:xfrm>
              <a:off x="576720" y="1447560"/>
              <a:ext cx="9835920" cy="42868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F1AF3FF-16C9-4EA2-96C2-00F63E6EB0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7360" y="1438200"/>
                <a:ext cx="9854640" cy="430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1E9F4AE-AAFC-4A3D-B49F-9A7E5CB1AA94}"/>
                  </a:ext>
                </a:extLst>
              </p14:cNvPr>
              <p14:cNvContentPartPr/>
              <p14:nvPr/>
            </p14:nvContentPartPr>
            <p14:xfrm>
              <a:off x="54360" y="2459520"/>
              <a:ext cx="10645560" cy="3800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1E9F4AE-AAFC-4A3D-B49F-9A7E5CB1AA9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000" y="2450160"/>
                <a:ext cx="10664280" cy="38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89EDD3A-8E05-42AC-8421-EC0790F0E1D2}"/>
                  </a:ext>
                </a:extLst>
              </p14:cNvPr>
              <p14:cNvContentPartPr/>
              <p14:nvPr/>
            </p14:nvContentPartPr>
            <p14:xfrm>
              <a:off x="1179000" y="2562480"/>
              <a:ext cx="9829800" cy="20844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89EDD3A-8E05-42AC-8421-EC0790F0E1D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69640" y="2553120"/>
                <a:ext cx="9848520" cy="210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5167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Full-Wave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074" name="Picture 2" descr="What is Rectifier? How Rectifier works? - Basics Electronics">
            <a:extLst>
              <a:ext uri="{FF2B5EF4-FFF2-40B4-BE49-F238E27FC236}">
                <a16:creationId xmlns:a16="http://schemas.microsoft.com/office/drawing/2014/main" id="{A72BCACD-2A8C-42CE-9C57-9C19830BE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788" y="2443163"/>
            <a:ext cx="6448425" cy="197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EE52D4E-D0B6-4C73-9193-88DE13896E41}"/>
                  </a:ext>
                </a:extLst>
              </p14:cNvPr>
              <p14:cNvContentPartPr/>
              <p14:nvPr/>
            </p14:nvContentPartPr>
            <p14:xfrm>
              <a:off x="870120" y="1717200"/>
              <a:ext cx="11198160" cy="4041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EE52D4E-D0B6-4C73-9193-88DE13896E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0760" y="1707840"/>
                <a:ext cx="11216880" cy="40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CA1548D-F034-48C6-9D36-37859BD33594}"/>
                  </a:ext>
                </a:extLst>
              </p14:cNvPr>
              <p14:cNvContentPartPr/>
              <p14:nvPr/>
            </p14:nvContentPartPr>
            <p14:xfrm>
              <a:off x="4182840" y="3130920"/>
              <a:ext cx="994320" cy="17010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CA1548D-F034-48C6-9D36-37859BD3359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173480" y="3121560"/>
                <a:ext cx="1013040" cy="171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D90AAF6-9602-4E6E-9329-936D0859C893}"/>
                  </a:ext>
                </a:extLst>
              </p14:cNvPr>
              <p14:cNvContentPartPr/>
              <p14:nvPr/>
            </p14:nvContentPartPr>
            <p14:xfrm>
              <a:off x="3318120" y="1848240"/>
              <a:ext cx="2942640" cy="14022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D90AAF6-9602-4E6E-9329-936D0859C89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08760" y="1838880"/>
                <a:ext cx="2961360" cy="142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1236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E5A5E9E-4AB8-4426-BD30-87D68A5AC229}"/>
                  </a:ext>
                </a:extLst>
              </p14:cNvPr>
              <p14:cNvContentPartPr/>
              <p14:nvPr/>
            </p14:nvContentPartPr>
            <p14:xfrm>
              <a:off x="965160" y="1203120"/>
              <a:ext cx="10962000" cy="4836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E5A5E9E-4AB8-4426-BD30-87D68A5AC2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5800" y="1193760"/>
                <a:ext cx="10980720" cy="48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3DE0089-9A0A-41BF-9751-1E12121C8969}"/>
                  </a:ext>
                </a:extLst>
              </p14:cNvPr>
              <p14:cNvContentPartPr/>
              <p14:nvPr/>
            </p14:nvContentPartPr>
            <p14:xfrm>
              <a:off x="4009320" y="1127520"/>
              <a:ext cx="8169840" cy="4686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3DE0089-9A0A-41BF-9751-1E12121C89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99960" y="1118160"/>
                <a:ext cx="8188560" cy="470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1080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0DBBD1B-D7F1-4FF4-9D2E-731CA85E4F91}"/>
                  </a:ext>
                </a:extLst>
              </p14:cNvPr>
              <p14:cNvContentPartPr/>
              <p14:nvPr/>
            </p14:nvContentPartPr>
            <p14:xfrm>
              <a:off x="2374920" y="1459800"/>
              <a:ext cx="7682400" cy="4116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0DBBD1B-D7F1-4FF4-9D2E-731CA85E4F9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65560" y="1450440"/>
                <a:ext cx="7701120" cy="413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BA036DD-F119-4D2B-A614-8167E5FAECE3}"/>
                  </a:ext>
                </a:extLst>
              </p14:cNvPr>
              <p14:cNvContentPartPr/>
              <p14:nvPr/>
            </p14:nvContentPartPr>
            <p14:xfrm>
              <a:off x="5310000" y="1609200"/>
              <a:ext cx="5299560" cy="3822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BA036DD-F119-4D2B-A614-8167E5FAECE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00640" y="1599840"/>
                <a:ext cx="5318280" cy="384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10453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06DBA01-4639-4276-9EA4-4D06AA9CB4DF}"/>
                  </a:ext>
                </a:extLst>
              </p14:cNvPr>
              <p14:cNvContentPartPr/>
              <p14:nvPr/>
            </p14:nvContentPartPr>
            <p14:xfrm>
              <a:off x="2427120" y="1036440"/>
              <a:ext cx="8676360" cy="5346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06DBA01-4639-4276-9EA4-4D06AA9CB4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17760" y="1027080"/>
                <a:ext cx="8695080" cy="536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E4B0945-9653-4293-8261-B248D5B3C2C7}"/>
                  </a:ext>
                </a:extLst>
              </p14:cNvPr>
              <p14:cNvContentPartPr/>
              <p14:nvPr/>
            </p14:nvContentPartPr>
            <p14:xfrm>
              <a:off x="6626160" y="3169080"/>
              <a:ext cx="4423680" cy="3076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E4B0945-9653-4293-8261-B248D5B3C2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16800" y="3159720"/>
                <a:ext cx="4442400" cy="3095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5224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4C62D45-7A53-40F7-BC69-BAEA158BDBBF}"/>
                  </a:ext>
                </a:extLst>
              </p14:cNvPr>
              <p14:cNvContentPartPr/>
              <p14:nvPr/>
            </p14:nvContentPartPr>
            <p14:xfrm>
              <a:off x="2570400" y="1133640"/>
              <a:ext cx="8543880" cy="4406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4C62D45-7A53-40F7-BC69-BAEA158BDBB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61040" y="1124280"/>
                <a:ext cx="8562600" cy="442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7385B01-ECE8-4602-8C88-797933EFC1D3}"/>
                  </a:ext>
                </a:extLst>
              </p14:cNvPr>
              <p14:cNvContentPartPr/>
              <p14:nvPr/>
            </p14:nvContentPartPr>
            <p14:xfrm>
              <a:off x="496800" y="2001960"/>
              <a:ext cx="9436320" cy="29959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7385B01-ECE8-4602-8C88-797933EFC1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7440" y="1992600"/>
                <a:ext cx="9455040" cy="301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90432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607BECE-5D17-4E9C-B228-FA0A3D4578A0}"/>
                  </a:ext>
                </a:extLst>
              </p14:cNvPr>
              <p14:cNvContentPartPr/>
              <p14:nvPr/>
            </p14:nvContentPartPr>
            <p14:xfrm>
              <a:off x="2854080" y="1157040"/>
              <a:ext cx="7760520" cy="5297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607BECE-5D17-4E9C-B228-FA0A3D4578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44720" y="1147680"/>
                <a:ext cx="7779240" cy="531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0D9881B-E71F-4BBB-BD7D-E95EAF2C2A51}"/>
                  </a:ext>
                </a:extLst>
              </p14:cNvPr>
              <p14:cNvContentPartPr/>
              <p14:nvPr/>
            </p14:nvContentPartPr>
            <p14:xfrm>
              <a:off x="4403520" y="1819800"/>
              <a:ext cx="6186600" cy="4548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0D9881B-E71F-4BBB-BD7D-E95EAF2C2A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94160" y="1810440"/>
                <a:ext cx="6205320" cy="4566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4545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50A722-7E11-4C1F-B343-E6F46101CD3C}"/>
                  </a:ext>
                </a:extLst>
              </p14:cNvPr>
              <p14:cNvContentPartPr/>
              <p14:nvPr/>
            </p14:nvContentPartPr>
            <p14:xfrm>
              <a:off x="3285720" y="1298160"/>
              <a:ext cx="8097120" cy="3076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50A722-7E11-4C1F-B343-E6F46101CD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76360" y="1288800"/>
                <a:ext cx="8115840" cy="30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86B7DFA-DD0B-4D93-8931-7741CD4AEC53}"/>
                  </a:ext>
                </a:extLst>
              </p14:cNvPr>
              <p14:cNvContentPartPr/>
              <p14:nvPr/>
            </p14:nvContentPartPr>
            <p14:xfrm>
              <a:off x="5988240" y="2249280"/>
              <a:ext cx="5205600" cy="1975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86B7DFA-DD0B-4D93-8931-7741CD4AEC5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78880" y="2239920"/>
                <a:ext cx="5224320" cy="199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3570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B042BD0-4FBC-498B-8ADF-35FCD38FB76D}"/>
                  </a:ext>
                </a:extLst>
              </p14:cNvPr>
              <p14:cNvContentPartPr/>
              <p14:nvPr/>
            </p14:nvContentPartPr>
            <p14:xfrm>
              <a:off x="1710360" y="1048320"/>
              <a:ext cx="9767160" cy="50536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B042BD0-4FBC-498B-8ADF-35FCD38FB7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01000" y="1038960"/>
                <a:ext cx="9785880" cy="507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CB36F0B-6D28-4C2D-8C59-A301A0C1162F}"/>
                  </a:ext>
                </a:extLst>
              </p14:cNvPr>
              <p14:cNvContentPartPr/>
              <p14:nvPr/>
            </p14:nvContentPartPr>
            <p14:xfrm>
              <a:off x="3490560" y="1149480"/>
              <a:ext cx="4804920" cy="4934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CB36F0B-6D28-4C2D-8C59-A301A0C116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81200" y="1140120"/>
                <a:ext cx="4823640" cy="495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3872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872B5B45-5D0D-4C52-B75D-D421AB867DB6}"/>
                  </a:ext>
                </a:extLst>
              </p14:cNvPr>
              <p14:cNvContentPartPr/>
              <p14:nvPr/>
            </p14:nvContentPartPr>
            <p14:xfrm>
              <a:off x="2564640" y="1046160"/>
              <a:ext cx="9547920" cy="49564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872B5B45-5D0D-4C52-B75D-D421AB867D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55280" y="1036800"/>
                <a:ext cx="9566640" cy="497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CE3DA7B-3E27-4DB6-BA87-917D880D85CD}"/>
                  </a:ext>
                </a:extLst>
              </p14:cNvPr>
              <p14:cNvContentPartPr/>
              <p14:nvPr/>
            </p14:nvContentPartPr>
            <p14:xfrm>
              <a:off x="6754320" y="3475800"/>
              <a:ext cx="4447440" cy="25606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CE3DA7B-3E27-4DB6-BA87-917D880D85C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44960" y="3466440"/>
                <a:ext cx="4466160" cy="257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8370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4FF5242-0DBC-4AA0-82A3-DF4A0B4AD73B}"/>
                  </a:ext>
                </a:extLst>
              </p14:cNvPr>
              <p14:cNvContentPartPr/>
              <p14:nvPr/>
            </p14:nvContentPartPr>
            <p14:xfrm>
              <a:off x="1988640" y="1261440"/>
              <a:ext cx="6105960" cy="3812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4FF5242-0DBC-4AA0-82A3-DF4A0B4AD73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79280" y="1252080"/>
                <a:ext cx="6124680" cy="383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1052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Comparison of Rectifiers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026" name="Picture 2" descr="What is Rectifier? Types of Rectifiers, Operation and Applications | Type,  Pi projects, Operator">
            <a:extLst>
              <a:ext uri="{FF2B5EF4-FFF2-40B4-BE49-F238E27FC236}">
                <a16:creationId xmlns:a16="http://schemas.microsoft.com/office/drawing/2014/main" id="{FE2DDE4F-4D70-400D-8E6E-8E7C8539A5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140" y="1233377"/>
            <a:ext cx="9706728" cy="3944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6F7BFC5-274D-400E-B69C-36E7D10D9943}"/>
                  </a:ext>
                </a:extLst>
              </p14:cNvPr>
              <p14:cNvContentPartPr/>
              <p14:nvPr/>
            </p14:nvContentPartPr>
            <p14:xfrm>
              <a:off x="1905840" y="942840"/>
              <a:ext cx="8982360" cy="5324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6F7BFC5-274D-400E-B69C-36E7D10D99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96480" y="933480"/>
                <a:ext cx="9001080" cy="534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5C86E62-C812-407E-BB9D-B0BDC9B463A2}"/>
                  </a:ext>
                </a:extLst>
              </p14:cNvPr>
              <p14:cNvContentPartPr/>
              <p14:nvPr/>
            </p14:nvContentPartPr>
            <p14:xfrm>
              <a:off x="5413680" y="2660400"/>
              <a:ext cx="5511600" cy="35211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5C86E62-C812-407E-BB9D-B0BDC9B463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04320" y="2651040"/>
                <a:ext cx="5530320" cy="3539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1707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Shunt Capacitor Filter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076" name="Picture 4" descr="Half wave rectifier with filter">
            <a:extLst>
              <a:ext uri="{FF2B5EF4-FFF2-40B4-BE49-F238E27FC236}">
                <a16:creationId xmlns:a16="http://schemas.microsoft.com/office/drawing/2014/main" id="{3DAD014B-CF49-4703-8B96-3AA4B7751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952" y="1102575"/>
            <a:ext cx="4807048" cy="2658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31665C8-B27F-4EE2-A58E-A385D8F9733B}"/>
                  </a:ext>
                </a:extLst>
              </p14:cNvPr>
              <p14:cNvContentPartPr/>
              <p14:nvPr/>
            </p14:nvContentPartPr>
            <p14:xfrm>
              <a:off x="8522280" y="3789360"/>
              <a:ext cx="3093840" cy="863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31665C8-B27F-4EE2-A58E-A385D8F973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512920" y="3780000"/>
                <a:ext cx="3112560" cy="88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310462-1D79-4D28-8F03-B806074FD8AC}"/>
                  </a:ext>
                </a:extLst>
              </p14:cNvPr>
              <p14:cNvContentPartPr/>
              <p14:nvPr/>
            </p14:nvContentPartPr>
            <p14:xfrm>
              <a:off x="1374840" y="1685520"/>
              <a:ext cx="10334520" cy="43394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310462-1D79-4D28-8F03-B806074FD8A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65480" y="1676160"/>
                <a:ext cx="10353240" cy="435816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2" descr="Figure: Shunt Capacitor Filter | Download Scientific Diagram">
            <a:extLst>
              <a:ext uri="{FF2B5EF4-FFF2-40B4-BE49-F238E27FC236}">
                <a16:creationId xmlns:a16="http://schemas.microsoft.com/office/drawing/2014/main" id="{96C71897-6B29-4384-934B-218AE137A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1645" y="984449"/>
            <a:ext cx="4054475" cy="5741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443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AutoShape 4" descr="Figure: Shunt Capacitor Filter | Download Scientific Diagram">
            <a:extLst>
              <a:ext uri="{FF2B5EF4-FFF2-40B4-BE49-F238E27FC236}">
                <a16:creationId xmlns:a16="http://schemas.microsoft.com/office/drawing/2014/main" id="{FB80827C-ADF8-46A4-9141-0818FFCB15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CD38730-0CE1-4034-943D-0CA97F667230}"/>
                  </a:ext>
                </a:extLst>
              </p14:cNvPr>
              <p14:cNvContentPartPr/>
              <p14:nvPr/>
            </p14:nvContentPartPr>
            <p14:xfrm>
              <a:off x="1559520" y="1030320"/>
              <a:ext cx="10227240" cy="4316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CD38730-0CE1-4034-943D-0CA97F6672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50160" y="1020960"/>
                <a:ext cx="10245960" cy="433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58327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15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AutoShape 4" descr="Figure: Shunt Capacitor Filter | Download Scientific Diagram">
            <a:extLst>
              <a:ext uri="{FF2B5EF4-FFF2-40B4-BE49-F238E27FC236}">
                <a16:creationId xmlns:a16="http://schemas.microsoft.com/office/drawing/2014/main" id="{FB80827C-ADF8-46A4-9141-0818FFCB15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26" name="Picture 2" descr="Derivation of ripple factor equation for a full-wave rectifier with filter  - Electrical Engineering Stack Exchange">
            <a:extLst>
              <a:ext uri="{FF2B5EF4-FFF2-40B4-BE49-F238E27FC236}">
                <a16:creationId xmlns:a16="http://schemas.microsoft.com/office/drawing/2014/main" id="{E381F0CD-5E91-4230-BCD3-523A781579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2811" y="1859836"/>
            <a:ext cx="6201857" cy="1776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regulated Power Supply Design and Tutorial">
            <a:extLst>
              <a:ext uri="{FF2B5EF4-FFF2-40B4-BE49-F238E27FC236}">
                <a16:creationId xmlns:a16="http://schemas.microsoft.com/office/drawing/2014/main" id="{CCC25F69-11EE-46AD-B505-36C12003F2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952" y="1461989"/>
            <a:ext cx="3000375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DB98008-29CE-4290-8A83-545363F48486}"/>
                  </a:ext>
                </a:extLst>
              </p14:cNvPr>
              <p14:cNvContentPartPr/>
              <p14:nvPr/>
            </p14:nvContentPartPr>
            <p14:xfrm>
              <a:off x="2643840" y="2257920"/>
              <a:ext cx="6269760" cy="4003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DB98008-29CE-4290-8A83-545363F4848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34480" y="2248560"/>
                <a:ext cx="6288480" cy="402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2706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16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AutoShape 4" descr="Figure: Shunt Capacitor Filter | Download Scientific Diagram">
            <a:extLst>
              <a:ext uri="{FF2B5EF4-FFF2-40B4-BE49-F238E27FC236}">
                <a16:creationId xmlns:a16="http://schemas.microsoft.com/office/drawing/2014/main" id="{FB80827C-ADF8-46A4-9141-0818FFCB15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9F3EB5B-E8A9-47C2-A949-19CEF987C47A}"/>
                  </a:ext>
                </a:extLst>
              </p14:cNvPr>
              <p14:cNvContentPartPr/>
              <p14:nvPr/>
            </p14:nvContentPartPr>
            <p14:xfrm>
              <a:off x="263880" y="1432080"/>
              <a:ext cx="11104920" cy="3650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9F3EB5B-E8A9-47C2-A949-19CEF987C4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4520" y="1422720"/>
                <a:ext cx="11123640" cy="366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94158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AutoShape 4" descr="Figure: Shunt Capacitor Filter | Download Scientific Diagram">
            <a:extLst>
              <a:ext uri="{FF2B5EF4-FFF2-40B4-BE49-F238E27FC236}">
                <a16:creationId xmlns:a16="http://schemas.microsoft.com/office/drawing/2014/main" id="{FB80827C-ADF8-46A4-9141-0818FFCB15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3DB5640-1114-4BDA-B519-67F55389F1C2}"/>
                  </a:ext>
                </a:extLst>
              </p14:cNvPr>
              <p14:cNvContentPartPr/>
              <p14:nvPr/>
            </p14:nvContentPartPr>
            <p14:xfrm>
              <a:off x="2157480" y="1231200"/>
              <a:ext cx="9244800" cy="5144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3DB5640-1114-4BDA-B519-67F55389F1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48120" y="1221840"/>
                <a:ext cx="9263520" cy="516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48749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1E555-62BE-4DC5-A2CB-A3654DA49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6289-D020-4E13-BF8C-12754C9CA5C0}" type="datetime1">
              <a:rPr lang="en-IN" smtClean="0"/>
              <a:pPr/>
              <a:t>01-02-2022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5CF2D-F3A3-436C-85AD-13EDCEF7D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Department of ECE, BIT, Mesra Ranchi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3CAA2-CCEC-49E3-B7EF-179435FB4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0713B5-9296-425E-8DDC-5B86ACA00944}" type="slidenum">
              <a:rPr lang="en-IN" smtClean="0"/>
              <a:pPr/>
              <a:t>18</a:t>
            </a:fld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72672F-DAD1-4EFE-BA39-E15F08BA2B9B}"/>
              </a:ext>
            </a:extLst>
          </p:cNvPr>
          <p:cNvSpPr/>
          <p:nvPr/>
        </p:nvSpPr>
        <p:spPr>
          <a:xfrm>
            <a:off x="1288952" y="215388"/>
            <a:ext cx="9588155" cy="70004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00206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Diode as a Rectifier</a:t>
            </a:r>
            <a:endParaRPr lang="en-IN" sz="4000" dirty="0">
              <a:ln w="0"/>
              <a:solidFill>
                <a:srgbClr val="00206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700B9D6-D509-49E3-B89E-0ECC06C71A64}"/>
                  </a:ext>
                </a:extLst>
              </p14:cNvPr>
              <p14:cNvContentPartPr/>
              <p14:nvPr/>
            </p14:nvContentPartPr>
            <p14:xfrm>
              <a:off x="1674360" y="1162800"/>
              <a:ext cx="10247400" cy="3221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700B9D6-D509-49E3-B89E-0ECC06C71A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65000" y="1153440"/>
                <a:ext cx="10266120" cy="3240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5434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D5A9B30095FBE4DBF87005A6F15244E" ma:contentTypeVersion="2" ma:contentTypeDescription="Create a new document." ma:contentTypeScope="" ma:versionID="394c0588db4c74b93abab7d9b09bba50">
  <xsd:schema xmlns:xsd="http://www.w3.org/2001/XMLSchema" xmlns:xs="http://www.w3.org/2001/XMLSchema" xmlns:p="http://schemas.microsoft.com/office/2006/metadata/properties" xmlns:ns2="91a3a9aa-4352-4e1d-89f7-38dd1103c51e" targetNamespace="http://schemas.microsoft.com/office/2006/metadata/properties" ma:root="true" ma:fieldsID="9a12efb6747b5efa58ef1bb966178ebf" ns2:_="">
    <xsd:import namespace="91a3a9aa-4352-4e1d-89f7-38dd1103c5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a3a9aa-4352-4e1d-89f7-38dd1103c5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0338501-1184-49A0-B615-91E7B8CDD309}"/>
</file>

<file path=customXml/itemProps2.xml><?xml version="1.0" encoding="utf-8"?>
<ds:datastoreItem xmlns:ds="http://schemas.openxmlformats.org/officeDocument/2006/customXml" ds:itemID="{5DE710C0-94F1-44D6-B0BA-F45F38EE3A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35E2E1-7F02-4B5F-9489-E81C57E9D3A6}">
  <ds:schemaRefs>
    <ds:schemaRef ds:uri="http://schemas.microsoft.com/office/2006/documentManagement/types"/>
    <ds:schemaRef ds:uri="http://www.w3.org/XML/1998/namespace"/>
    <ds:schemaRef ds:uri="0b9ec447-9720-4ecf-87e4-7460c8b2b1f8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851e7e12-707c-44f1-bfe7-18f79f246b09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246</Words>
  <Application>Microsoft Office PowerPoint</Application>
  <PresentationFormat>Widescreen</PresentationFormat>
  <Paragraphs>72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Priyank Saxena</dc:creator>
  <cp:lastModifiedBy>Priyank Saxena</cp:lastModifiedBy>
  <cp:revision>1</cp:revision>
  <dcterms:created xsi:type="dcterms:W3CDTF">2022-02-01T07:39:35Z</dcterms:created>
  <dcterms:modified xsi:type="dcterms:W3CDTF">2022-02-01T07:40:46Z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0x010100ED5A9B30095FBE4DBF87005A6F15244E</vt:lpwstr>
  </property>
</Properties>
</file>