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4.xml" ContentType="application/inkml+xml"/>
  <Override PartName="/ppt/ink/ink33.xml" ContentType="application/inkml+xml"/>
  <Override PartName="/ppt/theme/theme1.xml" ContentType="application/vnd.openxmlformats-officedocument.theme+xml"/>
  <Override PartName="/ppt/ink/ink34.xml" ContentType="application/inkml+xml"/>
  <Override PartName="/ppt/ink/ink1.xml" ContentType="application/inkml+xml"/>
  <Override PartName="/ppt/ink/ink2.xml" ContentType="application/inkml+xml"/>
  <Override PartName="/ppt/ink/ink3.xml" ContentType="application/inkml+xml"/>
  <Override PartName="/ppt/ink/ink10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45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24.xml" ContentType="application/inkml+xml"/>
  <Override PartName="/ppt/ink/ink44.xml" ContentType="application/inkml+xml"/>
  <Override PartName="/ppt/ink/ink47.xml" ContentType="application/inkml+xml"/>
  <Override PartName="/ppt/ink/ink25.xml" ContentType="application/inkml+xml"/>
  <Override PartName="/ppt/ink/ink48.xml" ContentType="application/inkml+xml"/>
  <Override PartName="/ppt/ink/ink49.xml" ContentType="application/inkml+xml"/>
  <Override PartName="/ppt/ink/ink46.xml" ContentType="application/inkml+xml"/>
  <Override PartName="/ppt/ink/ink23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01" r:id="rId2"/>
    <p:sldId id="447" r:id="rId3"/>
    <p:sldId id="448" r:id="rId4"/>
    <p:sldId id="449" r:id="rId5"/>
    <p:sldId id="451" r:id="rId6"/>
    <p:sldId id="453" r:id="rId7"/>
    <p:sldId id="452" r:id="rId8"/>
    <p:sldId id="427" r:id="rId9"/>
    <p:sldId id="504" r:id="rId10"/>
    <p:sldId id="429" r:id="rId11"/>
    <p:sldId id="430" r:id="rId12"/>
    <p:sldId id="431" r:id="rId13"/>
    <p:sldId id="435" r:id="rId14"/>
    <p:sldId id="436" r:id="rId15"/>
    <p:sldId id="432" r:id="rId16"/>
    <p:sldId id="437" r:id="rId17"/>
    <p:sldId id="438" r:id="rId18"/>
    <p:sldId id="439" r:id="rId19"/>
    <p:sldId id="440" r:id="rId20"/>
    <p:sldId id="463" r:id="rId21"/>
    <p:sldId id="464" r:id="rId22"/>
    <p:sldId id="46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5T07:11:40.0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6057 4191 147 0,'0'0'154'0,"0"0"-11"0,0 0-5 0,0 0-5 0,0 0-9 16,-18-8-5-16,18 8-9 0,-6-2-10 0,6 2-4 15,-9-2-2-15,9 2-11 0,-10-1 4 16,10 1-6-16,-13 0-1 0,13 0-3 0,-10 0 0 16,10 0-5-16,-14-1-1 0,6 2-11 0,8-1 4 15,-14 0 2-15,6 0-4 0,1 1-2 0,7-1 6 16,-17 0-11-16,12 2-1 0,5-2-2 0,-9 1-1 0,9-1-6 16,-9 1 2-16,9-1-5 0,0 0-3 15,0 0-4-15,-10 2-5 0,10-2-2 0,0 0-5 16,0 0-2-16,0 0 0 0,0 0 2 0,0 0 9 15,0 0-11-15,36 3 3 0,-9-3 1 0,6-1 3 16,7-1-12-16,17-1 2 0,2-1-4 0,1 3-2 0,2-6 2 16,1 3-1-16,-2 1-5 0,7-1 0 0,-7 0 3 15,2-1-2-15,-1 3-1 0,4-1-1 0,-1 0 5 16,27 2-8-16,-28-3-4 0,27-2 3 16,-29 3 4-16,3 2-1 0,-6 1-3 0,4-3 1 15,-1 3-1-15,-3-4 5 0,3 3 1 0,-6-1-3 16,-4 0 4-16,1-1 9 0,-16 2-10 0,14 0-2 0,-15 1-2 15,-6-3 2-15,1 2 5 0,-4 0 0 0,-4 0-5 16,-5-1 2-16,0 2-8 0,-7 0 3 16,-2 0 0-16,1-1-2 0,-10 1 5 0,13-1-4 15,-5 1 0-15,-8 0 2 0,9 1-5 0,-9-1 1 16,7 0 1-16,-7 0 1 0,0 0-3 0,0 0 3 16,0 0 3-16,9 0-3 0,-9 0 0 0,0 0 2 0,0 0-4 15,0 0 3-15,0 0-2 0,0 0-1 16,0 0-20-16,0 0-16 0,0 0-37 0,0 0-32 15,0 0-69-15,0 0-71 0,0 0-219 0,0 0-501 16,0 0 221-16</inkml:trace>
  <inkml:trace contextRef="#ctx0" brushRef="#br0" timeOffset="1781.03">7986 4047 5 0,'0'0'56'0,"0"0"-3"16,0 0-10-16,0 0 0 0,0 0 0 0,0 0 1 15,0 0-2-15,0 0 1 0,0 0-4 0,0 0-6 16,0 0 12-16,-13-4-16 0,13 4-1 0,0 0 0 16,0 0-9-16,0 0 1 0,0 0-4 0,0 0 1 15,0 0 14-15,0 0-11 0,0 0-5 0,0 0 5 16,0 0 8-16,0 0 6 0,0 0-2 0,-3 8 9 16,3-8-9-16,0 0 3 0,0 0-5 0,2 9 8 15,-2-9 0-15,0 0-1 0,0 0 2 0,2 11 7 16,-2-11-3-16,0 8 10 0,0-8-5 0,0 0 1 15,0 10-6-15,0-10 0 0,2 9 2 0,-2-9-3 16,0 0-3-16,1 8 1 0,-1-8 1 0,0 0-6 16,0 8 4-16,0-8 3 0,0 0 3 0,0 0 6 15,0 0 1-15,0 0 7 0,1 6 5 0,-1-6 8 16,0 0 3-16,0 0 1 0,0 0 8 0,0 0 1 16,0 0 7-16,0 0-17 0,0 0-7 0,0 0-6 15,0 0-8-15,0 0-5 0,0 0-5 16,9-18-2-16,-9 18-2 0,4-10-2 0,1 3-2 0,-3 0-2 15,4-3-3-15,0 1-7 0,-1 0 2 0,0-2-3 16,5-4-1-16,-1 1 0 0,-1 1-3 0,0 3-4 16,-1 0 1-16,0-1-2 0,1 4 1 0,-2-1-6 15,1 3 1-15,-3 1-3 0,0-2 1 0,-4 6-2 16,9-6 2-16,-5 3-6 0,-4 3 0 0,11-2-4 16,-11 2 0-16,9-2 1 0,-9 2 0 0,12 5 1 15,-4 0-1-15,2 1-3 0,-1 2 3 0,3 5-2 16,-2-5 3-16,0 4 1 0,1 0 2 0,-1 0-2 15,-1-1 0-15,3 1 1 0,-6-2 2 0,3-1-5 16,0 0 4-16,0-2-2 0,0 1 9 0,-1 0-8 16,1-1 3-16,-4 0-1 0,0-3 8 0,0 1-3 15,4-1 6-15,-3-2-3 0,-6-2 4 0,7 5 5 16,-2-3 2-16,-5-2 3 0,8 3 0 0,-8-3-2 16,0 0 5-16,12-5 7 0,-12 5-17 0,8-10-1 15,-3 6-2-15,3-3 8 0,1-1-3 0,-3 1-9 16,2-3-2-16,0 0 0 0,2-1 0 0,-4 1-1 15,2-1-5-15,-2 2 0 0,3-2-2 0,0 3-7 16,0-3 0-16,1 5 2 0,-1-1-3 0,-2 3 1 16,-1-1-4-16,0 3-4 0,2 1 1 0,-8 1-2 15,14 1 5-15,-8 1 1 0,3 1 3 0,0 4 0 16,-1 0 0-16,1 1-3 0,1 1 5 0,-2-1-2 16,1 2 0-16,1-2 1 0,-2 2 4 15,-2-1-2-15,3 0 4 0,1-1-4 0,-3-1 4 0,2 0 4 16,-3-1-6-16,0 0-2 0,1-2 7 0,-2 2-1 15,0-3 0-15,-5-3-1 0,8 4-2 0,-2-2 2 16,-6-2 3-16,11 0 0 0,-11 0 7 0,13-4-11 16,-5 0 4-16,1 0-3 0,0-3 2 0,1 0-5 15,-1 2-1-15,4-8 2 0,-1 3 6 0,-1 1-6 16,0-2 0-16,-1 2-4 0,1 1 1 0,3-4 1 16,-5 3-2-16,-3 2-4 0,2 0 3 0,2-3-5 15,-4 5-1-15,0 2 4 0,-1 0-2 0,0-1 7 16,-5 4-10-16,12 0 0 0,-12 0 3 0,13 6-1 15,-5-2 3-15,1 5 8 0,-3-3-6 0,2 1-3 16,-2 4-2-16,3-2 2 0,-2 2 2 16,0 0 0-16,0 0 3 0,2-2 3 0,-3 0 0 0,0-1-4 15,0 1 5-15,-1-4 2 0,2 2-3 0,-4-3 2 16,1 2-3-16,0-3 5 0,-4-3 2 0,3 4 0 16,-3-4-3-16,0 0 1 0,0 0 6 0,13-2 6 15,-13 2-1-15,9-5-1 0,-4-1 0 16,-1 0-2-16,1 1-2 0,0-3-3 0,3 1 1 15,0-1-4-15,5-4 8 0,-1 1 3 0,-3 2-15 0,1 1-1 16,4-1 1-16,-3 1-4 0,0 1 2 0,2 1-8 16,-3 1-1-16,2 0-4 0,-3 2 4 0,1 1 0 15,1 1 0-15,1 2 1 0,-2 1-1 0,3 0 0 16,1 1 4-16,-1 0-1 0,5 0 5 16,-1 2-2-16,3 0 0 0,0 1 1 0,8 0-1 15,0-1 1-15,3 0 3 0,2-2-1 0,2 0 2 0,1-1-3 16,2-1 4-16,1-2-1 0,15 1 1 0,1 1-5 15,0-1 2-15,0-3-2 0,6 3 2 16,-1-3 1-16,6-1 2 0,0 1 0 0,1 2 2 16,25-2-2-16,-26 2 1 0,25-1-2 0,-31 2-4 15,3 0 6-15,0 0-1 0,29-2-1 0,-30 2 0 16,3 0 1-16,1-3 0 0,1 3-2 0,-5 2 5 0,0-5-4 16,0 0 2-16,-3 0 2 0,-4-1-6 0,-17 3 2 15,0-1-4-15,-1 2 5 0,-7-3-4 16,-7 1 6-16,-2 1-2 0,-3-1 1 0,-4 3-8 15,-3-1-1-15,-2-1-7 0,-1-1-14 0,-8 2-22 16,9-3-22-16,-9 3-23 0,4-6-35 0,-4 6-51 0,0 0-43 16,0 0-51-16,-34-9-161 0,14 5-469 15,-8 1 208-15</inkml:trace>
  <inkml:trace contextRef="#ctx0" brushRef="#br0" timeOffset="4179.99">5863 4121 59 0,'0'0'184'0,"0"0"-5"0,0 0-7 0,0 0-6 15,0 0-11-15,0 0-9 0,0 0-11 0,0 0-15 16,0 0-12-16,0 0-11 0,0 0-11 0,0 0-11 16,0 0-10-16,0 0-6 0,0 0-3 0,0 0-3 15,0 0 3-15,0 0-9 0,3 32 2 0,-1-14-3 16,-1 0 0-16,2 8-3 0,-1 1 8 0,1 4 0 15,-2 0-5-15,2 4-4 0,-4 14 1 0,1 0-1 16,-2-1 3-16,-2 1 2 0,3 0-9 0,0 1-1 16,-3-4 14-16,-1 2-12 0,3-12 1 0,2 0-1 15,-2-3-3-15,1 3-1 0,-2-2-1 0,2 1-1 16,0-2 0-16,-2-3-3 0,2-1 2 0,0-2-6 16,-1 0 2-16,-2-1-4 0,3-1-1 0,0-6-1 15,0 1 1-15,-3-1 0 0,3 0 5 0,-4-1-9 16,2-1 2-16,0-2-4 0,2 1 2 0,-1 2-5 15,0-2 0-15,-2-4 0 0,4 1 0 0,-4-1-2 16,4 0-15-16,0-2-17 0,0 1-18 0,0-4-22 16,3 3-19-16,-3-10-20 0,-1 17-34 0,3-7-32 15,-2-10-25-15,6 13-34 0,-5-6-172 0,-1-7-429 16,4 12 189-16</inkml:trace>
  <inkml:trace contextRef="#ctx0" brushRef="#br0" timeOffset="4629.04">5095 5625 205 0,'0'0'208'0,"-9"-4"-5"0,9 4-9 16,-9-3-7-16,9 3-10 0,0 0-14 0,-10-3-14 15,10 3-7-15,0 0-12 0,0 0-18 0,0 0-11 16,0 0-11-16,29-1-6 0,-1 1-3 0,8-4-5 15,18-1 0-15,6 2-16 0,5-3-3 16,27 1-6-16,-27-1-6 0,25-5-7 0,-26 8-4 0,1-5-2 16,1 4 1-16,-3-1-11 0,-3 2 3 0,-3-2-3 15,-3-1-2-15,0 1-2 0,-16 3 3 0,-3-3-5 16,0 4 2-16,-4-2 0 0,-9 0 1 0,-2 3 5 16,-2-3-6-16,-5 3 1 0,-5 0 2 0,2-2-4 15,-3 1-2-15,-7 1-2 0,9 0-1 0,-9 0-16 16,8-1-17-16,-8 1-20 0,0 0-31 0,0 0-49 15,0 0-43-15,0 0-36 0,0 0-208 0,-40 7-441 16,20 0 196-16</inkml:trace>
  <inkml:trace contextRef="#ctx0" brushRef="#br0" timeOffset="5029.37">5515 6025 203 0,'-5'-10'211'0,"5"10"-4"16,-2-6-8-16,2 6-8 0,0 0-13 0,-6-8-10 0,6 8-13 15,0 0-8-15,-3-6-10 0,3 6-15 0,0 0-9 16,0 0-4-16,0 0-10 0,0 0-13 16,0 0-10-16,-7-4-7 0,7 4-5 0,0 0-5 15,0 0-5-15,0 0 6 0,0 0-6 0,0 0 5 16,26-2 6-16,-10 1-9 0,14-3-4 0,2 1-2 0,6-1 3 16,17-3-14-16,3 4-4 0,-1-7-2 0,1 0-2 15,-3 3-7-15,1-1 1 0,-16 4-3 16,-3-3 1-16,0 3-6 0,-3-1-8 0,-3 2-13 15,-11 0-14-15,-1 1-22 0,-7 0-25 0,1 2-28 16,-6 0-44-16,-7 0-39 0,12 0-30 0,-12 0-34 16,0 0-157-16,0 0-428 0,0 0 190 0</inkml:trace>
  <inkml:trace contextRef="#ctx0" brushRef="#br0" timeOffset="5963.19">5748 5993 59 0,'0'0'229'15,"5"-5"-11"-15,-5 5-14 0,0 0-15 0,3-5-12 16,-3 5-17-16,0 0-3 0,0 0-10 0,0 0-7 16,0 0-4-16,3 23 1 0,-4-8-14 0,1 3-9 15,0 9-7-15,4 0-10 0,-4 1-8 0,3 1-13 16,-3 3-5-16,1-1 7 0,-2 2 0 0,3-2-1 15,0 2 1-15,-4 0 2 0,4-1-3 0,-1-1 1 16,0 0-2-16,-2-1-9 0,2-1-5 0,-1 0 0 16,0-1-6-16,-1-1-4 0,2-1-2 0,-1 2-5 15,1-3-7-15,-1-1-1 0,4-5 2 0,-3 1-9 16,-1 0-1-16,0 1 5 0,2-5-12 0,-2 11 3 16,2 2-9-16,1-11-1 0,-1 7 1 0,1 0 7 15,-2-6-6-15,0-2 12 0,2 3-15 0,-4-1-2 16,1 0 3-16,0 8 2 0,0-10-3 0,0 1 4 15,0 1-6-15,0 2 2 0,-2-2-5 0,2 1-4 16,-2 6 3-16,4-9-3 0,1 1 5 0,-2-2-4 16,2 1 6-16,-2 1-9 0,3-1 8 0,-3-6-3 15,3 0-1-15,-2 3-3 0,1-2-6 0,0 0 4 16,-1-1 4-16,0 0-5 0,0 1-1 0,-1-2 7 16,3 1 0-16,-1 0-5 0,-1 0 3 0,1-1-2 15,-1 0-3-15,-2-10 1 0,3 14 2 0,-2-6-6 16,-1-8 5-16,3 15 0 0,-3-15-3 0,1 12 6 15,-1-12-5-15,3 12 3 0,-3-12 2 0,3 10-2 16,-3-10 0-16,4 10 0 0,-4-10-3 0,3 10 4 16,-3-10 0-16,4 7 2 0,-4-7-1 0,0 0 2 15,7 9-5-15,-7-9-1 0,5 5 4 0,-5-5-1 16,0 0 3-16,9 8-3 0,-9-8 4 0,8 4 4 16,-8-4-7-16,17 5 5 0,-7-3-3 0,3 0 2 15,-1-2 0-15,9 0-4 0,1 2-4 0,8-4 14 16,4 0-10-16,3-2 3 0,0 6-5 0,13-4-3 15,2 1 4-15,0 0-2 0,-13 0-2 0,17-3 3 16,0 2-2-16,2 2-2 0,4-1 0 0,2-1 7 16,1-1-3-16,27 0 0 0,-2-1 1 0,2 3-1 15,-2-5-5-15,-26 6 6 0,32 0 1 0,-1 0-8 0,3-2 8 16,2 0 0-16,5-2-4 0,1 3 2 16,2-2-3-16,5 2-3 0,-2-3 7 0,-6 4 5 15,18-4 3-15,-2 3-10 0,9-2 2 0,2-3-4 16,2 5 1-16,2-1-4 0,3 0 1 0,5-3 11 15,2 0-11-15,4 1-1 0,2 5 9 0,1-2-7 0,2-1 5 16,2-1 0-16,0 1-9 0,1 1 5 16,-2-2 11-16,4-1-11 0,1 1-7 0,0-3-14 15,0 5-9-15,-7-2-11 0,4 1-13 0,-12-5-8 16,3 0-9-16,-4-1-24 0,-5-2-16 0,-2 2-16 16,-14-2-19-16,-3-2-28 0,-1 2-48 0,-6-5-41 0,-4 3-253 15,-6-10-558-15,-12 5 248 0</inkml:trace>
  <inkml:trace contextRef="#ctx0" brushRef="#br0" timeOffset="7238.78">3583 5263 192 0,'0'0'217'16,"0"-10"-9"-16,0 10-10 0,0 0-11 0,1-11-7 15,-1 11-10-15,0 0-11 0,-1-8-7 0,1 8-14 16,0 0-15-16,0 0-13 0,0 0-12 0,0 0-12 16,0 0-8-16,0 0-8 0,0-10-7 0,0 10-13 15,0 0-4-15,0 0-5 0,0 0-2 0,0 0-7 16,0 0-7-16,0 0-1 0,0 0 1 0,0 0-2 15,4 30-1-15,-4-23-3 0,2 2 1 0,0-2-3 16,-2 3 6-16,0-2-3 0,1 1 4 0,0 1-7 16,-1-3 4-16,0 1-3 0,1-1 1 0,1 2 0 15,-2-9-3-15,-2 11-1 0,4-3-3 0,-4 0 3 16,4-1 0-16,-2 2 1 0,0-9 3 0,0 18 0 16,1-9 1-16,-1 1-1 0,0 1-1 0,1-1-5 15,1 1 4-15,-1 1-4 0,0 2 7 0,0 2 0 16,1 1 10-16,-1-1-5 0,0-1 2 0,1 1 5 15,-1-1-2-15,-1 2 3 0,1-6-4 0,-1 0 4 16,2 3-2-16,-2-3-3 0,1-2 1 0,0 1-4 16,-1-1-2-16,0-2-1 0,0-7 0 0,1 12-3 15,-1-12-10-15,0 12 3 0,0-12 3 0,0 7 2 16,0-7-1-16,0 0-5 0,4 9-2 0,-4-9 3 16,0 0-2-16,1 4-3 0,-1-4-3 0,0 0-17 15,0 0-13-15,0 0-24 0,0 0-30 0,0 0-26 16,0 0-46-16,0 0-54 0,0 0-39 0,0 0-242 15,0 0-529-15,0 0 234 0</inkml:trace>
  <inkml:trace contextRef="#ctx0" brushRef="#br0" timeOffset="7579.07">3832 5493 50 0,'4'-4'246'16,"-4"4"-22"-16,0 0-18 0,0 0-13 0,0 0-15 15,0 0-11-15,0 0-11 0,0 0-6 0,-13 25-13 16,11-16-9-16,-1-1-12 0,1 1-7 0,0-2-12 16,2 2-12-16,0-9-7 0,2 15-7 0,-1-8-4 15,1 2-8-15,2-3-6 0,0 0-4 0,1 0-1 16,4 0 8-16,0-3-9 0,1 1 2 0,3-3-5 16,0-1 4-16,0 0-4 0,1-1 1 0,4-3-5 15,-7 1-1-15,2-1-4 0,-2-1 5 0,0 1-4 16,-2-2-6-16,2-3 4 0,-6 0-6 0,0-1-3 15,-2-1-1-15,-3 1-5 0,-3 0 2 0,1-2-4 16,-6-3-2-16,0 1-2 0,-4 0-1 0,-1-1-6 16,-2 3 3-16,-1 3-4 0,1-1 1 0,3 3 0 15,0 1-12-15,0 1-22 0,2 1-23 0,0 1-18 16,3 3-28-16,7 0-26 0,-14 2-36 0,8 2-40 16,1 1-42-16,0 2-174 0,5-7-449 0,0 0 199 15</inkml:trace>
  <inkml:trace contextRef="#ctx0" brushRef="#br0" timeOffset="7929.74">4061 5367 149 0,'0'0'269'0,"-5"-6"-20"0,5 6-21 16,-1-8-17-16,1 8-25 0,0 0-20 0,0 0-21 15,0 0-14-15,0 0-14 0,0 0 16 0,0 0-18 16,3 28-5-16,4-13-9 0,-2 2-7 0,1-1-8 15,3 2-6-15,0 1-9 0,-2-2-8 0,2 2 4 16,-1-3-18-16,-1-1 4 0,-2-3-4 0,0-1-14 16,0 1 1-16,3-4-2 0,-3 1-4 0,-1-3-3 15,0-2-1-15,0 1 0 0,-1-1 11 0,-3-4 11 16,9 6 7-16,-5-4 7 0,-4-2 1 0,0 0-4 16,16-7-4-16,-11 2 3 0,3-4 1 0,-1 1 7 15,1-2-5-15,-2-2-7 0,4-4-10 0,-2-1 3 16,-2-1-10-16,3-5-3 0,0-1-6 0,0 0-5 15,-2 6 2-15,-1-1-4 0,1 0-16 0,0-4-7 16,1-1-5-16,-3 9-18 0,2 0-20 0,-2 4-13 16,-1 2-28-16,0 0-29 0,-1 3-33 0,-1 1-34 15,-2 5-36-15,8-9-26 0,-8 9-26 0,0 0-177 16,0 0-483-16,0 0 215 0</inkml:trace>
  <inkml:trace contextRef="#ctx0" brushRef="#br0" timeOffset="9831.21">8563 3302 59 0,'0'0'225'0,"0"0"-5"0,0 0-5 0,0 0-11 16,-2-11-10-16,2 11-12 0,0 0-12 0,0 0-12 15,0 0-14-15,0 0-12 0,0 0-12 0,-1-8-16 16,1 8-10-16,0 0-13 0,0 0-7 0,0 0-7 16,0 0 1-16,0 0 0 0,-13 15-6 0,5-6-1 15,0 1-5-15,3 0-3 0,-4 4-7 0,-2-2-2 16,2 4-3-16,-4-1-5 0,7 0-6 0,-2-1 0 15,3 1-5-15,1-5-2 0,0 1-1 0,2-1-7 16,-1 0 5-16,3-1-5 0,-1 1-3 0,6 0 1 16,-1-1-1-16,2-1 2 0,2 1-5 0,2-3 1 15,3 0 0-15,2 0-2 0,4-2 3 0,-1-2-2 16,0-1-1-16,3-1 2 0,-3 0-4 0,-1-3 40 16,3-1-4-16,-8 0-2 0,7-1-4 0,-2-1 0 15,-5-1-3-15,2-3-3 0,-4 0-1 0,0 2-2 16,-2-3-4-16,-3 0-1 0,3-4-3 0,-6-1 0 15,-2-2 1-15,-1 3-2 0,-3-2-1 0,0 3-5 16,-3-2-18-16,-2 1 16 0,-3 1-3 0,2 1 1 16,0 6-5-16,0-1 1 0,-1 2-6 0,-3 1-1 15,3 3-14-15,-2 1-15 0,0 2-26 0,0 1-28 16,1 5-28-16,0 0-47 0,4 1-71 0,-3 4-70 16,1 0-161-16,3-3-503 0,3 1 223 0</inkml:trace>
  <inkml:trace contextRef="#ctx0" brushRef="#br0" timeOffset="9995.4">8855 3427 2447 0,'4'1'59'15,"-4"-1"-6"-15,0 0-19 0,0 0-2 0,0 0-7 16,0 0 8-16,0 0 1 0,0 0 11 0,0 0 5 16,0 0-4-16,11-3-1 0,-11 3-6 0,0 0-4 15,0 0-8-15,0 0-22 0,0 0-22 0,0 0-25 16,0 0-23-16,5 5-47 0,-5-5-57 0,0 0-62 15,7 4-165-15,-7-4-428 0,6 3 189 0</inkml:trace>
  <inkml:trace contextRef="#ctx0" brushRef="#br0" timeOffset="10416.2">9035 3225 87 0,'0'0'242'0,"8"-8"-14"0,-5 2-10 0,4 2-12 16,2-1-13-16,5 1-16 0,-4 3-15 16,2-3-10-16,2 4-14 0,-1-1-11 0,6 1-14 15,-7 3-13-15,6 0-11 0,-6 1-7 0,-1 3-11 16,5 1-4-16,-7 2-8 0,2 2-4 0,-2 2-3 0,-4 0-4 16,-2 3-2-16,-2-1 3 0,0-1-3 0,-6 0-4 15,1 2 1-15,-1-4-3 0,-4 0-3 0,2-2-1 16,0-3-2-16,0 1-2 0,1-1-5 15,1-3-1-15,0 1-1 0,1-3-4 0,4-3-6 16,-5 9-9-16,5-9-10 0,0 0-8 0,-1 8 1 16,1-8-2-16,0 0 4 0,0 0 0 0,9 6 1 0,-2-3 2 15,4-3-2-15,0 0 7 0,1 2-6 0,-1-1 2 16,-3 3-1-16,3-1-3 0,1 2-1 16,-2-1 3-16,0-1 1 0,-1 2 0 0,-1 0 1 15,-2-1 0-15,-1 0-2 0,-1 2 8 0,-1-1 10 16,-3-5 9-16,1 14 3 0,-1-14 4 0,-8 15 4 15,-2-7 0-15,3 1-3 0,-5-2 1 0,-6 4-10 16,2-3-7-16,-4 1-16 0,3-2-21 0,-1-2-16 16,0 2-26-16,0-2-34 0,6-2-44 0,2-1-57 15,0-1-246-15,-3 1-484 0,13-2 214 0</inkml:trace>
  <inkml:trace contextRef="#ctx0" brushRef="#br0" timeOffset="10779.94">9434 3332 59 0,'10'-5'236'0,"-1"1"-18"0,-3 0-18 0,1 2-18 15,0-1-13-15,-7 3-16 0,11-4-17 0,-11 4-11 16,11 0-8-16,-11 0-8 0,11 4-11 0,-5-1-6 16,-1 0-11-16,-5-3-4 0,8 7-9 0,-6-2-9 15,1 0-3-15,-2 2-5 0,-1-7-5 0,-1 12-2 16,1-12-2-16,-7 14-6 0,3-5-3 0,-1-1-4 15,3 0-11-15,-5-1-10 0,2-2-5 0,3 1-5 16,-2 0-4-16,4-6 1 0,-4 9 0 0,3-3-3 16,1-6 3-16,0 0-2 0,4 15 1 0,-4-15 1 15,3 8 1-15,0-5 1 0,-3-3 0 0,10 8 2 16,-3-5-1-16,-1 1-1 0,-1-1 0 0,1 2 3 16,-1-1-4-16,-1 0 3 0,-4-4-2 0,7 7 9 15,-7-7 11-15,2 7 8 0,-2-7 6 0,-1 9-3 16,1-9-3-16,-10 10-2 0,0-4-7 15,2 0-10-15,-2-1-9 0,-2 0-13 0,1-1-29 0,-1 1-34 16,1-3-38-16,3 1-45 0,0 0-46 0,1-1-128 16,7-2-364-16,-10 1 161 0</inkml:trace>
  <inkml:trace contextRef="#ctx0" brushRef="#br0" timeOffset="11049.34">9769 3271 1 0,'3'-9'314'0,"0"0"-13"16,-2 4-11-16,-1 5-11 0,5-10-23 0,-2 6-31 15,-3 4-21-15,1-6-26 0,-1 6-22 0,0 0-15 16,0 0-11-16,0 0-12 0,4 19-3 0,-4-10-8 16,0 4-9-16,3 3-11 0,-3 1-2 15,1 2-7-15,-1-1 2 0,1 0-12 0,0 0-9 16,1-1 3-16,-2-2-10 0,1 2-4 0,0-1-19 0,-1-3 23 15,2 0-9-15,-2-3-11 0,0 1-18 0,1 0-36 16,0-2-13-16,-1-2-27 0,1 3-24 0,-1-3-31 16,0-7-54-16,2 11-63 0,-1-5-263 0,-1-6-536 15,0 0 238-15</inkml:trace>
  <inkml:trace contextRef="#ctx0" brushRef="#br0" timeOffset="11262.99">9996 3332 1963 0,'3'-5'22'0,"-1"-3"60"16,-2 8-24-16,0-9-20 0,0 9-1 16,0 0-19-16,-11-7 11 0,11 7 13 0,-20 7 1 15,4 0 6-15,-1 0 5 0,1 5 5 0,-1-1-3 16,0 5 3-16,5-5 0 0,-4 0-2 0,5 2 1 16,2-2-5-16,3 0-4 0,-1-1-1 0,2 0-3 15,1-1-5-15,1 1-3 0,5 0-2 0,-1-1-3 16,3 0-4-16,1-1 0 0,2-1-2 0,1-2-19 0,6 3-23 15,6-2-34-15,-4-2-48 0,3-2-67 16,8-1-88-16,-9-1-186 0,0-1-474 0,0-2 210 16</inkml:trace>
  <inkml:trace contextRef="#ctx0" brushRef="#br0" timeOffset="11613.15">10194 3521 96 0,'10'0'255'0,"-10"0"-12"15,0 0-10-15,9-4-5 0,-9 4-5 0,9-3-11 16,-4 1-6-16,-5 2-11 0,11-3-4 0,-5-1-10 16,-2-1 0-16,1 0-3 0,-5 5-7 0,8-8-16 15,-6 2-16-15,2 1-26 0,-3-5 11 0,1 3-14 16,-2-3-8-16,2-1-23 0,-2 0-6 0,-4 0 2 16,3 1-18-16,0-1 3 0,1-2-20 0,1 0-7 15,0 1-6-15,3 1-1 0,0 2-6 0,4-1-3 16,-3 0-2-16,4 4-4 0,2 1 2 0,1 1-7 15,0 2 2-15,1 0-8 0,0 4 4 0,0 1-8 16,-2 2-1-16,1 1 2 0,-2 1 3 0,-1 0 6 16,-1 3-3-16,0-1-3 0,0 3-1 0,-4-2 4 15,0 0 1-15,0-1 1 0,-2 1-22 0,1-3 20 16,1 1-1-16,-2 0 1 0,3 1-4 0,2-2 7 16,0-1-5-16,11 0-13 0,-1-2-32 15,11-1-24-15,3 0-39 0,-3-3-28 0,0 0-51 0,-5 0-50 16,-3-4-57-16,0 1-211 0,-6 0-546 0,-2-1 241 15</inkml:trace>
  <inkml:trace contextRef="#ctx0" brushRef="#br0" timeOffset="13346.18">5869 3743 13 0,'-8'0'181'0,"-3"-1"-12"0,11 1-12 15,-15-1-1-15,7 1-3 0,-2-1-17 0,10 1-3 16,-17 1-11-16,10-2-13 0,7 1-10 0,-12-1-6 0,12 1-3 16,-9-1-12-16,9 1-9 0,0 0-6 0,0 0-11 15,0 0 3-15,0 0-5 0,0 0-1 0,0 0 4 16,0 0-2-16,44 4-6 0,-11-4 0 16,4 1-7-16,14-2-2 0,8-1-5 0,-5 0-1 15,3 1-1-15,2-2-5 0,-5 1 0 0,-3-2-4 0,0 1-4 16,-15 3 5-16,3 0-8 0,-4-1 4 0,-1 1-6 15,-3-3 3-15,2 3-5 0,-5-3 11 0,-6 2 1 16,-2 0 6-16,2-2-8 0,-5 0-2 16,-1 2 1-16,-2-1 9 0,-3 2-2 0,-2-2-1 15,-4 1 6-15,-5 1 1 0,12-2 2 0,-4 2 4 16,-8 0-6-16,0 0 2 0,10-1-7 0,-10 1 4 0,0 0-7 16,0 0 3-16,9-2-4 0,-9 2 1 15,0 0-7-15,0 0-3 0,0 0 3 0,5-3-5 16,-5 3 1-16,0 0-5 0,0 0-2 0,0 0 3 15,0 0-3-15,0 0-2 0,0 0 2 0,0 0-3 16,0 0 2-16,-15 19 0 0,7-13 2 0,3 1 6 0,-2 0-10 16,-2 3 0-16,0-2 0 0,-2 5 1 0,-2-3-1 15,4-1 4-15,-2 4-23 0,2-5-14 16,-1 1-17-16,2 1-15 0,-2-1-11 0,1-1-38 16,3 0-38-16,2-3-44 0,4-5-40 0,-11 14-153 15,6-10-419-15,5-4 185 0</inkml:trace>
  <inkml:trace contextRef="#ctx0" brushRef="#br0" timeOffset="13512.94">6658 3653 139 0,'-16'-12'235'0,"-1"1"-15"0,-8-2-5 16,1 1-16-16,-4 2-3 0,-1 0-16 0,2 3-2 15,6 2-8-15,3-2 25 0,2 3-22 0,4-1-17 16,1 1-10-16,3 1-32 0,2 2-28 0,6 1-47 15,-12-3-47-15,12 3-38 0,0 0-53 0,0 0-56 16,0 0-76-16,0 0-120 0,23-13-380 0,-9 8 170 16</inkml:trace>
  <inkml:trace contextRef="#ctx0" brushRef="#br0" timeOffset="14317.34">5807 3075 115 0,'0'0'149'0,"0"0"-4"0,0-10 6 0,0 10-7 0,0 0-8 16,0 0-9-16,0 0-7 0,0 0-5 0,0 0-10 15,0 0-10-15,0 0-5 0,0 0-6 0,0 0-6 16,0 0-5-16,0 0-9 0,0 0-6 0,0 0-1 16,0 0-7-16,0 0-2 0,0 0-12 15,0 0 5-15,-12-4-8 0,12 4-5 0,0 0-4 0,-10-1 3 16,10 1 2-16,0 0-2 0,0 0 2 0,-14 2-3 16,14-2-3-16,0 0 0 0,-9 1 5 15,9-1-7-15,0 0 4 0,0 0-1 0,0 0-1 0,0 0 1 16,0 0-1-16,-9 0 1 0,9 0-4 15,0 0-2-15,0 0 3 0,0 0 1 0,38-7-4 0,-19 3 2 16,10 1 2-16,-2-2-7 0,2 3-6 16,-1-2 1-16,-1 0-3 0,-5 0-15 0,-1 4-22 15,0-3-17-15,-1 4-30 0,-1-1-35 0,-6 2-30 0,0-2-24 16,-2 2-33-16,-3-2-126 0,-1 2-350 0,-7-2 155 16</inkml:trace>
  <inkml:trace contextRef="#ctx0" brushRef="#br0" timeOffset="14713.07">6015 3030 52 0,'0'0'205'0,"-5"-3"2"0,5 3-15 0,0 0-10 15,0 0-21-15,-5-7-19 0,5 7-16 0,0 0-12 16,0 0-13-16,0 0-10 0,0 0-11 0,0 0 7 16,-7 17-9-16,6-7-2 0,0 0-7 0,1 2 3 15,1 4 1-15,-2 1-7 0,2 0-8 16,-1-2-3-16,1 0-4 0,2 2 23 0,-2-2-9 15,1-1-6-15,-4-3-3 0,5 0-6 0,-3 0-4 16,0-1-5-16,2-2-4 0,0 1-2 0,-2-2-5 0,0-7-4 16,1 11 2-16,-1-5-5 0,0-6-1 0,1 10-7 15,-1-10-3-15,-4 7-5 0,4-7-3 16,-3 7-4-16,3-7-4 0,-6 7-5 0,1-6-1 16,5-1-1-16,-12 4-1 0,3-2 2 0,0-2-1 15,-1 0 4-15,10 0 1 0,-16-2-2 0,8 0 4 16,1-1 2-16,7 3 2 0,-10 0 5 0,10 0-1 0,-9 0 5 15,9 0-2-15,0 0-1 0,0 0 1 16,-12-3-1-16,12 3-1 0,0 0-2 0,0 0-2 16,0 0 2-16,0 0-1 0,0 0 2 0,0 0 0 15,0 0 4-15,0 0-3 0,42 1-1 0,-29-1-2 16,7-1-5-16,0 1-11 0,0 0-26 0,7-1-33 16,-5 0-37-16,7-3-55 0,-3 3-53 0,-6 1-172 15,-1-4-422-15,-1 2 187 0</inkml:trace>
  <inkml:trace contextRef="#ctx0" brushRef="#br0" timeOffset="14896.98">6378 3211 2024 0,'4'-5'156'15,"0"0"-30"-15,-4 5-2 0,7-8-21 0,-7 8-16 16,4-8-16-16,-4 8-13 0,3-4-7 0,-3 4-12 16,0 0-4-16,0 0 9 0,0 0 0 0,0 0 9 15,0 0 0-15,4 17-4 0,-6-5 2 16,2-1-6-16,0 5 1 0,-1 3-9 0,2-1-5 0,-1 2-29 15,3 3-24-15,-2 4-40 0,0-8-52 0,1 0-70 16,3 4-101-16,-5-5-162 0,1 0-481 0,-2 0 214 16</inkml:trace>
  <inkml:trace contextRef="#ctx0" brushRef="#br0" timeOffset="16595.98">11402 4016 42 0,'0'0'73'0,"0"0"-7"0,0 0-2 0,-7-3 14 16,7 3-19-16,0 0 0 0,0 0 1 0,0 0-6 15,0 0-1-15,0 0-3 0,-9-3-5 0,9 3-8 16,0 0 3-16,0 0 0 0,0 0-2 0,0 0-3 16,-10-1-13-16,10 1 2 0,0 0 6 0,0 0 7 15,-11-2 1-15,11 2 6 0,0 0 6 0,0 0 0 16,-9 3 5-16,9-3-1 0,0 0-6 0,0 0-1 16,0 0-1-16,0 0 1 0,0 0 7 0,0 0-3 15,34-8 3-15,-11 8-6 0,8-1 4 0,5-2-6 16,2 0-1-16,20-3 1 0,-1 2-7 0,3-1-3 15,1 0-3-15,6-1-6 0,24-3 4 0,-26 5-5 16,27-3-2-16,2 0-1 0,-2 1 0 16,-27 0 2-16,34 0-4 0,-5-1 0 0,2-1-1 0,-6 2-1 15,2 1-2-15,-27-2-1 0,27 5-1 0,-29-2-2 16,3 0 1-16,-1 0-7 0,-6 0 4 0,2 2-1 16,-8 0-4-16,-14-1 2 0,10 0-1 0,-14-1 7 15,2 1-7-15,-4 0 9 0,-5 3 3 0,0-3 0 16,-1 1-2-16,-6 0 2 0,-1 2-2 0,-7 0 3 15,3 0-2-15,-5-1 3 0,0-2 0 0,-1 2 5 16,-2 0 5-16,-8 1 4 0,9 0 3 0,-9 0 2 16,12 1-2-16,-12-1 0 0,0 0 1 0,11-3-4 15,-11 3-2-15,0 0-5 0,0 0-2 0,9-1-3 16,-9 1-2-16,0 0-6 0,0 0-8 0,0 0-15 16,0 0-22-16,0 0-21 0,0 0-32 0,6 3-40 15,-6-3-44-15,0 0-39 0,0 0-192 0,0 0-431 16,-29 6 190-16</inkml:trace>
  <inkml:trace contextRef="#ctx0" brushRef="#br0" timeOffset="17772.5">11673 3919 69 0,'0'-10'177'0,"0"10"-4"0,0 0 0 15,0 0-11-15,0 0-3 0,-4-9-10 0,4 9-10 16,0 0-9-16,0 0-11 0,0 0-6 0,0 0-12 0,0 0-14 16,0 0 1-16,0 0-7 0,0 0-5 0,0 0-3 15,0 0-4-15,0 0-3 0,0 0-4 16,0 0 0-16,0 0-3 0,0 0-7 0,0 0 3 16,0 0-3-16,0 0 3 0,0 0 2 0,0 0-1 15,-1-8 8-15,1 8-4 0,0 0-4 0,0 0-2 0,0 0 5 16,0 0-2-16,0 0-2 0,0 0-4 0,0 0-3 15,0 0 4-15,0 0-8 0,0 0 1 16,0 0-6-16,0 0-5 0,-3-8 2 0,3 8-9 16,0 0-2-16,0 0-6 0,0 0-2 0,0 0-4 15,0 0-4-15,0 0-3 0,0 0-1 0,0 0-4 0,0 0 3 16,0 0-1-16,3 26 0 0,-2-13 1 0,-1 2-3 16,2 3 2-16,0 1 0 0,0 5-5 15,2 2 3-15,-4 2 3 0,2 0 0 0,-1 1 1 16,1-1 8-16,0 1-3 0,1-3-4 0,-1 0 7 15,-2 1-1-15,1 0 2 0,0-2 8 0,2-6-3 16,-5 1-2-16,4 6 0 0,0-1-3 0,-4-6 5 16,4-2 1-16,-2 2-4 0,2-2-1 0,-1 1-2 15,0-1 6-15,-1-4-5 0,3 3 6 0,-3-6-3 0,0 2 2 16,2-3 2-16,0 0-2 0,-2 1-1 16,0-10 4-16,2 14 1 0,-2-6 11 0,0-8-6 15,0 12 2-15,0-12-1 0,2 12 1 0,-2-12 2 16,2 10-2-16,-2-10-2 0,0 0 1 0,-1 12-10 0,2-7 12 15,-1-5-8-15,0 0 4 0,0 0-11 0,1 14 5 16,-1-14-6-16,0 0 1 0,4 9 4 16,-4-9-7-16,0 0-2 0,1 8 5 0,-1-8-13 15,2 5 8-15,-2-5 6 0,0 0-12 0,2 9 3 16,-2-9 0-16,0 0-7 0,0 0 3 0,3 4 2 16,-3-4-3-16,0 0 9 0,0 0-5 0,0 0 4 15,0 0-6-15,0 0 2 0,0 0 2 0,2 6-2 16,-2-6 12-16,0 0-15 0,0 0 5 0,0 0-22 15,0 0-15-15,0 0-25 0,0 0-31 0,0 0-57 16,0 0-48-16,0 0-51 0,0 0-46 0,0 0-60 16,0 0-210-16,0 0-600 0,0 0 266 0</inkml:trace>
  <inkml:trace contextRef="#ctx0" brushRef="#br0" timeOffset="18964.66">11602 4753 115 0,'0'0'141'0,"-12"-2"-8"16,12 2-2-16,-12-1-6 0,6 1-7 0,6 0 3 15,-14-2-7-15,14 2-1 0,-10 0-7 0,10 0 1 16,-11-1-8-16,11 1-3 0,-8 1-9 0,8-1-6 16,0 0-7-16,0 0-6 0,-11-1-9 0,11 1-4 15,0 0-2-15,0 0-2 0,-8-2 2 0,8 2-1 16,0 0-3-16,0 0-1 0,0 0-3 0,0 0 0 15,0 0-8-15,0 0 2 0,33 0-6 0,-17 1 2 16,4-2-6-16,9 2-2 0,1-2-5 0,1-1-1 16,2 2 2-16,1-1-4 0,0-1-2 0,1 2-3 15,-1-2 0-15,2 1 1 0,-4 0-2 0,-3 2 9 16,-2-2-10-16,-7 2-23 0,2-2 4 0,-4 2 8 16,-4-2-8-16,-1 2 7 0,-1-1 5 0,-1 0-1 15,-5 0 1-15,-6 0 2 0,14 0 0 0,-14 0-2 16,9 0 3-16,-9 0-1 0,0 0 6 0,9 0 0 15,-9 0 7-15,0 0-2 0,0 0 4 0,9 0 2 16,-9 0 2-16,0 0 0 0,0 0 3 0,0 0-6 16,0 0 1-16,0 0 1 0,0 0 1 0,0 0-6 15,0 0-1-15,0 0-1 0,0 0-1 0,0 0-3 16,0 0-2-16,0 0 8 0,0 0-14 0,0 0 2 16,0 0-3-16,-17 13 7 0,17-13-2 0,-9 6-11 15,4 3 1-15,-6 0 0 0,-2 5 2 0,-1 1-2 16,-4 6-2-16,-5 1 2 0,2 0 3 0,0 3-1 15,0-2 4-15,0 3-5 0,2-2 2 0,-2-1 0 16,3-2-1-16,7-4 2 0,-2-3-3 0,0 2 3 16,2-1-1-16,1-2-1 0,1 2 1 0,1-5-3 15,1 1-9-15,0-1-17 0,4 1-14 0,-2-3-12 16,0 2-20-16,5-10-30 0,-5 13-46 0,1-4-40 16,4-9-43-16,-4 13-165 0,1-9-428 0,3-4 189 15</inkml:trace>
  <inkml:trace contextRef="#ctx0" brushRef="#br0" timeOffset="19313.02">11458 4811 2 0,'0'0'215'0,"-2"-8"-10"0,2 8-7 16,0 0-16-16,0 0-19 0,-3-5-16 0,3 5-15 16,0 0-12-16,0 0-15 0,0 0-8 0,0 0-11 15,0 0-7-15,0 0-8 0,25 10-8 0,-18-3-5 16,2 2-7-16,2 1-4 0,0 2 2 0,0 5 12 15,3-3-11-15,-1 1-4 0,6 6-3 0,0-1-4 16,-1 1 0-16,5 0-5 0,-1-1-3 16,-2-1 0-16,3 0-1 0,-5 1-13 0,4-3-19 15,-8-2-27-15,-1 0-32 0,-2-1-40 0,-2 0-48 16,0 2-49-16,-4 3-128 0,-1-5-352 0,-4-2 156 0</inkml:trace>
  <inkml:trace contextRef="#ctx0" brushRef="#br0" timeOffset="19853.39">11532 5246 115 0,'-7'-4'168'0,"7"4"-8"0,-7-4-4 15,7 4-2-15,-6-4-12 0,6 4-4 0,-7-2-16 16,7 2 0-16,0 0-12 0,-11-3-8 15,11 3-12-15,0 0-5 0,0 0-12 0,-7-2-5 16,7 2-2-16,0 0 3 0,0 0-5 0,26 6 1 0,-3-5-6 16,11 2-2-16,19-2-4 0,3-2-5 0,7-1-6 15,1 0-5-15,0 0-3 0,1-1-8 0,1 2-16 16,-5-1-21-16,0 1-26 0,-6 0-39 16,0-1-35-16,-3 2-37 0,-13-1-41 0,-3-1-122 0,1 0-336 15,-6 1 149-15</inkml:trace>
  <inkml:trace contextRef="#ctx0" brushRef="#br0" timeOffset="26497.1">11734 5312 63 0,'0'0'100'0,"0"0"-4"0,0 0-9 0,0 0 0 16,2-10 0-16,-2 10 7 0,0 0-12 0,0 0 2 15,0 0-9-15,0-7-1 0,0 7-7 0,0 0-2 16,0 0 0-16,0 0 5 0,0 0 1 0,0-10-4 15,0 10 5-15,0 0 3 0,0 0 1 0,0 0 4 16,-2-10 0-16,2 10 7 0,0 0-1 0,0 0 1 16,0 0-3-16,0 0-5 0,2-9-6 0,-2 9-3 15,0 0-11-15,0 0-10 0,0 0-5 0,0 0-7 16,0 0-5-16,0 0-4 0,0 0-3 0,0 0-4 16,0 0-3-16,0 0-3 0,0 0-2 0,3 21-2 15,-1-4 1-15,0-2-2 0,7 9-2 0,-5 3 5 16,-4 1-4-16,7-1 0 0,-3 7-2 0,3 0 4 15,-2 13 0-15,1 0 3 0,-5-3 1 0,3-8 7 16,-4-2 4-16,0 1 7 0,0-3-8 0,0 2 2 16,-2-2 0-16,0 0 9 0,0-2 0 0,1 2-1 15,-4-3-7-15,3 0 9 0,0-10-4 0,-3 7-7 16,2-1-4-16,3 1-2 0,-1-8 0 0,2 1-10 16,-4-1-14-16,5-1-11 0,0-1-18 0,1 0-11 0,1 0-20 15,-2-3-31-15,6 6-12 0,-2-3-25 16,3 1-43-16,-1-1-51 0,0 1-161 0,-2 1-420 15,1-2 186-15</inkml:trace>
  <inkml:trace contextRef="#ctx0" brushRef="#br0" timeOffset="27596.06">11839 6078 67 0,'0'0'104'16,"0"0"-12"-16,0-10-1 0,0 10 2 0,0 0 11 15,0 0-2-15,0 0 2 0,0-8-4 0,0 8-1 16,0 0-8-16,-5-7 1 0,5 7-7 0,0 0-3 16,-4-8-7-16,4 8-6 0,-6-4-7 0,6 4-5 15,-7-4-13-15,7 4-1 0,-4-5-4 0,4 5-8 16,0 0 0-16,-8-4-3 0,8 4-3 0,0 0-4 16,-10-3 3-16,10 3-13 0,0 0-10 0,0 0-7 15,-7-1-2-15,7 1-14 0,0 0-3 0,0 0-8 16,0 0-7-16,0 0-4 0,-12 1-8 0,12-1-3 15,0 0 15-15,0 0-4 0,0 0 10 0,0 0 3 16,0 0-9-16,0 0 14 0,0 0 2 0,-9-3 9 16,9 3 10-16,0 0 0 0,0 0 15 0,0 0 5 15,0 0 2-15,0 0 10 0,0 0 2 0,0 0 5 16,0 0 4-16,0 0 2 0,0 0-1 0,0 0 3 16,0 0 1-16,0 0-12 0,0 0 0 0,0 0 0 0,0 0-7 15,0 0-3-15,0 0-6 0,0 0 13 0,0 17 5 16,0-7 12-16,2 5 3 0,-2 3-2 15,-2 0 3-15,1 1 1 0,0 7-6 0,-1 2-1 16,0 0-2-16,-2 0 2 0,5 2-1 0,2 0-3 0,-3 2-4 16,2 2 0-16,0 0-2 0,-2-4 9 0,0 5-2 15,4-3-1-15,-2-1 2 0,1-1-4 16,2 0-5-16,-3-1-1 0,0-1 0 0,0-1 6 16,3 1 3-16,-5 1 0 0,3-5 5 0,-2 1-3 0,4 1 2 15,-3 1-1-15,0-9 0 0,-2 8 3 0,2-5-5 16,-2-3 4-16,5 6-3 0,-2-6-6 15,2 7 3-15,-2-7-1 0,2 3 3 0,-3-5 3 16,0 3 6-16,2 0 3 0,-2 0 1 0,1-2 6 0,-3 2 14 16,2 1 14-16,1-2 1 0,-2 0-5 0,2 1 5 15,-5-2 1-15,2 1-2 0,2 1-10 0,-4-2-2 16,0 0 0-16,2-1-1 0,-5 2-3 0,2-1-7 16,2 0-5-16,0-5-8 0,-2 4-2 0,2-2-5 15,1-3-2-15,-4 2-9 0,4-4 0 0,0 2-6 16,-2 0-3-16,2-3 0 0,2 2-1 0,-4-4 3 15,4 5 2-15,-2-4-1 0,0-7-2 0,4 13 1 16,-4-7 1-16,0 2-2 0,0-8 5 0,3 10-9 16,-3-10-2-16,1 10 2 0,-1-10-5 0,2 9-1 15,-2-9-1-15,3 7 0 0,-3-7-16 0,0 0-22 16,0 0-20-16,0 0-22 0,-3 10-34 0,3-10-36 16,0 0-37-16,0 0-53 0,0 0-55 0,0 0-72 15,0 0-331-15,0 0-739 0,-21-17 328 0</inkml:trace>
  <inkml:trace contextRef="#ctx0" brushRef="#br0" timeOffset="29615.33">10511 5206 106 0,'0'0'220'0,"-2"-7"4"16,2 7 2-16,-3-6-9 0,3 6-5 0,0 0-12 16,-5-7-7-16,5 7-6 0,0 0-10 0,-3-6-10 15,3 6-17-15,0 0-19 0,0 0-16 0,-4-6-17 16,4 6-13-16,0 0-6 0,0 0-11 0,0 0-5 15,0 0-6-15,-2 19-8 0,2-19-2 0,-1 17 0 16,-1-6-1-16,0 5-6 0,2-4 2 0,-3 0-2 16,2 4-4-16,1 2 9 0,-1-1-10 0,1-1 2 15,0-3-8-15,0-1-3 0,-2 1-4 0,2-2 0 16,0 0-3-16,0-1 1 0,2 0-3 0,-2 0-5 16,1-3 0-16,-1 2-15 0,1-2-22 0,-1-7-23 15,4 10-17-15,-1-4-20 0,-2 0-33 0,-1-6-41 16,0 0-28-16,1 11-33 0,-1-11-21 0,0 0-171 15,0 0-445-15,0 0 197 0</inkml:trace>
  <inkml:trace contextRef="#ctx0" brushRef="#br0" timeOffset="29901.03">10424 5225 199 0,'-2'-4'203'0,"2"4"-7"0,-4-7-10 0,4 7-21 16,-3-8-18-16,3 8-13 0,0 0-7 0,15-7-1 15,-4 5-5-15,7 0-3 0,3 2-11 0,8 2-5 16,0 0-1-16,-1 1-8 0,0 5-9 0,0 0-8 16,-2 1-8-16,-7-2-6 0,-1 0-7 0,-3 1-7 15,-2-3-6-15,-3 2-5 0,-1 1-1 0,-1 0 0 16,-3 1 12-16,-1 0 6 0,0 1 9 0,-3 0 15 16,-1 2-3-16,-4-1 5 0,0 1-1 0,-5 1-5 15,-2-2-3-15,-2 1-2 0,-4-2-6 0,3 0-15 16,-3-1 3-16,2 0-7 0,-1-2-14 0,0-2-14 15,2 0-16-15,-1-1-19 0,1 0-27 0,1-2-24 16,3 0-29-16,-1 1-39 0,3-2-42 0,1 2-52 16,7-3-240-16,-14 4-510 0,14-4 225 0</inkml:trace>
  <inkml:trace contextRef="#ctx0" brushRef="#br0" timeOffset="30114.17">10877 5329 132 0,'5'-4'289'16,"-5"4"-25"-16,6-4-20 0,-6 4-17 0,0 0-21 16,9-2-17-16,-9 2-17 0,0 0-9 0,0 0-11 15,0 0-7-15,3 12-2 0,-3-12-12 0,-6 19-12 16,4-10-9-16,-1 2-11 0,2 2-7 0,-4 3-8 16,3-1-13-16,0-2-33 0,0-1-34 0,-2 4-29 15,4 1-41-15,-2 0-71 0,4-5-93 0,-2 0-206 16,2 2-473-16,0-3 209 0</inkml:trace>
  <inkml:trace contextRef="#ctx0" brushRef="#br0" timeOffset="30979.42">12144 5376 5 0,'0'0'270'15,"0"0"-14"-15,8-6-12 0,-8 6-17 0,0 0-11 16,0 0-17-16,0 0-18 0,0 0-12 0,0 0-7 15,0 0-24-15,-14-6-6 0,14 6-11 0,0 0-11 16,-22 6-1-16,13-2-13 0,0 1-3 0,0 2-9 16,-1-4-12-16,2 3-5 0,2-1-5 0,-3 2-10 15,5-3 21-15,2 3-7 0,-2-1-10 0,4-6-6 16,-4 12-3-16,3-5-5 0,1-7-4 16,2 12-5-16,1-3 0 0,1-3-4 0,0 2-5 0,2 0-1 15,-1-1-1-15,3 1 0 0,-3-1-4 0,1 1 1 16,2-1-6-16,-2 1-1 0,1-1 6 0,-1 0-10 15,-2-2 17-15,-1 1-17 0,2-2-1 0,-3 3 1 16,-2-7-3-16,4 8 0 0,-4-8 9 0,3 10 4 16,-3-10 0-16,-3 10 9 0,-3-5-10 0,1 0-3 15,-2 2 5-15,-2-1-3 0,-1-1 1 0,0 1-5 16,1-1-9-16,-2-1-16 0,4 0-17 0,0 0-18 16,0-3-24-16,1 2-28 0,-1-2-29 0,7-1-43 15,-13 2-52-15,13-2-49 0,-5 3-208 0,5-3-521 0,0 0 232 16</inkml:trace>
  <inkml:trace contextRef="#ctx0" brushRef="#br0" timeOffset="31178.99">12230 5564 2379 0,'4'-1'183'0,"-4"1"-62"0,10-6-28 0,-10 6-12 16,9-4-12-16,-9 4-9 0,6-2-4 0,-6 2-1 15,0 0-1-15,0 0-1 0,0 0-8 0,9 0-3 16,-9 0-5-16,0 0 0 0,0 0 6 0,0 0 7 0,4 8 0 15,-4-8-2-15,0 10-5 0,0-10 0 16,0 9-5-16,0-9-10 0,-2 11 3 0,2-11-14 16,-2 11-29-16,2-11-23 0,-2 11-28 15,2-11-27-15,-3 10-42 0,2-6-60 0,1-4-64 0,-3 11-240 16,3-11-538-16,-6 5 238 0</inkml:trace>
  <inkml:trace contextRef="#ctx0" brushRef="#br0" timeOffset="31356.51">12282 5425 2527 0,'0'0'40'0,"-10"-5"38"15,4 2-12-15,6 3-21 0,-7-7-2 0,7 7-13 16,-6-3-6-16,6 3-9 0,0 0-1 16,-5-5-2-16,5 5 0 0,0 0-6 0,0 0-10 15,0 0-14-15,0 0-24 0,0 0-51 0,0 0-72 16,0 0-84-16,20-2-142 0,-20 2-422 0,14-2 187 0</inkml:trace>
  <inkml:trace contextRef="#ctx0" brushRef="#br0" timeOffset="32780.04">13492 3845 6 0,'0'0'171'16,"0"0"-5"-16,0 0 4 0,0 0-12 0,0 0-4 15,0 0 0-15,0 0-3 0,0 0-7 0,0 0-7 16,0 0-3-16,0 0-4 0,3-7-6 0,-3 7-11 16,0 0-4-16,0 0-11 0,0 0-5 0,0 0-10 15,0 0-7-15,0 0-9 0,0 0-8 0,0 0-6 16,0 0-7-16,0 0-8 0,0 0-4 0,0 0-7 15,0 0-2-15,0 0-5 0,0 0 2 0,0 0-4 16,0 0-2-16,-1 28-3 0,2-16 1 0,-1-1 1 16,0 7-2-16,0 2 2 0,0-1-12 0,0 5 5 15,0 3 1-15,0 0-1 0,0 1-1 0,-1 2 3 0,2 0 5 16,-1 3 2-16,0-1 2 0,2-3 4 16,0 2 1-16,2 0 0 0,1 3 6 0,-4-2 4 15,3 2 0-15,-2-2-4 0,3-1 4 0,1 1-2 16,-2-3 7-16,-1 2 0 0,2-3-4 0,-3 0 2 15,0-2 5-15,-2 0-4 0,7-8 6 0,-3 1-3 16,0-2-4-16,-1 0-1 0,-3 0-5 0,0-2-6 16,0 1 15-16,2-3-14 0,0-2-1 0,-4 0 0 15,2 3 0-15,-2-3 3 0,2-1 26 0,0 0-2 16,-1-1-1-16,-1-2-2 0,4 3-2 0,-2-10-1 16,-4 12-5-16,4-6-2 0,0-6-7 0,-2 9 0 0,2-9-3 15,0 0 1-15,-2 9-10 0,2-9-1 16,0 0 1-16,0 9-11 0,0-9-22 0,0 0-21 15,0 0-28-15,0 0-24 0,-2 7-32 0,2-7-32 16,0 0-28-16,0 0-45 0,0 0-61 0,0 0-39 0,-11 6-168 16,5-5-529-16,0 2 234 0</inkml:trace>
  <inkml:trace contextRef="#ctx0" brushRef="#br0" timeOffset="33280.71">13164 4834 61 0,'0'0'200'0,"-15"0"-4"0,11-2-6 15,4 2-4-15,-12 0-8 0,12 0-1 0,0 0-16 16,-9-1-13-16,9 1-16 0,0 0-17 0,0 0 5 15,0 0-11-15,43 1-11 0,-14 1-9 0,9-2-7 16,0-2-8-16,15 2-8 0,0 2-4 0,-1-4-6 16,0 4-7-16,-15 0-4 0,-1 0-2 0,0-2-5 15,-2 3-4-15,-3-3-1 0,0 0 4 0,-4 1-4 0,-6 0-2 16,0 0-1-16,-6 1 0 0,-1-2-5 16,-1 1-5-16,-2-1-1 0,1 2-2 0,-2-1 1 15,-3-1-2-15,-7 0-2 0,12 1 0 0,-5 1-6 16,-7-2 0-16,8 3-1 0,-8-3 1 0,7 3-7 15,-7-3 4-15,7 2-2 0,-7-2-1 0,0 0-2 16,7 5 7-16,-7-5-2 0,0 7 6 0,0-7 5 16,-2 12 5-16,-1-4 1 0,-6 1 3 0,2 7 1 15,-1-1 5-15,-3 2 4 0,-4 3-1 0,0 1-2 16,-3 0 11-16,3 1 13 0,-2-1-17 0,-3-1 6 16,3 1-3-16,2-7-5 0,3 3-7 0,-3-5 4 15,2 0-5-15,0 0-4 0,2-1 0 0,2 2-4 16,-2-1 0-16,1-5-5 0,4 2-8 0,-3-3-14 0,5 2-17 15,-4-2-19-15,4-1-14 0,-3-2-28 16,7-3-21-16,-10 13-26 0,2-9-30 0,3 2-42 16,5-6-36-16,-12 7-224 0,5-5-501 0,7-2 222 15</inkml:trace>
  <inkml:trace contextRef="#ctx0" brushRef="#br0" timeOffset="33680.92">13122 4868 67 0,'-5'-5'213'0,"-1"-1"2"0,4 2-4 16,2 4-8-16,-8-9-12 0,8 9-12 0,-6-5-5 15,6 5-22-15,-5-5-16 0,5 5-21 0,0 0-10 16,0 0-11-16,0 0-12 0,0 0-4 0,0 0-9 16,15 21 0-16,-3-6-1 0,1 6 9 0,6 1 1 15,-1 2-5-15,0-1 1 0,2 4-4 0,-2-3-6 16,2-1 0-16,-4-1-9 0,2 1-4 0,0-1 1 16,-3 0-1-16,-1-7 3 0,2 4 25 0,-2-3 6 15,-1-3 1-15,0 2-8 0,1-5 9 0,-1 0-4 16,3 3-15-16,-1-5-3 0,1 2 0 0,-7-5-4 15,5 4-8-15,-5-4-3 0,0 0-6 0,4 0-17 16,-6 0-14-16,0-2-29 0,-7-3-30 0,11 6-26 16,-11-6-31-16,9 5-25 0,-9-5-26 0,0 0-36 15,7 5-54-15,-7-5-46 0,0 0-192 0,0 0-520 16,0 0 231-16</inkml:trace>
  <inkml:trace contextRef="#ctx0" brushRef="#br0" timeOffset="34162.44">13172 5359 62 0,'-8'-3'199'0,"8"3"-4"16,-13-3-7-16,13 3-4 0,-11-2-9 0,11 2-2 15,-9-1-9-15,9 1-4 0,0 0-5 0,0 0-6 16,-9-2-10-16,9 2-16 0,0 0-8 0,0 0-5 15,0 0-8-15,0 0-10 0,29-5-9 0,-11 2-7 16,0 0-3-16,5 0-9 0,8 3-5 0,3-3-7 16,-3 0-8-16,5 0-3 0,-3 1-5 0,9 0-1 15,-5 0-6-15,15 0-3 0,-12 0 2 0,9 1-8 16,-10 1 0-16,-1-3-4 0,-2 4 1 0,-2-2-2 16,-1-1-1-16,-6-1-3 0,-8 2 1 0,0 0-1 15,0-1 5-15,-7 2-11 0,-2 2 4 0,-1-4-4 16,0 2-1-16,-9 0 1 0,11 0-11 0,-11 0-13 15,0 0-11-15,11 0-11 0,-11 0-8 0,0 0-17 16,0 0-24-16,-2 9-43 0,2-9-52 0,0 0-24 16,-18 12-206-16,3-4-447 0,1-2 198 0</inkml:trace>
  <inkml:trace contextRef="#ctx0" brushRef="#br0" timeOffset="34963.15">13365 5453 102 0,'2'-7'197'0,"-2"7"-1"16,0 0-7-16,0 0-12 0,0 0-7 0,0 0-7 16,0 0-5-16,0 0-11 0,0 0-7 0,0 0-6 15,0 0-12-15,0 0-5 0,0 0-5 0,0 0-7 16,0 0-2-16,0 0-23 0,0 0-6 0,0 0-7 15,0 0-2-15,8 14-2 0,-8-14 5 0,2 15-7 16,-2-4 3-16,3 2 0 0,-3 1-16 0,0 4-2 16,0 1 2-16,3 5 4 0,-3 4 9 0,2-2-4 15,2 2 1-15,-4 0 4 0,0-1-3 0,-4 1-3 16,6 0 5-16,0-2 2 0,-2 2-11 0,3-3 0 16,-1 0 1-16,0 1 3 0,-4 0 2 0,2 1 6 15,0-1-6-15,-2-1 0 0,2 1 1 0,2 3 4 16,-2-3-2-16,0 1-6 0,2-1 3 0,0-1-5 15,-2 3-3-15,2-1 6 0,0 0-14 0,-2-2 0 16,0 0 4-16,1 1-7 0,3-1 3 0,-4-5 3 16,0 4 6-16,2-3-3 0,0-2-10 0,1-1 4 15,-3 3-5-15,3-4 2 0,1 2 5 0,-4 2-3 16,2-3 5-16,0 2-3 0,0-5 0 0,-2 2-3 16,3-4 0-16,1 5-5 0,-4 0-1 0,4-3-5 15,-2 2 0-15,2 2 3 0,-2-1 2 0,0 3 1 16,0-3 0-16,2-3 1 0,-1 2-2 0,-3 0 1 15,2-1-5-15,-2 1 0 0,2 8-1 0,0-8-1 16,-2 1 0-16,0 0-1 0,2 3 0 0,0-5 0 16,-2 1 5-16,0 1-1 0,0-1 5 0,-2 2-7 15,0 0-1-15,2-1-1 0,0 0 0 0,2-3-5 16,-4 3 0-16,4-2-4 0,-2 0 1 0,-2 0-3 16,2-3-2-16,0 0 3 0,-2-3-4 0,2 2-2 15,-2-4-1-15,4 1 4 0,-4 0-5 0,2-9 0 16,-2 15-2-16,2-7 2 0,2-1-3 0,-2 3 2 15,2-1-4-15,0-3 1 0,-2-6 0 0,-2 16 1 16,2-9-5-16,0 0 2 0,0-7 0 0,-2 12 1 16,2-6-2-16,0-6-18 0,0 11-18 0,0-11-21 15,0 0-30-15,0 0-31 0,-5 12-45 0,5-12-33 16,-6 4-39-16,2-2-45 0,4-2-43 0,-19 0-54 16,11-6-40-16,-4 3-269 0,3-6-740 0,-2-5 327 0</inkml:trace>
  <inkml:trace contextRef="#ctx0" brushRef="#br0" timeOffset="35456.37">12781 7199 178 0,'-7'1'226'15,"7"-1"-10"-15,0 0-9 0,0 0-7 0,0 0-11 16,0 0-17-16,0 0-15 0,0 0-14 0,0 0-13 16,0 0-14-16,0 0-15 0,0 0-5 0,0 0-7 0,0 0-16 15,0 0-3-15,0 0-7 0,0 0-7 16,0 0-7-16,0 0-1 0,0 0-6 0,4 13-7 15,-4-13-5-15,0 0-5 0,0 0-4 0,0 0-5 16,2 9-5-16,-2-9-5 0,0 0-5 0,-6 3 1 16,6-3-8-16,-7 7 6 0,7-7-9 0,-9 3-3 0,9-3 1 15,-9 3-1-15,9-3 5 0,-9 4-6 16,9-4 4-16,-9 3-6 0,9-3 7 0,-5 2 0 16,5-2 2-16,-8 4 0 0,8-4 2 0,-7 3 0 15,7-3 1-15,0 0-4 0,-8 3-9 0,8-3-12 16,0 0-11-16,-8 4-22 0,8-4-11 0,0 0-15 0,-7 9-12 15,7-9-10-15,-6 7 2 0,6-7 0 0,-10 6-5 16,10-6 16-16,-6 8-8 0,6-8 14 16,-7 8 1-16,7-8 3 0,-6 7-7 0,6-7 15 15,-9 8 11-15,9-8 6 0,-6 6 7 0,6-6 4 16,0 0 4-16,-4 7 3 0,4-7 7 0,0 0 1 0,0 0 6 16,-4 12-9-16,4-12-25 0,-2 6-43 0,2-6-115 15,0 0 52-15</inkml:trace>
  <inkml:trace contextRef="#ctx0" brushRef="#br0" timeOffset="35746.55">12571 7377 109 0,'0'0'167'0,"-6"5"-6"0,6-5-14 0,0 0-5 15,0 0-9-15,0 0-4 0,0 0-5 0,0 0-3 16,0 0-6-16,0 0-9 0,0 0-1 0,18 4-3 16,-11-4-5-16,6 0-3 0,5-3-6 15,-1 2-6-15,11-1-5 0,3-2 0 0,5 2-7 0,3-2 3 16,21-1 11-16,4-3 5 0,0 2-10 15,24-3-2-15,-27 3-11 0,29-3 1 0,-1 0-4 0,-35 2 0 16,6 2-2-16,-3 1-4 0,4-1-3 16,-3-3-3-16,5 5-3 0,-2-2 12 0,-1 2-15 0,-1-1-6 15,-8 1-5-15,-10 2-2 0,-7-2-2 0,1 3-2 16,-4 0-6-16,-10-2-4 0,-1 1 1 0,-4-2 0 16,-5 3-3-16,-3 0-5 0,0-1-9 0,-8 1-4 15,11-3-18-15,-11 3-20 0,11-3-30 0,-11 3-30 16,3-4-41-16,-3 4-46 0,0 0-44 0,-3-14-230 15,3 14-498-15,-13-15 220 0</inkml:trace>
  <inkml:trace contextRef="#ctx0" brushRef="#br0" timeOffset="36357.97">13656 5532 128 0,'0'-11'264'0,"0"11"-6"0,-2-8-19 0,2 8-1 16,0-9-7-16,0 9-4 0,0 0-11 0,0 0-18 15,-2-9-19-15,2 9-20 0,0 0-22 16,0 0-15-16,0 0-15 0,0 0-9 0,0 0-12 0,0 0-6 15,0 0-9-15,0 0-9 0,-5 28 25 0,5-17-5 16,-2 1-9-16,0 1-8 0,2-1-2 0,0 4 3 16,-2-4-4-16,0 0-6 0,2 0-4 0,0-1-5 15,-2 1-4-15,2-3-3 0,0 1-7 0,0-1-2 16,0-1 3-16,0-8-10 0,-3 13-23 0,3-7-17 16,0-6-25-16,0 10-19 0,3-3-22 0,-3-7-21 15,0 9-21-15,0-9-33 0,4 9-35 0,-4-9-30 16,2 5-35-16,-2-5-195 0,0 0-487 0,0 0 215 15</inkml:trace>
  <inkml:trace contextRef="#ctx0" brushRef="#br0" timeOffset="36630.99">13612 5532 2 0,'-3'-8'191'0,"3"8"-17"0,0 0-19 16,0 0-7-16,0 0-2 0,7-8-6 0,-7 8-4 15,14 0-5-15,-14 0-6 0,17 2-1 0,-3 1-6 16,-3 1-5-16,0 3-6 0,3-1-8 0,3 1-4 16,-2 2-13-16,-2 1-6 0,-1-1-7 0,-2-1-7 15,-1 0-6-15,1 1-6 0,-4 0-4 0,-1 1 2 16,-1-2 11-16,0 3 2 0,-2-1 3 0,-4-1 1 16,2 3-8-16,-4-3 4 0,-1-1-8 0,-5 0-4 15,0 2-7-15,3-2-1 0,-3 0-5 0,0-2-10 16,-1 1-26-16,3-1-20 0,-2 0-32 0,-1-2-39 15,2 2-50-15,2-3-53 0,0 0-49 0,0 1-152 16,-1-3-427-16,8-1 189 0</inkml:trace>
  <inkml:trace contextRef="#ctx0" brushRef="#br0" timeOffset="36879.71">13886 5645 166 0,'15'-3'193'16,"3"3"-7"-16,-5 1-4 0,-1 1-16 0,-1 1-13 0,-2 0-3 15,0 1-4-15,-2 4-5 0,0-1 0 16,-3 0-10-16,-2 2-5 0,-2-2-2 0,-2 3-8 16,-1 1-5-16,-3 0-5 0,-1 0-2 0,-2-2-6 15,2 1 1-15,-3-2-7 0,3-1-3 0,-3-2-5 16,4 0-7-16,3 0 0 0,-3-1-8 0,6-4-6 16,-6 6-5-16,6-6-1 0,-3 4-8 0,3-4-2 15,0 0-5-15,0 0-5 0,0 0-11 0,22 0-8 16,-10-4-22-16,8 0-23 0,0-2-34 0,7-2-40 15,2 1-54-15,-2 0-47 0,1-5-52 0,-6 6-200 0,-4-3-491 16,2-2 218-16</inkml:trace>
  <inkml:trace contextRef="#ctx0" brushRef="#br0" timeOffset="37446.44">14353 4976 180 0,'2'-6'260'0,"-2"6"-18"0,0 0-16 0,0 0-26 16,0 0-16-16,-6-7-17 0,6 7-11 0,0 0-9 15,-23 7-5-15,14-2-11 0,-5 1-11 0,5 0-14 0,0 0-6 16,-3 3-9-16,2-2-14 0,3-2-5 0,1 2-7 16,-4 1-4-16,6-3-5 0,-1 4-12 15,3-2-2-15,-2-2-7 0,2 1-3 0,2-6-1 0,4 16-5 16,0-8 0-16,1 0 0 0,4-1-2 16,-2 0-4-16,2 1-1 0,2 0-5 0,2-2-1 0,-4 2 2 15,3-1-6-15,-1-1 1 0,-2 0-2 0,0 1-1 16,-2-1 2-16,2 0-4 0,-5-1 1 0,0 0-1 15,0-1 6-15,-4-4 2 0,1 10 6 16,-1-10-2-16,-7 12 0 0,0-5 2 0,-3-1 1 16,-2 1-3-16,1-1-9 0,-7 0-3 0,2 2-21 0,3-5-15 15,1 2-25-15,-1-3-32 0,-1 3-40 0,4-2-42 16,0-1-47-16,3 1-225 0,-1-2-479 0,8-1 213 16</inkml:trace>
  <inkml:trace contextRef="#ctx0" brushRef="#br0" timeOffset="37647.51">14482 5127 154 0,'0'0'271'0,"7"-2"-21"15,-7 2-21-15,8-2-27 0,-8 2-10 0,0 0-4 16,0 0-8-16,0 0-4 0,4 13-12 0,-4-13-6 16,-4 14-9-16,1-4-11 0,3-1-15 0,-5 2-9 15,3 0-12-15,2 0-8 0,-4 0-10 0,4-3-5 16,2 4-7-16,-4-3-7 0,4 0-14 0,-2-3-31 15,0-6-29-15,4 13-34 0,0-7-44 16,-4-6-64-16,4 9-75 0,-4-9-231 0,0 0-495 0,0 0 220 16</inkml:trace>
  <inkml:trace contextRef="#ctx0" brushRef="#br0" timeOffset="37794.18">14461 5055 3097 0,'-5'-12'15'0,"4"3"23"15,-3-1 4-15,0 1-4 0,2 4-6 0,2 5-9 0,-3-10-8 16,3 10-3-16,-1-8-5 0,1 8-1 0,-5-7-19 16,5 7-38-16,0 0-41 0,0 0-64 0,0 0-62 15,0 0-249-15,0 0-503 0,0 0 222 0</inkml:trace>
  <inkml:trace contextRef="#ctx0" brushRef="#br0" timeOffset="38737.08">13414 3831 130 0,'0'0'136'0,"-9"0"1"0,9 0 1 16,0 0-6-16,-11-1-3 0,11 1-2 0,0 0-9 15,-9-1-2-15,9 1-11 0,0 0-2 0,0 0-14 16,0 0-9-16,0 0-9 0,0 0-5 0,0 0-7 16,0 0-5-16,0 0 2 0,45 0-2 0,-8-2 6 15,18-2 10-15,10-2-5 0,31-2-20 0,4-3-5 16,0 0 4-16,4 2 1 0,1-1-7 0,-2 5-1 16,-2-1-6-16,0 2-4 0,1-3-2 0,-1 0-3 15,-3 2-5-15,-1-1 3 0,-3 2-3 0,-27 1 0 16,-1 0-3-16,-3 2 5 0,-2 0 4 0,-1 0-2 15,-7 0-2-15,-2 1 3 0,-14 0 3 0,-5-1 5 16,0 2-9-16,-4 0 1 0,-9-1-2 0,-2-1 8 16,-3 2-5-16,-3-1 5 0,1 0-4 0,-3 0 4 15,-3 0-2-15,-6 0 0 0,9 2 2 0,-9-2 2 16,10-1-6-16,-10 1-3 0,0 0 0 0,9 0-1 16,-9 0 1-16,0 0-8 0,0 0-1 0,0 0-24 15,0 0-18-15,9 0-16 0,-9 0-35 0,0 0-38 16,0 0-59-16,0 0-51 0,0 0-177 0,0 0-439 15,0 0 193-15</inkml:trace>
  <inkml:trace contextRef="#ctx0" brushRef="#br0" timeOffset="39706.11">13823 7286 143 0,'-9'3'166'0,"9"-3"-2"0,-12 0-5 15,12 0-3-15,-8 2-3 0,8-2-8 0,0 0-8 16,-7 2-1-16,7-2-13 0,0 0-13 0,0 0-11 16,0 0-10-16,0 0-3 0,0 0 4 0,0 0-1 15,0 0 0-15,0 0-5 0,36 6 1 0,-9-6-6 16,11 0-10-16,14 0 8 0,3-3-9 0,6-2-6 15,0-3-7-15,6 2 1 0,-2 0-1 0,30-7-5 16,-5 6-5-16,-27-1-8 0,29-3 2 0,-27 3-7 16,-2 1 1-16,-1 0-3 0,0 0 4 0,-2 0-1 15,1-2 0-15,-10 3 0 0,8-1-1 0,-4 0 6 0,-1 0 0 16,-2 3-2-16,-14-1-5 0,-1 3 6 16,-4-1-6-16,0-1 0 0,-4 0 6 0,-9 2 0 15,0 1-2-15,-2-2 0 0,-8 2 3 0,-1 1-6 16,1 0-1-16,-10 0 8 0,11-2-3 0,-11 2-1 0,11 0-1 15,-11 0-13-15,7-1 21 0,-7 1-18 0,0 0 0 16,0 0-6-16,11-1 2 0,-11 1-1 16,0 0-15-16,0 0 10 0,0 0-1 0,6-2 1 15,-6 2-1-15,0 0-12 0,0 0-15 0,0 0-15 16,0 0-18-16,0 0-24 0,0 0-23 0,0 0-31 0,0 0-36 16,0 0-50-16,0 0-59 0,0 0-246 0,0 0-558 15,0 0 248-15</inkml:trace>
  <inkml:trace contextRef="#ctx0" brushRef="#br0" timeOffset="40146.56">15518 7131 33 0,'0'0'256'0,"0"0"-9"16,0 0-2-16,0 0-4 0,0 0-8 0,0 0-6 15,8-2-9-15,-8 2-5 0,0 0-6 0,0 0-14 16,0 0-11-16,0 0-5 0,0 0-14 0,0 0-9 16,0 0-11-16,0 0-6 0,0 0-11 0,0 0-10 15,0 0-14-15,0 0-15 0,0 0-3 0,0 0-11 16,-23 11-8-16,19-8-6 0,0 4-3 0,4-7-13 16,-6 11-4-16,2-2-1 0,0-1-6 0,0 0 2 15,0 2-2-15,2 0-5 0,1-2 0 0,-1-1 0 16,2-7-10-16,3 13 2 0,-3-8-1 0,4 2 3 15,-4-7 4-15,10 8 3 0,0-4 4 0,3-1-16 16,0 3 17-16,6-6-4 0,-1 0-4 0,2 0-2 16,-2-2 3-16,1-2-6 0,0 0-1 0,-2 1 2 15,-3-1-4-15,-3-1 0 0,2-1 8 0,-1-1-9 16,-3 0 1-16,-2-1 4 0,1-3-5 0,-4 1-1 16,0 0-1-16,-3 1-2 0,-2-5-8 0,-2 2 4 15,-2 1 3-15,-4-4-12 0,-1 1-2 0,-2 2-12 16,1 2-5-16,1 3-26 0,-2 0-24 0,-1 1-25 15,-3 1-34-15,-3 5-29 0,2 0-32 0,0 0-37 16,-2 5-46-16,2-1-51 0,0 1-235 0,5 1-605 16,1-3 268-16</inkml:trace>
  <inkml:trace contextRef="#ctx0" brushRef="#br0" timeOffset="41379.93">15574 3659 139 0,'0'0'162'0,"0"0"-2"0,0 0-13 0,0 0-8 15,-7-2-6-15,7 2-20 0,0 0-6 0,0 0-14 16,0 0-8-16,0 0-12 0,-13 4-2 0,13-4-9 15,-9 5-6-15,0 1 5 0,4-3 1 16,-3 4-8-16,2 0-3 0,-1-1-7 0,0 1 0 16,-1 1-6-16,4-2-4 0,-2 1 0 0,2 0-7 0,0 1 0 15,0-3 4-15,1 2-3 0,3-7-6 0,-2 12 2 16,2-5 0-16,0-7-2 0,3 9-1 0,-3-9-1 16,2 10-3-16,3-5-1 0,0-2-3 0,4 2 2 15,0-2 8-15,5-1-3 0,-1 1 2 0,5-3 0 16,1 0 6-16,2-4 0 0,-1-1 4 15,-2 1-2-15,0 1 2 0,-5-1-2 0,1 0-1 0,-3 0 2 16,1-1 2-16,-1 0 4 0,-2 0 7 0,-2 2-6 16,2-4 5-16,-7 2-7 0,3 0 8 0,-2-1-4 15,-3 6 4-15,2-15-8 0,-3 10-4 0,1 5-6 16,-5-14 2-16,1 7-7 0,-1 0 1 16,-3 0-5-16,-1 2-2 0,2 0-3 0,-5 0 5 0,3 4-11 15,-2-2 1-15,-4 3-9 0,-2 0-14 0,-1 0-17 16,3 3-16-16,-5 1-23 0,3 0-25 15,5-1-40-15,0 1-43 0,1 0-39 0,2 3-180 0,-1-1-431 16,5-1 192-16</inkml:trace>
  <inkml:trace contextRef="#ctx0" brushRef="#br0" timeOffset="43479.03">15811 4280 33 0,'0'0'107'0,"0"0"10"0,0 0 3 0,0 0 12 0,0 0 5 16,0 0 0-16,0 0-8 0,0 0 0 15,0 0-5-15,-3-8 2 0,3 8-9 0,0 0 3 16,0 0-6-16,0 0-3 0,0 0-10 0,0 0-7 0,0 0-7 16,0 0-8-16,0 0-6 0,0 0-8 0,0 0-9 15,0 0-9-15,0 0-5 0,0 0-1 0,0 0-7 16,0 0 1-16,0 0 10 0,0 26 6 16,5-10 1-16,-2 0 1 0,-2 4-5 0,0-1-2 15,3 7-1-15,-3 0-1 0,-2-1 3 0,2 1-1 0,1 0-4 16,-1-3 2-16,0-2-4 0,3 3 2 0,-3-5 1 15,3 7-4-15,-1-7 6 0,-1 0 4 16,3-2-10-16,-2 0 3 0,1-2-10 0,-2-2 0 16,2 3-3-16,-3-5-3 0,2 1-3 0,0-1 4 15,-2 0-2-15,0 0-5 0,2-1-2 0,-2 0-3 16,0-2 0-16,3 1-8 0,-3-2-25 0,1 0-30 0,0 2-22 16,-2-2-29-16,1 4-32 0,3-2-51 0,-2 0-59 15,0 1-241-15,-2 0-522 0,1 0 231 16</inkml:trace>
  <inkml:trace contextRef="#ctx0" brushRef="#br0" timeOffset="43900.92">15701 5334 2645 0,'0'0'65'0,"0"0"21"0,-2-23-19 0,2 23-23 16,-1-11-4-16,1 11-1 0,0-8 0 0,0 8 7 15,0 0-5-15,0 0 6 0,1-11-2 0,-1 11-6 16,0 0-9-16,2-6 2 0,-2 6-9 0,0 0-1 0,0 0 1 16,9 17-6-16,-4-7 1 0,4 15 15 15,4-2 14-15,-3 0-5 0,0 3-3 0,-1-2-7 16,3-1 4-16,-1 0-5 0,-3-5 1 0,1 6-3 15,1-8-6-15,-3-1 4 0,0-3-14 0,-3 0 8 16,2-4 3-16,0 1-7 0,-2-3 0 0,1 3 4 0,-1-5 1 16,0 1-6-16,-4-5 13 0,4 7 35 0,0-4 26 15,-4-3 13-15,0 0 3 0,0 0-10 0,0 0-6 16,12-8-7-16,-8 1-2 0,3-3-1 16,-1 1-9-16,-2-1-6 0,6-6-2 0,-5 0-8 0,3 0-7 15,0-1-7-15,-1 0-6 0,2 0-9 0,3-7-17 16,-2 6-5-16,-2 0-15 0,3-5-37 0,-2 8-32 15,-1-2-34-15,-3 6-33 0,0 0-23 16,-2 5-28-16,-1-1-36 0,1 1-50 0,3 2-31 16,-6 4-13-16,0 0-212 0,0 0-585 0,0 0 258 0</inkml:trace>
  <inkml:trace contextRef="#ctx0" brushRef="#br0" timeOffset="44197.41">16093 5455 160 0,'1'9'216'15,"-1"-9"-7"-15,0 11-6 0,0-11-4 0,-3 14-8 16,0-4-9-16,1 0-12 0,-1-1-11 0,-1 1-14 16,4-1-11-16,-1 0-13 0,1-1-12 0,-1-1-8 15,1-7-8-15,1 16 3 0,3-8 6 0,-2-2 8 16,3-1 6-16,3 1 4 0,1-3 1 0,1 1-8 16,4-3 4-16,-1-2-15 0,5-2-4 0,-1-1 0 15,0 0-8-15,0-1 5 0,-4 0-1 0,-3-1-3 16,0-1-3-16,2 0-4 0,-5-2-10 0,0 2-6 15,-5-2-7-15,3-1 2 0,-6-2-18 0,-1 4-3 16,-3-3-17-16,-1-5-1 0,-3 8-12 0,-2-7-17 16,-1 2-21-16,-2 2-30 0,-2 1-29 0,0 4-33 15,-3 2-39-15,-2 2-38 0,-8 3-44 0,3 4-49 16,-5 3-49-16,-1 3-170 0,4 2-547 0,2 1 242 16</inkml:trace>
  <inkml:trace contextRef="#ctx0" brushRef="#br0" timeOffset="44596.09">15965 6318 69 0,'4'-7'288'0,"-3"-3"-1"0,2 5-2 16,-3 5-6-16,2-10 0 0,-2 10-12 0,3-7-20 15,-3 7-18-15,4-5-17 0,-4 5-6 0,0 0-31 16,6-4-29-16,-6 4-10 0,0 0-1 0,0 0 3 15,0 0 17-15,0 29-6 0,0-10 6 0,0 5-5 16,4 4-12-16,-5-1-9 0,-3 3-11 0,3-1-9 16,-1-2-15-16,1 1-7 0,1-4-6 0,0 1-9 15,1 1-7-15,1-7-3 0,-2-1-7 0,1 0-6 16,0-2-11-16,1 1-24 0,0 2-44 0,-3-8-47 16,2 0-57-16,1 1-44 0,-2-2-34 0,0-10-61 15,0 17-78-15,-3-8-290 0,3-9-694 0,-7 11 307 16</inkml:trace>
  <inkml:trace contextRef="#ctx0" brushRef="#br0" timeOffset="45662.94">13371 4133 106 0,'0'0'178'0,"-2"-9"-8"16,2 9-14-16,0 0-24 0,0 0-11 0,0 0-15 15,0 0 2-15,0 0-9 0,0 0 0 0,16 22-8 16,-9-13-1-16,-1 1 3 0,7 3-5 0,-3 0-5 15,3 3-6-15,1-3-7 0,-3 1-4 16,5-1-7-16,-3 3 4 0,2-4-12 0,-1-2-3 0,-5 4-6 16,1-6 0-16,0 1-3 0,-5-1-6 0,4 1 0 15,-5-3-3-15,4 0-2 0,-4-1-3 0,2-2 0 16,-1 3-4-16,-1-4-1 0,-4-2 1 0,8 7-6 16,-8-7 4-16,6 3-3 0,-6-3-3 0,0 0 10 15,4 6 14-15,-4-6 4 0,0 0-1 0,5 2-1 16,-5-2 5-16,0 0-12 0,0 0-4 0,13-6-11 15,-8-1-17-15,2 0-12 0,1-2-18 0,3-4-26 16,1-3-32-16,5-3-36 0,0-1-38 0,-4 4-32 16,3-4-175-16,-3 5-399 0,-1-2 176 0</inkml:trace>
  <inkml:trace contextRef="#ctx0" brushRef="#br0" timeOffset="45953.9">14103 3988 194 0,'0'0'197'0,"-10"-1"-15"0,10 1-12 0,0 0-16 0,0 0-12 16,0 0-14-16,0 0-14 0,0 0-13 0,0 0-7 16,0 0-13-16,24-7-9 0,-11 6-7 0,-1 0-3 15,6-2-9-15,-3 1-15 0,5 1-19 0,-6-1-13 16,0 2-47-16,-2-1-31 0,-1 0-23 0,1 2-29 16,-7 0-10-16,-5-1-101 0,14 3-254 0,-10-1 113 15</inkml:trace>
  <inkml:trace contextRef="#ctx0" brushRef="#br0" timeOffset="46280.07">14287 3979 101 0,'0'0'28'15,"-20"6"18"-15,20-6 21 0,0 0 6 0,-13-2 13 16,13 2 26-16,-8 0-3 0,8 0 3 0,0 0 3 16,-11 0-19-16,11 0 0 0,0 0-20 0,-8 2-1 15,8-2 2-15,-6 10-1 0,1-3 12 0,0 4-4 16,2-1 1-16,-1 2-8 0,-2 4 3 16,2-1-1-16,1 1-7 0,1 0-6 0,-2 0-7 0,4-5-5 15,0 1-8-15,0 1-4 0,0-1-2 0,2-2-5 16,-2 1-1-16,2-2-3 0,-2-1-6 0,0-1 2 15,0-7-4-15,2 13-2 0,-2-13-2 16,2 10-3-16,-2-10 0 0,1 6 1 0,-1-6 0 16,0 0-1-16,-3 10-5 0,3-10-5 0,0 0-1 0,-4 4-5 15,4-4-3-15,0 0 1 0,-14 0 3 0,14 0-7 16,0 0 5-16,-15-4-2 0,15 4 3 0,-14 0 0 16,14 0-2-16,-9-2 3 0,9 2-3 0,0 0-1 15,-9-2 2-15,9 2-1 0,0 0-3 16,0 0 0-16,0 0 2 0,0 0 0 0,0 0-1 15,0 0 2-15,0 0-9 0,0 0 0 0,30 2-9 0,-18-3-22 16,5 2-21-16,0-2-35 0,4 0-33 0,-2 0-36 16,2-2-158-16,1 2-352 0,-4-2 156 0</inkml:trace>
  <inkml:trace contextRef="#ctx0" brushRef="#br0" timeOffset="46512.21">14470 4087 191 0,'0'-6'251'0,"0"6"-23"16,-1-8-13-16,1 8-21 0,0 0-20 16,0 0-22-16,0 0-18 0,0 0-9 0,0 0-10 15,0 0 0-15,0 0-7 0,-8 19-5 0,3-9-10 16,5 0-8-16,-1 3-6 0,0 3 0 0,-1-4-5 0,1 1-9 16,1 2-3-16,0-3-9 0,-2 1-1 0,2 0-9 15,0-1-4-15,-2 0-27 0,2-2-22 16,2 0-15-16,0 0-26 0,-2-1-37 0,0-3-46 15,0-6-44-15,1 11-43 0,-1-11-135 0,-5 10-386 16,5-10 172-16</inkml:trace>
  <inkml:trace contextRef="#ctx0" brushRef="#br0" timeOffset="46747.52">14420 4114 67 0,'7'-7'202'0,"0"0"-11"0,2 2-12 15,0-2-13-15,0 4-18 0,0 1-11 0,-1 1-15 0,-8 1-9 16,19 5-1-16,-9-1-2 0,-1 1-6 16,-1 4-13-16,1 1 8 0,-3 0-9 0,-1-1-2 15,-1 4-2-15,1-1 4 0,-1 0 6 0,-4 0-1 16,-4 3-8-16,-1 0-1 0,-4-1-11 0,1 0-2 16,-4-2-7-16,-1 1-5 0,-4-2-13 0,4-3-8 0,-5 3-17 15,7-5-24-15,-4 3-30 0,3-3-25 16,1 0-32-16,3-1-38 0,-2-2-38 0,10-3-20 15,-13 4-25-15,13-4-139 0,-9 2-377 0,9-2 167 16</inkml:trace>
  <inkml:trace contextRef="#ctx0" brushRef="#br0" timeOffset="46962.96">14575 4251 3 0,'12'0'177'0,"-4"2"9"15,1 1-12-15,-2 0-11 0,0 1 0 0,-2-2-2 16,1 4-3-16,-4-2-6 0,3 3-8 0,-3-1-7 15,-2 2-9-15,0-8-5 0,0 15-11 0,0-8-9 16,0-7-8-16,-2 13-8 0,1-7-11 0,1-6 3 16,-1 9-17-16,1-9-6 0,0 10-5 0,0-10-6 15,6 7-3-15,2-4-2 0,4-3-7 0,6 0-7 16,4 0-8-16,6-2-18 0,3-3-24 0,2 1-38 16,2-2-32-16,-1-1-60 0,1 2-52 0,-9-2-170 15,0 0-407-15,-6 4 180 0</inkml:trace>
  <inkml:trace contextRef="#ctx0" brushRef="#br0" timeOffset="47696.45">11527 4299 67 0,'0'0'234'0,"2"-7"-20"0,-2 7-23 15,0 0-16-15,0 0-18 0,0 0-20 0,0 0-14 16,6-7-12-16,-6 7-4 0,9 0-11 0,-9 0-9 16,14 7-5-16,-2-2-5 0,-1 2-6 0,0 2-2 15,3 1 1-15,-1 2-3 0,1 0 0 0,-1 0-5 16,1 2-5-16,-1-5-6 0,-5 2-1 0,0-3-5 16,3 1-1-16,-4-1-4 0,0-1-4 0,2-1-5 15,-4-1 0-15,-5-5-1 0,10 9-3 0,-10-9-3 16,6 7-1-16,-6-7 3 0,8 3 13 0,-8-3 14 15,0 0 4-15,0 0 9 0,11 2-3 0,-11-2-1 16,0 0-7-16,15-11-10 0,-7 3-1 0,0 1-7 16,-1 1-16-16,-1-4-17 0,0 2-16 0,2-3-22 15,-1 0-31-15,-1 3-32 0,1-1-39 0,-2 0-31 16,4-3-45-16,-2 3-41 0,1 1-139 0,0-1-424 16,-4 5 188-16</inkml:trace>
  <inkml:trace contextRef="#ctx0" brushRef="#br0" timeOffset="48215.48">12066 4198 183 0,'0'0'237'0,"-4"-3"-25"0,4 3-21 0,0 0-18 15,0 0-14-15,0 0-14 0,15-14-24 0,-3 8-11 0,5-2-11 16,4 3-7-16,-2 0-12 0,2 1-4 0,0 1-26 15,-2 0-22-15,0 1-32 0,-6 0-27 0,1 4-23 16,-6-2-13-16,-1 1-1 0,2 0-28 16,-9-1-6-16,9 3 1 0,-9-3 8 0,5 5 18 15,-5-5 0-15,0 0 7 0,0 0 14 0,-9 14 9 16,3-10 14-16,6-4 24 0,-13 5 16 0,9-2 21 16,4-3 21-16,-11 3 12 0,11-3 12 0,-4 3 6 15,4-3-2-15,-9 2-3 0,9-2-11 0,0 0-7 16,-5 4-9-16,5-4-4 0,-4 7-2 0,4-7 12 15,-1 14 13-15,0-4-13 0,-1 2-3 0,2-2-4 16,0 4 1-16,2 1-5 0,-2-2 3 0,1 0-5 16,0 2 0-16,1 1-6 0,-2-2-3 0,2-1-2 0,-2-2-5 15,0-2 3-15,2 3-5 0,-1-5 0 16,0 0-5-16,-1-7-6 0,0 10 7 0,0-10-3 16,0 9 3-16,0-9-2 0,1 7-3 0,-1-7-2 15,0 0 3-15,-3 7-3 0,3-7 2 0,0 0-2 16,-8 2-1-16,8-2 1 0,0 0-1 0,0 0 13 15,-17-4 3-15,17 4-1 0,0 0 1 0,-12-3-2 16,12 3-2-16,-5-2 1 0,5 2-5 0,0 0-6 16,0 0-2-16,0 0-4 0,-5-6 0 0,5 6-4 15,0 0 0-15,0 0-3 0,0 0-11 0,22-2-9 16,-10 2-21-16,-1 0-20 0,3-2-26 0,1 0-28 16,2-2-41-16,2 1-23 0,0 1-28 0,-2 1-133 15,-3-2-366-15,-1-1 163 0</inkml:trace>
  <inkml:trace contextRef="#ctx0" brushRef="#br0" timeOffset="48432.93">12486 4301 67 0,'0'0'245'0,"3"-6"-8"0,-3 6-12 16,0 0-14-16,0 0-14 0,0-10-19 0,0 10-24 16,0 0-14-16,0 0-17 0,0 0-15 0,0 0-11 15,0 0-11-15,0 0-8 0,0 0 4 0,0 0 2 16,0 31-2-16,2-20-7 0,-4 0-2 0,2 1-7 15,-3-2-5-15,3 1-3 0,0 0-1 0,0 0-25 16,3 1-8-16,-3-3-16 0,-3 0-13 16,3-9-9-16,3 14-17 0,-3-14-16 0,4 11-27 0,-4-11-33 15,0 11-23-15,0-11-41 0,0 0-19 0,0 0-157 16,0 11-375-16,0-11 166 0</inkml:trace>
  <inkml:trace contextRef="#ctx0" brushRef="#br0" timeOffset="48682.27">12469 4321 7 0,'1'-10'173'0,"4"1"-5"0,-1-1-11 0,6 1-9 16,-1 3 0-16,0-2-14 0,-1 5-5 0,4 0-3 15,1 0-10-15,1 2-10 0,-1 3 9 0,6 2-7 16,-2 0-6-16,-3 2-8 0,-1 1-11 0,1 2-11 16,-5-2 1-16,-1 1 4 0,1 2-3 15,-1-1-1-15,-4 0 2 0,0 0 4 0,-1 0 5 0,-3 0-12 16,0-9 1-16,-3 20-2 0,-3-10-5 0,-6 1-7 15,6-1-5-15,-8 1-4 0,2 0-4 0,1-4-10 16,-4 4-10-16,2-6-23 0,1 2-19 0,-2 1-30 16,-3-3-27-16,5-1-34 0,-1 0-48 0,1-3-42 15,2 2-51-15,10-3-125 0,-16 0-404 0,16 0 180 16</inkml:trace>
  <inkml:trace contextRef="#ctx0" brushRef="#br0" timeOffset="48846.34">12776 4355 87 0,'0'0'267'0,"0"0"-22"0,0 0-17 0,11 4-19 15,-11-4-10-15,0 7-15 0,0-7-16 0,0 15-15 16,0-5-16-16,0 0-15 0,0 3-11 0,0 0-25 16,0 2-41-16,0 2-43 0,0 2-68 0,2-2-87 15,-2 7-185-15,-2-6-365 0,2 0 161 0</inkml:trace>
  <inkml:trace contextRef="#ctx0" brushRef="#br0" timeOffset="53577.32">8557 4448 14 0,'0'0'48'0,"0"0"2"0,0 0 9 0,-1-10 6 16,1 10 5-16,0 0-5 0,-3-7 25 0,3 7-5 15,-2-7 5-15,2 7 6 0,-3-9-5 0,3 9 4 16,-5-9-5-16,5 9 0 0,-1-8 8 0,-2 2 4 15,3 6 2-15,-4-9-3 0,4 9 3 0,-4-8-2 16,4 8-2-16,-3-7-1 0,3 7-1 0,0 0-6 16,-2-8-9-16,2 8-15 0,0 0 0 15,0 0-11-15,0 0-9 0,0 0-5 0,0 0 0 0,0 0 1 16,0 0 0-16,0 0 0 0,-6 31-3 0,3-15 2 16,2 1-4-16,-1 4 1 0,2 3-4 0,-2 0-3 15,1-4 9-15,0 5-9 0,0-7-3 0,-1 0-3 16,-2 0 1-16,4 0 0 0,0-1-4 0,-2-2-2 15,2 0-1-15,0-3 0 0,-1 0-4 16,-2-1 0-16,3-2-3 0,-1-1-1 0,1 1 0 0,0-9 0 16,-2 16-3-16,2-10-8 0,0-6-6 0,2 11-15 15,-2-11-15-15,-2 8-11 0,2-8-16 0,0 0-24 16,0 8-31-16,0-8-25 0,0 0-34 0,0 0-21 16,0 0-22-16,0 0-142 0,0 0-388 0,0 0 173 15</inkml:trace>
  <inkml:trace contextRef="#ctx0" brushRef="#br0" timeOffset="53964.28">8457 4414 71 0,'7'-9'148'0,"3"-3"-21"0,4 0-8 0,0 0-9 15,1 2 2-15,1 0-8 0,0 1-9 0,0 2-4 0,0 2-10 16,-3 2-8-16,-3 1-8 0,2 2-8 0,-2 4-2 15,-1-1-4-15,1 1 0 0,-3 3 20 0,-1 1 1 16,-1 2 1-16,-1 0-2 0,0 0-2 0,-3 2-2 16,-2-1-1-16,1 1 2 0,-5-1-5 15,0 1-1-15,-2-2 2 0,-2 3-14 0,-2-1 0 0,2-3-7 16,-2-1 2-16,0-1-10 0,0 0 0 16,0 1-7-16,-1-2 2 0,4-4-4 0,0 3-1 15,8-5 2-15,-13 6 11 0,13-6-4 0,-10 2 5 0,10-2 0 16,0 0 3-16,-10 4-2 0,10-4-4 0,0 0-4 15,-9 3-4-15,9-3-8 0,0 0-2 0,0 0-4 16,0 0-1-16,0 0-3 0,0 0 0 0,14 16 2 16,-6-10-4-16,2 1-1 0,5 3 1 0,1-3 2 15,3 3 0-15,5 0-4 0,4 0-18 0,1 0-28 16,1-1-24-16,-1-2-32 0,3 2-42 0,1-7-50 16,1 3-36-16,-4-1-153 0,0-1-409 15,-1-1 180-15</inkml:trace>
  <inkml:trace contextRef="#ctx0" brushRef="#br0" timeOffset="57019.3">7339 8349 88 0,'-4'-7'244'16,"-2"0"-5"-16,1 0-1 0,1 2-10 0,0-1-7 0,4 6 1 15,-6-10-13-15,2 6-10 0,4 4-19 16,-4-6-18-16,4 6-13 0,0 0-18 0,-3-9-17 15,3 9-10-15,0 0-14 0,0 0-7 0,0 0-11 16,0 0-6-16,0 0-3 0,8 27 3 0,-3-13-2 16,2 6-6-16,3 2-5 0,3 2-1 0,-2 2-8 0,1-1-3 15,-2 2 0-15,4-4 2 0,-2 2-13 0,1 0-3 16,-1-3-1-16,-2 2 1 0,-1-7-4 16,0-1-5-16,-1 0 0 0,-3-1-2 0,5 0-4 0,-5-5 1 15,3-4 0-15,-2 4 4 0,3-1-3 0,-5-2-7 16,0-3 8-16,0 1-3 0,2-1 10 0,-6-4 23 15,8 5-11-15,-8-5 15 0,7 2 3 16,-7-2 9-16,0 0-14 0,13-10-1 0,-9 3 3 16,1-3-11-16,1-1 0 0,1-4-4 0,-3-1-4 0,2-3-6 15,1 1-6-15,3-9-4 0,-4 2 1 16,-2-1 2-16,4 1-3 0,-1-2 7 0,-4 3-12 0,3-3 2 16,-1 2-14-16,-1 1-4 0,0 6-2 15,0 2 5-15,1-1-9 0,-3 6-1 0,1 1-9 0,1 1-12 16,-4 2-21-16,0 7-24 0,4-9-24 0,-4 9-21 15,1-5-6-15,-1 5-8 0,0 0-7 0,0 0-46 16,12 14-37-16,-6-6-21 0,-2 8-247 0,-2-3-539 16,2 4 239-16</inkml:trace>
  <inkml:trace contextRef="#ctx0" brushRef="#br0" timeOffset="57365.94">7817 8603 101 0,'-9'6'236'16,"3"-4"-8"-16,1 6-11 0,-2-2-8 0,1 0-10 16,-1 2-6-16,1 2-13 0,0-1-16 0,-1 0-13 15,3 2-11-15,-1-2-13 0,0 3-11 0,1-2-12 16,2 2-6-16,2-2-13 0,0-2-6 0,-1 2-7 16,1-10-4-16,3 11-8 0,1-4 5 0,1-3 2 15,2 1 2-15,2-3-1 0,1-1 0 0,3 1 1 16,-2-5-10-16,6-1-6 0,-1 1-3 0,1-4 10 15,-2 0-15-15,3-1 8 0,-9 0-5 0,3 0-3 16,-5-1-8-16,1 1 4 0,-3-2-5 0,-1-1-4 16,0 2 2-16,-4-3-9 0,-4 1 1 0,1 0 2 15,-3 1-17-15,-3-5-1 0,-4 2 0 0,2 2-1 16,-2 1-7-16,2 3-5 0,-4-1-16 0,4 1-15 16,1 4-22-16,-1 2-22 0,-1-2-15 0,1 4-19 15,1 1-36-15,1 2-47 0,3 0-35 0,1 2-54 16,-2 0-166-16,6 2-486 0,1-8 215 0</inkml:trace>
  <inkml:trace contextRef="#ctx0" brushRef="#br0" timeOffset="57947.04">8289 8591 12 0,'-11'-1'285'0,"5"0"-16"0,6 1-16 0,-14-3-11 16,14 3-15-16,-9-3-20 0,9 3-19 0,-8-1-16 15,8 1-14-15,0 0-12 0,0 0-14 0,0 0-12 16,0 0-6-16,0 0-5 0,0 0-11 0,0 0-9 16,0 0-9-16,32-3-12 0,-15 1-2 0,3 2-21 15,-2 0-23-15,3 0-29 0,0-2-35 0,-4 4-38 16,2-2-57-16,-1-3-53 0,-1 3-251 0,-3 0-478 16,0-1 211-16</inkml:trace>
  <inkml:trace contextRef="#ctx0" brushRef="#br0" timeOffset="58403.03">8838 8347 2125 0,'8'-9'17'0,"2"0"16"0,-2 2 4 0,-4 1-19 16,-1 1-9-16,4 1 0 0,-2 1 3 0,0-1 8 0,-5 4 5 15,12-3 8-15,-12 3 1 0,11-2 4 0,-11 2 4 16,15 2-5-16,-7 0-1 0,1 2-3 0,1 0-1 15,-1 0-1-15,0 2-3 0,1 2-2 16,-3-4-1-16,-2 5 5 0,0 0 5 0,-1 2 2 0,0-2 7 16,-1 1 6-16,-1-1 4 0,-4 2 1 0,-1 1 3 15,-4 2-3-15,0 1-4 0,-1 1-3 0,-5-2-5 16,4-3-5-16,-4 2-1 0,-2-2-7 16,1 0 0-16,-1 1-4 0,-1-2-3 0,5 0-4 0,2-3 0 15,-1 0 0-15,-1 0-12 0,4 0-13 0,2-2-5 16,-1 2-6-16,1 0-7 0,-1 3-5 0,4-5-8 15,-1 6-13-15,2 3-10 0,1 2-7 0,-2 0-11 16,2 4-17-16,0-2-6 0,3 8-22 0,-2-1 1 16,1 0-22-16,0 1-4 0,3 0 7 0,-4-2 0 15,3-2 9-15,0 2 23 0,-1-6 6 0,-2-1 8 16,0-2 9-16,0 1 10 0,-1-5 21 16,2 1 10-16,-1-2 19 0,-1 1 21 0,0-4 22 0,1 3 11 15,-1-10 17-15,2 13 8 0,-2-8 17 0,0-5 10 16,2 8 1-16,-2-8 4 0,1 6-6 0,-1-6-6 15,0 0-5-15,2 8-9 0,-2-8-3 0,0 0-22 16,0 0-26-16,2 6-35 0,-2-6-39 0,0 0-52 16,0 0-65-16,0 0-121 0,0 0-330 0,0 0 146 15</inkml:trace>
  <inkml:trace contextRef="#ctx0" brushRef="#br0" timeOffset="59846.47">10461 8229 14 0,'-6'-5'222'15,"6"5"-9"-15,0 0-4 0,-8-2-9 0,8 2-5 16,0 0-13-16,-6-5-15 0,6 5-12 0,0 0-14 15,0 0-12-15,0 0-6 0,0 0-13 0,0 0-11 16,0 0 0-16,0 0-13 0,0 0-8 0,0 0-5 16,21-5-7-16,-8 3-6 0,8 1-5 0,-1-3-3 15,8 2-6-15,1-2-10 0,0 1-15 0,-7 3-16 16,6-1-20-16,-7-1-27 0,-3 4-40 0,1-1-39 16,-6-1-27-16,1 0-34 0,-5 1-32 0,2 1-125 15,-5-1-367-15,-6-1 162 0</inkml:trace>
  <inkml:trace contextRef="#ctx0" brushRef="#br0" timeOffset="60179.2">10650 8190 92 0,'-9'0'191'0,"9"0"-16"0,-8-2-19 16,8 2-17-16,0 0 1 0,-12 7 0 0,8-2 3 16,0 4-6-16,-1 1-1 0,1 2-5 0,1 5-5 15,0-2-6-15,2 5-12 0,1-3-4 0,-2 0-9 16,4 1-10-16,-4 3-7 0,5-2-7 0,-2-1-6 15,1-1-1-15,0-2-10 0,1 0-4 0,-2-3-6 16,3-1-2-16,-2 0-6 0,-2-4-2 0,2 0-6 0,-2-7 0 16,1 9-2-16,-1-9-4 0,1 12 1 0,-1-12 1 15,0 6-3-15,0-6 4 0,0 0-10 0,-5 7 1 16,5-7-4-16,-9 5 0 0,9-5 1 16,-11 0 1-16,4 1-6 0,7-1 4 0,-14 0-4 0,14 0 2 15,-13-2-6-15,13 2 2 0,-9 1-3 0,9-1-1 16,0 0 2-16,-12-1-1 0,12 1-2 0,0 0 2 15,0 0 0-15,0 0 1 0,0 0 1 16,0 0-4-16,0 0 2 0,0 0 0 0,0 0 1 16,36-7-21-16,-16 6-17 0,2 0-19 0,-2-2-39 15,8-1-34-15,0 1-70 0,-6 2-57 0,-3-1-140 0,9 1-424 16,-10-1 189-16</inkml:trace>
  <inkml:trace contextRef="#ctx0" brushRef="#br0" timeOffset="60366.12">10905 8510 166 0,'0'0'245'0,"0"0"-22"16,0 0-13-16,0 0 1 0,6 3-5 0,-6-3-10 15,0 0-5-15,-2 13-6 0,2-6-11 0,0-7-5 16,0 16-20-16,-2-5-3 0,2-1-15 0,0 1-15 16,0-1-12-16,-2 2-9 0,2-2-7 0,-2 2-20 15,2 2-29-15,-1-3-34 0,0 0-28 0,-3 6-28 16,4-5-47-16,-3 1-63 0,3-2-55 0,-5-1-212 15,4 1-464-15,-3-1 205 0</inkml:trace>
  <inkml:trace contextRef="#ctx0" brushRef="#br0" timeOffset="60552">11262 8632 168 0,'0'0'271'0,"0"0"-16"0,0 0-17 15,0 0-10-15,0 0-15 0,-16 24-21 0,4-12-19 16,-3 3-16-16,-5-1-14 0,-2 4-18 0,7-5-2 16,1 1-39-16,-7 1-37 0,6-1-37 0,1-3-59 15,2 2-72-15,4-5-62 0,-2 2-163 0,4-3-374 16,1-2 165-16</inkml:trace>
  <inkml:trace contextRef="#ctx0" brushRef="#br0" timeOffset="60817.3">11783 8301 2881 0,'-4'-9'-4'0,"1"3"34"0,1-2 5 0,-3 3-1 0,5 5-5 15,-8-9-1-15,8 9 4 0,-5-7-5 0,5 7-2 16,-2-6 0-16,2 6-12 0,0 0 4 0,7-9 1 15,3 6 1-15,2-1-3 0,4 0-1 0,3 1 0 16,2-1-4-16,-1 2-6 0,1-1-10 0,-3-1-10 16,0 3-24-16,-1 0-14 0,-5 1-29 0,-1-1-27 15,-4 2-38-15,-7-1-33 0,14-3-21 0,-14 3-2 16,8 2 1-16,-8-2-138 0,5 2-367 0,-5-2 163 16</inkml:trace>
  <inkml:trace contextRef="#ctx0" brushRef="#br0" timeOffset="61153.41">11990 8214 1008 0,'0'0'-54'0,"0"0"34"0,0 0 28 0,0 0 24 0,-17 8 24 16,17-8 17-16,0 0 18 0,0 0 13 0,0 0 7 15,-11 2-2-15,11-2-8 0,0 0-13 0,0 0-9 16,0 0-10-16,-4 5 7 0,4-5 19 16,-2 9 1-16,-1 2-3 0,3-1 9 0,-3 3-7 0,2 2-1 15,0-3-2-15,-2 5-6 0,3 0-5 0,-4 0 0 16,3-2 1-16,-2 3-8 0,2 0-2 0,1 0-9 16,0-1-9-16,-1-1-4 0,1-5-4 0,0 0-2 15,0-1-5-15,1 1-4 0,0-3-3 0,-1-1-3 16,3 0 1-16,-3-7-6 0,0 9-4 0,0-9 1 15,1 7-9-15,-1-7-4 0,0 0-6 0,2 8-4 16,-2-8 0-16,0 0-10 0,0 0-5 0,0 0 1 0,-6 6-10 16,6-6 1-16,0 0 2 0,0 0 5 0,0 0-2 15,-15-1 3-15,15 1 4 0,0 0-1 0,-9-1-1 16,9 1 0-16,0 0 1 0,0 0 3 16,0 0-2-16,0 0 0 0,0 0 1 0,0 0 1 0,0 0 1 15,0 0 7-15,0 0-7 0,0 0 2 16,0 0-3-16,23 3-6 0,-10-3 0 0,6 0-15 15,-1 0-17-15,2-1-25 0,2 1-30 0,0-1-32 16,5-3-40-16,1 1-28 0,-8 1-27 0,1 1-135 0,0-3-396 16,0 0 176-16</inkml:trace>
  <inkml:trace contextRef="#ctx0" brushRef="#br0" timeOffset="61364.03">12351 8454 67 0,'5'-4'214'0,"-1"-4"2"0,-2 2-5 15,-2 6-3-15,6-8 2 0,-4 3-2 0,-2 5-3 16,6-7-7-16,-6 7-12 0,2-6-16 0,-2 6-17 15,0 0-18-15,0 0-7 0,0 0 10 16,0 0 8-16,0 0 3 0,7 15-5 0,-5-8-15 16,-2 2-6-16,0 4-2 0,0-4-14 0,0 2-6 0,2 2-15 15,-4-3 0-15,2 3-9 0,2-2-15 0,-2 0 2 16,0 0-15-16,0 0-22 0,1-2-24 0,-1-1-25 16,0-1-28-16,0-7-34 0,0 14-19 0,0-7-27 15,0 0-27-15,0-7-39 0,0 9-45 0,0-9-31 16,-3 10-206-16,3-10-517 0,-4 7 228 0</inkml:trace>
  <inkml:trace contextRef="#ctx0" brushRef="#br0" timeOffset="61597.75">12376 8413 146 0,'4'-6'229'0,"-1"0"-13"15,1 0-9-15,-4 6-4 0,12-5-2 0,-6 5-7 16,-6 0-7-16,13 2-6 0,-3 1-8 0,-1-1-12 15,0 5-14-15,-3-1-1 0,4 1-15 0,-3 1-7 16,-1 2-10-16,0 0-5 0,2-1-1 0,-4 1-6 16,-3 1 3-16,3 2-10 0,-6-4-3 0,2 4-9 15,-3-1 5-15,-1 1-23 0,-6 0-4 0,4 2-2 16,-7-1-8-16,5-5-14 0,-7 4-15 0,1-2-32 16,-3 1-30-16,0-2-36 0,0 1-31 0,-2 0-40 15,2-4-55-15,3 1-47 0,3-3-252 0,-2-1-543 0,6-1 240 16</inkml:trace>
  <inkml:trace contextRef="#ctx0" brushRef="#br0" timeOffset="65312.95">12818 8741 239 0,'5'-5'249'0,"-5"5"-17"0,0 0-14 0,0 0-11 15,0 0-6-15,0 0-4 0,0 0-9 0,0 0-19 16,-22 19-10-16,6-6-11 0,3 1-18 0,-1-1-11 15,-2 1-11-15,0-1-12 0,-1 0-9 0,-3 3-20 16,3-4-21-16,4 3-21 0,-2-3-24 0,-1 1-30 16,0-2-42-16,1 0-56 0,6-7-57 0,-1 3-62 15,3-4-126-15,1 0-402 0,6-3 177 0</inkml:trace>
  <inkml:trace contextRef="#ctx0" brushRef="#br0" timeOffset="68878.92">12554 8625 8 0,'0'0'124'0,"0"0"0"16,0 0-2-16,0 0-4 0,0 0-5 16,0 0 4-16,0 0-8 0,0 0-3 0,0 0-4 0,0 0-3 15,0 0-3-15,2-6 0 0,-2 6-3 0,0 0-3 16,0 0 0-16,0 0 3 0,0 0-3 15,0 0-1-15,0 0-4 0,0 0-5 0,-2-11-4 0,2 11-1 16,0 0-6-16,0 0 1 0,0 0 2 0,0 0-8 16,2-9 5-16,-2 9 3 0,0 0-9 0,0 0-4 15,0 0 0-15,-2-12-7 0,2 12 1 0,0 0-5 16,2-5-4-16,-2 5-2 0,0 0-2 0,0 0 3 16,0 0-7-16,0 0-6 0,0 0-1 0,0 0 2 15,0 0-9-15,0 0-4 0,0 0-3 0,2-8-2 16,-2 8-1-16,0 0-4 0,0 0 6 0,0 0 0 15,0 0 3-15,0 0 5 0,2 26 8 0,-2-16 2 16,-2-1-3-16,4 0 0 0,-1 4 0 0,-1-3 6 16,-1 0 1-16,-1 3-2 0,2-1-1 0,0-1 1 15,-2 1-3-15,2 0 0 0,-2 0 3 0,0-2 2 0,2 1-8 16,0-2-5-16,0-1-3 0,0-8 8 16,-3 11-11-16,3-11 0 0,-2 11 2 0,4-5-10 15,-2-6-21-15,0 0-15 0,-2 11-19 0,2-11-18 16,0 9-23-16,0-9-21 0,0 0-28 0,-3 9-30 15,3-9-45-15,0 0-31 0,0 0-46 0,3 7-149 0,-3-7-474 16,0 0 209-16</inkml:trace>
  <inkml:trace contextRef="#ctx0" brushRef="#br0" timeOffset="69318.92">13264 8253 203 0,'-10'-7'219'0,"6"3"-13"0,4 4-1 0,-7-4-5 15,7 4-6-15,-6-5-8 0,6 5-14 0,0 0-12 16,-7-4-12-16,7 4-12 0,0 0-14 0,-5-4-9 15,5 4-11-15,0 0-10 0,0 0-11 0,14-7-5 16,-5 3-13-16,2 2-6 0,2-1-8 0,3-3-1 16,6 3-25-16,-3-1-11 0,-2 0-25 0,2 2-24 15,-7 0-35-15,0 2-35 0,-1-1-45 0,-4-1-27 16,3 0-30-16,-10 2-141 0,8 0-379 0,-8 0 167 16</inkml:trace>
  <inkml:trace contextRef="#ctx0" brushRef="#br0" timeOffset="69862.97">13331 8206 62 0,'0'0'211'16,"0"0"-20"-16,0 0-10 0,-9 0-19 0,9 0-15 16,0 0-11-16,0 0-1 0,-5 6 7 0,5-6-6 15,-2 10-10-15,2-3 3 0,2 3 5 0,-2 1-6 0,-2 2-3 16,2-2-5-16,0 5-5 0,0 0-6 16,2 0-5-16,-4 0-8 0,2 4-7 0,0-9-7 0,0 7-5 15,0-6-3-15,0 4-11 0,0-6-4 16,0 1-8-16,0 2-1 0,0-4-6 0,0 1-3 0,0-3-2 15,-2 1-4-15,2-8-5 0,-3 13-1 16,3-13-2-16,-2 11 2 0,0-6-5 0,-2 0 6 0,4-5-13 16,-7 8-6-16,0-5-1 0,2 0-1 15,-3-1-5-15,1 1 6 0,0 0-1 0,7-3-3 0,-13 3 2 16,13-3-2-16,-9-1-3 0,9 1 5 0,0 0 3 16,-9 2-10-16,9-2 1 0,0 0 0 0,0 0-5 15,-7 2-2-15,7-2 5 0,0 0-4 0,0 0-1 16,0 0-2-16,27-9-8 0,-9 6-6 0,-7-1-6 15,10 2-18-15,-2-3-8 0,2 1-15 0,4-4-18 16,-3 4-20-16,-2 1-20 0,0-1-20 0,1 0-15 16,-4-1-19-16,0-1-1 0,0 0 5 0,-3 1 17 15,-3 0 10-15,1-2 18 0,-1 1 16 0,-1 1 11 16,-3-3 11-16,3-1 49 0,-2 1 25 0,-5 2 24 16,1-3 23-16,2 0 20 0,-6 3 13 0,6-3 22 15,-6 2 20-15,2-1 7 0,0 2 11 0,-2 6 7 16,4-9 1-16,-4 9-1 0,2-6-8 0,-2 6-10 15,0 0-12-15,3-8-13 0,-3 8-5 0,0 0-9 16,0 0 15-16,0 0 3 0,0 0-2 0,4 25 5 16,-4-15 21-16,0 0-17 0,0 6-8 0,0 0-9 15,0 0-8-15,0 1 0 0,0 0-12 0,0-5 2 16,0 0-10-16,2 4-5 0,-2-6-10 0,2 0-23 16,-1 2-15-16,0-2-21 0,-1-1-28 0,0 2-32 15,1-3-19-15,-1-8-25 0,0 13-36 0,-2-5-37 16,2-8-49-16,-5 10-49 0,1-6-169 0,-1 1-505 0,5-5 223 15</inkml:trace>
  <inkml:trace contextRef="#ctx0" brushRef="#br0" timeOffset="70116.31">13569 8424 47 0,'3'-6'232'0,"-1"1"-16"15,2-1-12-15,2 2-8 0,1-2-13 16,-7 6-3-16,14-1-11 0,-14 1-7 0,13 3-7 0,-4-1-7 15,1 3-11-15,-4 2 3 0,5-1-3 0,-4 4-8 16,2-3-7-16,-2 3-8 0,-1 1-8 0,1-1-7 16,-2-2-2-16,-1 3 1 0,-1-1 9 0,-1 1-2 15,-4-1-1-15,2 0-6 0,-1 2-5 16,-3-2 0-16,0 1-11 0,-4-1-8 0,-2 2-6 0,1-3-15 16,-3 4-14-16,-1-2-34 0,-1 1-32 0,5-4-31 15,-4-1-37-15,3-2-24 0,-1 2-43 16,3 0-41-16,1-3-42 0,0 0-45 0,2 0-176 0,5-4-505 15,0 0 225-15</inkml:trace>
  <inkml:trace contextRef="#ctx0" brushRef="#br0" timeOffset="70334.95">13825 8535 107 0,'13'-6'237'0,"-1"5"-7"16,1 0-12-16,-4-1-7 0,3 3-9 0,-1 0-4 15,-5 1 5-15,6 2-10 0,-4 2-9 0,-3-2-5 16,-3 2-3-16,0 3-11 0,-2 1-3 0,-2 3-9 15,-2-2-4-15,-1 5-17 0,-1-2-13 0,-4 1-12 16,2-1-10-16,3-4-10 0,-1 0-11 0,1-2-8 16,3-1-8-16,0-1-4 0,2-6-2 0,0 11-4 15,0-11-4-15,9 6-5 0,2-2-5 0,3-4-20 16,5-4-29-16,10 0-38 0,3-2-37 0,1-1-44 16,3 0-68-16,3-3-72 0,-3 0-271 0,15-3-588 15,-3 2 260-15</inkml:trace>
  <inkml:trace contextRef="#ctx0" brushRef="#br0" timeOffset="83114.98">5839 7417 27 0,'0'0'108'0,"0"0"7"0,-7-3-8 0,7 3 0 16,0 0-5-16,0 0-1 0,0 0-7 0,-5-7-8 15,5 7-9-15,0 0-6 0,0 0-4 0,0 0-4 16,0 0-2-16,-1-7-3 0,1 7-4 0,0 0-5 16,0 0 0-16,0 0-7 0,0 0 6 0,0 0 6 15,0 0-5-15,0 0 2 0,-4-7-3 0,4 7-3 16,0 0-9-16,0 0-1 0,0 0-1 0,0 0-1 16,0 0-2-16,0 0-2 0,0 0 0 0,0 0-2 15,-1-8-1-15,1 8 2 0,0 0 5 0,0 0-2 0,0 0-3 16,0 0 2-16,0 0-2 0,0 0-1 15,0 0-1-15,0 0-5 0,0 0 8 0,0 0-5 16,0 0-10-16,-3-8 2 0,3 8-2 0,0 0 0 16,0 0-2-16,0 0-4 0,0 0 0 0,0 0-5 0,0 0 0 15,0 0-1-15,0 0-2 0,0 0 1 0,0 0 1 16,0 0-2-16,0 0 0 0,-2 23 1 0,2-23-1 16,1 13 0-16,0-6-2 0,1 0 3 15,-2 3 1-15,2 0 0 0,-1 0-3 0,2 1 5 0,-2 0 1 16,2 0 0-16,-2 2 1 0,3-1 1 0,0 0 0 15,-1-1 2-15,1 1-4 0,0 1 1 0,0 2 2 16,0 0 1-16,0-3-7 0,0-1 5 0,1 4 1 16,-2-4-2-16,3 4 6 0,-4-3-4 0,-1 2 3 15,2 2-3-15,0-5-4 0,-5 1 6 0,4-2-2 16,-2 0-1-16,0 2 0 0,0-2 0 0,2 3 0 16,-3-3 2-16,1 2 0 0,0-5-1 0,0 3-2 15,1-1 4-15,-2 1 0 0,1-3-1 0,0-7 0 16,-1 14 2-16,-1-7 2 0,2-7 6 0,-1 13-4 15,0-7 1-15,1-6 4 0,-2 10-3 0,2-10 1 16,0 8 2-16,0-8-5 0,0 0 1 0,0 12-3 16,0-12-3-16,0 0 3 0,0 7-3 0,0-7-1 15,0 0 2-15,0 0-4 0,2 8 3 0,-2-8-3 16,0 0 0-16,0 0-2 0,0 0 2 0,0 0-2 16,0 0 1-16,0 0-2 0,0 0-12 0,0 0-17 15,0 0-12-15,0 0-26 0,0 0-27 0,0 0-27 16,0 0-40-16,0 0-21 0,0 0-24 0,0 0-148 15,0 0-379-15,1 6 167 0</inkml:trace>
  <inkml:trace contextRef="#ctx0" brushRef="#br0" timeOffset="83363.14">5767 7987 163 0,'0'0'197'0,"0"0"-8"0,0 0-18 0,0 0-15 16,0 0-15-16,0 0-15 0,0 0-14 0,0 0-14 15,0 0-9-15,36-8-8 0,-18 3-8 0,2 2-5 16,7-1-15-16,-6 0 2 0,0-1-6 0,0 3-7 16,-2 0-8-16,0-1-32 0,-6 2-29 0,1 1-46 15,-1 0-24-15,-3 0-30 0,0 2-27 0,-3 1-84 16,-7-3-256-16,7 3 114 0</inkml:trace>
  <inkml:trace contextRef="#ctx0" brushRef="#br0" timeOffset="83531.78">5752 8086 185 0,'-9'1'210'0,"1"-1"-8"16,8 0-5-16,-11 2-20 0,11-2-19 0,-7 0-15 15,7 0-14-15,0 0-13 0,0 0-12 0,0 0-12 16,0 0-4-16,33-4-11 0,-12 1-4 0,6 0-18 15,1 0 2-15,0 0-21 0,-8 4-27 0,0-2-28 16,-2 2-34-16,-6 2-25 0,1-1-35 0,-3 0-5 0,-4 2-13 16,1 0-14-16,-3 2-98 0,-4-6-261 0,-3 12 116 15</inkml:trace>
  <inkml:trace contextRef="#ctx0" brushRef="#br0" timeOffset="83663">5915 8157 209 0,'-11'4'61'0,"-1"3"25"16,2-1 14-16,0-3 19 0,2-1 9 0,2 1 8 0,-1-2 3 15,7-1 0-15,-6 5-3 0,6-5-5 0,-6 2-7 16,6-2-15-16,0 0-10 0,0 0-9 0,0 0-11 15,0 0-9-15,0 0-18 0,0 0-24 0,0 0-36 16,34-7-51-16,-22 5-45 0,2 2-74 0,-1-3-103 16,-3-1-305-16,1 3 134 0</inkml:trace>
  <inkml:trace contextRef="#ctx0" brushRef="#br0" timeOffset="138563.31">27725 3294 146 0,'4'-10'175'0,"-3"4"-8"0,-1 6-12 15,5-8-7-15,-5 8-8 0,2-8-13 0,-2 8-7 16,3-9-8-16,-3 9-1 0,2-5-6 16,-2 5-11-16,0 0-9 0,0 0-2 0,0 0-13 15,0 0-6-15,2-7-10 0,-2 7-3 0,0 0-9 16,0 0-4-16,0 0-7 0,0 0-1 0,0 0-7 0,0 0 0 15,0 0-4-15,0 0-3 0,0 0-3 16,0 0 3-16,0 0-2 0,0 0-5 0,-19 16 4 16,13-9-2-16,1 1 2 0,-3 1 8 0,-2-2-6 15,2 3 0-15,3 0 0 0,-6 3 1 0,2-1-4 16,0 2 6-16,0-4-9 0,1 3 1 0,2-1-2 16,-1 0 1-16,1 1 4 0,-1 1 8 0,0-1-4 15,3-1 0-15,0-1-3 0,-1 1 3 0,1-2-5 0,3 3 1 16,0-4 2-16,-2 2-7 0,3-2-1 15,0 1 3-15,0-3 1 0,3 2-3 0,-1-3 1 16,2 4-1-16,0-3 1 0,1 1 6 0,1-1-8 16,2-1 1-16,1 1 2 0,1 0 2 0,2-4 3 15,-3 2-4-15,4-1 2 0,-1-4-2 0,5 3 0 16,-1-2 2-16,-3 1 0 0,2-4 0 0,2 2 3 16,1-4-2-16,-2 2 0 0,2-2-1 0,0 1 1 15,-5 0 3-15,5-4-2 0,-5 2-2 0,1 0 10 16,0 0-8-16,-1-1 1 0,0 0 8 0,-1-3-4 15,-1 2-3-15,-4-1 2 0,2-1-4 0,4 0-2 16,-4-3 1-16,-2 5-2 0,0-5-1 16,-1 1 0-16,2 0-11 0,-4 1 10 0,1-3-1 0,-1 2 3 15,0-4-1-15,1-1-2 0,-3 4-2 0,0-3 4 16,0 3-7-16,-2-1-1 0,1 0 6 0,-1 1-6 16,-1-1 1-16,-1 2 0 0,-1-1-1 0,-3 2-3 15,2-1 0-15,-5-2 0 0,-1 4-3 0,3 2 2 16,-3 0-7-16,-4 0 4 0,0 0-2 0,-4 3 1 15,-1 1 2-15,-2 0 0 0,1 3 2 0,-2 2-2 16,2 0-3-16,-8 1 1 0,9 0 0 0,1 0-10 16,1 1-13-16,4 1-11 0,2-2-16 0,1 2-15 15,-1 1-28-15,3 0-36 0,1 0-30 0,2 1-33 16,1 3-204-16,-1-3-432 0,1 2 192 0</inkml:trace>
  <inkml:trace contextRef="#ctx0" brushRef="#br0" timeOffset="158032.01">7007 10221 147 0,'-12'-5'202'0,"12"5"-3"0,-9-2-10 15,4-1-5-15,5 3-16 0,-12-4-7 0,5 2-10 16,1 0-10-16,6 2-7 0,-12-6-5 0,12 6-6 16,-6-1-6-16,6 1-11 0,-8-2-6 0,8 2-11 15,0 0 0-15,0 0-17 0,-8-3-10 0,8 3-5 16,0 0-9-16,0 0-3 0,0 0-4 0,0 0-3 16,0 0-1-16,0 0 0 0,0 0-4 0,20-4-2 15,0 4-2-15,0-2-2 0,11-1-3 0,1 1-5 16,0 0 1-16,1-1-6 0,-1-1-13 0,-1 1-12 15,0 0-18-15,-3 2-26 0,-5 0-29 0,-3-1-34 16,1 2-34-16,-2-2-39 0,-8 2-45 0,-2 0-129 16,-1-1-396-16,-8 1 176 0</inkml:trace>
  <inkml:trace contextRef="#ctx0" brushRef="#br0" timeOffset="158446.62">7181 10146 180 0,'0'0'182'0,"0"0"-16"0,-11 0-4 0,11 0-2 16,-5 6 0-16,1 0-8 0,-1-1-5 0,2 3-3 15,-1 2-7-15,-1 3-13 0,1 2-11 0,0 2-3 16,1 2-6-16,1 0-6 0,-3 7 0 0,2-9-6 0,2 3-10 16,0 7-6-16,-1-8 2 0,2 5-5 15,-1-4-6-15,1-1-4 0,0-3-7 0,0 4-6 16,1-2-2-16,1-1-8 0,-2 0-2 0,2-4-6 15,-2 3 2-15,3-1-4 0,-3-4-5 0,0 1 3 0,0-3-8 16,1 1 2-16,-1-2 5 0,0-8-10 0,0 11-3 16,0-4 0-16,0-7 0 0,-1 10-2 15,1-10 1-15,0 0 0 0,0 8-2 0,0-8 1 16,0 0 3-16,-5 8-5 0,5-8 1 0,0 0 0 0,-11-2 1 16,11 2-2-16,-10 2-5 0,10-2-2 0,0 0 3 15,-18-4 0-15,18 4 1 0,-10-3-1 16,10 3 3-16,-10-4 2 0,10 4 3 0,-7-1 1 0,7 1 6 15,0 0-6-15,0 0 1 0,-7-4 7 0,7 4-12 16,0 0-4-16,0 0-8 0,0 0-3 0,0 0 0 16,0 0 1-16,0 0-4 0,0 0-10 0,0 0-4 15,26 0-10-15,-14-3-20 0,0 3-22 0,5-2-27 16,3 0-42-16,0 2-24 0,-1 0-36 0,0-2-22 16,1 2-199-16,-3 0-458 0,3-1 203 0</inkml:trace>
  <inkml:trace contextRef="#ctx0" brushRef="#br0" timeOffset="158716.9">7421 10586 28 0,'0'0'272'0,"0"-8"-11"0,0 8-13 0,0 0-10 15,0 0-14-15,0 0-18 0,0 0-17 0,0 0-11 16,-4-7-25-16,4 7-15 0,0 0-4 0,0 0-3 15,0 0-9-15,0 0-5 0,-8 19-16 0,8-10-5 16,-3-1-13-16,3 0-5 0,-2 3-6 0,1 0-5 16,1 0-5-16,-1 1-9 0,-2 0-2 0,2 0-6 15,1 0-8-15,0-1-3 0,-3 0-5 0,5-2-20 16,-5 1-27-16,3-3-25 0,1 3-24 0,-1-2-35 0,0-1-44 16,3 1-46-16,-2-2-33 0,-1-6-220 15,2 11-480-15,1-8 213 0</inkml:trace>
  <inkml:trace contextRef="#ctx0" brushRef="#br0" timeOffset="158899.19">7790 10546 100 0,'8'-5'259'0,"-8"5"-26"15,5-4-23-15,-5 4-18 0,13-4-18 0,-7 4-20 16,-6 0-15-16,18 0-12 0,-8 0-18 0,1 0-21 15,0 0-30-15,1 2-42 0,-1-1-47 0,2 2-37 16,-3-2-45-16,0 0-50 0,-2 0-85 0,-3 2-267 16,-5-3 118-16</inkml:trace>
  <inkml:trace contextRef="#ctx0" brushRef="#br0" timeOffset="159049.09">7872 10618 38 0,'0'0'223'0,"-9"4"-11"16,9-4-4-16,-5 1-8 0,5-1-11 0,0 0-15 15,0 0-8-15,0 0-10 0,0 0-14 0,0 0-8 16,0 0-17-16,0 0-21 0,0 0-20 0,26 0-24 16,-16 1-36-16,4-2-51 0,-3 1-50 0,8-3-61 15,-6 3-177-15,2-3-349 0,2 0 155 0</inkml:trace>
  <inkml:trace contextRef="#ctx0" brushRef="#br0" timeOffset="161261.1">8664 10087 116 0,'0'0'215'0,"2"-6"-2"0,-2 6-4 15,0-10-3-15,0 10-17 0,0-9-7 0,0 9-7 16,0 0-16-16,0 0-11 0,0-8-12 0,0 8-12 16,0 0-12-16,0 0-7 0,0 0-12 0,0 0-12 15,0 0-8-15,0 0-5 0,0 0-12 0,0 0-2 16,0 0-4-16,0 0-2 0,0 0 1 0,0 0 3 15,1 29-1-15,-1-16 6 0,0 4-3 0,1 1 1 16,-2 0 9-16,0 8 0 0,-1-4 1 0,1-2-7 16,0 0-2-16,-3 4 1 0,1-6 0 0,2 0-9 15,-3 0 9-15,3-1-5 0,-2 0-5 0,2-5-2 16,-1 2-3-16,2-3-4 0,-5 0 0 0,3-1-2 16,1 0-3-16,0-2-5 0,0-1-6 0,1-7-2 15,0 10 6-15,0-10-4 0,0 9-11 0,0-9-32 16,1 7-27-16,-1-7-24 0,0 0-21 0,0 10-20 15,0-10-22-15,0 0-33 0,0 0-38 0,0 7-28 16,0-7-27-16,0 0-201 0,0 0-499 0,0 0 222 16</inkml:trace>
  <inkml:trace contextRef="#ctx0" brushRef="#br0" timeOffset="161617.41">8800 10233 212 0,'0'0'240'0,"0"0"-20"15,0 0-3-15,0 0-8 0,0 0-9 0,0 0-6 16,0 0-5-16,0 0-8 0,0 0-12 16,0 26-10-16,1-16-1 0,0-1-23 0,2 3-17 0,0-2 4 15,0 0-20-15,1 2-16 0,0-2-7 16,2 0-7-16,1 1-3 0,0-2-10 0,2 0-7 0,2-3 7 16,-2 0-11-16,2 1-8 0,2-3 10 0,-3 1-13 15,2-3-8-15,2 0 3 0,-3-4 1 0,2 1 3 16,-3-2-2-16,2 0-3 0,-1 0-1 0,-2-2-1 15,0 1 12-15,-3-1 3 0,-1-1 3 0,2-3-11 16,-5 1 8-16,0-4-16 0,-1-1 9 16,-1 2-15-16,-3-4-7 0,-2-2 5 0,0 0 0 0,-1 2-6 15,0 1 2-15,-1 0-11 0,1 3 6 0,-3 0-5 16,-3-1-3-16,1 1-1 0,1 3-2 0,-1-1-15 16,1 3-10-16,-1 2-19 0,-1-1-21 0,2 1-16 15,0 1-22-15,2 3-20 0,8 0-21 0,-12 7-40 16,9-2-34-16,3-5-29 0,-4 11-235 0,6-1-523 15,2-2 232-15</inkml:trace>
  <inkml:trace contextRef="#ctx0" brushRef="#br0" timeOffset="162046">9246 10152 2392 0,'-4'-10'15'0,"-1"-1"76"15,0-1-6-15,-4-1-27 0,3 3 0 0,0 0 9 16,3 3 8-16,0 1-1 0,-1 1-8 0,4 5 4 16,-5-7-3-16,5 7-10 0,-4-6-8 0,4 6-9 15,0 0-4-15,0 0 0 0,0 0-2 0,0 0 2 16,9 20 4-16,-1-5-1 0,1 2 1 0,2 1-4 16,1-1-2-16,-1 4 1 0,2 3-3 0,1-2-1 15,-3 1 1-15,-3-5 14 0,1 0-20 0,3-1 4 16,-1-1-3-16,-2-2-3 0,3 0-5 0,-5-1 6 15,1-2-4-15,-2-2-2 0,3 0-4 0,-4-1 0 0,2-1-1 16,-2-2 16-16,-1 1-21 0,1-2 0 16,0 0-3-16,-5-4 8 0,6 5-6 0,-2-2 11 0,-4-3 27 15,7 2-1-15,-7-2 5 0,11-6-5 0,-6 0-4 16,0-1 8-16,2-3-9 0,0-4-4 0,1 0 4 16,0-3-11-16,-1 0 11 0,0 0-18 0,-2-3 3 15,1 1-1-15,1-6-3 0,-2 8-7 0,-1-2 1 16,0 0-3-16,-1 2-2 0,0 4-5 0,-1 1-1 15,0 1-5-15,-1 1 3 0,1 3-20 0,0-1-14 16,-1 1-24-16,-1 7-27 0,1-9-37 0,-1 9-32 16,0 0-30-16,3-7-30 0,-3 7-33 0,0 0-31 15,13 4-48-15,-13-4-179 0,16 9-544 0,-5-5 241 16</inkml:trace>
  <inkml:trace contextRef="#ctx0" brushRef="#br0" timeOffset="162429.1">10020 10223 199 0,'-11'1'265'0,"11"-1"-14"0,-12 0-18 16,5 2-12-16,7-2-12 0,-11 0-14 0,11 0-11 0,-7 2-13 15,7-2-16-15,0 0-13 0,-8 3-11 16,8-3-15-16,0 0-9 0,0 0-4 0,0 0 6 15,0 0-9-15,0 0 2 0,0 0 1 0,0 0-1 16,0 0-15-16,35 1 0 0,-17-2-5 0,3 1-3 0,1-2 2 16,-2-1-11-16,9 1-1 0,-9 0-2 15,0-1-16-15,-2 1 7 0,1 0-13 0,-6 1 11 0,1-2 6 16,-2 2 0-16,-2 0 4 0,-1-1-1 16,-3 2 3-16,-6 0 8 0,11-2 0 0,-11 2 8 0,0 0 3 15,11-1 4-15,-11 1-7 0,0 0-5 0,0 0-5 16,9-1-8-16,-9 1-8 0,0 0-3 0,0 0-9 15,0 0-3-15,8 0-9 0,-8 0-2 0,0 0-26 16,0 0-26-16,0 0-53 0,0 0-43 0,0 0-36 16,0 0-36-16,0 0-38 0,0 0-46 0,0 0-39 15,0 0-43-15,0 0-252 0,0 0-656 0,10-2 291 16</inkml:trace>
  <inkml:trace contextRef="#ctx0" brushRef="#br0" timeOffset="164631.31">10606 9991 47 0,'0'0'275'15,"0"0"-20"-15,0 0-20 0,0 0-15 0,0 0-14 16,1-6-12-16,-1 6-14 0,0 0-11 0,0 0-11 15,0 0-14-15,0 0-7 0,0 0-1 0,0 0-7 0,0 0 1 16,0 0-16-16,-9 28-18 0,5-17 0 16,-1 4-8-16,0 0-5 0,-3 3-3 0,3-3-9 15,0 1-1-15,2 1-8 0,1-5-4 0,-1 1 6 16,2 0-16-16,1 2-7 0,0-2-2 0,3-2-10 0,0-1 10 16,1 1-15-16,2-3 5 0,-1 1-10 15,3-2 4-15,1 0-6 0,0-3-2 0,2-2 0 16,0 1 2-16,1-2 3 0,2 0-7 0,2-3 9 0,-2-3-13 15,3-1 4-15,0-1-5 0,-3-1-3 0,0-1 2 16,-4 1 2-16,-1 0 1 0,4-5-3 0,-7 4-1 16,2-5 5-16,-3 2-4 0,-3-3 0 0,1-1 1 15,-2-1-2-15,-1 2-3 0,-2-3 0 0,-2 4 11 16,-3-2-14-16,0-1 2 0,-1 3-2 0,-2 4 2 16,-4 0-1-16,2 0-4 0,0 4 3 0,0 2-7 15,-3 1-1-15,-1 0 5 0,-1 1-18 16,4 4-25-16,-5-2-21 0,2 5-28 0,2 0-30 0,4 2-39 15,0 1-45-15,1 3-44 0,4-3-44 0,0 3-162 16,5-1-495-16,2 0 219 0</inkml:trace>
  <inkml:trace contextRef="#ctx0" brushRef="#br0" timeOffset="164806.17">10909 10075 160 0,'0'0'286'16,"7"-2"-26"-16,-7 2-17 0,0 0-15 0,0 0-12 15,9-1-11-15,-9 1-13 0,0 0-13 0,0 0-20 16,0 0-18-16,0 0-18 0,8-1-22 0,-8 1-38 16,0 0-35-16,0 0-26 0,0 0-34 0,5 6-57 15,-5-6-50-15,4 5-48 0,-4-5-170 0,5 5-386 16,-5-5 170-16</inkml:trace>
  <inkml:trace contextRef="#ctx0" brushRef="#br0" timeOffset="165168.6">11208 9924 2301 0,'0'0'43'0,"-6"-11"31"16,1 5-17-16,0 0-5 0,-1 2 0 0,-1 1 9 15,2-1 0-15,5 4 3 0,-8-7 0 0,8 7 1 16,-8-5 0-16,8 5-4 0,-4-3-7 0,4 3-3 0,0 0-2 16,0 0-2-16,0 0-2 0,0 0 3 0,0 0-3 15,25 2 8-15,-14-1-15 0,3 1-1 16,2 1-2-16,2-1-7 0,2-1-2 0,-3-1 1 15,2 1-7-15,-1 2 1 0,-4-1-4 0,-1 0-6 0,0-2 5 16,-3 3-8-16,2-1 3 0,-5 2 7 0,0-2-15 16,-1 0 4-16,1 2 0 0,-2 0 9 0,2 0 13 15,-3 6-1-15,0-2 7 0,1 4-7 16,-4-1 14-16,1 1 2 0,-1 4-7 0,-1 0 7 0,-1 0 2 16,1 1-4-16,-2 0-3 0,1 0 10 0,1-1-6 15,-4 1-2-15,2 1 5 0,-2-4-9 16,1 2-5-16,-2-1-1 0,3-4-3 0,-2 2-4 0,3 0-1 15,-1-2-1-15,-2 0-1 0,1 0-12 0,0 1-26 16,2-3-30-16,-1-2-24 0,-1 2-31 0,1-4-31 16,0 3-18-16,2-8-28 0,-4 12-38 0,4-7-32 15,0-5-34-15,-1 6-239 0,1-6-565 0,0 0 251 16</inkml:trace>
  <inkml:trace contextRef="#ctx0" brushRef="#br0" timeOffset="165347">11374 10158 267 0,'-5'-11'249'0,"5"11"-20"0,0-7-22 0,0 7-17 16,0 0-18-16,-4-8-13 0,4 8-8 0,0 0-16 15,0 0-13-15,9-6-14 0,-9 6-11 0,15-3-20 16,-3 2-19-16,2-1-30 0,5 1-47 0,1 0-49 16,2-2-53-16,-1 1-45 0,0 0-147 0,-8 1-339 15,2 2 151-15</inkml:trace>
  <inkml:trace contextRef="#ctx0" brushRef="#br0" timeOffset="166500.63">9200 10665 78 0,'0'0'150'0,"-9"-3"-4"15,9 3-4-15,-9 0-5 0,9 0-3 0,-9-3-10 16,9 3-5-16,0 0-5 0,-10 0-5 0,10 0-1 16,0 0-8-16,-10-3-4 0,10 3-3 0,0 0-6 15,0 0 0-15,0 0-5 0,-8-2-3 0,8 2-2 16,0 0-10-16,0 0 1 0,0 0-10 0,0 0-6 15,0 0-3-15,0 0-3 0,0 0-3 0,0 0-4 16,0 0-4-16,0 0 0 0,0 0 1 0,0 0 1 16,0 0-1-16,0 0 6 0,0 0-2 0,0 0 2 15,0 0-1-15,32-3 3 0,-19 3-6 0,7-1 2 16,0-1-3-16,9-1 2 0,0-1-2 0,2 0-5 16,2 0 1-16,3 0-2 0,2-1-6 0,0 0-1 0,2 0 1 15,13 1-4-15,-4-1-5 0,-13 1 2 0,2-1-1 16,13 0-1-16,-12 4-4 0,2-2 0 15,-4 2-3-15,13-2 2 0,1 3-3 0,-13-1 3 16,3-2 6-16,9 2-6 0,-12 1-5 0,16-2 1 0,-2 1-4 16,1 0 5-16,-2 2 2 0,0-1-7 0,1 1 5 15,-2 0 0-15,1-3-2 0,0-1 3 0,-14 3-2 16,3 0 2-16,-2 2-1 0,14-5 2 16,-1 3-2-16,0-2 0 0,0 0 4 0,-11 0-2 0,12-1-6 15,-14 0 4-15,16 1-5 0,-1-2 3 0,-12 1 4 16,12-2-3-16,-1 0-2 0,-15 0-1 0,3 2-2 15,10-3 0-15,-12 4 5 0,0-1-2 16,0-1-3-16,0 1 2 0,0 0-1 0,-2 1-1 0,0-2 0 16,0 2 4-16,-2-1-8 0,-1 0 4 0,-1 0 1 15,-1 3 2-15,-4-2-4 0,0 2 2 0,1-1 1 16,-8 0-2-16,-1 1-1 0,2 0 3 0,-3-2-4 16,0 2 1-16,2-1-2 0,-5 1 1 0,1 0 6 15,-5-1-8-15,3-2 3 0,-1 3 1 0,1 0 0 16,-2 0-1-16,-4 0-1 0,-1-1-1 0,3 0 6 15,-10 1 2-15,13-1-3 0,-13 1 13 0,11 0-11 16,-11 0 5-16,0 0 2 0,9 0 0 0,-9 0 1 16,0 0-8-16,0 0 8 0,8-2-3 0,-8 2-3 15,0 0 1-15,0 0-3 0,0 0-1 0,0 0 1 16,9 2 2-16,-9-2-7 0,0 0 5 0,0 0-2 16,0 0-1-16,0 0 1 0,0 0 3 0,0 0-1 15,0 0-5-15,0 0 5 0,0 0-3 0,0 0 1 16,0 0 3-16,0 0-3 0,0 0-3 0,0 0 6 15,0 0 8-15,0 0-15 0,0 0 3 0,0 0 1 16,0 0 0-16,0 0-5 0,0 0-1 0,0 0 6 16,0 0-5-16,0 0-2 0,0 0 4 0,0 0 4 15,0 0-9-15,0 0 5 0,0 0-7 0,0 0 1 16,0 0-7-16,0 0-7 0,0 0-2 0,0 0-8 16,0 0-7-16,0 0-14 0,0 0-14 0,0 0-18 0,0 0-22 15,0 0-23-15,-22-7-36 0,22 7-23 0,-11 0-41 16,11 0-47-16,-17-1-145 0,6 0-455 15,1 1 202-15</inkml:trace>
  <inkml:trace contextRef="#ctx0" brushRef="#br0" timeOffset="201662.94">10001 11086 114 0,'0'0'168'0,"-6"-3"3"16,6 3-11-16,0 0-5 0,0 0-7 0,-10-2-7 16,10 2-6-16,0 0-12 0,0 0-2 0,-7-4-12 15,7 4-4-15,0 0-5 0,0 0-8 0,0 0 1 0,-4-6-5 16,4 6-5-16,0 0-5 0,0 0-7 16,0 0-6-16,0 0-4 0,-5-7-4 0,5 7-8 15,0 0 3-15,0 0-11 0,0 0-4 0,0 0-5 0,0 0-3 16,0 0-6-16,0 0 1 0,0 0-3 0,-11 11 5 15,7-6-3-15,-1 5 2 0,0 0 4 16,-2 1-1-16,1 4-3 0,1 2-3 0,0-2 2 16,-2 2-1-16,2-2-4 0,2 2 3 0,0-2-1 0,0 0 2 15,2 1-6-15,0-4 1 0,1-2 2 0,1 2-3 16,0-1-2-16,3 0-2 0,-2-1-2 0,2-1 0 16,0-1 1-16,0-1 1 0,3-1-2 0,-2-1 0 15,2-1 0-15,0 0-2 0,-1-2 0 0,4 2 2 16,-2-3-4-16,-8-1 0 0,15 0 1 0,-15 0 5 15,13-2 1-15,-7-1 2 0,0 0-4 0,0-3 0 16,3-2 4-16,-4 4-5 0,1-6-3 0,-1-1 4 16,-1 0 2-16,2 0-10 0,-3-2 1 0,2-2-1 15,-3-1-8-15,-2 1 1 0,1-2-3 0,-2 0 7 16,-1 0-12-16,1-1 4 0,-4 4-1 0,3 2 2 16,-4-1 2-16,1 3-1 0,-1 1-4 0,-3-1 4 15,1 3-2-15,-2 1-2 0,0 1 0 0,-3 2 4 16,1 2-1-16,-1 1-3 0,1 1 0 0,-2 1-11 15,1 1-10-15,1 3-6 0,2 0-12 0,0 1-14 16,1 0-18-16,0 1-23 0,3 0-20 0,2 1-24 16,3-3-35-16,1-6-17 0,2 13-181 0,1-6-411 15,2-1 182-15</inkml:trace>
  <inkml:trace contextRef="#ctx0" brushRef="#br0" timeOffset="201833.83">10190 11183 68 0,'0'0'196'0,"0"0"-19"16,0 0-15-16,0 0-1 0,0 8-11 0,0-8-11 15,0 0-18-15,0 0-10 0,0 0-13 0,0 0-7 0,0 0-15 16,-4 16-24-16,4-16-44 0,2 6-30 16,-2-6-30-16,1 7-35 0,-1-7-26 0,4 9-110 15,-4-9-241-15,5 6 106 0</inkml:trace>
  <inkml:trace contextRef="#ctx0" brushRef="#br0" timeOffset="202246.25">10401 10992 25 0,'10'-6'197'16,"1"1"-6"-16,1-1-5 0,-1 2-4 0,-1 0-12 15,1 2-14-15,-2-1-10 0,3 3-11 16,-2 0-6-16,0 3-8 0,2-3-3 0,-3 3-10 0,1 1-13 15,-4-1-2-15,2 4-10 0,-2 0-5 0,-1 0-2 16,-2 2 1-16,-2 1-8 0,-1 1-4 0,-4 0-4 16,1-1-7-16,-3 2-7 0,1-2-4 0,0-1-3 15,-1 1-4-15,1-1-2 0,0-1-4 16,-1 1-3-16,4-4-4 0,-2 0-12 0,0 0-1 0,4-5-5 16,-2 8 3-16,2-8-3 0,0 0-2 0,6 13-1 15,-6-13-4-15,9 4 1 0,-4-3 1 0,3 2-2 16,0-2-1-16,0 2 0 0,1-1 2 0,3 1 0 15,-3 1 1-15,1-2-5 0,-1 3 2 0,1-1-1 16,-3 0 7-16,0 1-6 0,-1 0 3 0,-1-1-1 16,0 4-1-16,-3-1 8 0,-1 0 8 0,-1-7 0 15,0 14 5-15,-2-5-4 0,-3-1 3 0,0 3-1 16,0-3 0-16,-2 1 0 0,-2-3-1 0,-1 3-6 16,-1-2 0-16,2 1-11 0,-1 0-8 0,0-4-15 15,1 1-14-15,2 0-26 0,-1 1-32 0,2-2-36 16,6-4-43-16,-8 4-50 0,3-1-162 0,5-3-419 15,0 0 185-15</inkml:trace>
  <inkml:trace contextRef="#ctx0" brushRef="#br0" timeOffset="202629.41">10687 11097 1983 0,'22'-22'58'0,"-1"2"40"16,-2 2-40-16,-5 4-17 0,-1 4 2 0,-3 0 5 15,1 1 6-15,1 4-6 0,-2-1 2 0,1 1 4 16,1 0-7-16,-3 1-5 0,0 2-3 0,1 0-1 15,-3 2-2-15,0-1-3 0,5 2-5 0,-7 3-1 16,3 0 0-16,-3 2-5 0,0-1 3 0,-1 5 1 16,-1 0-1-16,-1 1 0 0,-5 0-5 0,1 2 0 15,-2 3-5-15,-4 0 3 0,2-1-6 0,1-1 1 16,1-3-1-16,-1 0-10 0,-2 0-6 0,4-1-5 16,0-3-5-16,3 0 3 0,0-7-3 0,1 14 1 15,-1-8-2-15,0-6-1 0,7 12 2 0,-2-6 1 16,0-1 2-16,2 2 3 0,1-4-3 0,1 4 3 15,-3-4-1-15,1 1 2 0,1 2 0 0,2 0 1 16,-2 1-2-16,-2-4 3 0,1 2 2 0,-3 0 1 16,0 1 7-16,0-3 11 0,-4-3 4 0,-1 12-1 0,1-12 3 15,-10 14-1-15,3-7 6 0,-2-1-4 0,-2 3 0 16,-3-1 5-16,-4 1-2 0,7 0-4 16,-6-2 0-16,-3 3-3 0,4-2-1 0,-2-1-1 15,1 0 0-15,6-3-12 0,-3-1-16 0,2 0-20 0,2-1-28 16,2-1-43-16,1 0-60 0,7-1-64 0,-11-5-214 15,11 5-477-15,0 0 212 0</inkml:trace>
  <inkml:trace contextRef="#ctx0" brushRef="#br0" timeOffset="202964.07">12489 10355 147 0,'-10'-2'276'16,"10"2"-16"-16,0 0-16 0,-13 0-15 0,13 0-15 15,0 0-13-15,0 0-11 0,-11-2-10 0,11 2-18 16,0 0-14-16,0 0-14 0,0 0 1 0,0 0-17 16,0 0-8-16,0 0-15 0,0 0-7 0,41 0-21 15,-28 0-15-15,1 2-27 0,-2-1-17 0,5-4-36 0,-2 5-29 16,3-2-50-16,-5 1-41 0,1-1-32 0,-3 1-40 16,-2 0-171-16,-3 1-423 0,-6-2 187 15</inkml:trace>
  <inkml:trace contextRef="#ctx0" brushRef="#br0" timeOffset="203108.71">12535 10475 10 0,'-6'2'256'0,"6"-2"-17"0,-9 5-11 0,9-5-9 15,-9 3-7-15,9-3 2 0,-5 2-20 0,5-2-9 16,0 0-13-16,0 0-9 0,-6 4-16 0,6-4-8 0,0 0-23 16,0 0-9-16,0 0-17 0,0 0-26 0,27-3-31 15,-16 3-27-15,0-1-42 0,7-1-53 16,5-2-77-16,-1 0-56 0,-4-1-159 0,4 0-411 0,4-4 182 15</inkml:trace>
  <inkml:trace contextRef="#ctx0" brushRef="#br0" timeOffset="204563.06">11219 11145 245 0,'-5'-10'233'0,"1"5"-16"0,2-1-12 16,2 6-2-16,-4-10 0 0,1 5-6 0,3 5-3 15,0 0-8-15,-4-10-17 0,4 10-19 0,-3-5 3 16,3 5-24-16,0 0-21 0,0 0-11 0,0 0-13 16,0 0-5-16,0 0-6 0,0 0-11 0,0 0-8 0,0 0-4 15,20 11-1-15,-11-2-8 0,1-1-4 16,1 0-6-16,-3 1-2 0,6 3-1 0,-1-1-3 15,0 0 3-15,-2 2-6 0,1-2-6 0,-1-1 0 0,-1-2 3 16,-2 1-21-16,2-2-21 0,0 2-19 0,0-1-18 16,-5-2-28-16,4 0-49 0,-4-1-19 0,1-1-32 15,-2 0-17-15,0 0-12 0,-4-4-169 0,8 5-418 16,-8-5 185-16</inkml:trace>
  <inkml:trace contextRef="#ctx0" brushRef="#br0" timeOffset="204766.99">11421 11095 218 0,'-1'-9'226'0,"-2"0"-11"0,1-1-7 0,0 4-6 0,2 6-11 16,-2-12-16-16,2 12-14 0,-3-7-14 0,3 7-13 15,0 0-13-15,0 0-3 0,0 0-1 0,0 0-5 16,0 0-10-16,-18 17-1 0,9-1-14 0,-3 0-7 16,-3 4-12-16,2 4-5 0,-2-2-5 0,0-1-7 15,2 4-5-15,-1-5-14 0,5-3-19 0,-1-1-18 16,0-1-21-16,1 1-20 0,-1-2-35 0,2 3-46 15,-1-3-46-15,4-3-45 0,0 0-177 0,2-2-429 16,-2 0 190-16</inkml:trace>
  <inkml:trace contextRef="#ctx0" brushRef="#br0" timeOffset="205063.4">11585 11018 167 0,'1'-8'259'0,"0"2"-15"16,-1 6-5-16,2-10-19 0,-2 10-11 0,1-8-14 15,-1 8-13-15,0 0-19 0,0-8-16 0,0 8-19 16,0 0-13-16,0 0-12 0,0 0-12 0,0 0-8 16,0 0-1-16,0 0-1 0,2 30-5 0,-2-18-8 0,0 4-6 15,0-3-8-15,0 2-4 0,0 2-1 16,0-4-8-16,0 3 1 0,0 0-10 0,2-1 8 15,1-3-12-15,-3 2-4 0,0-4-2 0,0 2 3 16,0 0-7-16,0-1-1 0,0-1-6 0,0-1-20 0,2 1-17 16,-2-3-13-16,1 0-22 0,0 3-24 0,-1-3-39 15,0-7-41-15,1 12-20 0,1-7-34 0,-2-5-190 16,2 8-444-16,-2-8 197 0</inkml:trace>
  <inkml:trace contextRef="#ctx0" brushRef="#br0" timeOffset="205362.77">11753 11152 166 0,'0'0'195'0,"0"0"-2"15,0 0 0-15,0 0-4 0,0 0-10 0,0 0-7 16,0 0-18-16,8 15-13 0,-4-11-13 0,-4-4-14 16,1 12-10-16,0-7-10 0,3 1-10 0,-1 0-7 15,2-1-8-15,1-2-4 0,3 2 2 0,-2 0 1 16,-2-3-3-16,4 1-4 0,2-2-2 0,-4 1-7 15,1-2 1-15,4 0-5 0,-12 0 3 0,13-6-1 16,-4 4-2-16,-2-1-6 0,-2-2-2 0,3 2-9 16,-4-3 3-16,2 1-6 0,-3-2-4 0,-3-1 10 15,0 8-13-15,1-13 1 0,-1 13-15 0,-9-16-2 16,4 7-5-16,-1 2-8 0,-1 1-5 0,-5-1-8 16,3 1-5-16,-3 2-11 0,2 1-11 0,-3 0-14 15,2 3-22-15,11 0-14 0,-21 3-33 0,11 1-25 16,2-2-42-16,2 3-194 0,6-5-422 0,-5 5 186 15</inkml:trace>
  <inkml:trace contextRef="#ctx0" brushRef="#br0" timeOffset="205765.86">12079 10842 136 0,'-1'-7'255'0,"1"7"-12"0,-3-9-17 0,3 9-19 16,-2-9-18-16,2 9-19 0,0 0-17 0,5-8-19 16,-5 8-12-16,11-4-14 0,-11 4-9 0,9 2-11 0,-9-2-8 15,17 4-8-15,-11-2-6 0,2 1-8 0,-1 0-6 16,-1 1-6-16,-2 1-3 0,2 0-3 16,-2 1-4-16,-2 0-6 0,-2-6 0 0,3 12-5 15,-3-7 0-15,0-5-5 0,-4 15-3 0,1-9-3 16,3 1-4-16,0-7-3 0,-2 11-5 0,2-5-4 0,0-6-2 15,-2 12-3-15,2-12 1 0,-3 10-7 16,8-4 3-16,-5-6-4 0,2 11 2 0,2-7 0 16,-4-4 2-16,9 8 4 0,-5-4-4 0,1-1 2 0,0 1 0 15,2 0 1-15,-3 0 2 0,1 0-3 0,1-1 5 16,-6-3-3-16,5 5 2 0,-5-5 2 16,7 5 16-16,-7-5 0 0,0 7 6 0,0-7 5 15,0 0-5-15,-8 10-3 0,2-4-4 0,-1-1 4 0,-4 1-4 16,2 1 1-16,-4 0-10 0,2-2-13 0,-3 2-12 15,-2-2-24-15,-1 3-28 0,6-2-37 0,-3-2-45 16,4-1-45-16,-3 2-168 0,8-3-397 0,-3 1 175 16</inkml:trace>
  <inkml:trace contextRef="#ctx0" brushRef="#br0" timeOffset="210213.34">13499 10017 17 0,'0'0'125'15,"0"0"-7"-15,0 0-1 0,0 0-9 0,0 0-2 16,0 0-5-16,-7-5-8 0,7 5-6 0,0 0-6 16,0 0-18-16,0 0-3 0,0 0-3 0,0 0-8 15,0 0-10-15,0 0-17 0,0 0-19 0,0 0-13 16,0 0-9-16,0 0-17 0,0 0-15 0,0 0-10 16,-2 12-14-16,2-12 1 0,0 8-7 0,0-8-60 15,2 11-151-15,-2-11 68 0</inkml:trace>
  <inkml:trace contextRef="#ctx0" brushRef="#br0" timeOffset="210618.98">13468 10086 25 0,'0'0'148'0,"0"0"-6"0,-11-4-1 15,11 4-2-15,0 0 6 0,-7-5-7 0,7 5-8 16,0 0-15-16,-2-8-5 0,2 8-14 0,-4-9-5 16,4 9-5-16,6-11-2 0,1 8-2 0,-1-6-1 0,3 1-3 15,3 5-6-15,-1-1-1 0,3-1-2 0,-3 0-7 16,1 3-8-16,2 4-6 0,-5-1-5 0,5 3-1 15,-5 2-5-15,2 0-4 0,-2 4-7 0,-2 0-1 16,2 3 3-16,-3 3-4 0,-2 0 0 0,-1 4-2 16,-5-1 6-16,0-1-3 0,-1 2-5 15,-3-1 0-15,-3 4 0 0,-1-7 0 0,0 0-4 0,-1-1 0 16,1-1-1-16,-3 0 2 0,0-2-4 0,-3-2 0 16,3-1-2-16,1-2 6 0,1-4-3 0,2 4 0 15,-1-4 25-15,4 0 6 0,-1-2-4 0,7-1-1 16,-14 0 3-16,14 0 0 0,0 0 1 15,-10-4-9-15,10 4 2 0,-7-4 1 0,7 4-1 0,0 0-8 16,-6-4 1-16,6 4 2 0,0 0-14 0,0 0 1 16,0 0-5-16,0 0 7 0,0 0-10 0,0 0-2 15,0 0 0-15,31 5 1 0,-20-2-4 0,2 0 2 0,-1 1 2 16,3-1-2-16,3 2-13 0,1-1-14 16,-6-4-18-16,7 6-23 0,-4-3-30 0,2-2-34 15,-1 2-42-15,0-3-29 0,-4 0-27 0,3 0-30 16,-5-2-131-16,3 1-415 0,-3-2 184 0</inkml:trace>
  <inkml:trace contextRef="#ctx0" brushRef="#br0" timeOffset="211130.4">13879 10092 146 0,'2'-6'246'0,"-2"6"-19"0,3-9-21 15,-1 4-17-15,-2 5-18 0,2-7-17 0,-2 7-19 16,0 0-12-16,0 0-9 0,0 0-2 0,4-7-12 15,-4 7-5-15,0 0-12 0,0 0-1 0,9 16-7 16,-7-9-5-16,4-2-6 0,0 3-6 16,2 1-8-16,-1 1 3 0,3-1-2 0,-1 0 2 0,4 2-4 15,-4-2 9-15,2-2-14 0,-2 2-9 0,5 1 3 16,-5-1-3-16,1-1-3 0,0-2 1 0,-3 1-8 16,3 0 0-16,-3 0-2 0,1 0-4 0,-2 0 0 15,0 0 0-15,-5 1 0 0,3-3 9 0,-4 1-4 16,0-6 2-16,-4 16 6 0,1-6-12 0,-3-3 0 15,0 2-3-15,-4-2 0 0,-3-2-3 0,2 3 0 16,-1-2-2-16,-1-2 1 0,-1 0-5 0,5-2-1 16,0 2 1-16,0-4 1 0,9 0-10 0,-13-1-13 15,13 1 0-15,-11-6-9 0,3 1-4 0,6-2-1 16,0-2-3-16,2 1 5 0,0-4 0 0,2 2 1 16,-2-3 4-16,5 1-1 0,0 1 5 0,-1-1-3 15,5-3 10-15,-2 0-3 0,2 0 3 0,0 1-1 16,-1 1-1-16,1 0 2 0,-2 3 2 0,0-1 0 15,-2 2 1-15,1-2 2 0,-1 1 0 0,0-1-1 16,-3 0 4-16,0 1-1 0,0 3 2 0,0-2-2 16,-2-1 3-16,0 10-2 0,-4-14 2 0,2 9-3 15,-3-1 2-15,0 1-3 0,-1-1-3 0,-1 0 4 0,0 0 1 16,0 1-4-16,0 3 8 0,-3 0-7 16,1 2-1-16,9 0 1 0,-18 1-1 0,11 2 3 0,-2 0 0 15,0 0-3-15,0 4-20 0,2 0-15 16,-2 0-21-16,4 2-28 0,1 0-28 0,0 1-32 15,2-1-49-15,2 2-175 0,0-1-406 0,4 0 180 16</inkml:trace>
  <inkml:trace contextRef="#ctx0" brushRef="#br0" timeOffset="211307.95">14236 10181 2 0,'0'0'264'15,"0"0"-11"-15,0 0-18 0,0 0-16 0,10 1-16 0,-10-1-17 16,0 0-17-16,0 0-19 0,0 0-15 0,0 0-13 16,0 0-18-16,0 0-26 0,0 0-28 0,0 0-29 15,8 4-38-15,-8-4-47 0,4 4-54 0,-4-4-44 16,5 4-143-16,-5-4-331 0,7 3 146 0</inkml:trace>
  <inkml:trace contextRef="#ctx0" brushRef="#br0" timeOffset="211562.62">14478 9942 87 0,'0'0'263'0,"1"-7"-18"16,-1 7-18-16,0 0-20 0,3-9-20 0,-3 9-15 16,0 0-6-16,0 0-8 0,0 0-5 0,0 0-3 15,0 0-12-15,-8 39-14 0,8-21-10 0,-4 2-4 16,4 5-14-16,-1-7-6 0,1 3-15 0,0 3-5 15,-3-5-5-15,0 0-9 0,5 1-4 0,-2-1-6 16,0-1-2-16,0-1-8 0,1-1-1 0,2 1-15 16,-3-4-21-16,1 3-23 0,-1-2-29 0,0-2-31 15,0 1-42-15,0-3-42 0,0 0-37 0,0-1-217 16,0 1-455-16,0-3 202 0</inkml:trace>
  <inkml:trace contextRef="#ctx0" brushRef="#br0" timeOffset="212116.73">14743 10178 2115 0,'7'-9'65'0,"-3"1"30"0,-3 2-30 0,3 0-13 15,-4 6-21-15,5-10 0 0,-1 7 3 0,-4 3-6 16,0 0-4-16,5-5 0 0,-5 5 4 0,0 0 10 16,0 0 4-16,0 0-2 0,0 0-2 0,0 0-1 15,-2 20-6-15,2-13-3 0,0-7-1 0,0 13-3 16,0-13-3-16,-2 12 0 0,2-5-4 0,0-7-3 15,0 10 0-15,0-10 1 0,0 9-3 0,0-9 1 16,-1 7 12-16,1-7 13 0,0 0 7 0,0 0 17 0,-4 8 9 16,4-8 9-16,0 0-10 0,0 0-7 15,0 0-4-15,0 0-6 0,0 0-6 0,-5-21-3 16,5 12-4-16,4-3-10 0,-3 3 3 0,3-3-11 16,1-3-2-16,0-2-5 0,3 2-1 0,-2-2-4 0,6 1-4 15,-1 0-9-15,1 2 3 0,-5 4 0 16,5 2-3-16,-3 1-2 0,1 1-1 0,-1 4-1 0,0 2 3 15,-9 0-2-15,16 2 10 0,-7 4-11 16,-1-1 2-16,2 3-2 0,-3 2-1 0,-1 1 6 0,-1 1 0 16,-1 0-3-16,1 0-1 0,-2-1 4 0,0-1-4 15,-1-2 4-15,0-1 0 0,-1 0 13 0,1-1-17 16,-2-6 6-16,0 10 3 0,0-10 2 16,2 6 5-16,-2-6-5 0,0 0 12 0,2 8 3 0,-2-8 2 15,0 0 12-15,0 0-21 0,0 0 4 0,0 0-4 16,0 0 4-16,0 0-9 0,0 0-4 0,1-30-3 15,3 18-1-15,0 2-1 0,3 0-9 0,2-6-2 16,2 2 2-16,1 1-1 0,-1-1 0 0,-1 7 1 16,-1 0 3-16,-3 0-6 0,2 4-3 0,-3-1 4 15,4 4-2-15,-9 0 3 0,11 2 0 0,-4 2 2 16,0 1 0-16,2 1 6 0,-1 4-2 16,-3-1-3-16,0 1-1 0,-1 3 7 0,0 0-14 0,0-1-5 15,-4 0-17-15,2-1-14 0,-1 2-22 0,2 0-27 16,-3-1-35-16,0-1-51 0,0-1-48 0,-3 2-254 15,5-2-528-15,-2-2 235 0</inkml:trace>
  <inkml:trace contextRef="#ctx0" brushRef="#br0" timeOffset="212546.75">15390 10126 71 0,'0'0'235'0,"0"0"-4"0,0 0-16 0,0 0-11 15,0 0-12-15,-4 20-9 0,4-20-12 0,-2 12-11 16,-3-5-8-16,2-1-11 0,1 4-15 0,2-10-6 0,-4 11-18 16,2-6-6-16,2-5-9 0,-2 10-8 0,2-10-8 15,-4 7-1-15,4-7-2 0,-1 5 8 16,1-5 16-16,0 0 11 0,0 0 14 0,0 0 12 16,0 0-7-16,0 0-17 0,0 0-7 0,0 0-12 0,0 0-3 15,0 0-15-15,-3-25 0 0,4 13-8 0,1 1-7 16,0-2 7-16,1-5-20 0,3 3-11 15,-2-4 2-15,4-5-2 0,-1 0 2 0,-1 5-8 16,0 2 13-16,2 0-14 0,1 2-12 0,-3-1 6 0,-1 4 1 16,-1 3-6-16,0 1-2 0,0 2-8 0,1 0 3 15,-5 6-5-15,9-2-2 0,-9 2-4 0,11 2 7 16,-4 6 9-16,3 2 5 0,-3 0-2 0,2 6 7 16,2 0 6-16,-4 1 0 0,0 1 3 0,-1 0 4 15,2 0-6-15,-2-1 1 0,-2-1-4 0,1 0-4 16,-1-4-7-16,0 3 9 0,-2-3-7 0,2 1-2 15,-1-3-1-15,-2 1-8 0,1 0-20 0,1-3-25 16,-2 0-27-16,1-3-30 0,-1 1-27 0,-1-6-25 16,0 9-18-16,0-9-39 0,-1 10-45 0,1-10-43 15,-6 9-253-15,3-7-595 0,3-2 263 0</inkml:trace>
  <inkml:trace contextRef="#ctx0" brushRef="#br0" timeOffset="212696.66">15448 10145 139 0,'0'0'246'16,"0"0"-9"-16,0-8-21 0,0 8-17 0,0 0-18 16,10-10-17-16,-2 5-18 0,3 2-10 0,1-2-17 15,0 1-9-15,6 0-24 0,3-1-27 0,-3 3-37 16,3-3-53-16,-3 3-49 0,3-1-66 0,-7 1-155 16,-1 1-326-16,-3 1 145 0</inkml:trace>
  <inkml:trace contextRef="#ctx0" brushRef="#br0" timeOffset="213251.81">13661 10626 131 0,'-14'3'150'0,"1"-5"0"0,6 4-4 0,-2 0-6 16,9-2-10-16,-9 2-9 0,9-2-2 0,-10 3-4 15,10-3 8-15,0 0-4 0,0 0 8 0,28 3-3 16,3-5-6-16,21-3-4 0,9-1-9 0,33-5-6 16,3-1-6-16,11-1-13 0,2-3-6 0,6 1-1 15,6 1-4-15,6-2-5 0,-2 5-2 0,-3-2-1 16,-4 4-6-16,3-1 1 0,-12 2-2 0,-1 1-3 15,-9-2-9-15,-5 2 2 0,-32 4-4 0,-1-2-5 16,-3 4-3-16,-5-1-1 0,-2 0-4 0,-17 2-3 16,-2-2-3-16,-5 1-1 0,-7 1 1 0,-5 0 1 15,-3-2-2-15,-3 4 2 0,-2-4 1 0,2 2 3 16,-10 0-2-16,9 0 5 0,-9 0-5 0,10-1 2 16,-10 1-6-16,0 0 3 0,9-1-6 0,-9 1-5 15,0 0-16-15,0 0-26 0,0 0-26 0,0 0-36 0,0 0-48 16,0 0-64-16,0 0-68 0,-32 0-187 15,13 1-497-15,-8-1 221 0</inkml:trace>
  <inkml:trace contextRef="#ctx0" brushRef="#br0" timeOffset="-214516.67">7501 12163 87 0,'0'0'217'0,"-11"-3"-2"15,11 3-16-15,0 0-13 0,-9-2-9 16,9 2-21-16,0 0-11 0,0 0-18 0,-8-3-11 0,8 3-10 16,0 0-10-16,0 0-8 0,0 0-6 0,31-2-10 15,-18 0-3-15,7 2-9 0,1-3-6 0,-1-1-6 16,8 1-5-16,-1 1-12 0,-8-2-13 0,0 1-24 16,0 1-22-16,-2 1-30 0,-4 1-24 0,-2-2-26 15,0 1-31-15,-3 1-23 0,-8 0-14 0,12-3-97 16,-12 3-294-16,5-4 130 0</inkml:trace>
  <inkml:trace contextRef="#ctx0" brushRef="#br0" timeOffset="-213966.73">7648 12105 40 0,'0'0'140'0,"-12"2"-6"16,6-1-8-16,0 2 12 0,6-3-3 0,-11 6-3 16,5-1-3-16,3 4 9 0,0 3 6 0,2 3-12 15,-1 2-6-15,1 3-5 0,1 5-7 0,1-1-7 16,1 3-10-16,2-3-2 0,-3-5-9 0,4 7-6 15,-2-7-6-15,0 1-10 0,1 5-6 0,1-7-7 16,-1 0-1-16,-3-3-4 0,3 1-5 16,-1-5-6-16,-1 1 4 0,0-2-13 0,0 0 4 0,0-2-5 15,-2-2-2-15,0-6-1 0,1 11 2 0,-1-11-7 16,-1 10 0-16,1-10 0 0,0 0 1 0,-4 6 4 16,4-6-7-16,0 0-6 0,-12 1 2 0,12-1 3 15,0 0-6-15,-16-6 0 0,16 6 7 0,-9-6 9 16,9 6-3-16,-7-4 2 0,7 4 9 0,-7-4-13 15,7 4-4-15,0 0-1 0,-5-6-7 0,5 6 1 16,0 0-1-16,0 0 2 0,0 0-4 0,0 0-1 16,0 0 3-16,21-5-13 0,-9 2-6 0,0 3-6 0,5-2-6 15,1-1-16-15,-1 0-7 0,0 0-17 16,1 1-22-16,-1-2-15 0,1 3-16 0,-5-2-12 16,6 0-19-16,-2 0 3 0,0-2 0 0,-4 1 17 15,1 0-2-15,-2 1 13 0,4-4 6 0,-5 3 14 16,-4-1 15-16,2 1 22 0,-3-1 11 0,-2 0 18 0,0-1 28 15,0 2 14-15,-4 4 17 0,3-13 20 16,-2 8 11-16,1-2 17 0,-2 7 5 0,2-7 12 16,-2 7 3-16,1-9 0 0,-1 9 1 0,0 0-6 15,0-8-9-15,0 8-8 0,0 0-11 0,0 0-7 0,0 0-1 16,0 0-1-16,0 0 13 0,0 0 6 0,0 0 1 16,8 27-4-16,-8-17-5 0,2 3-6 0,-1 2 17 15,1-3-3-15,0 6-10 0,0-2-9 0,-2 0-2 16,1-1-6-16,-1-2-2 0,1-1-16 0,0 2-17 15,-1-4-22-15,0 1-20 0,2 0-25 0,-2-3-26 16,0-2-35-16,0-6-39 0,0 13-38 0,0-13-25 16,-2 7-190-16,2-7-441 0,0 0 196 0</inkml:trace>
  <inkml:trace contextRef="#ctx0" brushRef="#br0" timeOffset="-213729.05">7912 12429 159 0,'14'-10'221'0,"2"1"-7"0,1 2-2 16,2 0-12-16,0 2-8 0,1 3-14 0,0 2-10 16,-1 1-15-16,-1 3-11 0,0 2-10 0,-3 2-6 15,0 2-8-15,-2 1 1 0,-1 1-1 16,-3 3-4-16,-3 1-7 0,-1-1-5 0,-3 1-6 0,-4 1-5 16,0 0-4-16,-3 0 6 0,-2-2-11 0,-4 2-2 15,2-2-8-15,-2-2-3 0,0 3-1 0,-1-3-9 16,1-2-6-16,2-3-33 0,0-1-22 0,0 1-28 15,-1-2-35-15,1-1-30 0,3-2-38 0,-1 0-56 16,7-3-51-16,-10 4-243 0,10-4-521 16,-8 0 231-16</inkml:trace>
  <inkml:trace contextRef="#ctx0" brushRef="#br0" timeOffset="-213526.84">8280 12496 39 0,'0'0'282'0,"9"-5"-21"15,-9 5-12-15,6-2-11 0,-6 2-8 0,0 0-3 16,10 9-3-16,-7-6-18 0,-3-3-12 0,4 13-17 16,-1-5-4-16,-1 2-10 0,-4 1-10 0,1 0-11 15,1-1-17-15,0 4-14 0,0-2-8 0,0-1-12 16,1 2-16-16,-1-3-27 0,0 1-29 16,2-1-38-16,-2 0-41 0,1-1-37 0,0-2-51 0,-1-7-60 15,2 14-48-15,-1-9-201 0,-1-5-496 0,5 6 220 16</inkml:trace>
  <inkml:trace contextRef="#ctx0" brushRef="#br0" timeOffset="-213330.95">8678 12408 2914 0,'7'-8'90'0,"-3"3"5"0,1 0-44 15,-3 1-22-15,-2 4-15 0,8-9 2 0,-6 5-5 16,-2 4 1-16,12-4-1 0,-5 1-2 0,4 2-4 15,0-2 1-15,2 3-10 0,0-2-18 0,0 1-22 16,1 1-35-16,-3 0-55 0,2 1-63 0,-3-1-53 16,-3 2-173-16,-7-2-457 0,9 4 203 0</inkml:trace>
  <inkml:trace contextRef="#ctx0" brushRef="#br0" timeOffset="-213196.98">8727 12501 87 0,'-2'4'287'0,"2"-4"-16"0,0 0-13 0,0 0-14 16,0 0-19-16,0 0-21 0,0 0-18 0,0 0-26 16,26-2-27-16,-13 0-33 0,0-1-35 0,5 0-53 15,0-2-72-15,2 0-88 0,-3 1-190 0,2-2-365 16,0-2 161-16</inkml:trace>
  <inkml:trace contextRef="#ctx0" brushRef="#br0" timeOffset="-212884.27">9661 12124 70 0,'-7'-1'280'0,"2"-3"-16"16,5 4-17-16,-7-4-20 0,7 4-20 0,-6-3-19 0,6 3-20 15,0 0-17-15,0 0-3 0,0 0-21 0,0 0-7 16,0 0-14-16,29-8-17 0,-10 7-18 16,2-4-25-16,-1 3-21 0,-1-1-30 0,2-1-37 15,-1 4-41-15,-3-3-30 0,-3 0-37 0,-1 3-23 0,-1-2-155 16,-4 0-356-16,-3 0 158 0</inkml:trace>
  <inkml:trace contextRef="#ctx0" brushRef="#br0" timeOffset="-212533.6">9806 12089 10 0,'0'0'195'0,"-7"2"-12"16,7-2-14-16,0 0 6 0,0 0-1 0,0 12-2 15,0-12-9-15,-2 15-8 0,2-3 6 0,1-2-10 16,-2 8-10-16,1 1-8 0,1 2-10 0,-1-2-8 15,0 0-10-15,1-1-10 0,2 1-9 0,-3-1-9 16,0 0-8-16,2-1-4 0,0 0-9 0,-2-1-4 16,1-3-3-16,0-2-2 0,2-1-6 0,-2 0-5 15,-1-2-1-15,1-2-5 0,-1-6-2 0,1 10-5 16,-1-10-3-16,0 8-1 0,0-8-7 0,0 0-3 16,-6 6-5-16,6-6-4 0,-7 2-5 0,7-2-1 15,-12 0 3-15,12 0 1 0,-13-4-5 0,13 4 4 16,-10-7 1-16,5 5-2 0,5 2 3 0,-9-6 9 15,9 6-11-15,-6-3 3 0,6 3-3 0,-5-4-2 16,5 4 2-16,0 0 2 0,0 0-4 0,0 0 5 16,0 0 2-16,0 0 0 0,0 0-3 0,0 0 5 15,0 0-5-15,28 2-1 0,-17 1-12 0,1-4-14 16,0 1-19-16,6-3-20 0,1 2-30 0,1-1-33 16,-3 0-37-16,4-1-19 0,1 0-10 0,-5-1-19 15,-1-1-117-15,2-2-360 0,-2 2 160 0</inkml:trace>
  <inkml:trace contextRef="#ctx0" brushRef="#br0" timeOffset="-212349.39">10066 12346 62 0,'8'-7'67'0,"-2"0"29"0,-2 2 14 16,0-1 13-16,1-2 13 0,-5 8 20 0,3-10 13 16,-3 10-1-16,2-11 0 0,1 8 1 0,-3 3-3 0,0 0-6 15,2-8-10-15,-2 8-18 0,0 0-12 0,0 0-12 16,0 0-10-16,0 0 4 0,0 0 5 16,0 0-3-16,3 18 2 0,-3-6-12 0,-1 0-2 15,1 2-11-15,0 3-4 0,0-2-10 0,0 1 2 0,1 0-15 16,0 0-4-16,-2 0-8 0,1 0-13 0,1-3-23 15,-1 2-25-15,0-5-33 0,0 1-21 16,2-2-33-16,-4-2-44 0,2-7-48 0,0 11-46 16,0-11-189-16,-2 8-469 0,2-8 208 0</inkml:trace>
  <inkml:trace contextRef="#ctx0" brushRef="#br0" timeOffset="-212093.07">10129 12313 182 0,'14'-9'240'16,"-1"3"-7"-16,-2 2-13 0,2 4-10 0,0 0-14 16,0 0-3-16,-2 1-14 0,1 3-15 0,0 1-11 15,-1 2-3-15,-2 1-4 0,0 3-2 0,-2 2-7 16,0-2-5-16,-5 1-13 0,-2 5 0 0,-1 0 10 16,-2 0-15-16,-6-1-16 0,-1 1-11 0,-1-2-4 15,-2 2-7-15,0-1-9 0,0-1-8 0,1-2-21 16,-1-2-12-16,-1 1-21 0,3-4-41 0,1 0-39 15,-5 2-38-15,5-4-54 0,2 0-53 0,2-2-43 16,1-1-209-16,5-3-509 0,-9 0 226 0</inkml:trace>
  <inkml:trace contextRef="#ctx0" brushRef="#br0" timeOffset="-211866.75">10376 12433 194 0,'10'0'197'0,"-1"2"-1"0,0-1-6 0,-9-1-3 15,11 4-10-15,-4-1-5 0,-1 2-3 0,-1-2-15 16,-1 2-6-16,-4-5-12 0,8 9-3 0,-6-2-7 16,1 0-3-16,-3-7-7 0,1 11-3 0,0-3-12 15,1-3-2-15,-2-5-13 0,1 11-5 0,-1-11-7 16,4 9-7-16,-2-4-8 0,1 2-3 0,-3-7 0 0,11 6-9 16,-4-3 7-16,4-1-12 0,3-1-17 15,4-2-23-15,1-1-28 0,8-3-28 0,3 1-38 16,-2-4-46-16,2 0-38 0,4-3-41 0,-4 1-47 15,1-3-139-15,-2 0-435 0,-1-3 193 0</inkml:trace>
  <inkml:trace contextRef="#ctx0" brushRef="#br0" timeOffset="-211699.6">11076 12286 154 0,'0'0'282'0,"0"0"-8"16,11-1-6-16,-11 1-10 0,12-3-19 0,-3 2-16 15,0-2-19-15,2 1-22 0,7-1-17 0,-2-1-23 16,4 0-23-16,-1 1-25 0,-1-1-32 0,1 1-41 0,-6 2-49 16,0 0-62-16,-3-1-70 0,-2 1-49 0,-8 1-158 15,0 0-397-15,0 0 175 0</inkml:trace>
  <inkml:trace contextRef="#ctx0" brushRef="#br0" timeOffset="-211566.73">11078 12417 1 0,'-2'2'261'0,"2"-2"-14"0,-9 7 0 0,9-7-10 0,0 0-6 16,-2 5-7-16,2-5-3 0,0 0-29 16,0 0-18-16,0 0-18 0,20 2-39 0,-10-3-31 0,2-1-37 15,0-1-49-15,6 0-69 0,-1-3-79 0,1 2-223 16,0 0-403-16,1-2 179 0</inkml:trace>
  <inkml:trace contextRef="#ctx0" brushRef="#br0" timeOffset="-205199.77">12152 11890 18 0,'0'0'101'0,"0"0"-5"0,0 0-9 0,0 0-1 16,0 0 5-16,0 0-6 0,0 0-4 0,0 0-1 15,0 0-8-15,0 0 1 0,0 0-6 0,0 0-1 16,0 0 3-16,0 0-10 0,0 0-5 0,0 0 5 16,0 0-8-16,0 0-4 0,0 0-3 0,0 0 2 15,0 0-6-15,0 0 0 0,0 0-2 0,0 0-8 16,0 0 6-16,0 0-7 0,0 0 1 0,0 0 0 15,0 0 0-15,0 0-8 0,0 0 1 0,0 0 1 16,0 0 0-16,0 0-5 0,2-5 3 0,-2 5 0 0,0 0-1 16,0 0-9-16,0 0 11 0,0 0-6 15,0 0 4-15,0 0-2 0,0-8-1 0,0 8-2 16,0 0 0-16,0 0-4 0,0 0-3 0,0 0 2 16,0 0 3-16,0 0-1 0,0 0-1 0,0 0-3 0,0 0-1 15,0 0 4-15,0 0-4 0,0 0-2 0,0 0 2 16,0 0 1-16,0 0 3 0,0 0-1 0,0 0-3 15,0 0 1-15,0 0 3 0,0 0-1 0,0 0-1 16,0-10 1-16,0 10 3 0,0 0 3 0,0 0-3 16,0 0 5-16,0 0-3 0,0 0 0 0,0 0 0 15,0 0-2-15,0 0-2 0,0-9 4 0,0 9-4 16,0 0-5-16,0 0 6 0,0-10-2 0,0 10 3 16,0 0-2-16,0 0-1 0,0 0 4 0,-2-8 3 15,2 8 0-15,0 0-2 0,0 0-2 0,0-9 6 16,0 9-6-16,0 0-3 0,0 0 0 0,0 0-2 15,0 0 3-15,0 0-1 0,0 0 2 0,-2-8 2 16,2 8-3-16,0 0-1 0,0 0 1 0,0 0-2 16,0 0-1-16,0 0 0 0,0 0-7 0,0 0 0 15,0 0 4-15,0 0-3 0,0 0-3 0,0 0-1 16,0 0 0-16,0 0 2 0,0 0-3 16,0 0 5-16,0 0-4 0,0 0-1 0,0 0 4 0,0 0-4 15,0 0 5-15,0 0-3 0,0 0 0 0,0 0-6 16,0 0 7-16,-3 26 1 0,3-26 1 0,0 0-2 15,0 10-2-15,0-10 2 0,0 0 1 0,0 0-5 16,0 8 6-16,0-8-4 0,0 0 1 0,0 0 1 0,0 0 4 16,0 0-1-16,0 0-2 0,0 8 1 15,0-8 6-15,0 0 3 0,0 0 3 0,0 0 2 16,0 0 3-16,0 0-2 0,0 0 4 0,0 0-1 16,0 0 4-16,0 0-4 0,0 0-1 0,0 0-1 15,0 0 5-15,0 0-5 0,0 0 6 0,0 0-9 16,0 0 2-16,0 0-5 0,0 0-1 0,0 0-3 15,0 0-2-15,0 0 3 0,0 0-1 0,0 0-3 16,0 0 9-16,0 0-9 0,0 0-1 0,0 0-3 0,0 0 2 16,0 0 2-16,0 0-1 0,0 0-5 0,-9-17 1 15,9 17 1-15,0 0 0 0,0 0 0 0,0 0 0 16,0 0-1-16,-4-8 3 0,4 8-1 16,0 0-3-16,0 0-2 0,0 0 0 0,0 0 3 0,0 0-2 15,0 0 2-15,0 0-3 0,0 0 1 0,0 0 0 16,0 0-1-16,0 0 0 0,0 0 5 15,0 0-3-15,0 0-4 0,0 0 5 0,0 0-1 16,0 0 0-16,0 0 0 0,0 0 6 0,0 0-7 16,-4-5-1-16,4 5 1 0,0 0-1 0,0 0-1 0,0 0 3 15,0 0-2-15,0 0 2 0,0 0-1 0,0 0 2 16,0 0-2-16,0 0-3 0,0 0-3 0,0 0 4 16,0 0 1-16,0 0-3 0,0 0 0 15,0 0-2-15,0 0-2 0,17-2 2 0,-17 2 3 0,20-3-1 16,-6 3-3-16,0-1-4 0,6-2-9 0,-3 0 0 15,4 0 3-15,-4-1-8 0,4 4-12 0,-3-5-10 16,-2 1-14-16,4 1-20 0,-7 0-22 16,-1 2-22-16,1-2-21 0,1 0-16 0,-3-1-36 0,-4 2-150 15,1-1-377-15,1-1 167 0</inkml:trace>
  <inkml:trace contextRef="#ctx0" brushRef="#br0" timeOffset="-204765.67">12300 11814 135 0,'0'0'160'0,"-5"7"5"0,3-2-5 0,0 1-11 0,-3 3-6 16,3 1-10-16,-2 1-2 0,1 5-8 0,2 0-8 15,-3 3-9-15,2-2-10 0,0 0-6 16,2 0 0-16,0 0-10 0,2 0-7 0,0-1-4 0,-2 0-7 15,0-3-7-15,0-3-5 0,4 2-4 0,-3-1-3 16,-1 0-5-16,3 0 1 0,-3-1-10 0,2-4-2 16,-2 2-1-16,0-8-1 0,2 9-5 0,-2-9-1 15,2 10 1-15,-2-10-4 0,0 7 3 0,0-7-4 16,0 0 3-16,-2 10-3 0,2-10-1 0,-2 7-2 16,2-7-2-16,-6 3-1 0,6-3-1 0,-8 4 1 15,8-4-2-15,-9 3 2 0,9-3-4 0,-10 0 2 16,10 0-5-16,-10 0 1 0,10 0 2 0,-9 0 0 15,9 0 2-15,-10 0-4 0,10 0-1 0,0 0 2 16,-10 0-3-16,10 0 3 0,0 0-2 0,0 0 2 16,0 0-5-16,0 0-3 0,0 0 1 0,0 0 3 15,0 0-2-15,-9 0 0 0,9 0 3 0,0 0-2 16,0 0 1-16,0 0 1 0,0 0 0 0,0 0 2 0,31 0-6 16,-19-2-11-16,-1 4-24 0,0-5-14 15,3 2-28-15,-1-1-46 0,5 0-31 0,-1 0-38 0,2-1-149 16,-4 0-371-16,-1 0 164 0</inkml:trace>
  <inkml:trace contextRef="#ctx0" brushRef="#br0" timeOffset="-204399.95">12525 12098 242 0,'0'0'257'0,"0"-9"-10"0,0 9-10 16,0 0-11-16,0 0-17 0,0 0-22 0,0-10-18 0,0 10-18 15,0 0-17-15,0 0-15 0,0 0-11 0,0 0 10 16,0 0-8-16,0 0-14 0,-5 29-8 0,2-18-10 16,3 0 1-16,-2 2-15 0,2-2-4 0,-4 7-7 15,4 0-9-15,0-3-16 0,-2-1-15 0,4 2-25 16,-2-4-24-16,-2-1-21 0,4 3-24 0,-2-5-40 16,-2 1-32-16,4-1-36 0,-2 2-30 0,0-6-157 15,0-5-405-15,2 12 180 0</inkml:trace>
  <inkml:trace contextRef="#ctx0" brushRef="#br0" timeOffset="-204183.99">12282 12418 47 0,'-10'3'202'0,"1"-1"-15"0,3-1-12 16,6-1-19-16,-9 2-5 0,9-2 5 0,0 0-4 15,0 0-2-15,0 0-13 0,15 9-5 0,4-9-18 16,8-2-12-16,3-1-9 0,1-1-7 0,4 0-10 16,1-1-12-16,2-2-12 0,-4 1-14 0,0 0-24 15,-1 1-28-15,-3 0-37 0,-1 2-37 0,-7-1-27 16,-3 1-45-16,-6 4-150 0,3-2-335 0,-7 1 149 16</inkml:trace>
  <inkml:trace contextRef="#ctx0" brushRef="#br0" timeOffset="-203833.67">12389 12586 92 0,'0'0'248'0,"0"0"-9"0,0 0-6 0,0 0-6 16,0 0-5-16,0 0-14 0,34-1-11 0,-26 2-14 15,2 2-18-15,-3-1-12 0,0 1-12 0,2 2-14 16,0 3-10-16,-3-1 1 0,-2 5-3 0,-1-1 2 15,0 2-9-15,-6 5-5 0,-4-1-4 0,-2 5-20 16,-6 2-3-16,1-2-7 0,-6 2-6 0,3-3-3 16,-2-2-14-16,6-6 1 0,-1 1-5 0,3-5 0 15,0-1-11-15,0 0 3 0,2-1-1 0,0 2 1 16,1-3-5-16,2-3-1 0,1 2-5 0,-1-1 1 16,6-4-3-16,-7 6-2 0,7-6 3 0,0 0-9 15,0 0 9-15,0 0-8 0,0 0-5 0,0 0-1 16,0 0 1-16,27-5 4 0,-15 1-2 0,7 1-9 0,-2 0 24 15,3-2-27-15,7-4-18 0,4 1-14 16,-4-2-28-16,7-1-30 0,2-1-36 0,-3 0-48 16,3 0-55-16,0-2-49 0,-3 3-246 0,1-2-567 15,-4 2 251-15</inkml:trace>
  <inkml:trace contextRef="#ctx0" brushRef="#br0" timeOffset="-203656.69">13182 12500 2875 0,'9'-8'91'0,"-1"0"-37"16,-2 1-27-16,1 1-14 0,-1 0-4 15,-1 3 5-15,2 1-12 0,-7 2 1 0,11-7 0 0,-7 4-4 16,3-1-10-16,2 4-23 0,-9 0-25 0,9-3-26 16,-9 3-37-16,9 0-36 0,-9 0-25 0,0 0-31 15,9 1-157-15,-9-1-402 0,0 0 179 0</inkml:trace>
  <inkml:trace contextRef="#ctx0" brushRef="#br0" timeOffset="-203516.73">13191 12555 169 0,'-4'3'218'0,"4"-3"0"15,-5 5-1-15,5-5-1 0,0 0-3 0,-8 5-6 16,8-5-3-16,0 0-11 0,0 0-16 0,0 0-16 16,0 0-17-16,22 0-30 0,-8-3-23 0,-1 0-30 15,5-1-42-15,0 1-50 0,-2-2-69 0,4-1-74 16,-3-2-213-16,2 2-418 0,-2-2 186 0</inkml:trace>
  <inkml:trace contextRef="#ctx0" brushRef="#br0" timeOffset="-202355.7">14277 11901 105 0,'-3'-7'187'0,"2"0"-1"0,1 7-3 0,-3-10-5 0,0 2-7 15,3 8-13-15,-2-14-7 0,0 8-3 16,2 6-6-16,0-9-3 0,0 9-9 0,-3-10-18 15,3 10-5-15,0 0-18 0,-2-6-11 0,2 6-8 0,0 0-6 16,0 0-8-16,0 0-9 0,0 0 0 0,5 22 3 16,-5-8 5-16,0 5 1 0,2 5-7 0,0 0-1 15,1-4-5-15,-3-1 0 0,0 6-4 0,-3-5 0 16,3-1-4-16,0-2-8 0,0 1 2 0,3 0-8 16,-3 0 1-16,0-1 0 0,1-2-3 0,1-2 0 15,-2-3 1-15,0 3-4 0,1-1-3 16,2-3-16-16,-1 1-23 0,0-2-24 0,-2-2-18 15,0 1-28-15,0-7-31 0,4 12-23 0,-3-8-21 0,-1-4-23 16,4 3-30-16,-4-3-127 0,0 0-380 16,0 0 168-16</inkml:trace>
  <inkml:trace contextRef="#ctx0" brushRef="#br0" timeOffset="-201963.35">14461 11926 54 0,'2'-5'214'0,"-2"5"-17"15,4-8-12-15,-4 8-15 0,3-5-13 0,-3 5-1 16,0 0-4-16,0 0-7 0,0 0-12 0,0 0-1 16,0 0-9-16,2 25-12 0,-2-15-9 0,0 1-8 15,0 0-9-15,-2 2-6 0,4-3-12 0,-2 3-5 16,2 0-8-16,2 0-3 0,0-3-7 0,-1 0 1 16,4-3-6-16,-2 3 1 0,-1-5-6 0,2 1-2 15,3-2-7-15,1-1 1 0,1 0-4 0,0-1 0 16,1-3-2-16,0-2 6 0,0 1 0 0,-1-3-1 15,0 1-7-15,-1-2-1 0,-1-1 2 0,0 0-4 16,-3-2 0-16,4-1 0 0,-4 0-1 0,0 0-4 16,-1-2 0-16,0 2 7 0,0-3-11 0,-1 4 9 15,-2-1 4-15,0 6 4 0,0-2-1 0,-2 6-2 0,3-8-5 16,-3 8-2-16,0 0-2 0,0 0-4 0,0 0 0 16,0 0 2-16,6 16 7 0,-6-5 2 0,-2 6 1 15,2-1-1-15,-2 2-3 0,0 0 0 16,1 9 2-16,-1-8-3 0,1 1-3 0,2-1-2 0,-2 5-6 15,1-5-20-15,0 0-20 0,0 0-14 16,0 0-30-16,0-4-46 0,1 3-59 0,1-8-55 16,-2 0-207-16,-2-3-483 0,5 0 214 0</inkml:trace>
  <inkml:trace contextRef="#ctx0" brushRef="#br0" timeOffset="-201806.48">14910 12085 205 0,'0'0'245'0,"2"-6"-21"0,-2 6-25 16,0 0-19-16,2-6-24 0,-2 6-15 0,0 0-19 15,0 0-27-15,0 0-41 0,0 0-46 0,0 0-46 16,0 0-37-16,12 15-45 0,-12-15-113 0,4 6-253 16,3-2 113-16</inkml:trace>
  <inkml:trace contextRef="#ctx0" brushRef="#br0" timeOffset="-201480.43">15077 12027 99 0,'0'-10'246'0,"0"10"-14"15,0 0-24-15,0 0-18 0,0 0-8 0,0 0-8 16,0 0-10-16,0 0-9 0,0 0-6 0,0 0-13 16,-17 19-19-16,15-12-5 0,0 0-9 0,0 3-14 15,2-1-10-15,0 1-5 0,0 0-7 0,2-1-5 16,0 0-6-16,0 1-6 0,2-4-4 0,-1 0-4 15,3 0 11-15,1-1-2 0,-1-2 3 0,2 0-7 0,6-1 1 16,-3-2-4-16,2 0 1 0,-2-2-1 16,-3-1-4-16,4 0 2 0,-2-1-5 0,-2 0-1 15,-3-2-2-15,4-1-3 0,-4 0-5 0,1-1-2 16,-5-1-3-16,1 0-1 0,-5-1-5 0,3 10 1 16,-4-17-12-16,-1 8-6 0,0-1-10 0,-1 2-15 15,1 0-17-15,-3 1-14 0,2 3-11 0,0 2-14 16,-1-1-19-16,7 3-24 0,-13-1-20 0,13 1-24 15,-13 1-19-15,13-1-19 0,-9 3-17 0,9-3-126 16,0 0-379-16,0 0 167 0</inkml:trace>
  <inkml:trace contextRef="#ctx0" brushRef="#br0" timeOffset="-201233.33">15249 11978 16 0,'7'-2'206'0,"-7"2"-6"0,0 0-20 0,9-3-5 15,-9 3-8-15,0 0-13 0,0 0-6 0,0 0-7 16,0 0-1-16,0 0-4 0,8 5-14 0,-8-5 2 15,5 12-6-15,-3-5-4 0,2 0-14 0,4 3-7 16,-2-1-8-16,1 1-7 0,0 0-8 0,1-1-5 16,2 1-11-16,-1 0 4 0,0 0-4 0,4 3-6 15,-4-4 0-15,0-1-7 0,1 1-4 0,-1-4-1 16,-1 2-4-16,-1 3-1 0,0-4-1 0,0 3-3 16,-4-4-4-16,0 0 1 0,-1 2-6 0,-2-7-4 15,1 10-7-15,-1-10-3 0,-5 10-13 0,0-5-5 16,-1-1-14-16,-2 3-14 0,0-4-23 15,-1 0-28-15,-1 0-31 0,1-2-40 0,9-1-38 0,-21-2-212 16,10-3-447-16,1 2 199 0</inkml:trace>
  <inkml:trace contextRef="#ctx0" brushRef="#br0" timeOffset="-201101.05">15423 11919 135 0,'12'-6'159'0,"1"-2"-24"0,3 3-11 15,1-1-15-15,0-1-9 0,0 4-14 0,-4 1-20 16,2 2-46-16,-2-1-38 0,1 1-51 0,-1 1-73 16,-2 1-152-16,2 0 67 0</inkml:trace>
  <inkml:trace contextRef="#ctx0" brushRef="#br0" timeOffset="-200583.29">15735 12030 173 0,'4'9'197'0,"-3"-5"-4"0,-1-4-5 16,3 10-20-16,0-5-3 0,-3-5-11 0,1 10-11 16,-1-10-9-16,2 9-10 0,-2-9-11 0,0 9-4 15,0-9-6-15,0 0-1 0,0 9-6 0,0-9-5 0,0 0 4 16,0 9 12-16,0-9 3 0,0 0 7 0,0 0-7 16,0 0-11-16,0 0-3 0,0 0 4 15,0 0-9-15,0 0-3 0,0 0-4 0,0 0-3 0,-14-21-5 16,14 21-13-16,2-14-1 0,-1 5-11 15,1-1-4-15,1 0 8 0,1-2-21 0,0 0-6 16,2 1-6-16,0 1-3 0,1 0 1 0,2 1-3 16,0 1-1-16,0 1-4 0,-2 2-2 0,2 2-5 0,-1 1-3 15,2 2 1-15,-10 0-1 0,15 4 0 0,-6-1 13 16,-1 3-15-16,0 2-3 0,-1 0 2 0,0 0-3 16,0 2 7-16,-1 1-1 0,-1-1-2 0,0 1 0 15,-1-1-2-15,-1-1 18 0,0-1-13 0,-2-3 4 16,2 2 1-16,-3-7 0 0,1 9 0 0,-1-9 4 15,3 7 1-15,-3-7-3 0,0 0 2 0,0 0-1 16,0 0-1-16,0 0 1 0,0 0-1 0,0 0-10 16,0 0 1-16,0 0-3 0,0 0-1 0,0 0-7 15,4-26 11-15,-1 17-7 0,1 0-13 0,1 0 1 16,-1-2-1-16,1 1 1 0,0 3 2 0,1-2-1 16,-3 5-1-16,2-2 0 0,-2 1 3 0,-3 5-3 15,5-5 2-15,-5 5-1 0,0 0 2 0,12 0 3 16,-12 0 4-16,7 7-1 0,-2-2 1 0,-2 2 1 15,-1-2-1-15,2 4-2 0,-1-3-15 0,1 3-15 16,-3 1-12-16,2 0-30 0,-2-3-22 16,-1 1-39-16,0 0-45 0,0-8-51 0,2 13-50 0,-2-7-155 15,3-1-480-15,-3-5 213 0</inkml:trace>
  <inkml:trace contextRef="#ctx0" brushRef="#br0" timeOffset="-200200.42">16190 12035 66 0,'0'0'243'0,"0"0"-15"0,0 0-11 0,0 0-7 16,0 0-9-16,0 0-9 0,0 0-15 0,0 0-12 0,-5 23-7 15,1-16-15-15,4-7-6 0,-3 12-4 0,0-7-12 16,3-5-12-16,-1 9 6 0,1-9-23 16,0 10-3-16,0-10-4 0,-3 6 4 0,3-6 3 15,0 0 7-15,0 0 11 0,-2 6-5 0,2-6-12 0,0 0-6 16,0 0-9-16,0 0-5 0,0 0-8 0,0 0-8 15,3-23-4-15,-3 23-8 0,4-15-2 16,-1 4-15-16,-1 0-5 0,6-3-7 0,-4-3 1 16,2 0-8-16,2 2-6 0,-2-4 1 0,3 2 5 0,0 2-6 15,0 1-5-15,1 0 7 0,-2 4-1 0,0 3-8 16,-2 0 13-16,0 4-13 0,-1 1-1 0,-5 2 8 16,13 0 13-16,-13 0 5 0,14 10 10 15,-7-2 4-15,0 0 8 0,-1 3 2 0,-3 0 2 0,5 4-3 16,-4-3-5-16,0 0-11 0,0 4 3 0,-2-4 0 15,3 5-6-15,-2-5-25 0,1-2-27 0,-3-1-44 16,3 4-25-16,-2-5-34 0,1 1-28 0,-2-2-36 16,0 0-45-16,2-1-51 0,-3-6-264 0,0 0-599 15,-4 12 266-15</inkml:trace>
  <inkml:trace contextRef="#ctx0" brushRef="#br0" timeOffset="-200060.15">16229 12049 37 0,'0'0'186'16,"11"-4"-15"-16,0 2-24 0,1-2-14 0,0 2-14 15,3 0-20-15,3 0-27 0,-2 2-24 0,4-1-36 16,-4 1-49-16,2 1-128 0,-8-1-178 0,3 2 78 16</inkml:trace>
  <inkml:trace contextRef="#ctx0" brushRef="#br0" timeOffset="-199834.08">15224 12537 112 0,'-29'9'332'0,"3"1"-35"0,8-1-28 15,7-2-29-15,1 0-18 0,3 0-11 0,7 1-3 16,0-8-7-16,9 13-7 0,12-6-13 0,14-4-11 0,20-3-20 15,10-3-18-15,35-4-26 0,4-6-37 16,-3-6-28-16,1-2-37 0,0 3-37 0,-5-3-38 16,-9 1-64-16,-24 6-66 0,-1-2-250 0,-2 4-486 15,-8-1 215-15</inkml:trace>
  <inkml:trace contextRef="#ctx0" brushRef="#br0" timeOffset="-186200.67">28552 3189 2 0,'0'0'162'0,"-6"-2"-10"0,6 2-10 16,0 0-18-16,-9-2-9 0,9 2-18 0,0 0-8 16,0 0-6-16,-12 0-9 0,12 0-8 0,0 0-7 15,-7 7-5-15,7-7-6 0,-6 5-3 0,6-5 1 16,-3 4-7-16,3-4 0 0,-4 5-8 0,4-5 2 16,0 0-4-16,-5 8 4 0,5-8-2 0,0 0-5 15,1 9 7-15,-1-9 4 0,5 7-6 0,-5-7 3 16,4 7-1-16,2-2 4 0,-2-1 19 0,3 0-6 15,1 2-4-15,1 0-5 0,-1 1-6 0,1 1 2 16,5-1-1-16,-2 0-4 0,3 2-3 0,-5-2-3 16,7 3 4-16,-4 0-9 0,3 0-2 15,-7-1-1-15,7 0-1 0,-5 1-3 0,0-2 0 0,-2 1 1 16,3-4-4-16,-3 3-1 0,-3-1-1 0,1 0 2 16,-2-1-2-16,-3 0 1 0,2-3-1 0,-1 3-1 15,-3-6 1-15,0 0 2 0,1 9 3 0,-1-9 1 16,0 0-2-16,-10 10 2 0,1-8-5 0,-3 2 6 15,1 0-8-15,-1-3 4 0,-1 1-3 0,0-1-1 16,-3 0-12-16,2-1-11 0,3 2-22 0,-2-2-20 16,-1-2-38-16,3 1-43 0,0-3-33 0,1 2-173 15,-1 0-371-15,0-4 164 0</inkml:trace>
  <inkml:trace contextRef="#ctx0" brushRef="#br0" timeOffset="-186059.67">28694 3217 46 0,'20'-3'100'0,"1"-2"-30"0,-1 2-22 16,-2 1-50-16,0-1-42 0,-5 2-48 0,2-1 22 16</inkml:trace>
  <inkml:trace contextRef="#ctx0" brushRef="#br0" timeOffset="-185694.9">28962 3139 141 0,'0'0'192'16,"0"0"-20"-16,0 0-13 0,0 0-21 0,0 0-13 16,0 0-13-16,0 0 5 0,13 10-9 0,-6-2 1 15,-1 1-2-15,-1 1-8 0,4 6-3 0,-1-2-11 16,-1 1-4-16,-2 1-8 0,6-1-5 0,-6-5-6 15,4 5-3-15,-4-4 1 0,1-1 1 0,0 0-2 16,-2-1-8-16,2 1 0 0,-3-5-5 0,0 1 0 16,0-1-4-16,-3-5-3 0,7 8 6 0,-3-4 3 15,-4-4 4-15,5 5 9 0,-5-5 12 0,5 3 4 16,-5-3 4-16,0 0-6 0,22-8-6 0,-11 2-4 16,5-4-6-16,-2-1-6 0,4 0-2 0,2-8 0 15,2 3-8-15,-3-2-7 0,2-1-5 0,-1-1-4 16,-2 0-1-16,-3 6-5 0,2-6-5 0,-6 5-5 15,1 0-20-15,-2 1-11 0,-2 6-5 0,-2-1-26 16,-1 4-15-16,-1-1-23 0,-4 6-32 0,6-7-44 16,-6 7-44-16,0 0-24 0,0 0-15 15,0 0-152-15,-23 21-431 0,7-11 191 0</inkml:trace>
  <inkml:trace contextRef="#ctx0" brushRef="#br0" timeOffset="-183014.72">27863 3620 11 0,'0'0'148'0,"0"-13"-10"0,0 13 4 16,4-7-2-16,-4 7 0 0,0 0-9 0,0 0-10 16,-4-16-6-16,4 16 3 0,0 0-8 0,0 0-7 15,0 0-8-15,-2-10-14 0,2 10-10 0,0 0-1 16,0 0-14-16,0 0-5 0,0 0 0 0,0 0-14 15,0 0-3-15,0 0-3 0,0 0-6 0,0 0 3 16,-7 33-4-16,4-17 1 0,-1 0-3 0,-3 10 2 16,3-7-3-16,0 7 10 0,1-1-3 0,-4 3 3 15,5-9-2-15,-2 9 14 0,7-1-3 0,-6 2-1 16,2-3-7-16,1 5 3 0,-4-4 0 0,4 2-2 16,0-3-2-16,2 4 0 0,1-1 2 0,-3 0-1 15,3-2-3-15,-2 0 7 0,3 1 0 0,-4-2-2 16,3-7-2-16,-1 7-2 0,-1-3 1 15,0-4-5-15,-1 0 2 0,0 1-2 0,1-2 1 16,-2 3 0-16,0-5-3 0,1 0 2 0,-3 0 4 0,0 1-2 16,-1-1-2-16,4 0 1 0,-3 2-1 0,2-4-3 15,1 2 0-15,-1-3 1 0,1-13 0 0,-4 22-11 16,4-11 7-16,-3 0-1 0,3-11-7 0,-4 23 8 16,2-12-1-16,2-11-1 0,-4 21 8 0,4-12-1 15,0-9 5-15,-4 15-2 0,4-15-5 0,-2 13 3 16,2-13-7-16,0 0-3 0,1 17-1 0,-1-17-4 15,0 0 3-15,-2 15 1 0,2-15-6 16,0 0 2-16,0 0-4 0,-3 12 11 0,3-12-11 16,0 0 5-16,0 0-6 0,0 0-1 0,0 0-1 0,0 0 2 15,0 0 2-15,0 13-1 0,0-13-7 16,0 0 6-16,0 0 0 0,0 0-3 0,0 0 2 16,0 0-5-16,0 0-11 0,0 0 16 0,0 0-1 15,0 0 1-15,0 0-2 0,0 0-9 0,0 0 9 16,0 0 2-16,0 0 1 0,0 0 1 0,0 0-4 15,0 0-1-15,0 0 3 0,0 0-5 0,0 0 0 16,0 0 8-16,0 0-5 0,0 0-4 0,0 0 7 16,0 0-19-16,0 0 14 0,0 0 1 0,0 0 1 15,0 0-1-15,0 0-14 0,0 0 12 0,0 0 1 16,0 0 4-16,0 0-4 0,0 0-4 0,0 0 12 16,0 0-13-16,0 0 6 0,0 0 2 0,0 0-2 15,0 0-15-15,0 0 14 0,0 0-1 0,0 0 3 16,0 0-5-16,0 0 3 0,0 0 0 0,0 0 2 15,0 0-2-15,0 0-1 0,0 0-1 0,0 0 7 16,0 0-4-16,0 0-2 0,0 0-2 0,0 0 2 16,0 0 0-16,0 0 1 0,0 0-4 0,0 0 3 15,0 0-2-15,0 0 3 0,0 0-3 0,0 0 1 16,0 0-1-16,0 0 4 0,0 0-4 0,0 0 5 16,0 0-2-16,0 0-1 0,0 0 0 0,0 0 1 15,0 0 6-15,0 0-8 0,0 0 2 0,0 0-5 16,0 0 5-16,0 0 0 0,0 0-7 0,0 0 4 15,0 0 3-15,0 0-1 0,0 0 3 0,0 0-2 16,0 0-1-16,0 0 0 0,0 0 1 0,0 0-1 16,0 0 5-16,0 0-9 0,0 0 1 0,0 0 1 15,0 0 2-15,0 0 1 0,0 0-1 0,0 0 3 16,0 0-5-16,0 0-1 0,0 0 0 0,0 0 1 16,0 0 7-16,0 0-10 0,0 0 3 0,0 0-2 15,0 0 3-15,0 0-2 0,0 0-2 0,0 0 5 16,0 0-3-16,0 0 6 0,0 0-4 0,0 0-5 15,0 0 2-15,0 0-1 0,0 0 2 0,0 0-6 16,0 0 10-16,0 0-4 0,0 0-3 16,0 0 5-16,0 0 2 0,0 0-1 0,0 0-5 0,0 0 1 15,0 0 3-15,0 0 1 0,0 0-2 0,0 0 2 16,0 0 2-16,0 0-1 0,0 0-3 0,0 0 4 16,0 0-2-16,0 0 7 0,0 0-8 15,0 0 1-15,0 0 3 0,0 0 2 0,0 0-7 16,0 0 2-16,0 0 0 0,0 0 0 0,0 0-2 15,0 0 1-15,0 0-4 0,0 0 8 0,0 0-4 0,0 0 0 16,0 0-4-16,0 0-2 0,0 0-6 0,0 0-9 16,0 0 11-16,0 0-6 0,0 0 3 15,0 0 2-15,0 0-4 0,0 0 5 0,0 0-2 16,-7 8 4-16,7-8-2 0,0 0 1 0,0 0-3 16,0 0 4-16,0 0-2 0,0 0 1 0,0 0 2 15,0 0 7-15,0 0-10 0,0 0-2 0,0 0 2 16,0 0 3-16,0 0-1 0,0 0 4 0,0 0-5 15,0 0 5-15,0 0 1 0,0 0-10 0,0 0 10 16,0 0 2-16,0 0-7 0,0 0 12 0,0 0-5 16,0 0-1-16,0 0 1 0,0 0-1 0,0 0 4 15,0 0-2-15,0 0 0 0,0 0-1 0,0 0 9 16,0 0-8-16,0 0-1 0,0 0 1 0,0 0-1 16,0 0 3-16,0 0-2 0,0 0 4 0,0 0-5 15,0 0 3-15,0 0-4 0,0 0 4 0,0 0 0 0,0 0-2 16,-3 11 4-16,3-11-4 0,0 0 1 15,0 0 0-15,0 0 1 0,0 0 0 0,0 0-2 16,0 0 1-16,0 0 0 0,0 0 0 0,0 0-1 16,0 0 2-16,0 0-1 0,0 0 3 0,0 0 2 15,0 0-5-15,0 0 1 0,0 0 0 0,0 0-1 16,0 0 1-16,0 0-1 0,0 0-3 0,0 0 2 16,0 0 0-16,0 0 1 0,0 0 2 0,0 0-1 15,0 0-2-15,0 0-1 0,0 0 0 0,0 0 1 16,0 0 1-16,0 0 0 0,0 0 3 0,0 0-1 15,0 0 0-15,0 0-3 0,0 0 4 0,0 0-4 16,0 0 2-16,0 0-2 0,0 0 1 16,0 0 3-16,0 0-5 0,0 0 2 0,0 0 0 0,0 0 0 15,0 0 0-15,0 0-1 0,0 0-1 0,0 0-1 16,0 0-2-16,0 0 1 0,0 0 1 0,0 0-3 16,0 0 6-16,0 0-4 0,0 0 2 0,0 0-4 15,0 0-4-15,0 0 7 0,0 0 4 0,0 0 0 16,13 11-3-16,-13-11 4 0,0 0-9 0,11 9 4 15,-11-9 1-15,9 5 4 0,-9-5-1 0,16 9 1 16,-16-9-1-16,11 7 2 0,-11-7-2 0,13 8-3 16,-5-4 4-16,-8-4-4 0,12 10 4 15,-5-4-3-15,-7-6 5 0,14 9-4 0,-14-9 0 0,11 9 0 16,-11-9 1-16,9 9 2 0,-9-9 0 16,10 10-2-16,-10-10 2 0,6 11-3 0,-6-11-3 0,4 13 3 15,-4-13-2-15,0 16 0 0,0-16 3 0,0 0-1 16,-6 22 3-16,2-13-4 0,-2-1 4 15,-1 3 0-15,-1-2 1 0,-3 3-3 0,-3 1 1 0,1-3 4 16,1 2-1-16,-1 0 0 0,-3-1 1 16,1-1 0-16,0 2 1 0,1 0-4 0,-3-2 4 15,2 0-2-15,4-2-2 0,1 0-1 0,-1 0 2 16,3-2-7-16,-2 1 12 0,10-7-8 0,-9 13-1 0,5-4-5 16,4-9 6-16,-5 13-1 0,5-13 4 15,0 0-3-15,3 19-6 0,-3-19 5 0,11 16-3 16,0-9 5-16,0 1 4 0,-2 1-8 0,7-3 10 15,0 2-3-15,0 0 2 0,-3-3-1 0,-1 3 0 16,3-1-5-16,-4 0 3 0,-11-7-2 0,21 11 1 16,-13-7-6-16,-8-4 3 0,14 11-3 0,-14-11 7 15,8 14-6-15,-8-14 7 0,0 0-8 0,1 17 5 16,-1-17-2-16,0 0 5 0,-11 29-2 0,5-20 0 16,-4 1-2-16,3-1 5 0,-2-1 1 0,-2 6-8 15,2-6 3-15,5 1 3 0,-5-1-3 0,-1-1-4 16,4 1-9-16,6-8 13 0,-13 17 1 0,10-9 0 15,3-8-3-15,-7 17 3 0,4-8-3 0,3-9 1 16,-1 17-2-16,1-17 5 0,1 19-5 16,2-9 2-16,-3-10 0 0,8 17-4 0,-6-7 0 0,2-1 4 15,-4-9-4-15,7 19 3 0,-3-11-3 0,-4-8 0 16,7 17 0-16,-4-10 4 0,-3-7-1 0,4 18 2 16,-2-7 0-16,-2-11-1 0,3 17 2 0,-3-17-6 15,1 19 1-15,-1-19 10 0,-1 19-8 0,1-19-2 16,-3 20 1-16,1-9 2 0,2-11-1 0,-5 21 1 15,4-9-3-15,0 1 1 0,-2-1 2 0,3-12 0 16,-6 24-1-16,4-12 0 0,-3 2-2 0,5 1 2 16,-4 1-2-16,2-2 5 0,-1 1-2 15,-2 2 2-15,5-1-1 0,-2 0-1 0,0 0-2 0,1 1 1 16,1 1 4-16,1-1 9 0,1 2-8 0,-2 0 4 16,2 1-1-16,3-1 1 0,-4-2 11 15,3 2-11-15,0 5 2 0,0-5 4 0,-1 1 0 16,-1 1 5-16,6 4-6 0,-6-5 3 0,2-2-6 0,-4 0-2 15,4 1 2-15,-4 0 3 0,1 2-7 16,-2-4 4-16,1 1-1 0,-2-3-2 0,2-15 1 16,-4 26-1-16,1-13-2 0,1-3 7 0,2-10-7 15,-7 19 0-15,7-19 0 0,-4 15-3 0,4-15 3 0,-5 12 6 16,5-12-16-16,0 0 15 0,-9 12-11 0,9-12-13 16,0 0-8-16,-9 9-14 0,9-9-30 15,0 0-12-15,0 0-40 0,0 0-53 0,0 0-63 16,0 0-61-16,-30-15-186 0,30 15-520 0,-10-23 230 15</inkml:trace>
  <inkml:trace contextRef="#ctx0" brushRef="#br0" timeOffset="-182442.95">28612 4718 97 0,'0'0'240'0,"-1"-12"-9"0,1 12-14 0,-1-10-14 16,1 10-17-16,-2-7-19 0,2 7-18 0,0 0-19 16,0 0-11-16,0 0-14 0,0 0-11 0,0 0-21 15,0 0-4-15,-14 23-1 0,10-7-9 0,1 2-5 16,-3 0-6-16,4 1-1 0,-3 5-1 0,1 1 4 16,0-4-5-16,-1-2-5 0,4 0-1 0,0 0 9 15,-1-1-5-15,0-1-5 0,0-5-4 0,1 1-3 0,1-1-2 16,0-2-2-16,0 2-4 0,-2-2 4 15,2 0-2-15,0-1-9 0,0-9-17 0,0 14-15 16,0-6-12-16,-2-2-17 0,2-6-21 0,-2 11-26 16,0-5-29-16,2-6-30 0,-3 7-21 0,3-7-28 15,-4 6-138-15,4-6-366 0,-9 2 162 0</inkml:trace>
  <inkml:trace contextRef="#ctx0" brushRef="#br0" timeOffset="-182132.64">28607 4733 14 0,'14'-12'149'0,"3"3"-7"15,-2 2 4-15,3 2-9 0,-5 3-13 0,1-1-13 16,-3 3-8-16,2 3-11 0,-3 0-11 0,-2 1 5 16,2 5 6-16,-6-5-11 0,1 3 3 0,-2 2 2 15,-2 3-4-15,-2-1-1 0,-4 5-3 0,-2-1-6 16,-3 0-4-16,0 0-3 0,-4-1 0 15,2-2 0-15,0 0-6 0,-3 0-2 0,2-1-4 0,2-3-4 16,5-3-4-16,-3 2-1 0,0-2-11 0,4-1 2 16,-2-1-8-16,3 1 0 0,1 1-8 0,3-5-1 15,-8 8 0-15,8-8-2 0,0 10-4 0,0-10 4 16,0 9-5-16,4-3 1 0,0-2 0 16,3 3-1-16,3 2-9 0,2-5-13 0,5 2-20 0,2 0-31 15,0 0-35-15,3-5-43 0,-2 5-34 0,0-6-28 16,0 3-126-16,-1-2-354 0,0-1 157 0</inkml:trace>
  <inkml:trace contextRef="#ctx0" brushRef="#br0" timeOffset="-181864.36">29017 4889 28 0,'0'0'208'0,"4"-6"-11"0,-4 6-5 0,0 0-26 15,8-3-15-15,-8 3-1 0,0 0 2 0,0 0 0 16,5 15 0-16,-4-5-3 0,0 1-5 0,-2 1-7 15,0 5-7-15,-2-2-1 0,1 4-8 0,-3-3-1 16,1 1-9-16,-1 0 0 0,1-1-5 0,0 0-8 16,1-2-10-16,0-3-9 0,1 2-6 0,1-4-5 15,-3 1-7-15,4-3-7 0,0-7-1 0,3 14 14 16,-2-8 4-16,2 0 2 0,2 2-4 0,4-3 1 16,3 0-5-16,6 0-5 0,4-1 4 0,10 0-10 15,3-4-8-15,2 0-14 0,0 0-30 0,4 0-22 16,-4-3-38-16,0 1-29 0,-1-1-28 0,-2-1-27 15,-1 3-35-15,-3 1-42 0,-2-1-48 0,-10-1-228 16,-5 2-536-16,-1 0 237 0</inkml:trace>
  <inkml:trace contextRef="#ctx0" brushRef="#br0" timeOffset="-179333.7">18800 3248 163 0,'-6'-5'191'15,"-1"1"-22"-15,-1 2-12 0,8 2-7 0,-20 1-9 16,7 4-12-16,-7 4 0 0,-3 5-7 0,0 1-10 16,1 4-1-16,-2-2-10 0,3 2-11 0,7-6-8 15,3 4-9-15,-2-5-10 0,7 2-2 0,2-3-7 16,1-1-3-16,2 0-7 0,3 0-2 0,4 0-2 16,0-1-4-16,9-1-2 0,1 2-4 0,4-2 1 15,-1-5-4-15,2-1-4 0,0 0 1 0,-1 0-4 16,0-2-4-16,-6 0 0 0,0-2 0 0,-3 2-2 15,-1 0-3-15,-4-2 6 0,-6 2-5 0,10-1 0 16,-10 1-5-16,8-4 0 0,-8 4-3 0,0 0 2 16,0 0-2-16,0 0 0 0,0 0-5 0,0 0 3 15,0 0-3-15,-36 1 1 0,23 3-1 0,-6 4 2 16,1-2-4-16,0 3 3 0,-1 0-2 0,3 4 1 16,0-3-1-16,0 2 3 0,2 1 1 0,5-4-5 15,0 3 6-15,1-3-6 0,-1 1 3 0,4 0 0 16,2-2 3-16,2 1-1 0,1 0 1 0,0-9-2 15,7 16 2-15,-4-10 2 0,8 3-13 0,-1-2-24 16,4 0-33-16,0-2-31 0,3 1-38 0,-1-2-35 16,2-1-31-16,-8 0-126 0,-1-1-352 0,-9-2 156 15</inkml:trace>
  <inkml:trace contextRef="#ctx0" brushRef="#br0" timeOffset="-179134.18">18782 3566 86 0,'1'-7'206'0,"-1"7"-17"15,4-11-18-15,-3 6-12 0,-1 5-16 0,6-7-14 16,-6 7-10-16,5-5-9 0,-5 5-9 0,0 0 6 16,10 0-7-16,-10 0-3 0,0 0-10 15,14 6-8-15,-8-1-7 0,4 1-5 0,-2 1-6 0,0 0-7 16,3 1-5-16,-2 0-5 0,0 1-8 16,5 2-25-16,-5-4-25 0,0-1-21 0,-1 2-41 0,2 0-28 15,-3-3-24-15,2 0-17 0,-1-1-20 0,1-2-104 16,-2-1-290-16,-7-1 128 0</inkml:trace>
  <inkml:trace contextRef="#ctx0" brushRef="#br0" timeOffset="-178999.25">19034 3531 61 0,'0'0'170'0,"-4"-8"-10"16,4 8-17-16,-7-6-7 0,7 6-1 0,-12 3-5 0,3 2 4 16,-5 4-18-16,-3 5-6 0,-2 5-2 0,-2 2-8 15,0 0-10-15,-1 0-8 0,2 2-6 0,0 2-20 16,3-4-33-16,1 1-43 0,6 0-41 15,2-6-54-15,5-6-158 0,0-1-295 0,2-2 131 16</inkml:trace>
  <inkml:trace contextRef="#ctx0" brushRef="#br0" timeOffset="-178836.72">19185 3519 41 0,'0'0'223'15,"3"-7"-22"-15,-3 7-23 0,0 0-15 0,0 0-16 16,0 0-17-16,0 0-13 0,0 0-39 0,4 18-52 16,-4-9-61-16,0 1-63 0,-2 3-98 0,2-13-211 15,-2 23 94-15</inkml:trace>
  <inkml:trace contextRef="#ctx0" brushRef="#br0" timeOffset="-178665.38">18797 3927 108 0,'0'0'266'0,"-5"3"-21"0,5-3-11 0,0 0-14 0,0 0-13 15,42-3-18-15,-8-5-15 0,17-4-16 0,5-3-20 16,7-2-22-16,2 5-27 0,28-11-39 0,-28 7-51 16,-2 3-69-16,28-7-72 0,-34 12-189 0,1-5-357 15,-5 2 158-15</inkml:trace>
  <inkml:trace contextRef="#ctx0" brushRef="#br0" timeOffset="-175000.05">29668 4920 60 0,'0'0'108'15,"0"0"-1"-15,0 0-7 0,0 0-6 0,0 0-9 16,0 0-1-16,-9-2-7 0,9 2-2 0,0 0-6 16,0 0-11-16,0 0 5 0,0 0-9 0,0 0 7 15,0 0-5-15,0 0-3 0,0 0 1 0,0 0 7 16,0 0-6-16,0 0 4 0,0 0-5 0,0 0-2 15,0 0-1-15,0 0-4 0,0 0-4 0,0 0-2 16,0 0 0-16,0 0-5 0,0 0-2 16,0 0-2-16,0 0-4 0,0 0 0 0,0 0-3 0,0 0-2 15,0 0-1-15,0 0 1 0,0 0-4 0,0 0-2 16,0 0-1-16,0 0 0 0,0 0-5 0,0 0 0 16,0 0 0-16,18 0-2 0,-18 0-3 0,15 0-5 15,-7 0-25-15,2 0-20 0,-1 0-18 0,1 2-23 16,3-1-25-16,-3-1-25 0,0 0-22 0,2 0-96 15,-4 2-272-15,-2-1 120 0</inkml:trace>
  <inkml:trace contextRef="#ctx0" brushRef="#br0" timeOffset="-174821.38">29658 5055 114 0,'0'0'117'0,"0"0"-4"0,0 0-14 0,0 0-11 16,0 0-14-16,24 2-6 0,-10-4-33 0,4 0-33 15,1 2-41-15,-1-2-74 0,0 1-120 0,-7-2 54 16</inkml:trace>
  <inkml:trace contextRef="#ctx0" brushRef="#br0" timeOffset="-174316.86">30058 4756 175 0,'0'0'238'0,"0"-11"-12"15,0 11-18-15,-2-12-8 0,1 6-11 0,1 6-9 16,0 0-8-16,-1-13-16 0,1 13-16 0,0 0-19 15,0-9-12-15,0 9-13 0,0 0-9 0,0 0-12 16,0 0-9-16,0 0-10 0,0 0-5 0,0 0-3 16,-4 31-6-16,4-19-4 0,-1 1 0 0,1 1-2 15,0 2-8-15,0-2 4 0,0-2-2 16,0-1 0-16,1 0-3 0,1 0-10 0,1 0 0 0,1-3-2 16,1 2 0-16,1-2 1 0,4 0-1 0,5 1 0 15,0-2-1-15,0-2-4 0,4-1 1 0,-2-3 1 16,2-1 0-16,0 0-3 0,-6-1 2 0,1-1-7 15,-1-5 4-15,2 1-3 0,-2 0 0 16,-3-1-2-16,-2-2 0 0,3-2-3 0,-4 0 2 0,-3 1-2 16,0 0 2-16,0-6-2 0,-2 5 4 0,2 0 5 15,-4 0 5-15,1 2 3 0,-2-1-1 0,1 10 2 16,1-12-2-16,-1 12 0 0,0-8-2 0,0 8-7 16,0 0-1-16,0-10-4 0,0 10-2 15,0 0-1-15,0 0 0 0,0 0-2 0,0 0 0 0,0 0 3 16,-10 35 4-16,7-18 1 0,0-1-4 0,-1 1 4 15,1 1-6-15,0-1-4 0,1 0 6 0,1 2 0 16,-1-3 1-16,2-4-4 0,0 4 2 0,3 1 2 16,-2-1-21-16,0-4-20 0,2 4-23 0,0-5-37 15,-2 1-51-15,3-3-64 0,-3 2-232 0,0-5-484 16,-1 2 215-16</inkml:trace>
  <inkml:trace contextRef="#ctx0" brushRef="#br0" timeOffset="-174140.25">30451 4889 91 0,'0'0'227'0,"0"0"-22"0,4-6-21 16,-4 6-13-16,0 0-16 0,5-1-16 0,-5 1-16 16,0 0-11-16,0 0-12 0,0 0-8 0,0 0-27 15,0 0-40-15,0 0-47 0,0 0-52 0,0 0-47 16,8 13-125-16,-8-13-266 0,4 4 118 0</inkml:trace>
  <inkml:trace contextRef="#ctx0" brushRef="#br0" timeOffset="-173817.02">30580 4681 56 0,'0'0'242'0,"0"-11"-9"16,0 11-11-16,0 0-14 0,0 0-14 15,0 0-19-15,0-10-13 0,0 10-21 0,5-3-14 0,-5 3-12 16,13-2-14-16,-1-1-8 0,1 2-12 0,4 0-7 16,0 1-9-16,2-1-5 0,-1 2-9 0,-5-1-3 15,1 0-6-15,-4 1-4 0,0 1-7 0,-3 0-7 16,2-2 3-16,-3 2-5 0,-1 2 1 16,-1 1-1-16,1 0 2 0,1 5 0 0,-3 0 7 0,1 0-3 15,-3 4 11-15,-1 5 1 0,0 7 1 0,-2-2 9 16,0 1 0-16,-4-6-6 0,2 6 1 15,-1-8-10-15,0 1-1 0,1 2-1 0,0-3-2 16,-1 0-5-16,0 1 2 0,1-2-7 0,-1 0-14 16,4-4-27-16,-2-2-20 0,-1 1-31 0,0-2-35 15,2 0-31-15,1-1-49 0,-3-3-54 0,-1 5-178 0,5-10-454 16,-10 8 201-16</inkml:trace>
  <inkml:trace contextRef="#ctx0" brushRef="#br0" timeOffset="-173666.72">30635 4930 6 0,'4'-5'168'0,"2"1"-7"0,5 1-8 15,0 0-15-15,6-1-10 0,2 1-16 16,3 0-10-16,3-3-12 0,3 4-43 0,2-2-51 16,-1 0-62-16,-7 2-107 0,0-2-187 0,6 1 83 15</inkml:trace>
  <inkml:trace contextRef="#ctx0" brushRef="#br0" timeOffset="-173450.65">31063 4660 71 0,'0'0'206'16,"0"0"-23"-16,3-8-15 0,-3 8-9 0,0 0 0 16,0 0-7-16,0 0 14 0,0 0-6 0,0 26-5 15,-1-11-2-15,-2 2-1 0,-1 2-19 0,3-1-9 16,0 0-4-16,-3 2-1 0,1 0-12 0,2-1-4 15,-2-1-13-15,2 0-11 0,0-1-8 0,0-1-10 16,-2 1-10-16,2-2-27 0,-2-5-26 0,3 1-26 16,0-1-30-16,-1-3-50 0,1-7-50 0,1 14-50 15,-1-8-193-15,0-6-435 0,1 10 193 0</inkml:trace>
  <inkml:trace contextRef="#ctx0" brushRef="#br0" timeOffset="-173217.68">31219 4740 140 0,'-1'-9'216'0,"1"9"-9"0,-4-8-10 0,4 8-6 0,-7-4-18 15,7 4-13-15,0 0-10 0,0 0 2 0,-18 12-6 16,10-3-8-16,0 1-4 0,2 0-8 0,-1 0-2 16,1 1-16-16,0-3-13 0,3 3-9 0,-1-1-4 15,3 0-9-15,1 1-6 0,1 1-12 0,3-2-18 16,0 1-17-16,5 2-22 0,-1-5-22 0,6 3-30 15,0-1-35-15,1 0-38 0,0-2-41 0,2 0-27 16,2-2-24-16,-2-1-115 0,-2 2-360 0,-1-6 159 16</inkml:trace>
  <inkml:trace contextRef="#ctx0" brushRef="#br0" timeOffset="-172916.75">31467 4939 74 0,'5'-2'129'0,"-5"2"6"0,9-2 8 0,-9 2 11 16,0 0 6-16,12-2 2 0,-12 2-5 0,6-2-7 15,-6 2-13-15,8-7-16 0,2 1-10 16,-1 2 0-16,0-4 25 0,0 1-2 0,0-4-16 16,-2 3-1-16,0 0 8 0,-1-1-8 0,1-4-15 0,-2 1-4 15,0 1-14-15,-1-7-5 0,0 4-8 0,1-4-12 16,-1 2-2-16,-1 0 1 0,1 5-7 0,-1 0-5 16,0 0-4-16,1 1-10 0,-1 4 2 0,1 2-4 15,0-1-5-15,-4 5-4 0,11-6-9 16,-5 6-1-16,-6 0-5 0,12 6 0 0,-3 3 0 15,1 0 1-15,-2 7 2 0,-2-1-2 0,2 0-3 0,-3 3 3 16,-1-2 3-16,-2 1-4 0,2-1-3 0,-2-4 8 16,-1 0-5-16,0-1 0 0,-1 2-4 0,3-1 3 15,3-2-2-15,3 1-6 0,0-4-22 0,9 5-21 16,12-3-37-16,1-1-46 0,2-3-67 16,3 0-72-16,-1-3-192 0,-1 2-498 0,-2-4 220 15</inkml:trace>
  <inkml:trace contextRef="#ctx0" brushRef="#br0" timeOffset="-169183.01">27786 6471 75 0,'0'0'127'16,"0"0"-1"-16,0 0-15 0,0 0 10 0,0 0-8 16,0 0-7-16,0 0 4 0,0 0-6 0,0 0-8 15,0 0-6-15,0 0 2 0,0 0-8 0,0 0-2 16,0 0-2-16,0 0-9 0,0 0-3 0,0 0-4 15,0 0-7-15,0 0-5 0,0 0-7 0,0 0-5 16,0 0-1-16,0 0-5 0,0 0 0 0,-31-1 0 16,31 1-2-16,-18 3-8 0,6-3 2 0,-1 1-1 15,-3 0 12-15,-1 0 4 0,-1 1 4 0,-3-1-9 16,-5 1-1-16,-2-2 0 0,-3 2-1 0,2 1 4 16,-3-2-9-16,-1 0-3 0,-4 0-1 0,-1 3-2 15,-2-4 1-15,0 2 2 0,3-1 1 16,-3 0 7-16,-14 1-2 0,18 1 4 0,1-3 8 0,-2 0-3 15,0 0-5-15,3 0-2 0,0 0 2 0,0 0-2 16,5 0 1-16,-1 0 0 0,9-2 4 0,-7 1 1 16,6-1 5-16,1 2-2 0,2 0-4 0,0-1-2 15,2 0-6-15,-1-1-5 0,-1 4-2 0,6-4-4 16,2 2 3-16,-3 0-4 0,3 0-2 0,1 0 0 16,-4 0-1-16,5-1-3 0,-3 1-2 0,5 1 0 15,-3-1-1-15,10 0-3 0,-15 0 2 0,9 0 2 16,6 0 0-16,-11 0-4 0,11 0 2 0,0 0-5 15,-12-1 4-15,12 1-4 0,0 0-3 0,-8-2 2 16,8 2-9-16,0 0-18 0,0 0-12 0,0 0-16 16,0 0-17-16,0 0-20 0,0 0-24 0,-11 0-32 15,11 0-32-15,0 0-37 0,0 0-24 0,-9 3-168 16,9-3-439-16,-12 3 195 0</inkml:trace>
  <inkml:trace contextRef="#ctx0" brushRef="#br0" timeOffset="-168663.49">26549 6241 19 0,'2'-10'211'0,"-2"10"1"0,4-9-2 0,-4 9-1 0,0-9-9 15,0 9-17-15,2-8-5 0,-2 8-3 0,2-8-13 16,-2 8-7-16,0 0-10 0,0 0-8 0,-2-10-12 15,2 10-4-15,0 0-13 0,0 0-6 0,0 0-13 16,0 0-8-16,0 0-12 0,0 0-10 0,0 0-10 16,0 0-6-16,0 0-9 0,0 0 1 0,0 0-4 15,0 0-6-15,0 0 0 0,0 0-8 0,2 30 0 16,4-13-3-16,-6 3 3 0,0 4-1 0,4 4-1 16,-2 3 10-16,1-2-5 0,-1 4 1 0,2-1 3 15,-2 1 0-15,0-1 1 0,1 1 2 0,-1-3 7 16,3 0 1-16,-3 1 3 0,0-4 5 0,-2-4-1 15,0-2 0-15,1-2-8 0,1-1 6 0,0 2-9 16,-2-4-4-16,4-1-4 0,-2-2-2 0,-2-1-1 16,2-1-1-16,-2 2-3 0,0-3 0 0,1 0 1 0,1-1-5 15,0-1-16-15,-2-8-16 0,0 12-23 16,0-12-21-16,-2 8-13 0,2-8-13 0,2 6-16 16,-2-6-21-16,0 0-45 0,0 0-71 0,0 0-260 15,0 0-546-15,0 0 242 0</inkml:trace>
  <inkml:trace contextRef="#ctx0" brushRef="#br0" timeOffset="-167851">26589 6199 138 0,'0'0'174'0,"5"-6"2"0,-5 6-6 0,0 0 1 0,0 0-6 15,0 0-4-15,0 0-7 0,2-6-9 16,-2 6-9-16,0 0-9 0,0 0-11 0,0 0-11 16,0 0-11-16,0 0-13 0,0 0-7 0,0 0-13 15,0 0-4-15,0 0-10 0,0 0-2 0,-22 15-2 0,5-2 6 16,-2 6 1-16,-2 2-4 0,-4 2-2 0,6 1-5 16,-8-1-2-16,-2 5-1 0,3-2-2 0,2-3-4 15,-1 0-1-15,1 3-1 0,1-6-4 16,0 1 1-16,1-2 0 0,2 1-2 0,4-6-1 0,3-2 0 15,1 1-3-15,1-2 0 0,-2-3 0 0,1 2-1 16,3-3-2-16,3 0 4 0,-2-3-2 0,2 1 3 16,2-2-1-16,4-3-1 0,-9 7 3 15,5-5-6-15,4-2 5 0,-8 4-6 0,8-4-2 16,-7 5 0-16,7-5-3 0,-6 2 0 0,6-2 0 0,0 0 1 16,-5 2-2-16,5-2-1 0,0 0 0 0,0 0 0 15,0 0-1-15,-8 5-3 0,8-5-2 0,0 0 0 16,0 0 1-16,0 0-3 0,0 0 0 0,-8 2 1 15,8-2-1-15,0 0 1 0,0 0-4 0,0 0 0 16,0 0 1-16,0 0-2 0,0 0 2 0,0 0 3 16,0 0-4-16,0 0 5 0,-4 3-2 0,4-3-2 15,0 0 2-15,0 0 3 0,0 0-6 0,0 0 4 16,0 0-2-16,0 0 0 0,0 0-2 0,0 0 3 16,0 0-2-16,0 0-1 0,0 0 1 0,0 0 1 15,0 0-1-15,0 0 2 0,0 0 2 0,0 0 0 16,0 0-5-16,0 0 5 0,18 7-2 0,-18-7 2 15,7 3 0-15,-1 0 2 0,-1-1-4 0,5 0 0 16,1 2-1-16,-1-2 5 0,4 1-4 0,1 3 8 16,4-2 1-16,1 2 0 0,0-3 5 0,9 1-4 15,0 4-1-15,1-4-2 0,1 1 3 0,-2 3 1 16,3 0-2-16,-1 1 0 0,5-3 0 0,-4 1 7 16,3 0-11-16,-5-1 1 0,4 2-1 0,-6 1 3 15,-1-3-9-15,-6 1-11 0,-6-4-11 0,-1 3-11 16,-1-2-8-16,-3 1-11 0,-3 1-23 0,-1-3-20 15,-2 1-32-15,-1 1-38 0,-3-5-33 0,2 10-51 16,-9-3-158-16,7-7-441 0,-15 11 195 0</inkml:trace>
  <inkml:trace contextRef="#ctx0" brushRef="#br0" timeOffset="-167250.18">25983 6361 33 0,'0'0'186'15,"4"-8"6"-15,-4 8-1 0,2-8-5 0,-2 8-10 0,1-7-11 16,-1 7-16-16,4-9-14 0,-4 9-7 0,2-8-5 16,-2 8 0-16,2-6-3 0,-2 6-3 0,0 0-6 15,0 0 6-15,0-10-15 0,0 10-4 16,0 0-5-16,0 0-7 0,0 0-8 0,0 0-3 0,2-8-8 16,-2 8-8-16,0 0-6 0,0 0-6 0,0 0-8 15,0 0-5-15,0 0-9 0,0 0-3 0,0 0-3 16,0 0 16-16,0 0 1 0,5 25-7 0,-5-7-1 15,2 2-1-15,1 6-4 0,1 6 4 0,1-1-4 16,-5 1-2-16,4 1 3 0,-2 1 0 0,0-1 5 16,-1-1 15-16,3 1 1 0,0-3-11 0,-4-4 0 15,2 4-6-15,1-11 1 0,0 1-2 0,-1-2-4 16,-2 0 13-16,2 2-19 0,0-3 3 0,0-1 0 16,1 0-4-16,1-1 1 0,-4-4-27 0,2 1-17 15,0-4-26-15,0 4-23 0,1-4-22 0,2 1-49 16,-5-1-64-16,4-4-65 0,-4-4-219 0,4 10-535 15,-4-10 236-15</inkml:trace>
  <inkml:trace contextRef="#ctx0" brushRef="#br0" timeOffset="-166439.65">27535 6483 26 0,'-9'3'148'0,"9"-3"-6"16,0 0-4-16,-5 1-4 0,5-1-7 0,0 0-5 16,0 0-2-16,-9 2-8 0,9-2-6 0,0 0-8 15,0 0-9-15,0 0-10 0,0 0-8 0,0 0 4 0,0 0 8 16,0 0 2-16,16 7 2 0,-3-4 0 0,8-2-3 15,8-1-7-15,7-3-2 0,16 2-2 0,9 0 3 16,5-4-6-16,27 2-2 0,3-5-6 16,0 3-6-16,-2-1-5 0,-3 2-8 0,-24 0-2 15,28 1-3-15,-4-3-5 0,-23 2-2 0,24-1-1 0,-28 3-4 16,-2 0 1-16,1-1-5 0,-2 0-1 0,-3-1-4 16,-3 3 8-16,-4 1-10 0,-17 0 0 0,0-2-2 15,-5 2-1-15,-10-1-1 0,0 1 3 16,-6 0 0-16,-4-1 6 0,1 1 0 0,-2 0 2 0,-8 0 2 15,9 0-3-15,-9 0-2 0,0 0 0 0,12-2-2 16,-12 2-2-16,8 0-1 0,-8 0-1 0,0 0-12 16,0 0-9-16,0 0-16 0,0 0-21 15,0 0-30-15,0 0-43 0,0 0-51 0,0 0-42 0,0 0-40 16,0 0-145-16,0 0-428 0,0 0 189 0</inkml:trace>
  <inkml:trace contextRef="#ctx0" brushRef="#br0" timeOffset="-165884.25">29522 6399 57 0,'0'0'243'0,"0"-8"-5"0,0 8-6 0,0 0-11 15,0 0-7-15,-4-13-19 0,4 13-5 0,0 0-14 16,0 0-8-16,0 0-15 0,3-8-10 0,-3 8-19 16,0 0-13-16,0 0-9 0,0 0-15 0,0 0-13 0,0 0-7 15,0 0-7-15,0 0-10 0,0 0 0 0,0 0-8 16,10 21-3-16,-9-15-4 0,2 5-1 0,2-1-7 15,-2 1 0-15,-1 2-4 0,2-1 1 0,1 4-3 16,0 0 6-16,0-2-4 0,-2-1 0 0,1-1 0 16,2-1-5-16,-1 1 1 0,0-1-2 0,-1-3 1 15,4 2 1-15,-4-1-9 0,0-4 4 0,-1 1 0 16,1-1-3-16,-4-5-2 0,6 8-2 0,-3-4 0 16,-3-4 6-16,4 6 3 0,-4-6 15 0,0 0 12 15,0 0 10-15,5 5 7 0,-5-5 4 0,0 0-10 16,0 0 5-16,15-3-10 0,-15 3-9 0,8-11-1 15,-2 5-5-15,1-3-6 0,2-1 1 0,-2 0-2 16,1-3 1-16,0-2-9 0,1-1 8 0,-2 3-6 16,1-2-7-16,-3 3 2 0,4-2-3 0,-4 0 0 15,0 2-7-15,0 1 4 0,-1 2-2 0,0 0 1 16,0 4-26-16,-2 0-10 0,-2 5-23 0,4-11-27 16,-4 11-28-16,3-5-20 0,-3 5-38 0,0 0-31 15,0 0-24-15,0 0-19 0,0 0-19 0,0 0-12 16,0 0-161-16,0 0-465 0,-15 24 206 15</inkml:trace>
  <inkml:trace contextRef="#ctx0" brushRef="#br0" timeOffset="-165583.25">29824 6577 164 0,'0'0'168'0,"0"9"1"0,0-9-1 0,0 9 4 15,0-9 3-15,-3 13-6 0,2-3-9 0,0-1-10 16,-2-1-14-16,0-1-13 0,3-7-10 0,0 15-9 15,0-9-12-15,2 1-7 0,-2-7-6 0,4 12-7 16,-2-5 16-16,2-1 3 0,4-2 6 0,1 3-3 16,1-3-3-16,3 0-2 0,-2-2-5 0,3 0-2 15,-1-1-8-15,1-1 0 0,0 0 6 0,-2-3-6 16,2 1-1-16,-3-2 1 0,-2 2-2 0,0-4 4 16,0 1 2-16,-3-1-8 0,1-4-10 0,-2 5-3 15,-1-2-2-15,-2-5-3 0,-2 1-6 0,0-1-10 16,-1 1 0-16,-3-3-13 0,-5 1-7 0,4 3-9 15,-1-2-14-15,-3 3-12 0,-1 1-18 0,1 2-20 16,-3 1-21-16,-2 1-18 0,-3 3-11 0,3 1-23 16,-4 0-43-16,1 4-45 0,-1-2-58 0,2 3-216 15,2 0-533-15,4-1 236 0</inkml:trace>
  <inkml:trace contextRef="#ctx0" brushRef="#br0" timeOffset="-158947.22">9108 14107 1655 0,'-3'-7'68'15,"3"7"49"-15,-6-10-27 0,5 3-18 0,-3 3-16 16,4 4 6-16,-4-8-6 0,4 8 3 0,-4-7 0 16,4 7 10-16,-4-7 1 0,4 7 6 0,0 0 4 15,0 0-1-15,-4-7-1 0,4 7 0 0,0 0-8 16,0 0-5-16,0 0-3 0,0 0-9 0,0 0-8 16,0 0-5-16,0 0-7 0,0 0-2 0,0 0-4 0,0 0-3 15,0 0 1-15,0 0-6 0,16 12-5 16,-10-2 1-16,2 0-1 0,1 6-2 0,1-2-1 15,1 2-3-15,4 6 5 0,1-2-3 0,-8-2 2 16,6 3-2-16,0 1-1 0,-5-5 0 0,5 4 2 16,-5-4 0-16,0-2 0 0,1 2 0 0,0-3-2 0,-2 1 2 15,1-1-2-15,-2-5 2 0,-1 3-1 0,-1-3-6 16,1-2 1-16,-1 2 2 0,0-4 0 16,-1 0-1-16,-1 0 1 0,-3-5 3 0,5 6 0 15,-5-6-3-15,2 6 16 0,-2-6 21 0,0 0 19 16,6 3 16-16,-6-3-7 0,0 0-8 0,0 0 0 0,5-14-9 15,-3 7-8-15,0-4 0 0,0-2-4 16,1-6-10-16,3-4 11 0,-1-1-15 0,0-1-2 16,2 0 1-16,0-3-4 0,-2 2-11 0,3-3 3 15,0-2-6-15,2 0-7 0,-1 2 3 0,-1 2-13 0,1-1 3 16,-1 5 12-16,-2 4-1 0,-1 3 0 0,1-1-5 16,-2 5 3-16,1 1-3 0,-1 2 0 0,-3 3-5 15,2-2 1-15,-1 4 2 0,-2 4 2 16,3-8-20-16,-3 8-17 0,2-6-16 0,-2 6-14 15,0 0-8-15,0 0-9 0,0 0-8 0,0 0-11 0,0 0-10 16,9 11-15-16,-7 0-24 0,-2-1-32 0,0 2-23 16,1 2-20-16,3 2-26 0,-1 3-199 0,-1-2-488 15,2-1 216-15</inkml:trace>
  <inkml:trace contextRef="#ctx0" brushRef="#br0" timeOffset="-158567">9696 14209 24 0,'0'0'205'0,"-5"13"-4"0,1-9-3 0,-4 4-10 15,2-1-9-15,1 2-5 0,-2 2-2 0,2-2-14 0,-2 3-9 16,0 4-4-16,1 1-7 0,-1-4-8 0,1 3-13 16,2-4-10-16,2 2-10 0,-1 4-9 0,2-3-10 15,1-3-8-15,1 1-5 0,2-2-6 16,0-2-5-16,2 1-6 0,2-1-4 0,-1-1-2 0,1-1-2 15,2-3 2-15,2 1 1 0,-1-1-3 0,3-1 6 16,-1-2 0-16,0-2-1 0,2-3-2 16,-1 0-2-16,2-1 1 0,0-3-5 0,0 0 0 15,-1-1-7-15,-4 1-1 0,3-4 0 0,-5 2-2 16,-1 1-3-16,1-1 7 0,-3-2-6 0,-2 2 0 16,-2-2 0-16,-1 1-3 0,-3-1 0 0,-1-1-2 0,-3 3-5 15,1-3 2-15,-2 4-5 0,-3-2 0 0,1 2 0 16,0 2-1-16,-1 0 1 0,-2 0-4 0,0 1 7 15,-1 2-10-15,1 0-8 0,2 0-11 16,-1 2-6-16,2-1-16 0,4 2-17 0,6 1-23 16,-16-1-17-16,16 1-10 0,-9 2-24 0,9-2-16 0,-6 6-28 15,6-6-27-15,0 0-33 0,6 15-22 0,-6-15-138 16,11 4-421-16,-1-1 187 0</inkml:trace>
  <inkml:trace contextRef="#ctx0" brushRef="#br0" timeOffset="-158350.99">10153 14183 104 0,'9'0'229'0,"-9"0"1"0,8-1-11 16,-8 1-5-16,11 0-8 0,-11 0-9 16,11 0-13-16,-11 0-10 0,19 0-18 0,-9 0-14 0,3-1-13 15,5 1-12-15,-2-2-10 0,5 2-8 0,-3-3-28 16,-3-1-32-16,5 2-36 0,-2-2-40 0,0 1-45 15,-5-1-47-15,1 0-44 0,-2 2-36 0,0-1-123 16,-4 1-360-16,-2 1 160 0</inkml:trace>
  <inkml:trace contextRef="#ctx0" brushRef="#br0" timeOffset="-158166.06">10286 14292 217 0,'-9'6'233'15,"4"-1"-19"-15,-1-1-15 0,6-4-12 0,-7 5-15 16,7-5-9-16,-4 6 0 0,4-6-7 0,0 0-5 0,0 0-14 16,12 7-14-16,-1-9-14 0,2 1-14 0,4-3-19 15,1 1-22-15,2-3-26 0,1 0-31 0,-3-1-43 16,2 0-49-16,5-3-45 0,-5 0-68 0,0 1-124 16,-1-1-357-16,4-1 158 0</inkml:trace>
  <inkml:trace contextRef="#ctx0" brushRef="#br0" timeOffset="-157010.08">11087 14101 73 0,'0'0'187'0,"0"0"-6"0,3-7-2 15,-3 7-4-15,0 0-8 0,0 0-6 0,0 0-6 16,1-7-7-16,-1 7-6 0,0 0-10 15,0 0-8-15,0 0-6 0,0 0-8 0,0 0-5 16,0 0-5-16,0 0-9 0,0 0-8 0,0 0-6 0,0 0-6 16,0 0-2-16,0 0-7 0,0 0-7 0,0 0-1 15,0 0-6-15,0 0-4 0,0 0-5 16,0 0-2-16,0 0-3 0,0 0-6 0,0 0-3 16,0 0 1-16,0 0-6 0,0 0 1 0,0 0-6 15,0 0 3-15,0 0 3 0,0 0-2 0,-7 22-4 16,4-16 0-16,-1 2 4 0,3-1-4 0,-2 0-1 0,0 3 0 15,0-3-1-15,2 3 3 0,-3 1 1 16,1 0 3-16,1-1 0 0,-2 1 0 0,3 1-3 16,-3 0 2-16,2 0-4 0,1-1 2 0,-1 1 2 15,-1-1-3-15,2 0-1 0,1-1 0 0,1 3-1 0,2-4-6 16,-2 2 6-16,0-2-5 0,0-2 1 0,6 0-5 16,-4-1-1-16,0 0 5 0,1-2-1 15,1-1 1-15,3 3-3 0,0-1 3 0,-2-1-3 16,2-2 1-16,1 0-4 0,0-1 5 0,2 0-5 0,-1-2 1 15,1 1 0-15,-1-1 2 0,0-2-2 0,1 2 4 16,-3-3-6-16,2 0 3 0,-1-1 3 0,-1 0-2 16,-2 1-25-16,2 0 3 0,-3-1 5 15,2-3-2-15,-2 0 5 0,-1 1-1 0,-1-2 0 16,0 0 2-16,1 0 1 0,-4-2 4 0,2 3-5 0,-2-1 2 16,0-2 2-16,0 1 1 0,-1-1-3 0,1 1 9 15,-2 0-6-15,-2 1-1 0,1-1 1 0,-1 0-7 16,1 0 6-16,-1 1 5 0,0 2-10 15,0-2 8-15,-1 1-3 0,0 1 3 0,2-1 0 16,-3 1-3-16,1 1 1 0,1 1 2 0,4 5-4 16,-8-10 6-16,4 7-3 0,4 3-2 0,-10-8-1 0,7 6 2 15,3 2 3-15,-10-5-3 0,10 5-1 16,-11-2 8-16,11 2-9 0,-10-2-12 0,10 2-9 0,-7-3-9 16,7 3-19-16,0 0-11 0,-11-1-8 0,11 1-7 15,0 0-15-15,0 0-30 0,-7 6-18 16,7-6-30-16,0 0-36 0,0 0-27 0,4 13-139 0,-4-13-404 15,0 0 179-15</inkml:trace>
  <inkml:trace contextRef="#ctx0" brushRef="#br0" timeOffset="-156694.52">11617 14204 69 0,'0'0'242'0,"0"0"-3"0,0 0-6 0,2 7-5 16,-2-7-7-16,0 0-10 0,0 0-8 0,0 0-5 15,0 0-12-15,0 0-11 0,0 0-6 0,-13 0-3 16,13 0-9-16,0 0-13 0,0 0-6 15,0 0-9-15,0 0-16 0,0 0-15 0,0 0-5 0,0 0-14 16,-14-6-9-16,14 6-25 0,0 0-25 0,0 0-37 16,0 0-36-16,0 0-21 0,0 0-24 0,0 0-49 15,0 0-69-15,-2 11-71 0,2-11-169 0,0 0-494 16,0 0 219-16</inkml:trace>
  <inkml:trace contextRef="#ctx0" brushRef="#br0" timeOffset="-154085.72">11818 14064 171 0,'0'0'190'0,"-5"-5"-4"0,5 5-4 0,0 0-8 15,0 0-10-15,0 0-8 0,0 0-13 0,-8-2-8 16,8 2-12-16,0 0-8 0,0 0-12 0,0 0-7 15,0 0-7-15,0 0-8 0,0 0-5 0,0 0-7 16,0 0-11-16,0 0-4 0,0 0-6 0,0 0-5 16,0 0-2-16,0 0-5 0,0 0-4 0,25-3-1 15,-14 3-4-15,1-1-1 0,1 1-1 16,-1-2-1-16,7 1-2 0,-2 0-8 0,2 0 0 0,-2 0 1 16,1 0-5-16,-5-1 4 0,3 2-5 0,-5 0 0 15,0 0-2-15,3 2 0 0,-6-2-1 0,3 1 1 16,-1-1-4-16,-4 1 3 0,1 0-1 0,-7-1-2 15,14 2 0-15,-10 0-3 0,-4-2 4 0,9 3-3 16,-9-3-1-16,7 6 11 0,-5-2 9 0,-2-4 8 16,5 11-11-16,-3-5 3 0,-2 2 3 0,0 2 1 15,-2 1 5-15,2 5 14 0,-1-4-9 0,-1 3-1 16,0 2 0-16,0 0 3 0,-1-1 2 0,2-2 5 16,-2 2-7-16,-1-1 2 0,2-3-14 0,-1 3 2 15,2-2-4-15,1-1-3 0,-3 1 1 0,3-3-2 16,0 1-5-16,-3-2-2 0,1 0-5 0,2-2-12 15,0-7-22-15,0 14-11 0,-2-7-23 0,2-7-8 16,0 10-20-16,0-10-25 0,0 0-24 0,0 10-30 16,0-10-14-16,0 0-17 0,0 0-20 0,0 0-148 15,0 0-396-15,0 0 175 0</inkml:trace>
  <inkml:trace contextRef="#ctx0" brushRef="#br0" timeOffset="-153916.93">12031 14286 16 0,'0'0'165'0,"0"0"-18"0,0 0-5 0,0 0 6 0,0 0-9 16,0 0-7-16,0 0-4 0,0 0-14 0,0 0-15 15,17-6-7-15,-10 6-7 0,4-1-8 0,1 1-23 16,2-2-22-16,5 0-30 0,0-3-28 0,3 1-51 16,4-3-38-16,-6 1-111 0,1-2-244 0,-1 0 107 15</inkml:trace>
  <inkml:trace contextRef="#ctx0" brushRef="#br0" timeOffset="-153515.78">12475 13999 150 0,'-2'-9'233'16,"2"9"-12"-16,0 0-15 0,0 0-11 0,0 0-18 15,4-8-19-15,-4 8-17 0,0 0-8 0,0 0 4 16,0 0 0-16,12 17-8 0,-8-7-8 0,-1 1-3 15,3 5-11-15,-1-1-3 0,3 0-10 0,-2 4-8 16,2-4-6-16,-3 1-5 0,3-2-14 16,-3 3 1-16,4-2-6 0,-2-1 0 0,-3-4-9 0,2 2 0 15,-3-2-4-15,4 0-7 0,-2-2-1 0,-1 1-1 16,2 0-7-16,-1-4-1 0,-3 1 2 0,2-1-5 16,-4-5-5-16,8 9-1 0,-6-5-2 0,-2-4-6 15,5 7 5-15,-5-7 2 0,2 6 0 0,-2-6 0 16,0 0 2-16,10 3-2 0,-10-3 16 0,0 0-1 15,0 0 0-15,17-7 3 0,-11 2-1 0,1-4 7 16,-1 1-12-16,4-3 5 0,1-2-8 0,-2 0-9 16,2-3 5-16,0-1-6 0,1 0 13 0,-3-1-19 15,4-3 4-15,-4 3-13 0,0 0-1 0,-2 1-9 16,1 2 3-16,2-1-11 0,-5 2 4 0,-1 3-28 16,2 1-19-16,-3 0-11 0,1 3-28 0,-4 1-28 15,5 0-39-15,-5 6-55 0,0-9-45 0,0 9-203 16,-10-6-509-16,10 6 225 0</inkml:trace>
  <inkml:trace contextRef="#ctx0" brushRef="#br0" timeOffset="-153311.22">12985 13982 41 0,'0'0'201'0,"11"2"-19"16,-11-2-15-16,0 0-14 0,7 2-14 0,-7-2-17 16,4 4-8-16,-4-4-17 0,4 6-9 0,0-1-21 15,-4-5-40-15,4 7-40 0,-4-7-52 0,2 7-48 16,-2-7-89-16,0 0-217 0,-2 11 96 16</inkml:trace>
  <inkml:trace contextRef="#ctx0" brushRef="#br0" timeOffset="-152354.54">8795 15089 149 0,'-12'-1'167'0,"12"1"-14"0,0 0-17 16,-9-2-4-16,9 2-18 0,0 0-11 0,0 0-5 15,0 0-4-15,0 0-1 0,0 0-9 0,31 2-5 16,-14-4-6-16,3 2-14 0,9 0 7 0,1 0-2 16,2-1 0-16,2 0 3 0,6 0-7 0,11 1-3 15,3-4 1-15,2 0-4 0,8 2-4 0,0-1-4 16,29-1-1-16,-27 0-8 0,29-2-1 0,-3 1-5 16,-1 1-3-16,-2-3 0 0,-24 2-13 0,34 1 7 15,-2-4 3-15,4 3-1 0,0 0 0 0,0-3-4 16,2 2 1-16,3-4-5 0,2 3 5 0,-3 4 2 15,2-7-4-15,4 2 2 0,1 1 5 0,4 1 0 16,0-2 4-16,-1 0 0 0,6 1-3 0,-2-1 11 16,-3-4 2-16,7 5 4 0,-1-2-4 0,-5 0-4 15,-6 2-1-15,-4 0 1 0,3-4 8 16,-7 3-1-16,-6 1-6 0,-3 0-2 0,-28 1-2 0,28-4 3 16,-31 5 1-16,-2-3 1 0,-3 2 1 0,-2-1 1 15,-2 1-9-15,-2 0 1 0,-16 2 2 0,-1-1-3 16,-5 1-3-16,-1-1-3 0,-6 1-6 0,-6 1-12 15,-5 2-13-15,-3-2-22 0,-1 3-41 0,-8 0-52 16,0 0-84-16,0 0-87 0,0 0-184 0,0 0-514 16,0 0 227-16</inkml:trace>
  <inkml:trace contextRef="#ctx0" brushRef="#br0" timeOffset="-146455.18">15860 7006 46 0,'0'0'151'0,"0"0"-8"15,0 0-12-15,0 0-8 0,0 0-13 0,0 0-12 0,0 0-11 16,0 0-10-16,0 0-16 0,0 0-19 0,0 0-24 16,0 0-22-16,0 0-26 0,0 0-60 15,0 0-71-15,0 0-174 0,0 0 77 0</inkml:trace>
  <inkml:trace contextRef="#ctx0" brushRef="#br0" timeOffset="-143767.58">13549 3766 14 0,'0'0'68'0,"0"0"0"0,0 0-7 0,0 0-5 16,0 0-8-16,0 0 1 0,0 0-8 0,0 0-7 16,0 0-1-16,0 0 0 0,0 0 5 0,0 0-2 15,0 0 0-15,0 0-4 0,0 0 3 0,0 0 0 16,0 0-4-16,0 0 3 0,0 0 4 0,0 0 1 15,0 0 8-15,0 0-5 0,0 0 1 0,0 0-12 16,0 0-3-16,0 0 0 0,0 0-5 0,0 0 5 16,0 0-10-16,0 0 0 0,0 0 4 0,0 0-10 15,0 0 5-15,0 0-4 0,0 0-4 0,0 0-4 16,0 0-22-16,0 0-9 0,0 0-10 0,0 0-9 16,0 0-1-16,0 0-6 0,0 0-9 0,0 0-7 15,0 0-12-15,0 0-56 0,0 0-146 0,0 0 64 16</inkml:trace>
  <inkml:trace contextRef="#ctx0" brushRef="#br0" timeOffset="-142874.9">13508 7190 111 0,'0'0'125'0,"0"0"12"0,0 0-15 15,0 0-1-15,0 0 3 0,0 0-6 0,0 0-5 16,0 0-11-16,0 0-2 0,0 0-11 0,0 0-6 16,0 0-10-16,0 0-5 0,0 0-8 0,0 0-2 15,0 0-11-15,0 0-3 0,0 0-8 0,0 0 6 0,0 0-8 16,0 0-1-16,0 0-7 0,0 0-3 16,0 0-1-16,0 0 2 0,0 0-8 0,0 0 1 15,0 0-11-15,0 0-6 0,0 0-13 0,0 0-14 16,0 0-12-16,0 0-26 0,0 0-30 0,0 0-22 0,0 0-26 15,5-16-104-15,-7 9-265 0,0-1 118 0</inkml:trace>
  <inkml:trace contextRef="#ctx0" brushRef="#br0" timeOffset="-141976.8">13540 3782 1 0,'0'0'103'0,"0"0"1"16,0 0-10-16,0 0-2 0,0 0 3 0,0 0-15 16,0 0 3-16,0 0-15 0,0 0-11 0,0 0 0 15,0 0-7-15,0 0-8 0,0 0-3 0,0 0-5 16,0 0-1-16,0 0-7 0,0 0-2 0,0 0 0 16,0 0-3-16,0 0 21 0,0 0-22 0,0 0-10 15,0 0-4-15,0 0-3 0,0 0-12 0,0 0-7 16,0 0-6-16,0 0-13 0,0 0-11 0,0 0-16 15,0 0-9-15,0 0-19 0,-8 20-54 0,8-20-154 16,-6 12 69-16</inkml:trace>
  <inkml:trace contextRef="#ctx0" brushRef="#br0" timeOffset="-141039.02">13479 7338 108 0,'0'0'139'0,"0"0"-5"16,0 0-4-16,0 0 3 0,0 0 2 15,0 0-1-15,0 0-3 0,0 0-7 0,0 0-6 0,0 0-15 16,0 0-4-16,0 0-12 0,0 0-1 0,0 0-12 15,0 0-4-15,0 0-3 0,0 0-10 0,0 0-1 16,0 0-4-16,0 0-7 0,0 0-5 16,0 0 0-16,0 0-7 0,0 0-3 0,0 0-3 15,0 0-1-15,0 0-4 0,0 0-11 0,0 0-17 0,0 0-19 16,0 0-31-16,0 0-23 0,0 0-21 16,0 0-14-16,0 0-27 0,0 0-28 0,-16-17-102 0,10 14-292 15,3-4 129-15</inkml:trace>
  <inkml:trace contextRef="#ctx0" brushRef="#br0" timeOffset="-140201.91">13463 3795 31 0,'0'0'126'0,"0"0"-16"0,0 0-6 16,0 0-5-16,0 0-9 0,0 0-10 0,0 0-2 16,0 0-13-16,0 0-4 0,0 0-6 0,0 0-1 15,0 0-7-15,0 0 1 0,0 0-4 0,0 0-6 16,0 0-1-16,0 0-2 0,0 0-9 0,0 0-2 15,0 0-6-15,0 0-1 0,0 0 8 0,0 0-6 16,0 0-27-16,0 0-11 0,0 0-16 0,0 0-15 16,0 0-12-16,5 3-10 0,-5-3-10 0,0 0-15 15,0 0-54-15,0 0-165 0,-3 12 73 0</inkml:trace>
  <inkml:trace contextRef="#ctx0" brushRef="#br0" timeOffset="-139411.56">13618 7136 33 0,'0'0'113'0,"0"0"-6"0,0 0 2 0,0 0-1 0,0 0-12 15,0 0 13-15,0 0-10 0,0 0-6 0,0 0-6 16,0 0-5-16,0 0-5 0,0 0-11 0,0 0-8 16,0 0-4-16,0 0-9 0,0 0-1 0,0 0-5 15,0 0-7-15,0 0-15 0,0 0 0 0,0 0 1 16,0 0-9-16,0 0-15 0,0 0-24 0,0 0-28 16,0 0-18-16,0 0-24 0,0 0-107 0,-4-19-225 15,4 19 99-15</inkml:trace>
  <inkml:trace contextRef="#ctx0" brushRef="#br0" timeOffset="-138111.02">13444 7092 30 0,'0'0'89'15,"0"0"-7"-15,0 0-16 0,8 1-4 0,-8-1 0 16,0 0-11-16,0 0-7 0,0 0-4 0,0 0-7 16,0 0 2-16,0 0-2 0,0 0-4 0,0 0-8 15,0 0 1-15,0 0-3 0,0 0-8 0,0 0 1 16,0 0-5-16,0 0 3 0,0 0-11 0,0 0-21 15,0 0-3-15,0 0-16 0,2-10-17 0,-2 10-45 16,0 0-109-16,-2-13 49 0</inkml:trace>
  <inkml:trace contextRef="#ctx0" brushRef="#br0" timeOffset="-133775.91">13481 13979 82 0,'0'0'196'0,"5"-7"-14"16,-5 7-7-16,9-1-5 0,-9 1-5 0,0 0-8 15,8-3-2-15,-8 3-10 0,0 0-7 0,10-1-8 16,-10 1-12-16,0 0-7 0,0 0-11 0,0 0-7 0,9 2-6 15,-9-2-3-15,0 0-1 0,0 0-2 0,0 0 3 16,0 0-3-16,0 0 4 0,10-2-2 16,-10 2-8-16,6-4-4 0,-6 4-5 0,11-6-10 15,2-4-7-15,-1-3-13 0,9-3-25 0,7-2-19 16,3-3-22-16,8-11-42 0,1 4-52 0,2-2-50 0,4 0-45 16,-4-1-202-16,1 2-455 0,-7-2 202 15</inkml:trace>
  <inkml:trace contextRef="#ctx0" brushRef="#br0" timeOffset="-128095.7">20497 6531 35 0,'-10'-3'190'0,"10"3"-8"0,-6-3-15 16,6 3-8-16,0 0-4 0,0 0-11 16,-11 0-9-16,11 0-15 0,0 0 0 0,-11 4-13 0,11-4-8 15,-8 3-9-15,3 1-7 0,5-4-10 0,-9 7-7 16,3 0-5-16,3-3-2 0,-2 3-11 15,0 1 4-15,-2 0 0 0,1 1 0 0,0 1-5 16,2 0-4-16,0-1-1 0,-1 0-8 0,4-1-5 16,-1-1 2-16,-2 1-6 0,3 0 5 0,1-8-5 0,-2 15-5 15,3-7-2-15,0-1 0 0,0 0-2 0,2 0 2 16,1-2-6-16,0 1-3 0,2 2 2 0,-2-3 2 16,5 0 1-16,0 2-4 0,1-5 0 0,0 2 1 15,1-3-3-15,0-1 1 0,2-1-1 0,4 1 3 16,-4-2-1-16,5-2 4 0,0 1 1 0,-1-2 3 15,0-1 0-15,-6 1 2 0,3 0 6 16,-5-1 11-16,0 1-10 0,0-2 3 0,-1 3-5 0,-2-5 17 16,-1 3 2-16,0-4-7 0,-2 3-3 0,-1 0-3 15,-3-4-4-15,-3 1-3 0,2 0-2 0,-3-1 0 16,1 0-10-16,-5-3 1 0,1 5 0 0,-6-5-3 16,2 4 3-16,-3 0-5 0,2 1-2 0,-4-1-2 15,2 3-1-15,-1 3 1 0,3-2-3 0,2 2-1 16,0 0-5-16,4 1-15 0,-2 2-15 0,0 1-11 15,9 0-14-15,-14-2-19 0,14 2-28 0,-12 3-31 16,12-3-34-16,-9 4-29 0,7 1-31 0,2-5-149 16,-2 9-413-16,2-9 182 0</inkml:trace>
  <inkml:trace contextRef="#ctx0" brushRef="#br0" timeOffset="-125563.33">20787 6586 61 0,'0'0'167'16,"-8"-5"-14"-16,8 5-8 0,0 0-7 0,-11-2-7 15,11 2 3-15,-8-2-12 0,8 2-5 0,0 0-8 16,-10-3-4-16,10 3-6 0,-10 0-6 0,10 0-6 16,0 0-6-16,-10 0-2 0,10 0-6 0,0 0-2 15,0 0-8-15,-9-1-4 0,9 1-6 0,0 0-5 16,0 0-2-16,-9 1-3 0,9-1-6 0,0 0 0 15,0 0-6-15,0 0 1 0,-10 0-1 0,10 0-2 16,0 0 3-16,0 0-1 0,0 0-1 0,0 0 3 16,0 0-4-16,0 0-4 0,0 0 0 0,0 0-4 15,-9 0 1-15,9 0-3 0,0 0-3 0,0 0-3 16,0 0 1-16,0 0-1 0,0 0-3 0,0 0-2 16,0 0-1-16,0 0 3 0,0 0-2 0,0 0 2 15,0 0 6-15,0 0 3 0,30-1 1 0,-18 2-6 16,6-5-1-16,3 3-1 0,1 1 0 0,5-4-1 15,4 2-2-15,-2-2 2 0,2 2-4 0,3-2 0 0,2 1 2 16,-3-1-3-16,-1-1 0 0,5 0-2 0,0 0 3 16,0 3-2-16,-1-2 1 0,0 2-2 15,0-2-1-15,-7 3 3 0,2-4-3 0,-4 2 1 16,-6 1-1-16,1-1 0 0,-3 0 1 0,3 3-3 0,-3 0 3 16,-2 0-3-16,2-2 1 0,-2-1-1 15,-3 3 2-15,0-1 5 0,1 0-2 0,-3-1 4 16,7 2 1-16,-8 0 0 0,2 0 2 0,0-1-2 15,-3 1-3-15,3 0 4 0,0 0-7 0,1-2 7 16,-4 2-4-16,1-1-1 0,2 1 3 0,-3 0-3 0,3-1-1 16,-4 1 1-16,3 0-2 0,-12 0 1 0,17 0-3 15,-9 0 5-15,-8 0-4 0,12 1 0 16,-5-1 1-16,-7 0-1 0,0 0 0 0,14-1-1 16,-14 1 1-16,7 1-1 0,-7-1 6 0,0 0-4 15,0 0 3-15,10 0-2 0,-10 0 1 0,0 0 3 0,0 0-1 16,0 0 2-16,0 0 3 0,0 0 8 0,0 0-2 15,0 0 5-15,9 0 1 0,-9 0 1 16,0 0 0-16,0 0-2 0,0 0-3 0,0 0-1 16,0 0-5-16,0 0 3 0,0 0 1 0,0 0-6 0,0 0 2 15,0 0-3-15,0 0-2 0,0 0-5 0,0 0 2 16,0 0 0-16,0 0-1 0,0 0-2 0,0 0 3 16,0 0-3-16,0 0 5 0,0 0-11 0,0 0 1 15,0 0 3-15,0 0 0 0,0 0-2 0,0 0 1 16,0 0 2-16,0 0-4 0,0 0 1 0,0 0-2 15,0 0 11-15,0 0-10 0,0 0 2 0,0 0 0 16,0 0-1-16,0 0 1 0,0 0-1 0,0 0 2 16,0 0-3-16,0 0 0 0,0 0 0 15,0 0-3-15,0 0 5 0,0 0 0 0,0 0 1 0,0 0 0 16,0 0-5-16,0 0 2 0,0 0 4 0,0 0 2 16,0 0-4-16,0 0 3 0,0 0 7 0,0 0 2 15,0 0-4-15,0 0-1 0,0 0 10 0,0 0-13 16,0 0 2-16,0 0-1 0,0 0-5 0,0 0 3 15,0 0 2-15,0 0-9 0,0 0 3 0,0 0 0 16,0 0-4-16,0 0 1 0,0 0-7 0,0 0 2 16,0 0 0-16,0 0-4 0,0 0-1 0,0 0 1 15,0 0 6-15,0 0-2 0,0 0 2 16,0 0 6-16,0 0-8 0,0 0 0 0,0 0 1 0,0 0 0 16,0 0-1-16,0 0 2 0,0 0 0 0,0 0 4 15,0 0-4-15,0 0 4 0,0 0 2 0,0 0-4 16,0 0 6-16,0 0 0 0,0 0-5 0,0 0 6 15,0 0-2-15,0 0 2 0,0 0 0 0,0 0 4 16,0 0 3-16,0 0 1 0,0 0 3 0,0 0-5 16,0 0 3-16,0 0 2 0,0 0-4 0,0 0-2 15,0 0 0-15,0 0 0 0,0 0-5 0,0 0 2 16,0 0-2-16,0 0-1 0,0 0 1 0,0 0 1 16,0 0-4-16,0 0 0 0,0 0 0 15,0 0-1-15,0 0 3 0,0 0-1 0,0 0 5 0,0 0-1 16,0 0-6-16,0 0 0 0,0 0 2 0,0 0-2 15,0 0 2-15,0 0 4 0,0 0-4 0,0 0 2 16,0 0 2-16,0 0-1 0,0 0-5 0,0 0 9 16,0 0 2-16,0 0 12 0,0 0 3 0,0 0 2 15,0 0-2-15,5-6-7 0,-5 6 4 0,3-5-2 16,-3 5-3-16,0 0-4 0,-2-11-1 0,2 11-1 16,0 0-4-16,0-13 1 0,0 13 0 0,0-9 1 15,2 2-4-15,-2 7-5 0,2-9 5 0,-2 9-8 16,2-10 5-16,-2 10 0 0,1-7-7 0,-1 7-3 15,0 0 2-15,5-7-2 0,-5 7-9 0,4-5-1 16,-4 5 11-16,0 0-5 0,0 0-1 0,12 2 1 16,-12-2 1-16,11 4 3 0,-5 0 0 0,-1 1 1 15,2-1 3-15,0 2-7 0,2 3 5 0,-3-3 0 0,3 0 1 16,-1 4 6-16,0-5-9 0,-3 1 5 0,0-2-2 16,-1 0 4-16,1 0 1 0,0 0 0 15,-5-4 3-15,9 7-4 0,-9-7-4 0,6 5 0 16,-6-5 2-16,6 4 1 0,-6-4 0 0,0 0-4 15,5 3 8-15,-5-3-6 0,0 0 5 0,5 3-9 16,-5-3 17-16,0 0-2 0,0 0-6 0,0 0-6 16,0 0-2-16,12-5-7 0,-12 5-3 0,8-7 8 15,-3 2-3-15,1 0-2 0,0 1 3 0,1-4-2 16,-3 4-8-16,3-2 7 0,-2 1-2 0,0-1-1 0,1 1-1 16,-2 1 5-16,-4 4-5 0,10-6-1 15,-3 3 0-15,-7 3 0 0,9-4 5 0,-9 4-4 16,10 0 5-16,-10 0-2 0,10 1 1 0,-3 2 1 15,-1 0-2-15,0 0 4 0,-1 3 9 0,2-1-9 16,-1 0 4-16,2 0 1 0,-4 2-3 0,1-3-1 0,0 2 4 16,0-1 4-16,3 0 4 0,-3-2-4 15,-1 1 0-15,-4-4 2 0,9 7 1 0,-4-3 0 16,-5-4-1-16,9 5 2 0,-4-3-1 0,-5-2 1 16,9 2 0-16,-9-2-3 0,9 0 3 0,-9 0-2 0,11-2 0 15,-4-1 2-15,-1-1-3 0,2-1 2 0,2-1 2 16,-1 0-2-16,0-2 0 0,1 2-3 0,-2-3 1 15,1-1 5-15,1 3-9 0,-1 0-2 16,4-4-6-16,-6 3 4 0,3 2-2 0,-1-1 0 16,-1 1-1-16,0 3 2 0,-2-1-3 0,1 1-1 0,-7 3 2 15,11-1-4-15,-11 1 1 0,15 4 4 0,-8-2-4 16,-2 1 5-16,0 3 0 0,4 1 2 0,-4-1 0 16,1 3 2-16,-2-2 2 0,1 2-1 15,0-3-2-15,-1 1 2 0,1-3-2 0,-2 2 6 0,1-2-1 16,0 1 2-16,-4-5-3 0,5 10 1 0,1-9 4 15,-6-1 3-15,5 5 8 0,-5-5-6 16,0 0-3-16,10-2-3 0,-10 2 5 0,10-4-6 0,-4-1 1 16,-1 2 1-16,0-4-3 0,0 3-1 0,3-6 3 15,-2 4 5-15,2-3-9 0,-2 1-4 0,2-3 1 16,-2 3-2-16,2-1-7 0,-2 0 3 0,-1 3 0 16,-1-3 0-16,2 1-3 0,-3 2-3 0,2 1 0 15,-5 5 0-15,8-7 3 0,-8 7-1 0,8-1 1 16,-8 1-4-16,0 0 6 0,0 0-2 0,14 8 5 15,-12-5 0-15,2 4-3 0,0-2 2 0,2 3 4 16,0-2-1-16,-1 1 3 0,-4 0 3 0,1 0-3 16,3-2 1-16,-2 1 0 0,-2 1 0 0,3-3 1 15,-4-4 1-15,4 10 2 0,-4-10 1 0,5 5 3 16,-5-5-1-16,4 2 2 0,-4-2 0 0,0 0-1 16,0 0-6-16,15-7 2 0,-10 4 4 0,1-2-6 15,-1 0-2-15,4-4 3 0,-3 4-2 0,0-3 3 16,0 0-4-16,2 1 3 0,-1-1 0 0,-1 1 0 15,1-1 3-15,0 0-7 0,0 4-1 0,-2-1 2 16,-1 0 3-16,-4 5-3 0,7-7-5 0,-7 7-2 16,7-3 0-16,-7 3-1 0,9 0 1 0,-9 0 2 15,0 0-1-15,5 10 3 0,-1-5-1 0,-4-5 1 16,3 12 1-16,0-4 1 0,1 1 0 0,-3-1 1 16,0 0 1-16,1-2 2 0,0 2-1 0,3-1-1 15,-3 1 0-15,0-2-1 0,1-1 4 0,-3-5-2 16,4 10 1-16,-2-6 3 0,2 1-2 0,-4-5 4 15,8 8-4-15,-2-5 0 0,0 0 0 0,2-1-3 16,5 1 1-16,-2-2 2 0,2-1-1 0,1 0 2 16,0 0-3-16,5 0 2 0,-2 0 0 0,3 2 0 15,1-4-1-15,-4 1-1 0,4 1 1 0,0-3-1 16,-2 2-1-16,9 0 2 0,1-3-1 0,-1 3 0 16,2-1 2-16,2 2-2 0,0-2 2 0,0-2-3 15,-3 1 0-15,4 0 3 0,2 1-5 0,1 0 4 16,-1-2-2-16,2 0 2 0,2 2-1 0,-1 0 4 15,3-1-3-15,10 2 7 0,-10-2-1 0,-3 0 2 16,-1 0-2-16,-1 1-1 0,4-2-1 0,-2 3 2 16,1 1-3-16,-2 0 3 0,-3-2-2 0,2 1-3 15,0 1 3-15,-7-1 10 0,-1 0-1 0,-5 0-2 0,-1 1-2 16,-2-2-2-16,0 2 5 0,-3-1-3 16,1 2 5-16,0-3 2 0,-3 0 4 0,-4 2-1 15,2 0 2-15,-1 0-4 0,-1-1-4 0,-1 1 1 16,-10 0-1-16,14 0 4 0,-14 0-4 0,9 0-4 15,-9 0 0-15,9 0-2 0,-9 0 4 0,9-3-2 16,-9 3 0-16,0 0-3 0,0 0 5 0,0 0-3 16,0 0 0-16,0 0-14 0,9 0-20 0,-9 0-12 15,0 0-26-15,0 0-27 0,0 0-46 0,0 0-55 16,0 0-59-16,0 0-217 0,0 0-505 0,0 0 225 0</inkml:trace>
  <inkml:trace contextRef="#ctx0" brushRef="#br0" timeOffset="-124338.27">24067 6488 10 0,'-5'-2'90'16,"5"2"-4"-16,0 0-4 0,-7-4-7 0,7 4-10 15,0 0 8-15,0 0-8 0,-6-3-7 0,6 3 8 16,0 0-3-16,0 0-9 0,0 0 7 0,-6-5 3 16,6 5-9-16,0 0 2 0,0 0 0 0,0 0 6 15,0 0-5-15,-7-4-11 0,7 4-1 0,0 0-1 16,0 0-6-16,0 0-2 0,0 0-2 0,0 0 0 16,0 0 2-16,0 0-3 0,0 0 6 0,0 0 2 15,0 0 3-15,0 0-4 0,28 8 5 0,-14-7-6 16,5-1 4-16,9 3-3 0,2-2 0 0,2 2 3 15,1-1-2-15,5-1-4 0,2 0-3 0,12-2 0 16,-13 2-4-16,18 1 0 0,-2-2 0 0,-2 0 7 16,1 0-3-16,1-2-6 0,-2 2-6 0,-1 2 1 0,2-1 2 15,-2-2-3-15,-13 2-4 0,14-1 14 16,-13 0-1-16,0 0-4 0,-1 0 0 0,-2 0 0 16,3 2 2-16,-4-2 0 0,-2 2-3 0,2 0 1 15,-3-1 0-15,0-1-5 0,-1 0 0 0,-1 2-2 16,-2 0-3-16,0-1 1 0,-9 0 4 0,7 1 1 15,-6-2-5-15,-2 1 1 0,1 0-4 0,-1-1-2 16,-1 0 4-16,0 1-5 0,-3-1 4 0,3 1 3 16,-6-1-5-16,1 1 1 0,0-1-1 0,-4 1 1 15,5-1-5-15,-1 1 6 0,-1-2-6 0,-1 2 1 0,-1-1 1 16,2 2-4-16,-3-4 7 0,0 2 5 0,0-1-3 16,1 1 2-16,-10 0-3 0,14 0 4 0,-6 0-5 15,-8 0 1-15,15 0-5 0,-11 1 2 16,-4-1 0-16,13 0-2 0,-13 0 3 0,8 0 6 15,-8 0-2-15,0 0-2 0,11 0 0 0,-11 0-5 16,0 0 4-16,7 0 1 0,-7 0-1 0,0 0 0 0,0 0-1 16,0 0-1-16,0 0 4 0,9 0-4 15,-9 0 7-15,0 0-7 0,0 0-3 0,0 0 2 0,9 0-1 16,-9 0 0-16,0 0 1 0,9 0-4 16,-9 0 0-16,0 0-1 0,12-1 0 0,-12 1 1 0,8-1-1 15,-8 1-6-15,9-1-2 0,-9 1-10 0,0 0-5 16,12-1-15-16,-12 1-10 0,8-2-8 0,-8 2-13 15,0 0-16-15,0 0-14 0,9-1-24 16,-9 1-23-16,0 0-19 0,0 0-21 0,0 0-8 0,0 0-8 16,0 0-11-16,8-3-9 0,-8 3-115 0,0 0-356 15,0 0 158-15</inkml:trace>
  <inkml:trace contextRef="#ctx0" brushRef="#br0" timeOffset="-123939.1">25242 6536 87 0,'0'0'138'0,"0"0"-6"0,0 0-5 0,0 0-9 0,0 0-4 15,37-4-3-15,-19 3-9 0,9-1 1 0,3-2-5 16,5 2-10-16,0-2-6 0,-1 2-6 0,1-2-2 16,-1 3-12-16,-3-1-3 0,1 0-3 0,-3-1-5 15,2 2 3-15,-10-1 0 0,-1 0-2 0,0-1 6 16,-3 2-8-16,-2 0-9 0,-3-1 2 0,1 2-8 15,-3-1-2-15,-1 1 1 0,-9 0-7 0,12 0-3 16,-12 0 0-16,8-2-3 0,-8 2-3 0,0 0 1 16,12 0-5-16,-12 0-9 0,0 0-18 0,7-2-17 15,-7 2-28-15,0 0-34 0,0 0-43 0,0 0-22 16,0 0-144-16,0 0-324 0,0 0 144 0</inkml:trace>
  <inkml:trace contextRef="#ctx0" brushRef="#br0" timeOffset="-120459.98">16060 5653 65 0,'0'0'78'0,"0"0"-22"16,-4-5-19-16,4 5-20 0,0 0-34 0,0 0-23 15,0 0-42-15,0 0 18 0</inkml:trace>
  <inkml:trace contextRef="#ctx0" brushRef="#br0" timeOffset="-115167.5">13501 3796 13 0,'0'0'95'0,"0"0"-3"0,0 0-2 0,-6-1-9 15,6 1-5-15,0 0-6 0,0 0-13 0,0 0-6 16,0 0-4-16,-7-4-7 0,7 4-4 0,0 0 1 16,0 0-7-16,0 0-9 0,0 0-5 0,0 0 4 15,0 0-6-15,0 0 3 0,0 0-7 16,0 0 1-16,0 0 1 0,0 0 0 0,0 0 1 0,0 0-6 15,0 0 4-15,0 0-4 0,0 0 0 0,0 0 5 16,0 0-2-16,0 0-6 0,0 0-3 0,0 0 7 16,-4 11-6-16,4-11 5 0,0 0-6 15,0 0-17-15,0 0-10 0,0 0 4 0,0 0-16 0,0 0-10 16,0 0-7-16,0 0-10 0,0 0-5 16,0 0-47-16,0 0-126 0,6 12 56 0</inkml:trace>
  <inkml:trace contextRef="#ctx0" brushRef="#br0" timeOffset="-114326.74">13470 7410 5 0,'0'0'99'0,"0"0"-14"0,0 0-8 0,0 0-11 16,0 0-11-16,0 0-17 0,0 0-22 0,0 0-21 15,0 0-12-15,0 0-54 0,0 0-74 0,0 0 32 16</inkml:trace>
  <inkml:trace contextRef="#ctx0" brushRef="#br0" timeOffset="-113299.63">13383 3957 38 0,'-5'-6'42'0,"5"6"-7"0,0 0-1 0,-5-7 5 16,5 7-1-16,0 0 6 0,-6-7-5 0,6 7 2 15,0 0 0-15,-5-4-8 0,5 4-2 0,0 0-6 16,0 0 4-16,0 0-10 0,0 0 13 0,-2-6-14 16,2 6 5-16,0 0-7 0,0 0 0 0,0 0-6 15,0 0 10-15,0 0-12 0,0 0 4 0,0 0-6 16,0 0 0-16,0 0 5 0,0 0 0 0,0 0-1 16,0 0-3-16,0 0-1 0,0 0-6 0,0 0 3 15,0 0-1-15,0 0-3 0,0 0 5 0,0 0-4 16,0 0 4-16,0 0-5 0,0 0 1 0,0 0 3 15,0 0 6-15,0 0-16 0,0 0 9 0,0 0 0 16,0 0-2-16,0 0-3 0,0 0 7 0,0 0-5 16,0 0-3-16,0 0 8 0,0 0-3 15,0 0-7-15,0 0-3 0,0 0-9 0,0 0-14 0,0 0-10 16,0 0-4-16,0 0-56 0,0 0-110 0,9 17 49 16</inkml:trace>
  <inkml:trace contextRef="#ctx0" brushRef="#br0" timeOffset="-112490.58">13547 7357 63 0,'0'0'106'0,"0"0"-14"0,0 0-17 16,0 0-3-16,0 0-2 0,0 0-14 0,0 0-19 15,0 0-22-15,0 0-24 0,0 0-32 0,0 0-49 16,0 0-97-16,-3-14 43 0</inkml:trace>
  <inkml:trace contextRef="#ctx0" brushRef="#br0" timeOffset="-110700.63">13520 7225 17 0,'0'0'58'0,"0"0"-8"0,0 0-16 0,0 0-17 15,0 0-21-15,0 0-25 0,0 0-32 0,0 0 15 16</inkml:trace>
  <inkml:trace contextRef="#ctx0" brushRef="#br0" timeOffset="-107930.28">21123 5672 35 0,'0'0'229'0,"0"0"-22"0,-5-8-16 16,5 8-17-16,-1-7-12 0,1 7-9 0,0 0-12 16,6-11-14-16,-2 7-11 0,3 0-14 15,3 0-3-15,0 1-13 0,2 1-11 0,0 2-8 0,-1 0-8 16,0 2 14-16,2 1-8 0,-2 3-7 0,-2 0-10 16,1 1-3-16,-1 3 3 0,-2 0 7 0,-3 3-4 15,2 1 1-15,-4-1-5 0,-3 2 0 0,-3 1-4 16,-2 1 4-16,-2-3-3 0,1 3 0 15,-6-3-5-15,0 1 3 0,-3-2-2 0,-1-1-2 16,-5 1-4-16,-2-1 0 0,6-4-6 0,0 0-2 0,0 0 0 16,0-4-2-16,7-1-4 0,-2-1 1 15,3 0-2-15,2-1-1 0,2 1 1 0,6-2-2 0,-13 0-6 16,13 0 4-16,-9-3 1 0,9 3 1 0,-8-6-3 16,8 6-5-16,0 0 0 0,-1-7-7 0,1 7 3 15,0 0-5-15,0 0-2 0,12-10 0 0,-6 8-3 16,-6 2 3-16,10-2 1 0,-10 2-3 0,14 0 3 15,-14 0 1-15,16 4-5 0,-9-1 0 0,4-2 3 16,-5 3-1-16,7 0 0 0,-4 0 2 0,2 1-1 16,-1 0-8-16,2-1-18 0,-1 0-18 0,3 0-26 15,-2 2-42-15,1-2-44 0,3-1-51 0,2-1-234 16,-8-2-481-16,3 1 213 0</inkml:trace>
  <inkml:trace contextRef="#ctx0" brushRef="#br0" timeOffset="-107549.06">21521 5604 252 0,'0'0'240'0,"-5"-4"-25"15,5 4-19-15,0 0-24 0,0 0-11 0,0 0-12 16,0 0-11-16,0 0-13 0,0 0-5 0,16-2-10 15,-4 3-7-15,1-1-11 0,4 1-10 0,0 1-9 16,1-2-3-16,-1 2-8 0,-2-1-9 0,-4 0-3 16,5 0-8-16,-5 1 1 0,-4-1-8 0,-7-1-1 15,12 1-9-15,-7 0 3 0,-5-1 10 0,8 5 8 16,-5-1 4-16,-3-4 5 0,6 7 3 0,-2-1 5 16,-3 1 0-16,-2 2 0 0,1 4 4 0,-1-2 3 15,0 4 2-15,-2 2-2 0,0-3-6 0,0 3 0 16,-1-1-10-16,0-1-2 0,-1 0-5 0,-2 1-3 15,4-1-5-15,-1-2-8 0,-1 1-2 0,1-1 5 16,0-1-8-16,1-1-3 0,1 0-21 0,-3 0-19 16,1-1-19-16,1-1-25 0,-1 2-25 0,3-3-17 15,-1 0-25-15,2-8-30 0,-4 12-47 0,2-4-35 16,2-8-39-16,-2 9-152 0,2-9-466 0,-4 7 207 16</inkml:trace>
  <inkml:trace contextRef="#ctx0" brushRef="#br0" timeOffset="-107133.35">21554 5860 166 0,'0'0'162'0,"0"0"-10"0,0 0-10 0,0 0-9 16,0 0-10-16,0 0-8 0,0 0-1 0,15-8-5 16,-5 7-8-16,3-1-8 0,6-2-8 0,0 1-6 15,-2-1-6-15,1 0-10 0,0 1-5 0,0 0 0 16,-4 0-4-16,-1 1 2 0,-2 2-2 0,-2-2-14 15,-1 0-4-15,1 1-2 0,-9 1-8 0,9-2 4 16,-9 2 2-16,9 0 0 0,-9 0 3 0,0 0 14 16,11 3 7-16,-11-3 3 0,3 8-2 0,-2-2 2 15,-1-6-1-15,3 12-5 0,-2-5-7 0,0 1 0 16,1 2-3-16,-1-1-4 0,1-1-4 0,0 0-4 16,3-1-3-16,-1 0-3 0,2 1 3 0,-2-2-6 15,2 0-4-15,1-3 2 0,5 2 0 0,1-2 1 16,-3-1-4-16,6-1 0 0,0-2-1 0,3-1 1 15,-1-2 2-15,-2 0 1 0,-2 1 1 0,1-3 2 16,-3 1 0-16,-1-1 2 0,-1 0-1 0,-2-1-5 16,0-3 9-16,-3 2-10 0,0-2 1 0,-3-1-6 15,-3 1 1-15,-1-2-2 0,-4 1 2 0,1 0-4 0,-3 0-3 16,-3-2-2-16,0 3 3 0,1 2-5 16,-2 0-3-16,-1 2-14 0,-1-1-7 0,-1 0-18 15,1 5-16-15,1 0-16 0,-1 2-20 0,1 1-29 0,-1 0-45 16,4 2-40-16,1 0-42 0,-1 3-159 0,3-2-439 15,3-1 195-15</inkml:trace>
  <inkml:trace contextRef="#ctx0" brushRef="#br0" timeOffset="-106065.6">22308 5902 29 0,'0'0'148'0,"0"0"5"0,0 0 7 15,-2 8-2-15,2-8-8 0,0 0-5 16,0 0-5-16,12 4-6 0,-12-4-8 0,13 1-2 0,-6-1-11 16,-7 0-7-16,15 0-10 0,-5-1 1 0,0-1-13 15,-2 1-1-15,0 0-6 0,-8 1-3 0,12-3 1 16,-4 1-1-16,-8 2-1 0,10-5-1 0,-5 0 2 16,-1 2-12-16,0-2-4 0,-4 5 0 0,6-11-2 15,-3 5-2-15,-3 6 4 0,-1-14-8 0,-1 3-2 16,-3 0-5-16,2 0-1 0,0 1-1 0,0-2 1 15,-2-4 5-15,3 4-5 0,0-4-3 0,1 1-8 16,0 2-4-16,2 3-2 0,0-1-3 0,1 2 1 16,0-1-11-16,3 2-1 0,2 0 1 0,0 2-5 15,2-1-1-15,2 2 0 0,0 1-3 0,1 3 1 16,0-1-4-16,1 4 1 0,-1-2-2 0,2 5 0 16,-3 3-1-16,1-1 8 0,-3 1-9 15,-2 3 4-15,-2 0-2 0,1 0 0 0,0 3 2 0,-5-1 4 16,3-1-4-16,-3-2 0 0,1 0 0 0,0-1 8 15,-2-2-4-15,3 2-2 0,-2-3-2 0,2 1 1 16,-1-1 1-16,2-1-1 0,1-1-4 0,6 0-1 16,1 0-15-16,3-3-20 0,5 1-30 15,9-3-39-15,3-3-51 0,3-1-60 0,3-1-64 0,-6-3-158 16,0 1-474-16,-3-4 209 0</inkml:trace>
  <inkml:trace contextRef="#ctx0" brushRef="#br0" timeOffset="-104951.99">25809 5414 8 0,'1'-8'155'0,"-1"8"1"0,2-5-11 15,-2 5 8-15,0 0-1 0,2-10-4 0,-2 10-4 16,0 0-8-16,0 0-4 0,0 0-6 0,0 0-8 15,0-8-6-15,0 8-6 0,0 0-2 0,0 0-6 16,0 0-5-16,0 0-4 0,0 0-7 0,0 0-5 16,0 0-4-16,0 0-4 0,0 0-5 0,2-7-4 0,-2 7-3 15,0 0-6-15,0 0 0 0,0 0 1 0,0-10 2 16,0 10 23-16,0 0-1 0,0 0-8 16,0 0-1-16,0 0-5 0,0 0-4 0,0-10 1 15,0 10 0-15,0 0-7 0,0 0-2 0,0 0-2 16,0 0-2-16,0 0-4 0,0 0-8 0,0 0-3 15,0 0-4-15,0 0-5 0,0 0-2 0,0 0-8 16,0 0 0-16,0 0-1 0,0 0-3 0,0 0-7 16,0 0 1-16,0 0-2 0,2 25 4 0,-1-10-3 0,-1 2-6 15,2 2 10-15,1 5-4 0,-3-5 3 0,0-1 3 16,2 0-5-16,-4-1 2 0,4-2 1 16,-2 1-3-16,2-2 4 0,-2-2 2 0,0-2-3 0,2 2 0 15,-2-1 3-15,0 0 12 0,0 0-9 16,2-1-8-16,-2-1 2 0,-2-1-3 0,2-8 8 0,0 14-6 15,0-9-8-15,0-5-15 0,0 9-14 0,0-9-13 16,0 8-16-16,0-8-10 0,2 7-21 0,-2-7-19 16,0 0-26-16,0 0-33 0,-2 9-25 15,2-9-38-15,0 0-36 0,0 0-143 0,0 0-448 16,0 0 199-16</inkml:trace>
  <inkml:trace contextRef="#ctx0" brushRef="#br0" timeOffset="-104583.36">25806 5355 17 0,'0'0'198'0,"-1"-7"-20"0,1 7-17 16,0 0-15-16,11-8-3 0,-3 8-2 0,5-4-12 0,0 4-3 15,8 0-9-15,10 1-11 0,-4 4-10 0,2 1-13 16,-8-1-6-16,5 5-4 0,-8-3-12 0,0 4-1 16,0-1-8-16,-4 4-6 0,-1-2-2 15,-2 0-3-15,-4-2 10 0,2 4 9 0,-3-3-2 16,-1 0 2-16,-5 0 6 0,2 0 2 0,-2 0 0 0,-2-1 2 16,-5 1 0-16,1-2-3 0,-6 4-6 0,1-3-3 15,2-1-3-15,-9-1-3 0,3 1-4 16,1-1-3-16,-4-1-3 0,4-4-5 0,1 1-4 0,-3-1-1 15,5 0-9-15,0 0-13 0,0 0-16 0,2-1-20 16,2-1-19-16,7-1-33 0,-12 1-42 16,12-1-57-16,-8 3-50 0,8-3-198 0,-7 1-461 0,7-1 203 15</inkml:trace>
  <inkml:trace contextRef="#ctx0" brushRef="#br0" timeOffset="-104347.34">26293 5524 144 0,'6'-1'314'0,"-1"-3"-16"0,-5 4-22 0,0 0-19 0,8-3-20 16,-8 3-21-16,0 0-21 0,0 0-17 0,0 0-7 16,8 9-11-16,-8-9-10 0,-2 16-14 0,-3-6-11 15,4 2-12-15,-3 1-9 0,2 3-12 16,0-1-12-16,2-3-16 0,-2 1-29 0,2 5-20 0,0-1-29 15,-3-1-24-15,6 1-22 0,-1-2-49 0,2 1-51 16,3-2-52-16,0 1-59 0,-3-3-145 0,1-2-451 16,-1 1 199-16</inkml:trace>
  <inkml:trace contextRef="#ctx0" brushRef="#br0" timeOffset="-101884.14">20786 8665 87 0,'-9'-4'206'0,"9"4"-9"16,-8-5-10-16,8 5-14 0,-9-2-10 0,9 2-11 15,-7-2-11-15,7 2-10 0,0 0-6 0,-14 4-12 16,9-2-3-16,-1 3-9 0,-1 1-8 16,0 3-9-16,-1 0-5 0,-2 5-6 0,3 1 4 0,-6 1-11 15,5 1-1-15,1-1-8 0,0 0-6 16,1 0-5-16,2 0-5 0,0 2-4 0,0-2 0 0,2 0-4 15,1-4-2-15,2 4-6 0,0-4 1 16,0 0-3-16,3 0-1 0,0-2-7 0,4 0 6 0,-3-1-4 16,3-1 3-16,-1-1-9 0,3-1 3 0,1-3 6 15,0 0 3-15,2 0-4 0,-2-2 4 0,1-2-3 16,2-2-1-16,-1 0-3 0,1 0 2 16,-1-3-8-16,2-2 5 0,-1-1-1 0,-1 2 1 0,1-3-7 15,-3-4 9-15,-1 5-6 0,-2 1-3 0,-1-4-5 16,-3 0 3-16,-1-1 0 0,1 2 2 0,-3-5-5 15,1-1 3-15,-4 1-1 0,-3 0-5 16,-1-1 1-16,0 2 1 0,-2 1-2 0,-4 2 4 0,2-1 0 16,1 5-7-16,-5-3 1 0,0 1-1 0,-1 4-2 15,-2 0 2-15,3 3-11 0,-3 0-3 0,3 2-9 16,3 1-9-16,-1 0-11 0,0 1-12 0,0 2-14 16,4-1-21-16,1 1-23 0,2 1-14 0,0 1-8 15,5-5-16-15,-3 11-17 0,3-11-21 0,5 14-138 16,0-5-357-16,4 0 158 0</inkml:trace>
  <inkml:trace contextRef="#ctx0" brushRef="#br0" timeOffset="-101413.5">20933 8782 109 0,'-27'-5'180'0,"27"5"-4"0,-13 1-6 15,13-1-9-15,-12 0-1 0,5 3-9 16,7-3-9-16,-11 1-16 0,11-1-10 0,-8 2-9 16,8-2-14-16,0 0-4 0,0 0 1 0,0 0-1 15,0 0 4-15,0 0-11 0,22 6-3 0,-4-5 0 0,9-2-12 16,2 1-8-16,4-4-8 0,3-1-4 16,0 2-4-16,-1-1 0 0,4 3-3 0,-1-4-4 15,-3 2 0-15,2 1-1 0,2-2 0 0,-2 0-4 0,2-1 5 16,0 2-2-16,0-2-2 0,13 1-4 0,-1-1 0 15,-13 3-2-15,-1-1-3 0,3-1-1 0,11 1 3 16,-14-2-2-16,0 3-1 0,2-1 5 16,-1 1-4-16,2-3 0 0,-2 2 1 0,-3 1-3 0,0-2 2 15,1 1-1-15,-1 1 2 0,-5-1 1 0,1 1 6 16,1-2-2-16,-5 2 4 0,-8 0-7 0,0-1-5 16,-2 2 0-16,-5 1-4 0,-1-2-2 15,-4 2 1-15,-7 0-1 0,16 0-3 0,-16 0 2 0,10 0-6 16,-10 0 3-16,0 0-5 0,11 0 0 0,-11 0 7 15,0 0-2-15,8 0-1 0,-8 0-3 0,0 0 2 16,0 0 2-16,0 0-1 0,0 0 10 0,0 0-16 16,9 0 1-16,-9 0 4 0,0 0-8 0,0 0-1 15,0 0-7-15,0 0-8 0,0 0-8 0,0 0-12 16,0 0-20-16,0 0-16 0,0 0-19 0,0 0-28 16,0 0-37-16,0 0-35 0,0 0-40 0,0 0-225 15,0 0-493-15,0 0 219 0</inkml:trace>
  <inkml:trace contextRef="#ctx0" brushRef="#br0" timeOffset="-99100.03">22236 8681 112 0,'0'0'200'0,"0"0"-11"15,-3-6-11-15,3 6-8 0,0 0-14 0,0 0-16 0,0 0-12 16,0 0-15-16,0 0-10 0,0 0-10 0,0 0-9 16,0 0-10-16,0 0-10 0,0 0-4 0,0 0-6 15,0 0-4-15,0 0-6 0,0 0-2 0,0 0-6 16,0 0 0-16,0 0-3 0,0 0 7 0,0 0 7 15,0 0 10-15,0 0 4 0,0 0 2 0,0 0 5 16,0 0-4-16,0 0 1 0,0 0-3 0,0 0-9 16,14-2-1-16,-14 2-2 0,7-10-5 0,-4 5-3 15,2-3-2-15,0-1-4 0,0 0-2 0,0-1-2 16,-1 1-2-16,4 0-1 0,-2 0-1 0,1-3-2 16,-2 0 0-16,0 4 0 0,1-4-4 0,1 2 2 15,-2-3-3-15,1 2 0 0,-2 1-1 0,2 2-4 16,-2 2 1-16,0 3-6 0,-1-3-2 0,-3 6 0 15,3-7-5-15,-3 7-1 0,0 0 1 0,9 0-5 16,-9 0 4-16,12 7-6 0,-6 2 6 0,-1 1-2 16,4 4-1-16,0 2 0 0,-1 1-3 0,0 0 5 15,1 2 0-15,-1-5 1 0,0 0-2 0,-3-3 1 16,3 3-2-16,-2-3 2 0,-1-3-4 0,1 2 8 16,0-3-5-16,-3 0 0 0,0-2 4 0,2 1-1 15,-1-2 0-15,-4-4 15 0,7 6-3 0,-7-6 6 16,6 2 0-16,-6-2 6 0,0 0-5 0,14-4 4 15,-14 4-5-15,12-11-2 0,-7 4 1 0,0-2-3 16,4-1-2-16,-3 1-4 0,2-3-1 0,1 0 1 16,0-5 0-16,0 3 0 0,1 0-6 0,-1 1-1 15,1-2-3-15,2 4-1 0,-5 2-3 0,1-1-3 0,-2 4 3 16,1 3-5-16,-2-1-4 0,-5 4 0 16,10-5 8-16,-10 5-6 0,12 2 0 0,-12-2 2 15,14 7-2-15,-7 2 4 0,1 0 0 0,0 1-1 16,-2-1 0-16,3 0 1 0,-3 1 1 0,1 1 2 15,1-2 2-15,0 0-4 0,-1 1 2 0,-1-2 3 16,1-1 4-16,-1 1-8 0,0-3 10 0,1-1-6 16,-1 0 0-16,1-2 1 0,-7-2-2 0,11 4 1 15,-5-2 1-15,-6-2-3 0,13-3 12 0,-4-1-11 0,-1-1 0 16,1 1-5-16,-2-3 7 0,2-1 15 0,0 0-20 16,0-2 2-16,4-2-1 0,-4 2 0 0,3-4 3 15,-1 2 7-15,-5 2-8 0,2 1-5 0,0-1 1 16,-1-1-3-16,0 4 1 0,-2 0-3 0,-3 3-2 15,-2 4 0-15,7-6 1 0,-7 6 0 0,9-1 1 16,-9 1 3-16,0 0-5 0,10 10 3 0,-6-4-1 16,0 1 8-16,0 2-3 0,-1 0-1 15,2 2 1-15,0-1-4 0,-1-1 2 0,1-1 1 0,-1 1 5 16,0-1 0-16,1 3-3 0,2-8 4 0,-4 2-3 16,1-1 0-16,1 3 4 0,2-2 2 0,0 0-3 15,1-2 2-15,0-1-4 0,2 0 4 0,3 0-1 16,0-1 3-16,3-2-4 0,2-1 1 0,3 2 0 15,-2-4 0-15,1 1 0 0,3 0-2 0,4-3-2 16,1 2 1-16,0-2-4 0,0 2-1 0,0 1-9 16,1-3 5-16,5 1 4 0,-6 0-6 0,7 1 2 15,-5 2-1-15,2 1-1 0,3 0 1 0,-2 0 3 16,0 2 2-16,2-2 0 0,1 2 4 0,1-1-2 16,2 1-1-16,0-1 0 0,15 1 2 0,-2-2 1 15,3 2 1-15,-3-2 0 0,4 2-4 0,-2 1 2 16,4-5 5-16,-2 4-8 0,5-2 6 0,3 0 2 15,25 0 0-15,-25 2-6 0,27 0 5 0,-27-1-1 16,29-2-3-16,-28-1 3 0,28 3-2 0,-30 0 1 16,27-5-1-16,-26 5 6 0,30-3 10 0,-4 0-6 15,-26 3 1-15,29 0 2 0,-27 0-1 0,26-2 1 0,-29-2-8 16,2 4 1-16,0 0 2 0,-5-1-1 16,-1-1 3-16,-8 2-5 0,-1 0 5 0,-10-2-1 15,-9 2-2-15,-1 2-5 0,-3-2 2 0,-7 0-4 0,-3 2-10 16,-3-1-2-16,-7-1 0 0,0 0-11 15,-7 0-4-15,12 0-12 0,-12 0-18 0,0 0-40 16,0 0-45-16,0 0-38 0,0 0-40 0,-25-11-227 16,4 6-484-16,-6 1 215 0</inkml:trace>
  <inkml:trace contextRef="#ctx0" brushRef="#br0" timeOffset="-98363.83">22162 7863 67 0,'-8'-9'201'0,"4"5"-3"0,0-1-7 0,4 5-7 15,-4-10-8-15,1 6-12 0,3 4-16 0,0 0-13 0,0 0-8 16,8-13-13-16,-3 8-7 0,-5 5-14 16,14-1-13-16,-6 2-4 0,-8-1-9 0,14 6-5 15,-5 0-8-15,-3 1-6 0,-1-1-3 0,-1 1 0 16,0 2 5-16,-1 0-5 0,-5 2-5 0,1-2 0 16,-3 3 2-16,-1-1 2 0,-5 2-10 0,-3 1-3 15,2 0-4-15,-6-1-1 0,2-3-2 0,-3-1-2 16,0 1-2-16,-1-3-1 0,1 0-1 0,0 0-2 15,1-3 0-15,6 0-3 0,-2-2 1 0,0 0-1 0,6-2-3 16,-1 0 1-16,8 0-1 0,-10 1-1 0,10-1-4 16,-9 1 3-16,9-1 2 0,0 0-2 0,0 0-6 15,0 0-1-15,0 0-2 0,-9 3-1 0,9-3 2 16,0 0-3-16,0 0 4 0,14 11-4 0,-8-7 2 16,4 0 1-16,-2 1 4 0,2 0-2 0,2 0-1 15,-1 1 0-15,3-2 2 0,-2 4-3 0,3-2-3 16,3-1-13-16,-5 0-14 0,4 1-31 0,-1 0-40 15,-3-2-59-15,5-1-43 0,-2 0-204 0,3-2-440 16,-2-1 195-16</inkml:trace>
  <inkml:trace contextRef="#ctx0" brushRef="#br0" timeOffset="-97982.18">22411 7795 40 0,'-3'-5'206'0,"3"5"-12"0,-9-4-15 15,9 4-11-15,-7-5-13 0,7 5-11 0,-5-3-11 16,5 3-9-16,0 0-17 0,0 0-6 0,0 0-2 16,0 0-1-16,0 0-10 0,0 0-8 0,0 0-3 15,27 0-4-15,-17 1-6 0,4 0-7 0,-2-1-7 16,-2 1-7-16,2-1-1 0,-3 1-8 0,-2 0-3 15,1 0-5-15,-8-1-1 0,14 4-7 0,-10-2-1 16,-4-2 2-16,9 5-5 0,-5-1-5 0,1 0 10 16,-3 3 6-16,1-1 7 0,-1 3 0 0,0 2 2 15,-1 0-1-15,0 3 4 0,-1 2-2 0,0 0-4 16,-1 2-2-16,1-2-1 0,-1 2-1 0,1-2 1 16,-3 0-3-16,0-1 7 0,1 1-13 0,1-1 1 0,-1 1-6 15,-1-4-8-15,1-2-7 0,1 3-10 16,-1-2-13-16,0-1-10 0,1 1-21 0,0-1-37 15,-2-2-39-15,2 1-27 0,1-9-38 0,-1 10-34 16,-2-4-143-16,3-6-400 0,0 0 176 0</inkml:trace>
  <inkml:trace contextRef="#ctx0" brushRef="#br0" timeOffset="-97583.9">22396 8023 152 0,'0'0'158'0,"0"0"-10"15,5-10-9-15,-5 10-2 0,12-7-8 0,-2 3-3 16,2 1-9-16,2-3-6 0,1 3-11 16,0 0-13-16,2 0-8 0,1-1-2 0,0 3-6 0,-6 0-6 15,1 0-10-15,0 1-2 0,-1-3-2 0,-5 3-9 16,-7 0-7-16,14 3-1 0,-9-2-5 0,-5-1 8 16,9 6 11-16,-4-3 5 0,-1 2 3 0,-1 2 3 15,-3-7-1-15,5 14-8 0,-5-5-2 0,2-2-5 16,0 1-1-16,0 0-5 0,2 1-4 0,-1-2-5 15,2-1-1-15,-3 1-3 0,2-1-2 0,1-1-3 16,3 1-1-16,-2-2 0 0,6-2 1 0,-4 1-4 16,2 0 1-16,2-3 0 0,0 2 4 0,-2-3 5 15,3-2 7-15,-3 1-4 0,3-2 0 0,-3 2-1 16,-1-5 2-16,-4 2-4 0,2 0 1 0,-4-3 2 16,-1 1-5-16,0 0 2 0,-2-2-3 0,0 9-3 15,-7-20 2-15,-2 6-6 0,1 5-1 0,-1 0 1 16,0 0 4-16,-4-1-9 0,3 3-4 0,-1-2-3 15,-1 5-1-15,3-2-12 0,-1 3-7 0,0-1-17 16,3 2-17-16,0 1-19 0,7 1-25 0,-16 3-33 16,10-1-27-16,1 2-31 0,5-4-31 0,-8 8-163 15,6-2-412-15,2-6 182 0</inkml:trace>
  <inkml:trace contextRef="#ctx0" brushRef="#br0" timeOffset="-97199.8">22892 8115 40 0,'0'0'182'0,"5"2"0"0,-5-2-2 0,0 0 2 15,14 1-5-15,-14-1-10 0,11-3-14 0,-3 1-9 0,1-1-9 16,2-1-8-16,-1 1-5 0,0-3-8 16,0 4-7-16,3-6-7 0,-3 4 0 0,-2-2-8 15,1 0-2-15,-3-1-1 0,-1 1-4 0,-2 0 1 16,1-4-7-16,-3 3-3 0,-2-4-9 0,0 1-4 0,-1-4-1 15,0 3 4-15,-1-5-16 0,-1-2-3 0,3 6-2 16,-2-2 12-16,1 3-12 0,4-1-2 16,0 1 7-16,-1 0-18 0,1 1-5 0,2 1-3 15,0 0 0-15,1 4-6 0,3-1-5 0,-2 2-2 0,3 0 0 16,-2 3-6-16,2 1 4 0,-9 0-6 0,18 6 3 16,-11-1-2-16,3 3 1 0,-2 1-6 15,0 1 4-15,-2-1-3 0,-1 3-3 0,0-1 3 0,-2 1-3 16,-1-1 9-16,1 1-7 0,-3-3-1 0,1 4 2 15,1-5-3-15,-1 2-2 0,-1-2-12 0,2-1-11 16,1 1-9-16,0-1-10 0,2 0-19 0,4-1-30 16,1-1-44-16,5 1-43 0,6-4-48 0,0-1-226 15,6-4-496-15,3 1 220 0</inkml:trace>
  <inkml:trace contextRef="#ctx0" brushRef="#br0" timeOffset="-97055.34">23566 7947 99 0,'0'0'268'0,"1"-6"-29"0,-1 6-16 16,0 0-11-16,0 0-16 0,1-10-13 0,-1 10-20 16,0 0-12-16,0 0-25 0,0 0-31 0,5-6-28 15,-5 6-41-15,0 0-36 0,0 0-53 0,0 0-45 16,13-1-64-16,-13 1-111 0,9-2-306 0,-1-1 135 16</inkml:trace>
  <inkml:trace contextRef="#ctx0" brushRef="#br0" timeOffset="-92292.23">26915 8212 143 0,'0'0'180'15,"0"-9"-13"-15,0 9-6 0,-2-11-4 0,2 11-14 16,-2-10-4-16,1 4 1 0,1 6 1 0,-2-15-9 16,2 9-3-16,0 6-9 0,-2-12-4 0,2 12-2 15,-2-10-9-15,2 10-8 0,-2-11-5 0,2 11-2 16,0-9 2-16,0 9-5 0,-5-8-5 0,5 8-8 15,0 0-5-15,0 0-14 0,-1-8-6 0,1 8-9 16,0 0 4-16,0 0-12 0,0 0-4 0,0 0-6 16,0 0-4-16,0 0 1 0,-4 22 0 0,4-10-3 15,-2 3-1-15,2 0-3 0,-2 5 2 0,4 4 4 0,-2 0 6 16,0 4-4-16,0-1 22 0,2 0-9 16,-2 0-4-16,0 4 1 0,0-3 0 0,2 3-3 15,-2-2 2-15,-2-3-2 0,4 1-2 0,-2-8-1 16,2 1-2-16,-1-2 1 0,-2-2-1 0,2 1-2 15,1 1 0-15,-2-3-8 0,3-3 5 0,-3-1-4 16,0 0-1-16,0-1 1 0,4-1-3 0,-4-3 1 16,2 1 1-16,0-1-1 0,-2-6-3 0,1 11-4 15,-1-6-20-15,0-5-9 0,0 0-12 0,4 8-22 16,-4-8-13-16,0 0-14 0,0 6-27 0,0-6-44 16,0 0-59-16,0 0-61 0,0 0-171 0,0 0-484 15,0 0 214-15</inkml:trace>
  <inkml:trace contextRef="#ctx0" brushRef="#br0" timeOffset="-91667.47">26897 8129 188 0,'0'0'186'0,"0"0"-16"16,0 0-15-16,0 0-8 0,0 0-14 0,0 0-6 16,0 0-10-16,0 0-10 0,0 0-7 0,-22 13-10 15,16-8-2-15,0 2-1 0,-1 2 0 0,-1-1-8 16,-4 2-4-16,1 0-5 0,-2 2-4 0,-1 0-4 15,3 2 1-15,-5-1-2 0,3 2-6 0,-6 5-3 16,2-1-5-16,3-2-1 0,1 3-5 0,-1-7-4 16,-1 8-1-16,1-5-3 0,1 5-6 0,2-2-1 15,-1-4 1-15,3 1-4 0,0-2-4 0,0-1-2 16,4-2-2-16,-1-2 0 0,2 0-3 0,-3-1 7 16,2 0-9-16,2-2 2 0,1-1-2 0,-2 1-2 15,4-6 1-15,-4 7 0 0,4-7 0 0,-5 6-3 16,5-6-1-16,0 0 6 0,-4 7-7 0,4-7 1 15,0 0-3-15,0 0 3 0,-4 4-4 0,4-4 2 16,0 0-1-16,-8 6 3 0,8-6-3 0,-6 5 3 16,6-5-4-16,-7 8 11 0,7-8-13 0,-6 5 1 15,3-3-2-15,3-2 5 0,-9 7-2 0,9-7 2 16,-3 6-3-16,3-6 0 0,0 0 0 0,-2 8 1 16,2-8 2-16,0 0 2 0,0 0-2 0,5 11 7 0,0-7-2 15,-5-4 1-15,9 8 0 0,-5-4 5 16,5-2 0-16,0 2-2 0,2 3-2 0,0-5 4 15,3 2 0-15,4-3 1 0,0 5-2 0,3-2-1 16,0-1 2-16,2 1-6 0,-2-3-3 0,6 1-6 0,-1 0-9 16,-6 1-7-16,1 1-15 0,-6-4-13 0,1 2-18 15,-5 1-24-15,3-1-26 0,-1 2-25 16,0-1-25-16,-1-1-20 0,-3 3-28 0,0 0-136 16,0 0-373-16,-2-2 165 0</inkml:trace>
  <inkml:trace contextRef="#ctx0" brushRef="#br0" timeOffset="-91049.91">26351 8273 42 0,'-5'-6'172'0,"3"-4"-3"0,0 4 6 15,2 6-10-15,-3-10-3 0,1 4 0 0,2 6-1 16,-2-13-6-16,2 13-12 0,0-9-12 0,0 9-6 16,-2-7-6-16,2 7-6 0,0 0-6 0,2-10-7 15,-2 10-15-15,0 0-6 0,0 0-11 0,-4-6-9 0,4 6-9 16,0 0-8-16,0 0-2 0,0 0-6 16,0 0 3-16,6 24-2 0,-3-9 1 0,3 3 2 15,0 7-5-15,0 6-1 0,0-1-1 0,3 5 1 16,3 10 2-16,-6 2-3 0,-1-12 4 0,3 12-1 0,2 0-4 15,-5-13-4-15,-1 1 2 0,0-1-5 16,1-1 0-16,4-3-4 0,-6-3 1 0,-1 1-1 16,2-9-3-16,-2 6-20 0,2-7-14 0,-1-1-20 15,1-2-15-15,-2-3-23 0,0 4-38 0,-1-6-49 0,4-1-39 16,-5 1-40-16,0-3-152 0,0-7-426 0,0 10 189 16</inkml:trace>
  <inkml:trace contextRef="#ctx0" brushRef="#br0" timeOffset="-90349.66">26989 8501 28 0,'0'0'159'0,"0"0"-7"0,0 0-7 0,0 0 4 15,-7-4-5-15,7 4-2 0,0 0-4 0,0 0-2 16,0 0-7-16,-6-4-4 0,6 4-11 0,0 0-8 16,0 0-9-16,0 0-5 0,0 0-11 0,0 0-10 15,0 0-4-15,0 0 6 0,0 0-8 0,0 0-1 16,0 0-1-16,0 0-2 0,29 3 1 0,-7-2-1 16,10-2-2-16,2 0-7 0,3-1-1 0,15-1-8 15,-3 3-5-15,3-4-12 0,-3 2-1 0,-10 2-1 16,1-3-8-16,0 1 0 0,-3 1 0 0,-1 1-3 15,-2-1 0-15,-5 1-4 0,2 0 1 0,-2 0 0 16,-9-2-2-16,1 2-1 0,-3-1 1 0,-5 2-3 16,0 1 3-16,1-1-3 0,-1 0-1 0,-1-2 1 15,-1 0 1-15,1 1 5 0,-3 1 2 0,-1-1 5 16,1 0 2-16,2 1 0 0,-11-1 6 0,14 0-2 16,-8 0-10-16,-6 0-5 0,12 2 4 0,-12-2 0 15,10 0 1-15,-3 1 5 0,-7-1-8 0,10 1-3 16,-10-1-4-16,0 0-3 0,13 0-8 0,-8 1-13 0,-5-1-17 15,8 4-19-15,-8-4-27 0,9 4-35 16,-9-4-33-16,5 1-43 0,-5-1-49 0,6 4-146 16,-6-4-420-16,0 0 186 0</inkml:trace>
  <inkml:trace contextRef="#ctx0" brushRef="#br0" timeOffset="-88264.71">26199 7564 230 0,'0'-9'215'0,"0"-1"-5"0,0 10-4 15,0-10-15-15,2 3-14 0,-2 7-18 0,0 0-19 16,-2-10-18-16,2 10-13 0,0 0-15 0,0 0-7 0,0 0-10 15,0 0-3-15,0 0-4 0,0 31 0 16,2-19 4-16,-2 5-12 0,0 1-2 0,2 0-10 16,-2 0-3-16,0-1-4 0,2-1-4 0,-2-3-4 15,0-1-3-15,0 4-2 0,2-4-6 0,-2-2 0 0,3 0-9 16,-1 2-8-16,-2-3-15 0,0 1-9 16,2-2-20-16,0-2-37 0,-2-6-31 0,0 16-32 15,2-13-31-15,-2-3-19 0,2 9-153 0,-2-9-369 16,0 0 163-16</inkml:trace>
  <inkml:trace contextRef="#ctx0" brushRef="#br0" timeOffset="-88010.53">26232 7536 153 0,'0'0'155'0,"0"-9"-23"0,0 9-9 0,7-9-12 0,-1 7 9 15,6 0-14-15,-1 2 2 0,7 1 0 0,0 2-5 16,4 1-7-16,4 7-9 0,-3 0-8 0,-2-1-6 15,-3 0-6-15,-2 4-6 0,-3-2-9 16,-2 3-4-16,-2 0 16 0,-4 0 4 0,0 1 3 0,-7 2-4 16,-4-1-5-16,-3 2-4 0,-4 1 0 0,-5 0-8 15,-2-2-4-15,-2-1-7 0,-3 0 0 0,-2-4-5 16,2 0-3-16,0 0-8 0,1-3-14 0,4-2-14 16,1-4-22-16,4 2-27 0,1-3-22 0,3 1-30 15,0-4-34-15,4 0-41 0,-2 0-138 0,9 0-345 16,0 0 152-16</inkml:trace>
  <inkml:trace contextRef="#ctx0" brushRef="#br0" timeOffset="-87799.83">26589 7653 194 0,'12'-3'202'0,"-2"3"-21"16,-1 0-21-16,-9 0 0 0,14 3-7 0,-9-1-4 15,-1 2-8-15,-2 4-8 0,0-1-7 0,-6 3-11 16,0 2-6-16,1-1-11 0,-5 0-9 0,0 2-10 15,-1 3-6-15,3-6-4 0,2-2-7 0,1 2-11 16,-1-2-6-16,-1-1-2 0,5-1-6 0,0-6 0 16,-2 10-6-16,2-10-2 0,11 8-4 0,-2-4-7 15,10-3-7-15,2 1-18 0,13-5-21 0,3-3-35 0,16-3-33 16,-1-4-38-16,6-3-38 0,-6 6-182 16,4-3-383-16,6 0 170 0</inkml:trace>
  <inkml:trace contextRef="#ctx0" brushRef="#br0" timeOffset="-84564.39">27858 6402 111 0,'0'0'113'0,"0"0"-8"16,0 0-4-16,0 0-13 0,3-9-4 0,-3 9-5 15,0 0 1-15,0 0-9 0,0-7-7 0,0 7 5 16,0 0-3-16,2-6 6 0,-2 6 1 0,0 0 5 15,0 0-7-15,0 0-5 0,0 0-1 0,0 0-2 16,0 0-4-16,0 0-9 0,0 0-2 0,0 0-7 0,0 0-4 16,0 0-4-16,0 0-10 0,0 0 0 15,0 0-4-15,0 0 2 0,0 0-7 0,0 0 1 0,0 0-6 16,0 0 1-16,0 0 1 0,-6 19 0 16,3-10-2-16,2 1-6 0,-1 0 4 0,2 0 0 0,0 3 2 15,-2 0 1-15,0 2 1 0,2 1 0 16,0 0 11-16,0 2 2 0,0 0-3 0,-2 0 8 0,4-1-11 15,-4 1 6-15,2-1-3 0,0 0-2 0,2-2-2 16,-2 3 1-16,0 1 1 0,4 0 12 0,-2 7-3 16,-2-7-1-16,1 5 2 0,3 6-1 0,-3-3 2 15,1 2-4-15,0-2-2 0,-2 1 1 0,0-1-7 16,0 1-2-16,0-3 5 0,0 1 1 16,0-1 3-16,-2-6-5 0,2 6 2 0,0-5 5 0,0 5-7 15,0-4 3-15,0 3-1 0,0-5 4 0,0 0-4 16,0 0 2-16,0 0-4 0,0 1 0 0,0-3 1 15,0 4 2-15,0-3-3 0,0 0 2 0,2-1-7 16,0 1 6-16,-2-1 1 0,2 1-2 0,-1-1-4 16,-1 0 4-16,-1-1-3 0,2 2-2 0,-1 0-2 15,2-4-3-15,-2 4 2 0,0-3 2 0,1 2 3 16,-1 0 6-16,1-1-7 0,0 3 0 0,-1-3 0 16,3-4-1-16,-3 5-1 0,0-6 0 0,0 1-1 15,2 1-3-15,0 0-2 0,-1-1-1 0,2 0 6 16,-2-1-3-16,-1 2-2 0,3 0 1 0,-3-3 3 15,2 2 9-15,-2-1-3 0,0 1-9 0,2-2-1 16,1 3-1-16,-3-4 1 0,0 2 2 0,0 0-4 16,1-1 0-16,1 1 0 0,-2-2-2 0,1 2 2 15,-1-1-3-15,0 0-1 0,0 0 0 0,0-1-1 16,0 2 3-16,0-1 1 0,0 0-5 0,0 2 2 16,0-2 1-16,0 0 0 0,0-1 3 0,0 2-6 15,0-2-1-15,0 1 8 0,0-1 2 0,0 0-4 16,0-9 3-16,0 14 2 0,0-4 0 0,-1 0-3 15,1-2 4-15,-2 0 5 0,2 4 0 0,-1-3-4 16,1 1 4-16,-1 0-1 0,1-3-2 0,0 4-2 16,-2-4 1-16,2 4-4 0,0-11 0 0,0 14-1 15,0-6 1-15,0-1 0 0,-2 3 6 0,2-1-3 0,0-9-1 16,0 12-5-16,0-4 2 0,0-8-2 16,0 15 4-16,0-9-3 0,0-6-2 0,0 12 0 15,2-6 2-15,-2-6-5 0,0 10 5 0,0-10-3 16,0 9 0-16,2-2 13 0,-2-7-5 0,0 13 3 15,1-7-4-15,0 0 3 0,-1-6 4 0,0 13-3 16,2-6-7-16,-2-7-1 0,1 16 1 0,-1-10 12 16,2 1-13-16,-2-7 2 0,2 13-5 0,-2-7 1 0,0-6 4 15,-2 9-3-15,2-9-5 0,2 8 6 16,-2-8-6-16,2 8 6 0,-2-8-4 0,0 0 0 16,0 11 2-16,0-11 0 0,0 0-3 0,2 6-1 15,-2-6 2-15,2 6 0 0,-2-6 4 0,0 0 4 0,0 0-11 16,0 0 1-16,-1 10-4 0,1-10 5 0,0 0-1 15,0 0 3-15,0 0 4 0,0 0-7 0,0 0 1 16,0 0 1-16,1 6 1 0,-1-6-2 16,0 0-1-16,0 0 4 0,0 0-1 0,0 0-1 0,0 0-4 15,0 0 12-15,0 0-11 0,0 0 2 0,2 8-5 16,-2-8 1-16,0 0 1 0,0 0 2 0,0 0 15 16,0 0-15-16,1 6 0 0,-1-6-2 0,0 0 0 15,0 0 3-15,0 0 12 0,0 0-17 0,2 8 4 16,-2-8 3-16,0 0 1 0,0 0 0 0,0 0-5 15,5 4 0-15,-5-4-13 0,0 0-3 0,0 0-5 16,0 0-15-16,0 0-12 0,0 0-17 0,0 0-19 16,0 0-8-16,0 0-28 0,0 0-43 0,0 0-63 15,0 0-44-15,0 0-211 0,0 0-521 0,0-36 230 16</inkml:trace>
  <inkml:trace contextRef="#ctx0" brushRef="#br0" timeOffset="-81887.3">29162 6441 76 0,'0'0'96'0,"0"0"-3"0,0 0-7 0,0 0-4 16,-3-7 8-16,3 7-11 0,0 0-1 0,0 0-9 15,0 0 1-15,-5-6-8 0,5 6-1 0,0 0-3 16,0 0 18-16,0 0-24 0,0 0-6 0,0 0-4 15,-5-5-6-15,5 5 0 0,0 0 2 0,0 0-4 16,0 0 1-16,0 0 4 0,0 0-11 0,0 0 2 16,0 0-6-16,0 0 0 0,0 0-5 0,0 0-4 15,0 0 7-15,-8-2-2 0,8 2-9 0,0 0 1 16,0 0-2-16,0 0-1 0,0 0-2 0,0 0-6 16,0 0 3-16,0 0 4 0,0 0 4 0,0 0-2 15,0 0 1-15,0 0-1 0,0 0 2 0,0 0-3 16,0 0 3-16,0 0-1 0,0 0 3 0,0 0-3 15,0 0-1-15,0 0 0 0,0 0 1 0,0 0-4 16,0 0 2-16,25 0-4 0,-25 0 2 0,0 0-1 16,0 0-3-16,0 0 0 0,0 0-2 0,0 0 1 15,0 0-2-15,0 0 4 0,7 4-4 0,-7-4 2 0,0 0 3 16,0 0-4-16,0 0-2 0,0 0 2 16,0 0-4-16,0 0 7 0,0 0-9 0,0 0-17 15,0 0-17-15,0 0-10 0,0 0-24 0,0 0-24 16,0 0-23-16,3 7-18 0,-3-7-85 0,0 0-241 15,0 0 107-15</inkml:trace>
  <inkml:trace contextRef="#ctx0" brushRef="#br0" timeOffset="-81642.49">29286 6406 13 0,'0'0'21'0,"0"0"-8"0,0 0-7 16,0 0-16-16,0 0-9 0,0 0 5 0</inkml:trace>
  <inkml:trace contextRef="#ctx0" brushRef="#br0" timeOffset="-81482.61">29203 6427 63 0,'0'0'73'0,"0"0"-7"0,0 0-1 15,0 0-6-15,0 0-10 0,0 0-2 0,0 0-12 16,0 0-2-16,0 0-6 0,0 0-3 0,30-9-13 15,-22 9-19-15,3-2-23 0,2 1-55 16,-1-1-93-16,-2-1 42 0</inkml:trace>
  <inkml:trace contextRef="#ctx0" brushRef="#br0" timeOffset="-80750.89">30242 6892 37 0,'0'0'151'0,"0"0"-8"0,0 0-10 16,0 0-15-16,0 0-3 0,0 0-15 0,0 0-15 0,0 0-6 16,0 0-10-16,0 0-8 0,0 0-14 15,0 0-11-15,0 0-19 0,0 0-11 0,0 0-21 16,0 0-12-16,0 0-22 0,0 0-15 0,0 0-8 0,0 0-24 15,1 8-50-15,-1-8-158 0,0 0 70 0</inkml:trace>
  <inkml:trace contextRef="#ctx0" brushRef="#br0" timeOffset="-76297.88">28566 3234 62 0,'0'0'65'0,"0"0"-4"0,0 0-1 0,0 0-2 16,-14-3-6-16,14 3 1 0,0 0 5 0,0 0-4 15,0 0-4-15,-9-2 8 0,9 2-7 0,0 0-4 16,-10-2 6-16,10 2-2 0,0 0 4 0,-6-3-3 16,6 3 1-16,0 0-5 0,0 0 6 0,-11 0 4 15,11 0 3-15,0 0-4 0,0 0 3 0,-7-4 4 16,7 4-8-16,0 0-2 0,0 0 1 0,0 0-4 15,0 0 2-15,0 0 0 0,0 0-3 0,0 0-4 16,0 0-3-16,0 0 0 0,0 0 0 0,0 0-1 16,0 0-10-16,0 0 1 0,0 0-4 0,0 0-4 15,28-8 3-15,-15 7-2 0,6-4-1 0,-1 3-3 16,10-4-3-16,-9 5-1 0,-2-3 2 0,3 0-6 16,0 0 3-16,-2 0-2 0,1 2-6 0,-2 1 6 15,-3-1 0-15,-5 0 0 0,4-1-2 0,0 1 1 16,-4 1 4-16,2-2-9 0,-3 2-1 0,-2-1 1 15,1 0 7-15,-7 2-6 0,11-1 3 0,-11 1-7 16,0 0 2-16,9 0-5 0,-9 0 0 0,0 0-1 16,0 0-1-16,7-2 3 0,-7 2-3 0,0 0-4 15,0 0-10-15,0 0-7 0,7-2-9 16,-7 2-15-16,0 0-21 0,0 0-25 0,0 0-37 16,0 0-34-16,0 0-164 0,0 0-352 0,0 0 157 15</inkml:trace>
  <inkml:trace contextRef="#ctx0" brushRef="#br0" timeOffset="-67879.61">29217 6350 30 0,'0'0'110'0,"0"0"-21"0,0 0-2 0,0 0-1 16,0 0-9-16,0 0 0 0,0 0-14 0,-3-8 3 15,3 8-8-15,0 0-4 0,0 0-4 0,0 0-2 16,0 0 0-16,0 0-3 0,0 0-3 0,0 0 6 16,0 0-11-16,0 0 2 0,-4-6-4 0,4 6-8 15,0 0 2-15,0 0-2 0,0 0-10 0,0 0 9 16,0 0-5-16,0 0-5 0,0 0-4 0,0 0 5 16,0 0-10-16,0 0-4 0,0 0-1 0,0 0-6 15,0 0-9-15,0 0-5 0,0 0-7 0,0 0-2 16,0 0-7-16,0 0 6 0,0 0-10 0,0 0 1 15,0 0-1-15,0 0 3 0,0 0-2 0,0 0 5 16,0 0 2-16,0 0 7 0,0 0-5 0,25 6 8 16,-25-6 2-16,0 0-1 0,8 0 4 0,-8 0 2 15,0 0 11-15,0 0-3 0,0 0 1 16,11-1 3-16,-11 1 4 0,0 0 5 0,6-4-1 0,-6 4-2 16,0 0 3-16,9-3 11 0,-9 3-3 0,6-6 5 15,-6 6-6-15,7-3 2 0,-7 3 9 0,0 0-1 16,5-5 9-16,-5 5 8 0,0 0 6 0,0 0 7 15,6-2-2-15,-6 2 2 0,0 0-9 0,0 0 3 16,0 0-6-16,0 0-5 0,0 0-4 0,0 0 6 16,0 0-17-16,0 0 2 0,0 0-6 0,0 0 2 15,0 0-6-15,0 0-1 0,-23-3 2 0,23 3-1 16,-10 10 1-16,2-4 9 0,1 1 0 0,-2-1 2 16,1 4-6-16,0-3 1 0,2 2-1 0,-1 0-4 15,0-1 2-15,1 4 1 0,-2-5 1 0,3 5 5 16,-3-2 2-16,3 0 8 0,0-1-4 0,0 1 0 15,-2 1-4-15,1-3-3 0,2 2-2 0,2-4-1 16,-1 1-2-16,1-1-1 0,-1 1-4 0,3-7-3 16,-1 12-1-16,-1-5 1 0,2-7 6 0,0 10-8 15,0-10 0-15,2 11 0 0,0-8 0 0,-2-3-1 16,4 8-2-16,0-4 4 0,-4-4-5 0,9 3 4 16,-3 0-1-16,-6-3-1 0,12 1 2 0,-4-1 7 15,-8 0 6-15,16-1 3 0,-10-2-2 0,1 0 9 16,-1 0-1-16,4-2-3 0,-4 0 0 0,1-1-3 15,0-1-3-15,-1-2-3 0,-1 0 2 0,0-1-4 16,0 1-4-16,-1-3 2 0,1-1-2 0,0 3-2 16,-3-2 4-16,1 0 10 0,-1 2-9 0,-1-1-3 15,0 1 1-15,-1 1-2 0,2-1 4 0,-2 10-4 16,-2-13-2-16,0 5-3 0,-2 0 1 0,0-1-3 16,-2 2 2-16,-1 0-4 0,0 0 4 0,-2 2-8 15,-1-1-2-15,1 5-11 0,-2-3-10 0,3 2-18 16,-2 2-32-16,-1-3-38 0,3 2-46 0,8 1-39 0,-11 4-197 15,11-4-425-15,0 0 188 0</inkml:trace>
  <inkml:trace contextRef="#ctx0" brushRef="#br0" timeOffset="-51933.1">25382 6809 213 0,'1'-8'221'0,"-1"8"-15"0,0 0-19 0,0 0-12 16,-4-9-8-16,4 9-13 0,0 0-10 0,-7-3-15 16,7 3-6-16,0 0-11 0,-16 3-11 0,16-3-9 15,-13 7-10-15,4-2-1 0,-3 0-7 0,1 3-5 16,1 0-5-16,-5 4-2 0,4-1-7 0,-1 1-1 15,2 1-10-15,3-3-1 0,-3 2-2 0,6-6-9 16,-2 3-3-16,3 0 0 0,-1-1-3 0,2-1-4 16,0 0-3-16,2-7 5 0,2 13-7 0,0-7-2 15,3 3 1-15,1-5 1 0,1 2 0 0,3-2 1 16,-2 2-1-16,1-2 2 0,0 2-10 0,0-2 2 0,-1 2-3 16,3-3-4-16,-5 0 2 0,0 0-2 0,1 1 1 15,-3-1 1-15,0 3-4 0,2-2 4 16,-6-4-1-16,4 6 1 0,-4-6 0 0,0 0 14 15,-2 13-9-15,2-13 4 0,-12 10-1 0,3-4 2 0,-1 1-4 16,0 0-3-16,-3-1 3 0,-4 3-2 0,7-5-4 16,-3 2-8-16,1-3-12 0,1 2-9 0,4-3-17 15,-2 1-17-15,2-2-27 0,7-1-39 0,-10 5-36 16,10-5-51-16,-5 1-208 0,5-1-451 16,0 0 200-16</inkml:trace>
  <inkml:trace contextRef="#ctx0" brushRef="#br0" timeOffset="-51715.74">25466 6961 168 0,'4'-4'259'0,"1"1"-20"15,0-1-17-15,-5 4-18 0,9-3-10 0,-9 3-18 16,0 0-3-16,6-3-18 0,-6 3-9 0,0 0-11 16,0 0-5-16,5 11-7 0,-5-11-6 15,-3 14-11-15,4-6-7 0,-4 3-10 0,3-3-9 0,0 2-8 16,0 0-10-16,-4-1-4 0,6 3-6 0,-1-2-3 15,-2 0-12-15,1 2-27 0,0 1-27 0,1-5-24 16,-1 5-30-16,0-2-55 0,0-2-64 0,0 2-80 16,-3 0-137-16,-4-3-441 0,2-1 196 0</inkml:trace>
  <inkml:trace contextRef="#ctx0" brushRef="#br0" timeOffset="-51552.23">25571 6793 2908 0,'0'-12'24'0,"0"1"10"0,0 0-24 16,0 4-5-16,0 7-6 0,-2-10-14 0,2 10-11 15,0-9-6-15,0 9-3 0,0 0-10 0,0 0-26 16,0 0-30-16,0 0-45 0,17 19-41 0,-14-8-200 16,2 0-420-16,-3 6 186 0</inkml:trace>
  <inkml:trace contextRef="#ctx0" brushRef="#br0" timeOffset="-50830.25">25336 8985 199 0,'0'0'274'0,"0"0"-7"0,0 0-10 0,3-5-10 15,-3 5-16-15,0 0-20 0,0 0-14 0,0 0-8 16,-15-6-11-16,15 6-4 0,-13 4-14 0,3-2 0 16,-3 1-4-16,2 1-15 0,-1 1-9 0,2 0-15 15,1 1-8-15,-4 0-17 0,4 1-8 0,2-1-13 16,0 1-15-16,2 2 7 0,0-1-11 0,3 0-3 15,0-1-8-15,2-7-4 0,3 18-18 0,1-7-4 16,0-1-1-16,6-1-7 0,-1 0-8 0,5 2 1 16,-1-1-2-16,-1 1 0 0,5-3 4 0,-8 1-3 15,2-3 5-15,-2-1-6 0,0-1-5 0,-5-1 6 16,4 1 3-16,-4-2-8 0,-4-2-1 0,9 8 5 16,-9-8 6-16,2 5 7 0,-2-5 1 0,0 0 3 15,-9 13-2-15,3-10 3 0,0 0 0 0,-5 5-4 16,0-4 7-16,0 0-3 0,0-1-3 0,-3 0 2 15,3 1 0-15,1-1 4 0,-1 0-23 0,1 0-19 0,3-3-12 16,7 0-33-16,-14 2-26 0,7-1-30 16,7-1-37-16,-8 2-43 0,8-2-41 0,0 0-35 15,0 0-209-15,0 0-530 0,0 0 234 0</inkml:trace>
  <inkml:trace contextRef="#ctx0" brushRef="#br0" timeOffset="-50633.06">25479 9129 146 0,'7'-7'328'15,"-2"0"-14"-15,1 4-4 0,-1-3-4 0,0 3-4 0,-5 3-1 16,9-7-11-16,-9 7-18 0,6-3-19 0,-6 3-20 16,0 0-16-16,7-3-18 0,-7 3-15 15,0 0-7-15,0 0-13 0,0 0-13 0,5 13-13 0,-5-13-13 16,2 11-12-16,-2 1-11 0,2-2 0 0,0 2-20 16,-2 0-14-16,2 0-35 0,-2 3-36 0,2-2-56 15,-4-2-39-15,4 1-43 0,-4 1-33 0,2-2-36 16,-2 0-49-16,2-2-66 0,0 1-283 0,0-4-656 15,0-6 290-15</inkml:trace>
  <inkml:trace contextRef="#ctx0" brushRef="#br0" timeOffset="-50464.23">25692 8904 28 0,'-2'-7'308'15,"0"1"-28"-15,2 6-29 0,-4-9-38 0,4 9-34 16,-2-7-42-16,2 7-39 0,0 0-51 0,0 0-55 16,0 0-46-16,9-3-85 0,-9 3-85 0,0 0-241 15,20 5 106-15</inkml:trace>
  <inkml:trace contextRef="#ctx0" brushRef="#br0" timeOffset="-45833.09">20420 9911 192 0,'-1'-7'212'0,"1"7"-3"0,0-12-3 0,0 12-12 15,-1-14-10-15,1 14-6 0,-1-9-10 0,1 9-3 16,-2-8-18-16,2 8-15 0,0 0-10 0,-1-9-13 15,1 9-13-15,0 0-12 0,0 0-10 0,-3-7-9 16,3 7-10-16,0 0-4 0,0 0-5 0,0 0-1 16,0 0-8-16,0 0-3 0,0 0-6 0,0 0 2 15,6 22-2-15,-6-22-5 0,2 11-5 0,-2-11 0 0,0 9 1 16,1-2 2-16,-1-7 4 0,2 10-2 16,-1-4-2-16,-1-6-3 0,1 13 4 0,-1-5 1 0,0 2 1 15,3-1-3-15,-3-1-3 0,1 1-2 0,-1-9 1 16,1 12-3-16,1-6-3 0,-2-6 3 0,2 8-3 15,-2-8 3-15,4 8-8 0,-4-8 3 16,0 8 3-16,0-8-5 0,0 0-4 0,-1 10 5 0,1-10-3 16,0 0 1-16,0 0-2 0,2 7 1 0,-2-7 2 15,0 0-1-15,0 0 3 0,0 0 1 0,0 0 1 16,0 0 2-16,0 0 1 0,0 0 2 0,0 0 4 16,0 0 7-16,0 0 1 0,0 0-3 0,0 0 3 15,0 0-3-15,0 0 1 0,0 0 1 0,0 0-3 16,0 0 1-16,0 0-6 0,0 0 4 0,0 0-1 15,0 0-9-15,0 0 1 0,0 0 2 0,0 0-5 16,0 0 5-16,0 0-6 0,0 0-3 0,0 0 2 16,0 0-8-16,0 0 1 0,0 0 1 0,0 0 1 15,0 0 6-15,0 0-7 0,0 0 3 0,0 0-4 16,0 0-1-16,0 0-1 0,0 0 6 0,0 0-1 16,0 0-2-16,0 0-1 0,0 0 4 0,0 0-3 15,0 0 0-15,0 0 0 0,0 0-3 0,0 0 1 16,0 0 3-16,0 0-1 0,0 0 3 0,0 0-4 15,0 0-1-15,0 0-2 0,0 0 4 0,0 0 2 16,0 0-6-16,0 0-1 0,0 0 0 0,-12-19 4 16,12 19-1-16,0 0 2 0,-3-10-3 0,3 10 2 15,-3-6-4-15,3 6 0 0,0 0-2 0,0 0-4 0,-2-8-3 16,2 8-1-16,0 0-2 0,-1-9-5 0,1 9-1 16,0 0-8-16,-4-9-3 0,4 9-1 0,-3-8 2 15,3 8 7-15,-2-6-5 0,2 6 2 16,-2-10 4-16,2 10 3 0,-1-8-3 0,1 8 1 0,-5-7 5 15,5 7 0-15,-4-11 0 0,4 11 8 0,-2-8-1 16,2 8 0-16,-2-10 3 0,2 10 0 0,-2-10-3 16,2 10 3-16,0 0 1 0,-3-7 1 0,3 7-1 15,0 0 3-15,-2-7-1 0,2 7 0 0,0 0-3 16,0 0 7-16,0 0-2 0,-3-8 5 0,3 8-4 16,0 0 0-16,12-6 0 0,-6 3 1 0,8 1-12 15,1-3 1-15,5-2 10 0,1 2-6 0,4-1-2 16,-2 2-1-16,2-4 5 0,5 3-1 0,-2-2 2 15,0 3-5-15,-8 0 6 0,7-1-21 0,-7 2-14 16,1-1-20-16,-4 3-20 0,-3 0-30 0,-2 0-34 16,0 1-25-16,-1-1-27 0,-3 1-25 0,0 2-175 15,-8-2-425-15,11 2 188 0</inkml:trace>
  <inkml:trace contextRef="#ctx0" brushRef="#br0" timeOffset="-45566.42">20576 9851 121 0,'0'0'212'0,"-6"-1"-13"0,6 1-13 0,0 0-15 15,-12 2-14-15,12-2-7 0,-11 4-8 0,5-1-6 16,0 1-15-16,0 4-5 0,-4-1-12 0,1 2-6 16,0 7-7-16,-2 2 5 0,-1 4-3 0,3 3-6 15,-2-2-1-15,2 4 0 0,1 1 2 0,3 0-4 0,-2-1-12 16,5 0-3-16,1-1-7 0,-1-7-3 15,1 2-8-15,2-1-3 0,1 3-6 0,0-3-3 0,-2-2-5 16,4-2-1-16,1 2-7 0,-1-4-9 16,-2-2-16-16,1-1-17 0,0-2-23 0,-1 1-26 0,1 0-44 15,-1-4-35-15,0-1-36 0,-2-5-40 0,2 8-181 16,-2-8-435-16,0 0 193 0</inkml:trace>
  <inkml:trace contextRef="#ctx0" brushRef="#br0" timeOffset="-45233.32">20355 10167 1956 0,'-1'-11'51'0,"2"1"-6"0,-1 10-24 16,-1-11-6-16,0 3-2 0,1 8-7 0,0 0-9 15,2-12 8-15,2 8 2 0,-4 4 8 0,12-4 10 16,-1 0 1-16,2 1 1 0,5-1-1 0,1 2-2 16,3-2-5-16,6 1-1 0,1 0 1 0,-1 2-3 15,2 0-2-15,-9 1-1 0,-1-1-5 0,0-1 2 16,-1 0-2-16,-1 2 0 0,-4 1 3 0,-2-1-10 15,1 1 8-15,-2-2-5 0,-3 2 0 0,-1-1 4 16,-7 0 1-16,13 0 7 0,-13 0 2 0,8 2 9 16,-8-2 2-16,0 0 3 0,10 0-2 0,-10 0 10 15,0 0-3-15,0 0-1 0,0 0-3 0,8 0-7 16,-8 0 1-16,0 0 3 0,3 5 2 0,-3-5 1 16,3 11-3-16,-3-1 2 0,0 2-3 0,-1 0-1 15,2 2-3-15,-1 2-1 0,-1 1-5 0,-1 1-1 16,-1 0-5-16,1-1-18 0,2-1-22 0,0 4-27 15,-1-5-41-15,0 0-47 0,0-2-52 0,1-1-51 16,-3-2-145-16,2 0-423 0,-1-1 187 0</inkml:trace>
  <inkml:trace contextRef="#ctx0" brushRef="#br0" timeOffset="-45081.96">20725 9914 110 0,'0'0'146'0,"0"0"-21"16,0 0-26-16,0 0-44 0,0 0-44 0,10 31-43 15,-4-2-54-15,1 2-93 0,2 1 41 0</inkml:trace>
  <inkml:trace contextRef="#ctx0" brushRef="#br0" timeOffset="-44865.1">20910 10319 193 0,'-3'-10'252'0,"3"0"-8"16,0-1-13-16,0-1-9 0,2 1-6 0,-1-4-17 16,0-3-13-16,3 3-15 0,3-1-12 15,-1 2-13-15,0-2-13 0,-1 8-12 0,0 0-15 16,2-1-10-16,-2 5-10 0,1 1-13 0,-6 3-6 0,13 0-9 16,-5 3-5-16,-2 0-4 0,2 6-5 0,-2-2-7 15,-2 7-8-15,3-1-8 0,0 3-8 0,-3 1-24 16,-2 1-20-16,1 1-17 0,-2 0-23 0,3-2-47 15,-3 1-42-15,5-6-41 0,-1 0-41 0,1-2-146 16,2-1-419-16,1 0 186 0</inkml:trace>
  <inkml:trace contextRef="#ctx0" brushRef="#br0" timeOffset="-44465.26">21436 10113 215 0,'-7'-10'249'0,"-2"4"-8"15,-4 0-3-15,0 0-13 0,-5 2-5 0,-1 2-9 16,1 1-8-16,1 5-15 0,-2 0-14 0,0 4-16 16,3 1-1-16,-1 3-27 0,2 1-17 0,-4 4-4 15,10-3-10-15,0 4-8 0,1-1-12 0,4-1-6 16,3 0-8-16,1 0-12 0,4 0-2 0,1-3-7 16,1-3-10-16,4-1-11 0,5 0-5 0,-3-3-8 15,6-1 2-15,0-1-4 0,1-3 6 0,3-3-13 16,0-1-3-16,-3 0 0 0,0-5 8 0,0-1-12 15,-3-3 5-15,-2-1-2 0,-3 0 3 0,-2-4 1 16,-1-2-2-16,-3 0 1 0,-1-7-1 0,-2 2 3 16,-2-4-3-16,-2-1 0 0,2 0-2 0,-4-1 3 15,0 0 3-15,0 1 4 0,-1 0 5 0,3 2-1 16,-4 8 9-16,3 2 3 0,-1 1 5 0,1 7 6 16,3-1-4-16,-2 4-10 0,2 6-4 0,-2-7-3 0,2 7 1 15,0 0-6-15,0 0 0 0,0 0 7 16,-2 39-7-16,2-13 2 0,-3 5 2 0,2 3 0 15,5 0-6-15,-3-1 0 0,3 2-23 0,0-2-17 16,1-1-26-16,1 0-25 0,3 3-36 0,1-5-60 0,1-2-69 16,3-1-261-16,0-3-553 0,4-5 245 0</inkml:trace>
  <inkml:trace contextRef="#ctx0" brushRef="#br0" timeOffset="-44083.16">22452 9865 13 0,'3'-10'362'0,"-2"2"-33"0,1 3-37 15,-2 5-33-15,4-6-24 0,-4 6-17 0,0 0-9 16,7 15-19-16,-4-2-21 0,0 4-14 0,5 7-11 16,-4 4-16-16,1-1-13 0,1 1-12 0,1-1-9 15,1 0-9-15,-2-4-8 0,2-4-8 0,2 5-7 16,-3-7-4-16,0 0-10 0,-2-5-2 0,5 1-1 15,-3-2-7-15,-2-1 1 0,0-1-7 0,-3-5-5 16,2 2 6-16,-1 1-5 0,-3-7 5 0,5 7 22 16,-5-7 33-16,0 0-7 0,0 0-3 0,0 0-3 15,0 0-8-15,11-18-1 0,-7 7-17 0,0-6 0 16,4 0 1-16,-3-6 1 0,0-2 3 0,3-1-5 16,3-3-10-16,-6 2-3 0,3-2-1 0,-2 1-1 15,3 0-5-15,-1 3-8 0,-2 7 3 0,2 1 8 16,-2 3-16-16,-3 3 8 0,2 2-14 0,-3 2-13 0,2 1-37 15,0 1-42-15,-4 5-41 0,3-6-25 16,-3 6-12-16,0 0-5 0,0 0-21 0,0 0-38 16,0 0-42-16,4 26-48 0,-4-14-209 0,0 5-566 15,1-1 250-15</inkml:trace>
  <inkml:trace contextRef="#ctx0" brushRef="#br0" timeOffset="-43748.67">22900 10045 165 0,'0'0'250'0,"0"0"-14"0,0 0-11 0,-4 10-6 16,4-10-4-16,-8 13-3 0,2-3-6 0,-1 1-1 16,-3 3-18-16,3 1-14 0,-1 2-19 15,1-1-11-15,1 1-11 0,0 1-11 0,1 0-13 0,2-1-16 16,2-2 1-16,1-1-17 0,2 0-5 0,0-2-3 16,4-1-6-16,0-2-8 0,3-1-2 0,-1-2-4 15,2-1 1-15,3 0-3 0,-1-3 0 0,5-1 0 16,-4-4-9-16,6 0 0 0,-2-4 0 0,1 1-6 15,-3-4-6-15,2-1 17 0,-3-1-13 0,3-4-3 16,-5 1-1-16,2-6 1 0,-3-1-9 0,-1-2 17 16,-4 1-21-16,-3 4 2 0,-1-6-5 0,-2 5 4 15,-4-4 11-15,-2 1-21 0,1 6 3 0,-1 0 0 16,-5 2-7-16,1 1 6 0,1 5-1 0,-2 2-6 16,-5-1-2-16,4 6 1 0,-9 2-19 0,4 3-17 15,0 1-19-15,-3 3-26 0,1 1-31 0,1 3-24 16,2 1-36-16,1 0-58 0,7-4-57 0,3 3-224 15,1-1-555-15,4-4 246 0</inkml:trace>
  <inkml:trace contextRef="#ctx0" brushRef="#br0" timeOffset="-43516.79">23683 10014 132 0,'-8'-2'303'0,"8"2"-12"16,-11-3-18-16,11 3-14 0,-6-4-18 0,6 4-17 0,0 0-13 15,0 0-18-15,0 0-11 0,0 0-25 0,0 0-12 16,21-10-20-16,-4 6-15 0,11 0-23 0,0-2-33 16,3 3-29-16,-3-1-30 0,-8 1-32 0,0 1-48 15,-6 1-50-15,1-3-33 0,-4 4-50 0,-2 1-176 16,-9-1-428-16,6 4 190 0</inkml:trace>
  <inkml:trace contextRef="#ctx0" brushRef="#br0" timeOffset="-43365.32">23643 10149 157 0,'-5'3'268'0,"-1"1"-9"0,6-4-9 0,-5 5-10 16,5-5-9-16,-6 6-1 0,6-6-12 0,0 0-17 15,0 0-9-15,0 0-14 0,0 0-15 0,12 4-18 16,0-4-32-16,2 0-27 0,14-4-37 0,-1 2-45 15,2-2-58-15,3 1-75 0,1-5-86 0,-3 2-216 16,2 1-468-16,-2-2 208 0</inkml:trace>
  <inkml:trace contextRef="#ctx0" brushRef="#br0" timeOffset="-42799.84">24744 9804 76 0,'-4'-10'259'0,"-1"2"-9"16,2 0-7-16,1 1-7 0,1 0-13 0,1 7-15 16,-4-11-12-16,4 11-14 0,0-12-19 0,0 12-15 0,4-8-17 15,-4 8-11-15,11-2-13 0,-1 2-10 16,-10 0-8-16,20 8-12 0,-5-1-11 0,1 3-7 15,-2 2-5-15,-5 1-3 0,0 0-12 0,0 4 1 16,-5 0-4-16,-3 0 6 0,-2 2-13 0,-3 7-1 0,-7-1-1 16,-3-4-12-16,-2 2 5 0,-2-1-8 0,-4-2 1 15,-1-1-4-15,1-2-3 0,-4 0-1 0,2-2 1 16,1-1-1-16,4-7 1 0,0 2-2 0,1-4 0 16,5 0-1-16,3-3 2 0,0 2 1 0,2-1 0 15,1-1 0-15,1 0-1 0,6-2 6 0,-10 1 8 16,10-1-1-16,-8 5 10 0,8-5-11 15,-5 3-13-15,5-3 6 0,0 0 1 0,-1 8-5 0,1-8-3 16,0 0 4-16,6 15-3 0,-1-8 0 0,0 5 0 16,2 0-1-16,0 0-1 0,2 2 4 0,2 1-16 15,-3 1-23-15,0 0-21 0,1 1-27 0,-2 1-44 16,4 4-55-16,-3-4-60 0,-2 2-235 0,-1-1-514 16,0 0 228-16</inkml:trace>
  <inkml:trace contextRef="#ctx0" brushRef="#br0" timeOffset="-42670.67">24608 10669 138 0,'-6'8'264'0,"6"-8"1"0,0 0 3 0,-4 5-5 15,4-5-17-15,0 0-24 0,0 0-24 0,0 0-30 16,0 0-43-16,0 0-47 0,0 0-54 0,-7 3-78 16,7-3-96-16,0 0-193 0,0 0-371 0,0 0 164 15</inkml:trace>
  <inkml:trace contextRef="#ctx0" brushRef="#br0" timeOffset="-36361.53">19341 6270 5 0,'-4'-3'261'0,"4"3"-16"16,-7-10-19-16,3 7-12 0,4 3-10 0,-7-6-13 15,7 6-14-15,0 0-16 0,-5-6-14 0,5 6-19 16,0 0-15-16,0 0-15 0,0 0-6 0,0 0-13 15,0 0-8-15,0 0-8 0,0 0-4 0,14 28-6 0,-9-17 0 16,3 5-7-16,1 0-7 0,-2-1 1 16,2 1 5-16,-1 1-12 0,1-1-2 0,1-1-2 15,-1 1-4-15,0-3 0 0,-3 0-4 0,6 0-2 16,-7-3 2-16,1 1-1 0,3 0-2 0,-1-3-2 16,-2 0-2-16,2-1-2 0,-2 1 2 0,-1-3-3 15,-1 1 1-15,0-2 2 0,1 0 0 0,-5-4 4 0,4 7 6 16,-4-7 15-16,4 5 9 0,-4-5 13 15,0 0-6-15,0 0-2 0,13-10-2 0,-10 0-4 16,1 0 11-16,0-5 0 0,1 0-13 0,-1-2 0 16,0-3-3-16,5-6-2 0,-4 7-3 0,1-6-1 0,1 0-5 15,-3 5-3-15,4 2 2 0,-5 0-9 0,3 1 1 16,1 2-2-16,-5 4-3 0,2 3-4 0,1-2-3 16,-1 5-13-16,-1-1-17 0,-3 6-27 0,4-9-29 15,-4 9-28-15,3-3-5 0,-3 3-5 16,0 0-22-16,0 0-29 0,16 14-22 0,-14-6-27 15,2 3-36-15,-3 6-198 0,2-2-484 0,-2 2 214 0</inkml:trace>
  <inkml:trace contextRef="#ctx0" brushRef="#br0" timeOffset="-36164.78">19766 6440 299 0,'0'0'279'16,"0"0"-21"-16,0 0-19 0,0 0-17 0,0 0-16 15,0 0-23-15,0 0-5 0,0 0-9 0,0 0-12 16,0 0-13-16,0 0-10 0,0 0-12 0,-11 27-13 16,8-18-12-16,3 2-7 0,-1-1-8 0,1 3-9 15,0-2-6-15,0 6-18 0,0-4-33 16,2 3-30-16,0 0-28 0,1 3-46 0,0-4-61 0,-1 3-46 16,4 1-52-16,-5-1-160 0,4-1-440 0,-1 3 195 15</inkml:trace>
  <inkml:trace contextRef="#ctx0" brushRef="#br0" timeOffset="-35413.28">19126 8695 5 0,'-1'-12'294'0,"-3"2"-28"16,1 0-15-16,2 1-14 0,1 1-16 0,0 8-17 15,-3-13-13-15,3 13-15 0,0-10-11 0,0 10-19 16,0-9-19-16,0 9-11 0,0 0-5 0,0 0-24 16,0 0-8-16,0 0-9 0,0 0-5 0,21 13 1 15,-14-5-17-15,1 3 0 0,1 3-6 0,1 0-4 16,2 2 0-16,-6 0 2 0,2 0-5 0,-2 1 0 15,3-2 0-15,-2-1-5 0,-2-1-1 0,0-4-2 0,0 2-4 16,0 0-3-16,-1-3-2 0,-2 1-3 16,4 1-1-16,-4-4-3 0,-1-2 5 0,2 2-2 15,-3-6-2-15,5 8-2 0,-5-8 3 0,3 5 0 16,-3-5-5-16,5 5 3 0,-5-5 6 0,0 0 15 0,0 0 4 16,0 0 0-16,0 0 4 0,0 0-1 0,10-10-2 15,-8 1 9-15,4-2-19 0,-4-3 0 0,2-3-2 16,2 0-1-16,-2-2-8 0,1 1 0 15,2-1-9-15,0-6 12 0,1 1-6 0,-3-2-9 16,2 3 14-16,-2 4-14 0,0 0-3 0,1 2-3 0,-1 5-7 16,-1 1 1-16,0 1-8 0,0-1-13 15,-2 5-14-15,1 1-25 0,-3 5-21 0,3-7-25 0,-3 7-3 16,0 0-21-16,0 0-17 0,0 0-23 0,12 18-21 16,-11-6-9-16,2 5-42 0,-2 2-159 15,1-3-441-15,-2 5 195 0</inkml:trace>
  <inkml:trace contextRef="#ctx0" brushRef="#br0" timeOffset="-35129.75">19518 8778 11 0,'7'-4'199'0,"-7"4"-15"0,10-3-13 0,-10 3-2 16,10-3-11-16,-2 3-9 0,-8 0-10 0,11 3-7 15,-4 0 0-15,0 1-5 0,-2 2-5 0,0 1 0 16,2 3-6-16,-5 1-8 0,2 1-10 0,-1 0-3 15,-2 3-4-15,-1 1-7 0,-5 0-8 16,0 0-5-16,2-5-5 0,-1 1-3 0,-1-2-4 0,1 0-5 16,1-2-7-16,-2 0-2 0,3-2-2 0,1 1 2 15,1-7-12-15,-4 7-4 0,4-7-4 0,-2 5 0 16,2-5-8-16,0 0 7 0,0 0-7 0,14 5-1 16,-2-7-11-16,11-2-5 0,9-7-20 0,5 1-27 15,16-5-40-15,3-2-46 0,0-2-61 0,2 0-57 16,-2 2-156-16,-2 1-438 0,-7 4 193 0</inkml:trace>
  <inkml:trace contextRef="#ctx0" brushRef="#br0" timeOffset="-34275.12">19583 11229 132 0,'0'0'285'0,"-1"-12"-13"0,1 12-10 15,-3-10-6-15,3 10-11 0,0-10-8 0,0 10-17 0,-1-7-14 16,1 7-5-16,0 0-26 0,-2-7-21 16,2 7-20-16,0 0-13 0,0 0-12 0,0 0-12 15,0 0-11-15,0 0-9 0,0 0 2 0,0 0-9 16,0 0 4-16,1 32-7 0,-2-20 1 0,1 4-4 0,-2 1-1 15,1-4-7-15,-3 4-6 0,4-2-3 16,-2 2-1-16,1 0-10 0,-1-6 0 0,1 2 0 16,1-1-7-16,0 1-6 0,0-1 0 0,0-1 4 15,0 1-3-15,0-2-8 0,-1-3-2 0,1-7-1 16,1 14-16-16,0-8-23 0,-1 2-17 0,0-8-21 16,0 10-26-16,0-10-13 0,0 9-16 0,0-9-19 15,-1 8-25-15,1-8-50 0,0 0-45 0,0 0-244 0,0 0-543 16,0 0 239-16</inkml:trace>
  <inkml:trace contextRef="#ctx0" brushRef="#br0" timeOffset="-34091.99">19474 10991 253 0,'0'0'255'0,"-4"-9"-29"16,4 9-21-16,-2-7-22 0,2 7-20 0,0 0-20 15,-2-8-26-15,2 8-19 0,0 0-27 0,0 0-32 16,0 0-32-16,0 0-39 0,28 16-37 0,-18-9-34 16,5 3-37-16,-3 0-96 0,2 1-256 0,-1 0 113 15</inkml:trace>
  <inkml:trace contextRef="#ctx0" brushRef="#br0" timeOffset="-33849.75">19899 11137 166 0,'10'6'210'16,"2"1"-7"-16,-2 0-6 0,3 5-2 0,-6-3-12 15,4 6-13-15,-5 0-2 0,0 3-8 0,-2-4-18 16,-3 2-8-16,2 3-12 0,-3-2-10 0,-1 8-7 16,-2-6-13-16,-1-2-11 0,-2-1-3 0,-2 1-12 15,-2 6-3-15,0-6-6 0,0 0-1 0,1-2-11 16,-3 0-15-16,1 1-15 0,-1-1-17 0,-2-2-22 0,1-1-25 15,-2 2-32-15,-2-2-34 0,1-2-47 16,-1 0-51-16,-1-1-155 0,0-3-397 0,-1 0 175 16</inkml:trace>
  <inkml:trace contextRef="#ctx0" brushRef="#br0" timeOffset="-33593.82">19252 11243 219 0,'-11'0'224'0,"-2"3"-11"0,3 2-12 0,-2 4-8 16,-2 2-11-16,1 2-7 0,1 3-3 0,0 1-10 16,1 5-11-16,1-5-14 0,1 5-15 0,2 4-7 15,3 3-13-15,-1-3-8 0,8-7-11 16,-2 7-7-16,3-6-11 0,-2-1-2 0,5 0-22 15,-2 0-15-15,1-2-30 0,3 0-26 0,-1 0-43 0,2-4-48 16,3 1-44-16,0-2-61 0,-2-2-141 0,3 1-396 16,-1-6 175-16</inkml:trace>
  <inkml:trace contextRef="#ctx0" brushRef="#br0" timeOffset="-32933.64">21025 11185 42 0,'1'-7'266'0,"-1"7"-23"0,1-7-20 16,-1 7-22-16,0 0-14 0,2-12-23 0,-2 12-17 0,0 0-10 16,0 0-7-16,0 0-10 0,0 0-6 0,14 12-5 15,-8-2-7-15,2 5-7 0,1 1-8 0,-1 2-10 16,3 5-7-16,-3 1-2 0,-1-7-9 16,2 8 0-16,0-5-4 0,-2-3-7 0,5 5-5 0,0-5-2 15,-3-1-3-15,1 0-3 0,0 0-1 0,-5-6-5 16,6 5-6-16,-6-6 3 0,2 1-3 15,-2-3-2-15,-1-1-4 0,1 1 1 0,-2-4 1 0,-3-3 8 16,5 9 12-16,-5-9 16 0,5 4 3 0,-5-4 2 16,0 0-3-16,0 0-4 0,0 0-2 0,14-11 1 15,-10 6-2-15,-1-8-3 0,1 2-5 0,2-5-5 16,1 0 4-16,0-3-6 0,2-4-1 0,-3 4-6 16,4-7 1-16,-2 1-5 0,1-1 3 0,1 3-16 15,-1-2 6-15,-2 6-3 0,-1 0 6 0,3 2-2 16,-4 1 4-16,2 1-9 0,-5 5 2 0,3-1-2 15,-2 5 3-15,-1 0-9 0,0 0 0 0,-2 6-10 16,3-8-25-16,-3 8-15 0,4-8-26 0,-4 8-16 16,0 0-14-16,0 0-2 0,0 0-11 0,0 0-23 15,8 19-33-15,-8-10-31 0,3 3-30 0,-1 2-26 16,1 4-190-16,-5 0-480 0,5-1 213 0</inkml:trace>
  <inkml:trace contextRef="#ctx0" brushRef="#br0" timeOffset="-32633.57">21618 11400 17 0,'0'0'257'0,"0"0"-9"16,0 0-17-16,0 0-16 0,0 0-15 0,0 0-11 0,0 0-8 16,0 0-15-16,8 5-12 0,-8-5-9 0,0 0-9 15,0 13 0-15,0-7-10 0,0 5-4 16,0-1-8-16,0 0-2 0,-2 6-1 0,1-4-10 15,1 5-3-15,0 0-7 0,0-1-7 0,3 1-5 0,-3-2-7 16,0 2-5-16,1-5-11 0,0-1 12 0,2 3-4 16,-3-3-17-16,2-1-8 0,2 3 1 15,-4-3-3-15,1 0 0 0,1-2-6 0,-1-1-11 16,-1-7 5-16,1 12-2 0,2-7-7 0,-3-5-1 0,2 8-19 16,-2-8-16-16,0 6-30 0,0-6-16 0,3 7-20 15,-3-7-23-15,0 0-48 0,0 0-60 0,0 0-57 16,0 0-225-16,0 0-538 0,14-15 238 15</inkml:trace>
  <inkml:trace contextRef="#ctx0" brushRef="#br0" timeOffset="-32300.75">22125 11388 98 0,'0'0'220'0,"0"0"-8"0,0 0-5 16,0 0-12-16,0 0-5 0,0 0-11 16,0 0-8-16,0 0-11 0,-11-12-12 0,11 12-9 15,0 0-8-15,0 0-8 0,0 0-4 0,0 0-9 16,0 0-2-16,0 0-8 0,0 0-5 0,0 0-8 0,10-1 1 15,-1-1-9-15,2 2-9 0,0-2-4 16,1 0-5-16,5 1-7 0,-3 0-2 0,-1-2-9 16,5 2-9-16,0 0-18 0,-6 0-17 0,0 1-20 15,1-2-25-15,-3 2-39 0,0 2-53 0,-2-2-57 0,1 0-58 16,-9 0-183-16,9 2-473 0,-9-2 209 0</inkml:trace>
  <inkml:trace contextRef="#ctx0" brushRef="#br0" timeOffset="-32116.66">22133 11512 259 0,'0'0'270'0,"0"0"-17"0,-8 2-11 16,8-2-16-16,0 0-12 0,0 0-6 0,0 0-16 16,0 0-7-16,0 0-19 0,0 0-12 0,21 7-13 15,-10-6-22-15,2-1-22 0,0 0-26 0,1-1-33 16,-1-1-35-16,-1 2-51 0,5-1-59 0,2-4-70 15,-2 2-241-15,2 0-452 0,-2 0 199 0</inkml:trace>
  <inkml:trace contextRef="#ctx0" brushRef="#br0" timeOffset="-31515.65">22760 11305 2115 0,'3'-19'13'0,"-3"0"29"0,1 2 63 0,1 0 14 15,-2 6-23-15,0-1-25 0,0 2-7 0,-3 1 0 16,3 9-5-16,1-12 5 0,-1 6-5 0,0 6-4 16,-1-9-6-16,1 9-6 0,0 0 1 15,0 0-12-15,0 0-3 0,0 0 1 0,18 21-3 0,-12-8 9 16,3 4 0-16,5 7-3 0,-1-3-2 0,-3 1 3 15,4 1-3-15,-1 2 0 0,0-1-5 0,0-3-2 16,-4-2-1-16,6 3 1 0,-6-5-1 0,-1 1-8 16,2-4 2-16,-3 2 0 0,1-3-5 0,-3-2-1 15,3-3 3-15,-4 0-2 0,0-3 0 0,-2 0-2 16,1 0-3-16,-3-5 14 0,5 9-8 0,-5-9 15 16,4 5 10-16,-4-5 18 0,0 0 5 0,5 3-10 15,-5-3 6-15,0 0-12 0,0 0-3 0,6-14-13 16,-3 4 7-16,1-1-8 0,1-4-5 0,-1-1 5 15,-1-2-3-15,5 2-2 0,-2-4-6 0,0 3-12 16,0-8 12-16,2 2 1 0,0 4-5 0,-4 0-5 16,1 0 5-16,1 2-4 0,-2 0-3 0,-1 0 10 15,1 5-14-15,0 1-1 0,-2 0-9 0,0 3-2 16,-1 2-7-16,-1 6-17 0,4-9-26 0,-3 3-29 0,-1 6-20 16,0 0 1-16,0 0-11 0,0 0-23 0,0 0-28 15,10 13-24-15,-7-3-30 0,2 1-47 16,-4 4-202-16,2 1-511 0,-2 1 227 0</inkml:trace>
  <inkml:trace contextRef="#ctx0" brushRef="#br0" timeOffset="-31200.73">23300 11443 203 0,'10'-2'227'0,"-1"1"-3"0,2-2-11 0,0 3-10 0,-2 0-15 16,-2 3-16-16,3 0-11 0,-2-1-10 0,-1 6-1 15,-1 1-9-15,0-2-7 0,-2 7-9 0,-3 0 2 16,-2 4-16-16,-1-2-9 0,-6-1-6 0,2 4-12 16,-7 2-5-16,-2 1-9 0,3-8-2 0,-2 3-9 15,0-3-2-15,1-2-3 0,-4-1 10 0,5 0-11 16,0-4-8-16,3 0 1 0,1-1-5 0,0 1 0 16,3-4-4-16,1 1-6 0,4-4-6 0,-7 6-2 15,7-6-2-15,-6 6-3 0,6-6 4 0,0 0 0 16,0 0-2-16,0 0-5 0,15 4-3 0,-1-5 5 15,3-2-12-15,3 0-9 0,8-4-17 0,3 2-25 16,-2-2-26-16,5 0-20 0,-1 0-38 0,-1 0-47 16,4-3-37-16,-2 2-37 0,1 0-208 0,-1 0-497 15,2-3 221-15</inkml:trace>
  <inkml:trace contextRef="#ctx0" brushRef="#br0" timeOffset="-30983.24">23902 11457 185 0,'-11'0'217'0,"11"0"-17"0,-10 0-14 16,10 0-6-16,0 0-1 0,0 0-5 0,0 0-10 16,0 0-9-16,0 0-16 0,31 2-14 0,-9-2-9 0,-1-1-11 15,7 1-12-15,2-1-10 0,-2-2-18 0,-6 1-17 16,-3 2-24-16,0-1-21 0,-6 0-31 15,-3 1-48-15,-1 0-40 0,-3 1-37 0,-6-1-32 16,0 0-130-16,8 1-339 0,-8-1 150 0</inkml:trace>
  <inkml:trace contextRef="#ctx0" brushRef="#br0" timeOffset="-30816.7">23927 11582 121 0,'0'0'217'0,"-5"5"-1"0,5-5-5 0,-2 7 5 16,2-7-2-16,0 0-9 0,0 0-9 15,14 4-16-15,-14-4-16 0,17 3-10 0,-5-4-17 0,6-1-17 16,0-2-19-16,1 4-19 0,10-3-23 16,-1-3-29-16,-8 2-46 0,8-2-52 0,-6 0-61 0,6-1-53 15,-8 1-190-15,1 0-402 0,-4 2 178 0</inkml:trace>
  <inkml:trace contextRef="#ctx0" brushRef="#br0" timeOffset="-30249.61">24583 11301 209 0,'0'0'273'0,"5"-7"-6"0,-5 7-13 0,7-7-9 16,-7 7-18-16,0 0-14 0,3-5-17 0,-3 5-15 15,0 0-22-15,0 0-15 0,4-4-12 0,-4 4-21 16,0 0-6-16,0 0-5 0,0 0-6 0,0 0-3 0,1 16-10 16,-1-16-7-16,0 11-7 0,2-3-10 15,-2-1-6-15,3-1-3 0,-3 7-6 0,2-7 8 0,2 4-14 16,1-2-1-16,0 2-6 0,0-2 2 16,1 2-4-16,2-2-2 0,0 2-5 0,-1-2-1 0,1 2-5 15,0-4 0-15,3 2-3 0,-3 0-1 16,1 0 2-16,-3-1-2 0,3 0-4 0,-4-1-1 0,4 0 1 15,-4-1 9-15,2 0-10 0,-2-1-2 0,-1 0 7 16,1 0-8-16,-5-4-1 0,6 5-2 0,-6-5 9 16,3 7 6-16,-3-7-2 0,1 6 6 0,-1-6 0 15,0 0 1-15,-9 9-1 0,3-6 3 0,-6 1-9 16,3-2 2-16,-2 3 0 0,-3-2-3 0,2-1 0 16,-2 1-18-16,3-2-12 0,-4 2-15 0,1-5-16 15,-2 1-24-15,-2-1-20 0,5 2-18 0,-5-2-22 16,7 0-26-16,-2-2-33 0,5-4-34 0,-1 1-25 15,0 0-190-15,2-3-478 0,2 0 211 0</inkml:trace>
  <inkml:trace contextRef="#ctx0" brushRef="#br0" timeOffset="-30083.17">24621 11187 160 0,'9'-9'186'0,"5"2"-9"16,4-2-5-16,-5 4-11 0,5-1-12 0,-3 0-10 15,4 1-16-15,-3 1-13 0,4 1-9 0,-3-1-11 0,-1 5-17 16,3-2-28-16,-6 0-39 0,1 1-51 0,3-2-40 16,-3 2-33-16,0 3-123 0,-2-2-261 15,2 2 116-15</inkml:trace>
  <inkml:trace contextRef="#ctx0" brushRef="#br0" timeOffset="-29049.68">25240 11143 123 0,'0'0'229'0,"0"0"-7"0,0 0-8 15,-4-7-12-15,4 7-8 0,0 0-15 0,0 0-5 16,0 0-13-16,-3-7-12 0,3 7-9 0,0 0-9 16,0 0-11-16,0 0-9 0,0 0-11 0,0 0-11 15,0 0 0-15,-1-7-17 0,1 7-8 0,0 0-6 16,0 0-7-16,0 0 3 0,0 0-15 0,0 0-3 15,0 0-4-15,0 0 1 0,0 0-9 0,0 0 3 16,0 0-4-16,0 0 4 0,1 28-5 0,1-24 2 16,-2-4 7-16,1 11-7 0,3-5 0 0,-2-1 12 15,-2-5-10-15,4 14 4 0,-1-7-3 0,1 3 0 16,0-2-3-16,-2 1 0 0,2-1 1 0,1 1-2 16,0 0 3-16,-3 0-6 0,2 0 4 0,1 0-2 15,-2-4-1-15,1 3 2 0,0-1-7 0,-2 0 0 16,2-1 0-16,-1 2-2 0,-3-8-1 0,5 12 2 15,-3-6 1-15,0-2-2 0,-2-4 2 0,5 10-6 16,-1-7 0-16,-4-3 0 0,5 6 0 0,-5-6 1 16,5 10-3-16,-5-10-2 0,4 6 14 0,-4-6-17 15,2 6 3-15,-2-6-4 0,3 6 2 0,-3-6 1 16,4 5 2-16,-4-5-5 0,0 0 3 0,0 0-4 16,6 5-2-16,-6-5 4 0,0 0-1 0,0 0-2 0,4 2 0 15,-4-2 5-15,0 0 1 0,0 0-5 16,0 0 1-16,3 6 3 0,-3-6-5 0,0 0 2 15,0 0-3-15,0 0 5 0,0 0-2 0,0 0 0 16,0 0 0-16,0 0 1 0,0 0-5 0,0 0 6 0,0 0-6 16,0 0 14-16,0 0-9 0,0 0-3 0,0 0-2 15,0 0 1-15,0 0-1 0,0 0 4 0,0 0-8 16,0 0 7-16,0 0-2 0,0 0-1 16,0 0 1-16,0 0-1 0,0 0-5 0,6 4 8 0,-6-4 1 15,0 0-1-15,0 0 0 0,0 0-5 0,0 0 3 16,0 0-3-16,0 0 5 0,0 0-6 0,0 0 3 15,0 0 5-15,0 0-2 0,0 0-2 16,0 0 4-16,0 0-7 0,1 7 7 0,-1-7-6 0,0 0 3 16,0 0 1-16,0 0-3 0,0 0 2 0,0 0-1 15,0 0 0-15,0 0 1 0,0 0 2 0,0 0 5 16,0 0 0-16,0 0-5 0,0 0-4 0,0 0 7 16,0 0 14-16,0 0 6 0,0 0 13 0,0 0 11 15,0 0 3-15,0 0 23 0,0 0-12 0,0 0-3 16,0 0-10-16,9-12-4 0,-9 12-8 0,8-14 2 15,-1 5-7-15,1 0 2 0,-2-2-9 0,6-4-4 16,1-1-3-16,-2 0 3 0,6-4-6 0,-5 5 11 16,4-8-16-16,-5 6 3 0,0 1-1 0,1-2-1 15,-1 1-1-15,0 0-1 0,-2 1-3 0,0 2 3 16,-2-1-3-16,-1 6-3 0,-5-1-1 0,3 2 8 16,1 3-4-16,-3-2 8 0,-2 7 8 0,2-9-7 15,-2 9 3-15,4-6 0 0,-4 6-6 0,0 0 5 16,3-7-7-16,-3 7-9 0,0 0 6 0,4-4-3 15,-4 4 1-15,0 0 1 0,0 0 0 0,0 0-4 16,0 0-4-16,0 0 5 0,0 0-10 0,0 0 12 16,0 0-3-16,0 0-10 0,-10 19-15 0,10-19-44 15,0 0-32-15,-3 8-36 0,3-8-25 0,-2 6-21 16,2-6-30-16,-2 10-46 0,2-10-43 0,-6 12-300 0,2-7-648 16,-2 2 287-16</inkml:trace>
  <inkml:trace contextRef="#ctx0" brushRef="#br0" timeOffset="-27747.83">19461 12572 1968 0,'1'-13'59'16,"0"1"14"-16,-1 2 6 0,-1-1 8 0,0 3-14 16,2 1-5-16,-1 7-5 0,-1-13-5 0,1 13 1 15,-2-9 0-15,2 9 6 0,-1-7-3 0,1 7-5 0,0 0-6 16,0 0-8-16,0 0-5 0,0 0-2 0,0 0-4 15,0 0 9-15,0 0 7 0,0 0-5 0,0 0-1 16,3 29 7-16,-2-18-4 0,-4 2 2 16,3-2-4-16,3 6-4 0,-3 0-5 0,0 0 2 0,1 0-7 15,-2-1 2-15,1-5-3 0,0 1-3 0,0 4-3 16,-1-4 1-16,-1-3-1 0,2 2-5 0,0 0-6 16,2 0-14-16,-4-4-19 0,1 0-19 15,2 2-13-15,1-2-15 0,-2-7-17 0,-2 10-15 0,2-10-22 16,2 13-28-16,-2-13-25 0,1 6-20 0,-1-6-25 15,0 0-23-15,0 0-126 0,0 0-400 0,0 0 176 16</inkml:trace>
  <inkml:trace contextRef="#ctx0" brushRef="#br0" timeOffset="-27515.68">19665 12544 56 0,'0'0'220'0,"0"-11"-2"15,0 11-9-15,0 0-9 0,-2-10-8 0,2 10-11 16,0 0-9-16,0-9-16 0,0 9-12 0,0 0-9 15,0 0-7-15,0 0-1 0,0 0-7 0,0 0-5 16,-7 22-5-16,5-14-3 0,0 3-10 0,0-1-6 16,1 3-7-16,-2-2-5 0,2 0-10 0,1 5-8 15,-2-4-4-15,2 1-5 0,-1-2-9 0,1-1-4 16,-1 3-2-16,-1-1-8 0,1-1-13 0,2-2-24 16,-2 1-21-16,1-1-18 0,-1-2-15 0,1-7-34 15,0 15-41-15,0-9-42 0,0-6-43 0,-1 9-206 16,1-9-462-16,-4 8 204 0</inkml:trace>
  <inkml:trace contextRef="#ctx0" brushRef="#br0" timeOffset="-27324.56">19562 12376 2134 0,'-3'-14'38'16,"1"1"10"-16,2 1-17 0,0 5-1 0,-2-1-2 0,2 8-9 15,-1-11-8-15,1 11-2 0,-1-8-1 16,1 8-4-16,0 0 1 0,0-9-2 0,0 9-3 16,0 0-3-16,0 0-21 0,0 0-30 0,0 0-36 15,0 0-38-15,0 0-51 0,18 10-136 0,-18-10-342 0,6 9 151 16</inkml:trace>
  <inkml:trace contextRef="#ctx0" brushRef="#br0" timeOffset="-27067.36">19940 12393 26 0,'9'7'227'0,"0"1"0"16,0 5-10-16,1 3-16 0,-2 1-11 0,-2 1-9 0,-1 8-12 15,-1-3-11-15,1 1-15 0,-6 2-10 0,-2-6-14 16,3 0-9-16,-1-1-8 0,-1 0-9 0,-4 0-8 15,1-1-7-15,-3 1-6 0,0-2-7 0,-5 5-6 16,0-6-17-16,-1 1-14 0,1-4-21 0,-7 6-19 16,-2-2-26-16,-2-3-47 0,1-1-37 0,4-4-52 15,-7 4-210-15,0-6-415 0,0 1 183 0</inkml:trace>
  <inkml:trace contextRef="#ctx0" brushRef="#br0" timeOffset="-26843.87">19121 12616 276 0,'0'0'254'0,"-17"7"-19"0,11 0-21 16,-2 4-5-16,0 0-15 0,0 5-11 0,0 1-14 15,1-1-11-15,2 2-18 0,-2 0-12 16,5 0-13-16,1 3-13 0,2-2-7 0,1 0-14 0,4 0-23 15,2 4-23-15,-2-6-21 0,3-1-27 0,2 0-36 16,1 0-38-16,3-4-45 0,2-2-32 0,7 4-206 16,-5-8-399-16,8 2 177 0</inkml:trace>
  <inkml:trace contextRef="#ctx0" brushRef="#br0" timeOffset="-26198.83">21068 12473 152 0,'0'-8'222'0,"0"8"-10"16,0 0-13-16,0 0-17 0,2-6-15 0,-2 6-16 15,0 0-15-15,0 0-15 0,0 0-11 0,0 0-1 16,0 0 3-16,0 0-7 0,16 22-14 0,-9-13 6 16,0 6-11-16,2-1-1 0,3 3-9 15,-2-2-7-15,0 2-5 0,2-2-5 0,-1 2-6 0,1 0-5 16,-3-1-4-16,1 1-2 0,0-1-6 0,-2 0 0 16,-1-2-9-16,0 1 1 0,-1-4-5 0,2-1-1 15,-3 1-2-15,1-3-2 0,1 0-2 0,-2 0 2 16,0-2-5-16,-1 0 2 0,0-1-6 0,-2 0 1 15,-2-5 3-15,7 7-1 0,-7-7-1 0,5 5 3 16,-5-5-1-16,4 6 4 0,-4-6 0 0,0 0 4 16,0 0-3-16,0 0 0 0,10-12 0 0,-8 6-2 15,2-2-3-15,1-2 3 0,-1-2-1 0,1-6 1 16,3 0-3-16,-2-1-1 0,3-6-4 0,-1 3-2 16,1-4 0-16,0 3 2 0,0 0 8 0,1-1-12 15,-2 4 1-15,-1 4-1 0,0-1 0 0,0 1-3 16,-3 6 4-16,1 0-2 0,-1 0-3 0,-1 4-3 15,-1-1-2-15,-2 7-13 0,4-9-15 0,-4 9-15 16,4-7-12-16,-4 7-9 0,0 0-7 0,8-1-28 16,-8 1-22-16,0 0-33 0,11 11-32 0,-4-3-29 15,-4 3-166-15,0 0-418 0,-1 1 185 0</inkml:trace>
  <inkml:trace contextRef="#ctx0" brushRef="#br0" timeOffset="-25928.97">21668 12689 168 0,'0'0'230'0,"0"0"-15"16,0 0-11-16,0 0-23 0,6 1-18 0,-6-1 1 16,0 0-6-16,1 8-2 0,-1-8-7 0,0 10-5 0,2-1-5 15,0-1 0-15,0 3-12 0,-2-1-7 16,0 2-3-16,1-2-11 0,0 3-8 0,0-2 0 15,1 2-7-15,-2 0-18 0,1-3-3 0,0 2-11 16,1-1-1-16,1 0-12 0,-3 2 1 0,2-5-6 0,-2 0-4 16,1 1-4-16,-1 0-15 0,0-9-24 0,0 13-28 15,0-13-21-15,-1 11-24 0,1-4-26 16,0-7-38-16,-2 7-45 0,2-7-40 0,0 0-208 16,0 0-471-16,0 0 209 0</inkml:trace>
  <inkml:trace contextRef="#ctx0" brushRef="#br0" timeOffset="-25750.76">22038 12701 170 0,'0'0'206'0,"12"-3"-12"0,-4 3-11 0,-1 0-21 0,5-2-13 15,-2 1-14-15,1 1-16 0,-11 0-20 16,18 1-27-16,-7 1-52 0,-1-2-43 0,0 0-44 0,-3 2-38 15,-7-2-114-15,11 3-238 0,-6-2 105 0</inkml:trace>
  <inkml:trace contextRef="#ctx0" brushRef="#br0" timeOffset="-25580.58">22064 12798 57 0,'0'0'221'15,"-9"3"-6"-15,4 0-8 0,5-3-11 0,0 0-8 16,-7 5-12-16,7-5-12 0,0 0 0 0,0 0-12 15,0 0-9-15,0 0-12 0,0 0-14 0,16 6-18 16,-5-7-20-16,1 0-25 0,-3-1-47 0,3 0-48 16,-1 0-57-16,2-2-69 0,-1 2-177 0,1-3-373 15,4-1 164-15</inkml:trace>
  <inkml:trace contextRef="#ctx0" brushRef="#br0" timeOffset="-25079.41">22875 12522 185 0,'-5'-11'266'0,"-1"4"-13"0,2 1-6 0,2 0-16 0,2 6-18 16,-4-8-21-16,4 8-25 0,-3-7-16 16,3 7-12-16,0 0-21 0,0 0-4 0,0 0-8 15,0 0-2-15,12 24-2 0,-5-7-1 0,1 0-11 16,2 5-3-16,-3-4-12 0,4 6-6 0,-2-1-5 16,-2-4-5-16,1 0-2 0,-1-2-9 0,0 1-7 15,-1-2-4-15,-1 3-1 0,0-3-4 0,4 0-2 16,-3-1-4-16,-1-5-3 0,0 3 0 0,-1-5-1 15,0 2-7-15,0-5 2 0,-2 2 2 0,2-3-2 0,-4-4-1 16,4 7 0-16,-4-7 9 0,4 6 23 16,-4-6 16-16,0 0 5 0,5 3-7 0,-5-3-7 15,0 0-5-15,10-13-2 0,-3 6-6 0,-2-3-4 0,0-1 1 16,1-3-7-16,1-2-1 0,-1-1-1 0,0 1-14 16,0-4 4-16,4-3-3 0,-3-3-5 15,0 2 1-15,1-1-1 0,2 1 2 0,-1 1-2 16,-2 6 2-16,0 0-15 0,0 3-4 0,-3 3 1 0,0 3-5 15,0 2-13-15,-2-1-18 0,-2 7-23 0,4-7-28 16,-4 7-20-16,4-4 2 0,-4 4-6 0,0 0-23 16,0 0-39-16,5 18-46 0,-7-7-53 0,-2 3-223 15,-1 0-538-15,-2 2 238 0</inkml:trace>
  <inkml:trace contextRef="#ctx0" brushRef="#br0" timeOffset="-24764.16">23346 12741 217 0,'10'2'226'0,"-2"-1"-7"0,-8-1-9 0,10 5-7 16,-5 0-17-16,0 0-16 0,0 2-8 0,0 3-8 16,-2-2-8-16,-3 2-5 0,0 1-9 0,-1-1-10 15,-2 1-9-15,-2 0 1 0,-1 1-14 0,-1 0-6 16,-3 2-7-16,-1-3-6 0,0-2-2 0,2-1-6 15,0 0-4-15,4-3-5 0,1 0-6 0,-1 0-7 16,5-5-3-16,-7 4-3 0,7-4-11 0,-7 5-4 16,7-5 10-16,-4 6 2 0,4-6-4 0,0 0 0 15,0 0 12-15,0 0-17 0,16 6-3 0,-9-6-9 16,5 0 7-16,7 0-15 0,1-2-13 0,9 0-23 0,0-2-25 16,0-2-31-16,2 3-33 0,0-3-46 15,2 0-64-15,1-1-44 0,-2 3-210 0,0-6-515 16,2 3 228-16</inkml:trace>
  <inkml:trace contextRef="#ctx0" brushRef="#br0" timeOffset="-24612.2">24102 12736 116 0,'0'0'219'0,"12"1"-11"15,-12-1-9-15,10 2-17 0,-1-1-18 0,-1 0-16 16,2 1-16-16,3-2-15 0,-2 3-35 0,0-3-39 15,1 2-48-15,-3 0-55 0,-1-1-50 16,-2 2-130-16,-6-3-259 0,7 4 116 0</inkml:trace>
  <inkml:trace contextRef="#ctx0" brushRef="#br0" timeOffset="-24448.61">24042 12847 114 0,'0'0'238'0,"-9"6"-13"0,9-6-12 0,-5 3-10 15,5-3-8-15,0 0-12 0,0 0-10 0,0 10-16 16,0-10-17-16,0 0-19 0,17 6-23 0,-7-5-30 16,2 1-32-16,2-2-56 0,6 0-65 0,1-3-71 15,5-1-162-15,5-1-343 0,-3-2 152 0</inkml:trace>
  <inkml:trace contextRef="#ctx0" brushRef="#br0" timeOffset="-23897.79">25078 12533 189 0,'0'0'254'16,"-7"-8"-1"-16,7 8-18 0,-9-4-17 0,9 4-10 16,-12 0-3-16,1 4-19 0,1-1-10 0,-7 6-7 15,4 0-3-15,-1 3-13 0,-1 1 0 0,3 1-13 16,1 1-9-16,-2 7-13 0,2-7-14 0,3 1-6 15,0 0-10-15,3 0-8 0,0-5-9 0,3 5-2 16,-2-3-9-16,1-1-1 0,3 0-13 0,2-1-5 16,-1-2-1-16,4 1-3 0,1-2 2 0,1 1 1 15,2-4 2-15,5-1-5 0,1 2-4 0,4-3-6 16,1-3 1-16,2-1 1 0,5-1-5 0,-4-2 0 0,-2-2-1 16,0 3 1-16,-1-6-2 0,-2 2-14 15,-2-4 17-15,0 2-9 0,-3-2-3 0,0 1-3 16,-4-1-3-16,-1-4 3 0,-2 1-1 0,-3 2 1 15,-1 2-3-15,0-9-2 0,-5 2 6 0,1 1-2 0,-2 0-4 16,0 3 2-16,-4-3 4 0,6 5-3 0,-7-4-14 16,1 5 8-16,-2 1-4 0,1 0 3 15,-1 2-15-15,-2 3 13 0,1-2-10 0,-2 3-10 0,0 0-22 16,0 3-19-16,-4 3-18 0,1-2-22 0,2 3-18 16,1 1-21-16,-1 0-25 0,0 2-39 15,4 0-36-15,2 1-45 0,2 1-183 0,1-5-508 16,4 2 225-16</inkml:trace>
  <inkml:trace contextRef="#ctx0" brushRef="#br0" timeOffset="-23438.24">25491 12482 43 0,'6'-5'265'0,"-6"5"-2"15,5-6-15-15,-5 6-20 0,0 0-22 0,0 0-20 16,5-3 0-16,-5 3-9 0,0 0-11 0,4 14-3 16,1-6 8-16,-3 3-22 0,1 1-18 0,-1 0-9 15,2 0-13-15,2 4-6 0,1-1-9 0,-2 0-9 16,2 2-11-16,-1-1-8 0,-2-1 0 16,3 0-11-16,-3 1 0 0,4-2-9 0,-4-2-7 15,0-2 1-15,1 1-1 0,-3 1-7 0,4-4-7 0,-3 2 2 16,-1-1-3-16,3-3-3 0,-3 2 1 0,-1-3-6 15,3 0-3-15,-4-5-1 0,4 10 4 0,-1-6-4 16,-3-4 2-16,2 8-5 0,-2-8 4 0,4 4-3 16,-4-4 16-16,0 0 18 0,0 0 25 0,5 3 1 15,-5-3 2-15,0 0-11 0,0 0 4 0,16-10-5 16,-10 3-4-16,3 0-5 0,0-2-6 0,2-4 3 16,3 1-6-16,-1-2-6 0,0-1-1 0,0-1 1 15,6-5-5-15,-3-1 0 0,-3 0-1 0,-1 6-1 16,-1-2-5-16,-2 2-3 0,2 1 4 0,-2 2-3 15,-3 3 4-15,-1 2-1 0,0 1-3 0,-1 0-1 16,-1 3-8-16,-3 4 7 0,6-8-28 0,-6 8-17 16,5-6-26-16,-5 6-25 0,2-4-26 0,-2 4-25 15,0 0-33-15,4-7-24 0,-4 7-41 0,0 0-56 16,0 0-59-16,0 0-230 0,2-12-617 0,-2 12 273 16</inkml:trace>
  <inkml:trace contextRef="#ctx0" brushRef="#br0" timeOffset="-19266.7">17934 11193 82 0,'0'-8'226'0,"0"8"-8"0,0 0-11 0,-4-13-3 16,4 13-9-16,-6-10-7 0,6 10-13 0,-5-7-12 15,5 7-6-15,-6-5-10 0,6 5-12 0,-10-1-12 16,10 1-7-16,-13 2-3 0,13-2-11 0,-14 8-4 0,5 0-4 15,1 0-3-15,-3 5-8 0,-1 0 4 16,2 3-3-16,1 0-5 0,0 1-11 0,2 0-9 16,1 0 10-16,2-1-21 0,1-1-1 0,-1 2-3 15,8-2-7-15,-4-1 2 0,2 1-7 0,3-4-2 0,-1 1 1 16,3-1-13-16,2-2-16 0,2 0-17 16,3-2-15-16,4 3-20 0,-3-4-23 0,6 0-27 15,-1-1-43-15,1-3-36 0,6-4-41 0,-6 2-25 0,1 0-195 16,-1-4-475-16,-2-2 210 0</inkml:trace>
  <inkml:trace contextRef="#ctx0" brushRef="#br0" timeOffset="-18498.81">18238 11220 156 0,'0'-6'243'0,"0"6"-9"16,-3-11-16-16,3 11-13 0,-3-8-18 0,3 8-12 15,-9-4-5-15,9 4-9 0,-13 5 1 0,4 2-6 16,0 0-10-16,-3 7-13 0,1-2-9 0,0 1-9 15,3 3-14-15,1-2-10 0,2-2-4 0,0 4-9 16,2-5-7-16,3 1-10 0,0-2 1 16,1 3-11-16,3-4-2 0,1 1-11 0,1-1-7 0,-1-4-3 15,2 1-1-15,4-1-3 0,-2-3-10 0,1-1 17 16,-3 0-17-16,4-1 0 0,-1-2 2 0,-3 0-5 16,0-1 4-16,-1-3-6 0,2 0 3 0,-2 0-1 15,-2-1 0-15,1-1-6 0,-2 2 4 0,1-4-1 0,-3 1-2 16,0-1 1-16,-1 2 0 0,2 0 2 15,-2 8 10-15,-2-16-4 0,4 9 4 0,-2 7-5 16,-2-9-2-16,2 9-4 0,0 0-3 0,0 0-3 16,0 0 1-16,0-10-1 0,0 10 3 0,0 0 0 0,0 0-2 15,0 0 1-15,-7 26 0 0,4-16 1 0,2-1-10 16,-1 0 8-16,1-1 2 0,0 1-5 16,1-1 1-16,0-8 0 0,2 14 1 0,0-8 1 15,-2-6 10-15,5 9-9 0,0-5 2 0,1-2-4 0,2-1 2 16,0 1-2-16,1-2 1 0,1-3 8 0,0-1-11 15,0 1 0-15,-1 0-2 0,0-4 6 16,-2 3-4-16,-1-3 2 0,1-2 1 0,0 3-2 16,-2-3 10-16,-1-1-11 0,-1 0-3 0,-1 1 2 15,-1-1 1-15,1 1 1 0,-1 2 0 0,0 0-1 0,-1 7 0 16,2-8-2-16,-2 8-3 0,2-7 0 0,-2 7 0 16,0 0-4-16,0 0 4 0,0 0-1 0,0 0-2 15,9 24 8-15,-8-14-1 0,2 3 4 0,1 2 1 16,-2 3-1-16,2-2 2 0,-1-1 3 0,-1-3-2 15,2 6 0-15,-1-3 5 0,-1-3-3 0,1 0 0 16,-3-2-1-16,2-2 10 0,-1 0-12 16,1 0-3-16,-1-3 4 0,-1-5 0 0,3 7-1 0,-3-7 4 15,0 0-4-15,2 8 7 0,-2-8-1 0,0 0-10 16,0 0 3-16,0 0-9 0,0 0 1 16,18-14-7-16,-12 9 2 0,5-4 3 0,-2 1 0 0,5-3-7 15,0-2-3-15,0 2 1 0,1-2-2 0,2 0 12 16,-2 1-9-16,0-3 5 0,0-1 3 0,0 4-1 15,-2-3 8-15,-4 0-8 0,2 1 0 0,-2 1 1 16,-2 2 0-16,-4 0 6 0,2 3 0 0,-2 0 2 16,-2 1 7-16,0 0 0 0,-1 7 3 0,-1-9 3 15,1 9-1-15,0 0 1 0,-10-5 1 0,10 5-6 16,0 0 6-16,-21 10 6 0,11-5-4 0,3 4-1 16,-1 1-1-16,1 0-2 0,0-1-6 0,4 4-20 15,0-2-19-15,1 0-25 0,4 2-27 0,0-1-27 16,-1-1-42-16,6 0-54 0,0 0-49 0,2 4-251 15,4-5-549-15,1 2 243 0</inkml:trace>
  <inkml:trace contextRef="#ctx0" brushRef="#br0" timeOffset="-17165.22">17778 12537 206 0,'0'0'238'16,"-6"-5"-18"-16,6 5-14 0,0 0-15 0,-14 3 1 0,6 2-14 16,1 4-10-16,-2 3-10 0,-2 3 1 15,0 3-17-15,1 6-10 0,4 1-1 0,-3-2-10 16,1 1-15-16,6-5-12 0,0-1-5 0,2 3-8 15,2-3-7-15,0 0-7 0,3-1-10 0,3-1-2 16,3-3-4-16,2 1-6 0,0-2-13 0,10 1-16 16,3-3-16-16,-5-4-24 0,6 0-21 0,0-3-31 0,1-2-33 15,-7-2-29-15,-1-1-26 0,8-1-7 0,-9-3-8 16,2 1 0-16,-2-2 11 0,-4-2 8 0,2 1 14 16,-4-2 6-16,2 0 12 0,-4-2 7 0,0 1 14 15,0-2 14-15,-4 2 17 0,-1-3 21 0,-2 3 23 16,-2-2 23-16,0 1 22 0,1-1 27 0,-1 2 15 15,-4 1 32-15,1 0 14 0,-1 2 7 0,-1 0 6 16,3 8 4-16,-4-12 0 0,3 7-6 0,1 5-7 16,-5-7-6-16,5 7-7 0,-8-1 1 0,8 1 1 15,-14 6-4-15,8 0-1 0,-3 2-7 0,1 2-7 16,-1 1-7-16,3 0-2 0,1-1-7 0,-2 6-3 16,3-5-7-16,-1-1-6 0,4 2-3 0,0 0-4 15,1-2-5-15,0 0 2 0,2-2-5 0,2-2 1 16,0 0-3-16,1-1 8 0,0-2-11 0,3 1-4 15,1-3 2-15,-9-1 3 0,18-1-8 0,-8-1-1 16,0 0 0-16,-1-3-1 0,1 1 4 0,-1-1-7 16,-1-3 4-16,-4 5-4 0,1-6 1 0,1 2-3 15,-1-3-2-15,0 1 2 0,-2 0 0 0,0-1-3 16,-1 0 0-16,-1 0 0 0,1 3 1 16,-1-1 0-16,-1 8-2 0,3-11 9 0,-3 11-10 0,0-9-2 15,0 9-3-15,0 0-3 0,1-7-1 0,-1 7 1 16,0 0 1-16,0 0 1 0,0 0 0 0,0 0 6 15,0 0-1-15,-4 26 1 0,4-16 0 0,0-2-1 16,-3 2-3-16,3-10 9 0,2 15-5 0,-2-8 0 16,1 0 1-16,2-1 1 0,-3-6-3 0,6 10 6 15,0-7-4-15,2-1 0 0,-2-1 0 0,-6-1 1 16,21-2 3-16,-11-1-5 0,0 0 3 0,3-1-2 16,-3-3-4-16,2 1 1 0,-5-3 2 0,1 2 1 15,-1-3-3-15,-1 1 4 0,0 1-3 0,-2-2-2 16,-3-1 2-16,2 1-6 0,-3-1 7 0,0 2-3 15,-1-1 3-15,1 10-2 0,2-13 0 0,-2 13 0 16,-1-10-5-16,1 10 3 0,0 0-4 0,-1-7 1 16,1 7-5-16,0 0 5 0,0 0 0 0,0 0 3 0,1 27 1 15,0-16 1-15,1 2 1 0,-1 1-5 0,1 1 6 16,0 2 0-16,0-1-4 0,1 1 5 16,-1-2 0-16,2 1 0 0,-1-1 1 0,-2-2 1 15,0-3-1-15,-1 0 0 0,0-1-5 0,0 1 1 16,1-4-3-16,-1-6-6 0,0 11 7 0,0-11-1 15,0 8 2-15,0-8-1 0,0 0-1 0,0 0 3 16,2 6-10-16,-2-6-5 0,0 0 0 0,0 0 2 16,0 0-6-16,25-12 5 0,-16 5-4 0,2-2 0 15,1 0-4-15,4-4 0 0,0 3 1 0,6-6-2 0,0 0 7 16,-2-2 0-16,1 1 3 0,0 0 0 16,-8 3 1-16,1 0 2 0,-2 2 0 0,-1-2 5 15,-3 4-1-15,-3 0 6 0,-1 0 6 0,1 1 6 16,-3 2 6-16,-2 0 2 0,0 7 1 0,0-10 2 0,0 10 1 15,-7-9-1-15,7 9 4 0,-10-1-1 0,10 1 5 16,-13 6-4-16,1 0 21 0,3 2-16 0,0 2 1 16,-1 4-5-16,2-3-4 0,2 0-5 0,0 3 12 15,-2 2-12-15,4-4-2 0,3-2-4 0,0 2-35 16,1 1-27-16,1-3-26 0,2 2-28 0,2-3-46 16,3-1-67-16,1-1-53 0,2 1-243 0,5-3-551 15,-3-2 245-15</inkml:trace>
  <inkml:trace contextRef="#ctx0" brushRef="#br0" timeOffset="-17032.59">18704 12868 43 0,'0'0'114'0,"-4"5"-63"15,4-5-86-15,0 0-38 0,-16 8 18 0</inkml:trace>
  <inkml:trace contextRef="#ctx0" brushRef="#br0" timeOffset="-16880.16">18502 13098 61 0,'21'-6'71'0,"9"0"-78"0,-2-1-15 0,4-3-22 15,2 0 10-15</inkml:trace>
  <inkml:trace contextRef="#ctx0" brushRef="#br0" timeOffset="-8342.82">18042 13826 160 0,'0'-10'223'0,"0"10"0"16,1-8-3-16,-1 8-9 0,2-10-16 0,-2 10-8 15,0 0-14-15,0-9-14 0,0 9-16 0,0 0-13 16,0 0-17-16,0 0-12 0,0 0-11 0,0 0-5 16,0 0-1-16,0 0-7 0,-16 24-2 15,10-9 1-15,-3 9 5 0,-1 1-7 0,-2-1-9 0,2 2-5 16,2 0-5-16,-3 0-4 0,1-3-3 16,3-4-6-16,-2 6-5 0,0-3-3 0,3-4-4 0,-1-2-2 15,4 2-2-15,-2-3 0 0,1-2-2 0,0-3-7 16,1 1-2-16,1-4 2 0,1 0-4 0,1-7 4 15,-3 12-2-15,2-6 1 0,1-6 2 0,-3 4 12 16,3-4 10-16,0 0-6 0,0 0-3 16,0 0-1-16,0 0-1 0,0 0-4 0,10-30-7 0,-3 13 0 15,0 0 6-15,-2-8-11 0,4 1 5 0,-2-2-2 16,2-3-7-16,0 1-4 0,-2 0-2 0,2-3 0 16,-1 2 2-16,2-6-3 0,-2 3 2 0,3 1-5 15,0 0-1-15,-1 1 3 0,1 5 2 0,0-1-5 16,-5 13 11-16,1 0-9 0,-1 3 3 0,-2 1-6 15,-2 3-2-15,2 1 0 0,-4 5-3 0,6-7 0 16,-6 7 4-16,12 2 0 0,-12-2-4 0,17 9 2 16,-8 0 1-16,2 7 4 0,-1 1-1 0,3 7 4 15,0 2 9-15,-2 0 5 0,1-1 3 0,-5 1 6 16,1 0 1-16,1-1-1 0,0-3 2 16,-1-2-8-16,-3-2 8 0,3-2-2 0,-5 4-1 0,6-4-3 15,-4 1-2-15,2-3-3 0,-1 3 0 0,-1-2 1 16,0-5-2-16,-1 1-26 0,-1-3-15 0,1 1-17 15,-3-2-24-15,-1-7-17 0,2 10-18 0,-2-10-11 16,2 8-15-16,-2-8-26 0,1 8-16 16,-1-8-59-16,0 0-43 0,0 0-194 0,0 0-504 0,-15-3 222 15</inkml:trace>
  <inkml:trace contextRef="#ctx0" brushRef="#br0" timeOffset="-8182.74">18014 13948 73 0,'-7'-2'212'0,"2"-1"-16"0,5 3-16 0,-10-3-4 0,10 3-8 16,0 0-6-16,0 0-7 0,0 0-11 0,0 0-16 16,28-10-14-16,-7 6-9 0,9 0-14 0,4-1-25 15,3 0-33-15,13 1-59 0,-12-2-57 0,17-2-56 16,-15 5-154-16,12-2-317 0,-15 0 141 0</inkml:trace>
  <inkml:trace contextRef="#ctx0" brushRef="#br0" timeOffset="-7616.55">19312 13659 153 0,'0'0'227'16,"0"0"-7"-16,-7-12-13 0,7 12-8 0,-9 0-10 15,9 0-11-15,0 0-7 0,-22 7-16 0,13-4-10 16,-1 2-8-16,0 1-7 0,-4 5-10 0,3-4-17 16,4 1-9-16,-2 1-6 0,1-1-14 0,3 2-5 15,2 1-6-15,2 1-6 0,2 0-4 0,3 3-5 16,3-4-6-16,2 4-2 0,1-1-5 0,3 1-3 15,2-2-6-15,-2-2 1 0,3 1 0 0,0-2-4 16,-1 0-6-16,0-1 2 0,-1 2-3 0,-3-1-2 16,-2-4-3-16,-1 2-2 0,-2-3 0 0,-1 1-1 15,-1 0 0-15,-3 0 7 0,-1-6 4 0,-4 13-2 0,-1-4 5 16,-4-1-1-16,-4 2-2 0,2-3 0 16,-6 2 1-16,-7 1-3 0,5-1 1 0,0-5-7 15,0 2-14-15,-1-1-11 0,1-1-9 0,6-1-17 16,0 0-20-16,1-1-32 0,0 1-41 0,4-1-44 15,8-2-37-15,-8 1-39 0,8-1-153 0,0 0-439 0,0 0 195 16</inkml:trace>
  <inkml:trace contextRef="#ctx0" brushRef="#br0" timeOffset="-7412.71">19522 13855 163 0,'5'-3'262'0,"0"1"-6"0,-5 2-8 0,7-6-8 16,-7 6-14-16,7-5-18 0,-7 5-19 0,0 0-16 15,0 0-18-15,7-3-13 0,-7 3-10 0,0 0-9 16,0 0-8-16,4 13-10 0,-4-13-13 0,3 16-8 16,-1-8-9-16,-2 4-6 0,1-1-7 0,0 2-6 0,1 1-10 15,-1-1-31-15,0 3-23 0,-1-5-15 16,0 2-30-16,-1 3-34 0,0-4-64 0,1 1-52 16,0-3-53-16,-3 3-154 0,0-3-443 0,-2-1 197 15</inkml:trace>
  <inkml:trace contextRef="#ctx0" brushRef="#br0" timeOffset="-7259.54">19509 13634 72 0,'-2'-4'190'15,"2"4"-25"-15,0 0-32 0,0 0-26 0,0 0-51 16,0 0-44-16,0 0-55 0,0 0-73 0,0 0-124 15,7 32 55-15</inkml:trace>
  <inkml:trace contextRef="#ctx0" brushRef="#br0" timeOffset="-7033.01">19815 13611 222 0,'0'-6'237'0,"0"6"5"0,5-9-9 0,-5 9-20 16,1-6-25-16,-1 6-20 0,0 0-16 0,0 0-13 15,0 0 9-15,3 19 0 0,-1-3-6 0,-2 2-11 16,0 11-11-16,1 0-7 0,1-2-13 0,-4 2-6 16,2 5-9-16,0-4-10 0,-2-2-8 0,2 2-5 15,0-4-7-15,1 0-12 0,-1 0-30 0,1-8-21 16,-1-1-24-16,3 0-19 0,-3-4-44 0,4 2-60 16,-2-4-48-16,2-2-36 0,-1 0-163 0,-1-3-434 15,5-3 192-15</inkml:trace>
  <inkml:trace contextRef="#ctx0" brushRef="#br0" timeOffset="-6866.86">20018 13911 132 0,'0'0'246'0,"2"-10"-7"0,-2 10-18 0,0-8-16 0,0 8-21 16,0 0-16-16,0 0-6 0,0 0-8 16,0 0-10-16,0 0-15 0,0 0-13 0,0 0-9 15,-5 29-8-15,4-20-9 0,0 3-11 0,-1-1-10 16,0 2-33-16,1-1-22 0,-2 1-29 0,2-1-43 15,-2-1-55-15,2 1-55 0,0-2-206 0,0 0-404 0,-1-4 179 16</inkml:trace>
  <inkml:trace contextRef="#ctx0" brushRef="#br0" timeOffset="-6698.91">20071 13658 1871 0,'-3'-12'15'0,"-2"0"3"0,0 2-19 0,1 1 2 16,0 3-5-16,4 6 4 0,-7-7-4 0,7 7-12 16,0 0-6-16,0 0-18 0,0 0-40 0,0 0-32 15,-1 21-46-15,1-21-87 0,9 21-266 0,1-7 119 16</inkml:trace>
  <inkml:trace contextRef="#ctx0" brushRef="#br0" timeOffset="-6333.02">20432 13777 18 0,'0'0'262'0,"-5"-4"-13"15,5 4-15-15,-9-1-15 0,9 1-16 0,0 0-9 16,-23 8-8-16,15 1-3 0,0 0-10 0,-5 4-14 16,4-1-9-16,-2 1-9 0,4 3-14 0,0-2-11 15,1 2-16-15,2 0-7 0,3-1-9 0,2-3-8 16,0 0-7-16,3 1-7 0,-1-1-3 0,6 1-9 15,-2-3-20-15,1-1-18 0,4-2-22 0,-1 0-27 16,0 0-25-16,2-4-46 0,1 0-43 0,-1-2-52 16,1-2-39-16,-2 0-164 0,-2-1-441 0,1-3 195 15</inkml:trace>
  <inkml:trace contextRef="#ctx0" brushRef="#br0" timeOffset="-5779.18">20634 13801 153 0,'0'0'216'0,"0"0"-2"16,0 0 2-16,0 0-13 0,0 0-14 0,0 0-10 16,-13 25-7-16,8-15-6 0,0 1-13 0,1 5-7 15,-1-4-11-15,1 3-16 0,0 0-10 0,3 2-11 16,1-5-5-16,1 3-13 0,2-2-4 0,-1-2-12 16,2 0-4-16,0 0-4 0,3-2-6 15,1-2-5-15,1-1-3 0,0-3-2 0,4 1-9 0,-1-3-1 16,-1-1-2-16,2-3-6 0,-2 2 0 0,2-2-2 15,-4-2-5-15,1-1 2 0,-3 0-2 0,2-3-4 16,-7 1 3-16,2-1-5 0,-4-1 0 0,0 0-7 16,0-1-1-16,-3-1-2 0,2 2-4 0,-1-3-7 15,-2 2 1-15,0-1 0 0,1 1 1 0,2 1 0 16,1-1-3-16,1 4 0 0,-1-4 0 0,3 5-1 16,3 1-2-16,2-2-2 0,4 3 4 0,0 1 1 15,5-1 1-15,1 4 0 0,-2 2 1 0,2 3 0 16,-2 0 2-16,0 4 2 0,-3 0 5 0,1 1 3 15,-6 1 2-15,2 2 3 0,-2-2 4 0,-2 0 3 16,-1 0 3-16,-1 2 6 0,-3-5 5 0,-1 3 1 16,0-1 5-16,-1-3 7 0,-3 2 10 0,2-3 5 15,-2-1-3-15,-3-1 0 0,0 0-4 0,7-4-6 16,-12 3 2-16,6-3 0 0,6 0 2 0,-13-5-1 16,13 5 1-16,-6-11 3 0,3 5-12 0,3-3-5 15,0-1-5-15,4-2-7 0,0-4-8 0,3 1-4 16,0-2 9-16,6-6 5 0,3 3-25 0,-3 3-3 15,2 3 7-15,1 0-1 0,-5 3-3 0,-1 3-2 16,1 0 1-16,-1 3 1 0,-4 3-5 0,-6 2-1 16,18-3 7-16,-18 3-8 0,19 8 4 0,-7-2 2 15,0 4 0-15,-2 0 2 0,0 0-3 0,-1 5 2 16,-2 1 4-16,4-2-23 0,-6 1-29 0,2 0-27 16,-2-1-31-16,-1 4-34 0,1-2-55 0,1 2-61 15,-3-2-257-15,0 0-559 0,1-4 247 0</inkml:trace>
  <inkml:trace contextRef="#ctx0" brushRef="#br0" timeOffset="-5015.57">21874 13791 30 0,'-9'-7'302'0,"-3"0"-21"0,-1 3-11 0,2-1-11 16,-8 3-10-16,-1 2-7 0,0 2-20 0,0 5-16 15,-6 2-13-15,3 4-17 0,-1 3-9 0,2 1-19 16,5 0-9-16,1 4-9 0,4-4-22 0,0 6 2 16,4-7-20-16,4 3-11 0,1-3-6 0,3 1 0 15,3-2-18-15,1-1 1 0,2-2-6 0,4-4-5 16,2 3-3-16,3-4-1 0,-1-2-3 16,7-2-8-16,-2-1-1 0,1-2-1 0,3-5 1 0,-5-2-1 15,9-1-4-15,-9-3-14 0,-1 2 18 0,-2-5-4 16,-1 0-3-16,-4-2-4 0,2 0 1 0,1-7-3 15,-5-2-1-15,-1 1-2 0,-2-3 18 0,-2 3-13 16,-2-2-1-16,-1-3 6 0,-3 3-10 0,1-2-2 16,-2 2 12-16,0-1 9 0,-2 2 2 0,3 5 7 15,-1 1-15-15,0-2 8 0,2 4-11 0,1 5 17 16,-2 3 3-16,4 0-4 0,-1 9-9 0,-1-12-5 16,1 12-5-16,-1-10-3 0,1 10-11 0,0 0 3 15,0 0-1-15,0 0 3 0,-3 36-4 0,3-13 0 16,0 2 1-16,-1 2 5 0,1 2-14 0,-1-3 0 15,1 3 2-15,0-1 3 0,0 1 4 0,2-4-5 16,1-5 2-16,1-1-5 0,-1-2 4 0,0 2-1 16,1-4 5-16,0-3-3 0,3-1 3 0,0-2-3 15,0 1 2-15,1-3-1 0,-2-3-2 0,5 1 3 16,-1-3 1-16,-10-2 3 0,20-1-10 0,-8 0 1 16,2-4 4-16,1-2-1 0,0-1 1 0,-5 1-2 15,1-5 0-15,-3 3 1 0,-1-1-3 0,-2-2 1 16,1-3 3-16,-4 5-7 0,1-3 6 0,-2 1-3 15,-1 12 0-15,4-18 3 0,-4 18-2 0,-3-12 1 16,3 12-7-16,-1-13 3 0,1 13-6 0,0 0-8 16,0 0 6-16,0 0 4 0,0 0 0 0,0 0 13 15,0 0-3-15,0 0-4 0,-9 29-1 0,8-17 0 16,1 2 0-16,0 2 11 0,1 0-25 0,0-3 4 0,-1 1-33 16,4 1-35-16,-1-2-22 0,-1-1-32 15,5 1-21-15,-2-2-23 0,0-2-37 0,0 1-51 16,1-2-57-16,2-2-242 0,-2 2-611 0,0-5 271 15</inkml:trace>
  <inkml:trace contextRef="#ctx0" brushRef="#br0" timeOffset="-4862.2">22122 13543 137 0,'0'0'137'15,"0"0"-20"-15,0 0-29 0,0 0-52 0,0 0-59 0,0 0-59 16,-2 30-90-16,4-12 40 0</inkml:trace>
  <inkml:trace contextRef="#ctx0" brushRef="#br0" timeOffset="-4576.63">22261 13894 140 0,'-2'7'197'0,"2"-7"9"15,-1 16-1-15,2-7-19 0,1-1-17 0,0 2-4 16,1-1-12-16,2 0-5 0,1-3-8 0,2 2-2 16,-2-5-6-16,5 2-5 0,-1-2-3 0,3 0-4 15,6-2-8-15,-4-2-7 0,-1 1 0 0,3-4-1 0,-4 0-6 16,1-1 1-16,-3-3-9 0,1 1 12 16,-5-3-12-16,1 1-2 0,-3-4-4 0,-2 2-13 15,-2 0 11-15,-1-7-19 0,-8 4-6 0,3-2-10 16,-1 5-3-16,-4-4-4 0,-1 3-6 0,4 3 0 15,-6 0-8-15,3 3-20 0,-1 1-8 0,0 2-23 16,-1 4-22-16,0 1-21 0,0 2-20 0,1 0-28 16,-2 3-43-16,1 2-50 0,5 0-46 0,0 1-239 15,0-1-535-15,4 0 236 0</inkml:trace>
  <inkml:trace contextRef="#ctx0" brushRef="#br0" timeOffset="-3950.7">22732 13822 158 0,'0'0'288'16,"0"0"-9"-16,-7-9-9 0,7 9-13 0,-11-5-7 15,11 5-13-15,-14-1-10 0,14 1-11 0,-16 6-5 16,6-3-15-16,1 4 2 0,0 0-37 0,0 3-1 16,-2 3-24-16,5-1-11 0,-4 2-9 0,5-5-14 15,2 1-15-15,1 3-3 0,-1-2-10 16,4-1 5-16,2 1-18 0,1-1-6 0,0-1-5 0,3-3-2 15,1 1-9-15,0-3 6 0,3-1 0 0,1-3-32 16,-1 0-1-16,3 0 7 0,-1-5-1 0,1 1 14 16,-4-3-16-16,-1-1 4 0,4-2-4 0,-5-1-2 15,1-3 0-15,-4 0-1 0,2-5 0 0,-3 1-1 16,-1-2-1-16,1-6-3 0,-3 1-3 0,-4 0 1 0,3-1 14 16,2-1-2-16,-1 2 0 0,-2 0-2 15,1-1 5-15,-3 1 0 0,0-2 2 0,5 8 0 16,-1-7 0-16,-2 10 3 0,1-1 5 0,-2 5 7 15,4 2 4-15,-4 4-10 0,2 6-2 0,0-12-7 16,0 12-5-16,0-8-8 0,0 8-17 0,0 0 23 16,0 0-3-16,0 0 0 0,6 33 4 0,-5-16 0 15,1 9 4-15,1 1 0 0,-3-1 1 0,1 0 7 0,1 1-4 16,0-1 0-16,1-2 0 0,0 3-10 16,-1-1 7-16,0-3 3 0,2-5-5 0,-1 0-6 15,-1-1-1-15,5-2 3 0,-2-5-3 0,4 1-3 16,0-1 3-16,0-3-5 0,3 0 1 0,1-2 2 15,6-2-5-15,1-3-6 0,0 0-4 0,7-3-5 16,0-3-5-16,-1-2-9 0,-6-1-1 0,6-4-10 16,1 1-5-16,-3-5 3 0,-3 1-4 0,1-1 10 0,-4-3-10 15,-8 6 9-15,0-2-5 0,-2 0 8 0,-6 0 1 16,0 4 5-16,-5 1-3 0,-1 1 17 16,-1 0-1-16,-3 4 7 0,-4 2 5 0,-1 1 7 15,-4 4 0-15,-3 4 2 0,-1 2 0 0,-4 3 1 16,2 6 3-16,1 0-7 0,2 1 1 0,8-3-3 15,3 2 4-15,0-1-8 0,7-2-27 0,2 3-27 16,5 1-24-16,2-2-38 0,5-2-34 0,11 3-32 0,2-3-45 16,6-4-59-16,5-3-61 0,0-2-249 15,2 0-643-15,2-1 285 0</inkml:trace>
  <inkml:trace contextRef="#ctx0" brushRef="#br0" timeOffset="-2466.84">23884 13905 45 0,'0'0'219'0,"0"0"-8"15,0 0-6-15,0 0-15 0,0 0-13 0,0 0-8 16,0 0-16-16,0 0-12 0,0 0-10 0,-5-10-16 15,5 10-1-15,0 0-14 0,0 0-7 0,14-16 2 16,-7 8-12-16,-1 3-4 0,4-3-6 0,-4 0-4 16,3-2-5-16,0 1 0 0,2-3-6 0,-1 1-1 15,1-3-7-15,-5 4-2 0,1-1-6 16,2-5 0-16,-3 6-5 0,2-6-5 0,-2 6 2 0,-2-2-3 16,0 1-4-16,-3-1 31 0,2 3 3 0,-1 0-2 15,-2 3-3-15,2-2 3 0,-2 8-2 0,1-10-6 16,-1 10-6-16,1-7-6 0,-1 7-8 0,0 0-3 15,0 0-7-15,0 0 3 0,0 0-1 0,0 0-1 16,0 0-4-16,-14 25 1 0,11-15-2 0,2 0 0 16,0 2-4-16,-2-2 1 0,5 1-3 0,-1 0 2 15,1-1-2-15,4 1 5 0,0-1-7 0,3-1-1 16,1-2-1-16,2 1 2 0,5 0 1 0,-1-6-2 16,4-1 1-16,1-1-5 0,-2-3 1 0,3-1 0 15,-3-5-2-15,-1 2 2 0,6-4-2 0,-10 0-1 16,1 1 6-16,-6 3-1 0,4-5-2 0,-4-1 0 15,-3 5 1-15,0-5-2 0,-5 2 3 0,3 0-3 16,-3-1-3-16,-2 3 5 0,1-2-2 0,0 4-4 16,0 7 5-16,0-12-2 0,0 12 7 0,1-11-2 15,-1 11-8-15,0 0 5 0,-3-7-9 0,3 7 3 16,0 0-3-16,0 0-1 0,-9 22 5 0,7-11 2 16,-3 6 2-16,1 0-1 0,0 2-3 0,-1 0 5 15,1 8-3-15,0-1 3 0,3-6 0 0,-5 7 0 16,2-3-14-16,0-5-10 0,1-2-15 0,-2-2-19 15,3 1-20-15,-3 0-23 0,2-6-26 0,-1 1-52 16,0-1-49-16,2-3-49 0,-2-4-220 0,-2 0-532 16,6-3 236-16</inkml:trace>
  <inkml:trace contextRef="#ctx0" brushRef="#br0" timeOffset="-2322.04">24073 13518 171 0,'4'-4'182'0,"-4"4"-26"0,11 2-46 15,-11-2-57-15,22 5-61 0,-5 0-103 0,1-1-120 16,8 1 53-16</inkml:trace>
  <inkml:trace contextRef="#ctx0" brushRef="#br0" timeOffset="-2062.54">24744 13475 129 0,'0'0'279'0,"6"-4"-22"0,-6 4-21 0,0 0-24 0,0 0-20 16,0 0-8-16,0 0 2 0,5 10 5 16,-3 1 2-16,2 4-7 0,-4 1-12 0,2 2-7 15,-2 0-9-15,-2 6-9 0,2-5-1 16,0 6-11-16,-3 1-7 0,-1 0-5 0,3-2-18 0,1 3-10 0,-1-2 1 15,-3-5-14-15,1-1-10 0,6 1-6 16,-6-3-15-16,-1 1-2 0,4-5-27 0,0-3-34 16,-1 0-30-16,0-1-32 0,2-2-20 0,-1-7-17 15,-1 11-29-15,1-11-36 0,-3 8-33 0,3-8-48 16,0 0-244-16,-5 4-540 0,5-4 238 0</inkml:trace>
  <inkml:trace contextRef="#ctx0" brushRef="#br0" timeOffset="-1738.66">24658 13711 51 0,'-1'-10'183'0,"1"10"-11"16,5-9 0-16,0 6-4 0,4-1-1 0,5 1-11 15,2 0-13-15,3-3-12 0,-1 4-13 16,4 2-8-16,-1 0-9 0,1 1-9 0,-2 2-4 16,-1 1-9-16,-2-1 0 0,2 4-1 0,-7-2 1 15,0 0-2-15,1 3 1 0,-5-2-4 0,1-1-1 16,-3 0-6-16,-1 2-2 0,1-3 1 0,0 1-8 0,-2 0-6 15,-1-2 0-15,-3-3-7 0,7 6 2 16,-7-6 5-16,6 4 21 0,-6-4 4 0,7 2 3 16,-7-2 0-16,0 0 0 0,18-6-3 0,-13 2-1 15,0-1 3-15,1 0-18 0,-1 0 4 0,-1-2-2 0,1-2-1 16,0 2-7-16,-1-3-14 0,0 4 8 16,-4-3-3-16,3 2-6 0,-2-4-6 0,-1 11-1 15,-1-15-5-15,1 9-10 0,0 6-19 0,-7-13-13 0,2 5-22 16,1 3-28-16,-5 1-30 0,-2 1-30 0,-1 2-34 15,-5 1-58-15,1 2-52 0,-3 4-269 16,2-2-580-16,1 2 258 0</inkml:trace>
  <inkml:trace contextRef="#ctx0" brushRef="#br0" timeOffset="-933.12">25778 13526 2034 0,'4'-26'-2'16,"-1"8"53"-16,-1-1 1 0,0 3 33 0,-2 6 20 15,0 1-19-15,0 2-5 0,0 7-6 0,0-13-20 16,0 13-8-16,0-7-5 0,0 7-3 0,0 0 7 16,0 0 9-16,0 0 2 0,2 27-5 0,-2-10 18 15,1 4-4-15,1 5-5 0,-2 0-5 0,0-7 0 16,-2 7-9-16,1-7-4 0,1 0 3 0,0-1-5 16,0-1-2-16,-2-4-7 0,4 0-1 0,-4-3-2 15,2 0 3-15,2-5-7 0,-2-5 4 16,0 11 10-16,0-11 9 0,0 9 6 0,0-9 13 0,0 0 12 15,-2 10 7-15,2-10-9 0,0 0-6 0,0 0-14 16,0 0-10-16,0 0-13 0,0 0-12 0,0 0-16 16,0 0-10-16,7-38-11 0,2 25-11 0,2 1-1 15,3 1-2-15,1-3-4 0,2 3 0 0,2 4 6 16,2 1 1-16,-3 3 1 0,0 3 0 0,0 0 0 16,-5 3 0-16,-1 1 4 0,-3 2 3 0,-1 2 1 15,-1 1 3-15,0 2 2 0,-5 1-1 0,-2 1-3 16,-2-2 2-16,-5 5-4 0,-2 0-2 0,-2-1 1 15,-3-4 2-15,-1 3-6 0,-10 1 1 0,5-4 2 16,-2 2 2-16,3-5 0 0,1-4 10 0,5 1-2 16,2-3 0-16,2 0 6 0,2-2-8 0,7 0-5 15,-9-6-1-15,9 6-1 0,0-10 2 0,0 10 3 16,9-13-1-16,-3 4 0 0,4 2-1 0,1 0 6 16,-2 2-2-16,9-2 3 0,-5 1-2 0,5 1 3 15,0-1 1-15,2-1 0 0,-1 2-1 0,0 0 1 16,0 0 4-16,-1 0 0 0,0 0-1 0,4 1 0 15,-5-1 2-15,0 0 3 0,-2 0-2 0,-1-2-1 16,3 0 3-16,0 1 2 0,-7-2 1 16,4 4 7-16,-5-3 5 0,2-1 5 0,-1 0-3 0,-2-1-3 15,-1 1 0-15,-2-1 7 0,2 0 6 0,-3-1 3 16,-1 0-3-16,1 1 4 0,-4 2-6 0,0 7 6 16,0-14 8-16,-2 6 7 0,2 8-10 0,-5-10-4 15,3 5-4-15,2 5-5 0,-10-5 3 0,10 5-2 16,-13 0 3-16,5 5 2 0,-2 1 4 0,-3 5-5 15,2 1 3-15,-3 0-7 0,3 0-11 0,-1 2-4 16,4 1 11-16,1 0-11 0,1 1 12 0,4-2-20 16,2-4-32-16,1 2-15 0,2 2-33 0,3-1-29 15,1-2-39-15,4 1-55 0,3-2-66 0,4-1-70 16,-3-4-175-16,6-1-554 0,-1-2 245 0</inkml:trace>
  <inkml:trace contextRef="#ctx0" brushRef="#br0" timeOffset="333.68">26753 13471 116 0,'2'-7'295'16,"-1"2"-19"-16,-1 5-30 0,4-5-14 0,-4 5 2 16,0 0-14-16,0 0-9 0,0 0-5 0,-2 26-15 15,2-14-10-15,-3 4-17 0,1-3-17 0,2 2-13 16,0 1-9-16,-2 1-16 0,4-1-9 0,0-3-9 15,1-2-10-15,1 1-9 0,2-2-6 0,-1 0-7 16,3-2 0-16,0 1-3 0,1-5-5 0,3 2-6 16,1-5 3-16,0 2-6 0,1-4-7 0,-1-1 10 15,-1 1-15-15,-1-4-5 0,0 0-3 0,3-2 0 16,-4 0-3-16,4-3 4 0,-7 1-2 0,2-1 2 16,-1 0-6-16,0-5-6 0,-4 4 3 0,3-4-3 15,-1 0 9-15,-2-1-9 0,-3 4 5 0,3-4-1 16,1 4 5-16,-2 1 8 0,-2 0 0 0,0 2-12 15,3 1 1-15,-4 8 1 0,2-11-7 0,-2 11 0 16,0-7-9-16,0 7 2 0,0 0 4 0,0 0-2 16,0 0 6-16,0 0 12 0,-2 30 3 0,0-19-4 15,0 2 8-15,0 2 1 0,-3-3-3 0,2 1 0 16,3 4 10-16,0-6-24 0,3 0 8 0,-3-1-4 0,2 0 0 16,-2-10 3-16,5 16-5 0,1-9 0 15,0-1-1-15,-6-6 1 0,19 7-4 0,-8-6-2 16,5-2-4-16,-1-2-1 0,4-1-3 0,-2-2 5 15,6-1-6-15,-5-2 2 0,0-1-7 0,-2-1 0 16,-1-2 3-16,-1 0-3 0,-1-2-4 0,-1-2-8 0,-3 0 7 16,-3-1-7-16,1-1 3 0,-1 1-3 15,0 1 8-15,-4 2 0 0,0 1 4 0,0 2-4 0,-4 4 0 16,2 8 0-16,0-17 3 0,0 17-4 16,-2-9 6-16,2 9-6 0,0 0-8 0,0 0-3 15,0 0 15-15,-14 18-8 0,11-7 4 0,-1 3 5 16,2 3-3-16,0 0 4 0,2 2-2 0,0 0-17 15,2 0 20-15,0-1-15 0,3 0 9 0,1 2 8 0,0-3-3 16,-4 0 0-16,4 0 6 0,1-4-4 16,-1 3 8-16,-2-5-6 0,2-2-9 0,-4-3-15 0,2-1-5 15,-4 3-2-15,0-8 4 0,-2 10 1 0,2-10 1 16,-10 7 2-16,0-4 3 0,5-1 1 0,5-2 6 16,-9 2-5-16,9-2 8 0,-9 1 3 15,9-1-12-15,0 0-12 0,0 0-5 0,-9-8 2 16,9 8-4-16,0 0 4 0,0 0-3 0,21-19-1 0,-12 12-10 15,5-3 14-15,3 1-10 0,6-6-3 0,3 1 8 16,-3 2 1-16,1-2 1 0,1-1 5 0,-2 3 3 16,-5 0 8-16,-1 0 1 0,-1 0-4 15,-2-2 14-15,-1 3-7 0,-3-1 10 0,-4 1 6 16,-2 1 8-16,1 1 8 0,-1-1 7 0,0 3-3 0,-4-3 6 16,0 10 7-16,-1-13 5 0,1 13-23 0,-7-8 24 15,5 5-2-15,2 3 2 0,-13-3 7 16,13 3 7-16,-17 3 3 0,7 0-4 0,0 4 3 15,1 0-8-15,-1 1-6 0,-3 5-2 0,5-4-17 0,-1 2 15 16,3-1-7-16,0 0-2 0,2 1-21 0,2-1-21 16,1 1-19-16,2-2-13 0,1 1-15 15,5-2-23-15,2 0-21 0,4-2-17 0,5-1-13 0,0 0-18 16,2-2-11-16,1-2-9 0,8-1-3 16,-2-1 2-16,2-2 22 0,0-1 10 0,-2-1 18 0,-5 2 13 15,-1-4 9-15,-5 1 22 0,0-1-2 0,-1-2 16 16,-3 2 22-16,-2-3 12 0,-5 1 26 0,4-1 28 15,-5 1 23-15,2 0 14 0,-5 0 3 16,-1 1 5-16,0 8 5 0,-4-13 6 0,4 13 10 16,-7-9 6-16,0 5 2 0,7 4 0 0,-15-3 6 0,5 5 0 15,0 1 7-15,-3 4-17 0,1 0-9 0,-2 3 3 16,-2 0-22-16,5 2 7 0,-1 0-6 0,1 1-4 16,3-3-7-16,2 0-19 0,3 2 8 15,0-3-12-15,3 1 2 0,0-1 0 0,3 0-8 16,3-3 7-16,1 0-11 0,2-2 2 0,3-1-8 0,1 0-3 15,0-3 2-15,5-2-1 0,1-2-4 0,-4 0 0 16,-1-2-2-16,3 0 5 0,-3-3-4 0,-5 2-4 16,2-9 2-16,1 3-4 0,-5-1-6 0,1-4 1 15,-4 0 6-15,0-1-2 0,-3-7-1 0,4 1 1 16,-5-2 2-16,0 0-4 0,0 1 1 0,0-2 1 16,0 1-2-16,0 0 7 0,-2 2-5 0,-1-1 9 15,3-1 8-15,3 12 10 0,-1-2 12 0,-2 5 7 16,0 1 5-16,0 11-1 0,2-12-6 0,-2 12-13 15,0 0-6-15,0 0-1 0,0 0 5 0,0 0-6 16,0 0-10-16,0 0 10 0,11 52 3 0,-15-27 10 16,4 1-5-16,2-1-4 0,0 3 2 0,-4 0 2 15,0-2-17-15,2 0-20 0,0 2-23 0,2-2-32 16,0-3-38-16,-2-2-37 0,-2-2-37 16,2 0-35-16,-2-1-70 0,2-1-80 0,-4-1-254 0,-1 0-659 15,0-3 292-15</inkml:trace>
  <inkml:trace contextRef="#ctx0" brushRef="#br0" timeOffset="1137.28">28754 13314 2171 0,'-6'-9'31'0,"3"-1"19"16,-1 1-14-16,2 2-16 0,-2 3 6 0,4 4 21 15,-10-4 10-15,10 4 10 0,-14 2 1 0,5 6 17 16,1 0 2-16,-3 6 0 0,0-2 0 0,2 3 2 16,2 1-6-16,2 3-8 0,2-2-1 0,0-1-13 15,3 1-7-15,2 0-6 0,2-2-1 0,3 0 2 16,-2-2 8-16,6-2 2 0,1 0 3 0,6-3-5 15,-1-1-5-15,1-1-4 0,0-3-1 16,2-2-6-16,0-2-5 0,2-2 1 0,-6-1-3 0,4 1-3 16,-5-3-1-16,-2 0-4 0,-1-1 0 0,-1-2 0 15,-3 1-6-15,1-1-1 0,-3-1-9 0,2-1 1 16,-3 0-2-16,-1-1 3 0,-2-5 1 0,0 6-17 16,0-2 12-16,1 1-2 0,-2 5-3 0,-1-4 9 0,1 6-8 15,-1 5-3-15,2-12 1 0,-2 12-6 0,0 0-4 16,3-4 5-16,-3 4-2 0,0 0 6 15,0 0-2-15,0 0-5 0,7 23 10 0,-5-16-3 16,1 2 6-16,-1 1-16 0,5 0 7 0,-1-1 8 16,3 0 2-16,0 1-1 0,5-2 4 0,1-1 4 15,2-2-5-15,2-2-3 0,0 0 0 0,2-1-1 16,-1-3-6-16,2 0-2 0,0-2-6 0,-4-1-1 16,2-2 3-16,-8 1 2 0,-1-2-1 0,-1 2 5 15,-2-3-4-15,0 1-5 0,-3-4 3 0,-3 0 0 16,0-2-17-16,-5 1-4 0,1-5 1 0,-5 2 2 0,-3-1-3 15,0 1-5-15,-1-1 8 0,1 2 2 16,-2-1 0-16,4 5 4 0,0 3 0 0,2-1-3 16,-1 1 5-16,4 3-1 0,3 4-2 0,-7-7 0 15,7 7-1-15,0 0 2 0,0 0-1 0,0 0-6 16,0 0 1-16,0 0-3 0,22 11 3 0,-11-8 3 16,7 1-7-16,4 0-1 0,6-2 1 0,-6 0 2 0,10-1 1 15,-11-2 8-15,-1-1-2 0,0 1 5 16,-7-1 2-16,0-1-1 0,-3-1 8 0,1 2 7 15,-4-1 3-15,-1-1 4 0,-6 4 12 0,9-6 10 0,-6 2 1 16,-3 4 4-16,7-6 6 0,-7 6 8 16,4-7 0-16,-4 7 0 0,0 0-5 0,5-6-7 15,-5 6-3-15,0 0-9 0,0 0 0 0,0 0 3 0,0 0 2 16,5 22-3-16,-3-11-3 0,-2 2-2 16,-3-2 1-16,4 6-9 0,-2 1 0 0,0 0-7 0,-2-1-17 15,2-1-29-15,-2 1-21 0,-1 1-29 0,2-3-22 16,1-2-38-16,-6-1-47 0,6-2-63 0,-1 0-67 15,-2-4-176-15,0 0-543 0,-1 0 240 16</inkml:trace>
  <inkml:trace contextRef="#ctx0" brushRef="#br0" timeOffset="1290.59">29392 13062 52 0,'-1'-13'203'0,"1"13"-24"0,0 0-13 0,0 0-46 0,0 0-50 16,0 0-50-16,0 0-56 0,13 5-93 0,-13-5-140 15,16 9 62-15</inkml:trace>
  <inkml:trace contextRef="#ctx0" brushRef="#br0" timeOffset="1534.38">29709 13048 15 0,'0'0'283'0,"0"0"-13"0,0 0-25 0,5-5-24 16,-5 5-19-16,0 0-4 0,0 0-4 0,7 19 6 15,-4-9-7-15,-2 5 10 0,2 2-8 0,-2 1-6 0,2 1-11 16,-2 2-24-16,0-2 0 0,2 7-16 0,-3-7-17 16,-5 0-3-16,6 0-10 0,-3 0-11 15,-2-1-4-15,0 0-16 0,0-3-7 0,1 0-6 16,-1-2-18-16,-1 0-27 0,0-3-29 0,3 1-30 15,-2-3-35-15,-2 2-27 0,3-4-28 0,-4 2-44 0,7-8-46 16,-8 9-53-16,5-5-231 0,3-4-545 0,0 0 241 16</inkml:trace>
  <inkml:trace contextRef="#ctx0" brushRef="#br0" timeOffset="1983.44">29702 13290 56 0,'7'-4'183'0,"-2"-3"-8"0,2 0-9 0,3 1-9 15,1-2-10-15,3 0-9 0,1 1-11 16,-3-1-2-16,6 0-6 0,-3-1 0 0,-1 2-4 16,-4-1 0-16,1 0 7 0,0 3-7 0,-2-4-5 0,-1 3 1 15,-1-5-1-15,2 4 1 0,-2 0 8 16,-2-3-5-16,-1 4-9 0,1-2-15 0,-3 2-5 16,2 0-2-16,0 0 1 0,-4 6-6 0,5-7-8 15,-5 7-11-15,5-6-8 0,-5 6-8 0,0 0-5 0,0 0-6 16,0 0 1-16,0 0-2 0,9 22-3 0,-8-9 1 15,2 2-1-15,1 1-6 0,-3 2 1 0,0 1-1 16,2 1-3-16,-3-2 2 0,0 0-2 16,1-1 1-16,-1-1-6 0,1-5 0 0,-1-1-3 15,2 0 5-15,-2-3 2 0,1-1-7 0,-1-6 10 16,1 10 19-16,-1-10 17 0,2 7 19 0,-2-7 7 0,0 0 5 16,0 0-17-16,3 6 3 0,-3-6-6 0,0 0-9 15,0 0-6-15,16-10-3 0,-9 6-6 0,2-3-5 16,3 0-11-16,-1 2 2 0,1-1-15 0,2 2 4 15,-5 0 2-15,-3 1-4 0,-1 2-6 0,-5 1-2 16,14-5 1-16,-14 5-7 0,9 6 1 0,-3-3-16 16,-3 2 23-16,2 4-11 0,-2-3 11 15,1 3 0-15,-2 1 3 0,0-1-2 0,-1-1 5 0,-1 2-10 16,1-1 6-16,-2 0-11 0,1-9-36 16,1 14-45-16,-1-8-37 0,1 1-41 0,-1-7-20 0,3 12-34 15,-2-9-60-15,-1-3-54 0,7 6-269 0,0-5-642 16,-7-1 285-16</inkml:trace>
  <inkml:trace contextRef="#ctx0" brushRef="#br0" timeOffset="2102.19">30288 13322 110 0,'0'0'75'0,"0"0"-66"0,0 0-42 0,0 0-35 16,0 0 16-16</inkml:trace>
  <inkml:trace contextRef="#ctx0" brushRef="#br0" timeOffset="3383.27">18626 14576 57 0,'0'0'237'0,"0"0"-22"15,0 0-20-15,-4-7-21 0,4 7-11 16,0 0-21-16,0 0-12 0,0 0 7 0,0 0 12 15,0 0-11-15,-7 21-13 0,5-9-11 0,4 7-7 16,-5-1 25-16,2 9-8 0,-3-2-5 0,5 1-3 0,2 0-1 16,-3-1-12-16,1 0-9 0,0 0-5 0,1-4-9 15,-1 6-2-15,1-7-10 0,0 3-2 16,-1-3-10-16,3-1-7 0,-6-1-4 0,2 1-5 16,0-2-1-16,2-1-5 0,-1 0-4 0,-2-3 7 0,1-3-13 15,-3-1-16-15,2 1-21 0,1-1-28 0,0-9-21 16,0 12-18-16,0-12-12 0,-3 8-18 15,3-8-37-15,0 0-56 0,0 0-36 0,0 0-202 0,0 0-477 16,0 0 211-16</inkml:trace>
  <inkml:trace contextRef="#ctx0" brushRef="#br0" timeOffset="3767.01">18644 14526 7 0,'6'-11'195'0,"3"3"-11"15,0-2-8-15,7-1-9 0,-1 4-1 0,3 0-3 16,0 4-3-16,1 0-18 0,0 6-16 0,-2 1-10 16,-3 0-12-16,0 5-11 0,-4 5-6 0,3 1 2 15,-6 1-10-15,0 3-4 0,-4 0-8 0,-2 6-4 16,-2-4-5-16,-3 4-7 0,-5 0-4 16,1-1-3-16,-1-8-25 0,1 2 0 0,-2-2 0 0,-3-2-4 15,3-1 2-15,-3-3 1 0,-2 0-1 0,5-3-6 16,-2-2 5-16,2-1-2 0,0-1 5 15,-2-3 7-15,5 2 11 0,7-2-1 0,-14-2 2 16,6 1-3-16,8 1-3 0,-10-3-1 0,10 3-1 16,-8-5-4-16,8 5 2 0,0 0-9 0,0 0-4 15,0 0-4-15,0 0-1 0,0 0 1 0,0 0-1 0,0 0-2 16,0 0 3-16,32 6-5 0,-22 3 2 0,0-3 0 16,1 2 3-16,-2 2-4 0,6 0 4 15,-2 4-6-15,-3-3-1 0,1 4 1 0,0-2 0 16,3-2-15-16,-3 1-20 0,0 2-27 0,-5-4-18 15,1 0-38-15,1-2-36 0,0 2-33 0,-2-1-49 0,2-2-149 16,-2-3-412-16,1 0 182 0</inkml:trace>
  <inkml:trace contextRef="#ctx0" brushRef="#br0" timeOffset="4023.43">19118 14855 216 0,'0'0'268'0,"0"0"-12"0,0 0-19 16,0 0-29-16,0 0-18 0,1-7-17 0,-1 7-12 15,0 0-9-15,9-3-7 0,-9 3-10 0,12-1-10 16,-1 0-6-16,0-1-12 0,1 1-5 0,1-2-7 16,-1 2-4-16,2-1-18 0,0 1 8 0,0 1-17 0,0-3-6 15,0 2-9-15,0-3-15 0,0 2-24 16,-2 1-26-16,-3 0-22 0,-3 1-25 0,-6 0-18 15,14 0-36-15,-14 0-24 0,9 1-12 0,-9-1-20 16,0 0-7-16,0 0-8 0,0 0-6 0,0 0-108 16,0 0-325-16,0 0 145 0</inkml:trace>
  <inkml:trace contextRef="#ctx0" brushRef="#br0" timeOffset="4250.33">19309 14825 749 0,'-16'0'-32'0,"10"0"-2"0,6 0 26 16,-16-1 11-16,8 1 23 0,8 0 22 16,-13-1 27-16,13 1 16 0,-13-1 20 0,13 1 8 15,-10 0 8-15,10 0-4 0,-8-1 0 0,8 1-6 16,0 0-12-16,0 0-9 0,-11 0-15 0,11 0 0 15,-8 8 6-15,4 0 4 0,-1 2 11 0,-1 5 15 0,-1 3 7 16,1 0 0-16,-4 5-8 0,4-4-10 16,0 7-6-16,1-7-3 0,0 0 0 0,1-1-7 15,2 0-6-15,-1 0-6 0,2 0 5 0,-1 0-18 16,0-3-9-16,1-1 3 0,-1-3-10 0,1 2-7 16,1-2-1-16,0-2-2 0,0 0-2 0,0-9-3 15,1 12-33-15,-1-6-22 0,0-6-28 0,0 8-26 16,0-8-22-16,2 7-21 0,-2-7-27 0,0 0-44 15,0 0-61-15,0 0-246 0,0 0-538 0,0 0 238 16</inkml:trace>
  <inkml:trace contextRef="#ctx0" brushRef="#br0" timeOffset="4434.55">19167 15070 225 0,'0'0'260'15,"16"-6"-8"-15,-5 2-7 0,1 1-17 0,1-1-19 16,5-2-23-16,1 3-18 0,7-5-18 0,-5 6-14 16,0-2-22-16,1 0-35 0,6 0-32 0,-7 0-39 15,0 2-52-15,-1-1-63 0,8-3-44 0,-7 2-47 16,-6 2-104-16,4-4-326 0,-3 3 145 0</inkml:trace>
  <inkml:trace contextRef="#ctx0" brushRef="#br0" timeOffset="4598.25">19678 14955 113 0,'0'0'262'0,"5"-4"-10"16,-5 4-10-16,0 0-11 0,0 0-21 0,0 0-13 15,9-1-12-15,-9 1-19 0,14-1-13 0,-5 1-19 16,1 0-13-16,0 0-24 0,1 1-30 0,1 0-33 16,-3 2-32-16,2-2-50 0,-11-1-58 0,15 2-47 15,-9 0-38-15,1 1-137 0,-7-3-356 0,2 7 158 16</inkml:trace>
  <inkml:trace contextRef="#ctx0" brushRef="#br0" timeOffset="4748.81">19710 15070 64 0,'-5'2'208'0,"5"-2"-1"0,-12 7-5 0,10-3-2 16,2-4-6-16,-7 3-16 0,7-3-13 0,0 0-9 16,-5 5-10-16,5-5 6 0,0 0-3 15,0 0-8-15,13 8-8 0,-13-8-24 0,18 0-24 16,-5 2-32-16,-1-4-39 0,1 0-48 0,1 0-61 0,4-3-79 15,0 1-202-15,-3 0-407 0,3-3 180 0</inkml:trace>
  <inkml:trace contextRef="#ctx0" brushRef="#br0" timeOffset="6149.76">20502 14640 115 0,'0'0'193'0,"9"-4"-16"16,-2 2-4-16,0 1-8 0,3-4-17 16,3 4-2-16,-3 2-6 0,2-1-15 0,-2 3-4 15,2 0-11-15,-2 2-8 0,0 0-7 0,0 4-11 16,-1-3-6-16,-2 3-9 0,-2 0-2 0,-3 3-5 15,0-1 6-15,-4 1 0 0,1 4-6 0,-3 0-5 16,-2-2 1-16,-2 0 1 0,-1 3-3 0,-2-4-1 16,-2 1-8-16,-1-4 2 0,2 1-10 0,1-3 2 15,1 0 1-15,2-2 1 0,3-1 2 0,-3-2-7 16,4 0 5-16,4-3-8 0,-6 6-1 0,6-6-5 16,-6 3 2-16,6-3-1 0,0 0-3 0,0 0-6 15,0 0 1-15,0 0-3 0,0 0-1 0,25-12-5 16,-15 11 1-16,2-1-5 0,-2 1 2 0,2 2-3 15,0 1-2-15,-1-2-1 0,0 2 1 0,1 3-6 16,-2 1 2-16,-1-2 0 0,1 2 5 0,-2 1-4 16,-2 2-4-16,1-2 2 0,-4 1 9 0,1-2-10 15,-1 3 3-15,-3-4 5 0,0-5 3 0,-3 15 4 16,-2-9-1-16,-1 2 4 0,-2 0 0 0,-1 0 2 16,-2-1-4-16,-1 0 4 0,-1-1-9 0,3 0 0 15,-2-4-2-15,0 3 2 0,0-1-3 0,4-1-2 16,1-2 5-16,-1 0-21 0,8-1-10 0,-11 3-20 15,11-3-25-15,-9 0-28 0,9 0-32 0,-9 1-46 16,9-1-47-16,0 0-50 0,0 0-166 0,-4-10-470 16,4 10 208-16</inkml:trace>
  <inkml:trace contextRef="#ctx0" brushRef="#br0" timeOffset="6466.84">20980 14712 140 0,'4'-5'275'0,"-3"0"-12"0,-1 5-8 16,5-6-22-16,-5 6-17 0,0 0-8 0,0 0-29 16,0 0-15-16,0 0-11 0,0 0-6 0,0 0-12 15,-20 15-9-15,17-8-14 0,-1 3-10 0,3 1-8 16,0 0-13-16,1 1-4 0,0 1-9 0,2 3-8 16,1-5-5-16,1 5-4 0,0-4-5 0,2 3-3 15,-1-3-4-15,3-1-5 0,1 1-6 0,-1-2 0 16,-2 1 0-16,4-3-3 0,-2 1-3 0,-2-1-2 15,1 1-5-15,-1-4 2 0,-2 2-3 0,0-3-1 16,-4-4-1-16,6 8-5 0,-5-5 9 0,-1-3 11 16,2 8-1-16,-2-8-2 0,0 0-3 0,-11 12 0 15,6-9-3-15,-6 2-6 0,2-3-16 0,-1 0-13 16,-3-1-18-16,1 1-30 0,0-2-25 0,-1-2-20 16,0 1-29-16,0-1-37 0,3-1-46 0,-3-1-37 15,0-2-181-15,-1-3-474 0,-1 0 209 0</inkml:trace>
  <inkml:trace contextRef="#ctx0" brushRef="#br0" timeOffset="6616.98">20976 14666 73 0,'17'-9'172'16,"-2"2"-3"-16,6-2 1 0,-3 4-18 0,3-1-10 16,-2 0-18-16,2 0-13 0,8 3-4 0,-2 3-15 15,-5 0-28-15,-2-2-41 0,-2 2-62 0,1 4-55 16,-7 1-117-16,1-2-230 0,-4 2 102 0</inkml:trace>
  <inkml:trace contextRef="#ctx0" brushRef="#br0" timeOffset="7085.16">21353 14930 186 0,'7'8'236'0,"-7"-8"-11"0,7 6-11 15,-1-3-8-15,0-1-12 0,2 0-9 0,3 1-10 16,-1-2-7-16,4 1-12 0,-1-2-5 0,0-2-11 16,0 0 1-16,1-1-16 0,-2 1-6 0,0 1-4 15,-3-3-8-15,1 1 6 0,-5 0-15 0,2 0-5 16,-2-4-14-16,-2 1 0 0,-3 6 0 0,3-16-6 16,-4 6-6-16,0 0-10 0,-3-2-1 15,1 1-5-15,-1-1-4 0,1-3-6 0,-1 1-11 16,1 1-1-16,2 1 6 0,0 1 0 0,-1 1-1 0,4-1-5 15,-1 1 0-15,3 0-6 0,1 1 0 0,1 2-4 16,3-1 1-16,3 0-8 0,2 1-5 0,4 1 8 16,0 3-4-16,-1 1-5 0,4 2 1 0,-4 1 0 15,0 0-2-15,-1 2-1 0,0 2 3 0,-4 2-9 16,1 0 11-16,-2 0-10 0,-3 2 20 16,1 2-1-16,-3 2 2 0,-3-1 8 0,1 4 1 0,-4-3 7 15,-2 3-1-15,0-2 2 0,-1 2 6 0,-1 0-2 16,-2-5 0-16,2 2-2 0,0-3-6 0,-1 0 2 15,1 1-7-15,2-4-1 0,-1 4-6 0,1-5-2 16,2-6-3-16,0 11 6 0,0-11-5 0,2 9-1 16,2-6-2-16,2 0-2 0,3-3-1 0,4 0-6 15,0 0 0-15,6-2-19 0,-1-1-22 0,2-1-26 16,1-3-43-16,-2 1-35 0,-1-1-31 0,-4 1-51 16,-1 2-65-16,-4-2-50 0,-1 3-240 0,-8 3-626 15,10-7 277-15</inkml:trace>
  <inkml:trace contextRef="#ctx0" brushRef="#br0" timeOffset="7466.08">22529 15036 57 0,'0'0'263'0,"0"0"-17"15,0 0-16-15,0 0-19 0,0 0-16 0,0 0-19 16,-19 24-19-16,10-14-14 0,-4 4-31 0,0-1-27 16,-2 2-32-16,2 1-45 0,-1-4-89 15,3 2-62-15,-2-3-143 0,2 3-309 0,2-8 137 0</inkml:trace>
  <inkml:trace contextRef="#ctx0" brushRef="#br0" timeOffset="8884.25">22915 14633 19 0,'0'0'206'0,"0"0"-6"0,0-9-4 0,0 9-7 16,0 0-8-16,0 0-7 0,0 0-15 0,0-9-11 15,0 9-15-15,0 0-17 0,0 0-8 0,0 0-12 16,0 0-10-16,0 0-9 0,0 0-9 0,0 0-5 15,0 0-9-15,0 0-4 0,0 0-5 0,0 0-5 16,0 0-2-16,5-6 2 0,-5 6 2 0,0 0-2 16,0 0-4-16,0 0-2 0,0 0 2 0,0 0 2 15,0 0 1-15,0 0 3 0,0 0-6 0,0 0 5 16,0 0 0-16,0 0-2 0,0 0 1 0,0 0-3 16,0 0 1-16,0 0-6 0,0 0 3 0,0 0-7 15,0 0 5-15,0 0 7 0,0 0-4 0,0 0-3 16,0 0 2-16,0 0 1 0,0 0-2 0,0 0 0 15,0 0-4-15,0 0 5 0,0 0-5 0,0 0-4 16,0 0 4-16,0 0-10 0,0 0 3 0,0 0 5 16,8 14-6-16,-8-14-7 0,0 0 6 0,0 0-6 15,0 0 1-15,0 0-9 0,0 0 4 0,0 0-2 16,0 0 4-16,0 0-6 0,0 0-3 0,0 0-2 16,0 0-3-16,0 0 4 0,0 0 1 0,0 0-5 0,0 0 2 15,0 0 1-15,0 0-3 0,4 7 7 16,-4-7-9-16,6 7 13 0,-1-4-1 0,0 4-9 15,-1-1 26-15,4 2 3 0,-3 0-4 0,1 2-5 16,1 0-3-16,0 3-7 0,4 3 8 0,-4-3-1 0,4 1-5 16,-3 0 1-16,0 0-8 0,-1-1 11 0,-2-4-9 15,2 1 0-15,0-1 0 0,0 0-1 16,-2-2-1-16,2 0 1 0,-3 0 2 0,1-2-3 16,-3 1-1-16,2 0-1 0,-4-6-1 0,5 8 0 15,-1-4-26-15,-4-4 5 0,5 6-4 0,-5-6 3 0,4 4 6 16,-4-4 2-16,0 0-1 0,4 5 3 15,-4-5 3-15,0 0 3 0,0 0 0 0,0 0 6 16,6 3 6-16,-6-3 4 0,0 0 10 0,0 0-8 16,0 0-5-16,7-15 0 0,-6 7 2 0,3-1-6 15,1-1-3-15,-2 0 2 0,2-5 2 0,0 3 1 0,1-5-4 16,-1 1-3-16,2-1 8 0,-2-2-5 0,5-4-2 16,1-1 1-16,-3 0-1 0,0 6 12 0,-1-6-13 15,0 6 6-15,1-1-7 0,-2 1 2 16,0 1-3-16,1-1-2 0,-2 2 3 0,0 0 4 15,-1 5 1-15,1 0 0 0,-1-2-3 0,-2 5-3 16,1-1 5-16,-1 1 1 0,0 3 6 0,0-2-12 16,-2 7 3-16,3-8-3 0,-3 8-7 0,2-7 7 15,-2 7-6-15,0 0 0 0,3-7 0 0,-3 7-5 0,0 0-7 16,0 0-9-16,0 0 5 0,0 0 1 16,0 0-16-16,0 0-13 0,0 0-14 0,0 0-13 15,0 0-13-15,13 16-13 0,-11-12-16 0,-2-4-30 0,4 10-31 16,0-4-29-16,-2 2-15 0,2-1-27 0,-1-1-147 15,1 2-433-15,-1 2 192 0</inkml:trace>
  <inkml:trace contextRef="#ctx0" brushRef="#br0" timeOffset="9918.03">23348 14786 67 0,'0'0'203'0,"0"0"-16"15,0 0-19-15,0 0-14 0,0 0-13 0,0 0-1 16,0 0-5-16,13-1-11 0,-13 1-10 16,0 0-5-16,17 11-1 0,-12-5-4 0,4 0-9 0,-3 4 0 15,2-2-10-15,0 2-6 0,-2 1-3 0,1 1-8 16,1-3-7-16,0 2 4 0,-2 3-9 0,1-4-9 16,-1 3 1-16,-1-4-6 0,0 1-3 15,1-1-6-15,-3-2-3 0,2 1-3 0,-2-3-4 16,-1 0 2-16,-2-5-1 0,3 8 12 0,-3-8 5 15,3 6 12-15,-3-6 8 0,2 5 16 0,-2-5 14 0,0 0 15 16,0 0 8-16,0 0-16 0,0 0-8 0,0 0-8 16,0 0-4-16,0 0 1 0,0 0-8 15,0 0-3-15,-5-24-12 0,5 24-6 0,0-16-8 16,0 5-7-16,1 0 2 0,2 1 4 0,1-7-18 16,-2 6-5-16,0-1-3 0,1-3 1 0,1-1-7 0,1 4 0 15,2 1-3-15,-5 0-1 0,3 2-11 0,1 0-10 16,-1 2-7-16,1 0-14 0,-2 3-16 15,2 1-18-15,-2-1-24 0,-4 4-11 0,9-5-19 16,-9 5-18-16,0 0-32 0,14 5-28 0,-14-5-33 16,5 8-32-16,-5-1-186 0,0-7-491 0,1 15 216 15</inkml:trace>
  <inkml:trace contextRef="#ctx0" brushRef="#br0" timeOffset="10154.49">23478 14953 202 0,'0'0'238'0,"0"0"-7"0,-2 7-3 0,2-7-8 0,0 0-12 15,3 13-7-15,-3-7-6 0,0 4-8 16,0-10-21-16,1 13-7 0,-1-3-2 0,0-1-5 16,0 2-13-16,0-2-6 0,-1 1-17 0,1-1-7 15,0 3-6-15,0-2-13 0,0-2-8 0,-1 1-8 16,2 0 0-16,-1-1-11 0,1-1-12 0,-1 1-25 0,1-1-27 15,-1-7-29-15,3 12-31 0,-3-12-26 16,2 9-27-16,0-5-40 0,-2-4-56 0,0 0-50 16,3 7-189-16,-3-7-484 0,0 0 215 0</inkml:trace>
  <inkml:trace contextRef="#ctx0" brushRef="#br0" timeOffset="10334.41">23926 14840 78 0,'6'-4'225'15,"0"1"-19"-15,0-1-22 0,1 1-23 0,-7 3-13 16,15-4-16-16,-9 4-42 0,-6 0-45 0,14-1-59 16,-8 0-56-16,-6 1-128 0,9 2-214 0,-9-2 95 15</inkml:trace>
  <inkml:trace contextRef="#ctx0" brushRef="#br0" timeOffset="10488.71">23920 14920 16 0,'0'0'209'0,"0"0"-7"0,0 0-12 0,0 0-9 16,0 0-14-16,0 0-15 0,0 0-16 0,15 2-21 15,-4-3-33-15,0 2-37 0,-1-2-45 0,5-2-54 16,1-2-58-16,-2 3-110 0,4-4-240 0,-2 0 107 15</inkml:trace>
  <inkml:trace contextRef="#ctx0" brushRef="#br0" timeOffset="10867.88">24367 14702 131 0,'0'0'260'0,"0"0"-7"15,-1-10 0-15,1 10-20 0,0 0-15 0,-7-7-7 16,7 7-14-16,0 0-14 0,0 0 1 0,0 0-8 15,-20 13 2-15,15-6-5 0,-2 3-12 0,1 0-8 16,-4 4-4-16,3-1-8 0,1 3-20 0,1 1-7 16,0-3-7-16,2 2-11 0,-3-1-7 0,3-2-7 15,3-2-14-15,2 1-4 0,0 1-6 0,3-6-4 16,-1 5-8-16,5-5 5 0,-1 0-1 0,4-1-5 16,-1-2-6-16,1-3-1 0,2 2-2 0,-1-3-6 15,7-1 0-15,-3-3-3 0,0 1-4 0,1-6 1 16,0 2-9-16,-2-1 16 0,-3-1-14 0,5-4 0 15,-8 3-3-15,3-1 0 0,-5 1 1 0,-1-2-2 16,-2-1-4-16,-1-2-1 0,0 0 0 0,-4 1-1 16,-2-3-7-16,0 2 2 0,-2 0 4 0,1-1-1 15,-4 5-5-15,2 0-6 0,-4 1-5 0,3 2-8 16,-1 1-21-16,1 1-8 0,-3 3-19 0,-1 0-21 16,1 3-14-16,9 0-28 0,-21 2-19 0,11 0-16 15,-1 5-35-15,2-1-37 0,0 0-42 0,2 2-252 16,-1-2-576-16,4 2 255 0</inkml:trace>
  <inkml:trace contextRef="#ctx0" brushRef="#br0" timeOffset="11022.54">24727 14718 256 0,'0'0'267'0,"8"2"4"0,-8-2-4 15,0 0-15-15,0 0-24 0,0 0-24 0,9 0-18 16,-9 0-31-16,0 0-40 0,0 0-43 0,0 0-42 15,0 0-47-15,0 0-59 0,0 0-67 0,0 0-52 16,0 0-117-16,0 0-338 0,0 0 149 16</inkml:trace>
  <inkml:trace contextRef="#ctx0" brushRef="#br0" timeOffset="11366.77">25075 14502 138 0,'2'-5'279'0,"-2"5"-2"0,2-11-5 15,-2 11-9-15,1-7-9 0,-1 7-21 0,0 0-19 16,0 0-14-16,0 0-2 0,0 0-2 0,0 0-8 16,-28 29-6-16,16-13-11 0,-2 4-16 0,2 4-8 15,3-6-8-15,-5 4-8 0,1 3-7 0,5-8-3 16,-4 8-19-16,2-8-12 0,5 2-2 0,-1-2-8 16,3 2 0-16,1-4-17 0,-1 0-5 15,3-2-5-15,3-1-4 0,1-2-7 0,-1-1-1 0,5-1-4 16,0-1-5-16,2 0-4 0,0-5 6 0,3 2-9 15,2-4-2-15,-2-2 0 0,1 0-2 0,0 1-5 16,0-2-2-16,-2-2-2 0,-2 0 3 0,1 0-1 16,-4 0-3-16,-1-1 0 0,0-1-9 0,-3 1 13 15,-3-2-1-15,3-1-11 0,-3 9 0 0,-6-16-3 16,0 8-6-16,0 0-8 0,-3 3-7 16,-2-3-6-16,-1 5 4 0,-3 0-20 0,3 2-18 0,-8-1-18 15,2 2-24-15,0 3-31 0,-3 0-35 0,2 4-22 16,1-1-47-16,6-2-61 0,1 3-297 15,2-2-645-15,3 1 286 0</inkml:trace>
  <inkml:trace contextRef="#ctx0" brushRef="#br0" timeOffset="11828.19">25347 14475 143 0,'2'-6'307'0,"-2"6"-3"0,5-9-14 0,-5 9-13 16,0 0-26-16,0 0-24 0,6-6-18 15,-6 6-17-15,0 0 3 0,0 0-9 0,0 0-2 16,12 18-13-16,-10-6-10 0,2-2-2 0,1 3-16 16,1 2-8-16,2 2-3 0,-6 1-1 0,5-2-23 0,-3 1-4 15,1 1-6-15,0-2-18 0,1-1-5 0,-2 0-8 16,1-3-5-16,-1-1-5 0,3 2-9 0,-3-4-3 15,2 3-3-15,0-5-3 0,0 2-6 16,-2-2-3-16,1-2-2 0,-3 0-3 0,2 0 1 16,-4-5-9-16,6 8 6 0,-4-4 2 0,-2-4 0 0,4 5 3 15,-4-5 20-15,0 0 0 0,0 0-6 0,0 0-3 16,0 0 2-16,18-14 3 0,-13 6 1 16,-2-1 0-16,3-1-3 0,-2 0-4 0,3-5-6 15,-1 1 2-15,2-3-6 0,-1 1-4 0,3-3-2 0,2-4-2 16,-4 6-4-16,2-6 0 0,-2 6 0 0,0 0 3 15,0 3-2-15,-1 0 0 0,-1 4 7 0,-1-1-6 16,0 2 1-16,-1 1-5 0,-1 3-1 0,-1-1-3 16,-2 6-3-16,4-6-6 0,-4 6-26 0,4-7-25 15,-4 7-42-15,0 0-42 0,2-7-39 0,-2 7-38 16,0 0-24-16,0 0-27 0,0 0-39 0,0 0-57 16,0 0-282-16,0 0-694 0,0 0 307 15</inkml:trace>
  <inkml:trace contextRef="#ctx0" brushRef="#br0" timeOffset="12009.06">25826 14465 192 0,'0'0'282'0,"0"0"-16"0,0 0-15 16,0-13-25-16,0 13-23 0,0 0-21 0,0 0-19 15,0 0-28-15,0 0-28 0,0 0-28 16,0 0-35-16,0 0-40 0,0 0-53 0,0 0-46 0,0 0-54 15,0 0-159-15,0 0-331 0,0 0 146 0</inkml:trace>
  <inkml:trace contextRef="#ctx0" brushRef="#br0" timeOffset="14921.39">19378 15797 113 0,'-7'-5'208'0,"7"5"-14"15,-13-4-20-15,13 4-1 0,-14 0-9 0,5 0-7 16,-2 4-8-16,-1-1-9 0,-3 4-10 0,-3 3-4 15,2 0 22-15,2 0-7 0,-3 3-12 0,3 2-4 16,0 1-2-16,2 1-7 0,2-2-14 0,0 2-9 16,2 1-5-16,2-2-7 0,1 1-10 0,3 0-7 15,1-1-4-15,2-1-7 0,1-4-4 0,3-1-2 16,-1 3-5-16,1-5-1 0,2-1-8 0,2-1 1 16,0-2-7-16,-2-3-1 0,5-1 3 0,0-1 2 15,1 1-6-15,0-6 6 0,-1 2-3 0,4-3-3 16,-6 0 3-16,1-1 0 0,1 0 0 0,-4-1 4 15,2-1-6-15,-7-2-16 0,3 3 14 16,1-5-1-16,-1 2 0 0,-3 1 4 0,2-1-10 0,-2-1 4 16,1 1-3-16,-3 1-2 0,0-1-1 0,-1 1 2 15,2 1 4-15,-2 2 7 0,0 8-7 0,1-11 8 16,0 5-3-16,-1 6-9 0,0 0-8 0,1-10 4 16,-1 10-5-16,0 0-3 0,0 0 8 0,0 0-8 15,0 0-7-15,3 22 8 0,-3-10-5 16,0 0 0-16,1 4 5 0,-1-1 0 0,2 1-6 0,-2 0-1 15,1 2 3-15,3-2 0 0,-3-3 12 0,4 5-29 16,-1-3-36-16,0 0-24 0,-3-3-23 0,2 2-35 16,-1-4-28-16,1 2-56 0,1-3-44 15,-2-3-266-15,-2-6-572 0,1 10 254 0</inkml:trace>
  <inkml:trace contextRef="#ctx0" brushRef="#br0" timeOffset="15284.64">19562 15926 40 0,'0'0'216'0,"4"-8"-8"0,-4 8 8 0,0 0-1 15,0 0-10-15,11 11-10 0,-9-5-10 0,-2-6-10 16,3 16-12-16,0-5-16 0,-2-1-11 0,1 1-10 16,1-2-11-16,-2 2-11 0,1-3-7 0,1 2-5 15,-1-4-14-15,-1 0-7 0,-1-6-6 16,4 7 6-16,-4-7 8 0,2 8 16 0,-2-8 19 0,0 0 11 15,0 0 1-15,0 0-26 0,0 0 8 16,0 0-10-16,0 0-12 0,0 0 2 0,0 0-16 16,0 0-18-16,0-33-9 0,5 24-8 0,1-3-9 0,-1-2 0 15,1-1-8-15,3 0-4 0,0 0-9 16,1 1-4-16,2-1 2 0,-6 7 2 0,2 0-4 16,1 1-4-16,-3 3-4 0,0 1 4 0,1 0 1 15,-7 3-5-15,14 3 4 0,-6 0 0 0,-1 3-1 16,0 2-23-16,-1 1-5 0,0 2-11 0,-1 4-16 15,-1 0-29-15,-2-2-21 0,-1 3-21 0,-1-3-35 0,0 4-39 16,1-8-45-16,-1 2-49 0,1 2-182 0,1-4-517 16,0 1 228-16</inkml:trace>
  <inkml:trace contextRef="#ctx0" brushRef="#br0" timeOffset="15702.34">20091 15912 136 0,'-7'-12'283'0,"2"8"-4"16,0 1-4-16,5 3-8 0,-18-4-18 16,7 5-6-16,-1 2-16 0,1 0 1 0,0 1-23 15,-1 2-13-15,1 3-11 0,0 2-20 0,1-3-10 16,1 3-13-16,0 1-16 0,2-1-6 0,2 1-16 16,4-2-27-16,1 2 11 0,1-3-6 0,2 0-7 15,1-2-10-15,1 0-6 0,3 2-25 0,-2-8 12 0,7 2-9 16,-3 0-5-16,2-2 2 0,1-2 4 15,2-2-20-15,2-1 0 0,1 0-10 0,0-6 7 16,-5-1-5-16,0 1 3 0,-2-4-2 0,1 3-5 16,-7-2 0-16,4-3-1 0,-4 1-1 0,-1-3 3 15,0 0-8-15,-3-1 1 0,1-6 0 16,-2-2 2-16,0 2-1 0,-3-1-1 0,0 1 3 16,-1-2 5-16,3 2-13 0,-2 6 18 0,2 0 11 0,-1 4 2 15,2 1 1-15,0 4 3 0,-2 1-3 0,1 3 1 16,1 6-4-16,1-10-9 0,-1 10 8 0,0 0 13 15,0 0 7-15,0 0 5 0,3 25-5 0,-2-8-1 16,2 9 3-16,-1-8-7 0,3 6-1 0,0 2 0 16,-1 0-5-16,-1-6-6 0,3 3-21 0,-2-3-20 15,0 0-36-15,0 0-26 0,0-2-38 0,4 8-24 16,-4-8-30-16,-1 0-51 0,1-3-75 0,0 0-316 16,-1 1-665-16,-3 0 295 0</inkml:trace>
  <inkml:trace contextRef="#ctx0" brushRef="#br0" timeOffset="16165.99">21070 15747 37 0,'-2'-12'260'16,"0"2"-8"-16,1 0 4 0,-2 1-8 0,3 9-5 15,-3-12-9-15,1 6-19 0,2 6-18 0,0-9-22 16,0 9-24-16,0 0-13 0,0 0-14 0,0 0-11 16,0 0-9-16,0 0-8 0,1 25 2 0,2-9-11 15,-1 1-3-15,2 9 1 0,-1-8 1 0,1 6-8 16,-1-4-2-16,0 0-7 0,3 0-6 0,-2-1-3 16,0-3-9-16,1 2 1 0,-2-2-8 0,1 3 0 15,-2-7-10-15,3-2 0 0,-4 1-7 0,2 1-5 16,-1-1-15-16,0 0-13 0,-1-3-14 0,0-1-16 15,1-2-21-15,-2-5-23 0,3 10-16 0,-3-10-22 16,-2 9-26-16,2-9-41 0,-4 7-50 0,4-7-42 16,-8 4-172-16,8-4-485 0,-12-1 214 0</inkml:trace>
  <inkml:trace contextRef="#ctx0" brushRef="#br0" timeOffset="16539.48">21125 15588 137 0,'12'-16'211'0,"4"3"-7"15,-1 2-8-15,4 0-5 0,0 3-13 0,-2 1-16 16,0 3-14-16,-3 3-16 0,2 2-11 0,-3 3-12 16,4 5 2-16,-7-2-1 0,2 6-4 0,-2 2-1 15,-4-1-1-15,-2 4-5 0,-3 2-12 0,-3-4-5 16,-5 8-1-16,-3-6-13 0,-2 4-3 0,-2-2-7 15,-1-4-6-15,1-2-3 0,-3-2-5 0,2 0 3 16,1-3-10-16,-1 2 6 0,3-6-11 0,3 0-1 16,-1-2-7-16,2 0 3 0,5 0-5 0,3-3-1 15,-11 4 1-15,11-4-5 0,-7 1 3 0,7-1 3 16,0 0-3-16,0 0 4 0,0 0-9 0,0 0 1 16,-9 1-2-16,9-1 0 0,0 0-1 0,0 0-7 15,0 0 1-15,24 5 0 0,-18-3 0 0,6 1-1 16,-3 4 1-16,1 0-1 0,4 3 1 0,-1 0-2 15,-3 0 2-15,4 0-3 0,-1 3-9 16,0-2-26-16,-2-1-29 0,3 3-29 0,-1-2-41 16,-3 3-57-16,4-4-51 0,-6-1-233 0,-3 3-509 0,3-2 226 15</inkml:trace>
  <inkml:trace contextRef="#ctx0" brushRef="#br0" timeOffset="17033.84">21466 16207 175 0,'0'0'274'0,"0"0"-1"0,11-12-4 0,-3 7-12 0,0-2-11 15,2 3-3-15,0-4-18 0,-1 0-7 0,1 0-33 16,2 1 15-16,2-3-12 0,0-1-14 0,3 0-15 16,-5-2-5-16,4 0-2 0,-5 2-8 15,3-2-12-15,-2-2-5 0,-3 1-16 0,1-2-11 16,-4 1-4-16,-3 2-14 0,3-1-9 0,-3 2-3 0,-1-4 2 15,0 4-6-15,-2 2 2 0,0 1-4 16,-2 0-5-16,-1 0-5 0,-3 1-18 0,1 2 1 0,-1 2 7 16,-2 0-3-16,-2 0 1 0,4 4-8 15,6 0-4-15,-16-1-3 0,16 1 3 0,-14 1-5 16,9 0-7-16,5-1 3 0,-11 6-3 0,8-3-5 16,3-3-2-16,-6 9 1 0,6-9-4 0,0 0-1 0,9 11-14 15,-2-6 10-15,2-3-2 0,3 0-4 16,0-2 2-16,8 0-1 0,0 0-3 0,-1 0 3 15,-1 0-6-15,1-2 2 0,-6 1 2 0,1 1 1 16,-4 0 2-16,-3 0 0 0,-7 0-5 0,15 0-3 16,-10 3 1-16,0 0-3 0,-5-3 10 0,11 6 8 15,-6-2 10-15,-3 2-1 0,2 0 3 0,-3 3-3 0,3 0 1 16,-3 1 5-16,1-2-6 0,0 3 0 16,1-1-6-16,-2 1 5 0,-1-1 0 0,0 0 2 15,3 2-14-15,-2-1 5 0,-1 0 5 0,1-1 1 16,2 1-2-16,-2-2 0 0,3 1-9 0,-3-1-28 15,2 1-6-15,-1-2-34 0,1-1-43 0,-1-3-39 16,-2-4-34-16,4 11-26 0,-1-7-26 0,-3-4-42 0,2 6-47 16,-2-6-52-16,2 8-191 0,-2-8-613 15,0 0 271-15</inkml:trace>
  <inkml:trace contextRef="#ctx0" brushRef="#br0" timeOffset="17214.29">22095 15977 2086 0,'5'-5'150'0,"0"3"-72"16,-5 2-34-16,6-8-23 0,-6 8-6 0,5-6 12 16,-5 6 13-16,3-5 5 0,-3 5 5 0,6-2-5 15,-6 2 0-15,10-2-5 0,-2 0-6 0,3 2-3 16,-11 0-12-16,20 0-22 0,-10 0-24 0,-2 2-38 16,-8-2-57-16,11 2-42 0,-6-2-43 0,-5 0-157 15,7 2-394-15,-7-2 175 0</inkml:trace>
  <inkml:trace contextRef="#ctx0" brushRef="#br0" timeOffset="17367.48">22185 16015 90 0,'-3'7'216'0,"3"-7"5"15,0 0-8-15,-6 4-8 0,6-4-6 0,0 0-15 16,0 0-8-16,0 0-14 0,0 0-6 0,0 0-12 16,-1 7-3-16,1-7-13 0,0 0-8 15,0 0-21-15,19 0-28 0,-8-2-28 0,0 0-38 0,2 1-42 16,1-1-68-16,5-2-78 0,-2-3-192 0,1 1-406 15,-7 2 180-15</inkml:trace>
  <inkml:trace contextRef="#ctx0" brushRef="#br0" timeOffset="17983.28">22956 15750 96 0,'-5'-3'259'0,"5"3"-9"0,0 0-7 16,-10 9-7-16,7-2-12 0,-2 3-12 0,-3 3-9 15,1 4-14-15,-1 1-10 0,2-1-14 16,-5-2-11-16,4 1-4 0,-7 4-8 16,1-4-2-16,0-3-12 0,-1 0-7 0,1 0-5 0,-3-1 1 15,0 2-15-15,1-5-26 0,0-2 19 0,-2 1-15 0,4-3-1 16,0-2-7-16,-1-1 4 0,4-1-5 0,-1-2 4 16,2-3-12-16,1 2-7 0,8 2-2 15,-14-8 0-15,9 3-10 0,-2-3 1 0,4 1-6 16,1-5-7-16,5 2-11 0,-1-3-13 0,8-1-8 15,1-1-18-15,0 3 13 0,9-6-3 0,-4 4 2 0,1 2-3 16,0 2 10-16,0 1-5 0,0 0 5 0,2 5-7 16,-6 1 1-16,6 1-3 0,1 2 5 15,-3 2 4-15,1 4-9 0,-3 0 0 0,2 3 4 16,-3 0-5-16,1 4 1 0,-3-2 9 0,2 1 0 16,-3 2 1-16,0-4-3 0,3 3 6 0,-4-4-5 15,4 2 8-15,0-1 6 0,-4-4-1 0,3 2 11 0,-1-2 3 16,-1-2 10-16,2-1-1 0,1-1 1 15,0 0 7-15,-2-2-4 0,1 0 4 0,-1-3 2 16,-2 0-6-16,0 0-6 0,-1-1 2 0,0-1-3 16,-1-2-6-16,-4 0-1 0,-2-2-1 0,0-1-3 15,-2 0-4-15,-4-2 0 0,-1 2-4 0,-7-3-2 0,1 0-8 16,-6 3-3-16,2 2-14 0,-3 1-17 0,-1 3-25 16,-3 4-50-16,-11 0-55 0,3 7-50 0,-2 4-73 15,-2 1-416-15,-1-2-757 0,1 4 335 16</inkml:trace>
  <inkml:trace contextRef="#ctx0" brushRef="#br0" timeOffset="62361.4">18944 15119 2 0,'0'0'37'0,"0"0"-12"0,0 0-5 0,0 0-9 0,0 0-8 16,0 0-13-16,0 0-5 0,0 0-16 0,0 0 7 15</inkml:trace>
  <inkml:trace contextRef="#ctx0" brushRef="#br0" timeOffset="198265.7">19693 6950 42 0,'0'0'81'0,"0"0"-8"0,0 0-13 15,-1-9 1-15,1 9-26 0,0 0-29 0,0 0-35 16,0 0-27-16,0 0-58 0,0 0 25 0</inkml:trace>
  <inkml:trace contextRef="#ctx0" brushRef="#br0" timeOffset="199139.81">20190 9384 39 0,'0'0'49'16,"0"0"-4"-16,0 0-3 0,0 0-7 0,0 0-2 16,2-8 0-16,-2 8-5 0,0 0-7 0,0 0 6 15,0 0-10-15,0 0-1 0,0 0 0 0,0 0-5 16,-2-9 2-16,2 9-3 0,0 0-18 0,0 0 3 15,0 0-8-15,0 0-6 0,0 0-5 0,0 0-4 0,0 0-29 16,0 0-61-16,0 0 27 0</inkml:trace>
  <inkml:trace contextRef="#ctx0" brushRef="#br0" timeOffset="201440.25">21360 12762 26 0,'0'0'51'0,"-4"-13"-7"0,4 13-18 0,-4-9-16 16,0 2-14-16,2-2-22 0,-3-2-28 0,-1-4 13 16</inkml:trace>
  <inkml:trace contextRef="#ctx0" brushRef="#br0" timeOffset="-79498.88">26084 8814 54 0,'0'0'63'0,"0"0"-7"0,0 0-10 0,0 0-1 0,0 0-5 15,0 0-4-15,0 0-1 0,0 0-14 16,0 0-7-16,6-4-13 0,-6 4-11 0,0 0-26 15,0 0-26-15,0 0-65 0,0 0 30 0</inkml:trace>
  <inkml:trace contextRef="#ctx0" brushRef="#br0" timeOffset="-60862.32">30601 8906 140 0,'-2'-5'178'16,"2"5"-18"-16,-5-12-3 0,4 5-10 0,0-1 5 15,-4 1-9-15,5 7-10 0,-3-12-2 0,2 5-3 16,1 7-4-16,-3-11-15 0,3 11-6 0,-2-9-5 0,2 9-5 15,-3-10-11-15,3 10-2 0,-2-8-8 16,2 8 1-16,0 0-4 0,0 0-3 0,-2-7-8 16,2 7-3-16,0 0-9 0,-2-7-4 0,2 7-10 0,0 0-3 15,0 0-4-15,0 0-2 0,0 0-4 0,0 0 1 16,0 0-3-16,0 0-6 0,4 26 5 16,-3-17-4-16,-1 3-2 0,1 3 2 0,2 4 1 15,-3 0 0-15,-2 0-3 0,2 5 2 0,-1-5-3 0,1 5 1 16,1 1 0-16,1 1-1 0,-2-7 2 0,2 0-1 15,0 6 0-15,-2-6 0 0,1 7-2 0,0-9 1 16,-1 3-3-16,1-4 7 0,2 1-2 0,0-1 0 16,-2-1 1-16,-1-3 2 0,0 3-1 0,1-4 0 15,-1-1-1-15,1-1-1 0,1 1 0 0,-2-2 0 16,0-1-5-16,0-7 1 0,0 12-1 0,0-5 3 16,0-7-6-16,-2 11 1 0,2-11 2 0,0 11-7 15,-3-5-19-15,-1-1-21 0,-4 0-28 0,0 0-40 16,-3-1-43-16,1-1-57 0,-1 0-33 0,0-3-150 15,11 0-422-15,-13-3 186 0</inkml:trace>
  <inkml:trace contextRef="#ctx0" brushRef="#br0" timeOffset="-60345.18">30490 8765 132 0,'0'0'171'0,"-2"-8"-16"0,2 8-1 15,-2-7-6-15,2 7-11 0,0 0-12 0,0 0-12 16,0 0-12-16,0 0-5 0,0 0 0 0,10-3-4 16,-10 3-8-16,13 8-5 0,-3-2-3 0,3 6-5 15,3-3-6-15,0 4 3 0,7 2-7 0,0-3 9 16,-7-1-4-16,9 3-7 0,-1-1-6 0,0 1 0 0,0 2-3 15,2 0-7-15,1 0 2 0,1-2-2 16,0-1-7-16,0 1-5 0,0 1-1 0,2-5-6 16,-1 3 2-16,-1 0-3 0,-2-1-3 0,2-2-2 15,-6 3 2-15,-2-7-4 0,-2 2 1 0,0 0 0 16,1-2-3-16,-4 0 3 0,-2 1-4 0,-1-4 0 16,-2 1-5-16,0 2 3 0,-1-2-1 0,-3-1-4 15,1 0 4-15,0-1 1 0,-2 1-3 0,2-1-3 16,-7-2-2-16,8 8 2 0,-4-7 3 0,-4-1-7 15,6 4 3-15,-6-4-4 0,6 6 2 0,-6-6-1 16,5 2 1-16,-5-2-2 0,0 0-1 0,0 0 2 16,-1 10-1-16,1-10 0 0,-5 9-2 0,0-2 4 0,-4 1 5 15,0 1 0-15,-8 3 5 0,-6 5 2 16,-5 1 0-16,-1 0 0 0,-6 1-3 0,-13 5 2 16,4-1-1-16,-4 1-2 0,2 0 1 0,12-9 0 0,-2 0-4 15,2 2-2-15,1-1 2 0,1 1 2 0,4-2-2 16,-1 0-1-16,2-2-6 0,9-5-5 0,0 2-16 15,2-1-24-15,-1-2-28 0,6-1-39 16,2-1-42-16,1-1-50 0,8-4-213 0,-12 4-451 16,12-4 199-16</inkml:trace>
  <inkml:trace contextRef="#ctx0" brushRef="#br0" timeOffset="-59830.29">31177 8865 101 0,'-2'-10'192'0,"-1"5"-3"0,3 5-7 16,0 0-7-16,-4-7-11 0,4 7-10 0,0 0-9 0,-2-8-5 15,2 8-8-15,0 0-9 0,0 0-2 0,-4-6-12 16,4 6-6-16,0 0-13 0,0 0-10 16,0 0-10-16,0 0-9 0,0 0-8 0,0 0-5 15,0 0-6-15,0 0-1 0,0 0 0 0,-3 29-4 0,2-13 3 16,0 3-4-16,-2 2-5 0,2 4 0 15,1 4-2-15,-3 0-5 0,3 0-1 0,4-1-1 0,-4 1 3 16,1 0 4-16,-2 0 1 0,4-3 2 0,-5 1 0 16,4-7 7-16,0-2-2 0,1 8-2 15,-2-7-3-15,0-2-2 0,-1 2-4 0,3-3-2 0,-2 0-3 16,0 0 4-16,1 0-3 0,-1-5-4 0,2 2 1 16,-2-4-2-16,0 3 0 0,0-2-3 0,1 0 1 15,-1 1-5-15,1-3 7 0,-2-1-4 16,3 0-3-16,-2 1-4 0,1-2 2 0,-2-6 0 15,2 8-22-15,-2-8-9 0,0 9-17 0,0-9-19 0,1 7-25 16,-1-7-34-16,4 5-39 0,-4-5-39 0,0 0-34 16,13-3-191-16,-13 3-454 0,0 0 201 0</inkml:trace>
  <inkml:trace contextRef="#ctx0" brushRef="#br0" timeOffset="-59480">31306 9187 102 0,'-9'-3'206'0,"9"3"3"0,0 0-6 0,-6-3-11 16,6 3-12-16,0 0-13 0,0 0-11 0,-3-7-11 15,3 7-12-15,0 0-16 0,0 0-11 0,0 0-6 16,27 0-11-16,-5 0-9 0,7 3-2 0,12-3-12 15,-3 1-5-15,20-4-7 0,-3 5-5 0,-3-5-4 16,3 3-4-16,-4 0-7 0,-14-1-1 16,-1 2-5-16,-2-1 6 0,-1-1-4 0,-4 0 2 0,-8 0 2 15,0-1 2-15,-4 4-3 0,-4-2 2 0,-3-2-1 16,-1 4-4-16,-9-2-4 0,14-4-2 0,-8 4-1 16,-6 0-3-16,9 0 1 0,-9 0-9 0,0 0 1 15,10-2 0-15,-10 2-3 0,9 0 3 0,-9 0-13 16,4 6-17-16,-4-6-19 0,0 0-29 0,0 0-30 15,0 0-45-15,-11 14-45 0,3-12-55 0,-11 3-156 16,0 0-427-16,-9-3 190 0</inkml:trace>
  <inkml:trace contextRef="#ctx0" brushRef="#br0" timeOffset="-58911.83">29853 9226 150 0,'-9'-1'172'0,"0"-2"-3"0,-2 3-3 0,11 0-8 16,-17 0-7-16,9 0-2 0,8 0-6 0,-14-2-9 16,14 2-7-16,-10-1-9 0,10 1-11 0,-8 3-9 15,8-3-3-15,0 0-5 0,0 0 0 0,0 0-9 0,0 0-1 16,0 0 1-16,0 0-6 0,53-5-5 16,-17 1-7-16,16 1-7 0,4-1-4 0,6 1-6 15,0 0-3-15,0 0-5 0,-6-1-1 0,-1 0 0 16,-4 1 1-16,-16 3-4 0,-5-3 0 0,0 1-1 0,-10 2-6 15,-2 0-2-15,-5-3 0 0,-1 2-5 0,-1-2-4 16,-4 3 3-16,-7 0-5 0,13 0-5 0,-4 0 2 16,-9 0-5-16,8-1-4 0,-8 1-16 0,0 0-13 15,0 0-23-15,10-2-29 0,-10 2-33 0,0 0-33 16,0 0-33-16,0 0-37 0,9 0-181 0,-9 0-427 16,0 0 190-16</inkml:trace>
  <inkml:trace contextRef="#ctx0" brushRef="#br0" timeOffset="-58040.14">29659 8517 55 0,'0'0'174'0,"0"0"-12"16,0 0-4-16,0 0-15 0,-9-2-10 0,9 2-18 16,0 0-7-16,0 0-13 0,0 0-10 0,0 0-10 15,0 0-9-15,0 0-26 0,0 0-16 0,0 0-24 16,0 0-23-16,0 0-21 0,0 0-19 0,0 0-21 16,0 0-26-16,0 0-76 0,0 11-200 0,0-11 90 15</inkml:trace>
  <inkml:trace contextRef="#ctx0" brushRef="#br0" timeOffset="-57470.77">29505 8504 108 0,'0'0'159'0,"-7"-1"-16"0,7 1 3 15,0 0 5-15,0 0-4 0,0 0-13 0,-9 10-16 16,4-5 0-16,2 1-10 0,-1 1-7 16,1 3 3-16,-4-1-6 0,3 2-4 0,0-1-1 0,-2 0-12 15,1 0-7-15,0-1-6 0,2-3-6 0,-1 2-6 16,3 0-4-16,1-8 10 0,-5 11-9 0,5-11-1 16,-1 9-3-16,1-9-5 0,-5 8-3 15,5-8-3-15,-3 6 1 0,3-6 5 0,0 0 2 16,0 0 7-16,-2 7 6 0,2-7 0 0,0 0 5 0,0 0 2 15,0 0-2-15,0 0-7 0,0 0-1 16,0 0-10-16,0 0-2 0,0 0-4 0,0 0-1 16,0 0-7-16,1-26-2 0,3 16-6 0,1 1-3 15,0-3-4-15,0-4 3 0,1-1-6 0,2 2 0 0,1 0-4 16,0 0 1-16,0 0-2 0,0-1 0 0,-2 3-3 16,1 0 4-16,1 0-3 0,-5 4-5 0,2 0 1 15,-1 1 3-15,-1 1-3 0,-2 3 5 0,-2 4-6 16,5-7-2-16,-5 7-5 0,4-8 2 0,-4 8-1 15,0 0-2-15,2-5 0 0,-2 5 0 16,0 0-2-16,0 0 0 0,10 15 2 0,-7-6 3 0,1 4-1 16,0 3 1-16,-1 3-1 0,1-2 2 0,0 2 0 15,-1-3-1-15,2 1-1 0,-3-1 6 0,1-3-4 16,-1 2 5-16,1-1-2 0,0-3 3 0,-2 1 3 16,1 0-1-16,1-1 1 0,-2 1-5 0,-1-3 2 15,2 2 3-15,1-2 0 0,-3-1-1 0,3 0 1 16,-2-2-1-16,0 2-3 0,-1-8-6 0,-1 12-19 15,1-12-15-15,0 10-19 0,0-10-23 0,0 11-42 16,0-11-43-16,-1 5-39 0,1-5-41 0,0 0-198 16,0 0-480-16,0 0 213 0</inkml:trace>
  <inkml:trace contextRef="#ctx0" brushRef="#br0" timeOffset="-57291.14">29474 8586 26 0,'-8'-2'179'0,"8"2"4"16,-10-2-11-16,10 2-3 0,0 0-8 0,0 0-12 16,0 0-14-16,0 0-11 0,0 0-12 0,0 0-10 15,35-5-17-15,-5 2-32 0,0 0-28 0,5 2-37 16,3-2-56-16,13-3-51 0,-14 1-127 0,2-1-267 16,11-3 118-16</inkml:trace>
  <inkml:trace contextRef="#ctx0" brushRef="#br0" timeOffset="-56690.63">31996 8527 64 0,'2'-5'249'0,"-2"5"-16"0,0 0-6 16,0 0-9-16,-4-12-7 0,4 12-17 0,0 0-21 15,-9-6-14-15,0 5-13 0,9 1-13 0,-14 0-9 0,5 0-10 16,-5 3-5-16,3 1-3 0,-2 1-13 0,1 1-8 16,-1 1-6-16,3 0-7 0,0 0-7 15,2 1-9-15,1 0-2 0,0 1-8 0,2-2-3 0,4 1-4 16,-2 0 0-16,2-1-5 0,3 2-1 15,2 0-5-15,7 1-22 0,6 0-35 0,10 1-45 0,4-1-76 16,3-5-87-16,0 1-220 0,1-4-496 16,3-2 220-16</inkml:trace>
  <inkml:trace contextRef="#ctx0" brushRef="#br0" timeOffset="-52180.21">29629 9265 24 0,'0'0'89'15,"0"0"-9"-15,0 0-1 0,0 0-2 0,0 0-6 16,0 0-3-16,0 0-9 0,0 0-2 0,0 0-7 16,0 0-2-16,0 0-6 0,0 0-4 0,0 0-6 0,0 0 6 15,0 0-16-15,0 0 17 0,0 0-12 16,0 0-2-16,0 0-8 0,0 0 12 0,0 0 0 16,0 0-8-16,0 0 0 0,0 0 2 0,0 0 3 0,0 0-11 15,0 0 15-15,0 0-4 0,0 0-9 0,0 0 0 16,0 0-6-16,0 0-1 0,0 0 6 0,0 0-3 15,0 0-7-15,0 0 7 0,0 0-1 16,-24-4-5-16,24 4 1 0,-7-3 3 0,7 3 8 0,-8-2-2 16,8 2-8-16,-10-2-4 0,10 2 7 0,-9-3 0 15,9 3 0-15,-11 0 9 0,11 0-4 16,-7-1 5-16,7 1 1 0,0 0-2 0,-12-1-6 0,12 1-2 16,0 0-6-16,-6-3 2 0,6 3 5 0,0 0-1 15,0 0-7-15,0 0-1 0,0 0 5 0,0 0-1 16,0 0-8-16,0 0 6 0,0 0-7 0,0 0 10 15,-10 0-2-15,10 0 7 0,0 0 3 0,0 0-5 16,0 0 5-16,0 0 0 0,0 0 5 0,0 0-1 16,0 0-9-16,0 0 6 0,0 0-3 0,0 0-4 15,0 0 3-15,0 0-5 0,0 0 7 0,0 0-2 16,32 0 0-16,-23-1-8 0,0 2-3 0,3 0 7 16,0 2-2-16,6-3-4 0,0 1 0 0,-1 0 4 15,0-1-2-15,4-1-1 0,-2 2-3 0,-3 1 2 16,3 0-2-16,-1 0-2 0,3-2 2 0,-1 0 1 15,-2 0 1-15,3 2-3 0,-2-4 5 0,0 2-4 16,0-2 0-16,-6 1-3 0,5-2 3 0,-2 2 5 16,-3 0-3-16,0 0-4 0,0-2-3 0,-3 2 6 15,-1-2-2-15,-3 3 1 0,2-3 4 0,-8 3-3 0,10-2 6 16,-10 2 4-16,8-2 1 0,-8 2-4 0,0 0 2 16,10 0-1-16,-10 0 2 0,0 0-3 15,0 0 4-15,0 0-1 0,9 1-1 0,-9-1 4 16,0 0-3-16,0 0-3 0,0 0-5 0,0 0 3 0,0 0-4 15,0 0 4-15,0 0 0 0,0 0-4 0,0 0 3 16,0 0-5-16,-28-5 3 0,28 5-2 0,-14 0 0 16,5-2 1-16,0 4-2 0,9-2-1 15,-20-3 1-15,9 3 0 0,1 3-2 0,1-3-4 0,-2 2 7 16,0-2-3-16,0-1 0 0,-1 1 1 0,-2-1-1 16,4-1-3-16,-1 1 1 0,-1 0 2 0,1 2 1 15,-1-1-2-15,1-2 3 0,11 2-3 0,-17-1 5 16,7-1-5-16,10 2 1 0,-13 0 2 0,13 0-1 15,-10 0-3-15,10 0 1 0,-8-1-2 0,8 1 2 16,0 0-1-16,0 0-1 0,-11 0 1 0,11 0 2 16,0 0-4-16,0 0 3 0,0 0 3 0,0 0-5 15,0 0 4-15,0 0 1 0,29 0-2 0,-11 0 0 16,-2 3 1-16,4-3 1 0,-1 1-6 0,1-1 7 16,-1 0-6-16,-1 1 0 0,0-1 3 0,-4 0-2 15,0 0 1-15,-2 1-3 0,-2-1 2 0,0-1 1 16,-2 2 0-16,-8-1 4 0,13-1-4 0,-13 1 2 15,9 1-2-15,-9-1 0 0,7 1 0 0,-7-1 0 16,0 0 0-16,0 0 3 0,0 0-2 0,0 0-3 0,0 0-4 16,0 0-1-16,0 0-12 0,0 0-15 0,0 0-8 15,0 0-23-15,0 0-24 0,0 0-32 16,0 0-14-16,0 0-35 0,0 0-107 0,0 0-301 16,0 0 133-16</inkml:trace>
  <inkml:trace contextRef="#ctx0" brushRef="#br0" timeOffset="-51362.08">29894 9149 50 0,'0'0'202'0,"0"0"-5"0,0 0 2 0,0 0-8 0,2 6-12 16,-2-6-11-16,0 0-8 0,0 0-9 15,0 9-13-15,0-9-7 0,0 0-8 0,0 0-13 16,0 0-5-16,-5 10-9 0,5-10-5 0,0 0-6 0,0 0 0 15,-3 7-5-15,3-7-7 0,0 0-1 0,0 0-9 16,0 0 0-16,0 0-3 0,0 0-1 0,0 0-4 16,0 0-5-16,0 0 1 0,0 0-2 0,0 0 3 15,0 0-12-15,0 0-5 0,0 0-1 0,0 0-6 16,0 0-5-16,0 0-1 0,0 0-1 0,0 0 1 16,0 0-5-16,0 0 0 0,0 0-11 0,0 0-10 15,0 0-11-15,0 0-14 0,0 0-12 0,0 0-14 16,0 0-21-16,0 0-28 0,0 0-32 0,0 0-44 15,0 0-26-15,0 0-41 0,0 0-147 0,0 0-426 16,0 0 189-16</inkml:trace>
  <inkml:trace contextRef="#ctx0" brushRef="#br0" timeOffset="-8311.51">26762 12495 61 0,'0'0'220'0,"0"0"-16"0,0 0-20 15,0 0-6-15,0 0-1 0,0 0-2 16,0 0 2-16,0 0-9 0,0 0-8 0,11-11-10 16,-11 11-7-16,0 0-14 0,0 0-4 0,8-5-9 15,-8 5-6-15,0 0 0 0,0 0-5 0,4-4-8 0,-4 4-10 16,6-6-6-16,-6 6-4 0,0 0-10 15,5-9-3-15,-3 5-5 0,-2 4-2 0,4-10-5 0,-2 7-4 16,-2 3-8-16,6-10 0 0,-2 6-8 16,0-2-5-16,-2 0-2 0,1 0 1 0,-3 6 5 0,4-8-4 15,-2 1-4-15,-2 7 1 0,5-8-1 0,-5 8 2 16,4-7 3-16,-4 7 2 0,3-6-1 0,-3 6-7 16,0 0 17-16,0 0-18 0,4-6 5 15,-4 6 7-15,0 0-16 0,0 0-2 0,0 0-4 0,0 0 0 16,0 0 1-16,0 0 10 0,0 0-18 0,0 0 9 15,0 0 15-15,0 0-7 0,0 0 1 0,5 18 7 16,-3-11 1-16,0 0 6 0,-2 0-10 0,0-7-10 16,2 14 1-16,1-9 0 0,-3 1-3 0,4 1 1 15,-4-1 1-15,0-6-3 0,4 13-5 0,-2-9 2 16,2 2 12-16,-4-6-15 0,2 10 7 0,0-4-9 16,2-1 6-16,-4-5-5 0,5 8 0 0,-5-8-6 15,6 6 5-15,-6-6 4 0,5 5-4 0,-5-5 1 16,9 2-1-16,0-2 0 0,0 0 2 0,5-2 2 15,3-3-7-15,8-7 5 0,6-1-20 0,1-4-23 16,20-10-1-16,-1-4-26 0,3-1-11 0,2-1-14 16,20-15-20-16,-22 15-8 0,2 1-26 0,-3-4-21 15,1 4-28-15,-6 1-25 0,0 2-25 0,-6 0-18 16,-13 9-202-16,-1 1-497 0,-3 3 221 0</inkml:trace>
  <inkml:trace contextRef="#ctx0" brushRef="#br0" timeOffset="-7461.56">26641 12388 54 0,'0'0'147'0,"0"0"5"0,-2-10-4 0,2 10-6 15,0 0-5-15,0 0-10 0,0 0-4 0,0 0-2 16,0 0-8-16,2-9-12 0,-2 9-4 0,0 0-8 16,0 0-9-16,0 0-2 0,0 0-3 0,0 0-4 15,0 0-6-15,0 0-5 0,0 0-6 0,0 0-1 16,0 0-6-16,0 0-5 0,0 0-7 0,0 0-3 15,0 0 1-15,0 0-2 0,0 0 5 0,0 0 4 16,0 0 1-16,0 0-5 0,0 0 3 0,0 0 5 16,0 0-2-16,4 26-4 0,-4-18 2 0,2-1-4 15,-2-7-2-15,0 17-2 0,0-7 4 0,0 1-2 16,2 0 1-16,-1-1-4 0,1 3-4 0,0-4-4 16,1 1 0-16,-1 2 0 0,2 0 4 0,-1 0 3 15,-1-2-2-15,2 1-2 0,1 0-1 0,-1 0-5 16,-2-1 1-16,5-1-3 0,-4 1 1 0,1-1-2 15,3 1 2-15,-3-2-6 0,2 1 7 0,2-1-4 16,-4-2 8-16,5 1-8 0,-5 0 4 0,1-1 0 16,2-2-4-16,-3 1-3 0,1 0 3 0,-1 0-3 15,3-2 5-15,-3 1-2 0,-4-4-7 0,10 7-2 16,-6-6 3-16,-4-1 0 0,7 5 5 0,-7-5 4 0,10 1-1 16,-2-2-1-16,3 0 7 0,0-4-10 15,5 0-3-15,-1-4-2 0,6-2 9 0,6-3-14 16,0-1-11-16,4-3-7 0,-1-5-12 0,19-5-17 15,-2-6-22-15,3 2-18 0,26-12-23 0,-22 11-33 0,24-12-29 16,-3-3-31-16,-22 21-18 0,26-18-10 0,-25 15-167 16,-5 5-425-16,5 0 188 0</inkml:trace>
  <inkml:trace contextRef="#ctx0" brushRef="#br0" timeOffset="-6644">22383 13134 7 0,'4'-4'114'0,"-4"4"-6"0,7-2-8 16,-7 2-16-16,6-2-10 0,-6 2-17 0,11 0 7 16,-11 0-9-16,0 0-11 0,13 2-13 0,-6 0-20 15,0 0-12-15,0 0-15 0,2 1-27 0,0 1-73 16,0 1-123-16,0-2 54 0</inkml:trace>
  <inkml:trace contextRef="#ctx0" brushRef="#br0" timeOffset="127787.09">26465 8455 61 0,'0'0'56'16,"0"0"-36"-16,0 0-44 0,0 0-24 0,0 0 12 15</inkml:trace>
  <inkml:trace contextRef="#ctx0" brushRef="#br0" timeOffset="212771.98">27597 4228 12 0,'-6'-4'100'16,"6"4"4"-16,-6-3-8 0,6 3 6 0,0 0-3 15,0 0-8-15,-8-6-1 0,8 6-3 0,0 0-11 16,0 0-4-16,0 0-17 0,0 0 0 0,0 0-11 15,0 0-3-15,0 0-2 0,0 0-6 0,0 0 9 16,0 0-10-16,0 0 3 0,20 10 0 0,-15-5-1 16,2 1-9-16,2 1 6 0,-1 0-3 0,-3 2-3 15,4-2-6-15,-2 0 1 0,0 2 0 16,0-3 1-16,-1-1-6 0,2 0 1 0,-4-1-5 0,2 0 3 16,-2 0-1-16,-4-4 2 0,11 5-1 0,-11-5-2 15,12 1-6-15,-1-1 4 0,-2 0-5 0,-1-2-13 16,2-1-24-16,1-2-21 0,3 1-17 0,-3 1-17 15,7-4-12-15,-2-2-16 0,2 0-90 16,-2 1-223-16,2-2 99 0</inkml:trace>
  <inkml:trace contextRef="#ctx0" brushRef="#br0" timeOffset="213035.06">28350 3969 5 0,'-5'-6'116'0,"5"6"-15"15,0 0-13-15,0 0-7 0,8-10-5 0,-6 4-14 16,6 2-11-16,1-1-6 0,3 0 0 0,1 0-1 15,4 1-14-15,0 0-3 0,-3 1-16 0,-1 1-11 16,0-2-21-16,0 4-11 0,-1-1-20 0,-1 2-10 16,-3-1-41-16,-8 0-111 0,12 3 49 0</inkml:trace>
  <inkml:trace contextRef="#ctx0" brushRef="#br0" timeOffset="214641.13">28474 3930 8 0,'0'0'42'0,"0"0"-5"15,0 0-3-15,0 0-2 0,0 0 2 0,0 0-7 16,0 0 0-16,0 0-8 0,0 0-1 0,0 0-1 15,0 0 0-15,0 0-6 0,0 0 3 0,0 0-7 16,0 0 5-16,0 0 4 0,0 0-6 0,0 0-1 16,0 0-2-16,0 0-3 0,0 0 3 0,-7 7-6 15,7-7 1-15,0 0 2 0,0 0-4 0,0 0 9 16,0 0 2-16,-7 4 5 0,7-4 2 16,0 0-6-16,0 0 9 0,0 0-4 0,0 0 13 0,0 0-12 15,0 0 12-15,0 0-3 0,0 0 4 0,0 0-6 16,0 0 12-16,0 0-1 0,0 0 1 0,0 0 2 0,-6 2-15 15,6-2 6-15,0 0-1 0,0 0-1 16,0 0-1-16,0 0 2 0,0 0 0 0,0 0-4 16,0 0-1-16,0 0-13 0,0 0 5 0,0 0-6 15,0 0-2-15,0 0 8 0,0 0-7 0,0 0-10 16,0 0 10-16,0 0-5 0,0 0 1 0,0 0 0 16,0 0-1-16,0 0 4 0,0 0-6 0,0 0 10 15,0 0-9-15,0 0-2 0,0 0 4 0,0 0 8 16,0 0-6-16,0 0 0 0,0 0 11 0,0 0-7 15,0 0 10-15,0 0-1 0,0 0 0 0,0 0 4 16,0 0 1-16,0 0-4 0,0 0 0 0,0 0-1 16,0 0 6-16,0 0-7 0,0 0 8 0,0 0 4 15,0 0 1-15,0 0-4 0,0 0 3 0,0 0-3 16,0 0 2-16,0 0 3 0,0 0-8 0,0 0 5 16,0 0-7-16,0 0 2 0,0 0-2 0,0 0-3 15,0 0-3-15,0 0-3 0,0 0 0 0,0 0-2 16,0 0 0-16,0 0 2 0,0 0-4 0,0 0-1 15,0 0-1-15,0 0-1 0,0 0 0 0,0 0-2 16,0 0 2-16,0 0-5 0,0 0 0 0,0 0-2 16,0 0 4-16,0 0-3 0,0 0 3 0,0 0-1 15,0 0 0-15,0 0-4 0,0 0 4 0,0 0-2 16,0 0 1-16,0 0 1 0,0 0-5 0,0 0 9 16,0 0-1-16,0 0-8 0,0 0 3 0,0 0-2 15,0 0-1-15,0 0 1 0,0 0-2 0,0 0 0 16,0 0 3-16,0 0 1 0,0 0-2 0,0 0 4 15,0 0 0-15,0 0-3 0,0 0 4 0,0 0-5 16,0 0 3-16,0 0-6 0,0 0 1 0,0 0 2 16,0 0 1-16,0 0 0 0,0 0 1 0,0 0 1 15,0 0-2-15,0 0 3 0,0 0-1 0,0 0-2 16,0 0 0-16,0 0-2 0,0 0 5 0,0 0-6 16,0 0 3-16,0 0 3 0,0 0-4 0,0 0 4 15,0 0-6-15,0 0 5 0,0 0-1 0,0 0-4 16,0 0 3-16,0 0 0 0,0 0-1 0,0 0 9 15,0 0-10-15,0 0 3 0,0 0-3 0,0 0 1 16,0 0 3-16,0 0-5 0,0 0 1 0,0 0 3 16,0 0-1-16,0 0 0 0,0 0 3 0,0 0-3 15,0 0-2-15,0 0-1 0,0 0 1 0,0 0 1 0,0 0 0 16,0 0 1-16,0 0 1 0,0 0-2 16,0 0 2-16,0 0 5 0,0 0-5 0,0 0 3 15,0 0-2-15,0 0-5 0,0 0-3 0,0 0 4 16,0 0 1-16,0 0-3 0,0 0 4 0,0 0-4 15,0 0-2-15,0 0 9 0,0 0-3 0,0 0 0 16,0 0 0-16,0 0-2 0,0 0 0 0,0 0-2 0,0 0 6 16,0 0-6-16,0 0 3 0,0 0 1 0,0 0 1 15,0 0-5-15,0 0-3 0,0 0 4 16,0 0-6-16,0 0 2 0,0 0-3 0,0 0 0 16,0 0 1-16,0 0-9 0,0 0 12 0,0 0-5 15,4 14 3-15,-4-14 7 0,0 0-1 0,2 8-1 0,-2-8-2 16,0 0-3-16,3 8 6 0,-3-8 1 15,2 7 0-15,-2-7-5 0,2 8 4 0,-2-8 3 16,1 9-2-16,-1-9 0 0,2 9 3 0,-2-9-7 16,0 9-1-16,0-9-7 0,1 8 0 0,-1-8 2 15,3 9-3-15,-3-9 3 0,3 7-9 0,-3-7 12 0,0 7-11 16,0-7-17-16,0 0 19 0,0 10-9 16,0-10 11-16,0 7-19 0,0-7-5 0,0 0 1 15,0 0 7-15,0 10 11 0,0-10-1 0,0 0-8 16,0 0 9-16,1 6 0 0,-1-6 6 0,0 0-1 15,0 0-2-15,0 0-4 0,0 0 3 0,-1 12 1 0,1-12-5 16,0 0 0-16,0 0 5 0,0 0 3 0,0 0-5 16,0 0-3-16,-3 7 6 0,3-7 0 15,0 0 14-15,0 0-15 0,0 0 1 0,-3 7 3 16,3-7-2-16,0 0-5 0,0 0-2 0,0 0-6 16,-2 6 7-16,2-6-6 0,0 0 10 0,0 0 23 15,0 0-26-15,0 0 3 0,-4 6 3 0,4-6 6 0,0 0-2 16,-7 6 5-16,7-6-5 0,-7 2 1 0,7-2 1 15,-6 3-2-15,6-3 4 0,0 0-3 16,-10 3 6-16,10-3-4 0,0 0 3 0,-8 2 3 16,8-2-8-16,0 0 4 0,-10 1 2 0,10-1 0 15,-9 0-2-15,9 0 5 0,0 0-3 0,-9 3 3 16,9-3 0-16,0 0-2 0,-8 1 7 0,8-1-2 16,0 0 5-16,0 0 1 0,-7 3-6 0,7-3-2 15,0 0 5-15,0 0 0 0,0 0 3 0,0 0-10 16,-12 0 1-16,12 0-4 0,0 0 4 0,0 0 4 15,-9 0 4-15,9 0-5 0,0 0 3 0,-9 1-9 16,9-1 7-16,0 0-2 0,0 0 3 0,-8 3 0 0,8-3 12 16,0 0-7-16,0 0-3 0,0 0 6 0,0 0-5 15,0 0 6-15,0 0-12 0,0 0 2 0,0 0 8 16,0 0-7-16,27 0 2 0,-14 0-6 16,-4 0 10-16,4 0-2 0,1 1-2 0,-3-1-3 15,7 1-1-15,-5 0 3 0,5 1 4 0,0-2-3 16,0 2-11-16,1-2-9 0,-1 1-18 0,1 1-17 15,-6-1-20-15,4 2-78 0,-4 0-157 0,-1-1 69 16</inkml:trace>
  <inkml:trace contextRef="#ctx0" brushRef="#br0" timeOffset="-214712.88">28727 4148 67 0,'0'0'102'0,"0"0"-12"0,0 0-6 0,0 0-8 16,0 0-17-16,0 0-19 0,0 0-27 0,9-1-27 16,-9 1-73-16,0 0-93 0,19 1 42 0</inkml:trace>
  <inkml:trace contextRef="#ctx0" brushRef="#br0" timeOffset="-192871.19">20912 11719 75 0,'12'0'107'16,"-2"0"3"-16,-2 0-5 0,-8 0 4 0,14-2-14 15,-14 2-7-15,13 0-13 0,-13 0-10 0,7-1-29 16,-7 1-21-16,0 0-21 0,11 2-24 0,-8 3-26 15,1 2-76-15,-1-2-142 0,-1 1 63 0</inkml:trace>
  <inkml:trace contextRef="#ctx0" brushRef="#br0" timeOffset="-192503.25">25326 12249 64 0,'12'0'96'0,"1"0"-16"0,-6 1-6 0,1-1-10 15,-2 3-17-15,-6-3 9 0,0 0-14 0,0 0 11 16,0 0-4-16,0 0-1 0,0 0 8 0,0 0-7 16,0 0 1-16,0 0-9 0,-18-16-4 0,9 12-3 15,2 1 1-15,-2 0-18 0,9 3-13 0,-9-2-28 16,9 2-24-16,-9-2-22 0,9 2-73 0,0 0-154 15,-9 5 68-15</inkml:trace>
  <inkml:trace contextRef="#ctx0" brushRef="#br0" timeOffset="-192018.5">27128 12396 13 0,'0'0'66'0,"0"0"-6"16,0 0-2-16,0 0-10 0,0 0-3 0,0 0-1 0,0 0-1 15,0 0-10-15,0 0-4 0,0 0 0 0,0 0-4 16,0 0-3-16,0 0-6 0,0 0-4 0,0 0-2 16,0 0-14-16,0 0-5 0,0 0-11 0,0 0-11 15,0 0-9-15,0 0-36 0,0 0-80 0,0 0 36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6T09:40:54.2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19179 14867 19 0,'8'1'77'0,"-8"-1"0"0,0 0 0 15,0 0-14-15,0 0-5 0,0 0-7 0,0 0 4 16,0 0-5-16,0 0-2 0,0 0 3 0,0 0 1 16,0 0-7-16,0 0-4 0,0 0 0 0,0 0 4 0,0 0-12 15,0 0 1-15,0 0 1 0,0 0-6 16,0 0 2-16,0 0 2 0,0 0-6 0,0 0 6 15,0 0-9-15,0 0-2 0,0 0-2 0,0 0 0 16,0 0 3-16,0 0 0 0,0 0 4 0,0 0 3 16,-28-2-1-16,28 2-9 0,0 0 4 0,-10 0 5 15,10 0-14-15,0 0 4 0,0 0 6 0,0 0 0 0,-13-2 2 16,13 2 1-16,0 0 3 0,0 0-7 16,0 0 13-16,0 0-6 0,0 0-8 0,-2-6-4 15,2 6-1-15,0 0-4 0,0 0-4 0,0 0-11 0,24-11 0 16,-14 8-26-16,3-1-11 0,3-1-36 15,2 1-14-15,1 2-16 0,-2-1-19 0,1 1-92 16,-7 1-232-16,2-2 103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5T07:26:02.9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5204 3723 88 0,'0'-9'216'0,"0"9"-6"0,0-10-7 0,0 10-14 16,1-8-6-16,-1 8-8 0,0-9-9 0,0 9 22 16,0 0-14-16,-1-9-6 0,1 9-8 0,0 0-13 15,0 0-10-15,0 0-10 0,0 0-14 0,0-12-22 16,0 12 2-16,0 0-11 0,0 0-19 0,0 0-10 15,0 0 5-15,0 0-6 0,0 0-7 0,0 0-8 16,0 0-9-16,0 0 1 0,0 0-5 16,0 0-1-16,0 0-3 0,0 0-3 0,0 0-1 15,2 32-5-15,-3-21 3 0,1 0-4 0,1 6 0 0,-2-1 1 16,1-3 1-16,-1-1 0 0,-1 5-3 0,1-3 2 16,0 1-2-16,-1-5 0 0,1 3-11 15,0-1 10-15,-1-2-2 0,2-1 2 0,0 1-2 16,-1-5-1-16,1-5-1 0,1 14-1 0,-1-14 4 15,0 10-3-15,0-10 0 0,0 10-3 0,0-10 2 16,0 7-5-16,0-7 2 0,0 0-9 0,0 8-16 0,0-8-17 16,0 0-16-16,0 0-18 0,0 0-24 15,0 0-33-15,-1 9-38 0,1-9-46 0,0 0-237 16,0 0-490-16,0 0 217 0</inkml:trace>
  <inkml:trace contextRef="#ctx0" brushRef="#br0" timeOffset="213.77">5161 3445 44 0,'0'0'175'0,"-5"-10"-16"0,5 10-14 16,-2-7-6-16,2 7-27 0,0 0-21 0,-4-7-39 15,4 7-36-15,0 0-36 0,0 0-32 0,0 0-25 0,0 0-54 16,0 0-142-16,0 0 64 0</inkml:trace>
  <inkml:trace contextRef="#ctx0" brushRef="#br0" timeOffset="487.41">5435 3607 129 0,'11'4'169'0,"-2"2"1"16,5 4-26-16,-3 0 11 0,-2 3-16 0,1 0-6 16,-4 3 5-16,1 1-1 0,-5 1-11 15,3 0-10-15,-3 2-6 0,-2 6-5 0,-2-8-10 16,1 0-7-16,-3 1-10 0,-1-4-5 0,0 1-8 15,-3-1-5-15,2-1-4 0,-3 0-8 0,-1-1-12 0,-3 1-12 16,-1 1-17-16,-1-1-19 0,-6 1-32 0,2-5-37 16,1 3-37-16,0-3-41 0,0 0-33 0,1-3-108 15,0-1-324-15,3-3 144 0</inkml:trace>
  <inkml:trace contextRef="#ctx0" brushRef="#br0" timeOffset="708.76">4926 3714 6 0,'-9'6'193'0,"0"-2"-5"0,2 5-12 0,-1 4-8 16,-5 1-3-16,7 4-17 0,-1 0-7 0,4 0-14 15,0 1-9-15,2-2-12 0,-1 7-9 0,2-3-6 16,3-2-5-16,1 0-13 0,4 1-14 0,-1-4-30 15,7 4-35-15,-2-3-48 0,3-2-50 0,4 3-44 16,0 0-129-16,1-6-300 0,-5-3 134 0</inkml:trace>
  <inkml:trace contextRef="#ctx0" brushRef="#br0" timeOffset="1287.08">6317 3743 66 0,'0'0'244'15,"4"-8"-10"-15,-4 8-13 0,5-3-20 0,-5 3-14 16,0 0-18-16,2-7-17 0,-2 7-10 0,0 0-21 16,0 0-14-16,0 0-10 0,0 0-4 0,0 0 4 15,14 17-5-15,-9-7-4 0,1 6-4 0,0 1-9 16,1 2-7-16,-1-2-4 0,-3 3-8 0,3-4-2 15,-1 2-7-15,0 0-5 0,1-2-5 0,-3 0-1 16,2 0-7-16,-1-4-1 0,0 0-4 0,-2 0 0 16,2-2-2-16,-3 0 1 0,5 0-4 0,-4-3-4 15,0-1 1-15,1-1-4 0,-3-5 2 0,4 10 1 16,-4-10 0-16,4 6 8 0,-4-6 15 0,0 0 4 16,0 0-1-16,0 0 12 0,0 0-4 0,14-20 1 15,-11 12-5-15,4-9-4 0,-1-1-6 0,3-9-1 16,3 3-5-16,-3-5-3 0,1 0 0 0,4-2-7 15,-2 2-1-15,-1 1-3 0,-1 0-1 0,-1 2-3 16,3 1 3-16,-6 7-4 0,-1 0 9 0,3 3-12 16,-3 5-7-16,0-1 0 0,-1 2 5 0,-2 3-5 15,1 0-6-15,2 2-21 0,-5 4-26 0,1-7-29 16,-1 7-15-16,0 0-12 0,0 0-6 0,0 0-28 16,0 0-24-16,6 25-38 0,-10-10-33 0,2 4-188 15,-4 6-461-15,3-8 204 0</inkml:trace>
  <inkml:trace contextRef="#ctx0" brushRef="#br0" timeOffset="1553.73">6756 3906 46 0,'0'0'220'0,"0"0"-16"15,0 0-11-15,0 0-15 0,0 0-11 0,0 0-4 16,2 8-4-16,-2-8-3 0,0 10-21 0,0-10-7 15,-4 17-2-15,3-8-7 0,-1 4-7 0,2-2-8 16,-4 0-3-16,3 2-13 0,0 3-4 16,0-3-9-16,-1 1-7 0,0 0-8 0,2-3-5 0,0 1-5 15,-2 3-2-15,1-3-6 0,1 0-2 0,1-1-2 16,1 1-4-16,-4-2-9 0,4-1-17 16,-2 1-25-16,0 0-24 0,0-2-33 0,0-2-44 0,0-6-60 15,2 12-41-15,0-8-178 0,-2-4-430 0,0 0 191 16</inkml:trace>
  <inkml:trace contextRef="#ctx0" brushRef="#br0" timeOffset="1732.76">7094 3917 2185 0,'0'0'46'0,"4"-9"3"0,-4 9-23 15,6-7-10-15,-6 7-3 0,0 0-3 0,5-5-2 16,-5 5-2-16,0 0 1 0,4-7 1 15,-4 7 6-15,8 0-7 0,-8 0 1 0,17 0 0 16,-8 0-1-16,3 0-11 0,2 0-18 0,-2 3-35 16,0 0-41-16,2-3-53 0,-1 1-44 0,-4 4-121 15,-9-5-341-15,13 5 151 0</inkml:trace>
  <inkml:trace contextRef="#ctx0" brushRef="#br0" timeOffset="1895.85">7165 3995 44 0,'0'0'215'16,"0"0"-10"-16,0 0-13 0,0 0-12 0,-7 3-19 16,7-3-8-16,0 0-15 0,0 0-13 0,0 0-13 15,0 0-10-15,0 0-15 0,0 0-16 0,21 1-28 16,-8-1-36-16,-1 0-46 0,0 0-44 0,8-1-54 16,-4 1-126-16,2-2-285 0,-5-1 127 0</inkml:trace>
  <inkml:trace contextRef="#ctx0" brushRef="#br0" timeOffset="2406.89">7648 3733 182 0,'0'0'299'0,"-1"-13"-9"16,0 6-17-16,1 7-10 0,-3-11-11 0,3 11-9 15,-1-9-18-15,1 9-20 0,-3-8-23 0,3 8-20 16,0 0-16-16,0 0-20 0,0 0-16 0,0 0-11 16,0 0-9-16,0 0-8 0,8 25-9 0,0-7-5 15,-3 1-4-15,0 0-8 0,1 8 2 0,0-1-12 16,0 1 0-16,0-3-3 0,-1-6-7 15,0 5-3-15,-1-6-2 0,2 1-5 0,-1-3 0 0,0 1-9 16,-2-6 4-16,0 2-2 0,2-2 0 0,-1-1-1 16,0 0-1-16,0-1-2 0,-2-2-1 0,3 0-5 15,-5-6 0-15,4 10-1 0,-4-10 6 16,3 5 3-16,-3-5 8 0,0 0-12 0,0 0-2 16,0 0 4-16,0 0-1 0,13-10-4 0,-10-1-4 0,6-2 2 15,-2-4 3-15,0-1-3 0,0 0-1 0,3-7-3 16,-2-1 0-16,1 2-2 0,-3-4 5 0,3 4-6 15,-3-1 8-15,-1 6-4 0,1 0-2 16,-3 3-5-16,4 0-2 0,-5 5 4 0,2 1-2 16,-3-1-10-16,2 6-5 0,-2-1-4 0,-1 6-36 0,3-11-26 15,-3 11-32-15,4-4-15 0,-4 4-11 0,0 0-18 16,0 0-41-16,0 0-44 0,5 19-47 0,-9-9-163 16,4-10-490-16,-8 28 217 0</inkml:trace>
  <inkml:trace contextRef="#ctx0" brushRef="#br0" timeOffset="2725.03">8010 3949 68 0,'9'-3'222'0,"-9"3"-13"16,11 1-5-16,-11-1-15 0,11 3-9 0,-11-3-13 15,10 6-8-15,-4-1-8 0,-1 0-12 16,1-1-9-16,-3 6-9 0,1-1 0 0,-1 3-6 15,-2 0 2-15,0-1-9 0,-1 0-2 0,-3 6-11 0,-3-1-5 16,1-5-2-16,0 1-7 0,0-2-8 0,-3 0-9 16,1-1-5-16,2 2-7 0,-1-4-4 15,0 1 0-15,1-2-9 0,0 1-6 0,1-1-3 16,4-6 0-16,-5 7-7 0,5-7 1 0,-5 5 2 16,5-5-8-16,0 0 1 0,-3 6-1 0,3-6-5 15,0 0 0-15,0 0-1 0,0 0 0 0,-4 6-2 16,4-6-4-16,0 0 4 0,0 0-5 0,18 0-11 15,-7 0-15-15,3-1-14 0,2 0-25 0,5-2-32 16,2 1-39-16,3-5-53 0,4 2-68 0,-2 2-209 16,0-4-500-16,-7 2 222 0</inkml:trace>
  <inkml:trace contextRef="#ctx0" brushRef="#br0" timeOffset="2921.37">8648 3978 80 0,'0'0'297'0,"0"0"-20"0,-27 1-19 0,27-1-22 0,0 0-21 15,0 0-19-15,0 0-13 0,0 0-19 0,0 0-21 16,0 0-17-16,31-4-18 0,-22 4-24 0,11-1-33 16,-7 2-30-16,6 1-33 0,-6-2-50 0,1 2-58 15,0-1-49-15,-3 1-177 0,-4 1-376 0,-1-3 167 16</inkml:trace>
  <inkml:trace contextRef="#ctx0" brushRef="#br0" timeOffset="3072.06">8664 4096 133 0,'0'0'258'0,"-5"5"-10"0,5-5-4 16,0 0-18-16,0 0-9 0,0 0-15 0,-2 6-19 15,2-6-15-15,0 0-24 0,0 0-11 0,0 0-22 16,25 0-28-16,-13 0-37 0,6-1-46 0,2 0-57 15,7-3-76-15,-5 1-235 0,-1 0-399 0,7-1 177 16</inkml:trace>
  <inkml:trace contextRef="#ctx0" brushRef="#br0" timeOffset="3508.55">9464 3842 2541 0,'3'-8'35'0,"-3"-3"10"0,0 3 13 16,0 8 16-16,1-13 18 0,2 7 2 0,-3 6-7 16,0 0-5-16,-3-13 0 0,3 13-9 0,-2-5 0 15,2 5-2-15,0 0-7 0,0 0-7 16,0 0-3-16,0 0-8 0,0 0-6 0,0 0 5 16,0 0-14-16,0 0-2 0,-9 17-5 0,6-8 1 0,2 1-8 15,1 0 4-15,0 0-3 0,1 1-3 0,2-1 3 16,1 1-6-16,-1 1-4 0,4-1 5 15,-1 0-5-15,4 2 2 0,2-2-1 0,2-1 1 0,-1 3-3 16,2-4-2-16,-2 1 1 0,3-1 1 0,1-1-3 16,-2 1 0-16,-3-3 2 0,3 1 4 15,-1 2-8-15,-3-3 0 0,0-2-1 0,-2 2-2 0,0-3 4 16,-1 2 3-16,-3-2-6 0,0 1 0 0,-5-4-6 16,8 5 7-16,-6 0 3 0,-2-5 12 15,1 7-1-15,-1-7-11 0,0 0 0 0,-10 12 5 16,4-8 3-16,-6 1 2 0,1 0-3 0,-3 2-2 0,-6-4-4 15,1 1 5-15,0 1-12 0,0 0-11 16,1-3-7-16,-1-1-16 0,0 1-18 0,2-2-20 0,2 0-20 16,2-2-22-16,0 2-32 0,0-1-22 0,3-2-43 15,0-1-36-15,-3-1-24 0,8 1-176 0,-4-2-485 16,5-3 215-16</inkml:trace>
  <inkml:trace contextRef="#ctx0" brushRef="#br0" timeOffset="3655.15">9567 3801 29 0,'5'-5'179'0,"1"-2"-9"0,1 3-9 0,-1 0-19 0,4-1-12 15,-1-1-15-15,1 2-8 0,3 0-13 16,-1 1-9-16,3 0-4 0,2-1-16 0,0 1-31 16,0 0-49-16,3 0-42 0,1 2-43 0,-4 1-104 15,0 0-220-15,1-2 98 0</inkml:trace>
  <inkml:trace contextRef="#ctx0" brushRef="#br0" timeOffset="4086.27">9979 3778 64 0,'0'0'279'0,"6"-15"-4"15,-6 15-10-15,0 0-11 0,0 0-17 16,0 0-12-16,0 0-17 0,0 0-19 0,0 0-17 15,0 0-22-15,1-7-14 0,-1 7-16 0,0 0-16 16,0 0-15-16,0 0-4 0,0 0-8 0,0 0-11 16,11 23-1-16,-8-11-6 0,-1-2-9 0,1 3-3 15,3 3 1-15,-2 1-3 0,0 0-2 0,0-2 6 16,2 2-1-16,-1-2-1 0,2 1 1 0,-5-5-11 16,5 4-6-16,-1-3-6 0,-1 2 0 0,-1-2-2 15,-1-1 4-15,2-2-9 0,-3 0 5 0,2-1-9 16,0-1 6-16,0-1-2 0,-4-6-4 0,4 11-1 15,-2-7-2-15,1 0 3 0,-3-4-8 0,2 6 4 16,-2-6 17-16,0 0 35 0,7 7 20 0,-7-7 22 16,0 0 5-16,0 0-8 0,0 0-11 0,17-13-8 15,-9 5 3-15,4-5 1 0,2-1-15 0,-1-1-6 16,4-4-8-16,-1-4-4 0,6-1-9 0,0-3-1 16,-1-1-4-16,3 3-2 0,2-3-8 0,-2 3-6 15,-3 1-9-15,-2 3-15 0,0 0-13 0,-9 6-43 16,2-1-50-16,-6 4-28 0,0 5-43 0,-3-3-62 15,-3 5-86-15,0 5-84 0,-10-10-208 0,-4 8-670 16,-7 4 296-16</inkml:trace>
  <inkml:trace contextRef="#ctx0" brushRef="#br0" timeOffset="8436.34">6550 4985 135 0,'0'0'163'0,"0"0"-5"16,0 0-3-16,0 0-17 0,0 0-6 0,0 0-12 16,0 0-12-16,3-6-20 0,-3 6 1 0,0 0-13 15,0 0-7-15,0 0-8 0,0 0-8 0,0 0-4 16,0 0-6-16,0 0-5 0,0 0-1 0,0 0-5 16,0 0-6-16,0 0-3 0,0 0-1 0,0 0 0 15,0 0-1-15,0 0-6 0,0 0 1 0,0 0-2 16,0 0 0-16,0 0-2 0,0 0-1 0,0 0 2 15,0 0-4-15,0 0 1 0,0 0 3 0,0 0 5 16,0 0 0-16,0 0-1 0,0 0 11 0,0 0-1 16,0 0 0-16,0 0-2 0,0 0 6 0,0 0-4 15,0 0-1-15,0 0 4 0,0 0-1 0,0 0 3 16,0 0 1-16,0 0-2 0,0 0-2 0,0 0 2 16,0 0-3-16,0 0 6 0,0 0 9 0,0 0 0 15,0 0-6-15,0-10 4 0,0 10 1 0,0 0 3 16,0 0-5-16,-1-10 2 0,1 10-4 0,0 0 0 15,0 0 1-15,0-9 5 0,0 9-7 0,0 0 2 16,0 0-2-16,0 0-4 0,0 0-7 0,0 0-5 16,-2-9-4-16,2 9-2 0,0 0-8 0,0 0 3 15,0 0-2-15,0 0-1 0,0 0-1 0,4 35 1 16,-1-18 0-16,-3 1 0 0,0 5 5 0,0-2-1 16,1 5 3-16,-2-2 0 0,0 2 3 0,2-2-3 15,-2 0 3-15,-1-4-4 0,1 4 3 0,2-4 6 16,-1-3-7-16,-1 0 7 0,1 2 6 0,0-1 3 15,1-1-7-15,-1-1 2 0,-2 1 4 0,2-2 0 16,0-2-3-16,1-2-2 0,-2 1-7 0,1-2 1 16,0 1 0-16,-2-3-2 0,2-8-2 0,0 15-4 15,0-15 2-15,0 10 0 0,2-4 0 0,-2-6-2 16,0 10-2-16,0-10-1 0,0 0-6 0,0 10-8 16,0-10-10-16,0 0-12 0,0 0-13 0,0 7-14 15,0-7-32-15,0 0-22 0,0 0-36 0,0 0-56 16,0 0-24-16,0 0-57 0,0 0-163 0,0 0-480 15,-14-29 213-15</inkml:trace>
  <inkml:trace contextRef="#ctx0" brushRef="#br0" timeOffset="10709.82">6548 5103 108 0,'0'0'110'0,"0"0"-3"15,-5-5 4-15,5 5-4 0,0 0 2 0,-4-7-7 16,4 7 3-16,0 0-1 0,-5-5 0 0,5 5-3 0,0 0 0 16,-4-5-2-16,4 5 2 0,0 0-2 15,-5-8-3-15,5 8-5 0,0 0-7 0,-5-6-6 16,5 6-5-16,0 0-5 0,0 0-5 0,-4-6-5 16,4 6 1-16,0 0-3 0,-6-6-3 0,6 6-7 15,0 0-1-15,0 0-1 0,-3-5-1 0,3 5-5 0,0 0 3 16,0 0-1-16,0 0-1 0,0 0-1 15,0 0 0-15,-2-8-4 0,2 8 4 0,0 0-11 16,0 0-2-16,0 0-1 0,0 0 0 0,0 0-7 16,0 0 2-16,0 0 0 0,0 0-3 0,0 0 3 15,0 0-3-15,0 0-1 0,0 0-1 0,-2-8-1 16,2 8 3-16,0 0 0 0,0 0 2 0,0 0-1 16,0 0 3-16,0 0 7 0,0 0-12 0,0 0 6 15,0 0-3-15,0 0-1 0,0 0 1 0,0 0 0 16,0 0 3-16,0 0-4 0,0 0 4 0,0 0 4 15,0 0 0-15,0 0-3 0,0 0-4 0,-7-3-4 16,7 3 4-16,0 0-2 0,0 0-2 0,0 0 0 0,-9 0 0 16,9 0 3-16,0 0 1 0,0 0-6 0,0 0 14 15,-12-2-12-15,12 2 0 0,0 0 0 16,0 0 3-16,-11-2-3 0,11 2-5 0,0 0 3 16,0 0-2-16,-9-3-3 0,9 3 1 0,0 0 1 15,0 0-4-15,0 0 3 0,0 0-2 0,0 0 5 16,0 0-5-16,0 0-6 0,0 0 4 0,0 0-3 15,0 0 0-15,0 0-2 0,30-10-5 0,-17 8 3 16,6-1 5-16,2 0-1 0,-1-1 0 0,2 1-3 16,0 2-3-16,6-1 3 0,-8 4 0 0,3-2 10 15,4 4-10-15,-9-1 4 0,0 2-9 0,0-1 2 16,0 3 0-16,-3 3-3 0,0 0 10 0,-2 2-8 0,-3-2-1 16,-1 2 3-16,2 4 0 0,-1-1 1 15,-4 0 0-15,-1 3-2 0,-2-1 5 0,-1 0-2 16,0 1 2-16,-2-1 0 0,-2 2 2 0,0-3-1 15,-1 4 8-15,-2-4-1 0,1 0 2 0,-6 3-4 16,1-2 6-16,-1-1-9 0,-3 1 5 0,0-2 1 16,-2-1-1-16,0 0-1 0,-6 3-1 0,3-5 1 0,-6 1 3 15,0-1-1-15,6-5-5 0,0 0 4 16,-2 0 1-16,0 0-1 0,1-4-3 0,-1 1 3 16,0-3-3-16,1 1-1 0,0-2 2 0,3-2-13 15,2 1-13-15,2-2-6 0,0 1-13 0,2-2-15 16,1 0-26-16,2 0-12 0,-1 0-9 0,2-1-18 15,1 1-31-15,5 4-28 0,0 0-34 0,-7-5-19 16,7 5 3-16,0 0-165 0,0 0-424 0,0 0 189 16</inkml:trace>
  <inkml:trace contextRef="#ctx0" brushRef="#br0" timeOffset="10990.84">6965 5389 17 0,'0'0'270'16,"5"-3"-3"-16,-5 3-12 0,0 0-8 0,10-3-11 15,-10 3-14-15,0 0-20 0,0 0-20 0,0 0-20 16,5-4-19-16,-5 4-9 0,0 0-4 0,0 0-10 16,4 13-5-16,-4-13-2 0,0 15-7 0,0-8-5 15,0 3-8-15,0 0 2 0,-1-1-9 0,1 1-18 16,0 1-4-16,-2 2-5 0,2-3-7 0,-1 2-3 15,0-1-2-15,2 0-9 0,-1 1-20 0,0-2-24 16,-1 3-31-16,2-3-28 0,-1 0-28 0,0 0-21 16,0 2-36-16,0-3-40 0,0-2-51 0,1 3-226 15,-1-10-503-15,0 13 222 0</inkml:trace>
  <inkml:trace contextRef="#ctx0" brushRef="#br0" timeOffset="11476.65">7606 5213 69 0,'1'-11'271'0,"2"4"-22"16,0-2-8-16,-2 1-20 0,0 0-10 0,2 1-12 15,-3 7-12-15,5-10-11 0,-5 10-15 0,1-7-13 16,-1 7-20-16,3-5-13 0,-3 5-14 0,0 0-15 15,0 0-6-15,0 0-10 0,0 0-7 0,0 0-1 16,5 16-2-16,-7-7-3 0,2 3-3 0,-3-1-3 16,-1 5-3-16,-3 2 4 0,2-3-6 0,-4 4-5 15,0 5 4-15,1-6-2 0,-4 6 5 0,-2-1 0 16,-1-2-2-16,3-4 0 0,-3 4 0 0,3-6-5 16,-3 6-3-16,3-6 0 0,1-2-8 0,2 0 1 15,-1 0-4-15,4-4 1 0,0-2-6 0,2 0-1 16,1-2-6-16,0 0-4 0,3-5-9 0,-4 10-12 15,4-10 3-15,0 0-3 0,5 12-1 0,-5-12 0 16,12 1-3-16,-2-2-1 0,2-3 2 0,0-1-1 16,1 1 5-16,-1-2-3 0,-1 0 4 0,1-1-3 15,-2-1 4-15,1-6-1 0,0 0 3 0,-5-2 0 16,0 1 1-16,-2-2-3 0,-1 0 14 0,-6 0-4 16,0 1 3-16,-3-2-1 0,-3-1 1 0,-2 4 9 15,-2 0-4-15,-5-4-3 0,2 7-5 0,-1-1 9 16,-1 3-7-16,-1 0-1 0,0 4 0 0,0-1 0 15,2 2-2-15,3 4-16 0,2-2-25 16,2 1-29-16,-1 2-34 0,3 3-18 0,1 0-40 0,7-3-52 16,-6 8-48-16,6-1-209 0,0-7-508 0,0 0 225 15</inkml:trace>
  <inkml:trace contextRef="#ctx0" brushRef="#br0" timeOffset="11784.42">8032 5136 70 0,'2'-7'312'0,"1"1"2"0,-3 6-4 15,4-12-6-15,-3 8-10 0,-1 4-16 0,1-8-5 16,-1 8-24-16,0 0-24 0,3-8-25 0,-3 8-22 16,0 0-26-16,0 0-17 0,0 0-16 0,0 0-8 15,0 0-7-15,0 0-17 0,2 20-7 0,-2-3-6 16,-1 2-2-16,1 0-10 0,-1 8-8 0,1-2-3 15,-1-1-7-15,-1 3-2 0,1-3-2 16,-2-5-8-16,2 6-2 0,0-9 1 0,-2 4-6 0,2-2-3 16,-2 0-13-16,2-2 3 0,1-3-23 0,-1 0-17 15,1-1-18-15,1-3-19 0,-2 1-27 0,0-5-21 16,1-5-18-16,0 12-11 0,0-12-19 0,0 10-36 16,0-10-19-16,0 0-35 0,0 0-19 0,0 0-176 15,0 0-482-15,0 0 213 0</inkml:trace>
  <inkml:trace contextRef="#ctx0" brushRef="#br0" timeOffset="12070.73">7978 5139 70 0,'1'-7'199'0,"5"2"-4"0,2-3-9 0,1 4-5 16,3-1-4-16,6 1-9 0,-2 1-7 0,6 3-14 15,0 3-7-15,-2-1-18 0,1 4-10 0,4 5-7 16,-8 0-12-16,5 4-6 0,-1 3-6 0,-4 2-5 15,0 2-6-15,-8-5 2 0,-2 1 0 0,1 2 1 16,-4-1 5-16,-3 1-1 0,-2 4 3 0,-5 0-5 16,-1-5-4-16,-1-2-4 0,-3 7 6 0,-1-8 2 15,-2 0-7-15,-4 3-5 0,-1-1 1 0,3-5-5 16,-6 1-11-16,-1 0 2 0,-2-2 0 16,6-4-12-16,1 1-5 0,-1-4-9 0,4 2-18 0,1-2-17 15,4-1-16-15,-1-4-32 0,1 1-31 0,3-1-44 16,7 0-67-16,-11-4-57 0,11 4-227 0,0 0-524 15,0 0 232-15</inkml:trace>
  <inkml:trace contextRef="#ctx0" brushRef="#br0" timeOffset="12522.68">8388 5393 64 0,'10'0'233'0,"-10"0"-9"0,16 0-1 0,-5 3-17 16,-2 0-10-16,0 1-10 0,0 1-1 0,3 1-9 16,-3 3-9-16,-2-3-14 0,3 4-7 0,-3-2-10 15,-2 4-7-15,0-3-4 0,-1 2 6 0,-1 1-10 16,-3 2 3-16,-2-1 12 0,0 2-30 0,-5 1 6 16,0-1-7-16,-6 2-4 0,-2 2 4 0,-5-1-7 15,1 1-1-15,0-1-7 0,4-6-2 16,-3-1-4-16,1-1-6 0,2 0-6 0,2-3-2 0,2-1-10 15,2 0 1-15,0 1-2 0,1-3-5 0,3-3-13 16,0 4-5-16,5-5 3 0,-8 5-15 0,8-5 9 16,-4 5-16-16,4-5 15 0,0 0-3 15,0 0 8-15,0 0-2 0,13 9 3 0,-1-9 4 0,5 0 6 16,12 0-5-16,1 0-1 0,0-3-5 0,4-1-1 16,1 2-8-16,-2-4 3 0,3 0-3 0,-2 1-6 15,1 2 5-15,-3-1-5 0,-3 1 3 0,-2-1 5 16,-5 2-1-16,-2-1-1 0,-1 1-5 15,-5-1 2-15,-1 0-7 0,0 3 4 0,-3-2-5 16,-3 0 0-16,-7 2-2 0,11-1-1 0,-11 1-1 0,10-2-2 16,-10 2 0-16,8-1-1 0,-8 1-4 0,0 0-17 15,0 0-24-15,0 0-32 0,9-3-37 0,-9 3-44 16,0 0-38-16,0 0-54 0,0 0-59 0,0 0-74 16,0 0-314-16,0 0-743 0,0 0 328 0</inkml:trace>
  <inkml:trace contextRef="#ctx0" brushRef="#br0" timeOffset="15053.84">9407 5307 244 0,'0'0'276'0,"-1"-5"-20"0,1 5-26 0,0 0-17 16,-2-7-19-16,2 7-22 0,0 0-18 0,0 0-19 0,0 0-14 16,0 0-10-16,0 0-15 0,0 0-5 0,-5 19-8 15,4-9-6-15,0 0-9 0,-1 7-6 0,1-4-1 16,1 4-11-16,1-6-5 0,5 4-3 16,-5-3-5-16,3-3-1 0,-2 2-7 0,3-1 2 15,2-2 4-15,-4-2 1 0,4 1 0 0,-1 1 1 0,1-4-2 16,-2 0-1-16,1-1 1 0,-6-3 1 0,10 2-4 15,-2-2-1-15,-8 0 2 0,14-5-1 0,-7 1-2 16,-1-1-5-16,1-3-1 0,1 0-2 0,-1-3-1 16,-1 0-3-16,0-3-1 0,-1 2-1 0,2-3-1 15,-2-1-4-15,0 1-1 0,-1 4-3 0,1 3-2 16,-2-3 4-16,-1 2-2 0,-1 2 0 0,-1 7-6 16,3-7-4-16,-3 7-2 0,0 0 2 0,5-5-3 15,-5 5 3-15,0 0-3 0,0 0 0 0,17 18 2 16,-11-11 2-16,1 4 3 0,0-3-1 0,1 3-1 15,5 1 1-15,-4-4 3 0,6 3 1 0,-2 0 1 16,3-3-6-16,1-4 4 0,1 1 4 0,0-3-1 16,1-2-1-16,0 0-2 0,0-2 6 0,-1-1-5 15,0 0 2-15,-1-4 0 0,-2-1 2 0,-2 2-5 16,-3-1 3-16,-1-1-1 0,1-1-5 0,-5-3-8 16,-1 2-6-16,0-3-2 0,-3 1-12 0,-2-3-6 15,-2-2-3-15,-3 1-2 0,-2 2 3 0,-3-2 1 16,-2 1-15-16,-2 1 0 0,1 2 6 0,0 2 7 15,0 0-1-15,2 4 4 0,1 1 5 0,0-1 0 16,4 3 0-16,-1 1 0 0,8 2 6 0,-10-1 0 16,10 1-2-16,0 0 6 0,-9 3 0 0,9-3-4 15,0 0-6-15,0 0 1 0,10 16 4 0,-4-11-1 16,7 1 6-16,-1-2 0 0,2 1 4 0,4-3 0 16,2 0 2-16,-2-2 2 0,2 2 2 0,-1-2 1 15,0-2 0-15,0 1 1 0,-9 0 8 16,3-1 4-16,-2-1 1 0,1 1 3 0,-2-2 5 0,0 0 9 15,-3 1 5-15,-1 0 3 0,-6 3 1 0,10-4-2 16,-6 0 0-16,-4 4 1 0,8-2 0 0,-8 2-5 16,0 0-4-16,7-4-8 0,-7 4 0 0,0 0-5 15,0 0-3-15,0 0-1 0,0 0 2 0,10 10 0 16,-8-4 4-16,0 1-2 0,0 3-1 0,-2 3-4 16,1-3-4-16,1 3-9 0,0 3-12 0,-4 0-22 15,5 0-17-15,-3-4-45 0,1 4-61 0,-1-2-49 16,0 3-191-16,0-2-438 0,0-15 194 0</inkml:trace>
  <inkml:trace contextRef="#ctx0" brushRef="#br0" timeOffset="15233.51">10045 5002 238 0,'0'0'203'0,"-4"-9"-28"16,4 9-26-16,0 0-31 0,0 0-48 0,0 0-37 16,0 0-36-16,24 9-48 0,-11-4-105 0,-2 2-168 15,1 0 75-15</inkml:trace>
  <inkml:trace contextRef="#ctx0" brushRef="#br0" timeOffset="15454.76">10275 4983 184 0,'-3'-9'228'16,"3"9"-10"-16,-4-8-6 0,4 8-9 0,-2-7-16 16,2 7-17-16,0 0-15 0,0 0-24 0,0 0-13 15,0 0-14-15,0 0-10 0,0 0-7 0,0 0-2 16,2 34-12-16,0-15-8 0,3 6-2 0,-3 2-9 16,-1 0-3-16,2 0 2 0,-3-1-8 0,1-1-8 15,2 2 6-15,-1-2-10 0,0-5 4 0,-2-1-21 16,1 2-18-16,-1-3-19 0,0 0-19 0,3 1-24 15,-2-4-52-15,0-2-40 0,0-1-43 0,2-2-159 16,-2 0-389-16,-1-10 172 0</inkml:trace>
  <inkml:trace contextRef="#ctx0" brushRef="#br0" timeOffset="15686.39">10497 5040 169 0,'0'-9'260'15,"0"9"-16"-15,1-12-20 0,1 7-21 0,-2 5-18 16,0 0-20-16,2-7-19 0,-2 7-11 0,0 0-8 16,0 0 0-16,0 0-4 0,3 29-4 15,-5-14-9-15,4 4-8 0,-4 0-10 0,1 6-7 16,1-5-8-16,-2 6-11 0,3 0 0 0,-1-2-11 0,-1-5-4 16,1 1-18-16,-2 5-22 0,1-7-22 0,0 1-28 15,-1 1-33-15,2-3-57 0,0 0-80 0,-2 1-211 16,2-5-454-16,0-13 202 0</inkml:trace>
  <inkml:trace contextRef="#ctx0" brushRef="#br0" timeOffset="16370.49">11189 5025 3248 0,'17'-23'-33'0,"-8"6"30"0,0 0 14 16,-1 2 25-16,-4 7-7 0,0 0 2 0,-2 2-7 0,1 0-3 15,-3 6-5-15,5-7-5 0,-5 7 4 0,0 0 8 16,0 0 14-16,5 16-1 0,-2 0 6 16,-3 2-4-16,-3 7-2 0,3 1-2 0,0 2-1 15,-1-1-5-15,-1 1-2 0,1-3-9 0,0-1 6 16,1-5-9-16,-1 0 6 0,1 1-2 0,0-2-2 0,0-3-3 16,-2-1 1-16,2-4 1 0,0 0-3 0,0-4 9 15,0 4-13-15,0-10 6 0,-1 10-1 0,1-10-4 16,0 0 3-16,-1 8 3 0,1-8 1 15,0 0 7-15,0 0-6 0,0 0-2 0,0 0-20 16,0 0-8-16,0 0 1 0,0 0-5 0,0 0 3 0,6-32-4 16,-2 24-7-16,3-1 5 0,2 2-3 0,-2 2 3 15,-1-1 0-15,2 3 1 0,-2 0-4 0,2 1 9 16,2 2-6-16,-10 0 6 0,21 6-7 16,-11-1 10-16,-1 1-4 0,-1-1 4 0,-2 2-4 0,-1 3-6 15,1-2-10-15,-4 3 4 0,1-2-4 0,-5 3 5 16,1-1 1-16,-6-2-2 0,3 0 2 0,-4-1 0 15,1 1 1-15,-3-3 0 0,2 0 4 0,-1-1 4 16,2 0 1-16,-2-3 2 0,2 0 4 0,7-2-1 16,-11 2 2-16,11-2 4 0,-10 1 4 15,10-1 1-15,0 0-2 0,-9-1 5 0,9 1-10 16,0 0 6-16,0 0-6 0,0 0-14 0,0 0 5 0,21-10-3 16,-9 8 2-16,2 2 5 0,3-4-4 0,3-1 4 15,2 2 2-15,-2-2 1 0,8 2-1 0,2-2 0 16,0 0 1-16,1-4 2 0,1 0 1 0,0-1-3 15,-1 1 5-15,0-4-1 0,-5 2 0 0,1-1 1 16,-7 3 3-16,3-5 0 0,-4 2-2 0,-3 1 3 16,-2-2-2-16,-1 1 4 0,-2-1 1 0,-6 1 3 15,-1-1 4-15,0-2-4 0,-1 3 7 0,-5 2 11 16,2-2 1-16,-1 3 5 0,-3 1 0 0,0 1-3 16,-1 0 1-16,-6 4-1 0,-1 0-1 15,-1 3-5-15,-1 4 6 0,-3 2-5 0,-3 5-1 16,-1 3-6-16,6 0 11 0,-2 4-16 0,4-2 4 0,3 0-3 15,2 0-1-15,4 0-1 0,0 0 2 0,3 1-11 16,1-2-15-16,5 2-24 0,2 1-34 16,2-4-39-16,4 1-47 0,0-5-78 0,5 1-264 0,8 0-539 15,-4-5 238-15</inkml:trace>
  <inkml:trace contextRef="#ctx0" brushRef="#br0" timeOffset="17204.99">12666 5407 104 0,'0'0'329'0,"0"-15"-11"0,0 7-22 0,0 0-6 16,-3-3-14-16,-1 2-21 0,4 9-19 0,-2-15-17 15,0 8-10-15,-1 1-8 0,1-4-6 0,0 3-13 16,2-2-13-16,0 9-13 0,-4-13-5 0,4 6-20 0,0-2-12 15,-3 0-22-15,6-1 2 0,1 1-17 16,-3-2-5-16,3 1-12 0,0-1-13 0,1 0-5 16,1 0-4-16,-2 0-14 0,6-3-4 0,-4-1-4 15,-3 6 34-15,3-4-22 0,0 1 12 0,0 0-2 0,-2-4-9 16,1 1-7-16,-1 5-4 0,-2-4 2 0,0 4-8 16,-2-3-2-16,0 1-7 0,0 1-4 15,-2 0 6-15,-2 0-10 0,0 3-3 0,1 2 7 16,1-1 7-16,2 7-8 0,-6-10-3 0,0 6-7 0,-2 2 7 15,-1 0 4-15,-3 4-14 0,1 2 1 0,0 0 2 16,-3 2-2-16,3 1 0 0,1-2-2 16,0 3-4-16,3 0-8 0,1 0-23 0,0-1-1 15,5 0-19-15,1-7 0 0,1 12-3 0,1-5 7 0,2-1 3 16,2 1 6-16,5-1 3 0,1 0 3 0,5 0 0 16,-4 0 4-16,6-1 3 0,-1-1 9 0,3 1-4 15,-2 0-19-15,-3-1 1 0,0 0 10 0,-4 0 1 16,-2 2 1-16,-3 0 8 0,3 1 1 0,-2 1 4 15,-3 1 6-15,1 2 1 0,1 6 6 0,-2 0 2 16,-5-1 2-16,3 4 3 0,-1-1 0 0,0 0 0 16,0 5 3-16,0-7 3 0,-2 3 0 0,4-4-1 15,-4-6 2-15,5 2 0 0,-1-1 0 0,0 0-2 16,4-2 6-16,1-1 1 0,-1-2 11 16,4 0-7-16,-1-2-2 0,8-3 6 0,0 0-1 0,0-5-1 15,3 1-1-15,-4-2 0 0,4-2-1 0,-6-2-3 16,4 0 5-16,-2-1-3 0,-4-3-4 0,4 0 3 15,-7 0 2-15,0-2-5 0,0 0 0 16,-2 0 0-16,-2-2 11 0,-3 1-19 0,-2 0 6 0,1 4 0 16,-1-1-1-16,-2 2 3 0,0 0 7 0,-2 3 2 15,2 8 1-15,-7-12 1 0,5 5-7 0,-1 4-5 16,3 3 5-16,-13-4-4 0,4 5-4 0,-2 3 5 16,0 4-2-16,1-1-3 0,-1 2 3 0,3 1-6 15,1 1-5-15,0-1-24 0,4 2-16 0,-1 4-23 16,2 1-16-16,2-5-25 0,4 4-34 0,1 1-48 15,4-2-53-15,2-2-218 0,0-1-505 0,1-5 225 16</inkml:trace>
  <inkml:trace contextRef="#ctx0" brushRef="#br0" timeOffset="17520.45">13288 5214 1925 0,'0'-12'17'0,"5"-1"-1"16,-5 4 33-16,2-2 29 0,-2 5 16 0,0 6 2 15,2-12-20-15,-2 12-21 0,2-7-15 0,-2 7-6 16,0 0-5-16,0 0 0 0,0 0 2 0,0 0-2 16,16 19 4-16,-7-3-1 0,-4 1-6 0,1 1-1 15,1 0 7-15,-3-1 1 0,4 0-2 0,-4 0-3 16,3 2 0-16,-3-2-3 0,0-5 1 0,0 0-1 16,-1-2 0-16,2 2-1 0,-3-3-1 0,0-4 1 15,-1 2 8-15,-1-7 13 0,4 9 17 0,-4-9 19 16,2 7 14-16,-2-7 19 0,0 0 5 0,0 0-14 15,0 0-5-15,0 0-8 0,11-16-12 0,-7 4-7 16,1 1-5-16,-2-2-12 0,5-3-1 0,-3-3-24 16,1 2-18-16,6-7-14 0,-1 0-20 0,3-1-15 15,-3 2-23-15,2 0-21 0,-4 7-31 0,-4 0-26 16,2 6-38-16,-1 1-56 0,-2 1-56 0,-2 5-234 16,2-3-563-16,-4 6 250 0</inkml:trace>
  <inkml:trace contextRef="#ctx0" brushRef="#br0" timeOffset="18704.14">13601 5356 190 0,'6'-5'228'16,"1"2"-10"-16,1-4-3 0,2 0-19 0,-1 0-11 16,4-5-10-16,-3 4-10 0,3-3-6 0,3-2-17 15,-3 1-10-15,3-2-6 0,-5 0-5 16,2 0-6-16,-3 1-11 0,1-1-2 0,-3 4 2 0,0 0-1 15,-2-2 7-15,-1 3 7 0,-1-1 3 0,-4 1-16 16,4 1-6-16,-4 8-10 0,-2-11 0 0,2 11-10 16,-6-13-3-16,3 11-8 0,3 2-10 0,-11-2-7 15,11 2-5-15,-20 3-10 0,6 3 0 0,1 3-6 16,-5 3-2-16,4 2-7 0,0-1 0 0,3 2 2 16,-1 0-7-16,0 2 1 0,1 0 0 0,2-1-3 15,1 0-4-15,2 1 3 0,2 2 1 0,1-4-5 16,3 0-4-16,-2 1 6 0,2-4-6 0,0 0 0 15,5-1 3-15,3-1 3 0,2-1 1 0,1 2-1 16,4-3-1-16,4-2-5 0,1-3 4 0,2-1 1 16,5-2-1-16,2 4-4 0,2-2 2 0,-3-6 1 15,-3 1 1-15,2-3-6 0,0-2 5 0,-8 3-7 16,6-8 0-16,-6 7 3 0,0-6-10 0,-5-2-3 16,2 0-2-16,2-4-12 0,-7 1-6 0,0 1 4 15,-4-3 4-15,-1 2-2 0,-1-2-11 0,-5 0-6 16,0 0 2-16,0 0 4 0,-4 0-4 0,-1 4 9 15,-1-2 2-15,-1 3 6 0,0 4 3 0,3 1 4 16,-3-1 3-16,5 5 0 0,-3-1 15 0,5 6-14 16,-6-8 9-16,6 8-9 0,-8-3 4 0,8 3-1 15,-8-2 0-15,8 2-3 0,0 0 4 0,0 0 0 16,-11 1 3-16,11-1-1 0,0 0-1 0,0 0-1 16,0 0 2-16,0 0-3 0,0 0 1 0,0 0 3 15,0 0-1-15,19 13 4 0,-11-13-1 0,5 0 2 16,-2-1 0-16,1 0-4 0,-2-2 5 0,-1 2-1 15,3-2 0-15,-4 3 0 0,-8 0 2 0,14-1-4 16,-7 1-1-16,-7 0 3 0,9-2-6 0,-9 2-1 16,9-1-2-16,-9 1 4 0,0 0 2 0,10 1-2 15,-10-1 9-15,4 7-10 0,-2-2 4 0,0 2 2 16,-2-7 3-16,5 16 1 0,-5-5-1 0,1 1 3 16,-1 4 3-16,-1-1 4 0,-2 2-2 0,1-5 1 15,2 5 0-15,-4-4-6 0,4 3-2 0,-1-5 5 16,0 1 0-16,-1-2-2 0,-2 1 0 0,2 0-6 15,2 1 4-15,0-3 3 0,0-2-2 0,2 2-4 16,1-3 1-16,-3-6 3 0,3 11 1 0,-1-6 1 16,-2-5 4-16,10 3 0 0,-3-3 9 0,5 2-15 15,-1-2 9-15,7-5-1 0,0-2 0 0,-2 0 1 16,4-3-6-16,-3 0-4 0,-1-2 6 0,2 0 0 16,-2-1-2-16,2-5-9 0,-4 2 3 0,-3 1-6 15,0 3 6-15,2-4-3 0,-8 5-1 0,1 0 10 16,-3 0-9-16,3 3-6 0,-3-1 4 0,0 1 3 15,-1 3 1-15,-2 5 3 0,0-11 0 0,0 11-5 16,0 0-2-16,-5-12-4 0,5 12 4 0,-9-1-1 16,9 1-5-16,0 0 5 0,-16 11-6 0,9-4 10 15,0 1-2-15,1 0-2 0,4 1 0 0,-3 4-2 16,4-4 1-16,1 2 1 0,0 5-2 0,3-4 3 16,0 3 2-16,3 1 2 0,1-4 1 0,4 6-3 15,3 2 2-15,-4-3-3 0,1-1 4 0,-1-3-4 16,-1-1 4-16,-1-1-3 0,0 3 2 0,-2-3 0 15,-3-1-3-15,1-2-9 0,1-1-1 0,-4 3-1 16,-2-2 0-16,-4-1-5 0,1-1 0 0,-1 2-5 16,-3 0-4-16,1-5-3 0,-2 2-6 0,2-1 6 15,-1 1 4-15,1-4 10 0,7-1-10 0,-7 3 5 16,7-3 1-16,0 0-5 0,0 0-1 0,0 0 6 16,0 0-3-16,20-32 4 0,-4 19-1 0,1 1 8 15,6-5-3-15,0-2 1 0,1 0 3 0,1 0-1 16,1 2 0-16,0-3 3 0,0 2 2 0,0 0 0 15,-3 3-2-15,-4-3 3 0,-6 5 1 0,1-1 4 16,-1 0 0-16,-3-1 1 0,-2 3 12 0,-3 3 2 16,-3 0 13-16,0 1-8 0,-2 2 3 0,0 6-2 15,-2-11-1-15,2 11 0 0,-11-6-1 0,0 5 1 16,-1 2 1-16,-8 3 12 0,2 3-13 0,-8 3-2 16,3 2 2-16,0 4-5 0,8-4 4 0,-1 1-7 15,4 1 5-15,1 1 0 0,0-1-6 0,4-3-10 16,5 1-18-16,0-2-24 0,2 4-31 0,2-2-31 15,4-2-49-15,6 3-70 0,2-4-76 0,4-3-182 16,2-1-520-16,2-1 230 0</inkml:trace>
  <inkml:trace contextRef="#ctx0" brushRef="#br0" timeOffset="19454.16">14995 4954 95 0,'2'-12'189'0,"-1"7"-4"0,-1 5-4 16,2-12-9-16,-2 12-4 0,2-7-4 0,-2 7-12 16,0 0-12-16,2-8-12 0,-2 8-13 0,0 0-14 15,2-8-10-15,-2 8-13 0,0 0-6 0,0 0 3 16,0 0-4-16,0 0 4 0,5 32 2 0,-7-13 2 16,4 7-5-16,-4 5-5 0,1 2-8 0,-1-3-4 15,-2 4-3-15,4-2-8 0,-3 2-3 0,1-3-3 16,-2 0-3-16,2-2-4 0,1-4-1 0,0 1-2 15,0-7-2-15,1-3-2 0,0-2-8 16,-3-2 3-16,3-2-3 0,0 0 5 0,-1-4-8 0,1-6 9 16,-3 11 12-16,3-11 13 0,-2 8 17 0,2-8 7 15,0 0 12-15,0 7 10 0,0-7-3 0,0 0-11 16,0 0-5-16,0 0-6 0,0 0-23 16,0 0-1-16,0 0-14 0,5-40 0 0,0 29-12 0,1-5-1 15,1 6-13-15,4-7-3 0,2 4 0 0,0 2-5 16,2-1-5-16,-2 1 1 0,3 0 1 0,-1 4 1 15,-3 2 0-15,1 1-3 0,0 4 0 0,1 3-4 16,-1 0 3-16,-1 0 1 0,-3 2-3 16,2 2 2-16,-1 0 3 0,-4 3-5 0,-1-2 2 15,1 1-3-15,-4 1 0 0,-2-10-2 0,-1 20 6 16,-3-12 0-16,-2 4 2 0,-7-5 4 0,-1 3 1 0,-11 3-2 16,4-1 1-16,-1-5 0 0,-5 2-9 0,-1-1-9 15,0-3-18-15,1 1-8 0,7-4-11 0,-2 0-18 16,4-2-15-16,4 1-16 0,2-1-21 15,0-1-46-15,3-2-51 0,2-1-40 0,7 4-188 16,0 0-487-16,-7-12 216 0</inkml:trace>
  <inkml:trace contextRef="#ctx0" brushRef="#br0" timeOffset="19670.5">15310 5202 3 0,'4'-5'278'0,"-2"0"-8"0,-2 5-17 15,8-9-8-15,-8 9-22 0,4-3-23 0,-4 3-19 0,0 0-23 16,6-5-15-16,-6 5-14 0,0 0-15 0,0 0-6 16,1 17-9-16,-2-7-11 0,-2 6-6 0,0-1-7 15,0 3-5-15,-3 0-10 0,3 2-16 16,-1 0-28-16,3-2-11 0,0 0-31 0,-1 1-22 16,1-2-35-16,0 1-44 0,0-7-44 0,1 3-49 15,-4-2-142-15,6-1-392 0,-4-1 174 0</inkml:trace>
  <inkml:trace contextRef="#ctx0" brushRef="#br0" timeOffset="20738.29">15652 5178 37 0,'0'0'256'0,"-10"-8"-2"0,10 8-16 0,-13-2-10 15,13 2-6-15,-16 0-16 0,5 4-9 0,-5 3-19 16,-3 0-11-16,5 2-12 0,-6 1-13 0,2 8-12 16,-2 0-12-16,7-3-12 0,1 0-6 0,0 1-3 15,4-1-17-15,-1 1-8 0,4 0-6 0,2-4-6 16,1-1-5-16,2 1-7 0,0-2-5 0,4 0 2 16,0 1-6-16,1-4-3 0,5 0 0 0,0-1-1 15,1-2-5-15,1-3-7 0,2 1-1 0,0-4-1 16,1 2-2-16,-2-2-4 0,-1-3-2 0,2-2 10 15,-4 3-10-15,3-8-1 0,-4 3 3 0,0 0-7 16,-3-2-2-16,0-2 8 0,0 0 3 0,2-3-10 16,-5 6-3-16,1-2-5 0,0-1 4 0,0 0 0 15,-1 3-2-15,0-2-1 0,-1 3 5 0,0 2 1 16,-1 1 4-16,-1 6-9 0,0-9-2 0,0 9-1 16,3-7-5-16,-3 7 2 0,0 0 2 0,0 0 7 15,0 0 2-15,0 0 3 0,-6 25 0 0,3-13-2 16,-1 3-1-16,2 0 5 0,-2 1-4 0,3-4 3 15,-1 0-5-15,1 3 5 0,1-3-2 0,0-1 0 16,1 0-3-16,1-4 5 0,1 2-2 0,0-2 6 16,0-1 5-16,2-1 5 0,2-1 1 0,1-1 2 15,4-1-2-15,1-2-2 0,2-1-1 0,4-2-4 16,-4-2 7-16,3-1-7 0,-3-1-3 0,2-2-4 16,-2-2 2-16,1 1-11 0,-2-5-5 0,1-1-5 15,-5 1 2-15,4-7-8 0,-5 5-1 0,-2-1-9 16,-2 0 6-16,0 1-2 0,-1 1 6 0,-3 0 0 15,0 5 5-15,0-2-3 0,-1 4 5 0,-1-1 2 16,0 3 2-16,1 7 2 0,0-11-7 0,0 11 3 16,-5-4 0-16,5 4-4 0,0 0 4 0,0 0-1 15,-19 14 1-15,12-6 1 0,0 3 0 0,3 1-3 16,0 0 7-16,0 5-3 0,0 2 1 0,4-2 1 16,3 1-6-16,1 1 3 0,0-1 4 0,3 1-2 15,1 6 2-15,1-7-3 0,0 0 2 0,2-2 1 16,-3 2-2-16,0-4 6 0,3-1-5 0,-2 0 3 15,-3-3-10-15,0-1-6 0,-1-1-16 0,-2-2-5 16,0 1-6-16,-3-7 0 0,-1 10 5 0,1-10-2 16,-8 9-3-16,3-6 10 0,-3 1-3 0,2-2-4 15,6-2-1-15,-17 3 9 0,11-3 3 0,6 0-5 16,0 0 1-16,-13-7-4 0,13 7-3 0,-6-6 1 16,6 6-2-16,2-12 1 0,5 2 1 0,0 2-4 15,4-4-1-15,4-1 5 0,5-3 2 0,1 0 2 16,0-2-1-16,1 2 4 0,4 2 0 0,-4-5 6 15,0 4 3-15,-1-2 0 0,-6 5 2 0,-1 0 5 16,0-1 2-16,-1-1 9 0,-4 3 12 0,0 3 9 16,-4-3 8-16,2 2-1 0,-3 1-1 0,-3 1 4 15,1-1 4-15,1 3 8 0,-3 5 6 0,1-12 4 16,-1 12-3-16,-6-7-5 0,6 7-5 0,-9-4 4 16,9 4 2-16,-16 4-5 0,4 3-1 0,-4 3 0 15,-2 0 5-15,4 1-1 0,0 1-6 0,1 2-2 16,2-1 0-16,1 3-3 0,1 0-5 0,0-2-3 15,5 0-10-15,3-2-22 0,0-1-19 0,-1 0-18 16,5 0-12-16,2 1-16 0,4-2-18 0,1-3-33 16,8 2-30-16,2-2-35 0,7-1-25 0,3-2-15 15,0-2-164-15,1 1-427 0,0-3 190 0</inkml:trace>
  <inkml:trace contextRef="#ctx0" brushRef="#br0" timeOffset="21154.4">16455 5364 30 0,'18'-13'63'15,"-4"2"24"-15,1-2-5 0,-5-2 3 0,2 2 10 16,-6 2 19-16,-1 0 23 0,0 2 7 0,-2-2 4 15,-2 1 4-15,1 3 0 0,-2 7-5 0,-2-11-1 16,2 11 1-16,-6-9-16 0,2 5-9 0,4 4-6 16,-18 0-11-16,7 2-2 0,-7 3-9 0,1 3 0 15,-1-1-12-15,2 5-4 0,-1-1-3 0,2 3-3 16,1 0-7-16,2-1-7 0,1-1-7 0,3 2-9 16,2 1 5-16,2-5-10 0,1 2-3 0,3-1-6 15,1-1-4-15,3-3 1 0,0-1-4 0,5 1 3 16,2-3-7-16,2-1-3 0,5 1-5 0,0-4 1 15,1-2-3-15,0-2 4 0,1 1-5 0,-1-4 1 16,-4 1-3-16,0-3-3 0,-2-1 3 0,-3 0-1 16,1-3-1-16,-4-4 8 0,0 0-11 0,-1 0 2 15,-2 0-2-15,-2-9 1 0,0 1-3 0,-1-1-2 16,-1 1 3-16,-1-2 6 0,-1 2 8 0,0-3 5 16,2 2 10-16,-3 2 25 0,3 5 1 0,-3 2 3 15,0 2 15-15,3 5 14 0,0 0 2 0,0 3-3 16,0 7-13-16,-1-9-12 0,1 9-12 0,0 0-5 15,0 0-13-15,0 0 2 0,0 0-3 0,-7 23 2 16,5-3-10-16,-1 5 5 0,-2 1-2 0,1 3 3 16,0 1-18-16,-2-2-17 0,4 0-22 0,-1-1-26 15,0 0-34-15,2 1-25 0,-1 0-29 0,0-2-30 16,0-1-48-16,2-6-53 0,-3 5-261 0,1-7-580 16,-1 0 258-16</inkml:trace>
  <inkml:trace contextRef="#ctx0" brushRef="#br0" timeOffset="21478.26">15154 4937 2762 0,'2'-10'-1'0,"1"1"33"0,-3 2-12 15,0 7-11-15,5-10-8 0,-5 10-14 0,0-9-20 16,0 9-22-16,0 0-15 0,0 0-30 0,0 0-48 16,0 0-66-16,0 0-151 0,0 0-396 0,0 0 175 15</inkml:trace>
  <inkml:trace contextRef="#ctx0" brushRef="#br0" timeOffset="25636.97">6152 6124 59 0,'1'-13'246'0,"0"-3"-13"15,1 6-6-15,-1-1 6 0,0 1-1 0,0 3-7 16,-1 7-11-16,3-11-17 0,-3 11-16 0,0-9-18 16,0 9-18-16,0 0-21 0,1-8-15 0,-1 8-5 15,0 0-12-15,0 0-7 0,0 0-7 0,8 28 2 16,-7-3 3-16,3-5-5 0,-3 6-6 0,3 2 0 16,-3 1-5-16,2-1-2 0,-3 1-1 0,3-2-5 15,-2 0-2-15,0-9-3 0,-1 3 5 0,1-2-13 16,1-3 5-16,-2 1-2 0,4-2-8 0,-3 1-5 15,1-3 2-15,1-4 9 0,-2 1-16 0,4-3-10 16,-2 2 12-16,1-4-10 0,1 2-7 0,0-4-13 16,0 2-7-16,3-4-14 0,-1 1-18 0,1-2-26 15,2-1-29-15,2-1-26 0,-1-3-36 0,-2 0-42 16,3-3-47-16,-2-1-44 0,0-4-212 0,-4 2-540 16,1-3 239-16</inkml:trace>
  <inkml:trace contextRef="#ctx0" brushRef="#br0" timeOffset="25970.76">6089 6229 61 0,'-20'2'210'15,"1"-2"-14"-15,8 0-13 0,0 3-9 0,3-3-27 16,3 4-11-16,5-4-5 0,0 0-2 0,0 0-7 16,0 0-3-16,22 3-6 0,-1-2-10 0,14-3-8 15,15-2-11-15,2-1-9 0,-1-1-7 0,-11 0-9 16,0 4-1-16,11-5-7 0,-15 4-5 0,-4-2 1 15,0 0-11-15,-10 3-2 0,0 0-3 0,-3 0 3 16,-1-1 4-16,-5 2-3 0,-3 0-3 0,-2 1 1 16,-8 0-2-16,14-3 8 0,-8 2 9 0,-6 1 5 15,11 0 0-15,-11 0 1 0,0 0-3 0,0 0 3 16,9 4 2-16,-9-4-8 0,1 5 6 0,-1-5-7 16,0 10-1-16,-1 0-4 0,1-10-1 0,-2 17-4 15,0-5-1-15,0-2-7 0,1 1-3 0,0 2 1 16,0-1-5-16,1-2-21 0,0 0-23 0,-2 3-23 15,4-3-19-15,-4 3-29 0,2-1-39 0,0-2-52 16,2 0-53-16,-2 0-230 0,-2-2-505 0,2-8 223 16</inkml:trace>
  <inkml:trace contextRef="#ctx0" brushRef="#br0" timeOffset="26121.46">6460 6083 8 0,'0'0'96'15,"0"0"-33"-15,6-9-45 0,-6 9-50 0,11-1-32 16,-3 0 14-16</inkml:trace>
  <inkml:trace contextRef="#ctx0" brushRef="#br0" timeOffset="26354.7">6765 5991 25 0,'0'0'265'16,"0"0"-15"-16,7-5-20 0,-7 5-16 0,0 0-22 15,0 0-19-15,0 0-6 0,0 0-8 0,0 0-13 16,-3 22-11-16,0-5-5 0,0 14-9 0,-1-5-13 16,1 1-2-16,2-1-10 0,1 0-8 0,0 2-9 15,1-2-6-15,1 1-4 0,-1-8-9 0,3 2-6 16,-2-1-1-16,-1-2-10 0,2 0-2 0,1-2-5 15,-3 0-7-15,3-1-23 0,-1-4-26 0,-1 2-21 16,1-3-35-16,-1 2-44 0,2-5-54 0,0-1-46 16,-3 0-197-16,-1-6-450 0,4 4 199 0</inkml:trace>
  <inkml:trace contextRef="#ctx0" brushRef="#br0" timeOffset="26538.89">6907 6070 289 0,'0'-10'282'0,"0"4"-10"0,0 6-21 16,0-10-13-16,0 10-16 0,0 0-28 0,1-10-21 16,-1 10-18-16,0 0-10 0,0 0-1 0,0 0-8 15,2 29-8-15,-4-10-5 0,2 1-12 0,2 3-18 16,0 4-7-16,-2-2-11 0,0 0-25 0,-1 2-35 16,1 1-27-16,4-2-30 0,-3 2-45 0,0-1-68 0,2-2-77 15,-4 1-211-15,2-7-479 0,1-3 212 16</inkml:trace>
  <inkml:trace contextRef="#ctx0" brushRef="#br0" timeOffset="26870.04">7583 6073 89 0,'-1'-16'376'0,"0"4"-18"16,2 1-27-16,-2 2-17 0,-1 4-23 0,2 5-23 0,0-12-27 16,0 12-20-16,-1-7-30 0,1 7-21 15,0 0-28-15,0 0-9 0,0 0-5 0,0 0 9 16,8 28-33-16,-8-1 5 0,0 4-1 0,1 1-11 0,3 15-8 16,-4-12-5-16,0-2-16 0,5 3-1 15,-4-3 1-15,0 2-6 0,1-1-10 0,-2-1 0 16,0-3-6-16,1-1-2 0,2-1-14 0,-3-9-18 15,0 1-20-15,0-1-24 0,0-4-15 0,1 1-18 0,-1-5-31 16,1 2-24-16,-1-3-25 0,0-1-36 0,-1-1-52 16,1-8-39-16,0 11-55 0,0-11-166 15,-4 7-534-15,4-7 237 0</inkml:trace>
  <inkml:trace contextRef="#ctx0" brushRef="#br0" timeOffset="27104">7570 6245 101 0,'11'-14'223'0,"-2"5"-7"16,5-2-8-16,1 2-10 0,-2 3-13 0,2 1-13 15,-2 1-19-15,-2 3-13 0,0 1-15 0,1 1-13 16,-4 0-14-16,-1 2-7 0,0-1-5 0,1 7 5 16,-4-4-3-16,1 3-2 0,-3 2 0 0,-3-1-2 15,-3 3-4-15,-1 3-6 0,-3-2-4 0,-3 2-7 16,-3-1-7-16,-1 1-6 0,0-4-17 0,-1 1-18 15,2-2-20-15,-2 2-29 0,2-2-32 0,0-1-54 16,3-4-49-16,-1 1-47 0,1 0-180 0,2-3-429 16,0 1 190-16</inkml:trace>
  <inkml:trace contextRef="#ctx0" brushRef="#br0" timeOffset="27387.71">7731 6345 121 0,'7'2'222'15,"-7"-2"-18"-15,5 4-8 0,0 1-8 0,-5-5-12 16,4 8-9-16,-2-2-13 0,-2-6-14 0,7 12-13 16,-3-8-15-16,1 2-5 0,2 1-14 0,1 0 6 15,1-3 6-15,3 1 1 0,2-2-2 0,0-2-6 16,4 1-5-16,-4-4-9 0,4 1-4 0,-1-1-10 16,0-1 3-16,-4-1 1 0,-3 0-5 0,-1-2 3 15,1 0-2-15,-5 0-4 0,-2-1-10 0,-1 0-2 16,0-3-11-16,-5 0-4 0,-2-2-5 0,-3-2-7 15,-2 0 5-15,0 2-17 0,-4 2 10 0,1-2-13 16,-2 2-10-16,3 4-9 0,1 0-11 0,-2 0-14 16,1 5-20-16,-2-1-22 0,3 2-26 0,-2 3-28 15,0 3-30-15,3 0-57 0,2 1-46 0,-2 2-167 16,4-2-462-16,2-1 204 0</inkml:trace>
  <inkml:trace contextRef="#ctx0" brushRef="#br0" timeOffset="27636.98">8126 6168 216 0,'2'-11'284'0,"0"1"4"16,-1 0 1-16,-1 2-2 0,0 8-8 0,0-11-16 16,0 11-24-16,2-9-28 0,-2 9-25 0,0 0-25 15,0 0-18-15,0 0-8 0,0 0-4 0,0 0-6 16,1 38-7-16,-1-12-8 0,-3-7-8 0,3 6-13 15,-1 0 2-15,0 2-27 0,-2-3 10 0,2 1-9 16,0-5-6-16,-1-1-3 0,2-1-10 0,-1 2-20 16,1-2-26-16,0 0-20 0,-1-2-35 0,0 1-32 15,-1-7-28-15,1 2-30 0,1-1-45 0,0 0-57 16,0-4-50-16,-4 2-201 0,2-2-538 0,2-7 239 16</inkml:trace>
  <inkml:trace contextRef="#ctx0" brushRef="#br0" timeOffset="27803.42">7982 6261 128 0,'0'0'192'0,"4"-4"-17"0,-4 4-19 0,12-3-14 16,-5 2-20-16,3-2-7 0,3 4-10 0,4 2-19 15,2 2-26-15,-3 0-41 0,11 3-49 0,-8-1-62 16,-2 3-105-16,-2 0-212 0,-2-3 94 0</inkml:trace>
  <inkml:trace contextRef="#ctx0" brushRef="#br0" timeOffset="28086.3">8216 6545 171 0,'2'5'200'16,"-2"-5"-3"-16,0 0 3 0,8 1-9 0,-8-1-9 15,0 0-3-15,18-8-13 0,-8 3-7 0,0-2-9 16,6-3-14-16,-3 0-6 0,3-1-3 0,-2-2-6 15,-2 1-14-15,2 1-7 0,1-4-11 0,-2 0-3 16,-3-1 2-16,1 3-8 0,-3-1-8 0,-1-3-4 16,-5 6-7-16,1-1 7 0,-3 3 2 0,1-2-2 15,-2 4-3-15,1 7 2 0,-5-13 9 0,-1 8-14 16,-1 1-11-16,-2 3-1 0,9 1 1 0,-21 7-8 16,6 3-1-16,-3 7-2 0,3-3 1 0,2 0-9 15,-5 7-7-15,8-5-8 0,3 2-20 0,0-1-21 16,2 2-30-16,5-3-25 0,-1 2-35 0,2-2-32 15,4 1-42-15,4-3-58 0,0-1-57 0,-1-4-160 16,2-1-499-16,5 0 221 0</inkml:trace>
  <inkml:trace contextRef="#ctx0" brushRef="#br0" timeOffset="28438.65">8526 6449 54 0,'3'-5'306'0,"1"-1"-7"16,-4 6-18-16,4-6-25 0,-4 6-25 0,0 0-30 15,6-4-20-15,-6 4-13 0,0 0 0 16,6 14-10-16,-4-4-10 0,-2-1-15 0,1 3-6 16,-1-3-14-16,-1 2-8 0,2 1-8 0,-1-2-15 15,0 0-6-15,0 0 2 0,-1-3-9 0,1-7-4 0,-2 13 3 16,2-13 5-16,-1 10 6 0,1-10 5 16,-1 5 12-16,1-5-8 0,0 0-10 0,0 0-6 15,0 0 2-15,0 0-16 0,0 0-3 0,0 0-6 16,-14-15-4-16,11 8-12 0,3-3 6 0,-1 1-11 15,3-2-8-15,2-5 3 0,1-3-14 0,4-5-14 0,2 2-3 16,0 4 2-16,3-4 1 0,-2 7-3 0,0 0 2 16,0 3-3-16,-2 3-13 0,0 1 8 15,-1 2 2-15,-2 2-5 0,0 1 5 0,-7 3 0 16,16 3 3-16,-7 3-2 0,-2 1-1 0,1-1 4 0,-2 4 17 16,1 1-17-16,-2 1-1 0,-1 4 3 15,-2 0 1-15,5 0-5 0,-5 0-22 0,-1 4-32 16,2-9-37-16,-4 4-32 0,1 3-67 0,0-8-84 0,-2 3-291 15,0-6-623-15,1 1 276 0</inkml:trace>
  <inkml:trace contextRef="#ctx0" brushRef="#br0" timeOffset="28723.76">8942 6178 2709 0,'4'-29'22'0,"-4"3"71"0,0 7 20 0,0 6 16 15,2 1 3-15,-4 1 9 0,2 4-8 0,2 0-12 16,-2 7-26-16,1-10-5 0,-1 10-17 0,0 0-4 16,0 0 5-16,0 0 3 0,0 0 7 15,4 31 5-15,-3-4 6 0,1 3-5 0,-4 1-6 0,4 1 2 16,-2 1-1-16,0-1-3 0,0 0-11 0,1-3-2 16,-1 0-6-16,-3 0-6 0,3-2-2 15,0-8-8-15,0 6-6 0,2-8-1 0,-2-1-2 0,0 1-2 16,0-2-6-16,1-3-6 0,2-1-20 0,-3-2-23 15,1-2-41-15,-1-7-36 0,0 11-43 0,0-11-29 16,0 9-24-16,0-9-23 0,0 0-56 0,0 0-68 16,0 0-302-16,0 0-693 0,0 0 306 0</inkml:trace>
  <inkml:trace contextRef="#ctx0" brushRef="#br0" timeOffset="29008.01">8824 6346 72 0,'-7'-2'256'0,"7"2"-27"0,0 0-25 16,0 0-22-16,0 0-15 0,0 0-15 0,0 0-6 16,0 0-8-16,29 3-9 0,-10-4-8 0,9 2-12 15,-7-2-11-15,9-2-9 0,6 1-9 0,-7-2-7 16,0 2-9-16,-3-1-5 0,-6 2-6 16,-1-1-4-16,-3 0-5 0,-3 0-5 0,-3 2-6 0,-2 0-1 15,-8 0-4-15,15 2 0 0,-10-2 2 0,-5 0 16 16,9 4 17-16,-9-4 7 0,4 9-2 0,-1-5-4 15,-1 2-2-15,-2-6 6 0,0 17 0 0,2-7-1 16,-2-1-6-16,1 4-1 0,-1-3-9 0,0 6-3 16,-1-1-3-16,1-4-3 0,-2-1-18 0,1 2-17 15,2-2-38-15,-2 0-34 0,1 1-41 0,-1-1-64 16,1-3-76-16,-1 1-254 0,1-8-542 0,0 0 239 16</inkml:trace>
  <inkml:trace contextRef="#ctx0" brushRef="#br0" timeOffset="29173.62">9136 6234 2902 0,'-6'-16'3'0,"4"3"-3"16,0 3 3-16,-1 2-11 0,1 0-9 0,2 8-23 16,-3-10-10-16,3 10-13 0,0 0-24 0,0 0-31 15,0 0-48-15,0 0-56 0,20 10-135 0,-12-1-385 16,2-1 170-16</inkml:trace>
  <inkml:trace contextRef="#ctx0" brushRef="#br0" timeOffset="29541">9536 6286 44 0,'0'0'291'0,"2"-4"-9"16,-2 4-10-16,0 0-9 0,0 0-5 0,0 0-12 15,0 0-9-15,-25 4-8 0,15 2 9 0,-2 3-27 16,-2 1-1-16,0 4-12 0,0 2-18 0,0-2-14 15,2 3-26-15,0-2-32 0,-1 0 8 0,7 1-3 16,-1 1-13-16,3-2-11 0,2-4 2 0,-1 1-38 16,6-3 7-16,-2 1-9 0,3-2-6 0,2 1-5 15,-2-4-7-15,5 0-13 0,1-1-3 0,0-2-1 16,2-2-15-16,1 0 8 0,-3-1-5 0,3-2 0 16,-3 0-3-16,-4-1 0 0,5-1 5 0,-3-2 0 15,-1 0 1-15,-1-2-2 0,0-1-1 0,-3 0 13 16,0 0-17-16,1 0 3 0,-3 2 5 0,0 1 0 15,0 0 3-15,-1 7 10 0,0-11-1 0,0 11 5 16,0-7-35-16,0 7 20 0,0 0-6 0,0 0 0 16,0 0 5-16,0 0 4 0,0 0-4 0,0 0 3 15,-3 26-7-15,1-17-2 0,0 2 0 0,2 1 0 16,2-2-15-16,1 2-10 0,-1-3-34 0,4 2-31 0,-1 0-29 16,1 0-35-16,3-1-35 0,-3-2-52 0,5-1-66 15,-2 0-275-15,1-2-626 0,-2-3 276 16</inkml:trace>
  <inkml:trace contextRef="#ctx0" brushRef="#br0" timeOffset="29770.82">9816 6082 246 0,'1'-16'343'0,"-2"0"2"15,2 7-7-15,0-1-2 0,1 4-27 0,-2 6-30 0,0-11-26 16,0 11-33-16,0 0-28 0,0 0-4 0,0 0-5 15,4 25-3-15,-3 0-27 0,-1 4-15 16,1 2-4-16,-1 4-7 0,1-3-11 0,-1-1-14 16,2 1-6-16,-2 2-11 0,0-2-22 0,0 2-20 0,-2-3-58 15,2-1-40-15,0-1-49 0,-2 0-44 0,1-3-72 16,-2-6-97-16,-1-1-285 0,-5 2-652 16,4-4 288-16</inkml:trace>
  <inkml:trace contextRef="#ctx0" brushRef="#br0" timeOffset="30428.73">10317 6396 170 0,'0'0'387'0,"-3"-7"-27"16,3 7-52-16,0 0-34 0,0 0-31 0,0 0-12 15,0 0 0-15,0 0-21 0,-11 17-16 0,3-5-18 16,4-1-16-16,0 1-10 0,1 4-12 0,-1 0-20 16,1-1-9-16,2-3-10 0,1-1-11 0,1 1-7 15,3-1-9-15,-1-2-4 0,2 1-6 0,1-2-8 16,2 1-3-16,1-5-3 0,1 2 13 0,1-3-20 16,1 0-10-16,1-2-1 0,1 1-6 0,2-5 0 15,-2 0-4-15,-2 0 0 0,2-3-5 0,-4 2-2 16,-1-3 0-16,3-3-28 0,-6 0 12 0,0-5-5 15,-2-1-13-15,-1-1-8 0,-3 0 2 0,-3-4 0 16,1 2-8-16,-5 0 6 0,0-5-4 0,-2 6 5 16,-1 1 8-16,-1 0 4 0,1 8 6 0,2-3 7 15,1 3 0-15,-1 2 1 0,2 3-3 0,-1 1-1 16,1 0 1-16,6 3 0 0,-12 1-3 0,12-1 0 16,-12 8 4-16,8-5 3 0,1 3-2 0,3-6-11 15,-1 10-1-15,1-10-4 0,4 11 0 0,6-5 3 16,0-3-2-16,8 0 2 0,4-3-7 0,9-1-3 15,-1-4-2-15,2-4 6 0,-4 2 3 0,0-3-3 16,-2 0 2-16,-3-3 5 0,-5 3 0 0,-4-3 8 16,-1-2-2-16,-4 3 6 0,-2-3 5 0,1-1 1 15,-3 0 3-15,0-1 4 0,-1 2 1 0,-1-2 9 16,-1 2 7-16,1 2 1 0,-3 0 2 0,2 3 13 16,-3-2 6-16,1 6 14 0,0 6-3 0,-1-11-4 15,1 11 1-15,0 0 0 0,-2-9-21 0,2 9-9 0,0 0 0 16,0 0 6-16,-7 25-8 0,0-5 9 15,1 7-3-15,-2 3-6 0,2 4 7 0,-3 15 3 16,1-2 2-16,-3 4-3 0,3-4 8 0,0 0-15 16,5-13 12-16,-4 0-1 0,2 2 1 0,3-4-9 15,-1 3 0-15,2-4-13 0,1-2 7 0,-2 2 1 16,4-4-1-16,0 0-3 0,0-4-19 0,0-3-5 16,1-4-25-16,-1-1-35 0,2 1-22 0,0-6-46 0,-3 1-32 15,0-4-26-15,1 3-41 0,-1-2-50 0,-1-8-53 16,3 3-242-16,-3-3-622 0,0 0 276 15</inkml:trace>
  <inkml:trace contextRef="#ctx0" brushRef="#br0" timeOffset="30588.44">10590 6599 3087 0,'2'-10'3'0,"0"4"7"0,-1-1-4 0,-1 7-7 15,4-11 4-15,-2 6-3 0,-2 5 6 0,3-6-4 0,-3 6 2 16,9-7 7-16,-1 3-6 0,5 1 5 0,3-1-3 15,2-1-10-15,4 1-19 0,7-4-39 0,1 1-73 16,2-3-101-16,-13 1-215 0,11-1-487 0,-3-2 215 16</inkml:trace>
  <inkml:trace contextRef="#ctx0" brushRef="#br0" timeOffset="31354.12">11556 6350 2283 0,'3'-8'33'0,"0"-5"20"15,-2 4 14-15,-2 0-11 0,1 9-15 0,-6-14-1 0,1 8 19 16,-2 1-5-16,0-2 1 0,-4 4 25 0,1 1 6 15,-1 1 0-15,-3 2-3 0,-6 6 4 0,2 0-4 16,-5 7 1-16,0 3 2 0,0 5-18 0,1 0 3 16,2 1-11-16,3 0-6 0,3 2-8 0,3-3-2 15,3-4-4-15,0 0-6 0,6-2-4 0,-2 0 1 16,4-2-9-16,1-1-3 0,4-1-3 0,0-2-3 16,3-2-4-16,0-2 5 0,2 2-2 0,3-4-8 15,-2-1 1-15,4-2-3 0,1-1 2 0,2-1-6 16,-2-4 15-16,-2 1 3 0,3-2-12 0,-6 1-3 15,0-3-1-15,0-3 2 0,-1 2 3 0,-2-4 3 16,0-1-5-16,-2-1-3 0,1-1 1 0,-2 1 2 16,-3 0-3-16,2 3 2 0,0-4 10 0,-3 3 2 15,2 4 9-15,-2 2 7 0,3 0-4 0,-4 7 11 16,0-10-16-16,0 10 9 0,4-8-30 0,-4 8 4 16,0 0-3-16,0 0 6 0,0 0-4 0,0 0 7 15,6 24-4-15,-6-13-1 0,0 5 2 0,2 1-1 16,-1 1-14-16,0 0-2 0,2 0-28 0,-3 0-34 15,1-1-30-15,0-1-13 0,0 1-31 0,2-2-39 16,-3-1-62-16,3-4-49 0,-2 0-220 0,1-1-558 16,0-3 246-16</inkml:trace>
  <inkml:trace contextRef="#ctx0" brushRef="#br0" timeOffset="31720.51">11693 6471 2038 0,'7'-12'152'15,"-2"3"-34"-15,1 0-36 0,-3 3-32 0,-1-1-16 16,3 2-6-16,-5 5-8 0,5-5 2 0,-5 5 16 16,0 0 13-16,0 0 7 0,12 16-1 0,-12-8-1 15,3 4 0-15,-1-2-3 0,2 2-1 0,-4 5-3 16,5-5-3-16,-4 0-4 0,2-1 4 0,-3-1-8 16,2-1-3-16,1-2 1 0,-3-1-7 0,2 1 7 15,-2-7 19-15,2 7 9 0,-2-7 23 0,1 7 8 16,-1-7 18-16,0 0 14 0,0 0-5 0,0 0-8 15,0 0-10-15,0 0-6 0,0 0-13 0,0 0-20 16,0-24-1-16,1 14-10 0,1-2-7 0,3-4-6 0,-3-1-13 16,7 1-3-16,-2-3 0 0,0 2-8 15,0 2 4-15,4-2-11 0,-7 1-2 0,3 7-5 16,-1 0 2-16,1 2 9 0,-3 0-19 0,1 1-3 16,1 5 2-16,-6 1-4 0,0 0 11 0,20 7-5 0,-11 0 7 15,1 5-2-15,0 1-7 0,-3 3 10 16,1 0-4-16,-1 0 3 0,2 1-7 0,0-1-23 0,-4 1-29 15,3-3-37-15,-4-1-32 0,2-2-25 16,-4 2-40-16,2-4-54 0,3 1-58 0,-3-3-298 0,-2-1-649 16,3-2 288-16</inkml:trace>
  <inkml:trace contextRef="#ctx0" brushRef="#br0" timeOffset="32004.84">12161 6466 92 0,'0'0'263'0,"4"-6"-19"15,-4 6-10-15,0 0-14 0,0 0-11 0,0 0-18 16,0 0-12-16,2 21-10 0,-2-13-13 0,0-1-17 16,2 2-11-16,0 0-13 0,3 0-8 15,0-1-8-15,2 3-15 0,-1-3-6 0,3-4-6 0,5 1 1 16,-5-1 3-16,4-2 0 0,1 0 7 0,-1-4-15 16,-2 0-5-16,1-1 2 0,-2 0 9 0,0-2 5 15,-1-1 0-15,-1 0 8 0,-3 0-12 16,0-4-3-16,-2 0-3 0,-1 1-2 0,0-3-19 0,-5 1 0 15,-1-3-2-15,-5-2-5 0,2 2-15 0,-4 0-11 16,0 3-8-16,-2-2-11 0,-2 4-17 0,0-2-22 16,-1 5-27-16,-1 2-26 0,5 1-25 0,-3 2-48 15,4 2-71-15,-2 2-49 0,3 1-222 0,3 1-553 16,3 0 245-16</inkml:trace>
  <inkml:trace contextRef="#ctx0" brushRef="#br0" timeOffset="32620.82">12678 6406 290 0,'0'0'292'0,"0"0"-10"15,-15-6-8-15,7 5-14 0,8 1-2 0,-21 1-18 16,4 1-15-16,-1 4-1 0,3 0-13 0,-2 1-8 16,2 6-23-16,1-2-9 0,1 1-15 0,-1 1-18 15,5 3-12-15,0-3-13 0,-2 2-14 0,4 2-6 16,2-2-12-16,1-2-5 0,4-2-9 0,0 1-10 15,0-2-2-15,0 0-5 0,4-1-8 0,-1-2-2 16,3 0-3-16,1 0-4 0,3-2 0 0,3-4-2 16,-1-1 7-16,7-2-15 0,-1-2 15 0,0-3-23 15,0 1 3-15,-2-3-2 0,-1 1-21 0,-1-7 22 16,2 4 0-16,-5-5 3 0,-1-2-6 0,-2 0-8 16,-1-7 2-16,-3-1 1 0,3 0 0 0,0-2-3 15,-3 2 7-15,-1-4 8 0,-1 3-3 0,2-3 5 0,-4 2 2 16,0 3 1-16,4 1-9 0,-4-1 21 15,0 8 5-15,-2 0 5 0,4 6 3 0,-2 3 12 16,0 1-8-16,0 7 1 0,-2-13-6 0,2 13-12 16,0-10-9-16,0 10-7 0,0 0 0 0,0 0-3 15,0 0 1-15,0 33-3 0,0-5 0 0,0 1 8 16,-2-2-5-16,2 5-3 0,-2-1 3 0,0-1-3 16,2-2-4-16,2-1-2 0,0-1 1 0,2-3-1 15,-3-4 1-15,1-2-1 0,5-1 0 0,-1-1-4 0,5-2 2 16,-2-3 4-16,7 1-5 0,-2-4 1 0,6 0 2 15,-1-4 0-15,2-3 0 0,6 0-4 16,0-2 0-16,2-1-1 0,-3-3 2 0,1-4-2 16,-1-1-1-16,-10 2-2 0,4-1-5 0,2-5 3 0,-10 1 1 15,-1-2-3-15,-3-1 0 0,2 1-4 16,-3-2 0-16,-3 3 3 0,-2-3-2 0,0 1 2 16,-2 5-5-16,-2-1 5 0,-2 3-2 0,0 0-5 15,-1 2 5-15,-3 2-4 0,0 5-1 0,-5 2 1 0,-6 4-3 16,-8 7 5-16,3 2-2 0,0 3 2 0,1 1-8 15,4 3 9-15,6-6-1 0,3 1-23 0,0 6-36 16,3-5-46-16,5 2-42 0,2-2-31 0,4-1-32 16,6-1-37-16,3-2-68 0,10 0-68 0,-5-3-257 15,11-3-698-15,-2-1 309 0</inkml:trace>
  <inkml:trace contextRef="#ctx0" brushRef="#br0" timeOffset="33120.74">13477 6563 5 0,'7'-4'353'0,"-1"2"0"0,1-3 6 16,4 0 0-16,-4-1-9 0,0 1-12 0,1-3-6 16,0 1-13-16,0 1-24 0,-3-1-23 0,4-4-21 15,0 2-22-15,2-3-16 0,0 0-17 0,-1-1-11 16,0-3-23-16,1 2-6 0,-3 1-11 0,-1-4-11 16,-1 1-16-16,1 0-8 0,-1-1-15 0,-1 2-5 15,0 6-10-15,-1-4-5 0,-6 4 1 0,4 1-2 16,0 1-9-16,-2 7-6 0,2-12-7 0,0 7-6 15,-2 5-12-15,0 0-6 0,3-7-5 0,-3 7-7 16,0 0 2-16,0 0 3 0,-11 21-4 0,7-10 1 16,1 0-7-16,-2 2 3 0,3-1-5 0,-2 0-1 15,4 1-2-15,0 0 2 0,2-2-2 0,0 0 2 16,5 0 1-16,0-1 0 0,1-2 1 0,1-3 1 16,3 0-2-16,-1 0 2 0,8-2-4 0,-2-3 0 15,1-1-3-15,0-1 4 0,-4 0-2 0,-1-2 2 16,1-1-5-16,-4 1 5 0,-1-4-1 0,1 1-2 0,-2-1 0 15,-3-1-3-15,1-1-3 0,-3-1-3 16,0 0-4-16,-1-1-1 0,-2 2-2 0,0 1 3 16,2 1-1-16,-2 8 1 0,0-14 1 0,0 14 2 15,-2-9 0-15,2 9-9 0,0 0 5 0,0-10-5 0,0 10-5 16,0 0 2-16,0 0 5 0,0 0 4 0,0 0 3 16,-6 22 2-16,2-11 0 0,2 3 3 15,-4 4 1-15,1-1 0 0,1 1-1 0,0 0 1 16,3-1 0-16,0 2 3 0,-3 0-5 0,4 0 4 0,-2-2-4 15,2 0-17-15,-2-2-18 0,0-3-40 16,0 0-36-16,1-1-38 0,-3-1-46 0,4 0-45 16,-6-1-43-16,1 0-60 0,-4-2-77 0,0-1-291 15,-2-2-772-15,-3 0 342 0</inkml:trace>
  <inkml:trace contextRef="#ctx0" brushRef="#br0" timeOffset="33310.11">13532 5996 4091 0,'-8'-8'21'0,"-1"1"-27"0,2-2-18 16,-2 6 3-16,5-1-1 0,4 4-4 0,-9-8-8 16,9 8-20-16,-5-4-17 0,5 4-22 0,0 0-8 15,-9 0-17-15,9 0-24 0,0 0-47 0,0 0-52 16,0 0-254-16,0 0-537 0,16 19 237 0</inkml:trace>
  <inkml:trace contextRef="#ctx0" brushRef="#br0" timeOffset="39160.25">14496 6080 90 0,'-3'-10'247'0,"2"3"-10"0,1 7-9 16,-5-12-11-16,3 6-8 0,2 6-12 0,-2-8-12 16,2 8-5-16,-3-9-16 0,3 9-18 0,0 0-17 15,-1-7-16-15,1 7-12 0,0 0-17 0,0 0-10 16,0 0-7-16,0 0-4 0,0 0-8 0,4 24-8 15,-4-6-1-15,2 1-4 0,-2 4-3 0,2 4-6 16,-4 0-3-16,4-3-1 0,-2 2-7 16,0-7 23-16,0 6-4 0,0-6-3 0,6 6 0 0,-6-4-8 15,1 2-5-15,-1-5-12 0,0 0-20 0,2 0-19 0,-2-1-19 16,-2 0-23-16,4 0-32 0,-2-2-31 16,1 2-31-16,-1-6-42 0,0 2-35 0,-1-3-148 15,-2-1-420-15,-1 1 186 0</inkml:trace>
  <inkml:trace contextRef="#ctx0" brushRef="#br0" timeOffset="39870.75">14510 6514 163 0,'0'0'222'16,"2"-6"-16"-16,0 0-10 0,3 0-9 0,0 2-15 0,1-2-6 15,1-2-12-15,2 0-10 0,1-2-13 16,4 1-10-16,-3-2-9 0,5 0-5 0,-4 0-6 15,2 1-7-15,1-2 0 0,-2 2-9 0,0-1-4 16,-1 3-4-16,-5-2-7 0,0 0-4 0,1 1-7 16,-3-2-8-16,0 2-4 0,-1-3 0 0,-2 2-1 15,-1 0-3-15,1 5-1 0,-2-6 0 0,0 11 2 16,-2-13-3-16,2 13 2 0,-1-10-4 0,1 10 1 16,-1-7-10-16,1 7-4 0,0 0-6 0,0 0-4 15,0 0-1-15,0 0-2 0,-21 14-3 0,15-4-1 16,-1 0 1-16,0 2-1 0,2-1 2 0,2 3-4 0,2-1-2 15,1-1-5-15,0-2 1 0,4 4-9 16,0-4-3-16,3 2-1 0,1-3-6 0,4-1 1 16,-2-1-9-16,8 1 1 0,0-4-2 0,0-1-2 15,-1-3 1-15,1 2-5 0,3-4 5 0,-1-1 8 0,-3 0-3 16,0-2 2-16,-5 1 2 0,1-3 1 0,-4 1 2 16,-1-2 5-16,2 0 0 0,-4-2 1 0,-1-2 2 15,-1 0 0-15,1-4 1 0,-2 0 3 16,-3-2 4-16,1 6 6 0,0 1 3 0,-2 0 10 15,3 2 6-15,-2 1 2 0,0 8-5 0,0-11-6 0,0 11-9 16,3-6 12-16,-3 6-16 0,0 0 1 16,0 0 0-16,0 0-2 0,0 0 10 0,4 35 2 15,-4-17-1-15,-4 0-1 0,4 0-2 0,-3 2 0 16,3-3-1-16,0 2 1 0,0-3-3 0,0-3 4 16,-1 0-5-16,1-4-1 0,1 4-3 0,-1-5 5 0,3 0-2 15,-3-8 0-15,3 9-7 0,-1-4 4 16,-2-5 0-16,6 5-1 0,-6-5-3 0,11 0 3 15,-11 0-4-15,14-5 2 0,-5-2 1 0,-1 4-1 16,-1-5-2-16,3 0 4 0,-2 2 4 0,-1-5-6 0,0 3 0 16,4-6 1-16,-1 1-2 0,-4 2-2 0,3-3 2 15,-3 2-1-15,-2 1-1 0,-1 0 2 0,1 3 0 16,-1 2 0-16,-1-1 3 0,0 2 6 16,-2 5 0-16,5-10 1 0,-5 10-5 0,4-5 0 15,-4 5-7-15,0 0 0 0,0 0-4 0,0 0 7 0,0 0-2 16,0 0 4-16,0 0-3 0,-9 32 6 0,5-23-3 15,1 4 2-15,-1 0-6 0,2 1-1 0,0 2-6 16,-2 0-9-16,1-2-15 0,1 0-16 0,1 1-18 16,-1-1-27-16,1-2-36 0,1-1-45 15,0 0-43-15,1 1-208 0,-1-5-464 0,3-1 206 0</inkml:trace>
  <inkml:trace contextRef="#ctx0" brushRef="#br0" timeOffset="40138.41">15625 5988 247 0,'3'-10'327'0,"-2"2"-28"0,2 3-36 16,-3 5-29-16,0 0-26 0,0-8-13 0,0 8-17 15,0 0-8-15,0 0-5 0,2 36-18 0,-2-9-10 16,-2 6-12-16,4 1-6 0,-2-2-8 0,0 3-12 15,2-2-6-15,-1-1-11 0,-1-1-5 0,2-3-9 16,-1-1-6-16,-1-1-6 0,3 0 6 0,1-1-15 16,-3-8-5-16,-1 0-14 0,2-1-23 0,-2-3-34 15,0-2-24-15,0 1-24 0,0-2-32 0,-2-1-46 16,1-3-51-16,1-6-41 0,-5 13-215 0,-1-9-500 16,-2-3 221-16</inkml:trace>
  <inkml:trace contextRef="#ctx0" brushRef="#br0" timeOffset="40805.01">15569 6257 31 0,'10'-12'190'0,"3"-1"-24"15,1 2-16-15,2-3-15 0,0 2-9 0,1 0-3 16,1 1 0-16,-2-1-8 0,2 1 9 0,-4 0 0 16,2 1 4-16,-4 0-2 0,-2 1 0 0,-2 2 6 15,0-3-3-15,-2 1-9 0,2 1-4 0,-2-1-10 16,-2-1-6-16,0-1-5 0,-1 0-5 0,-1 2-3 15,2 1-3-15,-3 1-6 0,-1 7-4 0,4-9-15 16,-4 9-7-16,1-6-8 0,-1 6-4 0,0 0-4 16,0 0-6-16,0 0-6 0,4 25 1 0,-4-9-2 15,-2 12 2-15,2 3-4 0,-2-1 0 0,1 2-2 16,0-2-1-16,-3-2 0 0,3 0-3 0,-2-2-5 16,2-6 3-16,1-3-3 0,-1 2-2 0,-1-6 0 15,2-1-3-15,-1-5-3 0,1 0-2 0,0-7-5 16,-1 11 3-16,1-11 4 0,1 9 1 0,-1-9-2 15,0 0 4-15,4 3 0 0,-4-3-4 0,0 0-4 16,0 0 3-16,24-14-2 0,-14 8 3 0,4-2-6 16,-2 0 6-16,2 2-6 0,-3 1 0 0,0 1 1 15,0 0-2-15,7 1 2 0,-5 3-3 0,-2 0 0 16,0 3 1-16,3 0 3 0,-1 0-2 0,4 3 4 16,-1 0-1-16,-2-1 5 0,4 0-2 0,0-1-2 15,-2 2 3-15,2-3 0 0,1-1 3 0,2 0-4 0,0-2 1 16,7-5 0-16,2 3 1 0,-3-5 0 15,-6 1-3-15,-1 0 0 0,-1 0 5 0,-4-1 2 16,-2 1-3-16,2-1 0 0,-5 1 1 0,-1-2 0 16,-1 0 3-16,-1 1 8 0,-4-3 5 0,1 5 3 15,-1-3 1-15,-2-1 2 0,0 2 11 0,-1 7 7 16,-2-12 9-16,2 12-6 0,-5-9-15 0,0 5 9 16,5 4 0-16,-13-5-13 0,5 5 3 0,8 0-4 15,-20 4-5-15,9-1-2 0,2 1-6 0,0 3-1 16,0-2-1-16,6 2-4 0,-4-1 0 0,4 0-6 15,-1-1-10-15,4-5-13 0,-4 12 0 0,2-7-6 16,2-5 0-16,0 0 1 0,4 14-4 0,-1-11 3 16,-3-3 3-16,10 7 1 0,-6-4 1 0,1-1 2 15,0 2 2-15,-5-4 1 0,10 3-1 0,-3-1 1 16,-7-2 4-16,9 7 0 0,-5-5-14 0,1 2-18 16,0 0-7-16,-1 0-14 0,-4-4-33 0,8 11-29 0,-5-4-39 15,0 0-32-15,1 0-39 0,-3 0-227 16,0 0-500-16,2-1 221 0</inkml:trace>
  <inkml:trace contextRef="#ctx0" brushRef="#br0" timeOffset="40997.25">16519 6319 114 0,'7'-8'179'15,"1"2"-5"-15,-2-2-4 0,0 2-3 0,-1 3-8 0,2-2-13 16,-7 5-6-16,11-4-20 0,-11 4-8 15,11 2-7-15,-11-2-5 0,10 5-10 0,-3 1-7 16,-2 1-5-16,0 0-12 0,1 1-2 0,-1 3-4 16,0-1-8-16,-2-1-9 0,1 2-34 0,-2 0-41 15,1-2-59-15,1 1-64 0,-3-2-171 0,0-2-353 0,-1-6 157 16</inkml:trace>
  <inkml:trace contextRef="#ctx0" brushRef="#br0" timeOffset="41270.74">17045 6034 153 0,'-1'-13'347'0,"0"3"-7"0,1 4-11 0,0 6-25 16,0-13-37-16,0 13-30 0,-3-8-26 0,3 8-26 15,0 0-16-15,0 0 12 0,0 0 1 0,1 34-21 0,1-15-12 16,-2 10 2-16,1 0-17 0,0 1-10 0,-2 2-10 15,2-1-6-15,-1 0-9 0,0-3-10 16,0 1-9-16,0-3-5 0,3 1-8 0,-3-1 4 16,0-2-23-16,0-6-20 0,0-2-33 0,0 0-50 0,-3 0-31 15,3-7-30-15,-1 1-30 0,1 0-34 0,0-10-49 16,0 12-40-16,0-12-46 0,-1 6-186 16,1-6-542-16,0 0 240 0</inkml:trace>
  <inkml:trace contextRef="#ctx0" brushRef="#br0" timeOffset="41720.65">17030 6241 27 0,'4'-10'206'0,"2"0"-16"0,2 0-19 0,1 1-14 15,2-4 7-15,3 1-15 0,0 2-9 0,3 0-7 0,0-2-4 16,0 1-6-16,0 1 0 0,7-3-10 0,-7 2-2 16,-3 2 0-16,1-2-5 0,1 3-2 0,-7 0-8 15,1 1 1-15,0 0-1 0,-3 0 2 16,1 0-2-16,-3-1-4 0,2 1 2 0,-4 1-1 15,0 1 1-15,-3 5-7 0,6-8-2 0,-6 8-9 16,3-5-10-16,-3 5-12 0,0 0 1 0,7-4-10 0,-7 4-4 16,0 0 3-16,0 0-7 0,0 0 5 0,-3 31 5 15,2-16 7-15,2 5-6 0,-2 4-5 0,2-5-5 16,-2 0 5-16,3 6-7 0,1-7-8 0,-2 0 2 16,2 2-3-16,2-5-1 0,1 0 12 0,1 0-3 15,0-3 2-15,1-2-4 0,1-1 6 0,2-1-6 16,0-1 5-16,5-1-7 0,2-2-5 0,-1 3 1 15,-1-6-6-15,3-1 2 0,0 0-22 0,-3-3 23 16,1 1-3-16,-2-1-3 0,-5-1-11 0,3-3 1 16,-3 1 4-16,-1-2-10 0,-1 0-6 0,-1-2 6 15,0 0-24-15,-1-2 17 0,-3 2-16 0,0-3 16 16,-2 3-4-16,0 4 10 0,-1 6 9 0,-1-13-5 16,1 6 2-16,0 7-6 0,0 0-2 15,0 0-5-15,0 0 7 0,0 0-2 0,-18 12 1 0,11-4-3 16,0 2 14-16,0 0-26 0,2 0-40 0,1 2-30 15,1-3-27-15,1 4-18 0,2-3-29 0,0 0-53 16,4-2-67-16,1 2-66 0,-1-5-190 0,4 2-579 16,-8-7 255-16</inkml:trace>
  <inkml:trace contextRef="#ctx0" brushRef="#br0" timeOffset="42573.58">7214 7121 170 0,'-3'-10'290'0,"2"4"-16"16,-2 0-17-16,3 6-21 0,-3-12-27 0,3 12-24 15,-2-8-21-15,2 8-18 0,0 0-17 16,0 0-5-16,0 0 5 0,2 35 2 0,0-7-6 0,-1 4-9 16,1 3-13-16,-1 12-8 0,4 0-5 0,-2-12-10 15,2 9-9-15,-1-7-2 0,-3-6-13 16,3 5-1-16,0-2-4 0,-1-1 1 0,1-3-13 16,0 0-2-16,1-1-3 0,-1-4-6 0,-2 0-12 15,0-6-23-15,-1-1-32 0,0 0-19 0,-2 0-18 0,-2-2-39 16,2 0-31-16,-1-7-45 0,-2 3-37 0,1-5-38 15,-2 1-141-15,0-4-438 0,0-1 193 16</inkml:trace>
  <inkml:trace contextRef="#ctx0" brushRef="#br0" timeOffset="42803.83">7292 7346 16 0,'19'-18'186'0,"-2"8"-10"0,-2 1-6 0,3 2-21 15,-5 4-13-15,1 0-14 0,-1 3-8 0,-3 1-14 16,1 4 1-16,-2 2 12 0,1 2 3 0,-3 2 3 16,-5 2-6-16,1 3-6 0,-4 2-5 0,-3 1-7 15,-3 1-6-15,-5 2-10 0,-4-2-6 0,-2 1-7 16,5-4-6-16,-6 4-5 0,4-8-6 0,-2-1-16 16,1 1-15-16,0-4-24 0,2 0-39 0,2-2-37 15,1-3-46-15,1 1-28 0,3-3-41 0,-1-1-128 16,1 0-350-16,7-1 155 0</inkml:trace>
  <inkml:trace contextRef="#ctx0" brushRef="#br0" timeOffset="43079.5">7398 7505 9 0,'6'2'190'0,"-6"-2"-14"0,12 7-6 16,-7-3-4-16,1-2-3 0,1 2-2 0,3 1-8 15,-1 1-13-15,2-3 5 0,2 1-9 0,-3-1-6 16,6-1-3-16,0-2-5 0,2 1-12 0,0-2-1 15,1-4-6-15,0 2-8 0,-1-1-7 0,0-2 0 16,-2-1-6-16,-4 3-5 0,0-4 1 0,-2 3 0 16,0-3-10-16,-1 1-1 0,-4 0-3 0,1-3 0 15,-4 2 3-15,-1-2-13 0,-1 1 3 0,-1-2-10 16,-7 0-5-16,2 2-4 0,-2 0-1 0,-3 3-2 16,1-2-12-16,-6 2-9 0,5 1-6 0,-5 1-17 15,2 4-21-15,3 0-25 0,-3 1-15 0,2 3-27 16,1 0-29-16,-6 2-44 0,6 2-41 0,-1-3-37 15,2 4-180-15,3-3-463 0,2-2 205 0</inkml:trace>
  <inkml:trace contextRef="#ctx0" brushRef="#br0" timeOffset="43312.01">7801 7193 64 0,'0'-13'287'0,"-2"2"-3"0,4 1-13 0,-2 2-8 15,0 8-10-15,-2-10-20 0,2 10-23 16,-1-9-26-16,1 9-23 0,0 0-12 0,0 0-2 16,0 0-11-16,0 0-2 0,1 46 1 0,-1-21-8 15,-1 4-16-15,0 3-8 0,-1-1-11 0,4-1 8 16,-1 0-25-16,-1 0-2 0,0-4-6 0,3 1 0 0,-1-8-15 16,-1 0-12-16,3 0-31 0,-1-1-27 15,0 0-34-15,0-4-23 0,0 2-31 0,-3-3-47 16,2 0-56-16,1-8-49 0,-2 3-235 0,-1-2-534 15,0-6 237-15</inkml:trace>
  <inkml:trace contextRef="#ctx0" brushRef="#br0" timeOffset="43449.65">7734 7322 91 0,'1'-12'157'0,"-1"12"-12"0,7-1-33 0,-7 1-46 0,0 0-55 15,19 11-61-15,-13-3-39 0,1 1-97 16,0 3 44-16</inkml:trace>
  <inkml:trace contextRef="#ctx0" brushRef="#br0" timeOffset="43687.44">7951 7578 158 0,'8'-8'255'0,"2"-1"-11"0,0 1-10 15,1-4-13-15,0 0-10 0,-2-1-14 0,1 1-5 16,-1-2-7-16,-2 2-12 0,-4 1-8 0,3 1-4 16,-3-1-20-16,0 0-13 0,1 0 16 15,-4 4-10-15,0 0-6 0,0 7-3 0,-4-14-1 16,4 14-29-16,-8-7-9 0,3 4-13 0,5 3-11 0,-19 4-13 16,9 1-13-16,-4 4-15 0,1 1-7 0,0 4-30 15,0 0-20-15,4-1-23 0,3 2-21 0,1 2-39 16,2-1-64-16,6-4-56 0,1 4-265 15,1-6-546-15,1 2 241 0</inkml:trace>
  <inkml:trace contextRef="#ctx0" brushRef="#br0" timeOffset="43904.18">8216 7483 33 0,'2'-16'266'0,"3"-1"-6"0,2 2-8 0,-3-5-1 16,2 7-2-16,-2-3-9 0,-2 4-18 0,2 5-12 15,-1 1-21-15,-2-1-20 0,3 2-12 0,1 2-20 16,-5 3-18-16,10-4-12 0,-10 4-10 16,12 4-14-16,-7 0-7 0,3 3-3 0,-1 3-11 0,2 3-3 15,-2-2-20-15,0 3-19 0,-3 3-28 0,4 0-29 16,-6-1-34-16,0-1-51 0,-5 3-69 0,3-6-62 16,0 4-195-16,0-5-486 0,1-2 215 0</inkml:trace>
  <inkml:trace contextRef="#ctx0" brushRef="#br0" timeOffset="44154.1">8547 7323 2426 0,'-4'-24'40'16,"0"-5"28"-16,-1 0 40 0,1 2-2 0,-2 9 28 16,1 2 20-16,0 3-6 0,2 2 10 0,2 2-5 15,-2 0 0-15,2 0-14 0,1 9-14 0,-1-10-14 16,1 10-17-16,0 0-9 0,0 0-12 0,0 0 19 15,0 0-9-15,1 40-3 0,3-16-1 0,-2 5-5 16,2 1-7-16,-1-1-6 0,0 0-8 0,0-1-4 16,-2 1 0-16,2-3-7 0,-3 1-3 0,1-2-19 15,-1-6-24-15,0 0-21 0,1-2-43 0,-1 2-36 16,0-4-29-16,2-3-27 0,-1 0-27 0,-1 0-39 16,-1-2-50-16,2-1-47 0,0-3-271 0,-1-6-642 15,0 0 285-15</inkml:trace>
  <inkml:trace contextRef="#ctx0" brushRef="#br0" timeOffset="44420.5">8468 7400 2264 0,'0'0'84'0,"-6"-10"-23"0,6 10-24 16,-2-8-15-16,2 8-5 0,-3-6-4 0,3 6-3 16,0 0 2-16,0 0 4 0,0 0-6 0,0 0 2 0,9-9 7 15,-2 9 4-15,4 0 6 0,7-6 0 16,0 5-2-16,0-2-3 0,1 0 1 0,-1 3-6 15,2-2-1-15,-4 2-1 0,-1-1-5 0,-1 0 0 16,-4 2-3-16,2-1 2 0,-6 1 6 0,3-1 11 16,-2 2 9-16,0 1 8 0,-7-3 8 0,13 8 4 15,-8-3 6-15,-1 1-2 0,1 3-4 0,-2-1 2 16,1 4-4-16,-2-2 5 0,4 0-13 0,-6 2-23 16,2-1-24-16,-2 1-31 0,0-2-24 0,-2 3-31 15,1 1-49-15,-3-1-63 0,3-4-54 0,-1 3-205 0,0-2-494 16,1-4 219-16</inkml:trace>
  <inkml:trace contextRef="#ctx0" brushRef="#br0" timeOffset="44577.33">8666 7203 122 0,'0'0'94'0,"0"0"-38"0,0 0-50 0,0 0-53 16,0 0-50-16,0 0 22 0</inkml:trace>
  <inkml:trace contextRef="#ctx0" brushRef="#br0" timeOffset="44955.15">9080 7299 185 0,'-16'0'285'0,"1"4"-4"0,-1 1-10 16,-1 2-15-16,-1 1-15 0,2 5-13 0,0-1-19 16,1 1-11-16,1 2-18 0,2 1-16 0,2 1-15 0,2-3-15 15,2 2-7-15,2-1-13 0,3-2-16 16,1 1-6-16,1-4-2 0,3 3-14 0,0-4 0 16,2 0-10-16,4 0-5 0,-1-2-4 0,3-3-10 15,4 1-10-15,-3-3-9 0,8-1-6 0,-9-2-11 0,2 1 1 16,3-1 0-16,-4-5-1 0,-2 3 4 0,1-1-2 15,-3-2-1-15,0-1-3 0,-2-1 1 16,0 1-1-16,-2-1 5 0,-1 2-6 0,-2-4-2 16,-1 3-4-16,1-1 9 0,-2 8-9 0,0-11 7 15,0 11 3-15,0-9 5 0,0 9-7 0,2-6-3 0,-2 6 5 16,0 0-6-16,0 0 0 0,0 0 7 0,0 0 7 16,0 0 6-16,0 0-13 0,-1 25 0 15,0-16-3-15,1 2 6 0,0 1-8 0,1 2-3 16,0-3-27-16,1 1-34 0,-1 1-26 0,0-5-30 0,2 5-35 15,-1-2-48-15,5-2-57 0,-2 0-72 0,-1-3-167 16,-4-6-531-16,10 7 235 0</inkml:trace>
  <inkml:trace contextRef="#ctx0" brushRef="#br0" timeOffset="45175.12">9374 7159 11 0,'0'-14'346'0,"-2"3"-4"0,4 2-9 0,-1 2-22 16,-1 7-31-16,4-9-25 0,-4 9-16 0,0 0-14 16,0 0-4-16,0 0-11 0,-4 36-12 0,0-11-16 15,2 4 3-15,-2-1-34 0,2 3-11 0,0 0-8 16,-2 1-9-16,3-2-23 0,-1 0-20 0,-1-4-36 16,3 2-55-16,-5 1-49 0,2-3-50 0,3 2-52 15,-1-4-83-15,0-6-73 0,-2 0-216 0,4-1-578 16,-1-6 256-16</inkml:trace>
  <inkml:trace contextRef="#ctx0" brushRef="#br0" timeOffset="45904.13">10019 7452 247 0,'0'0'282'0,"0"0"-23"15,0 0-12-15,0 0-18 0,0 0-13 0,0 0-16 16,-19 16-14-16,15-8-18 0,-1 1-16 0,1 1-14 16,2-2-13-16,-1-1-11 0,2 2-5 0,1-1 6 15,0-8-17-15,2 15-10 0,2-8-4 0,4 1-2 16,-2-4-9-16,2 3-2 0,2-3-10 0,1-2-4 0,1 0-6 16,2-1-1-16,-2-1-4 0,-1-1-4 0,2-1-12 15,-3 1-5-15,2-4-2 0,-4 4-3 16,2-5-8-16,-4-1-10 0,0-2-2 0,2 2-14 15,-7-4-7-15,-2 2-6 0,1-2 2 0,-1-1-3 0,-4-4-1 16,-2 0-1-16,0 0 5 0,-1 2 2 16,-2 1 3-16,-1 0 2 0,2 6 7 0,-3-2 1 15,4 1 4-15,0 2 0 0,2 2 1 0,0 1-4 16,6 3 1-16,-7-3-6 0,7 3 5 0,0 0-2 0,0 0-3 16,0 0 0-16,0 0 3 0,0 0-4 0,0 0 1 15,23 10 4-15,-5-9 3 0,4-2-9 0,6-2 2 16,4-1-2-16,-1-3 1 0,1-1 0 0,-3 0-1 15,-1-2 4-15,-1-2 1 0,-8 2 2 0,-1-1 3 16,-3 0-2-16,-3-2 5 0,-2 0 1 0,-1-2 9 16,-4-2 3-16,-2 0 4 0,0 1 4 0,-3-3 2 15,2 3 3-15,-2 3 3 0,-3-3 4 0,3 7 7 16,-1-2 3-16,0 4 8 0,1 7-9 0,-2-12 14 16,2 12-15-16,-1-9-7 0,1 9-9 0,0 0 6 15,0 0-9-15,0 0 9 0,0 0-4 0,-5 37 8 16,5-5-1-16,-4 1-3 0,0 16 7 0,0-1-2 15,1 0 4-15,-3-2-14 0,3-10 5 0,0 9-5 16,0 1 4-16,1-12-5 0,-2 0-3 0,0 0 3 16,2-4-1-16,-1 1-5 0,5-1-8 0,-5-6-14 15,3-6-23-15,0 1-34 0,0 0-21 0,0 0-35 16,0-3-44-16,-1-3-66 0,3-3-61 0,-4 1-227 16,2-3-561-16,-2-1 248 0</inkml:trace>
  <inkml:trace contextRef="#ctx0" brushRef="#br0" timeOffset="46070.01">10319 7491 152 0,'0'0'269'0,"7"-8"-26"16,-3 4-23-16,-4 4-21 0,14-3-21 0,-3-1-18 15,7 2-19-15,4-1-19 0,6 1-35 0,6-2-40 0,1 0-52 16,14-5-71-16,-14 6-79 0,-3-1-109 15,1-2-286-15,-4-1 127 0</inkml:trace>
  <inkml:trace contextRef="#ctx0" brushRef="#br0" timeOffset="47276.53">11378 7385 85 0,'-3'-7'283'0,"-2"2"-19"0,0-1-15 0,1 2-23 0,-4 1-16 16,8 3-7-16,-16-3-17 0,5 4-13 0,-3 4-11 15,3 0-12-15,-4 4-13 0,0 4-5 0,2 1-15 16,-5 4-13-16,2 2-7 0,6-1-11 15,-2 2-11-15,4-2-4 0,1 0-6 0,3-1-6 0,2 3-3 16,2-2-11-16,4-1-10 0,1-1-10 0,2 1-23 16,2-4-16-16,2 1-12 0,4-1-20 0,0-2-28 15,4-2-25-15,7-1-39 0,3-3-42 0,0-2-29 16,0-3-21-16,-1 1-151 0,-6-2-411 16,0-3 182-16</inkml:trace>
  <inkml:trace contextRef="#ctx0" brushRef="#br0" timeOffset="47637.45">11646 7545 96 0,'2'-14'164'0,"-1"1"9"0,0 0 2 16,-3 3 8-16,0 0 0 0,-3 1-4 0,0 0-10 16,-2 5-14-16,1 2-1 0,-3-2-12 0,-1 2-4 15,10 2-5-15,-23 6-6 0,12 1-3 0,-5 2-14 16,3 3-8-16,-1 2-8 0,5 1-12 0,-1 0-6 16,0-1-5-16,3 0-10 0,1 2-4 0,3-1-4 15,2-2-5-15,1-3-7 0,1 0 3 0,1 1-14 16,0-3-4-16,3 1 1 0,-1-5-4 15,1 3-5-15,2-3 7 0,-1 0-12 0,2-1 1 0,0-1-1 16,4-4-3-16,-12 2 1 0,13-3-1 0,-2 0-1 16,-3-2 3-16,0-2-3 0,0 3-2 0,0-5 0 15,-3 0-3-15,-1-1 3 0,-1 0-2 0,1 1 4 16,2-2-2-16,-6-1 1 0,3 2 3 0,-2 0 4 16,-1 1-1-16,0 9 10 0,4-12 0 0,-4 12 1 15,1-7-10-15,-1 7-6 0,0 0 3 0,3-6-5 16,-3 6 0-16,0 0-4 0,0 0 4 0,0 0 0 15,0 0-3-15,6 28 11 0,-5-20-10 0,1 5-1 16,0-3-1-16,2 2-23 0,1-1-10 0,2-2-5 16,-1 0-10-16,3 0-12 0,0-2-21 0,3-1-12 15,0-3-32-15,2-1-18 0,5-2-29 0,3-3-26 16,-2-3-20-16,2 1-6 0,-3-2-151 0,-2 0-403 16,-3-5 178-16</inkml:trace>
  <inkml:trace contextRef="#ctx0" brushRef="#br0" timeOffset="47838.32">11931 7481 80 0,'2'-20'119'0,"-4"1"12"15,2-1-5-15,0 1 10 0,0-1 3 16,0 0 11-16,-2 2 5 0,2-2 7 0,-2 8 6 16,1 1 2-16,0 2 4 0,1 9-19 0,0-13-19 15,0 13-14-15,0-6-15 0,0 6-4 0,0 0 5 16,0 0 2-16,0 0-3 0,2 29 2 0,0-11-2 16,0 3-1-16,-2 4-7 0,-2 1 4 0,4 3-17 15,-2-2-9-15,-2 2-11 0,2-1-4 0,2-3-7 16,-2 1-10-16,2-1-20 0,0-6-23 0,-1 2-26 0,2-5-30 15,-2 0-28-15,0 0-39 0,1-3-59 0,0-4-51 16,-2 2-254-16,0-5-526 0,0-6 234 16</inkml:trace>
  <inkml:trace contextRef="#ctx0" brushRef="#br0" timeOffset="48520.93">11931 7476 98 0,'4'-9'186'15,"-2"2"-26"-15,4-3-8 0,0 2 3 0,3-1-15 16,-4-1-4-16,5 1-5 0,0-3-3 0,-1 2-4 16,0-1-8-16,0 1-3 0,2-1-5 0,-1 1-7 15,-3 1 2-15,-2 0-2 0,2-1-5 16,-2 2 1-16,2 0-17 0,-5 1 0 0,0 3-5 0,-2 4-6 16,7-9-11-16,-7 9-3 0,2-7-8 0,-2 7-6 15,0 0 2-15,0 0 2 0,0 0 11 0,7 23-8 16,-7-7-2-16,-1 3-3 0,-1 5 4 0,2 1-11 15,-2 2-2-15,0 2-6 0,0-4 1 0,0-1 1 16,0-5-3-16,-1 0-4 0,3-3-2 0,-1-2-8 16,1-3 3-16,0 2 2 0,3-4 2 0,-3-2-6 15,0-7 0-15,1 12-3 0,-1-12 1 0,2 7 4 16,-2-7-4-16,0 0 2 0,0 7 3 0,0-7-3 16,0 0 6-16,0 0-8 0,0 0-6 0,0 0 2 15,18-20-8-15,-11 12-1 0,-1-1 10 0,5-3-11 16,-1 1-3-16,0 0 0 0,-1 2-3 0,3 2 10 15,-5 0-8-15,1 0 0 0,1 5 0 0,-2-1-6 16,0 2 3-16,0-1 9 0,-7 2-8 0,16 2-4 16,-9-1 6-16,3 2-1 0,2 3 1 0,-3-3 11 15,-1 2-9-15,1 0 4 0,1 1 1 0,-1 0-4 16,1-4 3-16,0 2 6 0,1-2-2 0,0-2-5 0,-2 0 4 16,1 0 1-16,0 0 1 0,2 0 2 15,-4-1-4-15,-8 1 10 0,14-5-11 0,-7 1 0 16,-2 2 1-16,3-2-2 0,-5 0 3 0,3 1-4 15,-6 3 4-15,6-9-1 0,-2 4-1 0,-4 5 1 16,6-6-6-16,-6 6-1 0,0 0-2 0,4-5 2 0,-4 5-4 16,0 0-1-16,0 0 11 0,0 0-7 0,17 5-3 15,-13-1 6-15,2 3-1 0,1 0 2 16,-1-4 1-16,4 2 3 0,1 0-3 0,-2 0 2 16,5-2-2-16,-3-1 1 0,3-1-1 0,-1 0 7 15,-2-2-2-15,3-2-2 0,-1 0 5 0,1-1 25 0,-5-1 9 16,3-2-2-16,-2 2 12 0,-3-1-6 15,-3-2 7-15,-1 2 4 0,3-4 0 0,-6 2-3 16,2 1-4-16,-4-3-5 0,0 0-3 0,-3 5-6 0,1-4-5 16,-4 1-11-16,0 1-6 0,3 3-21 15,-1-2-11-15,-3 4-22 0,3-2-28 0,6 4-29 0,-14-1-28 16,14 1-28-16,-13 3-41 0,13-3-78 16,-10 6-261-16,10-6-578 0,0 0 255 0</inkml:trace>
  <inkml:trace contextRef="#ctx0" brushRef="#br0" timeOffset="49095.47">12922 7395 278 0,'0'0'302'16,"-16"-2"-6"-16,5 5-7 0,0 1-11 0,2 0-23 16,0 1-13-16,-5 5-13 0,3 0-11 0,-2 3-27 15,3-1-24-15,2 1-10 0,-1 1-20 0,2 0 2 16,4 1-26-16,1-3-13 0,0 1-9 0,4-1 0 15,3 2-7-15,0-3-6 0,2-1-20 0,-1-1-3 16,3-1 3-16,3-2-11 0,0-1-10 0,2-2 0 16,2-4 0-16,2 2-5 0,0-5 0 0,0 0 4 15,-3-5-16-15,2-2-1 0,-4 3-2 0,-2-8-11 16,0 4 13-16,-4-4-4 0,1-1-4 0,-2-3-3 16,-2 0 1-16,-4-6 1 0,2-1-10 0,-4-3 6 15,4 0-2-15,0 2-2 0,-6-4 2 0,4 3 1 16,-6-2 1-16,6 6 5 0,-1 0 6 0,-2 9 0 15,3-1 23-15,-2 6 6 0,2 0-5 0,0 4-8 16,0 7 1-16,-2-9-20 0,2 9 6 0,0 0-3 16,0 0 3-16,0 0 2 0,0 35 3 0,-4-8-5 15,1 4 2-15,-1 4-4 0,-4-2 1 0,7-1-3 16,-3 0-7-16,1-2 8 0,3 2-3 0,5-4-3 16,-2-2 9-16,1-6-9 0,2-6-3 0,3 4 4 15,1-4 5-15,3 2-1 0,5-6 7 0,-3-4-3 16,4 1 2-16,2-5-3 0,0 1-3 0,6-6 0 15,0 0-16-15,0-3-2 0,-4 0-2 0,-4-2-4 0,0-1-12 16,3-7 1-16,2 1-18 0,-7 3 5 16,2-5-3-16,-2-1 2 0,-5 2 6 0,-4-1-1 0,-1 3 6 15,-1-2 15-15,-2 6-11 0,-3 0 9 0,-1 1 5 16,0 2 9-16,0 7 3 0,-1-11 5 16,1 11-9-16,-10-2 12 0,10 2-5 0,-19 6 1 15,4 3-1-15,3 2 4 0,-1 2-6 0,4 0-1 0,-3 2 3 16,4 1-18-16,3-1-26 0,3 2-43 0,2-6-48 15,3 2-39-15,3 1-43 0,7-1-57 0,1-5-65 16,5-1-280-16,7-1-659 0,5-3 292 0</inkml:trace>
  <inkml:trace contextRef="#ctx0" brushRef="#br0" timeOffset="49213.85">13754 7516 150 0,'10'-1'485'0,"-10"1"-45"15,5-2-22-15,-5 2-6 0,0 0-4 0,0 0-36 16,6-4-39-16,-6 4-35 0,0 0-33 0,0 0-46 15,0 0-58-15,0 0-94 0,5-4-98 0,-5 4-117 16,0 0-152-16,0 0-292 0,0 0-641 0,0 0 284 16</inkml:trace>
  <inkml:trace contextRef="#ctx0" brushRef="#br0" timeOffset="71480.56">11912 7987 46 0,'0'0'74'0,"0"0"-6"0,0 0 0 0,0 0-9 0,0 0-4 16,0 0-2-16,0 0-2 0,0 0-14 0,0 0-7 15,0 0-11-15,0 0-14 0,0 0-7 16,0 0-10-16,0 0-6 0,0 0-10 0,0 0-19 0,-15 16-30 16,9-13-82-16,0 0 36 0</inkml:trace>
  <inkml:trace contextRef="#ctx0" brushRef="#br0" timeOffset="88104.84">7399 8525 239 0,'2'-8'230'16,"-2"8"-13"-16,-2-10-9 0,2 10-8 0,0 0-13 15,2-10-8-15,-2 10-15 0,0 0-20 0,0 0-11 16,-3-7-10-16,3 7-22 0,0 0-10 0,0 0-9 16,0 0-5-16,0 0-4 0,0 0-4 0,-3 39-5 15,3-21 1-15,-1 2 3 0,1 8-7 0,0-1-5 0,0 5-6 16,-3-3-3-16,0 1-5 0,1-4 0 16,1 3-8-16,0 2 2 0,-1-6-4 0,1-4-2 15,0-3-4-15,-2 1 0 0,3-1-5 0,-3-2 0 16,1 1-4-16,1-1 2 0,1-4-3 0,0 0-6 0,-1 0-13 15,1 0-14-15,0-3-23 0,0 1-13 0,-1-3-32 16,1-7-38-16,1 12-41 0,-1-12-33 16,0 7-49-16,0-7-150 0,0 0-428 0,0 0 190 15</inkml:trace>
  <inkml:trace contextRef="#ctx0" brushRef="#br0" timeOffset="88354.1">7360 8514 102 0,'10'-17'192'0,"4"7"-5"16,0-3-15-16,2 6-7 0,-1-3-10 0,-2 5-14 15,-2 3-11-15,-1 1-13 0,1-2-11 0,1 6-11 16,-4 0-1-16,3 2-8 0,-3 2-1 0,-2 3-6 16,-2 0-3-16,-1 1-3 0,-1 6 0 0,-4 2-8 15,-3-2-3-15,-1 2-8 0,0-2-3 0,0-1-5 16,-3 2-3-16,0-3-9 0,1 2 1 0,-3-2-16 15,2 2-15-15,-2-2-21 0,0-3-30 0,5 0-34 16,-1-2-32-16,2-2-24 0,1 3-15 0,3-2-18 16,-2 0-134-16,0 1-330 0,5-4 146 0</inkml:trace>
  <inkml:trace contextRef="#ctx0" brushRef="#br0" timeOffset="88620.83">7568 8822 156 0,'0'0'194'0,"5"7"-5"0,-4-1-10 0,-1-6-9 15,3 8-15-15,-2-2-12 0,-1-6-6 0,4 9-10 16,-1-4-9-16,-1 0-9 0,6-1 1 0,-3 1 2 16,1-3-3-16,2 1-7 0,5-1-3 0,-2-1-2 15,2-2-7-15,5-1-2 0,-5-1-5 0,6-2-10 16,-6 0-2-16,2-1-8 0,0-3-4 0,-1 1-1 16,-2-6 6-16,-3 6-16 0,-3-2-6 0,0-1-2 15,-3 1-2-15,-2-1 3 0,-1 0-7 0,-2-2 3 16,-3-3-7-16,-2 3-2 0,-2 1-5 0,2 2 0 15,-6-2-8-15,1 3-8 0,2 3-2 0,-3 0-16 0,1 3-16 16,-1 0-14-16,-1 3-18 0,-4 5-21 0,0 1-30 16,3 1-34-16,3 0-43 0,-2 4-39 15,6 0-188-15,1-2-448 0,2 2 199 0</inkml:trace>
  <inkml:trace contextRef="#ctx0" brushRef="#br0" timeOffset="88854.13">7887 8571 114 0,'2'-17'281'16,"-1"0"-10"-16,-2-1-9 0,1 3-9 0,-2 4-4 15,2 4-7-15,-1-4-4 0,1 11-11 0,-1-11-31 16,1 11-29-16,0 0-17 0,1-7-14 0,-1 7-16 16,0 0-1-16,3 26-7 0,-2-10 0 0,0 13-9 15,1 4-15-15,-2 1-9 0,0-2-8 0,-2 2-6 16,2 0-3-16,0-1-15 0,0-3 0 0,2 2-21 15,-1-5-26-15,-2-2-43 0,3 0-21 0,-2-7-27 16,1 1-34-16,-1-1-56 0,0-4-61 0,0-3-274 16,-1 0-558-16,0-2 248 0</inkml:trace>
  <inkml:trace contextRef="#ctx0" brushRef="#br0" timeOffset="89001.84">7770 8773 87 0,'9'-2'166'0,"1"-1"-14"0,2 3-23 0,1 0-44 15,4 0-34-15,2 3-49 0,-1 3-44 0,-1 1-63 16,-2 2-114-16,-1 1 50 0</inkml:trace>
  <inkml:trace contextRef="#ctx0" brushRef="#br0" timeOffset="89238.35">8043 8946 172 0,'0'0'206'0,"9"-7"-4"0,0 3-5 16,-1-4-6-16,0 0-11 0,2-3-8 0,-1-1-10 15,2-3-6-15,2 1-9 0,-3-4-7 0,0 1-14 16,1 2-4-16,-2-2-6 0,-3-1-8 0,-1 1 2 16,0 3-18-16,-1 2 2 0,-3 1-1 0,-1 4-2 15,-1 0-10-15,1 7 1 0,-8-11-9 0,3 8-5 16,-4 3-6-16,9 0-10 0,-30 13 2 0,7-1-15 15,7 2-9-15,-7 6-14 0,2 0-7 0,5 2-20 16,0-1-23-16,4 3-17 0,4-7-16 0,2 2-26 16,4-1-35-16,0-2-31 0,7 0-39 0,0-1-22 15,0-4-194-15,1 0-448 0,1-2 198 0</inkml:trace>
  <inkml:trace contextRef="#ctx0" brushRef="#br0" timeOffset="89437.47">8151 8977 76 0,'6'-9'168'0,"0"-1"5"16,1 1 3-16,2-5 1 0,-3-2-7 15,1 0 1-15,0-2-3 0,3-6-1 0,2 0-14 0,-4 6-1 16,-2 2-5-16,4 3-4 0,-3 1-3 0,-1 2-4 16,-1 3-15-16,-1 3-12 0,2-2-7 0,-1 1-15 15,2 2-8-15,-7 3-6 0,13 0-8 0,-2 6-8 16,-3-1-4-16,1 1 2 0,0 2-14 16,0-2-5-16,-3 6-6 0,2 1-19 0,-1-2-15 0,-2 1-29 15,-1 1-30-15,1-1-49 0,-2-1-69 0,-2 2-74 16,1-3-177-16,0-2-467 0,-2-8 207 15</inkml:trace>
  <inkml:trace contextRef="#ctx0" brushRef="#br0" timeOffset="89688.48">8626 8550 2835 0,'-4'-19'31'0,"0"0"43"16,0 6 21-16,2 4-19 0,-3-2-10 0,2 6-8 15,2-1-14-15,1 6-12 0,-1-9 2 0,1 9 14 16,0 0 14-16,0 0 6 0,-4 33 4 0,3-7 10 16,1 2-3-16,0 1 1 0,0 2-5 0,0 2-1 15,0-3-8-15,0 0-3 0,2 0-2 0,-2 1-8 16,2-3-5-16,-1-3-5 0,-2 1 2 0,1-7-14 16,2 0-23-16,-1 0-27 0,-1-2-21 0,-1-1-39 15,1-3-38-15,0-3-32 0,0 1-49 0,-1-3-58 16,1-8-49-16,0 12-235 0,0-12-585 0,-1 5 258 15</inkml:trace>
  <inkml:trace contextRef="#ctx0" brushRef="#br0" timeOffset="89937.08">8509 8758 209 0,'-4'-8'209'0,"4"8"-20"15,0 0-18-15,9-7-14 0,-9 7-20 0,12-2-10 16,-1 0-11-16,-4 2-5 0,6 0 0 0,1-3-2 15,5 2-9-15,2 1-2 0,-3-2-7 0,2 1-3 16,-2-2-14-16,1 0 6 0,-6 1-10 0,-2 1-4 16,-3 1-11-16,0 0-2 0,-8 0-5 0,15 1-2 15,-9 1 13-15,0 1 6 0,-1 3-1 0,0-2 6 16,0 0 0-16,-1 5-6 0,-3 0-3 0,3 3-5 16,-3-3-9-16,-1 5-7 0,0-3-19 0,-2 0-20 15,-1 4-23-15,2 1-24 0,-1-4-40 0,1-1-43 16,1 1-46-16,1-3-68 0,-4 1-163 0,1-2-439 15,2 1 195-15</inkml:trace>
  <inkml:trace contextRef="#ctx0" brushRef="#br0" timeOffset="90081.08">8710 8731 2126 0,'-6'-17'13'0,"1"-2"-13"0,0 7 15 0,0 2-20 16,1 0 5-16,1 5-10 0,3 5-9 0,-4-9-28 0,4 9-13 15,0 0-24-15,8-7-24 0,-8 7-22 0,18 5-153 16,-8 2-304-16,1-1 135 0</inkml:trace>
  <inkml:trace contextRef="#ctx0" brushRef="#br0" timeOffset="90420.83">9057 8733 132 0,'0'0'251'15,"0"0"-8"-15,0 0-14 0,-27-8-3 0,17 8-6 16,-3 0-5-16,0 3-11 0,-5 2-8 0,2 3-12 15,-3 1-9-15,2 0-1 0,2 3-14 0,0-1-16 16,1 3-10-16,4 0-20 0,0 0-7 0,1-5-9 16,5 4-11-16,0-4-11 0,2 3-5 0,3-1-12 15,0 1-7-15,3-2-9 0,1-1-8 0,3 0-12 16,0-2-11-16,1-1-4 0,3-2-12 0,0-2 1 16,1 0-5-16,-2 0 0 0,1-4-6 0,-5 2-4 15,5-3 14-15,-3-1-11 0,-2 0 4 0,1 1 4 16,-3-2-2-16,-1-2 2 0,-1 0 0 0,-2 0 3 15,0-3-3-15,-1 0 4 0,0 10 2 0,1-12 9 16,-2 3 0-16,1 9 2 0,-1-8-5 0,1 8 7 16,0 0-2-16,-1-8-8 0,1 8 5 0,0 0 1 15,0 0 3-15,0 0 3 0,0 0 1 0,-4 32-5 16,2-21 0-16,1 1 2 0,1-1-9 0,3 1-16 16,-3 0-17-16,2 0-37 0,2 0-37 0,0-1-45 15,0-1-58-15,0-4-64 0,-1 1-204 0,-3-7-514 16,11 7 228-16</inkml:trace>
  <inkml:trace contextRef="#ctx0" brushRef="#br0" timeOffset="90620.53">9218 8512 2 0,'0'-13'341'0,"0"7"-23"15,0 6-23-15,-1-14-34 0,1 14-28 16,0 0-14-16,0 0-4 0,0 0 17 0,3 27-31 15,-4-2-18-15,2 8-12 0,-1 2-13 0,2 9-20 16,-2-7-15-16,3-3-9 0,0-2-21 0,-2 1-29 16,2-2-38-16,-2-2-44 0,3 3-39 0,0-4-47 15,1-2-63-15,3-4-62 0,-3-2-240 0,-2-4-508 16,5-2 225-16</inkml:trace>
  <inkml:trace contextRef="#ctx0" brushRef="#br0" timeOffset="91187.05">9666 8786 94 0,'-1'-8'336'15,"1"8"-11"-15,-3-10-16 0,3 10-15 0,-2-4-14 0,2 4-9 16,0 0-15-16,0 0-11 0,-13 18-21 0,11-9-17 16,-1 3-30-16,2-1-11 0,2 1-19 15,-1-1-7-15,7 5-7 0,-5-2-18 0,7-2-11 16,-1-1-2-16,1 2-18 0,2-5-2 0,2 3-15 0,-3-4-8 15,5 3-7-15,-2-7-25 0,0 2-14 0,0-2-1 16,-2-2-23-16,-2 0-8 0,0-2-3 16,-9 1 5-16,14-4-18 0,-9 1-10 0,-1-4 6 0,-3-1-5 15,1-1-3-15,-4-2-2 0,0-5 2 0,-6 0 3 16,2-1 7-16,-3-7 3 0,0 6 4 0,0 0 5 16,0 0 10-16,3 4 5 0,-1 3 8 0,3 1 3 15,1 2 6-15,0 4 12 0,3 4-13 0,-4-12-4 16,4 12 4-16,-4-7-9 0,4 7 8 0,0 0-5 15,6-9 12-15,-6 9-13 0,13-6-1 0,-1 2 9 16,5-1-10-16,1 0 7 0,10-4-1 0,-2-2-10 16,5 2 9-16,-7-4-3 0,2 1 3 0,-9 1-6 15,6-5 5-15,-7 6-2 0,5-8 5 0,-6 7-1 16,-1-5-1-16,-4 0-2 0,0-1 4 0,-2 0-6 16,1-7 17-16,-1 6-7 0,-6 0 12 0,2-2-8 15,-5 2 0-15,3-2 0 0,0 5 2 0,-2 5-1 16,1-1 2-16,-1 6-1 0,0 5-2 0,1-13-4 15,-1 13 1-15,0 0 13 0,0 0-1 0,0 0 5 16,0 0-6-16,-11 58 8 0,6-26 22 0,-3 18-10 16,3 0 4-16,-3 2 7 0,6-1-2 0,-6-2-1 15,8 2 1-15,-5-2-14 0,1-3 0 0,0-13-2 16,3 1-7-16,-2 0 0 0,1 0-17 0,2-4-12 16,-3-2-33-16,3 0-33 0,-1-3-33 0,1-5-44 15,2-2-42-15,-2-1-65 0,0-4-58 0,-2-2-270 16,2-11-629-16,-4 13 279 0</inkml:trace>
  <inkml:trace contextRef="#ctx0" brushRef="#br0" timeOffset="91337.04">9931 8849 79 0,'-3'-10'276'15,"3"10"-29"-15,-1-7-24 0,1 7-22 0,0 0-20 16,10-8-23-16,-3 3-21 0,3 3-23 0,4-1-34 15,14-1-47-15,5-1-67 0,4 0-70 0,2 0-162 16,14 1-287-16,6 0 128 0</inkml:trace>
  <inkml:trace contextRef="#ctx0" brushRef="#br0" timeOffset="91737.73">11062 8738 2761 0,'5'-19'15'0,"-4"1"7"0,-1 0 36 0,-2 3-21 15,-2 5-4-15,-2-2 8 0,0 3 4 0,0 0 3 16,-4 3 3-16,1 2 5 0,-1-1 6 0,-3 3 6 16,-4 4 2-16,-2 3 1 0,0 2-1 0,-4 9-3 15,1 4 3-15,-1 0-3 0,4 5-6 0,-1 4-2 16,3-5-15-16,3 1 10 0,4 3-13 0,2-1-2 0,4-3-1 15,4-4-9-15,3 0-29 0,4-1-19 16,4-2-23-16,1-1-20 0,10 0-26 0,4-1-31 16,0-4-43-16,4-3-49 0,5-6-53 0,0 1-255 15,-2-4-562-15,2-1 250 0</inkml:trace>
  <inkml:trace contextRef="#ctx0" brushRef="#br0" timeOffset="92086.48">11356 8741 111 0,'-5'-10'246'0,"-4"0"-4"0,1 2-7 0,-2 2-16 16,-2 4-15-16,1 2-8 0,-2 4-13 0,-4 4-12 16,4 4-4-16,-9 5-20 0,5 2-16 0,4-2-17 15,1-2-7-15,1 2-9 0,4 1-11 16,0-2-8-16,5 1-1 0,2-4-9 0,1-2-7 0,1 0-4 16,4-2-10-16,-3 0-6 0,5-4-3 0,2 1-7 15,2-2-7-15,-1-4-7 0,5 0-1 0,-3 0-4 16,0-5-5-16,0 0 3 0,0 0-5 15,-3-3 1-15,-1 1 3 0,0-4-5 0,-1 2 0 0,-2-1 1 16,-2 0-2-16,1-3 7 0,-2 2-11 0,-3 0 3 16,0 1 6-16,1 2 6 0,-1 8 10 0,1-13-2 15,-1 13-1-15,0-9-3 0,0 9-11 0,0 0 1 16,0 0 1-16,0 0 0 0,0 0 4 0,0 0 1 16,0 0 10-16,-2 31-13 0,2-19-3 0,0 4 3 15,0-5-5-15,5 6 2 0,-5-1-21 0,4 1-16 16,-2-5-22-16,2 4-18 0,0-5-37 0,-1 2-45 15,2-2-50-15,0-4-47 0,2 1-205 0,-2-4-489 16,-5-4 217-16</inkml:trace>
  <inkml:trace contextRef="#ctx0" brushRef="#br0" timeOffset="92304.16">11583 8593 7 0,'-2'-26'284'0,"4"7"-1"0,-4 3-4 0,2 5-12 15,0 2-16-15,0 9-25 0,0-11-30 0,0 11-10 16,0 0-11-16,0 0-6 0,0 0 2 0,4 31-1 16,-4-3-5-16,-2 2-18 0,2 5-2 0,-5 9-20 15,3-9-4-15,-1 0-13 0,0 0-8 0,3 1-12 16,-2-1-12-16,2-5-20 0,-3 1-22 0,3-2-34 16,-2-4-32-16,2-7-37 0,-1 0-33 0,-1-7-44 15,1 5-59-15,2-6-65 0,-3-1-232 0,2-9-542 0,-4 9 240 16</inkml:trace>
  <inkml:trace contextRef="#ctx0" brushRef="#br0" timeOffset="92970.73">11537 8832 1931 0,'8'-15'14'0,"1"-1"-17"0,-1 1 0 0,2 0 6 16,1-1-8-16,3 0 6 0,0-4 3 0,8 4 7 15,-9 0 11-15,7-3 6 0,-2 1 10 0,-1 5 9 0,-3-1 9 16,3 0 12-16,-2 1-2 0,-5 1 6 15,2-1 4-15,-3 5 6 0,1-1 5 0,-4 2 1 16,-1 2-2-16,-1 1-1 0,-1-1-8 0,-3 5-2 16,7-5-12-16,-7 5-1 0,0 0-7 0,0 0-2 0,0 0-1 15,4 21-3-15,-4-3-2 0,-4-1-10 0,-3 9-2 16,2-1-2-16,-1 4 1 0,1-1-13 16,1-1 5-16,-1 1 7 0,3-1-13 0,1-6 3 15,-1-3-9-15,2 0 3 0,-2-2-1 0,2-5-4 0,0 0-7 16,2 1 8-16,-2-6-6 0,0-6 2 0,-2 13-4 15,2-13 1-15,2 8 12 0,-2-8-13 0,0 0 5 16,0 7-4-16,0-7-3 0,0 0-3 0,0 0 0 16,0 0 1-16,0 0-4 0,16-19 2 15,-11 8-5-15,1 1-7 0,-1 0-1 0,4-1-1 0,-2 0 2 16,0 3 1-16,1-1 1 0,-2 5 11 0,-2-1-14 16,3 2 2-16,-7 3-2 0,12 1 5 0,-12-1 3 15,10 9 5-15,-4-1 3 0,1 1 2 0,-3 0 2 16,1 1 2-16,2-1-3 0,-4 1 0 0,3 0 0 15,-1 0 2-15,1-3 3 0,0 0-3 0,0-2 1 16,0-1 0-16,2-3 1 0,2 1-3 0,1-4 1 16,1 1 0-16,-1-3-2 0,2 0 2 0,-4 0 4 15,1 0-3-15,1-2-6 0,-3-1 4 0,-1-1 0 16,0 1-3-16,-1-2-6 0,-1 1 8 0,1 0-3 16,-3-2 2-16,1 2-4 0,-1 1 0 0,-1-1 3 15,0 3-6-15,-2 5-3 0,3-6-1 0,-3 6 5 16,0 0 2-16,0 0-2 0,0 0 4 0,0 0 2 15,9 13-5-15,-8-6 5 0,-1-7-1 0,3 17 1 16,-1-10 0-16,0 1 5 0,1-2 8 0,1 0-16 16,1-1 3-16,-1 0 4 0,0-2-2 0,1 1 0 15,-5-4-3-15,14 2 2 0,-5-3 1 0,-9 1 3 16,15-4 1-16,-7 1-2 0,0-2 5 0,-2 0 9 16,-1-1 0-16,-1 1 5 0,1-5-2 0,-2 2-4 15,-1-2 19-15,-2 1-26 0,0 0 3 0,0 9 0 16,-5-17-11-16,-2 7-8 0,0-2-17 0,-1 5-16 15,-1-1-16-15,-5 0-19 0,1 3-28 0,1 4-19 16,-1-1-27-16,-3 5-45 0,5 1-68 0,-2 0-269 16,-1 3-568-16,1 1 252 0</inkml:trace>
  <inkml:trace contextRef="#ctx0" brushRef="#br0" timeOffset="93753.46">12399 8795 241 0,'0'0'278'0,"-7"-16"-6"16,4 13-6-16,3 3-13 0,-12-5-7 0,7 2-3 16,5 3-19-16,-14 3-14 0,14-3-16 0,-17 7-12 15,9 1-17-15,-1-1-11 0,1 7-16 0,3-3-14 16,-1 0-10-16,1 3-11 0,3-3-8 0,1 2-10 16,-1 2-6-16,4-4-12 0,-1 0-6 0,1 0-3 15,3 0-3-15,3-1-5 0,-3-2-11 0,3-1 4 16,2 0-5-16,-1-2-9 0,4-1 4 15,-1-2-7-15,1 0 3 0,5-5-5 0,-5 0 10 0,-2-1-18 16,1-1 10-16,3-4-6 0,1 1-4 0,-3-4-9 16,-1 0 8-16,-3-2-1 0,0-1-7 0,0-3 3 15,-4 0-4-15,-1-8 1 0,0-1 0 0,1 3-1 16,-5-4-2-16,2 0 2 0,0-2 4 0,-4 3 3 16,0-5 0-16,-1 4 7 0,1 2 20 0,1 8-4 15,0-9 5-15,-1 10 4 0,-2 6 0 0,4 2 0 16,0 3-3-16,0 6-6 0,0 0-11 0,-2-17-5 15,2 17-8-15,0 0 3 0,0 0-8 0,0 0 3 16,0 0 0-16,0 49 3 0,-2-21-8 0,1 0 6 16,1 4-2-16,-3 1-1 0,3-1 0 0,0-3 1 15,3 2-5-15,-2-5 2 0,3-1 0 0,0-4 0 16,0-2-3-16,5-2 6 0,-2-3-4 0,2 0 4 16,-2-4-7-16,2-2 4 0,2 0-1 0,1-1-2 15,4-4-8-15,3 2 1 0,-3-4-7 0,2-2-5 16,2-1-4-16,-1-3-7 0,2 0-11 0,-2-4-7 15,-4 1-4-15,-1-4-7 0,3-1-5 0,-3-2 18 16,-5 1-15-16,0-1-3 0,-1-5-8 0,-2 3-2 16,-2-2 20-16,-4 1-4 0,0 3 3 0,0 3 5 15,0 0 13-15,0 5 13 0,0 7-7 0,-6-12 1 16,6 12 6-16,-7 1 3 0,7-1 8 0,-18 16 7 16,7-2 7-16,-1 2-5 0,-5 4 17 0,9-1-1 15,-1-1 11-15,3-3-8 0,-1 2-7 0,3-2 0 16,-1 2 1-16,5-5-4 0,-2-1 0 0,4-1 22 15,5 1-26-15,-3-4-4 0,5-1-5 0,0-3 3 0,5 0-6 16,4-2-5-16,4-3-1 0,5-3-9 0,-6-1-8 16,-2-1 0-16,8-2 5 0,-2-4 1 0,-10 3 8 15,2 0-7-15,-2-2 10 0,-3 0-1 0,-1-2-2 16,0-3-14-16,-6 6 3 0,1-6-3 16,-1 2 9-16,-1 3-1 0,0-1 3 0,-3 3 4 0,4 4 3 15,-5 0 3-15,0 6 4 0,0 0 13 0,0 0 8 16,0 0 14-16,0 0 5 0,0 0 7 0,-18 32-6 15,13-15-1-15,-5-1-2 0,0 3-5 16,1-1 3-16,-3 5-10 0,3-5-25 0,3-1-34 0,-1-1-41 16,1 1-38-16,2-2-51 0,0-3-70 0,4-2-62 15,0-1-213-15,0-9-556 0,0 0 247 0</inkml:trace>
  <inkml:trace contextRef="#ctx0" brushRef="#br0" timeOffset="94353.45">13818 8356 98 0,'3'-6'252'0,"3"-2"-22"16,-4 1-22-16,1 1-23 0,1 2-23 0,-4 4-16 15,2-8-19-15,-2 8-9 0,0 0-13 0,0 0-15 16,0 0-7-16,0 0-4 0,0 0-8 0,0 0-2 15,-17-1-2-15,17 1-1 0,0 0-3 0,-12 9 6 16,7-6-7-16,1 2-2 0,4-5-3 0,-7 5 1 16,3-1-2-16,4-4 8 0,-9 4-1 0,9-4 10 15,-5 5 3-15,5-5 6 0,-8 4-1 0,8-4-1 16,-5 4 0-16,5-4 4 0,-8 4-6 0,8-4 2 16,-6 4 4-16,6-4 2 0,0 0-7 0,-6 4-6 15,6-4-1-15,0 0 9 0,0 0-1 0,0 0-6 16,0 0 1-16,0 0-1 0,0 0 0 0,0 0-9 15,0 0 4-15,-7 2-5 0,7-2-5 0,0 0-4 16,0 0 5-16,0 0 0 0,0 0 4 0,-2 7 3 0,2-7 4 16,0 0 1-16,-6 5 3 0,6-5-3 0,0 0-3 15,-5 5-3-15,5-5-4 0,-7 3-3 16,7-3-1-16,-7 3-8 0,7-3-3 0,0 0-5 16,-9 7-4-16,9-7-2 0,-6 3-4 0,6-3 1 0,-6 3-5 15,6-3-2-15,-8 4-2 0,8-4-1 0,-9 2-2 16,9-2 3-16,-16 2-4 0,5-2 1 15,0-1-6-15,-3 2 0 0,-3 1 0 0,-2 2-6 16,1-2 1-16,1 5-3 0,-2-3 3 0,0 5-4 0,-2-2-4 16,5 2 0-16,1 5 2 0,2 1-2 0,-1 10 0 15,1 7 7-15,3 0-3 0,5 3 0 0,-5 12 2 16,3-2 3-16,7-9 0 0,-5 12 0 0,3-14 1 16,2 0-4-16,2-5 2 0,-4 2 1 0,4-3-4 15,-2 0 1-15,0 1 1 0,3-3-2 0,-1-6-2 16,0 5-1-16,0-9-22 0,1 4-14 0,-3-4-23 15,0 1-36-15,0-5-29 0,2-2-37 0,-2-1-39 16,0-1-31-16,0-8-30 0,0 10-23 0,0-10-58 16,-4 5-61-16,4-5-264 0,0 0-719 0,0 0 318 15</inkml:trace>
  <inkml:trace contextRef="#ctx0" brushRef="#br0" timeOffset="94803.84">13306 8855 160 0,'-4'-6'264'0,"2"0"-24"16,2 6-16-16,-3-8-26 0,3 8-16 0,0 0-26 0,5-10-9 16,1 7-14-16,5-1-13 0,5 0-11 15,5 0-11-15,10 0-12 0,-1-5-5 0,1 2-7 16,2 3-9-16,-1-1-8 0,-3-2-5 0,-2 1-4 0,-5 3-3 16,-4 1 1-16,-5-2 4 0,-1 3 1 15,-3-2-4-15,0 2 4 0,-3-1 12 0,-6 2-6 16,12 0 5-16,-12 0 1 0,7-1-1 0,-7 1-8 15,0 0 2-15,0 0-3 0,0 0 0 0,0 0-7 0,-3 16-2 16,-1-7-7-16,0 1 0 0,-1 1 0 0,0 2 0 16,1 2-2-16,-1 2-6 0,1-4-2 0,2 0 0 15,0 0-4-15,2-1-4 0,0 1 0 16,2-1 0-16,0-2-6 0,5 1 2 0,-3-4-5 0,3 1 4 16,0-1-4-16,2-1-11 0,1-2 2 15,-4-2 0-15,5-1-2 0,0-1-1 0,3 0-6 16,-3-3 5-16,2-1-2 0,1-2 2 0,-1-1 1 0,-2 0-1 15,0 1 0-15,-2-3 1 0,1 0 1 0,-4 1-2 16,3-1 6-16,-1-3-4 0,-4 3-1 0,2 1 4 16,-1 2-7-16,-1-2 18 0,0 0-4 0,0 4-6 15,-4 4-3-15,4-6-3 0,-4 6 1 0,4-6 1 16,-4 6-6-16,0 0-7 0,0 0-10 0,7-2-18 16,-7 2-24-16,0 0-22 0,0 0-37 0,8 9-51 15,-8-9-65-15,7 4-260 0,-7-4-542 0,9 3 239 16</inkml:trace>
  <inkml:trace contextRef="#ctx0" brushRef="#br0" timeOffset="95172.83">14775 8529 318 0,'3'-10'327'0,"-2"4"-14"0,1 0-20 0,-2 6-23 15,1-10-25-15,-1 10-29 0,0-5-26 0,0 5-20 16,0 0-4-16,0 0-7 0,0 22-14 0,0-4-6 16,-1 8-12-16,-1 2-8 0,2 1-14 0,-1 1-12 15,0 2-1-15,2-3-18 0,-1 0 0 0,3-1-15 16,-2-1-7-16,1-4-35 0,0-5-10 0,2 0-22 16,-3 0-23-16,1-2-29 0,0-5-24 0,-2 1-33 15,0-2-51-15,2 0-49 0,1-4-49 0,-3-6-188 16,-5 9-499-16,5-9 221 0</inkml:trace>
  <inkml:trace contextRef="#ctx0" brushRef="#br0" timeOffset="95424.59">14662 8543 92 0,'16'-14'200'0,"4"6"8"0,8-3-14 15,-2 5-9-15,4 5-3 0,3 1-9 0,-1 4-15 16,-1 3-2-16,-2 5-9 0,-1 4-8 0,-1 0-9 15,-1 5-13-15,-5 0-5 0,-1 4-10 0,-7 0-10 16,3-1-5-16,-7-1-4 0,0-3 6 0,-5-1-4 16,-6 0 8-16,1 2-4 0,-5-4-1 0,1 3-4 15,-3-4-5-15,-1 1-1 0,-2-2-12 0,2-1 4 16,-4-2-17-16,-1 1-18 0,3-2-22 0,-1-3-25 16,-1 1-28-16,4-4-28 0,-1 1-42 0,2 0-48 15,2-2-54-15,-1-2-57 0,7-2-166 0,-7 3-472 16,7-3 209-16</inkml:trace>
  <inkml:trace contextRef="#ctx0" brushRef="#br0" timeOffset="95603.86">15247 8735 152 0,'7'-7'324'0,"0"2"-35"0,-1 0-22 0,-3 2-30 0,-3 3-9 16,0 0-6-16,0 0-3 0,13 10 3 0,-9 1-12 15,-4 5-9-15,1 0-23 0,-3 3-8 0,2 6-18 16,-4-6-11-16,2 5-18 0,-2-5-16 0,-1 7-27 15,1-10-33-15,0 0-39 0,0 1-40 0,2-5-34 16,0 5-37-16,-2-7-55 0,4-2-59 16,0-1-66-16,0-7-170 0,0 10-491 0,0-10 217 0</inkml:trace>
  <inkml:trace contextRef="#ctx0" brushRef="#br0" timeOffset="95953.73">15651 8510 162 0,'6'-9'280'0,"1"0"-16"0,-4 4-22 0,1-1-22 16,-1 0-22-16,-3 6-2 0,0 0 10 0,0 0 9 15,9 22-1-15,-10-5 9 0,-3 8-15 0,1 4-1 16,-2 2-13-16,-4-1-5 0,-2 2-20 0,0-3-5 16,0 2-21-16,1-5-11 0,1 1-18 0,1-4-9 15,2-5-12-15,1 0-10 0,1-2-5 0,2-2-10 0,4-3-4 16,-2 0-17-16,1-2 2 0,2 0-30 15,-1-4-11-15,2 0-1 0,2-2-1 0,-1 0-8 16,-5-3 6-16,13 0-4 0,-13 0 6 0,14-11-1 16,-8 3-4-16,0-3 2 0,-2-5 2 0,0-2 3 15,-4 0 2-15,-2-9-2 0,-3 1 9 0,-2 0-23 16,-5-3 5-16,-3 4 4 0,-2 1 3 0,-1 2-6 16,-2 3-3-16,-3 2-2 0,2 1 5 0,2 6-12 15,-1 3-16-15,2-1-28 0,-3 2-21 0,3 6-36 0,-1 3-46 16,1 2-30-16,3 3-54 0,7-2-64 15,-3 3-267-15,5 0-621 0,5-1 274 0</inkml:trace>
  <inkml:trace contextRef="#ctx0" brushRef="#br0" timeOffset="96187.46">16157 8497 2765 0,'12'-15'35'0,"-2"-2"59"0,-4 1 6 16,-1 5 15-16,-1-2 4 0,-3 5 3 0,2-2 2 15,-2 3 14-15,0 2-16 0,-1 5 0 0,2-10-20 16,-2 10 0-16,0 0-12 0,1-6-16 16,-1 6-2-16,0 0 1 0,4 24-2 0,-3-4-6 0,1 8-3 15,-2-1-9-15,1 2 0 0,0 3-4 0,-3-1-5 16,2-1-11-16,0-1-1 0,-2 2 2 0,2-4-13 16,0 1-32-16,-1-4-32 0,0-5-35 0,-2 1-24 15,3-2-37-15,-4-1-27 0,2-1-30 0,-1 1-43 16,0-8-60-16,1 3-23 0,-2-4-227 0,0 0-594 15,1-5 262-15</inkml:trace>
  <inkml:trace contextRef="#ctx0" brushRef="#br0" timeOffset="96455.65">16189 8438 113 0,'10'-7'242'0,"2"-1"-10"16,0 2-16-16,1 4-5 0,5 2-11 0,-1 1-17 15,2 5-18-15,-1 4-6 0,-2 3-11 0,5 7-7 0,-2 3-1 16,-1 1-15-16,-4 0-7 0,-3 3-8 16,-2-3-12-16,-3 2-10 0,-4-2-7 0,-2-5-10 15,-4 0 2-15,-2 3 7 0,-6 2 0 0,0-7 3 0,-4 2-6 16,-4-2 4-16,2-4-6 0,-4 3-6 16,-2-2-14-16,-2-2 0 0,2 1-6 0,5-6-6 15,-2 2-7-15,2-2-7 0,3-1-30 0,2-3-23 16,1 1-23-16,6-1-21 0,0-1-27 0,-2-2-59 0,9 0-65 15,-12-4-74-15,12 4-179 0,-7-8-509 0,7 8 226 16</inkml:trace>
  <inkml:trace contextRef="#ctx0" brushRef="#br0" timeOffset="96687.48">16597 8655 115 0,'10'0'215'0,"0"-1"-19"0,0 1-7 0,-3 2-1 16,-1 0 7-16,-1 1-7 0,0 4-5 0,-2-1-11 15,-1 1-4-15,1 2-5 0,-3 0-4 0,-3 1-13 16,0 2-8-16,-1-1-7 0,-1-1-5 0,1 0-1 16,-1 1-3-16,0 0-12 0,2-3 2 0,-1 0-1 15,3-2-17-15,1-6 1 0,-3 14 1 0,3-9 4 16,0-5 0-16,4 11-5 0,1-8-17 0,2 4 7 16,3-4-8-16,4-3 1 0,3 0-20 0,4 0-25 15,7-6-43-15,3 1-32 0,1-3-37 0,-1 0-37 16,-1-1-44-16,4-1-60 0,-1-4-57 0,-2 3-280 15,-3-2-602-15,-4 3 267 0</inkml:trace>
  <inkml:trace contextRef="#ctx0" brushRef="#br0" timeOffset="96840.33">17054 8700 151 0,'-9'4'240'0,"9"-4"-4"0,0 0-10 0,-6 2-10 15,6-2-14-15,0 0-19 0,0 0-19 16,0 0-11-16,0 0-21 0,-3 7-7 0,3-7-15 0,0 0-21 15,0 0-26-15,13 5-30 0,-13-5-44 0,8 3-64 16,-2-2-62-16,-6-1-213 0,7 3-380 16,-7-3 169-16</inkml:trace>
  <inkml:trace contextRef="#ctx0" brushRef="#br0" timeOffset="97404.3">17924 8435 2729 0,'12'-16'108'0,"-1"1"-6"0,-5 6-12 15,0-3 26-15,-1 6 15 0,0-4-2 0,-1 4 25 16,-4 6-31-16,5-10-10 0,-5 10-6 0,4-5-6 0,-4 5 0 15,0 0-13-15,3-4-3 0,-3 4-1 16,0 0-6-16,0 0-7 0,0 0-10 0,-11 21-2 16,11-11-6-16,-2 2 5 0,-1-1-15 0,3 0-4 15,3 1-4-15,2 5-1 0,0-1 2 0,3-1-4 0,2 0-2 16,4-1 1-16,-1 0-3 0,3 1-1 0,0-1-10 16,-1-2 0-16,0 2 1 0,3-2-6 15,-5-3-1-15,2 2 2 0,-6-4-4 0,3 0 2 0,-3 2-1 16,0-2-1-16,-4 1-3 0,-1-2-1 0,1-1-7 15,-5-5 11-15,0 10 1 0,0-10 5 0,-8 11-1 16,0-5-2-16,-2 0 1 0,-6 0 3 16,3-1-10-16,-4 0-1 0,0-1-15 0,0 0-4 0,0-2-9 15,3 0-15-15,2-2-31 0,-1-1-36 0,1 0-35 16,0 0-34-16,1-3-43 0,-1 1-48 0,2-2-51 16,0-1-54-16,1-1-226 0,3-1-645 0,-2-2 286 15</inkml:trace>
  <inkml:trace contextRef="#ctx0" brushRef="#br0" timeOffset="97560.71">18018 8351 175 0,'9'-15'279'0,"0"6"-25"0,-2 1-23 15,2-1-13-15,0 2-14 0,3-1-16 0,-1 1-11 16,4 1-23-16,2-3-15 0,2 6-19 0,3-3-10 16,5 1-11-16,1 3-10 0,0 2-26 0,2 0-38 15,-1 1-46-15,-1 4-65 0,-6-4-68 0,-4 5-224 16,0-1-409-16,-4 3 181 0</inkml:trace>
  <inkml:trace contextRef="#ctx0" brushRef="#br0" timeOffset="97854.13">17288 8674 120 0,'-10'-1'312'0,"0"-3"-3"0,2 3-6 0,8 1-5 16,-13-1-13-16,13 1-3 0,-8 0-13 0,8 0-11 16,0 0-26-16,-7-6 1 0,7 6-32 15,0 0-18-15,0 0-20 0,0 0-9 0,18-6-20 0,-4 3-24 16,2 0-34-16,3-1-40 0,0 1-41 0,-2 2-48 15,4-3-34-15,-3 2-34 0,-1 2-31 0,-4 2-45 16,1-2-41-16,-3 2-21 0,-2 0-216 0,-3 0-514 16,0 2 228-16</inkml:trace>
  <inkml:trace contextRef="#ctx0" brushRef="#br0" timeOffset="98004.95">17399 8717 238 0,'-6'1'243'0,"-3"2"-1"0,9-3 2 15,-13 1 0-15,7 1-7 0,6-2-6 0,-13 2-3 16,13-2-15-16,-9 5-15 0,9-5-16 0,-6 1-12 15,6-1-11-15,0 0-9 0,0 0-6 0,0 0-24 16,0 0-13-16,0 0-11 0,23 7-30 0,-3-7-33 16,7 0-46-16,4-3-48 0,2 2-63 0,5-1-78 15,0-2-103-15,0-1-169 0,13-2-513 0,-14-1 227 16</inkml:trace>
  <inkml:trace contextRef="#ctx0" brushRef="#br0" timeOffset="98420.84">18713 8532 305 0,'0'0'311'0,"0"0"-17"0,0 0-15 15,-8-13-5-15,8 13-17 0,-5-5 1 0,5 5-18 16,-6-4-9-16,6 4-11 0,0 0 2 0,-9-4-15 15,9 4-16-15,0 0-12 0,0 0-4 0,-5-3-5 0,5 3-11 16,0 0-8-16,0 0-13 0,0 0-13 16,0 0-15-16,0 0-2 0,0 0-13 0,22-2-13 15,-5-2-9-15,3 4 4 0,8-2-16 0,0 0-11 0,-1 1-21 16,1-4-23-16,0 1-35 0,-1 3-43 0,-8 0-40 16,1-1-33-16,-1 1-38 0,-7 0-43 0,1-1-44 15,-3 1-51-15,-4 1-300 0,-6 0-671 0,7-3 298 16</inkml:trace>
  <inkml:trace contextRef="#ctx0" brushRef="#br0" timeOffset="98637.08">18852 8371 27 0,'-2'-6'304'0,"-3"0"-4"0,5 6 2 0,-7-9-9 16,5 5-10-16,2 4-16 0,-5-5-23 0,5 5-20 15,0 0-21-15,-4-8-23 0,4 8-19 0,0 0-18 16,0 0 3-16,0 0 0 0,0 0 8 0,2 32-10 15,1-17-13-15,-1 2 3 0,1 1-27 0,-2-1-8 16,3 5-6-16,-1-3-11 0,-1 1-5 0,2 4-11 16,-1-5 1-16,-1 0-23 0,1-1-28 0,-2-1-30 15,0-1-39-15,2 0-40 0,-3-3-37 0,2 1-43 16,-2-2-62-16,2-2-59 0,-1 0-281 0,-1-1-622 16,1-2 276-16</inkml:trace>
  <inkml:trace contextRef="#ctx0" brushRef="#br0" timeOffset="99019.85">19237 8465 2646 0,'5'-11'54'0,"-2"-1"37"0,-1 2-41 0,0 2-8 16,-2 8 17-16,0-11 9 0,0 11 2 0,0 0-4 16,-4-10 6-16,4 10-7 0,0 0 0 15,0 0 4-15,-17 7 4 0,12 1 7 0,-1-1-17 16,2 3 10-16,-1 1-6 0,-2 0-8 0,3 1 7 0,1 0-12 15,-1 2-6-15,1 0-3 0,2 1 3 0,1-2-14 16,0-2-3-16,0-1 3 0,4 2 1 16,0-3-5-16,1 1 3 0,4-3-4 0,-2 0-4 15,2 0 4-15,4-3 4 0,-1-3-4 0,0 2-4 0,2-2 5 16,-2 0-16-16,7-6 20 0,-7 4-15 0,5-4-4 16,-4 2 8-16,5-3-4 0,-4-3-5 0,1 1 4 15,-4-1 1-15,0-1-5 0,-1 0-2 0,-4-1 13 16,0-4-13-16,-3 5 3 0,-1-5-10 0,-2-2 5 15,1 5-4-15,-3 1-4 0,-3-3-1 0,1 0 8 16,-1 4-2-16,0 0 2 0,-3 1-6 0,0 0-5 16,1 0-8-16,0 4-24 0,-2 0-23 0,0 1-28 15,-1 1-32-15,-1 3-42 0,-1 0-36 0,0 2-53 16,1-1-59-16,2 4-291 0,1-3-646 0,2 3 286 16</inkml:trace>
  <inkml:trace contextRef="#ctx0" brushRef="#br0" timeOffset="99196.3">19551 8488 2635 0,'8'-1'155'0,"-8"1"-51"0,10-3-33 0,-10 3 9 15,10-2 22-15,-10 2 12 0,7-1 20 0,-7 1 1 16,0 0 0-16,0 0 7 0,8-2-3 0,-8 2-5 16,0 0-12-16,0 0-16 0,0 0-2 0,0 0-24 15,0 0-34-15,0 0-43 0,0 0-48 0,0 0-40 0,0 0-35 16,6 7-31-16,-6-7-39 0,0 0-49 0,0 0-51 15,1 11-281-15,-1-11-617 0,3 9 273 16</inkml:trace>
  <inkml:trace contextRef="#ctx0" brushRef="#br0" timeOffset="99570.55">19996 8263 167 0,'-2'-10'317'0,"-2"3"-10"0,-1-3-14 15,-1 5-11-15,3 2-15 0,3 3-13 0,-12-6-13 16,12 6-21-16,-15 4 1 0,2 2-10 0,2 4-4 16,-6 5-6-16,2 6-10 0,-3 4-14 0,4-1-14 15,-2 2-11-15,4 3-13 0,0-1-16 0,-1-3-8 16,7 3-8-16,-2-5-13 0,4-3-5 0,2-2-10 16,-2 0-8-16,3 0-8 0,0-1-7 0,3-5-2 15,3 3-7-15,-1-4 6 0,4-1-10 0,-1 0-5 16,5-2-10-16,3 1-2 0,3-3-4 0,-5-1-11 15,5-3-2-15,-2 0 3 0,3-4-13 0,-6 1 5 16,0-2-4-16,0 0 4 0,-2-5-6 0,1 1-4 16,-3 1-1-16,0-4 1 0,0-2-12 0,-6 3 0 15,1-2-1-15,-1 0-3 0,-2-5 3 0,-2 3-1 16,1 3 3-16,-4 0-12 0,0 2 7 0,0 2-11 16,-4-1-4-16,-2 5-10 0,0-1-10 0,-2-2-19 15,-7 8-25-15,0-3-27 0,-2 3-29 0,-5 5-31 16,4-4-35-16,3 1-61 0,6 0-63 0,-2 2-199 15,6-1-591-15,3-2 261 0</inkml:trace>
  <inkml:trace contextRef="#ctx0" brushRef="#br0" timeOffset="99973.7">20151 8335 18 0,'-3'-6'348'0,"3"6"-21"0,-2-7-17 0,2 7-13 0,-2-8-19 16,2 8-25-16,0 0-27 0,0 0-21 0,0 0-22 15,-1-8-19-15,1 8-2 0,0 0-12 0,0 0-4 16,15 16-13-16,-7-9-1 0,-1 6-6 0,2 3-11 16,2 0-10-16,-2 0-6 0,-1 1-13 0,-1 0-3 15,2 0 2-15,-2 0-22 0,-1-1-3 0,-1-2-5 16,-1-3 9-16,1 0-22 0,-1 0-4 0,0-1 0 15,0-2-2-15,-2 1 1 0,1-3-5 0,-1-2-2 16,-2-4-4-16,4 9-1 0,-4-9 21 0,3 4 24 16,-3-4 14-16,10 3 15 0,-10-3-6 0,0 0-7 15,11-7-8-15,-5-2-6 0,1 0-10 0,-1-2-3 16,2-3-10-16,1-3-5 0,0 0-8 0,0-8 5 16,-3 6-10-16,3-4-3 0,-1 4-2 0,-3 2-7 15,-1-1 6-15,0 0-6 0,1 0-3 0,-1 2-4 0,-3 5-11 16,3-2-6-16,-3 4-9 0,0-1-23 15,1 4-31-15,-2 6-38 0,3-10-46 0,-3 10-40 16,2-5-42-16,-2 5-28 0,0 0-43 0,0 0-31 16,0 0-45-16,0 0-217 0,0 0-646 0,0 0 286 0</inkml:trace>
  <inkml:trace contextRef="#ctx0" brushRef="#br0" timeOffset="100130.98">20589 8415 218 0,'12'-2'274'0,"-12"2"-15"0,7-3-6 0,-7 3-21 16,9-6-22-16,-9 6-23 0,9-3-13 0,-9 3-19 16,10-4-28-16,-10 4-28 0,12 0-32 0,-2 0-43 15,-10 0-43-15,13 3-59 0,-7-2-43 0,-6-1-52 16,14 3-142-16,-11 3-341 0,1-1 151 0</inkml:trace>
  <inkml:trace contextRef="#ctx0" brushRef="#br0" timeOffset="100263.86">20635 8504 105 0,'-5'6'220'0,"0"-3"-5"15,0 1 1-15,5-4-4 0,-12 7-1 0,8-6-7 16,4-1-5-16,-6 4-15 0,6-4-12 0,0 0-11 16,0 0-11-16,-3 7-12 0,3-7-17 0,0 0-14 15,0 0-30-15,0 0-30 0,31-1-33 0,-17-1-63 16,7 0-83-16,8-3-72 0,-1-2-191 0,3 3-428 16,-1-1 190-16</inkml:trace>
  <inkml:trace contextRef="#ctx0" brushRef="#br0" timeOffset="100804.81">21356 8196 166 0,'1'-6'287'0,"-1"6"-17"0,0 0-14 0,3-7-11 0,-3 7-8 16,0 0-18-16,0 0-10 0,1-9-15 0,-1 9-10 15,0 0-16-15,0 0-16 0,0 0-6 0,0 0-13 16,3-6-13-16,-3 6-5 0,0 0-15 0,0 0-12 16,0 0-4-16,0 0-11 0,0 0-12 0,0 0-11 15,0 0 2-15,0 0-7 0,0 0-5 0,0 0-4 16,0 0-4-16,0 0-5 0,0 0 8 0,0 0-13 15,0 0-2-15,0 0-8 0,0 0 3 0,0 0-3 16,0 0 2-16,0 0 8 0,0 0-10 0,0 0-4 16,0 0 12-16,0 0-14 0,0 0-9 0,0 0 12 15,0 0-4-15,0 0 3 0,0 0 0 0,0 0-2 16,0 0-3-16,0 0-18 0,0 0-11 0,0 0-17 0,0 0-14 16,0 0-21-16,0 0-27 0,0 0-28 15,0 0-31-15,2 22-52 0,-2-22-45 0,0 0-227 16,-5 10-528-16,-1-7 234 0</inkml:trace>
  <inkml:trace contextRef="#ctx0" brushRef="#br0" timeOffset="102774.54">21373 8210 174 0,'3'-7'197'16,"-3"7"-3"-16,0 0-3 0,0 0-8 0,0 0-13 0,0 0-10 16,0 0-10-16,0 0-7 0,0 0 1 0,-3-12-18 15,3 12-6-15,0 0-10 0,0 0-6 0,0 0-9 16,0 0-5-16,0 0-7 0,0 0 3 15,0 0-11-15,0 0-5 0,0 0-4 0,1-8-8 0,-1 8-3 16,9-1-6-16,2-2-2 0,0 1 5 0,6-1-15 16,0-1-4-16,1 2-6 0,0 1 6 0,0-5-13 15,-4 5-10-15,-2 0-14 0,-1 0-17 0,-3 1-26 16,-8 0-25-16,13 0-38 0,-13 0-47 0,8-1-32 16,-8 1-33-16,0 0-167 0,0 0-420 0,0 0 186 15</inkml:trace>
  <inkml:trace contextRef="#ctx0" brushRef="#br0" timeOffset="103188.38">21279 8193 78 0,'-8'-1'198'16,"8"1"-19"-16,0 0-15 0,0 0-8 0,0 0-14 16,-10 3 9-16,10-3-4 0,-2 8-3 0,2-8-7 15,-4 11-10-15,1 0-11 0,-2-1-5 0,1 5-2 16,1-2-5-16,-1-2-9 0,-1 1-6 0,0 5-11 15,1-7-2-15,0 2-8 0,0-2-3 0,1 2 0 16,1-1-1-16,1-4-2 0,-2-1-8 0,3-6-4 16,-4 12-3-16,3-7 2 0,-1 2 5 0,2-7 2 15,0 0 7-15,-3 8-1 0,3-8 0 0,0 0-3 16,0 0 4-16,0 0-10 0,0 0-6 0,0 0 0 16,16 0-3-16,-16 0-6 0,20-8-5 0,-6 3-4 15,1-2-6-15,2 2 1 0,1 0-5 0,-1 0-1 16,4-2-4-16,-1 5-3 0,1 1 1 0,-1 1-5 15,-2 2-2-15,-1 1 0 0,-1 1-4 0,-2 0 0 0,-2-1 3 16,-3 2 1-16,1 3-5 0,-1 1 0 16,-2-2 4-16,-4 0-2 0,1 4 1 0,-3-3-2 15,-1 3 4-15,-1-1-3 0,-5-2 3 0,1 2 1 16,-2 0 1-16,-3-2 3 0,-1-1-2 0,-2 3-1 0,0-3 3 16,-2 0-5-16,-2-3 4 0,6 0-22 0,-2-2-11 15,-1 0-19-15,2 1-26 0,-1-3-35 0,4 1-40 16,-1-1-43-16,10 0-65 0,-14-2-254 15,8 0-547-15,6 2 242 0</inkml:trace>
  <inkml:trace contextRef="#ctx0" brushRef="#br0" timeOffset="103341">21564 8417 56 0,'7'-3'273'0,"-1"-1"-25"0,-1 1-14 15,-5 3-6-15,9-4-13 0,-9 4-19 0,7-4-6 16,-7 4-28-16,5-2-16 0,-5 2-24 0,0 0-30 15,0 0-29-15,0 0-30 0,0 0-44 0,0 0-55 16,8 7-60-16,-8-7-74 0,-1 10-110 0,1-10-334 16,0 8 148-16</inkml:trace>
  <inkml:trace contextRef="#ctx0" brushRef="#br0" timeOffset="103687.49">21914 8236 171 0,'3'-5'257'0,"-3"5"-15"0,2-9-11 16,-2 9-13-16,0 0-12 0,0 0-5 0,0 0-17 16,0 0-6-16,0 0-9 0,-22 10-9 0,11 4 0 15,0-1-17-15,-2 3-4 0,-1 9-8 0,5-9-2 16,-4 9-14-16,2-2-16 0,4-7-8 0,1 0 2 0,2-2-18 16,0 5-8-16,3-7-2 0,2 1-11 15,-1-3-3-15,3 0-3 0,1-1-1 0,0 1-4 16,1-6-2-16,2 5-4 0,2-5-3 0,-1 1 3 15,0-2-7-15,3 0-3 0,-1-5-5 0,1 2 0 0,-1 0-2 16,0-2-8-16,0-3 23 0,-3 2-20 16,1-3-4-16,-1-2 4 0,-2 0 13 0,-1-2-19 0,0 1-4 15,-4-1-2-15,0 2-3 0,-3-2-7 16,1 1 8-16,-4 0 3 0,0 2-15 0,1 2-8 0,-6-2-8 16,2 4-18-16,-2 2-12 0,-1-1-26 0,0 4-26 15,-2 0-28-15,1 0-46 0,0 2-59 0,-2 4-71 16,5-1-178-16,-3-1-531 0,3-1 235 0</inkml:trace>
  <inkml:trace contextRef="#ctx0" brushRef="#br0" timeOffset="104092.11">22143 8299 2512 0,'7'-8'92'0,"-2"3"3"16,0 0-41-16,-5 5-24 0,6-8-7 0,-2 6 6 15,-4 2-7-15,5-6-4 0,-5 6-2 0,0 0-2 16,0 0 10-16,0 0 20 0,12 8 6 0,-6 1 11 16,-1 0 21-16,0 3-8 0,4 4-1 0,-2 0-1 15,1 0 4-15,0 2 13 0,0 1-15 0,1-1-4 16,-2-1-3-16,0 0 0 0,-2 0-10 0,1-3 2 16,1-2-6-16,-3-2-7 0,-1 0 4 0,3-3-10 15,-3 1 0-15,0-2-1 0,0-1-3 0,-3-5-7 16,5 9 22-16,-2-6-6 0,-3-3 21 0,0 0 11 0,4 7 7 15,-4-7 4-15,0 0-3 0,0 0-5 16,0 0-6-16,16-12-6 0,-10 2-9 0,0 3-3 16,2-3-11-16,4-6-7 0,3-4 4 0,-1-2-8 15,4 0 1-15,-4 0-6 0,2 2-7 0,0 0 3 0,-3 4-4 16,-1 1-6-16,-3 1 2 0,3 2 0 0,-4 3-2 16,-2-1-2-16,2 3 2 0,-3 1-4 15,-2 1-5-15,1 0 0 0,-4 5 1 0,5-5-1 16,-5 5-2-16,6-7-7 0,-6 7-23 0,4-6-28 0,-4 6-32 15,0 0-52-15,3-4-26 0,-3 4-49 0,0 0-32 16,0 0-43-16,0 0-50 0,0 0-325 0,0 0-719 16,0 0 318-16</inkml:trace>
  <inkml:trace contextRef="#ctx0" brushRef="#br0" timeOffset="104259.98">22661 8293 84 0,'4'-2'284'0,"-4"2"-21"0,0 0-16 16,0 0-26-16,6-4-22 0,-6 4-20 0,0 0-31 15,0 0-34-15,0 0-40 0,0 0-53 0,0 0-66 16,0 0-66-16,-28 12-169 0,19-10-303 0,1 1 134 16</inkml:trace>
  <inkml:trace contextRef="#ctx0" brushRef="#br0" timeOffset="105170.74">8024 9994 163 0,'1'-6'275'0,"1"-1"-19"16,-2 7-16-16,1-12-10 0,0 5-12 0,-1 7-5 15,0 0-25-15,0-8-19 0,0 8-13 0,0 0-15 16,0 0-16-16,0 0-15 0,0 0-8 0,0 0-3 16,0 0-2-16,0 0-15 0,0 0-4 0,0 0-11 15,5 29-5-15,-6-17-5 0,2 0-2 0,-1 4 4 16,2 0-30-16,-2 0-17 0,0 0-29 0,-2 0-26 16,4 0-26-16,-4 1-39 0,1-4-49 0,0 1-43 15,1-2-46-15,0 0-162 0,0-2-441 0,1-3 196 16</inkml:trace>
  <inkml:trace contextRef="#ctx0" brushRef="#br0" timeOffset="105354.86">8181 9994 123 0,'1'-7'245'0,"2"1"-20"0,-3 6-21 16,3-10-22-16,-1 4-21 0,-2 6-17 0,0 0-9 15,5-4 1-15,-5 4-7 0,0 0-9 0,0 0-9 0,8 16-11 16,-7-5-12-16,4 0-1 0,-5 4-17 15,2-3-14-15,-2 7-19 0,0 0-32 0,0 0-53 16,-2 6-52-16,4-7-48 0,-4 2-196 0,5-1-373 16,-4-1 166-16</inkml:trace>
  <inkml:trace contextRef="#ctx0" brushRef="#br0" timeOffset="105589.14">9701 9945 168 0,'6'-4'298'0,"-6"4"-30"0,8-5-27 16,-8 5-20-16,9-3-21 0,-9 3-3 0,0 0-7 16,6 8-7-16,-6-8-17 0,1 13-15 0,-1-3 1 15,-1 0-28-15,1 3-10 0,-1-3-14 0,0 3-18 16,-2-1-25-16,2-1-30 0,-1 2-27 0,0 3-32 15,1-4-40-15,-3 4-61 0,3-5-55 16,-2 1-63-16,1-2-127 0,3 0-408 0,-1-3 180 0</inkml:trace>
  <inkml:trace contextRef="#ctx0" brushRef="#br0" timeOffset="105755.88">9964 9972 173 0,'0'-5'277'0,"0"5"-21"15,0 0-15-15,3-10-17 0,-3 10-15 0,0 0-15 16,0 0-17-16,0 0-19 0,0 0-10 0,0 0-15 16,0 0-15-16,0 0-9 0,-16 22-12 0,12-11-41 15,1-4-36-15,-1 6-57 0,2-1-67 0,-1-1-78 16,-5 5-197-16,7-4-408 0,1 0 181 0</inkml:trace>
  <inkml:trace contextRef="#ctx0" brushRef="#br0" timeOffset="106420.74">11416 10039 150 0,'0'0'277'0,"-3"-8"-24"0,3 8-29 0,-5-5-21 15,5 5-9-15,0 0-12 0,0 0-6 0,-9 20-8 16,4-8-19-16,0 4-10 0,-5 7-14 0,3 2-13 16,-1-2-9-16,0 0-10 0,2-5-8 0,0 0-7 15,4 0-10-15,-2-3-7 0,2-2-5 0,0-3 4 16,-2 1-15-16,4-5-1 0,-2 0 5 0,2-6 8 15,-2 10 26-15,2-10-1 0,-1 7 9 0,1-7 4 16,0 0-13-16,0 0-4 0,0 0-8 0,0 0-7 16,-1-24-8-16,1 12 11 0,2-3-18 0,1-2-12 15,2-1 11-15,-1-6-18 0,5-3-2 0,0 0-2 0,-1 0-8 16,2-1 0-16,2 1-9 0,-3 1 4 16,2 2 7-16,0-2-17 0,-2 8 8 0,-1 3-8 15,1 2 1-15,-3 2-1 0,1 1-5 0,-4 4 3 16,4 1-8-16,-5 2 2 0,-2 3 9 0,12-1-14 0,-12 1 8 15,15 11 2-15,-2 0 6 0,-3 4 2 0,1-1 8 16,1 10-4-16,-2-1-4 0,-1 1 8 16,3 0 1-16,-3-1-3 0,-3 1-6 0,1-5 8 15,-1-1-6-15,0 1-1 0,-3-1-8 0,2-3 8 0,0 1 1 16,-5-3-7-16,3-2-21 0,-2 0-21 16,-3 1-21-16,2-4-27 0,0 0-33 0,-2 2-33 15,0-3-41-15,-2-3-61 0,4-4-46 0,-9 9-215 0,2-6-561 16,0-3 248-16</inkml:trace>
  <inkml:trace contextRef="#ctx0" brushRef="#br0" timeOffset="107104.88">11367 10129 58 0,'-5'-3'239'0,"5"3"-20"0,-6-6-18 0,6 6-18 16,-3-6-19-16,3 6-14 0,0 0-16 0,14-11-11 15,-3 9-11-15,3 0-8 0,7-3-11 0,0 3-10 16,9-3-6-16,-1 2-7 0,0 1-7 0,-2-1-4 15,2 1-9-15,-10 0-2 0,1 5-9 0,-2-3 0 16,-2 3-5-16,-2-1-3 0,-2 0 6 0,-3 4 11 16,3-1 11-16,-1 2 0 0,-4 1-1 0,3 3 2 15,-3-4 3-15,-2 3-1 0,-1 1 1 0,-2 0-3 16,1-1-5-16,2-3-3 0,-3 3-4 0,0-1-4 16,-2-2-4-16,0-7 5 0,1 10-8 0,-1-10-3 15,4 8 2-15,-4-8 11 0,2 6-13 0,-2-6 2 16,0 0 1-16,0 0 4 0,0 0-5 0,0 0 1 15,0 0-5-15,0 0-5 0,0 0-5 0,0 0-5 16,0 0-4-16,6-24-3 0,-4 16-6 0,5-3-1 16,3-3-1-16,1-2-8 0,-3 0 4 0,9-4-8 15,-7 8 0-15,2-1 1 0,-1 5-1 0,0 1 3 0,-3 1-4 16,1-2-3-16,-1 8 7 0,-2-1-5 0,-6 1 2 16,14-2 1-16,-7 5 1 0,0 3-2 15,1-2 2-15,0 4 1 0,-3 0 5 0,0 2 1 16,0-1-2-16,-1 3 3 0,2-2-2 0,-4 0-17 0,2 0-13 15,-1-1-16-15,1 1-16 0,-4-3-18 0,2-2-20 16,-2-5-24-16,4 13-22 0,0-10-25 0,2 1-18 16,-1-2 0-16,-5-2-7 0,13 2 8 15,-13-2 5-15,20-6 13 0,-14 2 17 0,3 1 29 0,1-3 29 16,-6 1 27-16,0 0 25 0,-1-2 10 16,-3 7 18-16,4-12 22 0,-4 8 20 0,0 4 15 15,3-11 21-15,-3 11 13 0,1-8 4 0,-1 8 1 16,0 0 1-16,0 0-5 0,0 0 0 0,0 0 3 0,0 0-1 15,0 0-7-15,0 0-6 0,0 0-6 0,0 0-6 16,0 0-2-16,2 25 1 0,1-22 2 0,-3-3-2 16,9 11 8-16,-2-9 0 0,0-1 6 15,1-1-4-15,6-1-3 0,-3-1-3 0,1-2 0 0,1 1 2 16,0-4 3-16,3 1-1 0,-7 0 0 0,1-1 1 16,-2 0 1-16,1-2-2 0,-4 1-4 0,-1-1-1 15,1 3-5-15,-3-3-5 0,-1 0 0 0,-1-1-11 16,0 10-4-16,-3-13-7 0,-2 7-8 0,1-1-11 15,1 3-20-15,-4-2-17 0,2 2-31 0,5 4-25 16,-19-2-32-16,8 4-41 0,2 0-40 0,-2 2-32 16,1 1-190-16,2 0-461 0,-1 2 205 0</inkml:trace>
  <inkml:trace contextRef="#ctx0" brushRef="#br0" timeOffset="107720.86">12466 10014 215 0,'2'-7'244'0,"-2"7"-6"16,0 0-6-16,-6-11-15 0,6 11-5 0,-7-6-14 15,7 6-10-15,-9 0-11 0,9 0-6 0,-11 1-19 16,11-1-6-16,-16 9-11 0,9-2-14 0,-4-1-9 0,1 3-7 16,2-2-14-16,-1 3-6 0,2-1-6 15,0-2-7-15,3 3-14 0,-2 0-4 0,5-1 5 0,-3-3-14 16,4 1-6-16,-2 0-11 0,2-7 2 15,2 11 0-15,2-6-3 0,0 0-2 0,1-2-6 0,-5-3-2 16,16 3-5-16,-7-3 8 0,2-2-6 16,3 0-9-16,-3-3-2 0,2 0-1 0,1-1 4 15,-5 1 0-15,2-1-4 0,0-2 4 0,-5-1-3 16,4-5 2-16,-5 3-5 0,3-1 4 0,-3-2-2 0,1-3-2 16,-3 3 1-16,0-4 1 0,1 0-11 0,-2 2 3 15,-2-4-1-15,3 2 3 0,-3-1-4 0,1 2 6 16,-1 0 2-16,1 1 2 0,-1 0-1 0,-1 5 2 15,1 2 6-15,0-1 0 0,0 10 2 0,0-13-6 16,0 13 7-16,1-10-11 0,-1 10 1 0,1-6 1 16,-1 6-2-16,0 0 1 0,0 0-1 0,0 0-2 15,-2 24 10-15,-2-6-1 0,0 6-1 0,4 1 0 16,0 2 1-16,2-1 2 0,-2-6-1 0,2-1-5 16,1 0 5-16,3-2 0 0,0 1-5 0,2-3-1 15,-2-5 2-15,7 3-4 0,1-1 17 0,2-4-13 16,4 1-4-16,-3-3 2 0,2-4-5 0,2 0 2 15,0-2-3-15,6-4 4 0,-4 0-9 0,-5 0 1 16,-2-1-4-16,2-1-2 0,-3-3 5 0,-6 3 1 16,1-1-4-16,-2-1 5 0,-1-2-4 0,-1 1-3 15,-2-3-2-15,0 1 2 0,-2-1 2 0,-4 2-1 0,2-3 4 16,-4 1 0-16,0 2-1 0,0 0 7 16,0 4 5-16,-1 0-2 0,3-1 3 0,2 7-2 15,-10-6 0-15,10 6-2 0,-12 0-4 0,12 0 1 16,-14 7 2-16,8-1 1 0,-1 4-19 0,2-1-16 0,-2 2-18 15,1 5-17-15,4-4-28 0,0-1-44 16,0 0-51-16,2-1-44 0,2 0-237 0,-2 1-513 16,2-3 227-16</inkml:trace>
  <inkml:trace contextRef="#ctx0" brushRef="#br0" timeOffset="107859.8">12954 10053 43 0,'0'0'249'0,"0"0"-15"0,0 0-5 15,0 0-16-15,0 0-16 0,6-4-19 0,-6 4-18 0,0 0-20 16,0 0-23-16,0 0-23 0,0 0-38 0,0 0-48 16,7 5-73-16,-7-5-60 0,0 0-163 0,0 0-312 15,6 2 138-15</inkml:trace>
  <inkml:trace contextRef="#ctx0" brushRef="#br0" timeOffset="109254.13">13046 10133 56 0,'0'0'198'0,"0"0"-12"0,-2-10-14 16,2 10-7-16,4-10-10 0,-4 10-9 0,2-16-13 15,3 6-17-15,-1 1-7 0,2-2-4 0,6-2-8 16,-7-2-4-16,6-1-1 0,-1 0-6 0,0-1-6 16,1-1-6-16,-2 3 2 0,0-1 0 0,0 1 1 15,-5 4-4-15,3 1 3 0,-2 1-6 0,-3-2-6 16,1 4-1-16,-3 0-4 0,0 7-6 0,0-12-4 15,0 12-2-15,-8-3-11 0,8 3-4 0,-13-1 4 16,13 1-10-16,-15 3-7 0,3 0 1 0,1 4-6 16,1-1 1-16,2 1 1 0,-1-2-7 0,5 3 4 15,-1-2-8-15,5 4 0 0,-2-3-2 0,2-7-6 16,2 16-6-16,3-8-1 0,-1 3-3 0,3-2 0 16,1 1 1-16,4-2 3 0,-1 4 1 0,1 1 0 15,1-3 6-15,-4 0-4 0,0-1-1 0,0 1 3 16,-3-2-3-16,1 2 7 0,-3-6-3 0,-1 6-4 15,0-2 3-15,-3 1 1 0,0 2 0 0,-3-4 2 16,3 1 0-16,-5-3-2 0,1 5-3 0,-5-3-3 16,5 2-13-16,-6-4-12 0,4-1-27 0,-1 3-21 15,-2-1-36-15,5-2-35 0,-3-1-46 0,7-3-181 16,-5 5-411-16,5-5 183 0</inkml:trace>
  <inkml:trace contextRef="#ctx0" brushRef="#br0" timeOffset="110486.97">13783 9831 114 0,'0'0'243'0,"-8"-4"-9"16,8 4-17-16,-8-2-20 0,8 2-17 0,0 0-12 15,-13 0-13-15,13 0-5 0,-10 8-11 0,3 1-13 16,3-1-5-16,-3 3-4 0,3-1-9 0,-3 2-8 15,6 4-11-15,-1 0-7 0,2-3-10 16,3-2-7-16,-1 1-4 0,0-1-6 0,8 4-8 0,-4-4-1 16,3-2-7-16,1 1 3 0,2-4-3 0,1 0-4 15,2 1 1-15,2-4-5 0,4 0-5 0,-3-2 0 16,-1-2-8-16,2-2 2 0,-2-2-4 0,-5 1-3 16,-1-1 9-16,0 0-10 0,-4-2-2 0,0-1 0 15,-1 0-2-15,-3-3-2 0,-1-1 2 0,-2 0 0 16,0 2-5-16,0-3 2 0,-7-1-4 0,-1-1 4 15,-1 2-3-15,-1-3 10 0,-1 3-9 0,-3 0 6 16,3 0 5-16,-4 4 8 0,3 3-3 0,1-1-2 16,1 1 1-16,-3 5-5 0,3-3 2 0,-2 1-3 15,5 1-3-15,7 2 0 0,-9 0-3 0,9 0 0 16,0 0-1-16,-8 3-2 0,8-3-7 0,0 0-3 16,0 0-1-16,19 9 1 0,-5-8-1 0,6 0-5 0,1-1-7 15,6-2-2-15,2-1 2 0,0-6-3 16,2 2 0-16,-4 2 8 0,-4-5-5 0,-3 3 4 15,-4 0-1-15,-3 0 4 0,-2 1 4 0,1-3 2 16,-4 1 0-16,-3-3 4 0,1 1 1 0,-3-1 2 0,0 1 2 16,-1-2 3-16,-2 0 18 0,0 4 0 15,0 0 11-15,0 8 7 0,0-11-3 0,0 11 3 16,-2-9-8-16,2 9-3 0,0 0-6 0,0 0 5 16,0 0 11-16,0 0-8 0,-8 39 4 0,6-13 3 0,-2 5 4 15,2 2 3-15,-1 1-2 0,1-1-6 0,0 3-1 16,2 10 0-16,-2-11-1 0,2-2-1 0,0 0-5 15,0-1 0-15,0-1-4 0,0-2-30 16,0 1-23-16,0-2-31 0,0-1-18 0,0-2-26 0,0-4-25 16,-2-2-33-16,0 1-52 0,-2-4-48 0,0-4-258 15,-2 3-559-15,-1-6 248 0</inkml:trace>
  <inkml:trace contextRef="#ctx0" brushRef="#br0" timeOffset="110637.54">14032 10139 190 0,'7'-11'195'0,"1"5"-16"0,6-2-21 0,-1 1-25 0,6-1-37 15,7-2-47-15,3-1-47 0,-2 4-55 0,5-3-106 16,-1 3-171-16,5 1 77 0</inkml:trace>
  <inkml:trace contextRef="#ctx0" brushRef="#br0" timeOffset="110855.18">14908 9731 253 0,'2'-11'284'0,"-2"1"-6"0,1 1 5 0,-1 3-15 15,0 6-8-15,0-12-18 0,0 12-15 0,0-7-25 16,0 7-24-16,0 0-11 0,0 0-10 0,0 0-6 16,0 0-4-16,1 31-17 0,1-15-5 0,-2 2-14 15,2 1-21-15,-2 0 6 0,3 1-17 0,-2 4 5 16,1-3-16-16,1-2-20 0,-3 0-15 0,1 6-41 15,-1-6-15-15,4-3-30 0,-3 1-25 0,-1 0-25 16,0-3-29-16,-1-1-48 0,-3-2-45 0,3 1-54 16,-5-3-201-16,1-2-520 0,1 0 230 0</inkml:trace>
  <inkml:trace contextRef="#ctx0" brushRef="#br0" timeOffset="111088.52">14818 9707 98 0,'16'-12'207'0,"2"1"-12"16,1 3-10-16,-1 3-10 0,1 1-11 0,1 2-8 16,0 2 1-16,0 3-8 0,0 3 5 0,4 4-11 15,-5 1-11-15,-1 1-6 0,-4 0-11 0,6 8-9 0,-9-8-8 16,-1 6 7-16,-1-2 9 0,-7 2-22 16,0-1 2-16,-4 0-3 0,-1 1 0 0,-5-2-6 0,-2 1-6 15,1 5-8-15,-3-6-5 0,-3-3-19 16,2 1-10-16,-7 5-27 0,3-6-23 0,0-1-36 0,0 0-34 15,2-2-49-15,-1-3-50 0,7-2-45 0,0 0-216 16,1-2-480-16,8-3 213 0</inkml:trace>
  <inkml:trace contextRef="#ctx0" brushRef="#br0" timeOffset="111271.1">15227 9907 276 0,'6'0'298'0,"-6"0"-28"0,8-2-13 0,-8 2-4 15,0 0-1-15,8 6-12 0,-8-6 14 0,6 10-25 16,-5 1-6-16,0-2-14 0,-1-1-18 0,2 3-20 16,-5 6-9-16,2 1-15 0,1-3-13 0,-1 1-40 15,1 0-43-15,-3-3-39 0,3-1-35 0,-3 2-40 16,4-3-32-16,-2 1-38 0,4-1-52 0,0-4-50 16,0 2-264-16,2-1-539 0,-2-5 239 0</inkml:trace>
  <inkml:trace contextRef="#ctx0" brushRef="#br0" timeOffset="111637.52">15730 9709 185 0,'5'-13'268'0,"-1"4"-3"0,0 0-12 0,-1 3-11 16,-1 1-19-16,-2 5-20 0,4-9-21 0,-4 9-10 15,0 0-3-15,0 0 8 0,0 0 0 0,0 0-7 16,-5 33-8-16,-2-10 0 0,-3 2-13 0,-4-2-8 15,3 5-15-15,-5 0 0 0,2-4-12 0,0 3-20 16,-1 0-1-16,3-6-13 0,1 2-10 0,4-6-5 16,4-2-12-16,-3 1 1 0,5-4 8 0,1-2-36 15,0-1-15-15,1 0-8 0,2-4-10 0,0 1-3 16,2-2-2-16,-5-4-3 0,10 5-16 0,-2-4 7 16,-8-1 1-16,12-6 0 0,-4-1 10 0,1-1-7 15,-4-2 3-15,0-1 3 0,-2-6 2 0,-1 1 2 16,-4-1 0-16,0 0-1 0,-4-1 5 0,-5-7 5 0,-3 5-8 15,-3 1 6-15,-2 0-9 0,-4 3 5 16,1 2 2-16,3 6 2 0,-3 1-3 0,2 0-3 16,-1 3-11-16,0 3-16 0,-2 3-32 0,5-1-30 15,4 1-32-15,3 1-53 0,2 3-48 0,2-2-46 0,3 2-211 16,4-6-526-16,0 0 232 0</inkml:trace>
  <inkml:trace contextRef="#ctx0" brushRef="#br0" timeOffset="111870.8">16133 9659 245 0,'2'-7'308'0,"1"1"-8"15,-3 6-6-15,1-11-2 0,-1 11 0 0,0-12-16 16,0 12-10-16,0-7-26 0,0 7-12 0,0 0-31 16,0 0-11-16,0 0-5 0,0 0-11 0,0 0 7 15,4 26-22-15,-4-9-9 0,-3 1-10 0,5 0-14 16,-1 1-17-16,0 2-9 0,1 2-9 0,-1-3-9 15,-1-1-7-15,0 1-17 0,-1-1-25 0,2 0-35 16,0-3-37-16,0 4-50 0,-1-6-23 0,2-3-31 16,1 5-22-16,-3-5-33 0,0 1-47 0,0-2-45 15,-2-1-275-15,1-2-617 0,1-7 274 0</inkml:trace>
  <inkml:trace contextRef="#ctx0" brushRef="#br0" timeOffset="112126.28">16152 9690 53 0,'11'-12'234'0,"5"-1"-4"16,2 5-1-16,1 1-10 0,0 2-14 0,1 6-10 15,0 2-2-15,-1 1-11 0,1 4-7 0,2 5-9 0,2 3-13 16,-10-5-12-16,-1 3-5 0,-1 2-4 0,-5 1-3 16,-2 2-4-16,-5 0-5 0,0-2-2 15,-6 2-2-15,-4 5 5 0,1-6-14 0,-9 4 6 16,0-4 11-16,-4 1-14 0,3-3 0 0,-7-1-9 0,2 2-2 15,1-5-3-15,4-4-16 0,-5 5-5 0,6-7-7 16,-1-1-11-16,0 2-23 0,2-1-16 16,0-2-35-16,3-1-37 0,0-1-30 0,4 0-51 15,-1-2-41-15,4 2-54 0,7-2-60 0,0 0-51 0,-10-4-199 16,10 4-584-16,0 0 258 0</inkml:trace>
  <inkml:trace contextRef="#ctx0" brushRef="#br0" timeOffset="112386.99">16554 9868 219 0,'11'-3'248'0,"0"1"-5"0,-1 0-2 16,-2 2-3-16,-8 0-10 0,14 0 1 0,-9 2-21 15,-5-2-12-15,12 5-5 0,-7-2-5 0,-5-3-3 16,6 9-6-16,-3-6-5 0,-3-3-11 0,2 11-13 16,1-8 2-16,-3-3-12 0,1 8 0 0,-1-8-13 15,4 9 8-15,-4-9-14 0,1 5-3 0,-1-5-4 16,0 0-9-16,3 13 0 0,-3-13-5 0,2 5-9 15,-2-5-10-15,6 6-2 0,-6-6-7 0,7 7-13 16,-7-7-16-16,8 2-22 0,-2-1-20 0,-6-1-21 16,18-2-34-16,-5 0-32 0,-2 0-28 0,5 0-36 15,2-3-22-15,2 0-26 0,-2 1-36 0,1-3-28 16,-2 0-29-16,1 3-11 0,-2-4-218 0,-5 2-565 16,1 1 251-16</inkml:trace>
  <inkml:trace contextRef="#ctx0" brushRef="#br0" timeOffset="112804.61">17031 9818 179 0,'7'-3'375'0,"-1"1"-2"0,-6 2-5 0,13-4-1 16,-7 1-17-16,3-2-15 0,1 1-23 0,1 1-29 16,-1-1-25-16,1 0-27 0,2 1-22 0,5-2-16 15,-3 0-17-15,4 0-41 0,-2 1-29 0,0 0-45 16,-6-1-64-16,2 1-52 0,-5 2-51 0,-1-1-44 16,-7 3-46-16,12-1-42 0,-12 1-30 0,0 0-29 15,0 0-203-15,0 0-542 0,0 0 241 0</inkml:trace>
  <inkml:trace contextRef="#ctx0" brushRef="#br0" timeOffset="112920.14">17076 9897 180 0,'-6'4'222'16,"-1"2"-8"-16,2-4-3 0,1 2-2 0,-1-1-4 15,5-3 1-15,-8 5-15 0,8-5-11 0,0 0-5 16,0 0-8-16,0 0-16 0,0 0-16 0,21 3-19 16,-8-5-26-16,5-2-26 0,12-3-32 0,0 1-63 15,0-3-78-15,0-1-88 0,-4 1-206 0,1-1-434 16,-7 4 192-16</inkml:trace>
  <inkml:trace contextRef="#ctx0" brushRef="#br0" timeOffset="113455.18">18166 9722 2991 0,'4'-9'136'16,"-2"0"-43"-16,1 1-27 0,-2 2 1 0,-1 6-16 15,-1-11 10-15,1 11 7 0,0 0-2 0,0-10 10 16,0 10-12-16,0 0-5 0,-5-5 7 0,5 5 2 15,0 0-4-15,0 0-3 0,0 0-4 0,0 0-10 16,-19 10-4-16,19-10-1 0,-3 10 3 0,3-10 2 16,-2 12-6-16,2-7 6 0,0-5-5 0,5 16 1 15,0-10 1-15,1 2-8 0,1-2-1 0,0 3-1 16,2-2-4-16,3 0-3 0,-1 0-3 0,1-1-2 16,2 3 0-16,-4-5-5 0,1 1 1 0,0 0 2 15,-4 0 2-15,2-2-14 0,-4 1-2 0,2-1-3 16,-3 1 1-16,2 0-2 0,-6-4 3 0,8 8 4 15,-6-3-6-15,-2-5 16 0,3 8 0 0,-3-8 2 0,0 11 2 16,0-11 3-16,-5 10 1 0,1-4 2 0,-1 0-5 16,0-1 1-16,0 2-2 0,-1-2-3 0,0-1 5 15,-4-1-5-15,3 1-1 0,0 0-3 16,-1-2 0-16,-2 2-2 0,2-1-3 0,-2-1-3 0,0 1-5 16,0-1 2-16,-2-2-17 0,-1 0-4 0,2-2-20 15,-2 2-29-15,1-1-36 0,2-1-29 16,-4 0-30-16,3-2-26 0,-2 1-14 0,1-4-33 15,3 3-49-15,-2-4-49 0,3 0-260 0,1-1-639 0,1 1 282 16</inkml:trace>
  <inkml:trace contextRef="#ctx0" brushRef="#br0" timeOffset="113687.55">18158 9650 278 0,'0'0'299'0,"0"0"-26"15,0 0-21-15,0 0-24 0,0 0-21 0,11-13-8 16,1 9-15-16,8-1-18 0,8-2-11 0,4 1-19 16,1 0-12-16,1 1-12 0,4 0-14 0,-4 0-23 15,0 1-37-15,-3 0-39 0,-12 1-53 0,3 2-69 16,-2-1-71-16,-6 2-215 0,-1-2-443 0,0 2 196 15</inkml:trace>
  <inkml:trace contextRef="#ctx0" brushRef="#br0" timeOffset="114103.9">18589 9601 104 0,'0'0'322'0,"-6"-11"-11"0,6 11 2 0,0-9-6 15,0 9 3-15,-2-8-9 0,2 8-6 0,0 0-30 16,-1-9-34-16,1 9-21 0,0 0-22 0,0 0-14 16,0 0-22-16,0 0-12 0,0 0-7 0,22 19 2 0,-14-8 3 15,4 2-13-15,1 1-11 0,-3 2 10 16,2 0-11-16,-1-1-13 0,-2 0-7 0,3 1-2 16,-2-1-7-16,-1 0-7 0,1-1-8 0,-3-3-4 0,2 2-4 15,-2-2 0-15,-2-2-10 0,3 0-8 0,-3-1 1 16,0-2-5-16,0 1-5 0,2-2-3 0,-4-2-3 15,1 1 3-15,-4-4-5 0,7 6-1 16,-7-6-1-16,7 1-1 0,-7-1 1 0,11-1 13 0,-11 1 2 16,11-7-4-16,-4 1-3 0,1-2-7 0,1-2 4 15,0-3-4-15,4 0-2 0,-3-3-4 0,4-4-2 16,2-2 3-16,-2 2-3 0,1-3-7 0,-1-1-7 16,0 0-7-16,-1-4-4 0,2 4-5 0,-3-1 2 15,-4 8 2-15,2-1-8 0,-4 2-5 0,-1 4-4 16,-1 1-16-16,-1 1-13 0,-1 5-35 0,1-3-42 15,-2 2-47-15,-1 6-44 0,0-10-37 0,0 10-40 16,0 0-41-16,-10-2-56 0,10 2-242 0,-18 5-691 16,9 0 305-16</inkml:trace>
  <inkml:trace contextRef="#ctx0" brushRef="#br0" timeOffset="115936.53">19638 9574 2739 0,'0'0'85'0,"0"0"-29"0,-6 4-26 0,6-4-11 16,0 0-12-16,0 0 2 0,0 0-1 0,0 0 9 15,0 0-10-15,0 0 7 0,15 2-2 0,-4-2-3 16,6-2 2-16,1 1-8 0,3-2-14 0,0 2-21 16,1-1-33-16,-3 4-43 0,2-1-55 0,-3-1-46 15,-6 3-198-15,-1-2-440 0,-5 2 195 0</inkml:trace>
  <inkml:trace contextRef="#ctx0" brushRef="#br0" timeOffset="116077.2">19669 9722 45 0,'0'0'261'0,"-8"4"-16"0,8-4-8 16,-5 2-9-16,5-2-16 0,0 0-19 0,0 0-22 16,0 0-18-16,0 0-13 0,0 0-15 15,31-2-22-15,-12-2-29 0,3 0-39 0,8 1-56 0,2 1-69 16,3-2-64-16,-3-1-173 0,2-2-353 0,-3 3 157 15</inkml:trace>
  <inkml:trace contextRef="#ctx0" brushRef="#br0" timeOffset="116403.63">20217 9453 66 0,'4'-6'278'15,"-1"0"-15"-15,-3 6-15 0,3-9-21 0,-3 9-25 16,2-6-19-16,-2 6-15 0,0 0-1 0,0 0-7 15,15 13-2-15,-6-3-6 0,-1 6-6 0,1 2-15 16,0 0-15-16,2 4-11 0,-1 4-6 16,-1-8-11-16,1 5-8 0,-2-6-6 0,1 5-9 0,0-5-3 15,-4-1-9-15,2-2-7 0,-2-2-2 0,0-1-2 16,-1-1-10-16,2-1 3 0,-4-3-5 0,2-1 2 16,-1 1-10-16,-1-2 3 0,-2-4 2 0,4 7 7 15,-4-7 18-15,0 0 0 0,6 4 10 0,-6-4-17 16,0 0-5-16,10-11-4 0,-7 1-4 0,3 0-4 15,-1 0-6-15,0-6 2 0,1-3-1 0,2-4-3 16,-2-2-1-16,1 2-5 0,-2-2 0 0,2 1 1 16,-2 5-4-16,-1-1 1 0,0 2-13 0,0 0-9 15,-1 3-14-15,-1 2-20 0,0 5-27 0,-1 1-28 16,-1 0-22-16,0 7-39 0,0 0-31 0,0 0-18 16,1-9-14-16,-1 9-32 0,0 0-208 0,0 0-500 15,13 17 221-15</inkml:trace>
  <inkml:trace contextRef="#ctx0" brushRef="#br0" timeOffset="116620.85">20731 9575 70 0,'0'0'284'0,"0"0"-8"0,0 0-5 16,-22 6-10-16,12-4-2 0,-2 3-11 16,0 1-13-16,-2 3-11 0,-3 2-7 0,2-1 1 15,0 3-9-15,0 1 0 0,1 2-17 0,2-4-17 16,1 3-9-16,4-4-20 0,0-1-12 0,2 3-12 0,3-2-16 15,0-1 0-15,1 2-48 0,2-2-26 0,2 0-38 16,2-2-39-16,4 0-31 0,1-2-30 16,3 0-29-16,6-1-39 0,-2-2-41 0,4-1-42 0,1-2-37 15,6-1-191-15,0-3-526 0,2-1 232 0</inkml:trace>
  <inkml:trace contextRef="#ctx0" brushRef="#br0" timeOffset="116788.14">21036 9618 132 0,'0'0'249'0,"0"0"3"0,-6-9-11 0,6 9-3 16,-19 2 1-16,7 3-5 0,-5 2-4 0,0 2 2 16,-1 2-8-16,1 1 13 0,1 1-25 0,2 0-13 15,2 0-16-15,3 0-15 0,3-3-16 0,2 1-24 16,-1 0-3-16,5-1-22 0,4-1-17 0,1 1-37 16,4-1-47-16,1-2-51 0,9 0-60 0,11 1-75 15,2-6-89-15,1 0-277 0,0 1-597 0,3-6 264 16</inkml:trace>
  <inkml:trace contextRef="#ctx0" brushRef="#br0" timeOffset="139028.79">12370 11253 22 0,'0'0'262'0,"0"-10"-18"0,0 10-3 0,0-12-13 15,0 12-9-15,0-11-12 0,0 11-11 0,-2-10-13 16,2 10-1-16,-4-13-7 0,4 13-6 0,-1-7-17 16,1 7-5-16,0 0-7 0,-1-9-19 0,1 9-14 15,0 0-13-15,0 0-10 0,-2-8-17 0,2 8-7 16,0 0-1-16,0 0-11 0,0 0-1 0,0 0-8 16,4 24-4-16,0-11-3 0,-4-1-2 0,2 6 3 15,-2 1 3-15,0 0-1 0,0 4-2 0,0-2 4 16,0 3 0-16,2-5-1 0,-4 2-14 0,2-2 5 15,0 0 2-15,0 2-7 0,2-4 0 0,0-1-1 16,0 2-2-16,-1-2-3 0,2-2-3 0,0-3 2 16,-1 1-6-16,0 1-18 0,1-3-10 0,-1 0-22 15,3-1-15-15,-3 0-16 0,0-4-9 0,-1 1-11 16,-1-6-18-16,3 12-24 0,-2-7-28 0,-1-5-37 16,0 0-36-16,0 0-37 0,0 0-157 0,0 0-464 15,0 0 206-15</inkml:trace>
  <inkml:trace contextRef="#ctx0" brushRef="#br0" timeOffset="139389.1">12374 11145 87 0,'6'-16'204'16,"1"1"-11"-16,5-2-9 0,1 3-8 0,4 2-10 15,0-1-6-15,-1 5-14 0,1 1-12 0,-3 3-15 16,2 0-15-16,-4 4-6 0,0 1-14 0,1 2-3 0,-1 4-9 15,-5 1-5-15,2 6-5 0,-3-4 1 16,-2 6 3-16,-3 3-1 0,-2-2-1 0,-5 3-11 16,-3 3 1-16,-2 1-8 0,-3-1-5 0,-1 0-2 15,-1-4 0-15,3-4-6 0,-1-1-5 0,1-1 0 0,0 0-4 16,1-7-2-16,3 3 0 0,-2-1-3 0,0-2-1 16,2 2-1-16,3-4-1 0,1 0 1 15,5-4 0-15,-10 3-3 0,10-3 3 0,-6 6-8 16,6-6-1-16,-4 4 2 0,4-4-2 0,0 0-1 0,-3 6 5 15,3-6-9-15,0 0 7 0,0 0-7 0,13 10 5 16,-8-7 0-16,2 0 0 0,2 0-3 0,0 2 2 16,3-1-2-16,0 0 2 0,-1 0-1 15,7 0-1-15,3 1-18 0,-1-1-15 0,2-1-29 0,5 4-49 16,-7-1-46-16,3-3-49 0,-2-1-222 0,-1-1-456 16,-2-1 202-16</inkml:trace>
  <inkml:trace contextRef="#ctx0" brushRef="#br0" timeOffset="139686.54">12888 11388 17 0,'0'0'271'0,"0"0"-18"0,5-6-10 16,-5 6-14-16,0 0-20 0,0 0-18 0,0 0-16 16,0 0-9-16,0 0-1 0,0 0-2 0,0 0-10 15,0 0-5-15,-2 27 3 0,-5-15-16 0,4 4 3 16,-3 1-3-16,-1 1-12 0,1-1-3 0,-2 2 4 15,0 4-18-15,3-6-10 0,1-1-5 0,-1-1-9 16,3 2-9-16,-3-2-5 0,3-3-11 0,2 1 3 16,0-3 11-16,0 2-7 0,2-5 18 0,1 0-9 15,1 1-6-15,1-2-2 0,1 0-8 0,1-3-7 16,2 2 1-16,2-1-11 0,2-3-14 0,1 1-26 16,4-4-23-16,0-2-37 0,3 0-36 0,-2-2-35 15,8-4-36-15,-8 4-42 0,0-1-50 0,6-3-54 0,2-2-242 16,-2-2-602-16,0-1 266 0</inkml:trace>
  <inkml:trace contextRef="#ctx0" brushRef="#br0" timeOffset="139855.14">13432 11375 67 0,'0'0'269'0,"6"-4"-16"0,-6 4-10 0,0 0-11 15,0 0-8-15,2-6-22 0,-2 6-16 16,0 0-20-16,0 0-18 0,8-4-16 0,-8 4-15 0,9-2-18 15,-9 2-19-15,18-1-24 0,-7 2-27 0,-2-1-31 16,4 2-41-16,-4 0-40 0,0-1-46 0,1 2-40 16,-4-1-33-16,1 1-111 0,-7-3-339 15,6 4 151-15</inkml:trace>
  <inkml:trace contextRef="#ctx0" brushRef="#br0" timeOffset="140021.56">13440 11510 121 0,'0'0'206'0,"-8"5"10"15,8-5-2-15,0 0-1 0,0 0-5 0,-5 4-12 16,5-4-12-16,0 0-17 0,0 0-14 0,0 0-15 16,0 0-12-16,0 0-18 0,23-14-14 0,-12 10-15 15,0 0-19-15,-2 0-23 0,0 1-31 0,0 0-35 16,3-1-37-16,-3 0-47 0,3 0-38 0,-2-2-49 16,-1 4-129-16,2-3-354 0,-1-2 157 0</inkml:trace>
  <inkml:trace contextRef="#ctx0" brushRef="#br0" timeOffset="141405.13">9298 11339 33 0,'0'0'222'0,"-14"0"-5"0,14 0-10 0,-10 0-11 15,10 0-13-15,-8 1-10 0,8-1-15 0,0 0-15 16,0 0-4-16,-7 2-9 0,7-2-8 0,0 0-13 0,0 0-9 15,0 0-13-15,20-7-5 0,-6 2-10 0,4 2-8 16,2-2-10-16,9 0-11 0,-1-3-17 16,0 3-24-16,-1 1-29 0,-7 0-35 0,1 2-42 15,-5-1-29-15,0 2-39 0,-6-2-31 0,1 3-108 16,-3-1-336-16,-8 1 149 0</inkml:trace>
  <inkml:trace contextRef="#ctx0" brushRef="#br0" timeOffset="141738.57">9413 11332 168 0,'-7'7'165'0,"7"-7"3"0,-3 11-1 0,2-2 0 0,1 7-3 15,0 0-4-15,0 7-13 0,-1 3-6 0,-1-1-6 16,4 1-13-16,-2-2-3 0,0 7-1 0,1-6-6 16,-1 0-11-16,0-4-6 0,1-2-11 0,0 4-5 15,-1-4-2-15,2-3-4 0,-1-3-4 0,0 4-7 16,-1-5-5-16,4 1-2 0,-5-3-8 0,2 0-4 15,-1-2 4-15,0 1-13 0,1-2-3 0,-1-7-6 16,-1 11-2-16,1-11 2 0,-6 8 0 0,6-8 0 16,-5 5-5-16,5-5-2 0,-11 2 1 0,11-2-6 15,-11 0 2-15,11 0-4 0,-18-4 1 0,8 3-5 16,0 0 2-16,-2-1 0 0,3-1-1 0,0 2 6 16,9 1-2-16,-13 0-8 0,13 0-2 0,-10 0 2 15,10 0-3-15,-11-2 2 0,11 2-2 0,0 0-1 16,0 0 1-16,-8-1-1 0,8 1 2 0,0 0 5 15,0 0 5-15,0 0-4 0,28 3 0 0,-11-3 9 16,3 0-16-16,2-2-13 0,10-2-16 0,-2 1-19 16,4-1-31-16,-1-2-59 0,1 1-49 0,4-1-59 15,-7-2-195-15,4 3-476 0,-4-1 211 0</inkml:trace>
  <inkml:trace contextRef="#ctx0" brushRef="#br0" timeOffset="142043.41">10001 11537 256 0,'-11'-5'292'0,"11"5"-10"0,-4-5-14 0,4 5-17 16,0 0-16-16,0 0-18 0,-7-3-18 0,7 3-17 15,0 0-15-15,0 0-19 0,0 0-13 0,0 0-15 0,0 0-20 16,18-7-21-16,-7 5-26 0,1-1-14 0,2 1-42 16,6-1-41-16,-1 1-50 0,2 1-56 0,-1 0-34 15,-1-1-40-15,-1 5-164 0,-7-2-419 16,-2-1 185-16</inkml:trace>
  <inkml:trace contextRef="#ctx0" brushRef="#br0" timeOffset="142204.06">10054 11627 222 0,'0'0'209'0,"-7"3"-8"0,7-3-8 0,0 0-12 16,-8 2-10-16,8-2-12 0,0 0-7 0,0 0-6 15,0 0-11-15,0 0-15 0,0 0-14 0,25 10-23 16,-12-10-23-16,1-2-36 0,4 2-47 15,3-1-54-15,9-3-40 0,2-1-47 0,0 2-134 0,-1-4-321 16,4-3 143-16</inkml:trace>
  <inkml:trace contextRef="#ctx0" brushRef="#br0" timeOffset="142555.44">10638 11387 266 0,'0'0'266'15,"-12"-2"-11"-15,12 2-11 0,-11 5-4 0,0-3-13 16,4 3-8-16,-4 3-9 0,0 1-11 0,-1 3-5 16,2 1-3-16,-2 2-23 0,4 0-19 0,-1 9-12 15,1-7-17-15,4-1-15 0,2 1-9 0,2-1-6 16,0-3-7-16,2 4-12 0,6-3-1 0,0 0-2 16,2-1-14-16,3-3 1 0,1 0-3 0,4-2-4 15,-2-4-8-15,5-2 2 0,2-2-1 0,-4 0-4 16,8-2-1-16,-6-2 1 0,-4 1-7 0,1-2-11 15,-3-2 0-15,-2 0 1 0,-3-2-3 0,2-7 4 16,-5 6 0-16,-1-4-6 0,-4 2 1 0,2 1-8 16,1-7 6-16,-6-1-5 0,-2 0 0 0,-1 2 1 15,-1-1-7-15,-2 0-3 0,-4 2 0 0,4 0 2 16,-1 0-3-16,0 3-5 0,2 2-8 0,-3 3-15 16,1 2-23-16,2-1-25 0,-2 4-30 0,-2 3-28 15,10 0-28-15,-20 9-41 0,9-2-46 0,-1 4-57 16,-1 3-193-16,1 2-542 0,5 1 241 0</inkml:trace>
  <inkml:trace contextRef="#ctx0" brushRef="#br0" timeOffset="142728.6">11082 11704 118 0,'4'10'290'0,"-1"0"-14"0,-1 1-27 0,0 0-21 15,-4 5-22-15,-3 1-21 0,-1 2-27 16,-4 7-31-16,-4-2-53 0,-4 0-55 0,-3 1-79 16,1-3-94-16,-5-1-132 0,-4-2-311 0,0 0 138 15</inkml:trace>
  <inkml:trace contextRef="#ctx0" brushRef="#br0" timeOffset="-212659.19">10730 13081 1786 0,'-4'-32'1'0,"0"4"52"0,-2 0 9 16,-1 4 12-16,1 5 2 0,2 2 8 0,0 6 7 0,3 0-15 15,-2-1-5-15,2 3-4 0,0-1 23 0,1 3 0 16,0 7-3-16,-2-11-11 0,2 11-8 16,0-8-8-16,0 8-8 0,0 0-9 0,0 0-1 15,0 0-6-15,0 0-5 0,17 17 0 0,-9-2 2 0,-1 2-2 16,4 6 2-16,0 3-8 0,-1 3-2 16,-1-1 1-16,4 2-4 0,-4-2-1 0,1-1-2 0,2-3-4 15,-5-5-1-15,2-1 0 0,0-1-2 0,0-2 3 16,0-1-2-16,-1-3-1 0,-3-2 3 15,1 0-6-15,-3-4 2 0,1 0 19 0,0 0 10 0,1-1 18 16,-5-4 8-16,10 1 0 0,-10-1 4 0,9-7-19 16,-3-3-12-16,1 0 0 0,3-4 4 0,-4-4 4 15,1-7-6-15,1 2 0 0,-2-2 3 0,-1-6-10 16,2-1-4-16,0 0 11 0,-1 0-18 16,1 4 0-16,-2-2-3 0,1 4 4 0,-1 0-7 0,-2 8 1 15,1 2-7-15,-3 5-12 0,0 0-23 0,3 4-30 16,-4 0-29-16,0 7-38 0,1-8-23 0,-1 8-20 15,0 0-22-15,0 0-34 0,0 0-30 0,-9 25-31 16,6-9-184-16,0-1-506 0,2 2 225 0</inkml:trace>
  <inkml:trace contextRef="#ctx0" brushRef="#br0" timeOffset="-212342.47">11192 13090 73 0,'0'0'214'0,"0"13"-15"0,0-3-7 15,0-1 0-15,-2 3-8 0,1-1-8 0,1 1-13 16,-3 2-16-16,2-3-10 0,1 1-7 0,1-1-7 16,-1 1-8-16,3-1-7 0,0 1 5 0,1-2-12 15,1-1-8-15,2-2 0 0,-1 3 5 0,0-4-2 16,3 0-2-16,2 0-4 0,0-2-6 0,2-2-1 16,0-1-8-16,4-2-5 0,-1-3-6 0,0-2-6 15,2-2 3-15,0 1-8 0,-2-2-8 0,-2-3 1 16,-2 1-5-16,0-2-3 0,-7 1-3 0,0 1-3 15,-2-5-6-15,-2 0-4 0,-2 3 0 0,-2 1 1 16,-5-4-7-16,-3 2-3 0,1-2-2 0,-1 4-7 16,-5 4-3-16,2 0-1 0,-3 3-6 0,-1 0-17 15,-1 4-18-15,1-1-21 0,0 2-18 0,4 4-19 16,-1 1-26-16,1 0-41 0,2 0-42 0,5 0-34 16,0 3-35-16,2 0-145 0,3-2-455 0,2-6 202 15</inkml:trace>
  <inkml:trace contextRef="#ctx0" brushRef="#br0" timeOffset="-212206.66">11687 13039 140 0,'13'-3'237'15,"0"0"-20"-15,-1 1-23 0,1 1-18 0,-4-2-16 16,5 2-12-16,-5 1-18 0,0 1-13 0,2 1-12 16,-2-1-23-16,-1 3-42 0,2-1-46 0,-10-3-56 15,13 9-41-15,-8-2-160 0,-5-7-284 0,9 9 126 16</inkml:trace>
  <inkml:trace contextRef="#ctx0" brushRef="#br0" timeOffset="-212072.05">11929 13128 20 0,'-2'9'224'0,"2"-9"-24"0,0 0-18 16,0 0-20-16,0 0-14 0,-2 10-15 0,2-10-11 16,0 0-12-16,6 6-11 0,-6-6-17 0,12 4-40 15,-6-3-43-15,7-1-55 0,1 0-69 0,-1 0-99 16,6-1-243-16,0 0 108 0</inkml:trace>
  <inkml:trace contextRef="#ctx0" brushRef="#br0" timeOffset="-211570.64">13254 12666 305 0,'-9'-13'291'0,"1"3"-12"0,3 3-20 16,1 2-26-16,-1 0-21 0,5 5-26 0,-5-7-20 15,5 7-17-15,0 0-16 0,0 0-12 0,0 0-14 16,10 24-10-16,-1-7-7 0,4 6-13 0,1 1-3 16,1 0-6-16,-1 1-7 0,1 1-2 0,1 0 6 15,-2-4-11-15,2 1 0 0,-5-7 4 0,4-2-1 16,-1 1-1-16,-1-2 0 0,-1-1-2 0,-1-4 21 16,-3 0-13-16,4-2 2 0,-3-2 3 0,-1-3 8 15,2 2 6-15,-1-3-1 0,-9 0-1 0,13-3-3 16,-4-1-12-16,-2-3-1 0,0-2-7 0,4-3-8 15,-2-2 1-15,0-3 4 0,-3 1-22 0,-1-2 4 16,2-9 1-16,-2 2-9 0,-1 0-5 0,-4 0 2 0,2 6-6 16,0-1-1-16,0 2 0 0,-1 1-7 15,1 5 0-15,-2 2-21 0,0 1-29 0,0 2-32 16,0 7-39-16,0 0-33 0,0-9-13 0,0 9-12 16,0 0-18-16,-9 17-37 0,3-2-45 0,-2 2-55 0,-1 8-168 15,5-7-533-15,2 1 235 0</inkml:trace>
  <inkml:trace contextRef="#ctx0" brushRef="#br0" timeOffset="-211342.33">13949 12863 81 0,'2'-7'267'0,"-2"7"-14"0,0 0-10 15,0 0-11-15,-9-6-5 0,9 6-13 0,-14 1-7 0,14-1-11 16,-20 6-10-16,7-1-12 0,1 2-19 0,-2 2-9 15,2 3-12-15,0-1-15 0,-4 2-3 0,5 3-7 16,2 0-12-16,0 7-4 0,3-3-6 0,1-2-11 16,3 0-8-16,0 0-6 0,2-1-3 15,0-1-11-15,2-5-1 0,2 0-12 0,1 5-17 16,1-7-19-16,-1 1-34 0,6-3-38 0,-2 0-30 16,2 0-64-16,8-4-64 0,-7-1-73 0,7-2-169 15,2-1-512-15,7-2 227 0</inkml:trace>
  <inkml:trace contextRef="#ctx0" brushRef="#br0" timeOffset="-211123.7">14363 12873 32 0,'0'0'251'0,"0"0"-8"0,-11-10-3 16,11 10-7-16,-14 1 0 0,14-1-4 0,-17 5-6 16,7 1-5-16,-1 1 3 0,1 2-12 0,-3 1-15 15,3 3-2-15,-3 0-9 0,5 1 7 0,-3-1-21 16,5 2-20-16,-1-1-10 0,3-2-18 0,2 4-9 15,2 0-19-15,0-4 2 0,2-2-24 0,-1 1-18 16,3 0-24-16,2-3-29 0,3 0-33 0,1-3-43 16,0 1-38-16,3-3-46 0,4-3-62 0,5 0-69 15,0 0-247-15,5-5-582 0,4-1 257 0</inkml:trace>
  <inkml:trace contextRef="#ctx0" brushRef="#br0" timeOffset="-210926.76">14741 12900 219 0,'0'0'256'0,"0"0"-3"16,10-2 1-16,-4 1-6 0,-6 1-11 0,18 0-15 15,-3-3-13-15,-1 3-7 0,6-3-16 0,-1 1-12 16,3-1-7-16,-2-1-16 0,0 3-18 0,1-1-15 16,-1-1-12-16,-2 2 5 0,-5-1-38 0,1 1-28 15,-3 1-25-15,-2-3-36 0,-9 3-44 0,14 0-51 16,-10 2-68-16,-4-2-66 0,0 0-218 0,10 1-500 15,-10-1 221-15</inkml:trace>
  <inkml:trace contextRef="#ctx0" brushRef="#br0" timeOffset="-210508.85">15553 12535 32 0,'0'0'266'0,"-3"-7"-23"0,3 7-24 16,0 0-14-16,0 0-22 0,-2-8-15 16,2 8-12-16,0 0-12 0,19-3-12 0,-5 1-10 0,7-2-13 15,6 2-11-15,5-2-11 0,-1 2-7 0,3 0-10 16,-1-1-21-16,-2 1-23 0,-3 1-25 15,-7 1-47-15,-2 0-31 0,0 0-32 0,-2 0-33 16,-6-1-33-16,2 1-133 0,-7-2-331 0,-6 2 146 16</inkml:trace>
  <inkml:trace contextRef="#ctx0" brushRef="#br0" timeOffset="-210141.55">15846 12487 17 0,'0'0'190'0,"-10"3"-19"0,10-3-18 0,0 0-3 15,-1 8 9-15,1-8 6 0,0 16 6 0,-1-4-12 16,2 6-13-16,-1 1-8 0,3 8-2 16,-3-1-11-16,1 1 3 0,0-1-11 0,0 3-7 15,1-3-14-15,1 0-6 0,-1-7-8 0,-1 1-9 0,4-2-4 16,-1 1-6-16,0 0-4 0,0-2-5 0,-2-1-7 16,2-2-4-16,-1-2 1 0,0-2-5 15,0 0-2-15,-1-3-5 0,1-1-3 0,-2 0 1 16,-1-6-2-16,2 7-2 0,-2-7-2 0,2 9-3 0,-2-9 4 15,0 0-8-15,-5 7 0 0,5-7-2 0,-11 3-5 16,11-3 3-16,-15 0-1 0,6 0-3 16,-2 2 0-16,1-4-3 0,10 2 1 0,-17 0-1 0,7-1 3 15,10 1-1-15,-14-2-1 0,14 2-2 0,-10 0 0 16,10 0 5-16,-9 0 4 0,9 0 3 0,0 0 4 16,0 0 6-16,-11 0-9 0,11 0-4 0,0 0 0 15,0 0-2-15,0 0 2 0,0 0-3 16,24-7 2-16,-10 5-7 0,2-1-6 0,3 1-17 0,2-1-12 15,8-1-18-15,2 0-23 0,1 2-27 0,2-4-47 16,1 3-57-16,2 0-58 0,-4-3-196 0,2 3-493 16,2-1 219-16</inkml:trace>
  <inkml:trace contextRef="#ctx0" brushRef="#br0" timeOffset="-209209.58">16570 12540 58 0,'1'-10'232'0,"-1"10"1"0,1-11-5 0,-1 11-3 0,2-8-13 16,-2 8-16-16,0 0-12 0,2-7-24 0,-2 7-18 16,0 0-18-16,0 0-11 0,0 0-13 0,0 0-1 15,0 0-4-15,4 21-3 0,-4-6 2 0,1 3-4 16,-1-1-7-16,0 2-9 0,0 1-5 0,-1-1-1 15,0 0-12-15,0-2-7 0,1 3-3 0,0-2-4 16,-2-3-6-16,2 2 8 0,0-1-3 0,2 0-15 16,-2-5-2-16,0 2-6 0,1-3 0 15,-2 2-8-15,1-3-19 0,0 1-17 0,0-1-15 0,0-1-16 16,0-8-14-16,0 11-25 0,0-11-29 0,0 11-30 16,0-11-15-16,0 0-9 0,1 8-21 0,-1-8-176 15,0 0-406-15,0 0 179 0</inkml:trace>
  <inkml:trace contextRef="#ctx0" brushRef="#br0" timeOffset="-208890.9">16566 12528 136 0,'5'-17'149'0,"-1"6"-12"0,2-3 6 16,2 5-3-16,-3 0 2 0,3 1-13 0,-2 2-6 16,2 2-11-16,-3 0-14 0,-5 4-9 0,11-3-9 15,-11 3-4-15,11 3-9 0,-6 2 5 0,-5-5-2 16,5 14-4-16,-5-2-4 0,-1 1-5 0,-2 1-6 15,-2 3-3-15,0-1-6 0,0 2-2 0,0-1-5 16,-1 0-4-16,1-6-4 0,-1 0-2 0,2 0-6 16,0 0 1-16,0-1 0 0,2-3 0 0,1 1 10 15,-1-1-5-15,2-7-5 0,-4 10 0 0,3-6-3 16,1-4 0-16,-1 9 10 0,1-9 13 0,0 0 3 16,2 10-1-16,-2-10-1 0,7 6-1 0,-3-3 1 15,-4-3-3-15,14 5-5 0,-4-4 0 0,2 1-1 16,3-2-5-16,-2 2-5 0,2-2 0 0,0 1-10 15,4 2-21-15,-2-2-15 0,-3 1-35 0,0-2-39 16,-1 1-36-16,4-1-37 0,3 1-42 0,-4-1-161 16,-3 0-404-16,0-2 179 0</inkml:trace>
  <inkml:trace contextRef="#ctx0" brushRef="#br0" timeOffset="-208620.77">17012 12619 188 0,'0'0'202'0,"0"0"13"16,0 0 8-16,0 0-10 0,8 12-11 0,-8-12-12 16,-3 18-6-16,2-7-10 0,-2 5-9 0,2 2-7 15,-3 7-9-15,2-8-9 0,-1 1-11 0,-1 3-8 16,2-2-12-16,-1-2-5 0,3 2-2 0,1-4-5 16,1 2 8-16,2-1 1 0,-2-4-1 0,2-1 17 15,2 4-19-15,3-4-16 0,-2-3-1 0,0 0 6 16,1-1 4-16,2 1-13 0,0-3-3 0,1 0-12 15,1-4 2-15,0-1-16 0,2 3-13 0,3-4-31 16,0-1-32-16,-1 2-38 0,3-3-41 0,0-1-40 16,-1-1-54-16,8-6-66 0,-1 0-60 0,-8 2-225 15,8-6-591-15,0-1 262 0</inkml:trace>
  <inkml:trace contextRef="#ctx0" brushRef="#br0" timeOffset="-208458.51">17894 12616 113 0,'8'-2'250'0,"3"2"-19"0,0-3-17 15,5 3-17-15,0-3-20 0,4 2-21 0,-1-2-11 0,1 3-18 16,2-1-19-16,-3 2-33 0,0-1-56 16,-2 1-63-16,1 1-58 0,-8-1-176 0,1 0-301 15,-4-1 133-15</inkml:trace>
  <inkml:trace contextRef="#ctx0" brushRef="#br0" timeOffset="-208305.87">18034 12712 2494 0,'-8'3'125'0,"0"1"-69"0,1 0-41 15,2-1-5-15,-1 2-4 0,6-5 21 16,-8 6 5-16,4-3 4 0,4-3 6 0,-5 6 8 16,5-6-1-16,0 0-2 0,0 0-7 0,16 12-10 0,-4-10-15 15,5 0-20-15,3-2-33 0,2 1-48 0,-1-1-63 16,7-3-64-16,-5 3-218 0,-3-4-466 15,-1 1 206-15</inkml:trace>
  <inkml:trace contextRef="#ctx0" brushRef="#br0" timeOffset="-203642.81">19135 12417 149 0,'0'0'251'0,"2"-10"-10"0,-2 10-13 0,3-6-13 16,-3 6-13-16,0 0-13 0,5-6-17 0,-5 6-15 15,0 0-15-15,0 0-13 0,0 0-9 0,0 0-6 16,0 0-8-16,0 0-10 0,0 0-10 0,0 0-9 16,-14 19-9-16,11-12-1 0,0 1-8 0,0-1-8 15,2 0-6-15,1-7-5 0,-3 13-2 0,2-4 8 16,2 1-17-16,2-3 2 0,-1 1 3 0,3 0-3 15,2 2-1-15,0-1-2 0,2-1 9 0,3 0-11 16,-1-1 0-16,0 2-5 0,3-1-2 0,-3-1-1 16,-1 0 10-16,2-2-16 0,-1 2-3 0,-2 1 3 15,-1-1-4-15,1-1 2 0,-4-1 0 0,0 0-2 0,-1 2 5 16,0-1 11-16,-2 0 4 0,-2-6 7 16,3 14 3-16,-6-7-3 0,1 1 1 0,-6-1-5 15,0 3-1-15,-2-2-6 0,-2 3 0 0,0-4 1 0,-2 0 1 16,-1 3-10-16,-2-3 2 0,2 0 1 0,-2 0-20 15,2 0-15-15,2-3-16 0,0 1-24 16,0-2-28-16,2 0-23 0,1-2-36 0,1 0-40 16,1 0-35-16,8-1-33 0,-10-3-224 0,2 0-514 15,8 3 228-15</inkml:trace>
  <inkml:trace contextRef="#ctx0" brushRef="#br0" timeOffset="-203485.6">19094 12486 67 0,'5'-11'166'0,"4"-2"-9"0,-1 2-10 15,-1 3-6-15,5-4-11 0,-1 4-11 0,3-2-10 16,4 0-9-16,0 1-12 0,3 2-7 0,4-3-7 16,4 5-7-16,2-2-35 0,-3 4-40 0,3-2-55 15,0 0-63-15,-3 0-88 0,-1 1-232 0,2 1 104 16</inkml:trace>
  <inkml:trace contextRef="#ctx0" brushRef="#br0" timeOffset="-203108.82">19679 12295 6 0,'4'-6'265'16,"-4"6"-10"-16,0 0-19 0,0 0-14 0,3-9-16 15,-3 9-18-15,0 0-15 0,0 0-18 0,0 0-10 16,0 0-1-16,0 0-9 0,0 0 0 0,15 18 0 16,-9-9-3-16,2 5-3 0,1 1-4 0,2 2 4 15,0 1-8-15,-2-1-4 0,2 2-4 0,1 1-4 16,-5-1-3-16,7 3-17 0,-5-5 1 0,0-1-12 15,0 2 1-15,0-4-6 0,-1 2-5 0,2-2-11 16,-2-2-4-16,-2-2-7 0,2-1-1 0,-1 0-9 16,0-1 0-16,-1-3 7 0,-2 0-14 0,2-2 7 15,1 1 12-15,-2-2 6 0,1 1 13 0,-6-3 1 16,11 0-1-16,-11 0-11 0,15-9 0 0,-5 2-4 16,2-5-6-16,2 1-5 0,-1-5-4 0,0 0-3 0,3-7-10 15,2-1 5-15,-2 0-3 0,2-2-5 16,0 4-1-16,-1-8-1 0,1 5-2 0,-6-1-4 15,4 0 5-15,-3 4 2 0,-1 0-7 0,-3 5-7 16,0 1 3-16,-2 6 0 0,0-4-9 0,0 5-2 16,0 2-8-16,-4 2-16 0,-3 5-21 0,4-11-37 15,-2 8-35-15,-2 3-38 0,0 0-28 0,5-4-6 16,-5 4-27-16,0 0-36 0,0 0-53 0,-7 26-295 16,0-11-652-16,-4-1 289 0</inkml:trace>
  <inkml:trace contextRef="#ctx0" brushRef="#br0" timeOffset="-202857.17">19259 12927 164 0,'-23'13'263'0,"6"-6"-25"0,6 0-19 15,3 1-8-15,2-1-2 0,2 3 1 0,4-4 7 0,0-6 6 16,14 13-2-16,2-6-9 0,14-1-2 15,6-4-17-15,20-1-7 0,1-7-13 0,7-2-17 16,26-1-10-16,-25 1-13 0,24-7-14 0,-25 2-13 16,1 1-16-16,1 2-7 0,-1-2-26 0,-4 0-36 0,-3 1-39 15,-6 4-43-15,-16 1-38 0,1 0-27 0,-4 2-39 16,-2 1-56-16,-10-1-51 0,-8 2-245 16,1 2-559-16,-7 0 248 0</inkml:trace>
  <inkml:trace contextRef="#ctx0" brushRef="#br0" timeOffset="-202642.25">19337 13247 3311 0,'-54'8'173'0,"14"-3"9"0,7 3-107 16,0-1-27-16,12-3-14 0,2 3-14 0,8-2-8 16,3 2 8-16,4-2 20 0,4-5 34 0,0 0 10 15,18 14 14-15,5-13 1 0,12 0-2 0,17-1-13 16,7-7-4-16,6-5-11 0,27-3-9 0,-3-4-27 15,-25 5-23-15,28-5-41 0,-2 0-46 0,-33 4-53 16,1 2-50-16,-3 0-80 0,-1-1-85 0,-17 4-269 16,-4 0-664-16,-4-1 294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6T09:33:06.9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4062 3325 43 0,'0'0'162'0,"0"0"-6"0,0 0-3 15,0 0-6-15,4-6-10 0,-4 6-5 0,0 0-9 16,0 0-8-16,0 0-2 0,0 0-6 0,0 0-3 15,0 0-6-15,0 0 0 0,0 0 0 16,0 0-4-16,0 0 1 0,0 0-3 0,0 0-2 16,5-4-7-16,-5 4-6 0,0 0-10 0,0 0-6 15,0 0-3-15,0 0-10 0,0 0-5 0,0-10-4 16,0 10-3-16,0 0-2 0,0-10-1 0,0 10 2 16,0 0 1-16,2-10 1 0,-2 10-1 0,0 0-2 15,0-8-6-15,0 8 4 0,0 0 3 0,0 0-1 16,0-10 0-16,0 10-3 0,0 0 2 0,0 0-10 15,0 0-2-15,3-5-3 0,-3 5-9 0,0 0 0 16,0 0 5-16,0 0 0 0,0 0-6 0,0 0-5 0,0 0 3 16,0 0-6-16,0 0 4 0,0 0-8 15,0 0 4-15,0 0 1 0,8 17 1 0,-8-17-6 16,0 17 0-16,1-6 5 0,-1-1-3 0,3 1 9 16,-3 0-3-16,1 1-4 0,2 3 10 0,-2-2 0 15,0-1 4-15,-1 1 3 0,0-1-1 0,-1 2 2 16,2-3-1-16,2 5-9 0,-4 1 9 0,1-6 2 15,0 2-3-15,1-1 3 0,-2-1-2 0,2 2 2 16,-1-1-2-16,-1-1 2 0,-1 1-2 0,2 0 1 16,-2-2-6-16,3 0 1 0,-4-1 2 0,5 0 1 15,-4-1-4-15,5-2-1 0,-3-6 0 0,-1 13 3 16,1-13-13-16,1 7-18 0,-1-7-12 0,0 8-20 16,0-8-21-16,0 0-23 0,-3 8-32 0,3-8-46 15,0 0-63-15,0 0-246 0,0 0-519 0,-14-3 230 16</inkml:trace>
  <inkml:trace contextRef="#ctx0" brushRef="#br0" timeOffset="312.14">4217 3317 137 0,'0'-7'211'0,"0"7"-13"0,0 0-12 0,0 0-15 0,0 0-15 16,4-5-18-16,-4 5-12 0,0 0-9 0,0 0 5 16,0 0-6-16,5 16-7 0,-5-7-9 0,0 5 2 15,0 2-6-15,-1-1-3 0,1 4-10 16,0 0-7-16,-3-2-6 0,4 2-4 0,-2 1-5 16,0-2 0-16,-2 1-7 0,3-2-3 0,-1-3-9 15,0-2-3-15,-5 4-2 0,6-6-4 0,0 4-14 16,2-5-12-16,-1 3-20 0,0-2-16 0,-1-2-22 0,2 1-25 15,-1-3-46-15,-1-6-30 0,2 10-39 16,-2-10-24-16,2 8-123 0,-2-8-367 0,0 0 163 0</inkml:trace>
  <inkml:trace contextRef="#ctx0" brushRef="#br0" timeOffset="483">4290 2984 92 0,'-3'-3'140'15,"3"3"-15"-15,0 0-15 0,-2-7-13 0,2 7-11 16,0 0-16-16,0 0-39 0,0 0-44 0,0 0-34 16,0 0-69-16,0 0-125 0,4 33 56 0</inkml:trace>
  <inkml:trace contextRef="#ctx0" brushRef="#br0" timeOffset="742.04">4430 3241 107 0,'11'5'179'0,"0"2"-3"0,2 2-5 15,0 0-11-15,1 4 0 0,4 5-7 0,-7-3-10 16,2 1-6-16,2 4-7 0,-3 6 1 15,-6-8-6-15,2 6-3 0,-6-4-5 0,-1 7-5 16,-2-3-9-16,-4-5-7 0,-2 4-7 0,-2-4-3 16,0-2-1-16,-5 5-12 0,1-5-12 0,-2 4-5 0,0-5-10 15,-4 1-12-15,5-1-14 0,-5 2-16 0,4-6-19 16,-3 0-31-16,-5 6-27 0,2-2-40 16,-2-2-44-16,4-5-49 0,0 0-172 0,-1-1-409 15,-1-5 181-15</inkml:trace>
  <inkml:trace contextRef="#ctx0" brushRef="#br0" timeOffset="974.06">3647 3409 57 0,'-6'4'213'0,"-2"2"-11"16,1 3-4-16,-3 4-18 0,4 5-6 0,-1 8-11 15,1-2-10-15,2 4-20 0,2-1-13 0,2 2-10 16,2 1-8-16,2-3-12 0,0 0-6 0,4-3-8 16,4 2-11-16,-1-2-3 0,1-2-14 0,2 0-17 15,-3-7-32-15,-2 0-39 0,2-2-41 16,-1-4-70-16,4 1-181 0,-5-2-358 0,2-3 158 16</inkml:trace>
  <inkml:trace contextRef="#ctx0" brushRef="#br0" timeOffset="1187.58">4134 3135 2883 0,'5'-16'87'0,"-4"2"16"0,2 4 2 0,-2-3-8 16,0 4-19-16,-1 9-3 0,0-12-6 0,0 12 1 15,0 0-7-15,-1-15 1 0,1 15 1 0,0 0-1 16,0 0 1-16,0-12-13 0,0 12-11 0,0 0-15 15,0 0-22-15,0 0-39 0,0 0-44 0,0 0-43 16,0 0-43-16,0 0-47 0,0 0-55 0,0 0-256 16,0 0-564-16,0 0 250 0</inkml:trace>
  <inkml:trace contextRef="#ctx0" brushRef="#br0" timeOffset="5174.14">5554 3270 154 0,'0'0'220'0,"-3"-8"-10"0,3 8-10 16,-4-7-11-16,4 7-16 0,0 0-19 0,-4-6-15 15,4 6-18-15,0 0-13 0,0 0-14 0,0 0-1 16,0 0 1-16,0 0-3 0,-6 34-4 16,5-9-5-16,-1 1-8 0,-1 3-6 0,-2 2-6 15,1-4-4-15,0 4-7 0,1-2-3 0,0-3-4 16,0-2-4-16,3 1-4 0,-1-4-4 0,2-2-3 15,0-4-6-15,-1 2 1 0,2-4-4 0,1-3 3 0,0 4-6 16,1-5 1-16,0 2 9 0,2-4 4 16,-1 2 5-16,-1-4 1 0,1-1 6 0,0 1 0 15,0-2 2-15,-5-3 1 0,14 5-1 0,-14-5 2 16,14 0-4-16,-14 0-3 0,18-6-9 0,-10 2 11 16,1-2-6-16,0-2-4 0,-3 1-4 0,1-3-14 15,-1 2 11-15,2-3-3 0,-3 1-2 0,1-7-7 16,-1 1 1-16,0 1 7 0,-1-1-10 0,3 4 3 15,-4 1 3-15,0 0-8 0,-2 4-1 0,1 1-2 16,0 0 7-16,-2 6-9 0,1-11-4 0,-1 11-5 16,3-8 1-16,-3 8 0 0,0 0-3 0,0 0 5 15,0 0-3-15,8 17 4 0,-7-6-3 0,0 0 2 16,3 2 0-16,-2 2 0 0,-2-1 0 0,3 2 2 16,-2-3-5-16,2-1 7 0,0 0-16 0,0 0 17 15,0-2-4-15,3-1 5 0,2 0-6 0,2-2 8 16,4 1 6-16,4-1 9 0,-1-3 2 0,-1 0-2 15,3-4 4-15,1 0 3 0,0-3-2 0,3 1-4 16,-6-1 5-16,1-1 2 0,-5-1-2 0,4-1 3 16,-3-4-7-16,-2 4 0 0,-1-8-3 0,2 2 0 15,-4-3-4-15,-2 1 0 0,-1-4-4 0,-2 1-3 16,0-2 3-16,-4-1-5 0,3-4 1 0,-5 5-4 16,-1-6 1-16,1 6 2 0,-3 0-5 0,1 2 2 15,0 2 0-15,0 4-12 0,1 3-12 0,0-3-19 16,-1 6-22-16,4 5-24 0,-4-10-34 0,4 10-40 15,-4-5-34-15,4 5-28 0,0 0-55 16,0 0-223-16,0 0-542 0,-11 13 240 0</inkml:trace>
  <inkml:trace contextRef="#ctx0" brushRef="#br0" timeOffset="5747.89">6217 3332 2169 0,'6'-11'1'0,"1"-3"18"0,-2 3-2 16,1-4-23-16,-3 5 32 0,-1-1 10 0,1 1 4 15,-2 2 11-15,0 0 9 0,-1 8 15 16,3-11 2-16,-3 11-6 0,1-8-9 0,-1 8-9 16,0 0-10-16,4-3-1 0,-4 3-11 0,0 0-3 15,3 22-3-15,-2-7 0 0,-2 11-3 0,2 2 0 16,-1 2-1-16,0 0-2 0,1-2-2 0,-1 1-5 0,0-3 2 16,2 1-2-16,-4-2 1 0,2-8-2 0,0 1 1 15,2-1-4-15,0-1-1 0,-2 0-2 16,0-6 5-16,1 0-1 0,-1-3-3 0,0-7 2 15,0 14-2-15,0-9 3 0,0-5-2 0,-1 9-1 16,1-9 2-16,0 0-1 0,0 9 3 0,0-9 1 16,0 0 6-16,0 0-2 0,0 0 1 0,0 0-8 15,0 0-5-15,0 0-8 0,0 0-1 0,0 0-5 0,17-19 3 16,-12 13-2-16,0 2-5 0,1-2 3 16,-1 2-4-16,1 0 1 0,0 1 1 0,-6 3 1 15,10-2-1-15,-10 2 1 0,12 2 2 0,-6 1 1 16,3 3 1-16,1-1 0 0,-3 4 0 0,2-4 2 15,-2 3 1-15,2-1 2 0,0-1 2 0,3-2-1 16,-1 0 3-16,2 0-1 0,1-2 4 0,0-2 12 16,4 0 4-16,2-2-5 0,1-2 0 0,0 0-2 15,6-3 1-15,-7 0-2 0,-4 0 0 0,0-1 1 16,0 1-1-16,-2-2 1 0,-2 1-3 0,-3-1 0 16,-2-1-1-16,2 0-2 0,-4-1-1 0,-1 1 6 15,-1-3-6-15,-3 3 0 0,-2-6-3 0,1 5 3 16,-1 0-4-16,-1 1 1 0,-2 1-2 0,0 2-1 15,-2 0 2-15,-3 3-3 0,1 3 4 0,-1 2-5 16,0 2 1-16,-7 5 0 0,3 2 3 0,0 0-3 16,0 4-1-16,1 1 4 0,4-6-3 0,2 7-3 15,0 0 2-15,5-3-13 0,2-1-11 0,1 1-14 16,1-2-22-16,4 0-29 0,-1 1-32 0,6-1-39 16,3-1-34-16,0 0-31 0,2-1-159 15,-3-5-418-15,3 1 186 0</inkml:trace>
  <inkml:trace contextRef="#ctx0" brushRef="#br0" timeOffset="6106.16">6848 3521 87 0,'7'-4'182'0,"-7"4"4"16,0 0-8-16,11 8-4 0,-7-2-3 0,0 2-7 15,1 6-10-15,0-3-14 0,-1 6-14 0,1-2-10 16,-1 0-9-16,0 4-12 0,0-3-5 0,-1 1-11 15,0-6-7-15,1 0-8 0,-4-4-8 16,1-1-1-16,0 0-1 0,2 0 21 0,-3-6 13 16,0 0 16-16,0 0 15 0,0 0 4 0,0 0-11 15,0 0-12-15,0 0-9 0,0 0-9 0,0 0-6 0,0 0-9 16,0 0 3-16,0 0-14 0,1-28-9 16,0 16-6-16,3 1-1 0,1-5-10 0,2 0-2 15,3-2-6-15,-1 1-14 0,6-4 10 0,-2 5-6 16,4-5-7-16,-3 10-1 0,-1 0 2 0,-2 4-2 15,-2 0-2-15,1 4-2 0,2 1-2 0,-3 1-1 16,1 4 0-16,-2 0-2 0,3 4 0 0,-5 2 5 16,0 0-1-16,0 2 1 0,2 1-2 0,-3-2 7 15,2 5-3-15,-4-2-25 0,1-1-32 0,0 3-36 16,-1 1-38-16,-3-4-66 0,3-1-86 0,-3-2-218 16,0-9-540-16,0 16 238 0</inkml:trace>
  <inkml:trace contextRef="#ctx0" brushRef="#br0" timeOffset="6758.9">8133 3307 2441 0,'0'-16'54'0,"0"3"25"16,-3 1-35-16,2 2-2 0,0 1-6 0,1-1 2 15,-3 4 0-15,0-1 12 0,3 7 7 0,-3-10 3 16,3 10 2-16,-3-9 0 0,3 9 1 16,-2-7-7-16,2 7-8 0,0 0-9 0,0 0-11 15,0 0-2-15,0 0-6 0,0 0 1 0,0 0-4 16,0 0-3-16,6 30-2 0,-4-11 2 0,6 6-2 15,-1 3-2-15,-2 2-10 0,4 3 8 0,-4-4 4 0,1 0 0 16,2-1-3-16,1-3 0 0,-2 1 2 16,0-3-4-16,1-4 2 0,0-4 0 0,-1 2-2 15,-2 0 1-15,3-3-2 0,-2-2 0 0,-1-1-3 16,0-2 5-16,-2-3-2 0,-3-6 2 0,6 12 8 16,-2-7 7-16,-4-5 12 0,5 6 12 0,-5-6 4 15,0 0-3-15,0 0-9 0,14-15 3 0,-7 6-2 16,2-6 8-16,-3-2-17 0,7-5-3 0,-3-4 2 15,5-2-7-15,-1-4 8 0,3 1-11 0,-4-1-2 16,1-1 0-16,1 0-6 0,-3-1 8 0,-1 2-9 16,-1 2-3-16,3 2 9 0,0 3-11 0,-8 7-1 15,1 4-4-15,1 3 4 0,-5 1-5 0,2 4-6 16,-1 0-31-16,-1 2-32 0,2-2-30 0,-4 6-5 16,0 0-6-16,0 0-8 0,9 16-18 0,-8-3-38 15,-1 4-60-15,0 2-53 0,-2 6-193 0,1 0-520 16,-3 2 230-16</inkml:trace>
  <inkml:trace contextRef="#ctx0" brushRef="#br0" timeOffset="7022.58">8594 3476 218 0,'4'-2'235'0,"-4"2"-16"16,0 0-19-16,0 0-16 0,0 0-7 0,0 0-4 15,0 0-8-15,-1 21-10 0,-1-11-6 0,1 2-14 16,-1 5-7-16,-2-1-9 0,2 0-6 0,0 1-12 16,-2 0-5-16,0-2-5 0,3 2-6 0,-2 0-10 15,3-1-6-15,-2-1-6 0,2-2-4 0,0 1-7 16,0-1-7-16,0-3 1 0,0 1-9 16,1 5-2-16,-2-4-3 0,2-3-21 0,0 2-22 15,1 0-32-15,0-2-34 0,-2-9-30 0,5 12-55 0,-5-12-53 16,7 9-227-16,-7-9-480 0,7 4 213 0</inkml:trace>
  <inkml:trace contextRef="#ctx0" brushRef="#br0" timeOffset="7210.03">8986 3538 50 0,'6'-4'246'0,"-1"0"-20"0,0-1-14 0,2 1-15 15,2-2-12-15,2 2-17 0,-2 0-19 0,6 1-14 16,3-3-14-16,-2 3-8 0,3 0-18 0,1 3-26 16,0-1-39-16,-2 2-45 0,-5 0-72 0,0 3-69 15,-2-1-134-15,-3 1-314 0,-8-4 139 0</inkml:trace>
  <inkml:trace contextRef="#ctx0" brushRef="#br0" timeOffset="7376.5">9026 3710 274 0,'-5'7'250'0,"5"-7"-22"0,0 0-15 16,-4 4-16-16,4-4-6 0,0 0-11 0,0 0-8 15,0 0-11-15,0 0-3 0,0 0-20 0,21 9-13 16,-7-9-24-16,5 0-30 0,0 0-32 0,9 0-46 16,1-5-60-16,0 1-71 0,1-1-60 0,1 2-150 15,1-3-377-15,0 0 166 0</inkml:trace>
  <inkml:trace contextRef="#ctx0" brushRef="#br0" timeOffset="7777.77">9726 3330 303 0,'-1'-9'311'0,"-2"2"-21"0,3 7 8 0,-1-11-24 15,1 11-24-15,-1-7-21 0,1 7-28 0,0 0-26 16,-1-7-34-16,1 7-2 0,0 0-5 0,0 0-20 15,5 28 6-15,0-9-25 0,-1 5 4 0,1 1-9 16,-1 1 0-16,2 0-13 0,3 0 1 0,-4-1-5 16,3 1-8-16,-3-7-6 0,3 0 2 0,-5 0-11 15,3-1 1-15,-1-1-7 0,1 1-2 0,-3-3-3 16,2-3-5-16,-2 0-6 0,1-2-3 0,-1-1-16 16,1 1 14-16,0-4 0 0,-4-6 2 0,4 12 3 15,-4-12-6-15,3 8-2 0,-3-8-4 0,0 0 21 16,8 6 13-16,-8-6-3 0,0 0-7 0,0 0-7 15,0 0 1-15,17-23-1 0,-10 7-5 0,2 0-1 16,-1-3-6-16,1-4-2 0,1-4-9 0,-1 0 4 16,3-1-6-16,-2-2 1 0,1 3-4 0,0-2 5 15,0 0-6-15,-3 1-6 0,1 3-2 0,-3 5-2 16,-1 2 1-16,-1 6-4 0,1 2-9 0,-1 0-10 16,-3 3-40-16,3 2-14 0,-1-1-42 0,-3 6-29 15,5-6-10-15,-5 6-18 0,0 0-35 0,0 0-40 16,12 20-41-16,-10-3-214 0,1-1-553 0,-1 1 245 15</inkml:trace>
  <inkml:trace contextRef="#ctx0" brushRef="#br0" timeOffset="8090.23">10089 3639 172 0,'18'-2'262'0,"-6"-1"-5"0,-2 1-1 16,2 0-12-16,0 2-16 0,0-2-12 15,-1 1-19-15,1 4-16 0,-1-1-15 0,3 2-20 0,-3 1-24 16,0 1-1-16,0 3-5 0,-2 0-8 0,1 5-7 16,-7-2 1-16,4-1-2 0,-5 7-2 15,-3-1-10-15,-5 8-2 0,-1-8-6 0,-1 0-5 0,-2 1-7 16,-4-2-3-16,3-1-1 0,-3-3-14 16,3 2-3-16,0-1-1 0,-2-2-3 0,5-3-8 15,1-1-4-15,0 0-3 0,-1 0 1 0,8-7-4 16,-8 6-3-16,8-6-1 0,-7 6-3 0,7-6-5 0,0 0 1 15,-6 7 0-15,6-7-8 0,0 0-1 0,0 0 7 16,0 0-13-16,0 0 5 0,21 4-8 0,-4-5-17 16,1-2-29-16,10-2-30 0,2-1-40 15,3-1-61-15,-1-1-67 0,4 0-60 0,-3 2-221 16,3-1-571-16,-2-2 253 0</inkml:trace>
  <inkml:trace contextRef="#ctx0" brushRef="#br0" timeOffset="8290.66">10865 3627 3271 0,'0'0'128'0,"0"0"-41"0,0 0-51 15,0-10-20-15,0 10-4 0,0 0-3 0,0 0 13 16,3-7 12-16,-3 7 13 0,0 0 6 0,0 0 7 16,0 0 3-16,0 0-7 0,0 0-1 0,18-3-2 15,-4 2-7-15,5 0-25 0,-1-1 16 0,4 2-34 16,5-1-24-16,-5 0-35 0,0 2-42 0,-3-1-44 15,-5 1-37-15,-1 1-65 0,-2-1-54 0,-4 2-215 16,-7-3-554-16,6 6 246 0</inkml:trace>
  <inkml:trace contextRef="#ctx0" brushRef="#br0" timeOffset="8472.89">10832 3743 95 0,'-12'7'230'0,"10"-5"4"0,2-2 1 0,-7 3 4 0,7-3-2 15,0 0 5-15,0 0-2 0,0 0 7 0,0 0-14 16,21 8-20-16,-4-7-21 0,4-1-21 0,1 0-10 16,7-4-45-16,6 3-16 0,-2-2-36 0,3 0-41 15,1 0-47-15,0-2-59 0,-1-1-61 0,1 0-81 16,-3 0-241-16,-3-3-506 0,1 2 224 16</inkml:trace>
  <inkml:trace contextRef="#ctx0" brushRef="#br0" timeOffset="8872.93">11857 3415 151 0,'0'0'324'16,"4"-10"-2"-16,-4 10-5 0,1-7-4 0,-1 7-10 16,0 0-17-16,0-9-19 0,0 9-27 0,0 0-40 15,0 0 1-15,0 0-15 0,-18 2-20 0,7 3-16 16,2 3-15-16,-5 3-11 0,1 4-14 0,-3 6-3 15,0 2-18-15,4 0-6 0,-2-1-1 0,1 1-8 16,2 0-5-16,-1-1-7 0,5-6-27 0,2 5 18 16,0-4-4-16,3 2-11 0,0-1 3 0,4 0-7 15,-2 0-4-15,3-2-5 0,4-3-2 0,4 6 6 16,3-3 0-16,0-1 13 0,5-4 9 0,-2-3-3 16,11 1 1-16,1-1-8 0,2-4 2 0,1-3-8 15,-1-1 2-15,-1 0 3 0,1-4-3 0,0 1 0 16,-2-3 0-16,-1 0-6 0,-1-5 3 0,-2-4 5 15,-4 2-4-15,-5 1-4 0,4-7 3 0,-8 4-9 16,1-9 0-16,-4 6-5 0,-4 0 3 0,-3-8 2 16,-4 7-5-16,-3-8-1 0,-4 1-4 0,-2 0-6 15,-7 4-1-15,-2 0-14 0,-5 5 0 0,-2 0-14 16,-6 2-15-16,-3 8-45 0,0-2-10 0,-3 5-54 16,-12 3-59-16,-1 3-71 0,0 2-89 0,2 3-373 15,18-1-798-15,-5 2 353 0</inkml:trace>
  <inkml:trace contextRef="#ctx0" brushRef="#br0" timeOffset="12488.89">12339 4930 76 0,'0'0'121'0,"0"0"8"15,2-7-1-15,-2 7 0 0,0 0 1 0,0 0-4 16,0 0 0-16,0 0 1 0,0 0 2 0,0 0-4 15,0 0-1-15,0-9-6 0,0 9-3 0,0 0-5 16,0 0-5-16,0 0-6 0,0 0-7 0,0 0-7 16,0 0-5-16,0 0-7 0,0 0-6 0,0 0-7 15,0 0 0-15,0 0-8 0,0 0-5 16,0 0-5-16,0 0-4 0,0 0-4 0,0 0-5 0,0 0-5 16,0 0 2-16,0 0-5 0,0 0-1 0,0 0-7 15,0 0 2-15,0 0-4 0,0 0 2 0,0 0 0 16,0 0 4-16,0 0-4 0,-8 19 1 15,8-19-3-15,-6 12 4 0,5-6-4 0,-1 0-1 0,0 3 5 16,-2 1-1-16,2-1 1 0,-1 1 3 0,1 0-5 16,0-1 0-16,-2 2-1 0,1-2 2 0,0 2 1 15,2-1-3-15,0 0 3 0,-1-1-5 0,2 1 1 16,0 1-2-16,0-3 0 0,0 3 1 0,0-1-3 16,0-2 0-16,2 2-1 0,0-2 1 0,-1-2-4 15,1 1 6-15,3 0-7 0,-3 0 4 16,1-2-2-16,1 0 0 0,2 0 1 0,-2-1 0 0,-4-4 2 15,10 8 1-15,-5-4 4 0,3-2 2 0,-1 2 4 16,0 0-3-16,4-2 1 0,-11-2-3 0,23 1 8 16,-12-2-6-16,0 1-1 0,-11 0 2 0,23-2 4 15,-13 2-2-15,4-2-4 0,-5 0 4 0,5-1-5 16,-3 0 2-16,2 0-6 0,-1-1 4 16,-3 0-6-16,1-4 4 0,0 4-3 0,-3-2 0 15,3-1 2-15,-1 1-1 0,1 0 0 0,-4-1-5 16,1-2 4-16,-1-1-8 0,0 3 8 0,-2-5-2 15,2 3 0-15,-1-2 2 0,-3 1-3 0,0-2 2 0,0 0-1 16,-2 1 0-16,0 1-1 0,0-2 0 16,0-1 0-16,-2 4-1 0,2-2 0 0,-2-1-2 15,-2 2 2-15,2-3 1 0,-1 4 10 0,-1-1-9 0,-2 1-2 16,2-2 0-16,-2 3 0 0,1-1 9 0,-1 0-14 16,-2 2-1-16,0-1 0 0,3 2 1 0,-1-2 0 15,-1 3-3-15,1 1 1 0,-2 0-3 0,-1 1 5 16,3 0 6-16,6 3-12 0,-14-3-2 15,5 3 3-15,9 0 5 0,-17 5-5 0,3-1 4 16,5 0-6-16,-5 2 3 0,3 1-12 0,-2 2-10 0,-1-3-7 16,4 2-6-16,0-2-6 0,1 1-10 0,0 1-8 15,0-1-15-15,0 2-12 0,-2-2-9 0,1-1-21 16,1 3-13-16,3-1-19 0,-3 0-20 0,3 0-18 16,-3-2-13-16,4 3-136 0,-2-4-368 15,3 1 163-15</inkml:trace>
  <inkml:trace contextRef="#ctx0" brushRef="#br0" timeOffset="14771.92">12511 5224 23 0,'0'0'169'0,"0"0"-2"0,0 0-2 16,0 0-5-16,0 0-5 0,0 0-5 0,0 0-9 15,0 0-6-15,0 0-5 0,-5-10-8 0,5 10-7 16,0 0-11-16,0 0-9 0,0 0-7 0,0 0-7 16,0 0-6-16,0 0-4 0,0 0-10 0,0 0-2 15,0 0-11-15,0 0-3 0,0 0-8 0,0 0-2 16,0 0-6-16,0 0 0 0,0 0-8 0,0 0-3 16,0 0-2-16,0 0-2 0,0 0 2 0,0 0-4 15,0 0 6-15,0 0-10 0,0 0-1 0,-2 26 1 16,2-26-1-16,0 16 0 0,-2-8 2 0,2 2 2 15,0 2 2-15,0 1 3 0,0 2 6 0,0 3 7 16,0 0 1-16,0-2 5 0,2 1 2 0,-4 0-3 16,2 0 4-16,0-2-5 0,0 2-5 0,2-5 0 15,0 0-6-15,-2 4 1 0,0-1 6 0,0 0 1 16,0-2 0-16,0 0 10 0,0 2-8 0,0-2 4 16,0-1 1-16,0 2-2 0,0-1 0 0,0-1 5 15,0 1-2-15,1-2 8 0,1 1-7 0,0-2-5 16,-2 1-2-16,2-3 1 0,-2 2-5 0,0-1-3 15,-2 1-2-15,4-1 4 0,-4 1-7 0,4-1 1 16,-2 0 4-16,0 2 0 0,2-2 2 0,-2-2 2 16,0 3 4-16,0-1-6 0,0-2-1 0,0 1-5 15,0-8 1-15,0 13-2 0,0-5 2 0,0-2-7 16,0-6 3-16,0 13-3 0,0-8-5 0,0-5 2 16,0 13 5-16,0-13-2 0,0 9-6 0,0-9 0 15,2 10 0-15,-2-10 1 0,4 7 1 0,-4-7-5 0,0 6 3 16,0-6-2-16,0 0 0 0,2 7 2 0,-2-7-4 15,0 0 0-15,0 0 12 0,0 0-16 16,2 8 5-16,-2-8 1 0,0 0 7 0,0 0-2 16,0 0 4-16,0 0 7 0,0 0 5 0,0 0 0 15,0 0 11-15,-5 6-13 0,5-6 3 0,0 0 3 0,0 0-2 16,0 0-10-16,0 0-5 0,0 0 11 0,0 0-4 16,0 0-3-16,0 0-4 0,0 0 5 15,0 0-4-15,0 0-1 0,0 0-6 0,0 0 4 16,0 0-1-16,0 0-5 0,0 0 6 0,0 0 12 15,0 0 2-15,0 0-17 0,0 0 2 0,0 0-2 16,0 0-3-16,0 0 0 0,0 0-7 0,0 0-4 16,0 0 2-16,0 0-6 0,0 0 10 0,9 2-2 15,-9-2 1-15,6 2-2 0,-6-2 2 0,11 3 1 0,-3-1 2 16,-2 0-2-16,-6-2 1 0,13 3-6 0,-6-2 5 16,-1 0-1-16,5 2 0 0,-1-1-7 0,-2 0 2 15,0 1 1-15,3-1-6 0,-6 0 9 16,4 0 1-16,0 2-6 0,-4-2 2 0,1 2 6 15,-6-4-7-15,14 3 7 0,-10-2-5 0,1 3 6 0,-5-4-5 16,10 5 1-16,-10-5 11 0,8 4-16 0,-8-4 1 16,7 3-5-16,-5 1 5 0,-2-4-9 0,6 7 14 15,-6-7-1-15,3 6 0 0,-3-6-1 0,4 5-1 16,-4-5 3-16,2 9-10 0,-2-9 5 0,0 11 6 16,0-11-3-16,-6 10 6 0,5-4-7 0,-3 3 3 15,-2 1 0-15,-1 1-4 0,-1-2 9 0,-3 5-2 16,-1 0-8-16,0 0 5 0,-1-2-3 0,1 0 7 15,1 2-5-15,0-3 2 0,-1 1-1 0,3-2 3 16,1 0-9-16,-2 0 8 0,1-1-1 0,3 1-4 16,-3-1 3-16,2 1 1 0,0 0-5 0,0-3-2 15,3 2 10-15,-2-1 6 0,2 0-16 0,0-2 5 16,0 0 1-16,2-2 3 0,2-4-5 0,-5 12-8 16,1-7 4-16,4-5 13 0,-2 11-8 0,2-11-10 15,0 10-2-15,0-10-5 0,4 10 0 0,-2-3-4 16,-1-2-1-16,3 0 6 0,0 1-3 0,1-1 6 15,0 1-4-15,3-1 5 0,-3 2-4 0,1-3 6 16,-1 1-2-16,2-2 0 0,2 3 1 0,0-1 1 16,0 1 4-16,0 1 3 0,-3-2-5 0,-1-1 1 15,2-1-2-15,0 4 2 0,-3-3 0 0,1-1 4 16,3 2-1-16,-3 0 1 0,0 0 2 0,-5-5-7 16,4 9 6-16,-2-5 0 0,1 2-3 0,-3-6 4 15,0 12-1-15,2-8 4 0,-2-4-3 0,-3 14 9 16,1-7-5-16,2-7-2 0,-6 17 20 0,3-12-18 15,-2 4 2-15,1-1 4 0,-3-2-8 0,3 2 1 16,-2-1 14-16,0-1-12 0,0 1-4 0,1 0 2 16,1-2-6-16,0 0-3 0,-2 1 2 0,2 2 6 15,0-2-3-15,1-2 2 0,1 3-9 0,2-7 12 16,-4 14-5-16,2-9 2 0,0 5-3 0,2-3 7 16,4 2-2-16,-4 1-8 0,4-1 0 0,-2-3-3 15,3 2 0-15,1 1 7 0,0-2-6 0,0 1 1 16,-1 0-10-16,-1-3 6 0,3 4-1 0,0-3 0 15,-3 2-3-15,-4-8 6 0,7 10-1 0,-7-10 8 16,6 8-6-16,-6-8-1 0,8 5 9 0,-6-2-6 16,-2-3-2-16,0 0 4 0,4 8 3 0,-4-8-2 15,0 0-4-15,0 0 7 0,0 0-2 0,0 0 2 16,-6 15 3-16,6-15 1 0,-8 7 6 0,8-7-8 16,-6 11 1-16,1-5 2 0,5-6-1 0,-8 14-5 15,3-7-3-15,-2-2 7 0,7-5-7 0,-8 10 3 16,8-10 6-16,-5 10 2 0,1-5-5 0,0 1 0 15,0 1-4-15,4-1-2 0,-4 1 1 0,4-7 1 16,0 12-2-16,-2-5-2 0,2-7 2 0,2 13 2 16,0-3-3-16,-2-4-2 0,2 1-3 0,1 1 2 15,0-3-3-15,1 1-1 0,-2 0 4 0,-2-6 2 16,4 10-2-16,-1-5 2 0,1 0 3 0,-2 1-1 16,2 0-2-16,-4-6 2 0,6 10-1 0,-6-5 2 15,0-5 1-15,-2 11 1 0,-2-3 4 0,-2 1-3 16,2-1-3-16,-3 3 7 0,-1-2-2 0,-2 0 3 15,1 4-3-15,0-4 8 0,-3 0-13 0,6-1 5 16,-3 0 0-16,3 1-3 0,-2-2 1 0,4-3-2 16,-1 5 3-16,-1-3 1 0,2 4 0 0,1-4-5 15,1 0 1-15,0 4 1 0,2-2 3 0,-3 1 2 0,3 0-3 16,3 3 1-16,-3-3-1 0,2 1 4 16,0-1-11-16,1 3 3 0,1-4 16 0,2 3-21 15,-1 0 8-15,1-2 14 0,2 3-11 0,-4-1 0 16,1 1 2-16,3-1 1 0,2 4-12 0,-2-2 7 15,1 3 1-15,0-1-5 0,1 1 9 0,-1-1 11 0,-1 0 3 16,4 2-9-16,-6 0 11 0,1 2 13 16,2 4-3-16,0-6-3 0,-5 0 2 0,1-1 3 15,-3 1-3-15,5 1 8 0,-5-3-5 0,5 0 5 16,-5 1 6-16,3 3 6 0,-5-1-3 0,4 0 0 16,-1 1 8-16,-2 6 8 0,-1-5-1 0,1 3-1 0,-1 2 1 15,0 0 1-15,-2 0-3 0,1-6 3 0,-1 2-5 16,2 3-1-16,-4-5-3 0,4 6-4 15,0-6 1-15,0 0-10 0,0-1 4 0,0 1-4 16,-2-2-2-16,6 1-5 0,-2-2-1 0,-2-3-4 0,0 0-1 16,0-3-4-16,0 3 1 0,0-3-5 0,0 1 1 15,0-1-3-15,0 2 1 0,2-4-1 0,-2 1-5 16,1 0-2-16,-1-9 1 0,-1 13-2 16,1-7-10-16,0-6-16 0,0 0-26 0,-2 16-26 15,2-16-34-15,-4 13-45 0,4-13-45 0,-12 10-53 0,8-5-43 16,-3 2-41-16,7-7-55 0,-15 10-346 0,3-8-788 15,12-2 348-15</inkml:trace>
  <inkml:trace contextRef="#ctx0" brushRef="#br0" timeOffset="18539.9">12736 8331 8 0,'0'0'95'0,"0"0"-3"0,0 0-12 15,0 0-15-15,0 0 0 0,0-9-6 16,0 9 0-16,0 0-11 0,0 0-11 0,0 0 5 0,0 0 9 16,0 0-6-16,0 0-1 0,0 0-4 0,0 0 1 15,0 0-5-15,0 0 5 0,0 0-8 16,0 0 1-16,0 0 0 0,0 0-6 0,0 0-1 16,0 0-4-16,0 0 7 0,0 0-10 0,-10-7 0 0,10 7-10 15,0 0 3-15,0 0 1 0,0 0-4 0,0 0 5 16,0 0-2-16,0 0-4 0,-6-4-6 0,6 4 8 15,0 0-7-15,0 0-3 0,-7-5 3 16,7 5-2-16,0 0 4 0,0 0-8 0,-8-3 1 0,8 3 5 16,0 0-7-16,0 0 7 0,-6-2-2 15,6 2 2-15,0 0-6 0,0 0 3 0,0 0-6 0,0 0 15 16,-8-4 0-16,8 4 7 0,0 0 2 0,0 0 4 16,0 0-1-16,0 0 1 0,0 0 5 0,0 0 3 15,-5-5 1-15,5 5 0 0,0 0 0 0,0 0-3 16,0 0 2-16,0 0-4 0,0 0-9 0,-6-6 3 15,6 6 1-15,0 0 3 0,0 0 0 0,0 0 5 16,0 0-4-16,0 0-4 0,-5-3-4 0,5 3 0 16,0 0 2-16,0 0 3 0,0 0-4 0,0 0-10 15,0 0 2-15,0 0-2 0,0 0-8 0,0 0 3 16,0 0-1-16,0 0 1 0,0 0 0 0,0 0-2 16,0 0-8-16,0 0 9 0,-3 14-1 0,3-14 0 15,-4 6-1-15,4-6 5 0,0 8-8 0,0-8 2 16,-2 8 2-16,2-8 6 0,0 9-3 0,0-9 2 15,-3 8 3-15,3-8-4 0,0 0 3 0,-1 10-7 16,1-10 6-16,-1 7-5 0,1-7 3 0,0 0-2 0,-2 8-1 16,2-8-2-16,0 0 4 0,0 0-5 15,2 10 6-15,-2-10-4 0,0 0-1 0,0 0 5 16,0 0-3-16,0 0 0 0,0 0 2 0,0 0-2 16,0 0 3-16,2 7-3 0,-2-7 8 0,0 0-5 15,0 0-4-15,0 0 9 0,0 0 9 0,0 0 1 16,0 0 6-16,0 0 1 0,0 0 3 0,0 0 3 15,0 0 3-15,0 0-1 0,0 0-1 0,0 0-6 0,0 0-1 16,0 0-5-16,0 0-1 0,0 0-2 0,0 0-2 16,0 0-1-16,0 0-3 0,0 0-3 15,0 0 2-15,0 0-7 0,0 0 0 0,0 0-2 0,0 0 1 16,0 0-3-16,0 0-1 0,0 0-1 0,0 0 1 16,0 0-4-16,0 0 2 0,0 0 1 0,0 0 0 15,-14 1-4-15,14-1 8 0,-5 8-9 0,5-8 4 16,-5 6-2-16,5-6 3 0,-3 6-2 0,3-6 1 15,0 0-3-15,0 0 3 0,0 0 4 0,8 10-5 16,-8-10 5-16,8 1 2 0,-8-1 2 0,9 0 1 16,-9 0 2-16,11 0 5 0,-11 0-2 0,14-3 4 15,-10 0-2-15,-4 3 4 0,9-3 4 0,-9 3-8 16,8-2-5-16,-4-1 1 0,-4 3-3 0,3-10 1 16,-3 10-1-16,4-9-1 0,-4 9 2 0,-2-13-7 15,2 13-5-15,-3-9-2 0,-1 3 1 0,4 6 2 16,-6-11-3-16,2 8 1 0,4 3 2 0,-8-8-1 15,3 6 1-15,5 2-4 0,-8-5-1 0,8 5 4 16,0 0-6-16,-15 3 4 0,9-1 3 0,-2 2-5 16,3 5-1-16,-3-5 4 0,2 4-4 0,1-3 4 15,1 0 0-15,4-5-1 0,-6 11 0 0,3-7 2 16,3-4-3-16,-2 10 0 0,2-10 3 0,-1 8 2 16,1-8 2-16,6 7 0 0,-6-7 1 0,6 3 4 15,-6-3 0-15,13 3 0 0,-9-2 9 0,-4-1 0 16,12 3 4-16,-12-3 0 0,9-3 2 0,-9 3 4 15,7 2 1-15,-7-2 2 0,0 0-3 0,10-6-1 16,-10 6-5-16,0 0 0 0,2-6-2 0,-2 6 5 16,0 0-13-16,-2-14-1 0,2 14-1 0,0 0 2 15,-4-12-2-15,0 6-1 0,4 6-1 0,0 0-5 0,-6-6-5 16,6 6 2-16,0 0-2 0,-7-6-1 0,7 6 0 16,0 0 6-16,0 0-8 0,-14 5-3 0,14-5 5 15,-7 9-3-15,7-9 1 0,-6 7-1 16,6-7 0-16,-4 7-1 0,4-7 2 0,-1 6 4 0,1-6-4 15,0 0 8-15,0 0-2 0,0 0 4 0,7 9-3 16,-7-9 2-16,11 1 3 0,-3-1-1 0,-8 0-2 16,14-2 4-16,-14 2-1 0,13-5 3 0,-7 3-3 15,-6 2 4-15,9-6-8 0,-9 6 5 0,6-5-1 16,-6 5 1-16,2-6-5 0,-2 6 0 0,0-11-4 16,0 11-5-16,-8-7-8 0,8 7-4 0,-9-6-8 15,-1 5-7-15,4 0-5 0,-5 1-4 0,11 0-12 16,-19 1-8-16,8 3-24 0,3-3-21 0,-2 4-26 15,4-3-45-15,1 4-32 0,-3 1-117 0,5-3-356 16,3-4 159-16</inkml:trace>
  <inkml:trace contextRef="#ctx0" brushRef="#br0" timeOffset="19353.93">12726 8369 19 0,'0'0'142'0,"0"0"-19"15,0 0-3-15,0 0-5 0,0 0-1 0,-8-1-8 16,8 1-13-16,0 0-5 0,0 0-6 0,0 0 1 0,0 0-22 15,0 0 9-15,0 0-7 0,0 0-5 0,0 0-7 16,0 0-5-16,0 0-1 0,0 0-2 16,0 0-8-16,0 0 0 0,0 0 0 0,0 0-2 15,0 0-7-15,0 0-1 0,0 0-2 0,0 0 2 0,0 0-1 16,0 0 9-16,0 0 3 0,31 3 1 0,-16-5 6 16,6 2 0-16,8-1-2 0,-2 0-2 0,7-2 3 15,1 0-7-15,3 1 1 0,1 1-3 0,0-4 1 16,12 1-3-16,-11 0-3 0,10 3-2 0,-12-1-6 15,0-2-1-15,2 2-4 0,-4 1 2 0,5 1-1 16,10 0-2-16,-12 0-3 0,1 0 3 0,10 0-3 16,-12 0-1-16,-2 0-3 0,-3-2 3 0,3-2 0 15,-2 4-1-15,-5-1 5 0,0 1 2 0,-6-3 1 16,-2 3 6-16,-2-2 4 0,-7 1 2 0,1 1 4 16,-1 0 6-16,-1 0-1 0,-3-2 5 0,-8 2 7 15,12 0 0-15,-12 0 4 0,7-1 3 0,-7 1 5 16,0 0-2-16,10-3-2 0,-10 3-2 0,0 0 2 15,9 0-8-15,-9 0-8 0,0 0-5 0,0 0-2 16,0 0-7-16,0 0-9 0,10 0-6 0,-10 0-8 16,0 0-14-16,0 0-13 0,0 0-13 0,0 0-15 15,0 0-17-15,0 0-11 0,0 0-22 0,0 0-27 16,0 0-30-16,0 0-36 0,0 0-27 0,0 0-190 16,0 0-444-16,0 0 196 0</inkml:trace>
  <inkml:trace contextRef="#ctx0" brushRef="#br0" timeOffset="19833.8">14117 8226 67 0,'0'0'261'0,"0"0"-9"16,0 0-15-16,0 0-7 0,0-11-15 0,0 11-19 15,0 0-16-15,0 0-23 0,0 0-18 0,0 0-16 0,0 0-16 16,0 0-12-16,0 0-10 0,0 0-9 16,0 0-9-16,0 0-3 0,16 20-11 0,-14-13 0 15,2 0-7-15,3 1-4 0,-3 0-6 0,2 5-4 16,-2-4-2-16,0 1 2 0,2 2 1 0,-1-2-5 0,5 0 2 16,-4-1-7-16,-2 0-1 0,-1 0-3 0,3 0-3 15,-2-3 1-15,-3 2-3 0,4-4 3 0,-1 0-6 16,-1 2 4-16,-3-6-4 0,6 7 1 0,-6-7-2 15,4 4-1-15,-4-4 1 0,5 6 5 16,-5-6 10-16,4 4 12 0,-4-4 10 0,0 0 14 0,10 1 7 16,-10-1-8-16,0 0-7 0,9-8-6 0,-5 4-2 15,3-2-1-15,0 1-5 0,1-2-5 0,-1 0-3 16,-1-3 0-16,-1 0-8 0,5-1-1 16,-2 0 1-16,-3 2 6 0,1-2-13 0,2-1 1 0,-2 1 2 15,3-1-14-15,-5 1 6 0,1 0-1 0,0 2 0 16,0 1-6-16,-1-1 1 0,-2 2 3 0,0 1-3 15,-2 6 2-15,6-8-12 0,-3 2-5 0,-3 6-17 16,4-6-14-16,-4 6-13 0,0 0-31 0,2-7-22 16,-2 7-26-16,0 0-23 0,0 0-31 0,0 0-23 15,0 0-27-15,0 0-40 0,-13 17-139 0,13-17-451 16,-4 10 200-16</inkml:trace>
  <inkml:trace contextRef="#ctx0" brushRef="#br0" timeOffset="20207">14472 8356 191 0,'0'0'203'15,"0"0"-8"-15,0 0-13 0,0 0-13 0,0 0-17 16,4 4-11-16,-4-4-8 0,0 0-3 0,0 0-2 16,-2 11-1-16,2-11-12 0,0 0-6 0,-4 11-7 15,1-5-8-15,3-6-8 0,-4 12-2 0,2-8-7 16,2-4-9-16,0 15-4 0,0-9-4 0,0-6-10 15,-3 13-1-15,6-6-8 0,-1 0 2 16,-2-7-6-16,4 11 19 0,1-3 8 0,-1-5 5 0,2 1 5 16,-1 0-1-16,4-2 4 0,0 4-10 0,0-4 1 15,1 1-3-15,0-3 0 0,-1 0-3 0,1 1 3 16,1-2-9-16,-2-1 4 0,3-1-7 0,-6 1 1 16,3-3-1-16,-1 0 0 0,-2 1 7 0,1-2 1 15,-3-2-9-15,0-1 11 0,-2-1-14 0,3 1 7 16,-3 1-17-16,-2-1 6 0,0-2-9 0,0 2-3 15,-4-1-3-15,1 2-10 0,-1 2-4 0,0-4-15 16,-1 5-7-16,-1-2-12 0,0 2-26 0,-1 2-18 16,7 3-33-16,-13-6-41 0,2 4-47 0,2 2-47 15,9 0-69-15,-18 3-277 0,7-1-623 0,0 1 276 16</inkml:trace>
  <inkml:trace contextRef="#ctx0" brushRef="#br0" timeOffset="22396.03">12881 4574 112 0,'0'0'135'0,"5"-4"-7"0,-5 4-8 16,0 0-8-16,0 0-14 0,0 0-7 0,0 0-5 16,0 0-11-16,0 0-1 0,0 0-7 0,0 0-5 15,0 0-1-15,0 0-6 0,0 0-2 0,0 0-3 16,0 0 6-16,0 0-13 0,0 0 2 0,0 0-3 15,0 0 1-15,0 0-6 0,0 0-2 0,0 0 0 16,0 0-2-16,0 0-1 0,0 0-5 0,0 0 0 16,0 0-3-16,0 0-5 0,0 0 1 0,0 0-4 15,0 0 6-15,-22 7-1 0,22-7-9 0,0 0 11 16,-14-2-2-16,14 2-1 0,-9 3-1 0,9-3 1 16,0 0 3-16,-10 0 2 0,10 0 2 0,0 0 2 15,-10 1-3-15,10-1 4 0,0 0-2 0,-7 3-4 16,7-3 1-16,0 0 2 0,0 0-8 0,0 0-1 15,0 0 2-15,0 0-4 0,0 0 0 0,0 0-1 16,0 0 2-16,0 0 0 0,0 0 6 0,0 0-1 16,0 0 6-16,0 0-5 0,0 0 7 0,36 0-9 15,-18-3 0-15,2 2 0 0,1-3 0 0,1 2-4 16,1 2-1-16,-4-3-6 0,2 2 3 0,-4-1-4 16,2 2 2-16,-5-2-11 0,-1 1-12 0,-2 1-21 15,3 0-18-15,-1 0-31 0,1 1-30 0,-3 1-29 16,-1-2-35-16,0 0-12 0,-10 0-140 0,11 0-354 15,-11 0 156-15</inkml:trace>
  <inkml:trace contextRef="#ctx0" brushRef="#br0" timeOffset="22688.71">13140 4470 105 0,'0'0'209'0,"-4"-7"-6"0,4 7-8 0,0 0-4 15,-6-6-9-15,6 6-11 0,0 0-13 0,-4-5-13 16,4 5-11-16,0 0-13 0,0 0-7 0,0 0-19 16,0 0-9-16,0 0-13 0,0 0-10 0,0 0-9 15,0 0-5-15,0 0-5 0,0 0-4 0,0 0 0 16,0 0-1-16,-4 25-3 0,4-16-6 0,0 1 3 16,0 3 1-16,0-2-4 0,-2 1 1 0,4-1-7 15,-2 1-2-15,0-1 1 0,0 2-1 0,0-1-4 16,0-1-1-16,2 1-10 0,0-3-14 0,-2 1-18 15,0-3-22-15,2 3-30 0,-2-10-23 0,2 14-41 16,-4-7-28-16,2-7-35 0,0 14-141 0,0-14-374 16,-2 10 166-16</inkml:trace>
  <inkml:trace contextRef="#ctx0" brushRef="#br0" timeOffset="23646.45">13463 4460 105 0,'0'-5'245'0,"0"5"-12"15,0 0-10-15,0 0-15 0,0 0-16 0,0-8-13 16,0 8-15-16,0 0-15 0,0 0-10 0,2-6-16 16,-2 6-14-16,0 0-8 0,0 0-7 0,0 0-10 15,0 0-10-15,0 0-5 0,0 0-9 0,0 0-5 16,0 0-8-16,0 0 0 0,0 0-5 16,0 0-3-16,0 0 1 0,0 0-6 0,0 0-6 15,0 0-6-15,0 0-5 0,0 0 0 0,0 0-3 0,0 0 2 16,0 0-4-16,0 0-1 0,0 0-2 0,0 0 2 15,0 0 5-15,0 0-11 0,0 0 3 0,0 0-3 16,0 0 4-16,0 0-5 0,0 0-1 0,0 0 1 16,0 0-2-16,0 0 0 0,0 0 2 15,0 0 2-15,0 0-1 0,0 0 0 0,0 0-1 16,0 0 0-16,0 0 0 0,0 0-2 0,0 0 2 0,0 0 0 16,0 0 2-16,0 0-2 0,0 0-1 0,0 0-4 15,0 0 3-15,0 0 1 0,0 0-1 0,0 0-1 16,0 0 1-16,0 0 0 0,0 0 1 0,7-4-3 15,-7 4 5-15,0 0-4 0,0 0 0 16,0 0 1-16,0 0 0 0,0 0-3 0,0 0 0 16,0 0 1-16,0 0 1 0,0 0-1 0,0 0 1 15,0 0 0-15,0 0 2 0,0 0-4 0,0 0 2 16,0 0-3-16,0 0 4 0,0 0 0 0,0 0-2 16,0 0 3-16,0 0 0 0,0 0-3 0,0 0 1 15,0 0 0-15,0 0-4 0,0 0 4 0,0 0-2 16,0 0 8-16,0 0-6 0,0 0-3 0,0 0 3 15,0 0-1-15,0 0 2 0,0 0-2 0,0 0 3 16,0 0-3-16,0 0 2 0,0 0-7 0,0 0 8 0,0 0-2 16,0 0 2-16,0 0-2 0,0 0 1 15,0 0 0-15,0 0-3 0,0 0 4 0,0 0 3 16,0 0-3-16,0 0 4 0,0 0 8 0,0 0-2 16,0 0-3-16,0 0-3 0,0 0 1 0,0 0 2 15,0 0-4-15,0 0-3 0,0 0-1 0,0 0 3 0,0 0-2 16,0 0 0-16,0 0-6 0,0 0 4 0,-22 11-1 15,20-7 1-15,2-4-2 0,-8 7 1 16,4-3 0-16,4-4 1 0,-6 9-5 0,6-9 6 16,-5 9-3-16,5-5 1 0,0-4-3 0,-6 7 8 15,6-7-9-15,0 0 1 0,0 0 2 0,2 17 0 16,-2-17 1-16,6 11 0 0,-6-11 0 0,9 14-3 16,-5-7 1-16,4-1 3 0,-2 0 1 0,-6-6 0 15,14 10-1-15,-5-3 2 0,0 0-2 0,-3-2-3 16,5 1 3-16,-1 2 0 0,1-2-1 0,-2 2 0 15,0 0-1-15,-2-3 5 0,1 2-4 0,-1-4 1 16,-2 3 1-16,0-2-2 0,-1 2 1 0,-2 0-2 16,2-2 1-16,-1 3-2 0,-3-7 2 0,2 8 2 15,-2-8-1-15,-2 9-4 0,2-9 5 0,-9 9-3 16,0-3-7-16,0-3-6 0,2 1-3 0,-6 0-11 16,-1-2-23-16,3 1-18 0,-1-3-19 0,-1 1-24 15,-5 1-20-15,7-4-30 0,11 2-15 0,-21-6-15 16,13 1-27-16,-3-1-118 0,1 1-363 0,1-3 161 15</inkml:trace>
  <inkml:trace contextRef="#ctx0" brushRef="#br0" timeOffset="23790.67">13427 4470 38 0,'7'-9'115'0,"-1"1"-9"16,4 3-8-16,-3-1 2 0,4 0-16 0,-2 1 1 15,0 2-10-15,4-2-16 0,-3 3-1 0,3-2 2 16,1 2-11-16,3 1-10 0,-1-1-26 0,2 1-35 15,-4 1-42-15,-1 0-86 0,-3 3-161 0,3-3 73 16</inkml:trace>
  <inkml:trace contextRef="#ctx0" brushRef="#br0" timeOffset="24140.89">13771 4428 43 0,'9'-4'225'0,"-9"4"-6"0,0 0-5 15,0 0-19-15,0 0-14 0,0 0-18 0,0 0-16 16,9-1-17-16,-9 1-18 0,0 0-13 0,0 0-8 16,5 8-3-16,-1-5-9 0,0 1-5 0,1 5-13 15,2 0 7-15,0 1-5 0,1 1-4 0,1 0-2 16,-1 2-4-16,0-3 1 0,-3 3-3 0,3-1-6 16,2 2-1-16,-3-5-6 0,-1-2-1 0,-1 0-5 15,-1-1 0-15,0 0 2 0,1-3-9 0,-3 2 2 16,-2-5-3-16,7 6 3 0,-7-6 7 0,5 5 19 15,-5-5 10-15,0 0 9 0,0 0 16 16,0 0 6-16,0 0-5 0,0 0-10 0,0 0 7 16,20-9-31-16,-13 1 5 0,-1 0-12 0,1-1-2 0,2 0-3 15,-2-2-1-15,4-2-8 0,2 0-9 0,-2-2-10 16,-2 1-4-16,1 1-9 0,-1 3-23 16,-3-1-15-16,1 3-17 0,-3-2-15 0,3 3-24 15,-2-1-27-15,-3 1-30 0,0 3-31 0,-2 4-37 16,5-10-36-16,-5 10-204 0,0 0-496 0,-13-5 220 0</inkml:trace>
  <inkml:trace contextRef="#ctx0" brushRef="#br0" timeOffset="24708.48">13030 4537 39 0,'0'0'157'0,"4"-1"-4"16,-4 1-10-16,0 0-2 0,0 0-17 0,0 0-11 16,0 0-5-16,0 0-10 0,0 0-6 0,0 0 2 15,0 0-17-15,0 0-3 0,0 0-8 0,0 0-2 16,0 0-4-16,0 0 0 0,0 0-3 0,0 0-4 16,0 0 4-16,5-6-2 0,-5 6-5 0,14-3 1 15,-4 3-2-15,2 0-4 0,-1 0-5 0,2-2 3 16,1 2-10-16,-1-1-4 0,1 1 1 0,4-1-4 15,-4 1-4-15,1-2 7 0,3-1-11 0,-7 3-3 16,3 1 0-16,-3-1-5 0,-2 2-10 0,-3-2-19 16,-6 0-18-16,14 3-29 0,-14-3-33 0,0 0-20 15,13 1-28-15,-13-1-14 0,0 0-130 0,0 0-315 16,0 0 141-16</inkml:trace>
  <inkml:trace contextRef="#ctx0" brushRef="#br0" timeOffset="25022.66">13162 4448 28 0,'0'0'199'0,"0"0"-7"0,0 0-10 0,0 0-15 15,0 0-9-15,0 0-14 0,0 0-7 0,0 0-10 16,0 0-16-16,0 0-13 0,0 0-10 15,0 0-8-15,0 0-10 0,0 0-8 0,0 0-9 16,0 0-4-16,0 0 5 0,0 0-4 0,0 0-10 0,0 0-1 16,2 29 3-16,1-20 2 0,-3 0 1 0,2 1-7 15,-2 2 7-15,0-2-3 0,0 2 1 0,3 0-7 16,-3 0-2-16,0-1-3 0,0 0-4 16,0 1 0-16,0-3-2 0,2 3-3 0,-2 0-14 0,0-3-21 15,0-1-17-15,2 2-34 0,-2-10-37 16,2 18-40-16,-2-11-54 0,0 4-155 0,0-11-377 0,-6 14 168 15</inkml:trace>
  <inkml:trace contextRef="#ctx0" brushRef="#br0" timeOffset="25822.66">12150 4301 234 0,'0'0'219'15,"-4"-9"-19"-15,4 9-14 0,-3-7-4 0,3 7-3 16,0 0-20-16,0 0-12 0,-3-6-15 0,3 6-18 15,0 0-13-15,0 0-9 0,0 0-13 0,0 0-10 16,0 0-11-16,0 0-5 0,0 0-6 0,0 0-3 16,0 0-6-16,12 25-5 0,-7-14-3 0,1 1 2 15,-2-2-2-15,3 2-2 0,-3-2-4 0,4 5 3 16,0-4-5-16,-4-1-3 0,3 5-1 16,0-4-1-16,-2-1-2 0,-1 0-3 0,3-1 1 0,-1 2-2 15,-1-2-1-15,0-2 0 0,-3 0-1 0,1-2 1 16,1 1-1-16,-4-6 1 0,4 6-6 15,0-2 3-15,-4-4 1 0,5 4-1 0,-5-4 1 0,0 0 2 16,4 6-3-16,-4-6 2 0,0 0 13 0,0 0 23 16,0 0 14-16,0 0-1 0,0 0-6 0,12-1-8 15,-12 1 0-15,6-16-10 0,1 2 2 0,0 4-7 16,0-4 0-16,2-1-7 0,0-1-2 0,3-2-2 16,-2 2 1-16,-1-1-3 0,1-2-3 0,-1 3 3 15,1 0-10-15,0-1 13 0,-2 3-10 16,1 0 3-16,-5 4-9 0,3-1-1 0,-4 3-8 0,2-1-5 15,-1 4-8-15,-4 5-21 0,4-8-20 16,-4 8-24-16,2-7-24 0,-2 7-6 0,0 0-7 0,0 0-28 16,0 0-26-16,0 0-28 0,-2 25-184 0,-7-15-418 15,0 0 184-15</inkml:trace>
  <inkml:trace contextRef="#ctx0" brushRef="#br0" timeOffset="26122.81">12506 4385 202 0,'0'0'196'16,"0"0"-13"-16,0 0-14 0,0 0-10 16,0 0-17-16,0 0-16 0,0 0-10 0,0 0-9 0,0 0-6 15,0 0 0-15,0 0-7 0,-20 15-7 16,13-9-3-16,1 2-5 0,-1-1-4 0,1 0-5 15,0 1-6-15,2 1-6 0,-3-2-6 0,5-3-5 16,-2 3-6-16,0-1 2 0,4-6-10 0,-4 10-2 0,4-10-1 16,0 0-4-16,0 13 0 0,0-13 0 15,8 9-5-15,-8-9-3 0,11 6-7 0,-4-3-22 16,-7-3-27-16,20 3-31 0,-20-3-48 0,23 1-39 16,-12-4-58-16,-11 3-122 0,20-3-363 0,-11 0 160 15</inkml:trace>
  <inkml:trace contextRef="#ctx0" brushRef="#br0" timeOffset="26357.84">12727 4345 115 0,'4'-6'240'0,"-4"6"-17"16,0 0-9-16,0 0-13 0,0 0-10 0,0 0-17 16,0 0-15-16,0 0-14 0,-13-7-4 0,13 7-10 15,0 0-9-15,-19 8-8 0,9-3-4 0,3 0-11 16,-3 1-12-16,1-1-5 0,1 2-9 0,1 0-6 15,0 0-4-15,2 0-9 0,-1 2-2 0,2-1-4 16,4-8-4-16,-2 13-3 0,2-13-9 0,1 12 1 16,4-3-3-16,1-2-3 0,2 1-16 0,1 0-17 15,6-1-21-15,3 1-30 0,1-3-31 16,0 1-42-16,2-2-44 0,-4-1-41 0,2-1-190 0,-6 2-438 16,1-3 194-16</inkml:trace>
  <inkml:trace contextRef="#ctx0" brushRef="#br0" timeOffset="29544.97">12364 5472 174 0,'0'0'235'0,"-4"-6"-6"0,4 6-12 15,0 0-10-15,0 0-12 0,0 0-13 16,0 0-16-16,0 0-14 0,0 0-16 0,0 0-11 16,0 0-14-16,0 0-16 0,0 0-11 0,0 0-9 15,0 0-8-15,0 0-9 0,0 0-4 0,0 0-7 0,17 16-4 16,-13-12-5-16,2 3-3 0,-1-1-1 0,4 0-5 16,-2 2-2-16,0-2-3 0,1 2-3 0,0 0-2 15,0-1-1-15,-1 1-1 0,2-2-2 0,0 1-1 16,-3-2 2-16,3 0-6 0,-2-2 2 15,0 0 2-15,-2 1 4 0,3 0 2 0,-3 0 2 0,-1 0 6 16,6-4 0-16,-3 3 2 0,1-2-3 0,-1 0 3 16,-7-1 1-16,18-1 0 0,-7 1 5 0,-2-1-4 15,0 1 22-15,-2-3-18 0,4 0 0 16,-2-2 7-16,-2 1-13 0,1-3-1 0,2 0 0 16,-1-2-9-16,-2 1-4 0,3-2-3 0,-4 0-10 15,4-4-11-15,-3 0-12 0,1 1-17 0,-2-3-6 0,3 4-6 16,-3 2-7-16,-4 1-10 0,3 1-9 0,-3 1-38 15,-2 7-39-15,3-8-50 0,-3 8-46 16,0 0-180-16,0-8-464 0,0 8 205 0</inkml:trace>
  <inkml:trace contextRef="#ctx0" brushRef="#br0" timeOffset="29856.26">11716 5559 70 0,'0'0'206'0,"-13"0"-7"16,13 0-16-16,-10-2-10 0,10 2-7 0,0 0-17 15,-9-1-11-15,9 1-11 0,0 0-14 0,0 0-7 16,0 0-10-16,31-5-7 0,-10 1-12 16,-1 0-7-16,8 1-16 0,-2 1-25 0,-5-2-16 0,1 1-41 15,-5 0-23-15,2 0-29 0,-6 1-34 0,-1 0-19 16,-1 2-19-16,-1-3-98 0,-2 3-272 0,-8 0 121 16</inkml:trace>
  <inkml:trace contextRef="#ctx0" brushRef="#br0" timeOffset="30262.2">11873 5521 81 0,'0'0'119'0,"0"0"-1"0,-3 7 2 16,3-7 5-16,-4 12-9 0,6-3 10 0,-4-1-5 16,2 6-6-16,0 0-6 0,0-3-5 15,0 7-4-15,2 0-4 0,-2 0-8 0,2-3-9 0,3 2 1 16,-2-3-1-16,-1 1-5 0,0-4-9 0,0 1 0 15,0-3-7-15,1 1-7 0,-1 0-6 16,-2-3-3-16,2 0 0 0,0-1-2 0,-2-6-8 0,2 12-1 16,0-6 0-16,-2-6-7 0,3 8 1 15,-3-8-5-15,3 7-2 0,-3-7-2 0,0 0 3 0,0 7-2 16,0-7-1-16,0 0 7 0,0 0-2 0,-7 9-2 16,7-9-5-16,-11 5-3 0,6-4 0 15,-4 2-2-15,2-1 0 0,-1 1 2 0,8-3-3 16,-14 3-5-16,6-1 0 0,2-1 9 0,-2 1-8 15,8-2-1-15,-9 3 3 0,9-3 6 0,-10 2-7 0,10-2 1 16,0 0-3-16,0 0 0 0,-10 2 2 0,10-2-3 16,0 0 0-16,0 0 4 0,0 0 6 0,0 0 5 15,0 0 1-15,0 0-3 0,0 0 1 0,40-4 0 16,-20 4-4-16,-2-4-6 0,4 2-9 16,7-3-14-16,0 1-22 0,3 0-18 0,-5 3-31 0,3-2-49 15,-1-2-47-15,0 4-201 0,-11-2-415 0,4 2 184 16</inkml:trace>
  <inkml:trace contextRef="#ctx0" brushRef="#br0" timeOffset="31685.1">13256 6322 146 0,'0'0'234'16,"0"-11"-3"-16,0 11-9 0,0-10-5 0,3 5-9 15,-3 5-11-15,0 0-9 0,0-12-10 0,0 12-12 16,0 0-16-16,0 0-14 0,0-10-12 15,0 10-18-15,0 0-11 0,0 0-13 0,0 0-11 0,0 0-9 16,0 0-10-16,0 0-2 0,0 0-7 0,0 0-3 16,5 22-3-16,-5-12-2 0,0 6-2 0,0 2-4 15,2-1-3-15,-4 1-5 0,2 0 4 0,0 1-6 16,0-4 3-16,0 3-5 0,-2-3-2 0,1 3 0 16,2-7-2-16,-1 0 1 0,-1 1-2 0,1-1-3 15,0 0-1-15,-2-2 2 0,2 1-1 0,2-2-1 16,-2 0-1-16,0-8-8 0,1 13-13 0,-1-13-17 15,0 10-17-15,2-5-18 0,-2-5-18 16,-2 11-22-16,2-11-31 0,-3 10-30 0,3-10-25 0,-3 6-27 16,3-6-168-16,-4 5-418 0,4-5 186 0</inkml:trace>
  <inkml:trace contextRef="#ctx0" brushRef="#br0" timeOffset="32040.03">13268 6276 132 0,'7'-12'192'0,"1"2"2"15,2 2-17-15,-4 0-9 0,1 1-15 0,-3 1-20 16,5 3-13-16,-3 2-10 0,-6 1-13 0,12 0-12 16,-12 0-2-16,11 4-4 0,-3 2-5 0,-6 1-7 15,2-2-3-15,-1 2-3 0,-1 2-3 0,-2 1-4 16,0-2 1-16,-2 3-2 0,2-2-6 0,-5 0 2 15,1 3-4-15,-6-5-5 0,-1 5-3 0,5-4-4 16,-4 1-3-16,3-3-1 0,1 1-5 0,0-4-2 16,1 1 1-16,5-4-4 0,-10 6 1 0,10-6-4 15,-6 5-1-15,6-5-4 0,-4 6-3 0,4-6-1 16,0 0-1-16,0 0-2 0,0 0-1 0,2 8 1 16,-2-8-1-16,8 7 0 0,0-4 1 0,1 2-1 15,1 0 0-15,2 0-9 0,-1 0-17 0,0 1-14 16,5 1-35-16,-1-2-34 0,4 0-42 0,1 0-29 15,-2-2-36-15,-4 1-110 0,5-2-349 0,0 0 155 16</inkml:trace>
  <inkml:trace contextRef="#ctx0" brushRef="#br0" timeOffset="32310.06">13697 6353 28 0,'5'-7'250'16,"-5"7"-14"-16,2-5-18 0,-2 5-25 0,0 0-20 15,0 0-18-15,0 0-12 0,0 0-6 0,0 0-6 16,0 0-7-16,0 23-5 0,-2-12-10 0,1 1-2 16,-3 3-5-16,2 1-7 0,0 1-5 0,-3-2-9 15,2-4-10-15,1 2-4 0,-2 0-1 0,4-1-3 16,0-2-4-16,0 2-5 0,-2-2-7 0,1-3-2 16,2 2-4-16,-1-9-2 0,2 12-4 0,-2-6 4 15,4-1 7-15,-4-5 1 0,7 10-1 0,-4-6 0 16,1 1-1-16,3-2-4 0,3 1-10 0,2 0-12 15,-1-2-16-15,0-1-21 0,10 1-26 0,-1-4-31 0,-2 2-40 16,0-1-42-16,-3-2-46 0,4-1-36 0,1 0-193 16,-9 2-468-16,7-4 207 0</inkml:trace>
  <inkml:trace contextRef="#ctx0" brushRef="#br0" timeOffset="32456.91">14070 6434 188 0,'4'-6'200'0,"-4"6"-9"0,7-3-16 16,-7 3-17-16,11-1-14 0,-11 1-15 0,13-3-14 16,-6 3-7-16,-7 0-15 0,17 0-33 0,-11 0-47 0,5 0-61 15,-1 2-67-15,-4 0-121 0,-6-2-255 0,8 6 114 16</inkml:trace>
  <inkml:trace contextRef="#ctx0" brushRef="#br0" timeOffset="32605.2">14133 6534 194 0,'0'0'231'0,"0"0"-12"16,0 0-13-16,0 0-17 0,11-3-17 15,-11 3-16-15,0 0-17 0,20-3-8 0,-13 0-29 16,3 2-39-16,4-2-51 0,-2 1-67 0,0-2-66 16,1 2-152-16,7-2-296 0,-5-1 131 0</inkml:trace>
  <inkml:trace contextRef="#ctx0" brushRef="#br0" timeOffset="33056.01">14455 6336 253 0,'0'0'307'0,"0"0"-15"16,0-11-11-16,0 11-15 0,0 0-22 16,0 0-29-16,1-6-24 0,-1 6-22 0,0 0-19 0,0 0-18 15,0 0-11-15,0 0-14 0,0 0-2 16,0 0-19-16,5 21-5 0,-3-14-7 0,2 3-9 0,-1 0-1 15,1 0-11-15,2 0-4 0,-1 2-5 0,4-3-1 16,-2 1-9-16,2-3 4 0,1 3-1 16,7 0-2-16,-6-1-1 0,5-2 9 0,-1 0-19 15,-1-2-3-15,1 0-5 0,-2-4 1 0,0 1-3 16,1-1-5-16,-3-1 2 0,1 0 5 0,-2-3 1 0,-1-1-9 16,2-2 6-16,0 1-5 0,-6-3 0 0,1 1-2 15,1-4-1-15,-5 4 1 0,6-3 1 0,-5 1 0 16,0-3 3-16,0 3 12 0,-1-3 0 15,-2 3-7-15,3-1 10 0,-2 4 12 0,1-1 12 0,-2 7 9 16,2-9 0-16,-2 9-9 0,3-7-4 0,-3 7 3 16,1-7-17-16,-1 7-20 0,0 0 8 0,0 0-7 15,0 0-3-15,0 0 4 0,0 0 8 0,6 23-3 16,-6-10 10-16,-1 2-4 0,1 2-9 16,0 3 4-16,-4-1 12 0,3 0-2 0,1 0 1 0,-1 0-9 15,1-1-2-15,-3 0-3 0,3-1 5 0,0 1-5 16,0-3-21-16,0-3-35 0,3 1-39 15,-1-3-40-15,2 3-35 0,-3-3-29 0,3 0-39 16,-4-3-66-16,4 0-49 0,-3 0-213 0,-1-7-593 16,3 7 262-16</inkml:trace>
  <inkml:trace contextRef="#ctx0" brushRef="#br0" timeOffset="33217.58">14958 6517 257 0,'1'-5'313'0,"2"-1"-5"0,-3 6-12 0,4-7-6 15,-4 7-11-15,2-7-18 0,-2 7-20 0,0 0-23 16,3-6-20-16,-3 6-13 0,0 0-31 0,4-5-19 16,-4 5-38-16,0 0-46 0,0 0-48 0,0 0-35 15,0 0-37-15,0 0-35 0,0 0-58 0,0 0-62 16,0 0-226-16,0 0-486 0,0 0 215 0</inkml:trace>
  <inkml:trace contextRef="#ctx0" brushRef="#br0" timeOffset="33572.67">15138 6296 2163 0,'3'-7'112'15,"-1"2"-22"-15,-2 5-27 0,0-11-9 0,0 11 0 16,0 0 4-16,-1-9-3 0,1 9 0 0,0 0-9 16,0 0 2-16,1-9-7 0,-1 9-5 0,0 0-7 15,0 0 0-15,0 0-2 0,0 0-2 0,10 0 2 16,-10 0-1-16,0 0-1 0,17 5-1 0,-9-2 4 15,2 1-8-15,-1-2 4 0,-2-1-7 0,-1 2-5 16,0-2 1-16,0 3-4 0,-6-4 2 0,11 4-4 16,-11-4 1-16,8 4 0 0,-3-1-2 0,-5-3 6 15,5 7 3-15,-1-2 2 0,-2 2 7 0,2-1 8 16,0 4 2-16,0 0-3 0,-3 1 12 0,0 1 4 16,3 3 0-16,-4 2 5 0,4 0 2 0,-3-2-4 15,-2 2-2-15,1-1-3 0,0 0-6 0,0 0 8 16,0-5-12-16,0 5-4 0,-3 0 1 0,5-4-9 15,-5 0-24-15,2-1-22 0,2-1-14 0,-2 0-29 16,0-1-24-16,1 1-30 0,-2 0-33 0,0-3-46 16,0-2-49-16,2-5-45 0,-5 12-170 0,-1-8-503 15,1 0 223-15</inkml:trace>
  <inkml:trace contextRef="#ctx0" brushRef="#br0" timeOffset="33725.37">15143 6523 90 0,'0'0'224'16,"0"0"-9"-16,0 0-15 0,0 0-18 0,0-10-16 16,0 10-16-16,0 0-16 0,7-3-10 0,-7 3-15 15,11-2-14-15,1-1-27 0,1 2-38 0,3-1-46 16,4-1-60-16,7-3-41 0,-5 2-146 0,5-3-286 16,-9 1 127-16</inkml:trace>
  <inkml:trace contextRef="#ctx0" brushRef="#br0" timeOffset="33974.06">15579 6277 171 0,'0'0'273'0,"3"-10"-6"0,-3 10 1 0,1-7-6 16,-1 7-20-16,0 0-19 0,1-9-23 0,-1 9-22 16,0 0-21-16,0 0-15 0,0 0 5 0,0 0 1 15,3 23 13-15,-3-11-4 0,-1 5-11 0,2 0-2 16,-2 1-1-16,-1 0-13 0,2-1-15 15,2 1-1-15,-2-3-20 0,0 2-4 0,-2-2-4 0,4 1-39 16,-4-3 29-16,4-1-19 0,-2 1-2 0,1-1-10 16,-1-2-23-16,1 1-39 0,1-1-41 0,-2-2-45 15,1 2-42-15,-1-2-35 0,0-8-49 0,0 12-41 16,0-12-33-16,-1 9-207 0,1-9-551 0,-3 4 244 16</inkml:trace>
  <inkml:trace contextRef="#ctx0" brushRef="#br0" timeOffset="34207.11">15766 6349 261 0,'1'-5'264'0,"-1"5"-11"15,3-9-12-15,-3 9-19 0,0-7-16 0,0 7-18 16,0 0-7-16,0 0-12 0,0 0-3 0,0 0-16 16,-27 16-3-16,18-7-5 0,0-2-7 0,-4 5-5 15,2 0-8-15,-1 0-10 0,6-3-12 0,1 1-11 16,0-2-5-16,1 3-6 0,1-3-9 0,1 2-5 0,0-1-11 15,2 1-5-15,3-2-3 0,2 0-6 16,0 0-24-16,2-1-30 0,3 1-33 0,1 0-41 16,1-2-44-16,3 1-61 0,1-2-63 0,1 1-250 15,-6-3-548-15,3 0 243 0</inkml:trace>
  <inkml:trace contextRef="#ctx0" brushRef="#br0" timeOffset="34573.03">15923 6586 171 0,'0'0'259'0,"9"0"-3"16,-9 0-8-16,0 0-10 0,0 0-10 0,14 0-16 16,-7-3-9-16,-7 3 4 0,12-2-32 0,-4 1-6 15,3-3-1-15,1 1-12 0,2 0-6 0,-4 0-9 16,2 0 15-16,-2-1-13 0,0-1-2 0,-2 1-10 16,-1-1-6-16,1-1-2 0,-3 0-7 0,-1-3-4 0,0-1-10 15,-1 0-20-15,-1-2-11 0,-1 0-4 16,-1-1-6-16,-5-3-2 0,7 2-13 0,-4-1-7 15,1-2-1-15,1 2-1 0,3 2-6 0,-1 2-3 16,-1 1-7-16,1-2 8 0,3 4-16 0,-1-2-4 0,3 2-5 16,1 0 0-16,2 2 1 0,-1 3-6 0,0-2 8 15,0 4-15-15,-1 1 1 0,2 1-3 16,1 3 2-16,0 1 2 0,-1 4 2 0,1 1-16 16,-2 6 19-16,-1-1-2 0,-3 1 5 0,-1 1-1 15,1-1-6-15,-1 0-1 0,-2 0 6 0,2-1-4 0,-2-3 6 16,1 5-4-16,0-5 10 0,2-1-12 0,3-1-22 15,-1 1-2-15,6 0-23 0,2-2-17 0,1-1-46 16,6-2-25-16,4 0-35 0,4-2-38 16,-1 0-44-16,2-7-45 0,-3 3-255 0,-7-1-603 0,-1-4 267 15</inkml:trace>
  <inkml:trace contextRef="#ctx0" brushRef="#br0" timeOffset="39698.18">11127 8380 39 0,'-9'2'73'0,"9"-2"-6"0,-8 3-3 16,8-3-9-16,-7 1 1 0,7-1-12 0,0 0 2 15,-10 2-8-15,10-2 13 0,-7 2-5 0,7-2-3 16,0 0 0-16,0 0-9 0,-10 0-3 0,10 0 1 16,0 0 0-16,0 0 2 0,0 0 1 0,-11 0 6 15,11 0 3-15,0 0 8 0,0 0-8 0,-7 3-2 16,7-3 1-16,0 0 6 0,0 0 2 0,0 0-2 16,0 0-5-16,0 0 1 0,-9 0-8 0,9 0 3 0,0 0-1 15,0 0 0-15,0 0-5 0,0 0-2 0,0 0-7 16,0 0 2-16,0 0 6 0,0 0 2 15,0 0-1-15,0 0-2 0,0 0 4 0,0 0-1 16,-5 4 1-16,5-4-2 0,0 0-5 0,0 0-1 0,0 0-6 16,0 0 3-16,0 0-3 0,0 0-2 0,0 0-6 15,0 0 5-15,0 0-4 0,0 0-7 0,0 0 6 16,0 0 6-16,27-2 4 0,-27 2-3 16,11-2 4-16,-11 2-2 0,13-3-4 0,-3 3 1 0,-1 0-6 15,-1-2 2-15,2 2 4 0,3-1 1 0,-4 2 1 16,-1-1-5-16,3 0 1 0,-2 0-1 15,1-2-4-15,2 2 1 0,-1-1 1 0,1 2-3 16,-2-4 2-16,0 3-1 0,2 0 6 0,-2 0-5 0,3-1 3 16,-2 0-3-16,1 1 0 0,-2 0-5 0,1-1 1 15,-1 0 4-15,1 1-4 0,-1 0-2 0,2 0 0 16,-2 1 3-16,1-3-5 0,-2 2 1 0,3-1 4 16,-1-1-3-16,1 4-2 0,0-4-1 0,0 1 3 15,1 0-2-15,0 1 3 0,-2-2-3 0,2 2 1 16,-3 0 1-16,1 0 2 0,1 0-6 0,1 0 5 15,1 0-2-15,-4-2 3 0,1 2-2 0,1-1 1 16,-2 0-3-16,1 1 2 0,0 0-3 0,0 1 0 16,-4-2 2-16,4-1 0 0,0 1-4 0,0 2 1 15,1-1 2-15,-2-1-1 0,0 1-1 0,-10 0 5 16,18-1-4-16,-5-1-3 0,-3 2 1 0,0-2 2 16,-1 3-4-16,3-2 4 0,-3 0 1 0,-1 1-3 15,2-2 4-15,-10 2 2 0,15 0-3 0,-9-1 3 16,-6 1-4-16,17-2 4 0,-12 0 0 0,3 2 0 15,-8 0-3-15,16 0 4 0,-11 0-5 0,-5 0 2 16,15 0 0-16,-15 0-2 0,16 0-4 0,-11 0 7 16,-5 0-2-16,13-1-2 0,-6 0-1 0,-7 1 0 15,11 0-1-15,-11 0 2 0,10 0 0 0,-10 0-2 16,13 2-1-16,-13-2 4 0,9-1-3 0,-9 1 2 16,13 0-2-16,-13 0 2 0,11-1-4 0,-11 1 1 0,9 1-3 15,-9-1 3-15,12 1 2 0,-12-1 2 16,11 0 0-16,-3 0 2 0,-8 0-5 0,10 0 4 15,-10 0-4-15,13-1 4 0,-13 1-1 0,11 0 4 16,-3 1-3-16,-8-1 0 0,14 0-1 0,-7-1 1 0,-7 1 0 16,14 0 1-16,-14 0-3 0,11 0 0 0,-11 0-3 15,14 0 3-15,-6 0-2 0,-8 0 6 16,14 0-6-16,-5 0 2 0,-9 0-4 0,11 0 5 16,-11 0 0-16,13 0 2 0,-13 0-3 0,13 0 1 15,-13 0-1-15,10 0 0 0,-10 0-1 0,11 0 0 0,-11 0 2 16,12 1 1-16,-12-1-3 0,9-1 5 0,-9 1-4 15,10 1 0-15,-10-1 4 0,10 0-4 16,-10 0 1-16,11 0-1 0,-11 0-2 0,12-1 3 0,-12 1 0 16,13 0 3-16,-5-1-4 0,-8 1-2 0,14 1 0 15,-7-1 3-15,-7 0-5 0,13-1 5 0,-13 1-1 16,12-2 4-16,-4 2-10 0,-8 0 2 0,12 0 1 16,-3-1 2-16,-9 1-5 0,13 1 6 0,-6-1 3 15,-7 0 0-15,16 2-3 0,-10-4 5 0,-6 2-5 16,17-2 3-16,-13 2-2 0,-4 0-1 0,13-1-1 15,-13 1 2-15,14 0 2 0,-14 0-7 0,11 0-2 16,-4 0 3-16,-7 0 1 0,12 0 0 0,-4 1-1 16,-8-1 3-16,11-1-2 0,-11 1 0 0,12 0 0 15,-12 0 2-15,11 0-4 0,-11 0 3 0,11-2 3 16,-11 2-2-16,11 0-2 0,0-1 7 0,-11 1-7 16,11 1 0-16,-3-1 2 0,-8 0 1 0,10 0 8 15,-10 0-9-15,11-1 1 0,-11 1 1 0,12-3-3 16,-5 6 2-16,-7-3-2 0,11 0 2 0,-11 0 10 15,14-3-14-15,-14 3 1 0,13-2-1 0,-13 2 2 0,12 0-1 16,-4-1-2-16,-8 1 2 0,14 0 1 0,-5 0-1 16,-9 0-2-16,13-2-2 0,-7 0-2 15,-6 2 7-15,15-2-3 0,-9 4-2 0,-6-2 7 16,13-2-1-16,-5 2-5 0,-8 0 0 0,9-1 3 0,-9 1-1 16,10 0 5-16,-10 0 3 0,7-1 2 15,-7 1 1-15,0 0-3 0,14-2 0 0,-14 2-3 16,0 0 3-16,9 0 0 0,-9 0-1 0,0 0 0 15,8 0-6-15,-8 0 0 0,0 0 4 0,0 0-4 16,0 0-7-16,0 0-21 0,0 0-15 0,0 0-29 0,0 0-39 16,0 0-42-16,0 0-55 0,0 0-48 0,0 0-207 15,0 0-498-15,0 0 221 0</inkml:trace>
  <inkml:trace contextRef="#ctx0" brushRef="#br0" timeOffset="41090.25">10952 8143 7 0,'0'0'178'16,"0"0"6"-16,0-10-1 0,0 10-10 0,4-8-10 15,-4 8-10-15,0-7-12 0,0 7 0 0,0 0-12 16,1-9-3-16,-1 9-9 0,0 0-8 0,0 0-3 15,0 0-5-15,0-10-4 0,0 10 0 0,0 0 0 0,0 0-4 16,0 0-4-16,0 0-2 0,0 0-2 0,0 0-7 16,0 0 5-16,0 0-11 0,0 0-5 15,0 0-4-15,-1-10-2 0,1 10-2 0,0 0-5 16,0 0 0-16,0 0-5 0,0 0-3 0,0 0 2 0,0 0-3 16,0 0 3-16,0 0-1 0,0 0-7 0,0 0-4 15,0 0-2-15,0 0 2 0,0 0 5 16,0 0-5-16,0 0-9 0,0 0-1 0,0 0-3 15,0 0-3-15,0 0-1 0,0 0-2 0,0 0-2 16,0-9-2-16,0 9 5 0,0 0-7 0,0 0 3 0,0 0-3 16,0 0-3-16,0 0 1 0,-2-10-2 0,2 10 0 15,0 0-8-15,0 0 9 0,0 0-2 0,0 0-2 16,0 0 1-16,0 0-2 0,0 0-3 16,0 0 5-16,0 0-4 0,0 0-4 0,0 0 3 0,0 0-7 15,-1-9-3-15,1 9 5 0,0 0-4 0,0 0-2 16,0 0 9-16,0 0-10 0,0 0 1 0,0 0-1 15,0 0 2-15,0 0-2 0,0 0 3 16,0 32 3-16,1-19-1 0,-2 3-1 0,0 1 4 0,0-4 2 16,1 5-2-16,-2 0 3 0,2 1 2 0,-2 2-1 15,1-3 6-15,1 1-5 0,-1 2 17 0,1-3-15 16,1 1 0-16,-4 2 8 0,2 4 8 0,0 3-9 16,2-9 0-16,-1-2 2 0,1 2 6 0,-3 0 0 15,-1-2 2-15,3-2 4 0,0-4 1 0,0 2 5 16,-1-2 0-16,-1 0-1 0,1-2-10 0,1 1 12 15,-1 0 4-15,1-2 2 0,0 1-5 0,-3-1 13 16,2-1-13-16,0 2 4 0,1-9 11 0,-3 16-15 16,3-9-7-16,-1 1-4 0,-2-2 8 0,1-1-1 15,2-5-1-15,-4 12-7 0,3-6 6 0,1-6-8 16,-3 7-6-16,3-7 5 0,-2 7-4 0,2-7 3 16,0 0 0-16,-2 8-1 0,2-8 1 0,0 0-1 15,0 0-4-15,0 0 0 0,0 10-1 0,0-10-3 16,0 0 1-16,0 0 1 0,0 0 2 0,0 0-4 15,0 0-11-15,0 0-5 0,0 0 1 0,0 0-31 16,0 0-28-16,0 0-32 0,0 0-31 0,0 0-24 0,0 0-27 16,9-25-31-16,-5 18-45 0,-1-1-38 15,-2-2-48-15,0 0-175 0,3 0-562 0,-5-2 249 16</inkml:trace>
  <inkml:trace contextRef="#ctx0" brushRef="#br0" timeOffset="48998.01">10500 8253 11 0,'0'0'66'0,"0"-9"3"0,0 9-2 16,0 0-5-16,0 0-1 0,0 0-2 0,0 0 2 15,0 0-1-15,0 0 0 0,0 0 0 0,0 0-5 16,0 0-2-16,0 0 0 0,0 0-18 0,0 0 15 16,0 0 3-16,0 0-1 0,0 0-3 0,-4-11-1 15,4 11 2-15,0 0-5 0,0 0 5 0,0 0-3 16,0 0-3-16,0 0 1 0,0 0 1 0,0 0 1 15,0 0 5-15,0 0 0 0,0 0 2 0,0 0-1 16,0 0-4-16,0 0-2 0,0 0-6 0,0 0 5 16,0 0-7-16,0 0-1 0,-7-4 2 0,7 4 1 15,0 0 1-15,0 0-5 0,0 0 1 0,0 0-3 16,0 0 1-16,0 0-10 0,0 0 8 0,0 0-3 16,0 0 0-16,0 0 0 0,0 0 2 0,0 0 1 15,0 0-8-15,0 0 3 0,0 0-5 0,0 0 17 16,0 0-5-16,0 0 0 0,0 0-8 0,0 0-2 15,0 0-1-15,0 0-4 0,0 0 0 0,0 0-2 16,0 0-7-16,0 0 2 0,0 0-1 0,0 0-4 16,0 0 0-16,0 0-6 0,0 0 1 0,0 0-1 15,0 0-1-15,0 0 0 0,0 0-1 0,0 0-2 16,0 0-1-16,0 0 2 0,0 0-2 0,0 0 0 16,0 0 0-16,0 0-3 0,0 0 1 0,0 0 2 15,0 0-2-15,0 0 0 0,0 0 0 0,0 0-1 16,0 0 1-16,0 0 2 0,0 0 0 0,2 27-1 15,-2-27 2-15,1 11 0 0,-1-5 5 0,0-6-3 16,0 13-2-16,0-7 2 0,0 2 6 0,0-8 3 16,-1 13-2-16,1-4 0 0,-2-2 0 0,4 2-2 15,-2-9 1-15,-3 15-1 0,3-5 0 0,-1-4 0 16,1 4 2-16,0 1-6 0,0-2 1 0,0-1 1 16,-3 3 1-16,3-4 8 0,0 4-3 0,3-2 4 15,-2 0-4-15,0 1 6 0,-1 0-2 0,2-2 5 16,-1 0 1-16,-1-8 5 0,0 16-4 0,1-9 0 15,0-1-6-15,2 1 1 0,-3 3 1 0,0 0 10 16,1-2 1-16,1 2-2 0,-2-1 3 0,0-9-2 16,-2 17-3-16,2-10-2 0,0 2 1 0,0-1-3 15,0-8 0-15,-1 14 2 0,2-7-2 0,-1 0-1 16,0-7 2-16,0 9 2 0,0-9 4 0,2 10 1 0,-2-10-2 16,0 8-1-16,0-8 0 0,1 9-3 0,-1-9 4 15,0 0-4-15,0 9-4 0,0-9 1 0,0 0-5 16,0 8 2-16,0-8 2 0,0 0-7 15,0 0 6-15,0 0 4 0,1 6-9 0,-1-6 0 16,0 0-5-16,0 0-1 0,0 0 2 0,0 0 4 0,0 0-7 16,0 0 1-16,0 0-2 0,0 0 0 15,0 0 3-15,0 0-4 0,0 0 3 0,0 0-6 16,0 0-16-16,0 0-11 0,0 0-18 0,0 0-21 16,0 0-23-16,0 0-23 0,0 0-33 0,0 0-71 0,0 0-64 15,0 0-201-15,0 0-521 0,0 0 231 0</inkml:trace>
  <inkml:trace contextRef="#ctx0" brushRef="#br0" timeOffset="51067.07">9366 8474 73 0,'1'-6'68'0,"-1"6"-9"15,0 0 1-15,0 0-8 0,0 0 2 0,0 0-10 16,0 0 4-16,0 0-8 0,0 0-6 0,0 0-6 16,0 0 5-16,0 0-3 0,0 0-6 0,0 0-4 15,0 0 2-15,0 0-8 0,0 0 3 16,-19 0 3-16,19 0 0 0,0 0-13 0,0 0 14 15,-15 3-10-15,8-1 0 0,7-2 0 0,-12 1 1 0,12-1-9 16,-14 1 16-16,6 1-2 0,-1 0 3 0,-1-2-6 16,-1 2 4-16,-1 0-11 0,0 1 24 0,1-1-12 15,-2-2-4-15,1 4 5 0,0-3 0 0,1 2-1 16,0 0-1-16,-1 1 1 0,2-3-2 16,0 1 4-16,1 1 3 0,0-2-5 0,3-1-1 0,6 0 4 15,-14 2 11-15,14-2-7 0,-12 1 0 0,6-1 0 16,6 0-2-16,-13 1 2 0,13-1 2 0,-12 1-2 15,12-1 8-15,-9-1-4 0,9 1-3 0,-10-1 5 16,10 1 3-16,0 0 0 0,-10 1-1 0,10-1 5 16,0 0-2-16,-8 1 1 0,8-1-2 0,0 0 2 15,0 0 3-15,0 0-5 0,-9-3-4 0,9 3 1 16,0 0 2-16,0 0-4 0,0 0-10 0,0 0 4 16,0 0-4-16,0 0 1 0,0 0-6 0,0 0-3 15,0 0 0-15,0 0-1 0,0 0-5 0,0 0 1 16,0 0-2-16,0 0-2 0,0 0 0 0,0 0 2 15,0 0 0-15,0 0-1 0,0 0 10 0,20 12-1 16,-9-11 2-16,-1 1 5 0,1-1-5 0,3 0 5 16,-3 2 4-16,2-2 2 0,2 1-4 0,4-2 2 15,-1 0-5-15,1-2 1 0,1 2-5 0,0 0 1 16,-1 0 0-16,1 0-3 0,0 0-1 0,0-2 2 16,-2 0 5-16,1 0 1 0,-2 2-2 0,-2-1-1 15,3 0-3-15,-4 1-1 0,2-3-6 0,-1 2 4 16,-2 1-2-16,2-2 0 0,2 2 1 0,-3-1-1 15,0-2 4-15,-3 3-2 0,6-5-2 0,-2 5 1 16,1 0-1-16,-1-1 0 0,-2 1-1 0,1-2 2 16,0 2-7-16,4 0 4 0,-3-1 0 0,-1-1-1 15,-1 2-3-15,-2 0 0 0,2-1 0 0,-1 2 2 16,2-1 0-16,-2 0 3 0,1-1 0 0,1 1-4 0,-1 1 3 16,1-2-2-16,4 1 0 0,-4 0 3 0,3 0-3 15,-5-2 5-15,0 0-7 0,0 2 3 0,2 0-2 16,-4-2 3-16,1 2-2 0,1 0 0 15,-3-1-6-15,-9 1 5 0,18 1 1 0,-8-1 1 0,-2 0-1 16,-8 0 7-16,16 0-5 0,-6 0 0 0,2 0-2 16,-3 0 4-16,-9 0-5 0,18 0 3 0,-9 0-4 15,0-1 11-15,-2 2-10 0,-7-1-1 0,19-1 1 16,-8 0 1-16,0-2 0 0,-1 3-3 0,-2 0-3 16,5-5 5-16,-2 4-2 0,0-1 5 0,-1 2 4 15,-1 0-4-15,1-1-1 0,0 0-1 16,-10 1-1-16,17 0-3 0,-8-1 9 0,-2-1-6 15,-7 2-1-15,16-1-3 0,-9 1 4 0,2 0-2 0,-9 0-4 16,15 0 9-16,-15 0-6 0,12 0-1 0,-4-1-1 16,-8 1 7-16,11-2-5 0,-11 2-2 0,13-1 0 15,-13 1 3-15,12-1-4 0,-12 1-2 0,7 0 0 16,-7 0 7-16,9 1-6 0,-9-1-1 0,0 0 4 16,10 0 2-16,-10 0-2 0,0 0 1 0,11 0 0 15,-11 0 1-15,7-3 3 0,-7 3-1 0,0 0-2 16,0 0 5-16,12 3-1 0,-12-3-4 0,0 0 0 15,8 0 0-15,-8 0 3 0,10 0-1 0,-10 0 2 16,0 0 4-16,11-3-4 0,-11 3 2 0,8 0 3 16,-8 0 1-16,0 0-3 0,9 0 1 0,-9 0-2 15,0 0 1-15,10 0-2 0,-10 0 3 0,0 0-5 16,0 0 8-16,8-3-6 0,-8 3 1 0,0 0-3 16,0 0 2-16,0 0-1 0,9 0-3 0,-9 0 2 0,0 0-3 15,0 0 2-15,0 0 3 0,0 0-4 16,0 0 3-16,0 0-3 0,0 0-2 0,0 0-1 15,0 0-3-15,0 0-13 0,10-1-15 0,-10 1-19 16,0 0-22-16,0 0-28 0,0 0-33 0,0 0-37 16,0 0-50-16,0 0-47 0,0 0-142 0,0 0-441 15,0 0 195-15</inkml:trace>
  <inkml:trace contextRef="#ctx0" brushRef="#br0" timeOffset="52390.36">10413 7557 70 0,'-3'-9'183'0,"3"9"0"0,0 0-11 0,-1-9-11 15,1 9-9-15,0 0-4 0,0 0-6 0,-1-10-8 0,1 10-3 16,0 0-8-16,0 0-5 0,-3-7-5 0,3 7-11 15,0 0-8-15,0 0-12 0,0 0-6 16,0 0-11-16,0 0-7 0,0 0-9 0,0 0 0 16,0 0-8-16,0 0-5 0,0 0 3 0,0 0-3 0,0 0 4 15,-17 17-5-15,14-9-3 0,-1 0-2 0,0-2 2 16,0 3-8-16,1 0-1 0,0 2 0 16,0-5-1-16,1 4-1 0,0-1-3 0,1 1 3 0,0-3-5 15,1-7-7-15,2 17 2 0,2-9-2 0,-1 0-1 16,-2-1 3-16,3 2-2 0,-2-4 2 0,3 1-2 15,1-1 2-15,1 3-3 0,1-6 2 0,-2 2 0 16,3 0 1-16,3-1-3 0,-3-2 1 0,2 2-3 16,1-3 6-16,0-3-7 0,0 2 6 15,-1 1-8-15,1-2 4 0,-2-2 5 0,2 3-1 0,-5-3 0 16,2 3-1-16,0-4-3 0,-1-3 4 0,-3 3-4 16,0 0 4-16,4-3-5 0,-5 0 6 15,1-2-5-15,0 3 0 0,-2-3 0 0,-3 1-1 0,1 2-3 16,-1-3 2-16,0 10-2 0,-3-15 1 0,1 6-4 15,-1 0 0-15,2 0-1 0,-2-2 1 0,0 5 0 16,-2 0 0-16,1-1 19 0,4 7-3 0,-8-7-3 16,4 3-2-16,-1-2 0 0,5 6-4 0,-14-6-1 15,6 5-2-15,8 1-12 0,-15-3-9 0,4 4-13 16,0-1-8-16,0 2-15 0,-1-2-12 0,2 2-12 16,-1 0-21-16,3 3-23 0,0-3-31 0,3 2-28 15,5-4-51-15,-13 5-142 0,8-1-405 0,5-4 179 16</inkml:trace>
  <inkml:trace contextRef="#ctx0" brushRef="#br0" timeOffset="52613.3">10797 7603 154 0,'0'0'295'16,"9"0"-2"-16,-9 0-6 0,0 0-4 0,0 0-19 15,0 0-10-15,11-3-22 0,-11 3-16 0,0 0-25 16,0 0-19-16,0 0-17 0,0 0-14 0,0 0-14 0,0 0-16 16,0 0-9-16,0 0-11 0,0 0-16 15,0 0-16-15,0 0-25 0,0 0-31 0,0 0-32 16,0 0-35-16,0 0-29 0,0 0-18 0,0 0-32 16,0 0-42-16,0 0-34 0,0 0-231 0,0 0-486 0,0 0 215 15</inkml:trace>
  <inkml:trace contextRef="#ctx0" brushRef="#br0" timeOffset="53106">11078 7419 6 0,'0'0'251'0,"3"-6"-5"0,-3 6-15 15,0 0-7-15,4-8-13 0,-4 8-17 0,0 0-15 16,0 0-15-16,0 0-13 0,0 0-16 0,0 0-16 16,0 0-6-16,0 0-16 0,0 0-9 15,0 0-2-15,0 0-2 0,0 0-5 0,-26 14-7 16,19-8-5-16,-1 1-8 0,1 0-1 0,-1 0-3 0,0 1-3 16,-1-1-4-16,1 0-5 0,1 1-3 0,0 1 0 15,1 1-2-15,-3-1-5 0,4 2-2 16,1-1-3-16,-1 0-5 0,1-3-1 0,0 5-2 15,3-3-2-15,-2 0-1 0,3-2-1 0,0-7-6 0,3 18 2 16,-1-9-1-16,3 1 0 0,-1-1 1 0,2-1 0 16,1-3-2-16,1 3 2 0,0 0 1 0,1-5-2 15,2 0-2-15,-1 1 2 0,2-1 4 0,0-2-10 16,0 1 0-16,-3-2 0 0,0 2 0 16,-1-2 3-16,-8 0 1 0,12-2-1 0,-12 2 0 0,13-2-2 15,-8-1 2-15,-5 3 12 0,7-6-13 0,-6 1 0 16,-1 5-3-16,3-12 3 0,-3 12-4 0,0-10 0 15,0 10-3-15,-4-14 1 0,1 9 1 0,-1-1 0 16,0 0-8-16,-2 1 4 0,6 5-6 16,-11-6-4-16,3-1-12 0,0 6-11 0,8 1-20 0,-18-3-22 15,8 3-24-15,-1 3-24 0,-1-2-32 0,2 4-50 16,-2-2-47-16,2 2-188 0,0-1-477 0,-1-1 211 16</inkml:trace>
  <inkml:trace contextRef="#ctx0" brushRef="#br0" timeOffset="55720.96">11344 7415 147 0,'0'0'203'16,"-2"-5"-13"-16,2 5-10 0,0 0-18 0,0 0-14 15,0 0-14-15,0 0-14 0,0 0-16 0,0 0-10 16,0 0-11-16,-5-5-10 0,5 5-8 0,0 0-8 15,0 0-7-15,0 0-5 0,0 0-6 0,0 0 7 16,0 0-14-16,6 20-2 0,-6-20-3 0,7 17 0 16,-5-11-4-16,0 6-5 0,1-5 0 0,1 3 1 15,-1 0-3-15,0-1 0 0,4 1-1 0,-5 0 5 16,3-1 6-16,0 2 5 0,1-3-5 0,-3 2-4 16,3-3 1-16,-3 2-4 0,0-2-1 0,3-1 2 15,-2 1-3-15,0-2-2 0,-1 1-1 0,0-2-3 16,1 1 2-16,-4-5-2 0,4 4 0 0,-4-4 2 15,5 4 6-15,-5-4 17 0,0 0 8 0,5 4 12 16,-5-4 13-16,0 0 6 0,0 0 10 0,0 0 10 16,0 0 0-16,8 3 1 0,-8-3-9 0,0 0-5 15,0 0-11-15,5-11-4 0,-5 11-13 0,4-9-1 16,0 3-5-16,-3-1-5 0,3-3-7 0,1 1 0 16,-1-1-1-16,0 1-8 0,-1-3 4 0,1 3-9 15,0-2-5-15,3-4-10 0,0-1-2 0,-2 2-7 16,0 4 2-16,1-2 3 0,0 3-1 0,-2 0-10 15,0-1-1-15,0 5-8 0,-2-3 0 0,1 3-2 16,-1-1-3-16,-2 6-4 0,4-10-12 0,-4 10-8 16,4-6-14-16,-4 6-15 0,0 0-17 0,2-6-27 15,-2 6-28-15,0 0-18 0,0 0-25 0,0 0-22 16,0 0-27-16,0 0-159 0,0 0-430 0,0 0 190 16</inkml:trace>
  <inkml:trace contextRef="#ctx0" brushRef="#br0" timeOffset="76156.06">6667 8543 25 0,'0'0'46'0,"0"0"0"0,-9 2-5 15,9-2 4-15,0 0-6 0,-8 1-6 16,8-1-5-16,0 0 14 0,0 0-12 0,-9 1 7 15,9-1-5-15,0 0-1 0,0 0 0 0,-11 1 0 16,11-1-5-16,0 0 0 0,-9 1 1 0,9-1 3 0,-7 2-2 16,7-2 1-16,0 0 5 0,-11 3-7 0,11-3-4 15,-8 2 5-15,8-2-4 0,0 0 0 0,-10 2 5 16,10-2-2-16,-8 3 6 0,8-3-6 16,0 0 7-16,-11 2 3 0,11-2-4 0,-7 2 4 15,7-2-8-15,0 0 4 0,-10 2-6 0,10-2 5 0,-9 0-4 16,9 0 4-16,0 0-4 0,-12 0 15 15,12 0-7-15,0 0 6 0,-9 1 0 0,9-1-1 16,-8 2-4-16,8-2-1 0,0 0-5 0,-12-3 0 16,12 3-3-16,0 0 8 0,0 0-6 0,-10 1 4 0,10-1-1 15,0 0-3-15,-9 2 0 0,9-2 0 0,0 0-4 16,0 0-1-16,0 0-2 0,0 0 2 16,0 0 1-16,0 0-4 0,0 0 0 0,0 0 1 0,0 0 0 15,0 0-6-15,0 0 4 0,0 0-3 0,0 0-3 16,0 0 1-16,0 0-5 0,0 0-5 0,0 0 3 15,0 0-2-15,0 0-3 0,0 0 6 0,0 0 6 16,0 0-4-16,0 0-1 0,0 0-1 0,0 0 4 16,25 4-6-16,-14-3 1 0,1 1 1 0,-2-1 8 15,2-1 2-15,0 1-3 0,2 1-1 0,4-1 0 16,-4-1-1-16,-1 0 0 0,5 1-2 0,-7-2 0 16,3 1-1-16,2-1-2 0,-4 1 2 0,2-2-2 15,-1 2 3-15,5 0 3 0,-5-2-3 0,0 2-1 16,-3 1-2-16,3-2 2 0,-2-1-2 0,-2 2-3 15,1 2-1-15,2-4 3 0,-2 2-1 0,0 0-3 16,0-1-1-16,2 2 3 0,-2-2-3 0,2 2 1 16,-2-2-2-16,3 4 2 0,-2-5-2 0,1 2 2 15,0 2 3-15,0-2-5 0,-2-3 4 0,2 4 1 16,-1-1-1-16,1 0 3 0,-1 0-2 0,1 0 0 16,-1 0-2-16,1-1 3 0,-3 0-1 0,3 1-2 0,-1-2-3 15,-1 2 2-15,0 0-3 0,-10 0 1 0,18 0 1 16,-8 0-1-16,-2 0 2 0,2-1-2 15,-10 1-3-15,15 0 3 0,-7 0-1 0,-8 0-1 16,13 0 2-16,-13 0-2 0,13 0 0 0,-13 0-3 0,10-2 4 16,-10 2-3-16,9 0 1 0,-9 0-1 0,9-1 1 15,-9 1 0-15,0 0 0 0,10 1 2 16,-10-1-3-16,0 0 2 0,8 3 0 0,-8-3 2 16,0 0-3-16,0 0 0 0,0 0-1 0,10 0 2 15,-10 0 1-15,0 0 0 0,0 0-1 0,0 0-1 0,0 0-1 16,0 0 2-16,0 0 0 0,0 0 2 0,0 0-3 15,6 2 2-15,-6-2-2 0,0 0 4 16,0 0-1-16,0 0 1 0,0 0-1 0,0 0-1 16,0 0 1-16,0 0 0 0,0 0 7 0,0 0 1 0,0 0 2 15,0 0-1-15,0 0 1 0,0 0 5 0,0 0 3 16,0 0-4-16,0 0 3 0,0 0 0 16,0 0 0-16,0 0-4 0,0 0 0 0,0 0 1 15,0 0-5-15,2-12 4 0,-2 12-6 0,0 0-3 0,0 0 1 16,0 0 1-16,0 0-2 0,-4-12-1 0,4 12 0 15,0 0 1-15,-3-11-1 0,3 11 0 0,0-10-1 16,0 10-2-16,1-9-3 0,-1 9 5 0,3-9-3 16,-3 9 0-16,1-7-1 0,-1 7 0 0,2-8 2 15,-2 8-3-15,2-11 1 0,-2 11-3 0,3-9-1 16,-1 5 1-16,-2 4-1 0,3-7 2 0,-3 7 0 16,0 0 1-16,5-9-3 0,-5 9-1 0,4-3 4 15,-4 3-4-15,0 0 1 0,7-6 4 0,-7 6-4 16,0 0 2-16,3-5 1 0,-3 5-6 0,0 0 11 15,0 0-6-15,0 0-3 0,0 0 2 0,8-3-2 16,-8 3 0-16,0 0 0 0,0 0 0 0,0 0-2 16,10 11 0-16,-5-8 3 0,-5-3 0 0,8 8 0 15,-4-1-2-15,1-3 1 0,-1 2 1 0,1 3-2 16,1-5 5-16,0 3-3 0,0 3 1 0,1-2 2 16,-3-4-3-16,2 3 2 0,2 0 2 0,0-1-2 15,-4 1 1-15,2-3-3 0,0 0 5 0,-1 0-5 16,1 1 6-16,-6-5-4 0,10 4 9 0,-8-1-7 15,-2-3-1-15,8 4 2 0,-8-4 0 0,5 4-2 16,-5-4 1-16,0 0 2 0,4 4 2 0,-4-4 4 16,0 0-6-16,0 0 0 0,8 1 3 0,-8-1-1 15,0 0 6-15,0 0-3 0,0 0 5 0,0 0-3 16,0 0 7-16,9-12-3 0,-6 8-10 0,-3 4 0 16,5-14 0-16,-1 8 1 0,-1-2-2 0,1 0 0 15,1-1 1-15,0 1-4 0,0 3 10 0,-1-1-10 16,2-2 0-16,-2 3-2 0,-1-2 4 0,3-1-3 15,-2 4 1-15,2 0-3 0,-1-3 1 0,-5 7 2 16,9-8-2-16,-5 6-2 0,-4 2 4 0,8-7-4 16,-8 7 6-16,9-2-8 0,-9 2 3 0,8 0 0 15,-8 0-1-15,7-3 0 0,-7 3 2 0,12 4-2 16,-12-4 0-16,10 8-3 0,-6-3 2 0,2 0-1 16,-1 3 6-16,2-3 0 0,-2 0-3 0,0 1 0 0,1 2 1 15,-1-3-2-15,-1 2 3 0,2-1 1 0,0 1 1 16,-2-5-2-16,-1 5 3 0,1-2-4 15,-1 0 3-15,-3-5-1 0,7 7 3 0,-4-3-2 16,-3-4 0-16,5 4 0 0,-5-4-2 0,4 5 0 0,-4-5 10 16,4 4-9-16,-4-4 3 0,0 0-2 15,5 4 1-15,-5-4 3 0,0 0 2 0,0 0 0 16,11 0 5-16,-11 0-3 0,0 0-1 0,9-8-2 0,-4 3 2 16,1 2-2-16,0-2 2 0,0 0-4 0,3-2-1 15,-1 0-3-15,-2 0 3 0,3 0-3 0,-2 0 2 16,-2 1-3-16,3 2 4 0,-3-2-4 0,0 2 4 15,0-1-3-15,-5 5 0 0,6-7 0 16,-6 7 2-16,5-6-2 0,-5 6-1 0,5-6 1 0,-5 6-1 16,0 0-2-16,0 0 2 0,7-4-1 0,-7 4 3 15,0 0-1-15,0 0-5 0,0 0 0 0,6-4 1 16,-6 4-2-16,0 0 1 0,0 0-1 0,12 4 3 16,-12-4-1-16,6 6 0 0,-1 0 4 0,0-2-4 15,-1 0 1-15,-4-4 0 0,7 9-1 0,-4-3 2 16,1-3-1-16,0 1 1 0,1 2-1 0,-5-6 4 15,5 7-1-15,-2-2 0 0,-3-5-1 0,5 6-1 16,-5-6 0-16,5 6 3 0,-5-6-3 0,4 5 2 16,-4-5 0-16,0 0 2 0,4 5-2 0,-4-5 0 15,0 0 3-15,6 4 2 0,-6-4 2 0,0 0 0 16,0 0-1-16,0 0-3 0,9 0 2 0,-9 0-1 16,0 0-1-16,12-8 2 0,-9 4-4 0,1 0 1 15,2-2 0-15,1 0 0 0,-1-1 2 0,2-2-4 16,0 2 3-16,-2-1-3 0,3-1 6 0,-2 1-10 15,1-2-4-15,0 4 5 0,-2-1-5 0,1-2 2 16,2 4 1-16,-6-1 2 0,4 1-6 0,-3 1 4 16,1-2-2-16,-5 6 0 0,11-4-2 0,-11 4 2 15,9 0 1-15,-9 0 0 0,9 3-3 0,-9-3 4 16,11 7-2-16,-5-3 8 0,-1 0-6 0,-1 0 2 16,0 3 2-16,-2-1-2 0,-2-6 0 0,8 12 1 15,-3-8-1-15,-1 1 7 0,1 0-5 0,-5-5 1 16,5 7-4-16,-2-3 3 0,-3-4-2 0,6 8 5 15,-6-8 2-15,5 5-1 0,-5-5-7 0,5 5 4 16,-5-5 3-16,0 0 1 0,4 4-4 0,-4-4-1 16,0 0 2-16,0 0 1 0,0 0 0 0,0 0 6 0,5 2-4 15,-5-2 1-15,0 0-2 0,0 0 0 16,0 0 2-16,11-12 1 0,-9 6-5 0,-2 6 5 16,8-10-3-16,-5 2 3 0,1 2-3 0,0-2-2 15,1-1-1-15,2 1 11 0,-2-1-9 0,0 1-3 0,1-3 2 16,-2 6-3-16,0-1 3 0,0 0 7 0,0 1-1 15,-4 5-12-15,7-7 2 0,-7 7-1 16,4-6-3-16,-4 6 2 0,8-4-2 0,-8 4 2 16,0 0-4-16,0 0 4 0,13 6-3 0,-8-2 5 0,0 2-4 15,-1-1 6-15,-2 2 1 0,2 0-6 0,3 2 3 16,-2-1 0-16,-3-2 1 0,3 3 2 0,-1-1-5 16,-1-2 6-16,2 0-1 0,-1 1-2 15,-1-1 1-15,0 0-1 0,2-2 2 0,-5-4 1 0,6 12 1 16,-2-9-4-16,-4-3 3 0,8 7-2 0,-5-3-1 15,-3-4 3-15,8 5 2 0,-4-1-3 0,-4-4 1 16,9 5 4-16,-5-2-4 0,-4-3 1 0,8 3 0 16,-2-2 4-16,-6-1-5 0,9 5 1 0,-9-5-1 15,12 4 0-15,-6-3-2 0,2-1 5 0,-8 0-3 16,12 1 1-16,-5-1-1 0,-7 0 1 0,15 0-4 16,-5 0 11-16,-2 0-3 0,2 0-4 0,-2 0-3 15,2 0 4-15,0 0 3 0,-10 0-5 0,17-4-4 16,-8 4 0-16,0-1 2 0,1 1-2 0,-1 0 2 15,1 0 3-15,-2-1 0 0,0-1 1 0,3 2-3 16,-2 0 1-16,0-1-2 0,1 1 2 0,0-3-2 16,1 3 0-16,-1 0 2 0,-10 0 2 0,16 0 1 15,-4 0 2-15,-1-2 0 0,1 4 0 0,1-2 0 16,-2 1-1-16,0-2-2 0,1 1 0 0,1-2-1 16,-1 2 2-16,0 0-4 0,0 0 5 0,2 0-3 15,-1 0-1-15,1 0 4 0,-1-1 1 0,4-3-3 16,1 4 0-16,-2 0-1 0,0-2 2 0,-2-1 2 15,-1 1-3-15,5-1 2 0,0 3-2 0,-4 0 2 16,-1-1 2-16,-3 1 0 0,1-4 1 0,2 4-5 16,-1 2 3-16,-1-4 0 0,-3 2 0 0,-8 0 1 15,18 0-2-15,-7-2 1 0,-3 4-2 0,2-4 0 16,-10 2 3-16,16 0-2 0,-10 0-1 0,-6 0-1 16,17 0 3-16,-11 0-2 0,-6 0 1 0,13 0-2 15,-13 0 0-15,12 0 8 0,-5-1-10 0,-7 1-1 16,14 0 5-16,-14 0-4 0,11 1 2 0,-11-1-1 15,9-1 4-15,-9 1-4 0,10 0 1 0,-4-3 3 16,-6 3 0-16,0 0-3 0,10-1-3 0,-10 1 3 16,0 0 2-16,0 0-3 0,11 0-1 0,-11 0-1 15,0 0 2-15,0 0 0 0,0 0-1 0,0 0 2 16,9 1-3-16,-9-1 4 0,0 0-4 0,0 0 3 16,0 0-1-16,0 0-1 0,0 0-2 0,0 0-9 15,0 0-10-15,0 0-10 0,0 0-20 0,0 0-18 16,0 0-34-16,0 0-52 0,0 0-48 0,0 0-73 15,0 0-159-15,-34-3-468 0,16 3 208 0</inkml:trace>
  <inkml:trace contextRef="#ctx0" brushRef="#br0" timeOffset="77245.97">7017 7618 5 0,'-6'-4'170'0,"6"4"-2"15,0 0 1-15,-8-4-2 0,8 4 0 0,0 0-6 16,-4-7-7-16,4 7-7 0,0 0-14 0,0 0-5 15,-5-4-9-15,5 4-10 0,0 0-9 16,0 0-10-16,0 0-11 0,0 0-10 0,0 0-8 0,0 0-7 16,0 0-9-16,0 0-6 0,0 0-1 0,0 0-6 15,-6 14-1-15,4-5-7 0,1 1-3 0,1 0 1 16,-1 2 1-16,-2 2-1 0,2-1 2 16,0-2 19-16,1 2-1 0,-2 1-4 0,2-1-4 0,-2 1-3 15,2-2-1-15,-1 0-5 0,-1-1 1 0,2 1 2 16,-1-2-1-16,0 0 2 0,1 0-1 0,1-1-3 15,-1 0-2-15,0-9-3 0,1 13 3 0,-1-6-5 16,0-7 0-16,0 13-3 0,0-13 2 0,2 9-3 16,-2-2-2-16,0-7 2 0,0 7-1 0,0-7-5 15,0 9 4-15,0-9-12 0,0 0-13 0,-2 12-10 16,2-12-13-16,-1 6-10 0,1-6-19 0,0 0-11 16,0 0-37-16,0 9-25 0,0-9-33 0,0 0-32 15,0 0-181-15,0 0-415 0,0 0 184 0</inkml:trace>
  <inkml:trace contextRef="#ctx0" brushRef="#br0" timeOffset="77707.1">7023 7576 64 0,'3'-6'197'0,"3"-3"-11"0,2 2-11 0,0 1-9 16,1 0-10-16,1 0-9 0,1 1-11 0,0 1-12 16,-2-1-14-16,2 2-14 0,-1 3-6 0,-1-1-11 15,1 3-10-15,-2 0-6 0,1 3-5 0,1 3-5 16,-3-4-2-16,0 5-2 0,-1-2 6 0,-3 2 5 16,2 1-6-16,-2-1-3 0,-2 4-5 0,0-2 4 15,-3 0 3-15,-2 0-2 0,-2-2-2 0,-1 3-3 16,1-5-4-16,-2 4-1 0,-2-2-3 0,1 0 2 15,0-3-1-15,-2 1-9 0,0-1-2 0,2-2 1 16,-1-1-3-16,1 0-4 0,3 0-1 0,1 1 0 16,5-4 0-16,-12 5 1 0,12-5-8 0,-5 2 9 15,5-2 5-15,-5 3 0 0,5-3 3 0,0 0-3 16,0 0-5-16,0 0 0 0,0 0-3 0,-8 3-7 16,8-3-6-16,0 0-3 0,0 0 0 0,0 0-1 15,0 0 1-15,0 0-1 0,0 0-1 0,15 11-1 16,-10-8 2-16,-5-3-2 0,11 5 1 0,-6-1-2 15,2-1-1-15,-1 0 3 0,4 2-1 0,-3-3 2 16,0 2 0-16,1 1-8 0,2-1-15 0,0 0-24 16,2 0-32-16,-3 0-37 0,0-1-53 0,2 1-38 15,-1-1-35-15,1 1-163 0,-2-1-435 0,1-3 192 0</inkml:trace>
  <inkml:trace contextRef="#ctx0" brushRef="#br0" timeOffset="77996.19">7305 7722 70 0,'0'0'242'0,"0"0"0"15,0 0-11-15,-6-6-11 0,6 6-19 0,0 0-17 0,0 0-9 16,0 0-17-16,0 0-19 0,0 0-11 15,0 0-10-15,0 0-16 0,0 0-11 0,11-10-6 16,-5 7-9-16,-6 3-7 0,10-6-7 0,-2 4-8 16,-2-1-5-16,4-2-6 0,0 1-1 0,0-1-8 0,1 5-4 15,-2-4-1-15,0 0-13 0,0 3-12 0,-9 1-22 16,13-4-23-16,-8 3-36 16,-5 1-37-16,0 0-39 0,13-1-16 0,-13 1-11 0,0 0-23 15,0 0-121-15,0 0-350 0,0 0 156 0</inkml:trace>
  <inkml:trace contextRef="#ctx0" brushRef="#br0" timeOffset="78301.1">7274 7710 173 0,'-6'3'174'0,"6"-3"-16"0,0 0-13 0,0 0-11 15,0 0 8-15,-2 11-3 0,2-11-7 16,0 11-8-16,0-2 7 0,-1 0-10 0,2 2 7 15,-2 2 4-15,0-3-9 0,1 3-7 0,-2 1-7 16,1-1-3-16,0 0-9 0,-1-1-7 0,2 1-4 16,-1-2-1-16,1 0-5 0,-1 1-8 0,2-2-5 15,-1 0-4-15,1 0-6 0,-1-2-3 0,-1 2-6 16,1-10-5-16,-1 13-3 0,1-6-7 0,0-7-1 16,0 10 0-16,0-10-5 0,-1 9-1 0,1-9-6 15,0 7 0-15,0-7 0 0,0 0-1 0,0 11-9 0,0-11-16 16,0 0-19-16,0 0-18 0,-3 7-22 0,3-7-17 15,0 0-30-15,0 0-29 0,0 0-43 16,0 0-23-16,0 0-38 0,0 0-138 0,0 0-416 16,0 0 185-16</inkml:trace>
  <inkml:trace contextRef="#ctx0" brushRef="#br0" timeOffset="78503.03">7287 7893 42 0,'0'0'182'15,"0"0"1"-15,0 0-4 0,6-6-6 0,-6 6-9 16,0 0-6-16,12-1-6 0,-6-1-10 0,-6 2-8 0,15-4-11 16,-8 3-9-16,-1-1-9 0,3-1-14 0,-9 3-6 15,14-1-10-15,-5-1-5 0,0-2-9 16,-1 4-7-16,-1-3-3 0,2 2-8 0,-9 1-23 16,13-5-24-16,-8 4-31 0,-5 1-35 0,10-1-35 0,-10 1-38 15,9-2-39-15,-9 2-129 0,0 0-336 0,5-3 149 16</inkml:trace>
  <inkml:trace contextRef="#ctx0" brushRef="#br0" timeOffset="78926.78">7604 7806 70 0,'0'0'245'0,"0"0"-10"0,0 0-5 0,0 0-11 0,0 0-8 15,0 0-13-15,0 0-7 0,-13-7-5 0,13 7-8 16,0 0-6-16,0 0-8 0,0 0-5 16,0 0-3-16,-8-3-10 0,8 3-13 0,0 0-2 15,0 0-7-15,0 0-12 0,0 0-13 0,0 0-7 0,0 0-6 16,0 0-2-16,0 0-9 0,0 0-4 0,0 0-3 16,0 0-12-16,0 0-7 0,0 0-9 0,0 0-5 15,18-6-4-15,-9 3-8 0,0 0-16 16,0 1-9-16,1 0-16 0,0 0-19 0,2-2-21 0,-2 1-24 15,-1 1-29-15,0 1-35 0,-9 1-37 0,14-3-46 16,-7 1-36-16,-7 2-227 0,11-2-531 0,-11 2 236 16</inkml:trace>
  <inkml:trace contextRef="#ctx0" brushRef="#br0" timeOffset="79139.97">7619 7877 200 0,'0'0'236'0,"0"0"-12"0,0 0-14 16,0 0-15-16,0 0-19 0,0 0-16 0,-5 5-17 15,5-5-12-15,0 0-10 0,0 0-14 0,0 0-7 16,0 0-9-16,0 0-8 0,0 0-10 0,16 1-4 16,-16-1-16-16,15-1-18 0,-4-2-24 0,-2 1-46 15,1-1-57-15,3 2-56 0,-3-1-64 0,-2 0-111 16,2-3-347-16,-1 1 153 0</inkml:trace>
  <inkml:trace contextRef="#ctx0" brushRef="#br0" timeOffset="84267">8722 10615 1 0,'0'0'20'0,"0"0"2"15,0 0-6-15,0 0-5 0,0 0-5 0,0 0-1 16,0 0-6-16,0 0-13 0,0 0-14 0,0 0 6 15</inkml:trace>
  <inkml:trace contextRef="#ctx0" brushRef="#br0" timeOffset="86739.11">7893 7600 36 0,'0'0'43'0,"0"0"9"0,0 0-9 16,-7-4-3-16,7 4-1 0,0 0 5 0,0 0-5 16,0 0 3-16,-4-5-2 0,4 5 1 0,0 0 6 15,0 0 1-15,0 0 4 0,0 0 0 0,0 0 9 16,0 0 1-16,0 0 4 0,0 0 3 0,0 0-11 16,0 0 3-16,0 0 1 0,0 0-3 0,0 0-1 15,0 0 6-15,0 0 9 0,0 0-3 0,0 0-2 16,-9-1 0-16,9 1 2 0,0 0 0 15,0 0-2-15,0 0 1 0,0 0-2 0,0 0-4 0,0 0 4 16,0 0 2-16,0 0 1 0,0 0 2 0,0 0 2 16,0 0-3-16,0 0 5 0,0 0-1 0,0 0-3 15,0 0-7-15,0 0 3 0,0 0-15 0,0 0-4 16,11-16-7-16,-11 16-3 0,5-6-2 0,-1 2-5 16,-4 4-2-16,10-7-3 0,-4 3 15 0,3-1-3 15,0-1-2-15,1 2-6 0,-2 1-7 0,0-1 1 16,3 2-3-16,-2 2-4 0,-1-1-6 0,-8 1 0 15,16 1-5-15,-9 1 0 0,-1 0 0 0,-1 1 0 16,2 0 0-16,-1 0-1 0,-1 5-2 0,0-3-1 16,-1 3-7-16,-1-1 0 0,-2 1 1 0,0 1-2 15,-2 0-2-15,0 1-3 0,-1-2 1 0,-2 2 3 16,-1-2-3-16,-1 0 5 0,-3 1-4 0,0-3 4 16,0 2-2-16,-1-3 2 0,1 1 2 0,1 2-2 15,0-4 4-15,0 0-3 0,3 1 0 0,-1-3-1 16,6-2 4-16,-7 6 0 0,7-6-2 0,-5 2-2 15,5-2 2-15,-7 4 2 0,7-4-3 0,0 0 3 16,0 0-3-16,0 0-1 0,0 0 3 0,0 0 0 16,0 0-2-16,18 6-2 0,-8-5 5 0,2 2-3 15,-2 0 3-15,0 0-3 0,2-1 0 0,-1 0 3 16,0 1 0-16,-1 2-4 0,0-1-1 0,-1 0 3 16,-2 1 0-16,0-2-2 0,-2 1 4 0,2 0 0 15,-5 2-2-15,2-2 2 0,-4-4 1 0,2 13 0 16,-2-4 4-16,-5 0 1 0,2-1 3 0,-3 0 2 15,0-1 0-15,-2 0-2 0,-3-1 7 0,2 1 1 16,-1-1-4-16,-2-2 2 0,2 2-2 0,0 0 0 16,-4-2-4-16,1-1 2 0,0 1-3 0,3 0 1 15,-2-3-4-15,1 0-5 0,2 1-7 0,0-2-13 0,9 0-20 16,-15 0-16-16,15 0-27 0,-13-2-32 16,13 2-50-16,-10-5-44 0,6 3-240 0,-3-2-487 15,7 4 215-15</inkml:trace>
  <inkml:trace contextRef="#ctx0" brushRef="#br0" timeOffset="87177.03">8234 7572 143 0,'-8'-4'194'0,"8"4"-11"0,0 0-8 0,-8-1-11 0,8 1-5 16,0 0-6-16,0 0-11 0,0 0-4 0,-9-2-13 16,9 2-12-16,0 0-9 0,0 0-10 15,0 0-9-15,0 0-6 0,0 0-7 0,-8-4-5 16,8 4-9-16,0 0-6 0,0 0-4 0,0 0-4 16,0 0-5-16,22-6-4 0,-10 4-1 0,1-2-5 15,3-1-5-15,5 0 3 0,-1 1-6 0,-2-2-2 16,1 2-10-16,-6 1-14 0,0 1-24 0,-3 0-35 15,-3 2-30-15,-2-3-31 0,-5 3-35 0,10-1-27 16,-10 1-141-16,0 0-355 0,0 0 157 0</inkml:trace>
  <inkml:trace contextRef="#ctx0" brushRef="#br0" timeOffset="87656.17">8189 7545 176 0,'0'0'221'0,"0"0"-6"0,0 0-1 0,0 0-23 0,0 0-13 16,0 0-22-16,0 0-18 0,0 0-14 16,0 0-14-16,0 0-13 0,0 0-11 0,0 0-10 15,0 0-8-15,-4 12-10 0,4-12-3 0,-1 10-1 16,1-10 5-16,-2 14 1 0,2-5-7 0,-1 2-4 0,1-1-4 16,-2-1-2-16,2-1-4 0,-3 0-1 15,3-8-3-15,-1 14 0 0,1-8-4 0,-1 2-3 16,1-8-3-16,0 13-2 0,0-13 0 0,0 9-5 15,0-9-2-15,0 7 2 0,0-7-4 0,0 0 0 16,-2 10 0-16,2-10-2 0,0 0 4 0,0 0-2 0,0 0-2 16,2 6 1-16,-2-6-3 0,0 0 1 0,0 0 8 15,0 0 9-15,0 0 1 0,0 0 0 16,0 0-2-16,0 0 4 0,14-3-7 0,-14 3-1 16,13-6-3-16,-3 2-3 0,0-2 1 0,0 3-4 0,3 0-3 15,0 1-3-15,-2 1-1 0,2-3 0 0,0 4-2 16,-1 0 0-16,-3 0-4 0,3 1 3 15,-1 2-3-15,-2 0 1 0,-1-1-3 0,1 2 2 16,-1 3 0-16,-3-3-2 0,0 1 0 0,-1 0 2 16,-2 2-1-16,-2 2 1 0,2-4 4 0,-2-5-4 0,-7 19 4 15,2-7 6-15,-3-2-6 0,-4 1 0 0,-1 1 2 16,-2-3-1-16,-1 0 0 0,-2 0 0 0,3 0-1 16,0 0-3-16,-2-4 2 0,0 1-7 0,5-2-10 15,0 0-8-15,-1-1-12 0,3-2-15 16,-1 0-20-16,3 1-22 0,2-2-36 0,6 0-52 0,0 0-47 15,-16-2-206-15,16 2-464 0,-6-8 205 0</inkml:trace>
  <inkml:trace contextRef="#ctx0" brushRef="#br0" timeOffset="88294.17">8480 7792 14 0,'0'0'212'0,"0"0"-13"15,0 0-11-15,0 0-14 0,0 0-15 0,0 0-14 16,0 0-12-16,0 0-12 0,0 0-11 0,0 0-12 15,0 0-8-15,0 0-7 0,0 0-11 0,0 0-4 16,0 0-9-16,0 0-5 0,0 0 4 0,8 5 6 16,-8-5-1-16,0 0 0 0,0 0-2 0,9 0-4 15,-9 0-1-15,9 0-2 0,-9 0-2 0,11-2 2 16,-11 2-10-16,12-3 3 0,-6 1-4 0,-6 2-1 16,12-4-1-16,-7 1-4 0,-5 3-3 0,9-5-1 15,-5 2-4-15,-4 3 1 0,6-8-1 0,-6 8-1 16,5-9 1-16,-1 4 0 0,-2-1 0 0,-2 6-7 15,2-12 1-15,-2 4 0 0,0-1-5 0,-2-2 1 16,1 3 3-16,0-1-9 0,0-3 2 0,1 1-3 16,-3 0 2-16,2 1 0 0,2-1 0 0,-1 5 0 15,3-1 0-15,-2-3-3 0,-1 10 1 0,2-16-1 16,1 10-3-16,1 1-4 0,2-3 0 0,1 1 1 16,2 1-4-16,0 1-2 0,0 1 0 0,3 0-2 15,0 1 3-15,-1 0 0 0,2 3-4 0,-1 0 1 16,0 2-1-16,-1 1-2 0,-1 1 0 0,1 1 1 15,-3 0 2-15,0 1-3 0,-2 6 3 0,-1-2 7 16,2 1-3-16,-5 0 2 0,1 3 3 0,-2-4 4 16,0 3-1-16,-1 0-6 0,0-3 5 0,-1 2-5 15,0-3 3-15,1-1-2 0,1-1 4 0,-1-7-4 16,0 14-2-16,1-9 2 0,-1-5 1 0,2 11-1 16,-2-11-2-16,3 7 3 0,1-1 1 0,3-3-2 15,1-1-1-15,4 0-5 0,3-1-12 0,3-1-28 16,9-3-36-16,3-2-53 0,-2-2-67 0,6-1-58 15,-3-1-197-15,1-2-491 0,-2 0 217 0</inkml:trace>
  <inkml:trace contextRef="#ctx0" brushRef="#br0" timeOffset="95672.19">3688 8513 25 0,'-2'-10'99'0,"2"10"10"0,0 0-12 16,0 0-11-16,0 0 5 0,-5-6 4 0,5 6-7 16,0 0-4-16,0 0-5 0,0 0-10 0,0 0 1 15,-6-4-4-15,6 4-5 0,0 0-6 0,0 0 1 16,-8-1 0-16,8 1-7 0,0 0-2 0,0 0-4 15,0 0-4-15,-7-5 0 0,7 5-8 0,0 0 3 16,-7-3-6-16,7 3 1 0,0 0-4 0,0 0-4 16,-10-1 0-16,10 1 4 0,0 0 0 0,0 0 1 15,-9-1 1-15,9 1 3 0,0 0 1 0,0 0-3 16,0 0 4-16,0 0-8 0,0 0 1 0,0 0-3 16,-10 0 0-16,10 0-2 0,0 0 0 0,0 0 9 15,0 0-10-15,0 0 2 0,0 0 3 0,-11 0-4 16,11 0 4-16,0 0-3 0,0 0 2 0,0 0 0 15,0 0-5-15,0 0 2 0,-11 1-4 0,11-1 5 16,0 0 0-16,0 0 0 0,0 0 0 0,0 0-2 16,-8-4 2-16,8 4-4 0,0 0 2 0,0 0 0 15,0 0-1-15,0 0-2 0,0 0-2 0,0 0 1 16,0 0 2-16,0 0-6 0,0 0 2 0,-10 4-1 16,10-4 0-16,0 0 1 0,0 0-2 0,0 0 0 15,0 0-4-15,0 0-3 0,0 0 5 0,0 0-2 16,-10 0 0-16,10 0-2 0,0 0 1 0,0 0-2 15,0 0 1-15,-8 3 0 0,8-3-2 0,0 0 2 16,0 0-3-16,0 0 2 0,0 0 0 0,0 0-2 16,-10 0 2-16,10 0-2 0,0 0 0 0,0 0 1 15,-9 1 0-15,9-1-3 0,0 0 3 0,-7 3-3 16,7-3 0-16,0 0 0 0,-11 0 3 0,11 0-1 16,0 0-3-16,-10 3 2 0,10-3 1 0,0 0 0 15,-9 0-1-15,9 0 3 0,0 0-2 0,-6 3-3 16,6-3 5-16,0 0-6 0,0 0 2 0,-7 3 3 15,7-3-3-15,0 0 0 0,-8 2 2 0,8-2-3 16,0 0 3-16,-9 3 0 0,9-3-1 0,-8 2 5 16,8-2-5-16,0 0 0 0,-8 3 1 0,8-3 5 15,0 0 1-15,0 0 0 0,0 0 1 0,0 0 1 16,0 0 2-16,0 0-3 0,0 0 3 0,-9 1-2 16,9-1-2-16,0 0-2 0,0 0 0 0,0 0-3 15,0 0 2-15,0 0 1 0,0 0-3 0,0 0 0 16,0 0 2-16,0 0-5 0,0 0 3 0,0 0-1 15,0 0-2-15,0 0 1 0,0 0 0 0,0 0 0 16,0 0 4-16,0 0-2 0,27 2 1 0,-17-1 3 16,3-1 2-16,0 0 3 0,6 0-5 0,-4 0 3 0,5 1 1 15,-8-2-1-15,9 2 0 0,-1-2-1 0,-3 1 2 16,2 0 0-16,-2 1 0 0,0-2 0 16,1 0 3-16,-1 2-2 0,1 0 1 0,-5-1-4 15,2 0-2-15,-2 0 0 0,-2 0 4 0,5 0-3 0,-4-1-2 16,8 1-3-16,-8-1 6 0,4 1-4 15,-3 0 1-15,0 0 0 0,4 0-1 0,-2 0-2 16,-2 0-2-16,4-2 1 0,-4 2 4 0,4 0 3 16,-2 0 4-16,4 0-2 0,-1-1 1 0,0 1-2 15,-7-2 1-15,3 1-4 0,3 1 2 0,-3-3-2 0,-3 4-2 16,3-2 0-16,-2 1-1 0,-2 0 0 0,0 0 1 16,-10 0-2-16,17-2 1 0,-8 0 6 0,0 0-1 15,-9 2 2-15,14 0 0 0,-6 0 2 0,3-2-7 16,-3 2 3-16,-8 0 0 0,16-2-1 15,-9 2 3-15,-7 0-5 0,14-1 0 0,-7-1 0 16,-7 2-3-16,13 0 2 0,-13 0 0 0,11-2-2 0,-11 2 4 16,12 2-5-16,-12-2 3 0,10-3-1 0,-4 2 3 15,-6 1-3-15,12-2 3 0,-12 2-3 0,8-1 2 16,-8 1 2-16,9-1-5 0,-9 1 3 16,0 0 1-16,0 0-6 0,13 2 4 0,-13-2 6 0,0 0-10 15,0 0 1-15,0 0-1 0,7-2-1 16,-7 2 0-16,0 0 0 0,0 0 2 0,0 0 1 0,0 0-4 15,0 0 1-15,0 0-1 0,0 0 3 16,0 0 1-16,0 0-12 0,0 0-6 0,0 0-12 0,0 0-12 16,0 0-4-16,0 0-3 0,0 0-7 0,7-5 0 15,-7 5 1-15,0 0 3 0,0 0 1 0,0 0 3 16,0 0 5-16,0 0 4 0,0 0 2 0,0 0 5 16,0 0 3-16,0 0 3 0,0 0 2 0,0 0 5 15,0 0 1-15,0 0-1 0,0 0 2 0,0 0 4 16,0 0 5-16,0 0 9 0,0 0 7 0,0 0 6 15,0 0 3-15,0 0 10 0,0 0-4 0,0 0 2 16,0 0 3-16,0 0 0 0,0 0 0 16,0 0-3-16,0 0-2 0,0 0 1 0,0 0-2 0,0 0 3 15,0 0-4-15,0 0-3 0,0 0-3 0,0 0 2 16,0 0-3-16,0 0-2 0,-12-12 3 0,12 12-4 16,0 0-2-16,0 0 1 0,0 0 3 0,0 0-6 15,0 0-4-15,-1-10 3 0,1 10-5 0,0 0 3 16,0 0-2-16,-1-9 1 0,1 9 2 0,0 0-4 15,0 0 5-15,0 0-5 0,1-10-1 0,-1 10 6 16,0 0-1-16,0 0 6 0,0 0-3 0,0 0 0 16,0 0-2-16,1-7 0 0,-1 7 1 0,0 0 1 15,0 0-2-15,0 0 0 0,0 0-1 0,0 0-4 16,0 0 1-16,0 0-3 0,0 0 2 0,3-7-5 16,-3 7-1-16,0 0-2 0,0 0 0 0,0 0 4 15,0 0-4-15,0 0 1 0,0 0 0 0,15 11 1 16,-15-11 1-16,7 7 1 0,-4-4-5 0,-3-3 2 15,7 9 0-15,-5-4 5 0,-2-5-6 0,8 6 2 16,-3-2 2-16,-1 0-1 0,-4-4-2 0,6 4 9 16,-2 0-7-16,-4-4 4 0,5 5-5 0,-5-5 0 15,5 6 1-15,-5-6 1 0,7 3 0 0,-7-3-1 16,4 4 1-16,-4-4 3 0,5 7-4 0,-5-7 8 16,5 5-7-16,-5-5 3 0,0 0 0 0,5 5-3 0,-5-5 1 15,0 0 4-15,8 4-3 0,-8-4-1 16,0 0 3-16,0 0 0 0,7 1-1 0,-7-1 3 15,0 0 3-15,0 0 5 0,13-5 2 0,-13 5 0 16,8-5-4-16,-4-1-1 0,0 0 2 0,3-1-7 16,1 0-3-16,-2-2 6 0,3 0-3 0,2-2 9 15,0-2-7-15,-3 4-4 0,-2 0 0 0,1 1 0 16,1-1-1-16,0 3-3 0,-4 2-1 0,2-2 1 16,-1 1 1-16,-5 5-2 0,8-7-1 0,-6 2 1 15,-2 5-3-15,7-5 1 0,-7 5-2 0,6-4-3 0,-6 4 2 16,0 0 0-16,10-3-1 0,-10 3 0 15,0 0 1-15,12 3-2 0,-12-3 3 0,8 7 1 16,-2-1-1-16,-4-2 0 0,2 1 5 0,0 1-1 16,1 2-1-16,-1-2 5 0,0 3-6 0,-1-5 0 0,3 5-1 15,-4-5 3-15,1 2 0 0,0-1 0 0,-3-5 2 16,6 11 2-16,-3-7-5 0,-1 1 3 16,-2-5-3-16,3 6 5 0,-3-6-1 0,2 6 1 15,-2-6-1-15,5 6-1 0,-5-6-1 0,0 0 2 16,3 7 2-16,-3-7-1 0,0 0 7 0,0 0-7 0,6 2 1 15,-6-2-1-15,0 0 4 0,0 0-1 16,0 0-4-16,16-9 5 0,-11 5 2 0,0 1 0 16,3-4-7-16,-5 1 1 0,4 0-4 0,2 0 4 15,-2-3-5-15,0 1 0 0,-1 0 4 0,1 0-3 16,-1 2-4-16,0-1 3 0,-1 1 3 0,-2 1-3 0,3 1-1 16,-2 1 3-16,-4 3-6 0,9-8 4 0,-9 8-5 15,8-6 1-15,-3 6-2 0,-5 0 0 0,9-2 2 16,-9 2-1-16,11 4-1 0,-11-4 2 0,11 6 3 15,-6-3-3-15,2 2 5 0,1 5-3 0,-2-4 0 16,2 1 8-16,0 2-9 0,-2 0 4 0,1-1 12 16,-1 1-18-16,-2-3 5 0,2 0 3 0,2 1-2 15,-4-2 2-15,-1 0-2 0,1-1 2 16,2 0-1-16,-3 1 0 0,-3-5 3 0,9 5 1 0,-9-5-3 16,10 1 8-16,-10-1-4 0,9 0-3 0,-9 0 0 15,14-3 3-15,-7 0 1 0,-2-1-4 0,1 0 0 16,2-2 1-16,0 1 1 0,-1-5-4 15,1 2 2-15,1-4 1 0,-1 3-4 0,-1-1 3 16,1 1 0-16,1 2 2 0,-3 0-4 0,1-1-8 0,-3 2 1 16,-1 1 0-16,4-1-3 0,-4 0-1 15,-3 6 3-15,7-7-1 0,-7 7-2 0,5-5 3 0,-5 5-2 16,7-2 2-16,-7 2-2 0,0 0 3 16,12 8-2-16,-7-6 4 0,-5-2-1 0,7 10 0 0,-5-4 0 15,2 2 7-15,0 2-1 0,-1-2-4 0,2-2 3 16,-3 1 1-16,2-1 0 0,-1 1-5 0,-1-3 4 15,1 3 1-15,1-2-3 0,-4-5 1 0,2 7 4 16,-2-7-5-16,3 6 4 0,-3-6-2 0,2 5 7 16,-2-5-6-16,0 0 0 0,0 0 3 0,5 6 0 15,-5-6 0-15,0 0 1 0,0 0 0 0,0 0 4 16,0 0 0-16,0 0 1 0,0 0 1 0,0 0-4 16,0 0 5-16,13-10-4 0,-9 5-1 0,4-3-3 15,-1 0 5-15,1-2-5 0,0 3 1 0,3-4-2 16,-3 4-6-16,-3 1 1 0,0 1-3 0,1-1 0 15,1 2 7-15,-3 0-4 0,-4 4 0 0,7-7-6 16,-7 7-2-16,7-3 5 0,-7 3 2 0,0 0-2 16,10 6 2-16,-10-6-3 0,7 5 1 15,-1-1 1-15,-6-4 4 0,5 12 0 0,-1-7 2 0,-2 5-2 16,2-1 1-16,-1 1-2 0,3 1 1 0,-2-2 3 16,1-1-1-16,0 0 1 0,-1 1 0 0,-1-2-1 15,0 2-1-15,5-3 1 0,-3 1 1 0,-1 0-1 16,1 0 0-16,0-3 2 0,0 1-1 0,4 2 2 15,-4-2-3-15,0 0 0 0,1-1 2 0,-1 0 2 16,1-1-4-16,-6-3 2 0,11 4 1 0,-5-2-3 16,-1 1 2-16,-5-3 3 0,11 4 4 0,-6-1-1 15,-5-3 1-15,9 1-4 0,-9-1 4 0,9 0 2 16,-9 0-2-16,13-1-4 0,-7-2 2 16,-6 3-3-16,13-2 2 0,-7 1-4 0,2 0 0 0,3-2-1 15,-3 1 4-15,4 0-6 0,-2 1-1 0,2-1 3 16,0-1-2-16,0 1 2 0,2 2 2 0,3-2-2 15,2 1 0-15,-5-2 0 0,-1 2-1 0,-2-1-1 16,4 2 6-16,-2-1-7 0,5 1-4 0,0-1 5 16,1 0 4-16,0 1-6 0,-1 1 4 0,-3-1-3 15,2-1 4-15,2 0-1 0,-1 2-3 0,1 1 6 16,0-2-3-16,0-1 1 0,0 3 1 0,0 0 4 16,-1-2-6-16,3 2 1 0,-3-3-1 0,3 1 1 15,-2 1 0-15,1 1 3 0,0-2 0 0,0 1-2 16,1 0 5-16,-1-1 5 0,8 0-11 0,-10 0-1 15,-1 0-1-15,5-1 3 0,-9 1 2 0,8-1-5 16,-2 1 0-16,0 0 1 0,1 1 1 0,-1-2 3 16,0-1-2-16,-3 2 0 0,2-1-4 0,-3 1 1 15,2 0 1-15,-3-1 1 0,-1 1-3 0,-2 1 3 16,5-2 3-16,-5 2-7 0,3-1-4 0,-5 1 7 16,3-1-2-16,0 0 2 0,-4 0 2 0,0 0-4 15,3 0 4-15,0 2-3 0,-1-4-3 0,-1 1 3 16,-9 1 6-16,14 0 1 0,-8-1-2 0,4-1 8 15,-10 2-5-15,14-1 1 0,-6-1-5 0,1 1 5 0,-9 1-5 16,14 0 0-16,-6-2 0 0,-8 2-3 16,14-1 1-16,-8 0-1 0,-6 1-1 0,13 0-3 15,-13 0 4-15,13 0 1 0,-13 0-3 0,10 0-1 16,-10 0 4-16,7-3 0 0,-7 3-2 0,0 0 1 0,0 0-5 16,11 1 2-16,-11-1 3 0,0 0-15 15,0 0-9-15,5-3-5 0,-5 3-13 0,0 0-16 16,0 0-20-16,0 0-22 0,0 0-26 0,0 0-39 15,0 0-56-15,0 0-47 0,-23-5-204 0,23 5-507 16,-23-2 225-16</inkml:trace>
  <inkml:trace contextRef="#ctx0" brushRef="#br0" timeOffset="96995.6">4251 7722 36 0,'0'0'216'0,"-3"-9"-2"0,3 9-10 0,-4-6-7 16,4 6-11-16,0 0-12 0,-3-8-12 0,3 8-15 15,0 0-17-15,0 0-14 0,0 0-10 0,-1-9-15 16,1 9-10-16,0 0-10 0,0 0-9 0,0 0 0 16,0 0-3-16,0 0 3 0,-1 26 17 0,1-17 0 15,0 3-6-15,0 1-6 0,-3 2-2 0,-1 2-6 16,3 0-3-16,0-3-1 0,1 1-6 0,-3 3-3 15,2-8-6-15,0 5 1 0,-1-4-7 0,4 2-4 16,-5-2-3-16,2 1-5 0,1-1 1 0,-2-1-1 0,1 1-5 16,1 0 0-16,1-1-1 0,-1 0-5 0,2 0-1 15,-2-1-15-15,-2-1-10 0,2-8-13 0,2 14-19 16,-1-9-13-16,-1 3-25 0,0-8-33 16,0 11-15-16,0-11-36 0,0 8-22 0,0-8-17 15,0 7-169-15,0-7-406 0,0 0 180 0</inkml:trace>
  <inkml:trace contextRef="#ctx0" brushRef="#br0" timeOffset="97441.02">4257 7706 174 0,'7'-10'181'0,"3"2"-6"0,-1 1-7 15,-1 0-13-15,3 0-9 0,0 0-14 0,-1 3-13 16,0 2-9-16,-2-1-15 0,1 1-11 0,0 0-7 16,-9 2-8-16,15 3-2 0,-7 1 4 0,-2 1 0 0,2 1 4 15,-3-1-9-15,-1 3-4 0,0 2-1 0,-3 1 0 16,0-1-3-16,-1 0 2 0,-1 0-11 16,-2 2-2-16,0 0-3 0,-3 0 1 0,-1-2-5 15,-3-1-3-15,-2 6-1 0,3-8-6 0,-2 0-1 16,2 1-2-16,0-4-4 0,0 3-3 0,2-3 5 0,2 0-5 15,5-4-1-15,-9 3-3 0,9-3 2 0,-9 3-3 16,9-3-1-16,-6 1 0 0,6-1-3 0,0 0 4 16,0 0-3-16,0 0-2 0,-10-1-1 15,10 1-1-15,0 0-5 0,0 0-3 0,0 0-1 16,0 0 9-16,-7 6-7 0,7-6-6 0,0 0 1 0,0 0-1 16,7 15 2-16,-7-15 1 0,6 7 4 15,-5-1-3-15,5 0 2 0,-3 1-1 0,4-3 1 16,-4 2 1-16,5 0 0 0,0 2-1 0,0-3 1 15,2 2 4-15,-1 0-9 0,-2-2-20 0,2 2-21 0,0 0-32 16,0-2-38-16,-1 2-42 0,2-3-36 0,-2 2-39 16,-3-2-126-16,3 2-386 0,-2-1 170 0</inkml:trace>
  <inkml:trace contextRef="#ctx0" brushRef="#br0" timeOffset="97690.43">4534 7949 235 0,'0'0'297'16,"0"-7"-2"-16,0 7-8 0,0 0-12 0,1-9-14 15,-1 9-24-15,0 0-21 0,0 0-20 0,0 0-20 16,3-6-19-16,-3 6-16 0,0 0-13 0,0 0 1 0,0 0-11 16,0 0-14-16,0 0-7 0,0 0 3 0,-4 27-21 15,3-17 0-15,-2-1-10 0,2 2-11 16,-2-2-3-16,2 4-2 0,0-4-13 0,-1 4-19 15,1-2-31-15,1 0-30 0,-3 0-32 0,3-1-30 0,-1 0-35 16,1 0-47-16,0 0-68 0,0 0-49 0,-1-1-167 16,1 0-506-16,0-9 223 0</inkml:trace>
  <inkml:trace contextRef="#ctx0" brushRef="#br0" timeOffset="98206.97">4715 7878 255 0,'0'0'252'0,"0"0"-14"0,0 0-21 0,0 0-16 16,0 0-19-16,0 0-15 0,0 0-17 0,0 0-13 16,0 0-12-16,0 0-14 0,0 0-7 15,0 0-12-15,0 0-11 0,0 0-7 0,0 0-5 16,13-1-4-16,-13 1-10 0,10-3-5 0,-10 3-4 15,12 0-5-15,-6 0-17 0,4-1-13 0,-10 1-27 0,15 0-35 16,-15 0-36-16,11 0-43 0,-11 0-35 0,13 1-22 16,-9-1-24-16,-4 0-106 0,0 0-344 0,6 4 153 15</inkml:trace>
  <inkml:trace contextRef="#ctx0" brushRef="#br0" timeOffset="98375.73">4731 7974 121 0,'0'0'220'16,"0"0"-1"-16,0 0-10 0,0 0-12 0,0 0-14 16,0 0-15-16,-7 7-10 0,7-7-13 0,0 0-8 0,0 0-8 15,0 0-12-15,0 0-10 0,19 0-8 0,-19 0-14 16,16-2-6-16,-7 1-24 0,1-3-21 0,-10 4-35 16,15 0-43-16,-7-1-58 0,1-1-47 0,2 1-55 15,-4-1-123-15,-7 2-355 0,13-5 157 0</inkml:trace>
  <inkml:trace contextRef="#ctx0" brushRef="#br0" timeOffset="98923.2">5007 7731 6 0,'0'0'227'0,"11"-4"-5"0,-3-1-10 0,0-1-9 16,2 1-15-16,-1 0-14 0,1 4-16 15,1-1-11-15,0 0-15 0,-1 4-12 0,1-2-3 16,0 3 5-16,-1 2-5 0,1 0-9 0,0 3-5 0,-4-3-1 16,2 4-8-16,0-1-5 0,-2 0-2 0,-2 1-8 15,-4-2-2-15,3 3-5 0,-4-2-3 0,-3 3-4 16,-1-2-5-16,-1 1-6 0,-1-1-1 0,-3 1-3 16,-5 0-1-16,2 0-12 0,-3 0-5 15,6-3 2-15,-3-2-8 0,0 0 4 0,2 1-10 0,-1-3 2 16,0 0-1-16,2 0-8 0,1-2-1 0,1 1 0 15,7-2 1-15,-12 3-1 0,12-3-2 16,-8 1 1-16,8-1-1 0,-6 3-1 0,6-3-3 16,0 0-7-16,0 0 1 0,-10 3-5 0,10-3-4 15,0 0-1-15,0 0 2 0,0 0 0 0,0 0 1 0,0 0-2 16,0 0 1-16,0 0 3 0,20 7-4 0,-20-7 4 16,12 2 1-16,-5-1 1 0,4 2-2 0,-5-1 2 15,7 0 0-15,-2 1 3 0,1 0-12 16,0-1-24-16,-1 2-19 0,-1 0-31 0,0-2-40 15,-1 1-47-15,3-1-46 0,-2 3-45 0,-5 1-172 0,0-4-472 16,0 3 209-16</inkml:trace>
  <inkml:trace contextRef="#ctx0" brushRef="#br0" timeOffset="100990.09">5303 7712 127 0,'0'0'182'0,"0"0"-8"16,0 0-7-16,-6-5-3 0,6 5-10 0,0 0-4 15,0 0-7-15,0 0-4 0,0 0-6 0,0 0-5 16,0 0-7-16,0 0-4 0,0 0-7 0,0 0-9 16,0 0-7-16,0 0-10 0,0 0-10 0,-5-2-5 15,5 2-9-15,0 0-7 0,0 0-4 0,0 0-7 16,0 0-2-16,0 0-4 0,0 0-1 0,0 0-6 16,29 4 1-16,-17-4 0 0,-1 0-2 0,-1 1-4 15,2 0-3-15,2-1 2 0,-3-1-4 0,1 2-1 16,1-1-5-16,-3 0 0 0,1 0 2 0,-3 1-1 15,0 0 0-15,-8-1 1 0,15 0-8 0,-10 2 0 16,-5-2-2-16,9 0 3 0,-9 0-4 0,0 0-1 0,0 0-1 16,10 1 1-16,-10-1-2 0,0 0 2 15,7 2-1-15,-7-2 1 0,0 0-1 0,-3 10 3 16,3-10 4-16,0 0 1 0,-4 17 3 0,1-9-1 0,0 2 0 16,0 0 4-16,0 1 6 0,-3 4 1 0,4-2-1 15,-4-1 3-15,1 2 1 0,1 2 1 16,-3-3-4-16,5-1 3 0,-2-1 4 0,1 2-1 15,1-2-1-15,0 0 3 0,-1 0-8 0,0 0 1 16,1-3-11-16,0 2 2 0,0-4 2 0,0 1-5 0,2-7 2 16,-2 12-1-16,2-12 3 0,-1 10-8 15,1-10-26-15,-2 6-11 0,2-6-25 0,0 0-20 16,-2 8-22-16,2-8-24 0,0 0-24 0,0 0-26 0,-4 6-26 16,4-6-16-16,0 0-18 0,0 0-155 15,0 0-415-15,0 0 184 0</inkml:trace>
  <inkml:trace contextRef="#ctx0" brushRef="#br0" timeOffset="101439.19">5340 7918 54 0,'-5'-6'193'0,"5"6"-1"15,0 0-2-15,-2-6-6 0,2 6-6 0,0 0-16 0,0 0-10 16,0 0-20-16,0 0-10 0,0 0-15 0,6-10-9 16,-6 10-9-16,13-3-5 0,-3 0-6 15,3 0-7-15,0 2-5 0,-2 1-8 0,3-3-3 16,-1 2-9-16,0-1 0 0,-1 0-8 0,-1 2-1 15,4-1-6-15,-6 1-2 0,-9 0-7 0,13 0 0 0,-13 0-2 16,11-1-1-16,-11 1-4 0,9-2-4 0,-9 2-2 16,0 0 0-16,10 2-1 0,-10-2 0 0,5 4 1 15,-5-4 7-15,3 7-3 0,-3-7 9 16,3 12 0-16,-3-12 3 0,-2 12-5 0,2-12 2 16,0 11-1-16,0-4-5 0,2 0 6 0,-2-7-5 0,0 13-5 15,1-7 1-15,-1-6-3 0,4 12 3 0,-2-8-3 16,2 2 0-16,0-1 1 0,2-1 0 0,1-1 1 15,-1-1-1-15,-6-2 4 0,13 2 7 16,-2-2 5-16,-2-1-3 0,2-1 3 0,0 1 0 0,-2-2 0 16,0 1 3-16,-1-1 2 0,-3 0 0 0,0-2-2 15,1 0 1-15,1-2-6 0,-1-2-3 0,-2 4-2 16,-3-5 2-16,0 0-8 0,1 1 4 0,-2-1-6 16,0 1-2-16,0 9 1 0,-3-19 3 0,1 10-10 15,-2 2-1-15,-1-2-1 0,1 4-9 0,0-2-8 16,-1 1-12-16,-2 1-15 0,-1 1-12 0,0 1-15 15,8 3-13-15,-18 0-15 0,7 2-30 0,0 2-31 16,2-2-41-16,-2 5-42 0,2-1-152 0,-1 2-426 16,0-4 189-16</inkml:trace>
  <inkml:trace contextRef="#ctx0" brushRef="#br0" timeOffset="101912.07">5685 7992 19 0,'0'0'234'16,"11"-1"-11"-16,-11 1-14 0,9-1-8 0,-9 1-16 15,15-3-8-15,-9 2-7 0,5-1-11 0,-3 0-8 16,0 0-6-16,0-1-14 0,-2 0-6 0,2 0-5 16,-1 2-3-16,-7 1-5 0,12-6-6 0,-7 2-5 15,-1 0-5-15,1-1-5 0,-5 5-3 0,4-12-14 16,-2 8-7-16,0-4-6 0,-2 8-5 0,-2-16-5 15,2 7 1-15,0 0-8 0,-2-1-2 0,2 1-7 16,0-1 0-16,-3 0-4 0,4-1-3 0,-2 1-2 16,2 2 4-16,1 1-7 0,-1 0 2 0,3-1-3 15,0 1-6-15,1-1-5 0,1 1 2 0,-1 1-3 16,2 2 3-16,2-2-8 0,-1 1 0 0,3 1 1 16,-1 2-5-16,0 1-5 0,-1-1 2 0,2 4-1 15,-1 1-1-15,-1-1 0 0,0 3 1 0,-2 0 3 16,1 2 0-16,1 0-1 0,-3 1 2 0,1 1 2 15,-3-2 3-15,-2 3 5 0,1-1 0 0,-2 2 6 16,-1-1-2-16,0 1 1 0,-1-1 5 0,-1 1 0 16,0-2-1-16,1 1 5 0,-2 1 1 0,2-1-6 15,-2-1-1-15,1-1 3 0,0 2-9 0,1-5-2 16,1-5 2-16,0 13-2 0,0-13 3 0,1 8 4 16,1-2-16-16,-2-6 6 0,5 9 1 0,1-6-3 15,2 0-7-15,3 0-17 0,0-2-22 0,0 2-25 16,1-3-36-16,0 0-35 0,1-3-55 0,1 2-56 15,-1-1-56-15,-3 2-194 0,0-2-537 0,-2 0 237 16</inkml:trace>
  <inkml:trace contextRef="#ctx0" brushRef="#br0" timeOffset="109326.13">12634 8356 16 0,'0'0'84'0,"0"0"-9"0,0 0 0 0,0 0-7 15,0 0-2-15,0 0 5 0,0 0-4 0,0 0-3 16,0 0-4-16,0 0-1 0,0 0-9 0,0 0-8 16,0 0 3-16,0 0-5 0,0 0-3 0,0 0-13 15,0 0 0-15,0 0 0 0,0 0-1 0,0 0-5 16,0 0 3-16,0 0-13 0,0 0-8 0,0 0 8 15,0 0-2-15,0 0-7 0,0 0 1 0,0 0-4 16,0 0 5-16,0 0 1 0,0 0 3 0,0 0-9 16,0 0 2-16,0 0 6 0,0 0-2 0,0 0-5 15,0 0 2-15,0 0-3 0,0-9 5 0,0 9 3 16,0 0-1-16,0 0-4 0,0 0-1 0,0 0 3 16,0 0 0-16,0 0 0 0,0 0 5 0,0 0 7 15,0 0-6-15,0 0 15 0,0 0-5 0,0 0 8 16,0 0-4-16,0 0 3 0,0 0 4 0,0 0 4 15,0 0 1-15,0 0 6 0,0 0 3 0,0 0 1 16,0 0 2-16,0 0-1 0,0 0 0 0,0 0-1 16,0 0-8-16,0 0-7 0,0 0-1 0,0 0 1 0,0 0-4 15,0 0-5-15,0 0 5 0,0 0-7 0,0 0-4 16,0 0-4-16,0 0 4 0,0 0-4 16,0 0-3-16,0 0 2 0,0 0-3 0,0 0-4 15,0 0 1-15,0 0-7 0,0 0 2 0,0 0-7 0,0 0-2 16,0 0-3-16,0 0-6 0,0 0-7 0,10-2 2 15,-10 2-2-15,0 0-2 0,0 0 2 16,0 0-5-16,0 0 3 0,0 0 3 0,0 0-4 0,0 0 4 16,0 0-2-16,0 0 3 0,13 2 8 0,-13-2 0 15,0 0 2-15,0 0 6 0,0 0-5 0,0 0 9 16,0 0-11-16,0 0 13 0,0 0 5 0,0 0 6 16,0 0 6-16,0 0 6 0,0 0 4 0,0 0 6 15,0 0-5-15,0 0 5 0,0 0 4 0,0 0 4 16,0 0-2-16,0 0 5 0,0 0 3 0,6-2 0 15,-6 2-1-15,0 0 2 0,0 0-3 0,0 0 1 16,0 0-2-16,0 0 1 0,0 0-1 0,0 0-3 16,0 0-4-16,0 0-6 0,0 0-2 0,0 0-1 15,0 0-6-15,0 0-2 0,0 0-5 0,0 0 1 16,0 0-3-16,0 0-4 0,0 0 1 0,0 0-1 16,0 0 0-16,0 0 1 0,0 0-3 0,0 0 2 15,-4 15-1-15,4-15 1 0,0 11-2 0,0-11 9 16,0 14 2-16,0-7 3 0,0 2-3 0,0 0 4 0,0 3-5 15,0-2 2-15,0 1-3 0,0 0 2 16,0 3-2-16,0-3 2 0,-2 0-3 0,2 5-4 0,0-3 3 16,0-1-1-16,0 4 2 0,-2-5 0 15,2 2 0-15,0 0-3 0,-2 2 0 0,2 0 2 0,0-2-3 16,0 1-2-16,0-3 5 0,-1 1-2 0,-1 2 2 16,2-2 6-16,-1-1 3 0,0 5-2 15,1-4 3-15,0 5 1 0,-2-6 3 0,0 0-7 16,2 0 2-16,0 0-2 0,0 0-1 0,-3 1 6 0,3-3 1 15,-2 2-2-15,2-1 0 0,0-2 2 0,0 2-4 16,0 0-3-16,0-10 4 0,0 15-3 0,2-8-3 16,1 3 0-16,-3-3 2 0,0 1-4 0,0 1 4 15,2 1-4-15,0-1 1 0,-2-1-1 0,0-8 0 16,0 14 9-16,0-8-13 0,0 1 0 0,0-7 7 16,0 15-9-16,0-8 6 0,0 1-6 15,0-1 0-15,0-7-1 0,0 15 4 0,0-8 2 0,0 0 6 16,1 3-9-16,0-4 6 0,-1-6-5 0,-2 11 1 15,2-4-1-15,0-7-2 0,-2 12 0 0,2-4-1 16,0-8 0-16,2 11-1 0,-2-4-2 0,0-7 5 16,0 12-5-16,0-4 5 0,0-8 8 0,-2 11-11 15,4-3 3-15,-2-8-2 0,-2 16 1 0,2-6 3 16,-2-4-5-16,2-6-1 0,0 13 3 0,0-8-4 16,0-5 5-16,0 12-5 0,0-12 3 0,-3 12 0 0,3-12-3 15,0 12 0-15,0-6 5 0,0-6-2 16,3 11 3-16,-3-5-4 0,0-6 3 0,0 11 3 15,2-4 2-15,-2-7 0 0,0 14 4 0,2-7 2 16,-2 1 0-16,0-8-2 0,-2 12 1 0,4-6-4 0,-2 1 3 16,0-7-1-16,1 11-4 0,-1-11-5 0,0 11 4 15,1-4-1-15,-1-7-2 0,2 11 0 0,-2-3 1 16,1-2 3-16,-1-6-3 0,0 17-1 16,0-12 3-16,0 3-3 0,0 1 2 0,0-2 0 0,2 1-4 15,0 1 3-15,-2-1 0 0,0 1 0 0,0 2-3 16,2-3 5-16,-2 3-1 0,2-5 1 15,-2-6-1-15,0 13-2 0,0-3-3 0,0-3 5 16,0 0 2-16,0-7 0 0,1 15-2 0,-1-8 6 0,1 0 0 16,-1-7-1-16,0 13-6 0,0-7 6 0,0-6 0 15,3 13 6-15,-3-13-9 0,0 10-2 0,0-10-1 16,0 12-1-16,2-6-2 0,-2 0-2 0,0-6 6 16,4 11-2-16,-4-5 1 0,0-6-6 0,0 13 0 15,3-8 4-15,-3-5 0 0,1 12 1 0,0-7 5 16,-1-5 2-16,3 12-3 0,-1-5-1 0,-2-2 5 15,0-5 2-15,0 12 1 0,2-6 9 0,-2-6-3 16,2 13-2-16,-2-7 2 0,0-6 4 0,0 13-15 16,0-6 0-16,2 2 3 0,-2-9-8 0,2 14 1 15,-2-7 2-15,0-7-5 0,0 13-7 0,0-7 10 16,1 0-3-16,-1-6 8 0,0 13-1 0,2-6-2 16,-2-7 0-16,2 12 11 0,-2-5-3 0,0 0 6 15,0-7 1-15,0 11-1 0,0-11-5 0,2 11-7 16,-2-3 3-16,0 1-11 0,0 1 7 0,2-1 5 0,-2 3-1 15,0-3 13-15,0 1-2 0,0 0-5 0,0-1-1 16,2 1 1-16,-2-2-2 0,0 1 4 16,1 1-5-16,0-2 0 0,-1-8 1 0,0 17-10 15,-1-9 7-15,2 1 2 0,1-2 7 0,-2 3-10 0,2 0 2 16,-2-2 4-16,2 1-3 0,-2 0-4 0,4-1 0 16,-4 2 6-16,0-1 1 0,0 1-4 0,0-3-4 15,-2 3 2-15,4-1-2 0,-2 3 0 0,0-3 6 16,0 1 3-16,0-1-5 0,0 2 5 0,0-1-5 15,0 0-3-15,1-1 7 0,-1 0-1 0,0 0 4 16,-1 0-5-16,1-9-6 0,0 11 7 0,0-11-11 16,0 13 3-16,0-9-2 0,0-4-1 0,0 13 1 15,0-13-1-15,-4 10-4 0,4-4 6 0,0-6-7 16,0 0 6-16,0 13-2 0,0-13-5 0,0 9-2 16,0-9 2-16,-2 7 2 0,2-7 0 0,0 0-2 15,0 11-2-15,0-11 4 0,-2 8-1 0,2-8-1 16,-2 9 0-16,2-9-2 0,-2 8 1 0,2-8-2 15,-2 10 0-15,2-10 0 0,0 10 6 0,0-10-3 16,-2 10 3-16,2-10-2 0,-2 9 0 0,2-9 0 16,0 10-3-16,0-10-1 0,-2 8 2 0,2-8-4 15,-3 9-3-15,3-9 8 0,-1 7-3 0,1-7-2 16,-1 7-1-16,1-7 5 0,-2 9 5 0,2-9-6 16,0 8 0-16,0-8-2 0,0 0 2 0,0 10-1 0,0-10 3 15,0 0-2-15,0 8-3 0,0-8 1 0,-4 6 5 16,4-6-3-16,0 0 0 0,0 7 1 0,0-7-3 15,-2 7 2-15,2-7 2 0,-2 9 5 0,2-9 4 16,-2 9-1-16,2-9-2 0,-1 9 2 0,1-9-2 16,-3 7-1-16,3-7-3 0,0 11 0 15,0-11 0-15,0 10-4 0,0-10 6 0,-2 13-1 0,2-13 0 16,-2 10-1-16,4-4 0 0,-2-6-2 0,0 11-1 16,0-5 1-16,0-6 1 0,-2 8-3 15,2-8 7-15,0 0-3 0,0 11-4 0,0-11 7 0,0 0-6 16,0 10-5-16,0-10 7 0,0 0-3 15,0 0-4-15,0 9 6 0,0-9-2 0,0 0-2 0,0 0 5 16,0 0-6-16,0 0 5 0,0 6-3 0,0-6 3 16,0 0-3-16,0 0-1 0,0 0 1 15,0 0 1-15,0 0 3 0,0 0-1 0,0 0-1 0,0 0 2 16,0 0-7-16,0 0 6 0,0 0 4 0,0 0-3 16,0 0 3-16,0 0 0 0,0 0-2 0,0 0 1 15,0 0-1-15,0 0 0 0,0 0-2 0,0 0-1 16,0 0-1-16,0 0-1 0,0 0 0 0,-11 0-1 15,11 0 1-15,0 0 2 0,0 0-2 0,0 0-1 16,-13-6 0-16,13 6 0 0,-10-2 0 0,10 2 0 16,-9-4 0-16,9 4-3 0,-12 0 5 0,12 0-2 15,-12-3-8-15,12 3 4 0,-13-3 0 0,5 2 3 0,8 1 3 16,-13-3-5-16,4 2 3 0,9 1 0 16,-16 0-4-16,8 0 2 0,8 0-1 0,-19-2-1 15,10 2 8-15,1 0-8 0,-4-2 3 0,12 2-2 0,-18-1 3 16,10 1-2-16,-4 0 0 0,1 1 1 0,2-1-1 15,-4 0 1-15,2 0-2 0,1 2 3 16,-1-2 0-16,11 0-1 0,-16-2-2 0,7 1 3 0,9 1 0 16,-17 0-2-16,12-1 0 0,5 1-3 0,-14 0 8 15,1 0-5-15,4 1 3 0,9-1-5 0,-18-3 4 16,8 2-3-16,-3 1 3 0,4-1 0 0,9 1 2 16,-18 0-3-16,7-1 0 0,0-1-1 0,-1 2 2 15,2-1-3-15,-2 0 3 0,3 1 0 0,-2 0-7 16,1-1 9-16,10 1 2 0,-16-2-4 0,7-1-2 15,1 2 4-15,8 1-3 0,-19-1-1 0,11-1-1 16,1 2 1-16,-4 0 0 0,3-2 0 0,-2 1 3 16,-2 1-5-16,12 0 0 0,-15 0 0 0,7 0 1 15,8 0 0-15,-18 0-2 0,8 0 3 0,10 0 1 16,-17 1-1-16,5-1-1 0,2 2 3 0,-1-2-2 16,-1 2-2-16,0 0 1 0,1 0 1 0,0-1-1 15,-2-1 4-15,3 0-7 0,-2 2 7 0,1-1-6 16,1 1 7-16,-1 0-4 0,0 0 2 0,1 1 4 15,-3-2-5-15,2-1 1 0,3 1 0 0,-2 1 2 16,1 0-2-16,-1-1-1 0,10-1 1 0,-17 0-2 16,7 0 0-16,2 2-2 0,8-2 3 0,-16 1 0 15,6 0 0-15,3 2 0 0,-2-3-2 0,9 0 1 16,-16 3 1-16,9-5 0 0,0 4 1 0,7-2 1 16,-14 2-2-16,7-1 0 0,7-1 0 0,-13 3 0 15,6-2 0-15,7-1 0 0,-11 1 0 0,11-1 0 16,-11 1 0-16,11-1 0 0,-10 1 0 0,10-1-1 15,-8 1 2-15,8-1-1 0,-10 1 4 0,10-1-3 16,-8 2-3-16,8-2 3 0,0 0 1 0,-11 2-2 16,11-2 0-16,-7 1 1 0,7-1-2 0,0 0 1 0,-9 2 3 15,9-2 0-15,0 0-1 0,-9 0 1 0,9 0-2 16,0 0 1-16,0 0 1 0,0 0-3 0,-7 3 4 16,7-3 0-16,0 0-2 0,0 0-1 15,0 0-1-15,0 0 0 0,0 0 0 0,0 0 3 0,0 0-2 16,0 0 0-16,-8 2-3 0,8-2-4 15,0 0-2-15,0 0-15 0,0 0-2 0,0 0-20 16,0 0-17-16,0 0-26 0,-14-5-33 0,14 5-27 0,-7 0-41 16,7 0-36-16,-11 0-42 0,2 0-46 0,9 0-53 15,-13-2-346-15,2 1-771 0,11 1 341 0</inkml:trace>
  <inkml:trace contextRef="#ctx0" brushRef="#br0" timeOffset="111062.31">11125 10425 69 0,'0'0'96'0,"0"0"-8"0,-2-11-2 16,2 11-3-16,0 0-7 0,2-11 13 0,-2 11-10 15,0 0 6-15,2-9 3 0,-2 9 2 0,0 0 1 16,0-9-4-16,0 9 9 0,0 0-1 0,0-8 0 16,0 8-4-16,0 0 4 0,0-10-2 0,0 10 0 15,0 0-4-15,-4-9 2 0,4 9-3 0,0 0 5 16,0 0-5-16,0 0 1 0,-1-8-5 0,1 8 4 16,0 0-2-16,0 0 3 0,0 0-6 0,0 0-3 15,0 0 4-15,0-8-11 0,0 8-6 0,0 0-12 16,0 0 2-16,0 0-9 0,0 0-5 0,0 0-9 15,0 0-1-15,0 0-12 0,0 0 1 0,0 0-5 16,0 0-2-16,0 0 0 0,0 0-7 0,5 26 2 16,-5-13 13-16,1-2-11 0,2 6-2 0,1 2 6 15,-2 2 12-15,2 5 4 0,0 2 7 0,-3-3 1 16,3 2 8-16,-3 1 1 0,3 1 19 0,0 1 17 16,-1-1-10-16,-2 0-3 0,2-2-2 0,-1 0 4 15,0-1-15-15,0 1-3 0,-2-2 6 0,0-6-5 16,1 6-3-16,-2-7 0 0,1-2 0 0,1 0-10 15,-1-5 0-15,1 1-8 0,-1-1-1 0,0-2-1 0,2 3-3 16,-2-3 1-16,0-2-3 0,3 0 1 16,-3 0 5-16,0-7-14 0,0 14 8 0,0-9-8 15,0-5 1-15,2 12-2 0,-2-12-1 0,0 8-12 16,0-8 11-16,0 8-2 0,0-8 0 0,0 0-5 16,0 9 0-16,0-9-3 0,0 0 3 0,0 0-2 15,1 8-10-15,-1-8-13 0,0 0-19 0,0 0-3 16,0 0-38-16,0 0-21 0,0 0-16 0,0 0-26 0,0 0-35 15,-5 5-26-15,5-5-42 0,0 0-56 16,0 0-47-16,0 0-223 0,-11-18-612 0,8 12 271 16</inkml:trace>
  <inkml:trace contextRef="#ctx0" brushRef="#br0" timeOffset="111795.68">11214 10778 62 0,'0'0'157'0,"0"0"-8"0,0 0-21 0,0 0 0 16,0 0-10-16,0 0-13 0,0 0-7 0,0 0-2 15,0 0 0-15,0 0-3 0,-18-10 2 0,18 10 1 16,0 0-1-16,0 0 1 0,-13-1-5 0,13 1-6 16,0 0-3-16,-7-2-7 0,7 2-4 0,0 0 2 15,0 0-3-15,-10 3-3 0,10-3 4 0,0 0-6 16,0 0-3-16,0 0 0 0,-11-3 5 0,11 3-8 16,0 0-2-16,0 0 3 0,0 0-1 0,0 0-1 15,0 0-1-15,0 0 2 0,0 0-3 0,0 0-6 16,0 0-4-16,-10-1-6 0,10 1-2 0,0 0-4 15,0 0-4-15,0 0-1 0,0 0-2 0,-8-3 8 16,8 3-14-16,0 0-1 0,0 0 7 0,0 0-16 16,-5-6 3-16,5 6-2 0,0 0 4 0,0 0-5 15,0 0-1-15,0 0-2 0,0 0-1 0,-10 0 0 0,10 0-1 16,0 0 1-16,0 0 2 0,0 0-6 0,0 0 1 16,0 0 0-16,0 0-1 0,0 0 0 15,0 0-6-15,0 0 3 0,0 0-1 0,0 0 1 16,0 0-1-16,0 0 1 0,0 0-5 0,0 0 1 0,0 0-2 15,0 0 1-15,0 0-3 0,0 0 3 0,0 0-1 16,40 1 2-16,-21-1 1 0,1-2 1 0,1 3-1 16,7-2 0-16,-1-3 5 0,1 4-5 0,1 0-1 15,-2-1-2-15,-5-2 4 0,-1 3-1 0,1 1 0 16,6-2 0-16,-6 1-1 0,-3-1 0 0,4 5-5 16,-5-3 0-16,3 0-4 0,-2-1-6 0,-1 3-8 15,-1-2-10-15,5 0-6 0,-6 1-10 0,1 1-8 16,1-2-18-16,-1 0-23 0,1-1-24 0,1 0-27 15,-5-2-31-15,-1-1-30 0,0 3-175 0,-1 0-422 16,1-2 188-16</inkml:trace>
  <inkml:trace contextRef="#ctx0" brushRef="#br0" timeOffset="112196.78">11219 10773 136 0,'-8'-1'137'0,"1"4"-8"16,7-3-11-16,-12 0-3 0,12 0-14 0,-9 0-9 16,9 0 3-16,0 0-7 0,-7 0-4 0,7 0-2 15,0 0 2-15,0 0 0 0,0 0-5 0,0 0-3 16,33-3 0-16,-11 2-10 0,6-1 1 0,4-2-5 16,1 2-6-16,4-2-5 0,1-2-4 0,14-1-4 0,-14 3-4 15,2 1-4-15,12 0-5 0,-14-5-2 16,-2 3-3-16,2 1 0 0,-2-2-13 0,-4 2-7 15,0-2-4-15,-4 3-15 0,-10 0-13 0,1 0-19 16,1-1-13-16,-9 4-26 0,-1 0-11 0,1-3-21 0,-3 1-7 16,-1 1-19-16,-7 1-101 0,0 0-262 0,14 1 116 15</inkml:trace>
  <inkml:trace contextRef="#ctx0" brushRef="#br0" timeOffset="113355.28">10693 10571 67 0,'0'0'197'0,"3"-7"0"0,-3 7-4 0,0 0-10 16,4-5-17-16,-4 5-7 0,5-6-2 0,-5 6-9 0,0 0-5 16,4-7-5-16,-4 7-6 0,0 0-5 0,4-5-2 15,-4 5 0-15,0 0-5 0,0 0-7 0,0 0-6 16,4-6-7-16,-4 6-4 0,0 0-6 16,0 0-11-16,0 0-8 0,0 0-9 0,0 0-3 0,0 0-6 15,0 0-5-15,0 0-7 0,0 0 5 0,0 0-17 16,0 0-5-16,0 0-1 0,0 0-2 15,0 0-4-15,0 0-3 0,0 0-5 0,0 0 3 0,0 0-6 16,0 0 0-16,0 0 0 0,0 0 2 0,0 0-4 16,0 0 3-16,0 0-2 0,10 11-2 0,-10-11 2 15,4 8 0-15,0-3-1 0,-4-5-1 0,2 10 0 16,1-5 0-16,-3-5 0 0,4 12 3 0,-3-4 2 16,0 1 2-16,2 0-3 0,-1-1 2 0,-2 1 6 15,2 1 3-15,-1 1 7 0,-1-3-2 0,1 3 3 16,1 1 12-16,-2-1-1 0,1 5 7 0,0 1 7 15,0-2 2-15,-1 3-1 0,2-4-7 0,-1-1 2 16,1 3 12-16,-2 1 0 0,2 1 7 0,0-2-1 16,-1 1 1-16,-1-1-8 0,2-1-5 0,-1-3 3 15,0 3 6-15,1-3 1 0,-1 0-5 0,-1 2-5 16,1-2 8-16,0-2-2 0,1 3 5 0,0-3-8 16,0 0-4-16,-1 0-3 0,-1-1 2 0,1-2 0 15,2 2 0-15,-3-2-6 0,1 0 0 0,-1-7-6 16,0 12-2-16,1-7-1 0,-1-5-5 0,4 9-1 15,-4-9-2-15,0 0-4 0,-1 9 1 0,1-9-3 16,1 6-3-16,-1-6 4 0,0 0-16 0,0 0-19 16,0 0-19-16,0 0-36 0,0 0-34 0,0 0-55 15,0 0-49-15,0 0-36 0,-13 1-42 0,13-1-44 16,0 0-45-16,-18-12-279 0,11 5-705 0,-1 1 312 0</inkml:trace>
  <inkml:trace contextRef="#ctx0" brushRef="#br0" timeOffset="115156.72">9320 10758 42 0,'-11'0'95'0,"11"0"9"0,0 0-19 0,-11-2 4 15,11 2 0-15,-8 2-8 0,8-2-12 0,-10 0-1 16,10 0-2-16,-9 1 1 0,9-1-3 0,-10 2 3 16,10-2 1-16,-12 1-11 0,5 0 3 0,7-1-7 0,-10 0-2 15,10 0 3-15,-12 2-4 0,12-2 1 0,-11 2 1 16,11-2-2-16,-11 1 6 0,11-1 0 16,-8 0-8-16,8 0-4 0,0 0 0 0,-8 4 0 15,8-4-1-15,0 0 2 0,0 0 2 0,0 0-3 0,-9 0-1 16,9 0-3-16,0 0 1 0,0 0-6 0,0 0-3 15,0 0 0-15,0 0 2 0,0 0-5 16,0 0 1-16,-8 3-4 0,8-3 4 0,0 0 4 16,0 0 2-16,0 0-2 0,0 0 1 0,0 0 2 15,31 2-1-15,-21-2-4 0,2 0 11 0,-1 0-6 0,7 0-7 16,1 0 0-16,-1-2-2 0,4 0-1 0,1 4-4 16,-1-2 0-16,8-3-3 0,-3 6-4 0,1-3 2 15,0 0-1-15,1 2-3 0,-1-2-1 0,0-2-1 16,-7 4-2-16,9-1-2 0,-2-2-2 0,-2 1-1 15,-3 1 2-15,-3-1-1 0,3 0 0 0,-2 0 0 16,0 0-1-16,2 3-1 0,-1-3 2 0,0 1 4 16,-1 0 0-16,2-1-1 0,-3 0 1 0,0-1 3 15,2 0-4-15,-2 0 1 0,-1 1-1 0,3-2 3 16,-4 2 0-16,0 0 2 0,-1-1-2 0,2 1-1 16,-7 0-1-16,8 0-3 0,-4 0 1 0,-3-2 2 15,1 2-5-15,0-2 0 0,-1 2 0 0,2 2 0 16,-2-2-2-16,0 0 0 0,-2-2-4 0,2 2 4 15,0-2 4-15,0 3-1 0,-1 0 3 0,0-2 0 16,-1 0-2-16,1 1-2 0,-1 0 3 0,0 0-4 16,0-2 0-16,-3 2 0 0,3 0 1 0,1-2 2 15,-2 3-5-15,0-4 3 0,2 3-5 0,-2-1 0 16,0 2 3-16,-10-1 2 0,16-1-3 0,-9 0 1 16,-7 1-2-16,17 0 1 0,-11-1 3 0,-6 1 3 15,13-1-7-15,-5-1 3 0,-8 2 0 0,15 0-2 16,-7-1 3-16,3 1-5 0,-11 0 3 0,16 0-3 15,-6 0 3-15,-3 0 2 0,4 0 1 0,-11 0-3 16,15-2-1-16,-5 4-3 0,-2-2 2 0,-8 0-3 16,13 0 2-16,-13 0 1 0,11 0 0 0,-4-2 1 15,-7 2-1-15,11-1-1 0,-11 1 0 0,0 0 14 16,11 0-15-16,-11 0 5 0,0 0-4 0,10 0 0 16,-10 0 2-16,8-1-1 0,-8 1-3 0,0 0 4 15,9-3-2-15,-9 3 1 0,8-1 6 0,-8 1-6 0,0 0-4 16,10-3 3-16,-10 3-2 0,10 0 1 15,-10 0 1-15,0 0-3 0,12-1 0 0,-12 1 6 0,6 3-2 16,-6-3-1-16,0 0-1 0,0 0 1 16,12-3-1-16,-12 3 2 0,0 0 0 0,0 0-2 15,9 0 3-15,-9 0-1 0,0 0-1 0,6-2 1 0,-6 2 0 16,0 0-1-16,0 0-2 0,12-2 4 0,-12 2-1 16,5-2-13-16,-5 2-13 0,0 0-17 0,0 0-20 15,0 0-25-15,0 0-23 0,9 5-29 0,-9-5-34 16,0 0-36-16,0 0-218 0,0 0-464 0,-19 10 206 15</inkml:trace>
  <inkml:trace contextRef="#ctx0" brushRef="#br0" timeOffset="116401.32">10443 10009 83 0,'2'-10'123'0,"-2"10"10"0,2-9 4 15,-2 9 6-15,3-11 6 0,-3 11 14 0,1-7 2 16,-1 7 3-16,1-7-2 0,-1 7-6 0,0 0-7 16,0 0-3-16,0-8-8 0,0 8-10 0,0 0-8 15,0 0-9-15,0 0-8 0,0 0-12 0,3-7-10 16,-3 7-5-16,0 0-12 0,0 0-7 0,0 0-9 16,0 0-8-16,0 0-4 0,0 0-2 0,0 0-1 15,0 0-2-15,0 0-5 0,0 0-1 0,-12 24-8 16,11-17 6-16,-1 2-2 0,-1 4-2 0,2-3 0 15,-3 1-2-15,2 0-4 0,4 0 2 0,-1 1-7 16,-1-2 4-16,1 1-2 0,2-1-5 0,0 0-3 16,0-2 8-16,0-1-1 0,2-1-5 0,1 1 2 15,2 1 0-15,-2-1-1 0,1-4 2 0,-1 1-1 16,3-1 1-16,0 0-1 0,-1 0-2 0,3-3 2 16,-2 0-3-16,0-2-1 0,-1 1 0 0,1-2 1 15,-3 1 0-15,2-3-3 0,-2 0 3 0,3-2-3 16,-2 1-1-16,-1-2 3 0,-1-2-4 0,0 2 5 15,-1-4-5-15,-1 4 1 0,-2-5-3 0,0 1 0 0,-2-1-3 16,0 1-1-16,-2-7 1 0,-1 10 1 16,0-4 1-16,1 5-4 0,-3 0 1 0,1 2-3 15,1-1 1-15,-1 3-2 0,-3-1 6 0,1 2-4 16,-5 0 0-16,2 2-1 0,10 1-12 0,-18-2-7 0,7 4-12 16,1 0-15-16,2 0-15 0,-2 1-22 15,0 0-10-15,2 1-17 0,1 4-26 0,2-3-35 0,0 0-25 16,4 4-42-16,-1-2-138 0,2-7-412 15,5 11 182-15</inkml:trace>
  <inkml:trace contextRef="#ctx0" brushRef="#br0" timeOffset="116584.04">10687 10046 39 0,'0'0'281'15,"0"0"-7"-15,0 0 10 0,0 0-14 0,0 0-13 16,6-3-18-16,-6 3-20 0,0 0-19 0,0 0-19 15,0 0-18-15,0 0-22 0,0 0-17 0,0 0-26 16,0 0-36-16,0 0-35 0,0 0-38 0,0 0-41 16,0 0-49-16,0 0-31 0,0 0-29 0,11 5-36 15,-11-5-171-15,3 5-398 0,-3-5 176 0</inkml:trace>
  <inkml:trace contextRef="#ctx0" brushRef="#br0" timeOffset="116992.89">10974 9878 224 0,'0'-10'267'0,"0"10"-1"0,0 0-12 0,-1-10-12 16,1 10-22-16,0 0-18 0,0 0-21 0,-6-6-21 16,6 6-13-16,0 0-14 0,0 0 3 0,0 0-18 15,-20 15-8-15,15-7-12 0,-2 3-6 0,-2 3-3 16,3 0-7-16,-3 3-3 0,3-2-6 0,1 1-2 15,-1 1-3-15,0-1-12 0,2-4-2 0,3 1-5 16,0-2-7-16,0 3-2 0,1-4-5 0,2 0 0 16,-1 0-4-16,1 0-3 0,1-1-1 0,2 1-9 15,1-3-5-15,1 0 0 0,0 0-2 0,3-1-6 16,-1-1-1-16,0-2 1 0,1 2-2 0,0-3 3 16,1-2-3-16,-3 0-1 0,1 1 4 0,-9-1-3 15,16-2 1-15,-7-1 0 0,-9 3-1 0,14-6 0 0,-10 2-3 16,0 1 11-16,-4 3-9 0,2-10-6 15,-2 10 0-15,1-12-4 0,-1 12 2 0,-6-13-5 16,2 6-3-16,-2 3-2 0,-1-4 0 0,-2 4-3 0,2-2-2 16,-4 5-7-16,11 1-10 0,-18-2-15 0,7 4-7 15,3-1-23-15,-3-1-13 0,1 3-17 0,1 2-29 16,-2 0-31-16,4 1-31 0,2-1-48 16,-1 0-160-16,4 2-445 0,2-7 197 0</inkml:trace>
  <inkml:trace contextRef="#ctx0" brushRef="#br0" timeOffset="117432.13">11194 9917 222 0,'0'0'284'16,"2"-8"-11"-16,-2 8-11 0,0 0-11 0,1-10-21 15,-1 10-20-15,0 0-17 0,0 0-21 0,3-7-21 16,-3 7-17-16,0 0-22 0,0 0-8 0,0 0-9 16,0 0-15-16,0 0 3 0,10 18-13 0,-6-12-9 15,1 4-1-15,0 5-8 0,0-3 2 0,-1 0-2 16,4 2-4-16,-4-2-4 0,1 1 5 0,0-3-9 16,0 0 0-16,0-1 8 0,1 0-15 0,-3 2-4 15,2-4-3-15,0 1-1 0,0-2-3 0,-1 2 1 16,0-3-1-16,-1 0-4 0,0 0 2 0,-3-5-7 15,7 9 5-15,-7-9-2 0,5 5-5 0,-1-1 1 16,-4-4 1-16,0 0 1 0,4 5 6 0,-4-5 21 16,0 0 12-16,0 0 1 0,0 0-11 0,0 0 17 15,18-10-18-15,-15 4-1 0,6-1-11 0,-4-3 3 16,2 0-7-16,2-5-6 0,-2-1 5 0,0 6 0 16,-1-7-5-16,-1 1-3 0,0 0 3 0,2 0-5 15,-5 4-4-15,3-5-4 0,-2 7 2 0,2 0 14 16,-4 4-20-16,3-3-1 0,-2 3-16 0,-2 6-4 15,4-10-35-15,-4 10-17 0,2-6-27 0,-2 6-32 16,1-7-37-16,-1 7-52 0,0 0-56 0,0 0-61 0,0 0-175 16,0 0-551-16,0 0 244 0</inkml:trace>
  <inkml:trace contextRef="#ctx0" brushRef="#br0" timeOffset="123356.24">6687 10828 28 0,'-6'-2'140'15,"6"2"2"-15,-9-3-13 0,9 3 3 0,-10-1-8 16,10 1-1-16,-10-3-11 0,10 3-7 0,-12-1-4 16,12 1-4-16,-11-1-5 0,11 1 5 0,-8-1-7 15,8 1-1-15,0 0-12 0,-8-2-5 0,8 2-7 16,0 0-7-16,0 0-1 0,0 0-11 0,-11 3-6 16,11-3-2-16,0 0-3 0,0 0 0 0,0 0-4 15,0 0-7-15,0 0-5 0,0 0 2 0,0 0-2 16,0 0-3-16,0 0-1 0,0 0 1 0,0 0 2 15,0 0-4-15,38-4 1 0,-25 2 2 0,6 1-1 16,-2 1-2-16,4-3 1 0,0 3-2 0,-2-3 1 16,10 0-3-16,-2 1-1 0,0 0-2 0,2-1 1 15,2 0-3-15,0 3 1 0,1-3-2 0,-3 0 1 16,2 3 3-16,-1-2-4 0,0 1 1 0,-2 1-3 16,3-4 3-16,-3 4-3 0,-6 0-1 0,-1-1-2 15,0-1 5-15,-1 2-6 0,2-2 2 0,-4 2 2 16,-2-1 2-16,0 1-4 0,-5 0 2 0,-1 0-4 15,-2 0 7-15,0-1 0 0,-8 1-2 0,11 0-3 16,-11 0 3-16,12-2-2 0,-12 2 0 0,7 2-2 16,-7-2 4-16,0 0-4 0,0 0 3 0,9 0-2 0,-9 0 0 15,0 0-1-15,0 0 0 0,11 2-1 0,-11-2 5 16,0 0-2-16,6 2-2 0,-6-2 1 16,0 0 0-16,0 0 1 0,0 0 0 0,0 0-4 15,0 0 3-15,0 0 0 0,0 0-4 0,0 0 5 0,0 0 2 16,0 0-3-16,0 0 2 0,0 0 0 0,0 0 0 15,11-2-1-15,-11 2 6 0,0 0 1 0,0 0 5 16,0 0 0-16,0 0-1 0,0 0 2 16,0 0 2-16,0 0 0 0,0 0-2 0,0 0 0 0,0 0 1 15,0 0 3-15,0 0-7 0,0 0-2 0,0 0 2 16,6-9 0-16,-6 9-2 0,2-5-2 0,-2 5-2 16,4-5 1-16,-4 5-1 0,6-9 1 0,-3 4-1 15,2 1-1-15,-2-3 1 0,-3 7-4 0,7-10 2 16,-4 2 2-16,4-2-3 0,-3 5-2 0,-1-2 4 15,2 1-2-15,-1-2 0 0,0 2 0 0,-2 2 4 16,-2 4 4-16,4-7 1 0,-4 7 3 0,5-9 0 16,-5 9-2-16,4-3-1 0,-4 3 0 0,5-7-2 15,-5 7-1-15,0 0-3 0,0 0-5 0,0 0 2 16,4-4-2-16,-4 4-1 0,0 0 0 0,9 0 2 16,-9 0-4-16,0 0 0 0,14 6 1 0,-9-4 3 15,0 3-4-15,3 0 0 0,1 1-1 0,-3-3 0 16,-1 0 3-16,2 1 1 0,0 2 1 0,3 2-2 15,-2-1-2-15,-1-3 4 0,-1 2 2 0,3-1-3 16,-3 3-2-16,1-6 2 0,0 4-1 0,0-2 1 16,-2-1-2-16,-1 1 10 0,-4-4-10 0,7 7 4 15,-1-4-6-15,-6-3 4 0,6 5-2 0,-6-5 3 16,7 4-3-16,-7-4 2 0,6 3-2 0,-6-3 5 16,0 0-2-16,6 2 6 0,-6-2 3 0,0 0 6 15,0 0-6-15,0 0 4 0,0 0-3 0,12-7 2 0,-7 0-2 16,0 4-2-16,-1-3-2 0,-1 0 6 15,4 1-6-15,-1-3 0 0,2 1-1 0,-2-1-5 16,1 0 5-16,-1 0-3 0,2 0-2 0,-5 2 2 16,3 2 2-16,-6 4-2 0,7-7-1 0,-3 2-1 0,-4 5-1 15,5-7 3-15,-5 7-4 0,9-5 2 0,-9 5-3 16,7-2 0-16,-7 2 0 0,9 0-2 16,-9 0-3-16,11 0 2 0,-11 0 1 0,10 4-2 15,-3-1 5-15,-2 1-6 0,1 1 3 0,2 2 0 0,1-1 3 16,-1-1-1-16,-1 3-3 0,1-2 1 0,-2 1 0 15,2 0 1-15,-2 0 2 0,2-2-3 0,-3 0 2 16,-1-1 5-16,1 1-4 0,0-2 1 16,0 2-2-16,-5-5 2 0,9 5 2 0,-5-3-5 0,-4-2 2 15,8 4 3-15,-8-4 0 0,7 4 1 0,-7-4 7 16,10 0-6-16,-10 0 0 0,11 0 0 0,-11 0 4 16,13-5-1-16,-5-1-2 0,0 2 0 0,-1-2 0 15,3-1 2-15,-1-2-3 0,0 1 2 0,1 3-1 16,0-4 1-16,-1 1 0 0,-1-2 0 0,2 2-2 15,-2-2 0-15,-1 1-1 0,0 4 3 0,2-3-6 16,-2 1 2-16,-2 0 0 0,-1 2-3 0,1 1-2 16,-5 4-1-16,8-5-3 0,-8 5 2 0,9-4-1 15,-9 4 0-15,9 0-1 0,-9 0 0 0,8 6 1 16,-2-3 0-16,-2 0 1 0,-4-3 1 0,7 9 0 16,-3-5 1-16,1 1 1 0,-2 0 2 0,2 1-1 15,-1 0 6-15,-2 0-6 0,4-1 0 0,-3 0-1 16,1-1-1-16,-1 1 2 0,-3-5 2 0,5 8-3 15,-1-5 7-15,-4-3-5 0,0 0 2 0,6 6 3 16,-6-6-2-16,0 0 0 0,8 1-2 0,-8-1 5 0,0 0-3 16,0 0-1-16,16-6 4 0,-12 3 0 0,1-1 1 15,-5 4 3-15,11-9-1 0,-6 5 3 16,1 1-3-16,0-4-4 0,-2 2 5 0,3-3-3 16,-3 2-1-16,3-1 7 0,-1 2-6 0,0 0-5 0,-1 1-1 15,-5 4-1-15,8-7-2 0,-5 6 1 0,-3 1-3 16,8-6 0-16,-8 6 3 0,0 0-5 15,0 0 2-15,13 6 0 0,-13-6 1 0,8 6-2 16,-5-1 3-16,1 0-3 0,0 1-1 0,0 0 5 0,0 0 2 16,1 2-5-16,-1-2 0 0,1 1 1 0,-3-2 1 15,3-1-2-15,-1 2 4 0,0-1 10 0,1-1-9 16,-1 2 0-16,1-2-2 0,0 1 1 16,1 1-1-16,0-2 1 0,1 3 1 0,1-3 1 0,1 0-1 15,0-1-3-15,-1 0 3 0,2 1 1 0,-1 0-6 16,0-2 3-16,1 2 4 0,3 0-2 0,-3-1 4 15,3 0-7-15,-2-1 5 0,0-2-2 16,1 3 1-16,0-6 0 0,-3 6-3 0,3-3 0 0,0 1 0 16,1 1 0-16,-2-3 4 0,1 1-6 0,0 0 1 15,0 1 0-15,-2-2 0 0,2 1 2 0,-1 1-3 16,1 0 1-16,-1-2 1 0,1 4 0 0,0-5 1 16,-1 2-4-16,0 3 10 0,2-3-9 0,0-1 1 15,2-1-1-15,-2 2 1 0,5-1 2 0,-3 0 1 16,4 0-4-16,-1-2 2 0,0 2-2 0,-5 1 5 15,6-3-6-15,0 4 5 0,-1-1-4 0,1-1 6 16,-2-1-3-16,-2 2 1 0,3-3-4 0,-1 3 2 16,1-1 2-16,-6-1-2 0,1 2-2 0,5 0 2 15,-5-1 1-15,2 0 5 0,-2 0-7 0,1-1 1 16,-1 2 16-16,3-2-13 0,-4 1-1 0,2-1 11 16,-4 1-11-16,1 1-2 0,1-1 0 0,-2-4-3 15,-10 5 3-15,16 2 8 0,-10-2-8 0,-6 0-2 16,9 0-3-16,-9 0 6 0,8-2-4 0,-8 2 2 15,0 0 0-15,0 0 2 0,12 0-3 0,-12 0 0 16,0 0 14-16,0 0-13 0,0 0-1 0,0 0 2 16,9 0-3-16,-9 0-5 0,0 0-11 0,0 0-13 15,0 0-13-15,0 0-17 0,0 0-28 0,0 0-34 16,0 0-46-16,0 0-38 0,0 0-46 0,-30 0-160 16,17 3-447-16,-5 0 198 0</inkml:trace>
  <inkml:trace contextRef="#ctx0" brushRef="#br0" timeOffset="125056.51">7285 10119 192 0,'0'0'196'0,"-5"-12"0"0,4 5-13 16,1 7-10-16,-2-13-9 0,0 7-4 0,2 6-9 15,-2-10-7-15,2 10-11 0,-2-9-9 0,2 9-15 16,-1-8-10-16,1 8-10 0,0 0-12 0,0 0-8 15,0 0-9-15,0 0-10 0,0 0-4 0,0 0-6 16,0 0-5-16,0 0 0 0,0 0 2 0,7 23-12 16,-5-14 4-16,-1 4 1 0,1-2-3 0,-1 5-1 15,-1 0-3-15,2-4-1 0,0 3 1 0,-2-4-6 16,1 3 2-16,0-3-4 0,-2 0 3 0,1 1-4 16,1-3-1-16,-1 3-1 0,1-2 0 0,-2 2 0 15,1-4-1-15,0 0-5 0,0-8 6 0,-1 16-4 16,1-9-13-16,0-7-17 0,1 14-17 0,-2-7-20 15,1-7-34-15,1 12-38 0,0-5-29 0,-1-7-41 16,-1 11-170-16,-1-7-403 0,2-4 179 0</inkml:trace>
  <inkml:trace contextRef="#ctx0" brushRef="#br0" timeOffset="125440.2">7307 9955 76 0,'9'-8'171'0,"-1"2"-13"15,1 0-23-15,-3 4-6 0,3 1-18 0,-9 1 4 16,13 1 4-16,-4 1-16 0,-2 3 4 0,-2 1-11 16,1 2-1-16,-3 0-6 0,0 4-5 0,0 1-8 15,-1 1-8-15,-2-1 3 0,-4 2-3 0,0 1-13 16,1-1 1-16,-4 0-5 0,3-3-9 0,-2-2 0 15,1 1-5-15,-1-2-4 0,2-1-5 0,-2 0-2 16,3-2 1-16,-4-1-4 0,4 0-1 0,3-5-6 16,-6 9 5-16,6-9-9 0,-3 5 2 0,3-5 6 15,0 0-3-15,-4 5-4 0,4-5 4 0,0 0 4 16,0 0-2-16,-3 7-5 0,3-7-2 0,0 0-7 16,0 0 3-16,0 0 1 0,0 0-6 0,5 8-1 15,-5-8 1-15,9 8 3 0,-2-5-6 0,-1 0 2 16,2 5 1-16,1-2 0 0,6 1 0 0,-5-1 0 15,4 3 2-15,0 0-7 0,3 0-24 0,2-5-30 16,1 2-43-16,-3-2-38 0,4 2-44 0,-2-3-164 16,-6-2-372-16,-1 0 166 0</inkml:trace>
  <inkml:trace contextRef="#ctx0" brushRef="#br0" timeOffset="125840.49">7600 10140 108 0,'0'0'238'0,"0"0"-19"0,0-8-18 16,0 8-20-16,0 0-16 0,5-7-20 15,-5 7-16-15,10-3-13 0,-1-1-13 0,1 1-10 16,1 1-6-16,-1 0-15 0,1 1-20 0,-2 0-26 16,4 0-30-16,-3 1-26 0,-2 1-27 0,-8-1-16 15,14 0-28-15,-8 1-1 0,-6-1-8 0,8 1 3 16,-8-1 7-16,0 0 3 0,4 6 16 0,-4-6 5 15,0 0 10-15,0 0 16 0,0 0 10 0,0 0 21 16,-18 3 5-16,18-3 14 0,0 0 14 0,-13 2 22 0,13-2 13 16,0 0 13-16,-14-3 16 0,14 3 11 0,0 0 5 15,-10-1-3-15,10 1-2 0,0 0-5 0,0 0-7 16,-10 1-13-16,10-1-2 0,0 0-5 0,-7 7 8 16,6-1 8-16,-2 4 15 0,-2 0 6 15,-1 2-3-15,3 4-3 0,-3 1-4 0,2 0-3 0,0 0 2 16,0-2-5-16,3 1-1 0,0 1-5 0,-7-1-7 15,4-1-3-15,1-2-6 0,0-3-7 0,0 3-4 16,1-3-9-16,1 1 0 0,-1-1-15 16,1 0-24-16,1-1-28 0,0 2-26 0,0-3-36 0,1 2-37 15,1-3-50-15,-2-7-37 0,2 13-182 0,-1-7-430 16,-1-6 190-16</inkml:trace>
  <inkml:trace contextRef="#ctx0" brushRef="#br0" timeOffset="126010.73">7665 10326 152 0,'3'-8'253'0,"-3"8"-10"0,0 0-22 0,0 0-20 16,3-8-21-16,-3 8-20 0,0 0-16 0,7-3-18 16,0-1-29-16,2 1-23 0,3 2-40 0,-1-2-53 15,2 2-41-15,6-3-46 0,-2 3-58 0,-4-1-92 16,1 1-278-16,2-4 123 0</inkml:trace>
  <inkml:trace contextRef="#ctx0" brushRef="#br0" timeOffset="126159.86">7931 10257 132 0,'0'0'245'0,"5"-5"-14"0,-5 5-12 16,0 0-16-16,4-6-22 0,-4 6-21 0,7-5-14 15,-1 3-13-15,0-2-20 0,4 1-23 0,0-1-25 16,1 2-32-16,0 2-33 0,1 0-49 0,0 0-41 15,-4 0-44-15,-2 3-146 0,-6-3-303 0,6 7 134 16</inkml:trace>
  <inkml:trace contextRef="#ctx0" brushRef="#br0" timeOffset="126303.14">7960 10348 167 0,'0'0'201'0,"-5"3"6"0,5-3-2 0,0 0-5 15,0 0-9-15,0 0-11 0,0 0 0 0,0 0-16 16,0 0-18-16,0 0-17 0,0 0-18 0,0 0-24 15,23-2-21-15,-13-2-27 0,3 1-37 0,0 0-45 16,1-3-58-16,1 2-46 0,-1 1-184 0,-3-4-358 16,-2 2 158-16</inkml:trace>
  <inkml:trace contextRef="#ctx0" brushRef="#br0" timeOffset="126706.68">8124 10086 211 0,'4'-4'259'0,"-2"-3"-11"0,3 1-15 16,-1 2-16-16,-4 4-23 0,13-7-16 0,-8 7-21 16,3-3-13-16,-1 2-14 0,-7 1-12 0,23 1-13 15,-14 2-10-15,3 0-5 0,-5 0-15 0,0 0-7 16,-1 2-7-16,2-2-3 0,-2 5-8 0,-2-4-2 16,0 3-4-16,-1 0-3 0,-3 0 1 0,0-7-2 15,-4 17 1-15,0-7-7 0,0-1 1 0,1-1-8 16,-3-1 0-16,2-1-6 0,0 0-9 0,1 1-2 15,-1-3-9-15,4-4-3 0,-4 12-1 0,4-12-6 16,-5 7-3-16,5-1 2 0,0-6 2 0,-2 9-2 16,2-9 1-16,7 10-1 0,-5-5 2 0,2-1 6 15,-4-4-5-15,5 8-1 0,3-2 1 0,-5-2 6 16,0 1-2-16,1-1 0 0,-4-4-1 0,4 9 2 16,-1-5 12-16,-3-4 6 0,4 7 8 0,-4-7 11 15,1 6-4-15,-1-6 7 0,0 0 2 0,0 8 0 16,0-8 3-16,0 0-5 0,-5 9-7 0,5-9-2 15,-3 5-2-15,3-5-4 0,-8 4-4 0,8-4-7 16,-6 4-26-16,6-4-26 0,-10 2-35 0,10-2-41 16,-10 3-52-16,10-3-61 0,-7 3-240 0,7-3-507 15,-11-2 225-15</inkml:trace>
  <inkml:trace contextRef="#ctx0" brushRef="#br0" timeOffset="127039.14">8396 10107 189 0,'2'-4'294'0,"2"0"-12"0,-4 4-10 16,5-5-21-16,-5 5-25 0,6-4-14 15,-6 4-29-15,0 0-20 0,0 0-17 0,0 0-17 16,7-3-11-16,-7 3-13 0,0 0-10 0,8 12 2 16,-6-5-10-16,2-3-5 0,0 4-4 0,1-1-2 15,0 1-11-15,3 1-3 0,-3-1-7 0,0 0 3 16,0 2-4-16,1-1 0 0,0 0-8 0,1 1 0 15,-1-2 0-15,-1 1 1 0,0-3-1 0,1 4-5 0,1-3 1 16,-4-1-1-16,3-1-4 0,-3 1 1 16,1-1-3-16,-1-1-9 0,-3-4 3 0,5 9 0 0,-4-5 3 15,-1-4-8-15,0 0 12 0,-2 12-5 16,2-12-12-16,-8 7-7 0,2-4-11 0,-1 1-12 16,-2-2-16-16,-2 0-21 0,0 0-28 0,-2-2-22 15,1 0-23-15,-3 0-21 0,3 0-19 0,-1 0-23 16,-1-2-21-16,4 0-16 0,-1-4-5 0,2 0-7 0,1 1-2 15,1-3-124-15,1-1-388 0,2-2 172 16</inkml:trace>
  <inkml:trace contextRef="#ctx0" brushRef="#br0" timeOffset="127164.07">8360 10183 669 0,'8'-15'-12'0,"-2"3"24"0,1 1 18 15,-2-1 14-15,4 2 22 0,-3 1 14 0,2-1-1 0,0 2 6 16,0 1-5-16,1 0 2 0,-1-2-6 16,2 3-7-16,2 0-2 0,-1 0-9 0,2 0-2 0,2 0-8 15,-1 2-13-15,-1-2-33 0,0 5-32 16,4-2-36-16,-3 3-29 0,-2 0-26 0,0 2-98 15,-1 3-238-15,-3 0 105 0</inkml:trace>
  <inkml:trace contextRef="#ctx0" brushRef="#br0" timeOffset="127576.02">8695 10229 118 0,'1'7'188'15,"-1"-7"6"-15,3 6-4 0,-3-6-6 0,0 0-6 0,5 9-7 16,-5-9-2-16,4 4-2 0,-4-4-3 0,6 4-6 15,-6-4 0-15,11 3-9 0,-4-1-6 16,-1 1-9-16,5-3-8 0,-1 1-6 0,-1-1-2 16,1-3-12-16,0 2-10 0,2-3-5 0,-3 2-1 15,0-1-7-15,1-1-3 0,-6-1-9 0,2 0-9 0,-2-1-4 16,0-1-6-16,0-2-4 0,-2 0-6 0,1-1 0 16,-2 1-5-16,-1-1-6 0,-1 0 3 0,1-3-9 15,-3 0-3-15,3 1-3 0,-1 1 5 0,0 0-6 16,1 3 2-16,0-4 1 0,1 5 1 0,-1 7-3 15,1-13-10-15,3 7 7 0,1-1-12 0,0 4 1 16,3-3-7-16,5 2-3 0,-4 1 4 0,4 0-2 16,-2 3-1-16,0 2 0 0,-1-1 2 0,1 2-3 15,-2 1 0-15,0 1-3 0,0-1 4 0,-4 3 0 16,3 0 4-16,-2 2 1 0,0-3 6 0,1 3-2 16,-5-2 4-16,2 1 0 0,-1 0-4 0,-1-1 4 15,1 0 3-15,-3-1-6 0,2 0-2 0,-2-6-3 16,3 11 6-16,-2-6-1 0,2 2 0 0,-3-7-2 15,7 9-8-15,-3-6-7 0,0 0 0 0,2 1-15 16,1-1-16-16,-1-1-19 0,-6-2-18 0,13 2-26 16,-7-2-28-16,-6 0-35 0,0 0-40 0,16 0-56 15,-16 0-238-15,0 0-543 0,0 0 241 0</inkml:trace>
  <inkml:trace contextRef="#ctx0" brushRef="#br0" timeOffset="130663.98">3286 10829 50 0,'0'0'157'16,"0"0"-4"-16,-11-1-12 0,11 1-5 0,0 0-10 16,0 0-2-16,0 0-3 0,-9-2-7 0,9 2-5 15,0 0-3-15,0 0-4 0,0 0-1 0,-9 0-3 16,9 0-6-16,0 0 1 0,0 0-6 0,0 0-1 15,0 0-6-15,0 0 2 0,0 0-8 0,-10-2-4 16,10 2-4-16,0 0-3 0,0 0-3 0,0 0 2 0,0 0-6 16,0 0-7-16,0 0-3 0,0 0-6 15,0 0-5-15,0 0-2 0,0 0-4 0,0 0-5 16,0 0-3-16,0 0-2 0,0 0-4 0,0 0 3 16,0 0 0-16,0 0-7 0,0 0 0 0,0 0 4 0,32 0-1 15,-19 2 3-15,3 1-6 0,3-2 17 0,-1-1-3 16,4 3-2-16,6-3-3 0,2 0 0 15,2 2-5-15,1-2 3 0,4 1 2 0,-2 2-5 16,4-2-2-16,-1 0 0 0,-2 1-3 0,1 0 1 16,1-1-3-16,-3 2 2 0,-2-5 3 0,-1 5-2 0,-2-2 0 15,-1 0 2-15,-1 0-3 0,-6-2-2 16,-2 2-2-16,2-1 1 0,-2 1-1 0,0 0 1 16,-1-2 2-16,-1 1 1 0,2 0-1 0,-5 0-1 15,3-1 1-15,-4 2 5 0,4-1-7 0,-5 0 3 16,0 0-2-16,0 0 1 0,-1 0-1 0,0 1 3 15,1-2-2-15,-2 2-3 0,-2-1 0 0,0 0 4 16,-9 0-2-16,18 0-3 0,-10-1 0 0,-1 2-5 16,-7-1 5-16,14 0 0 0,-7 0-4 0,-7 0 4 15,14 2-3-15,-7-2 3 0,-7 0 1 0,12 1-3 0,-12-1 1 16,14 1 1-16,-9 0 3 0,-5-1-2 0,10-1-2 16,-10 1 1-16,0 0-1 0,9 1 1 0,-9-1-4 15,0 0 2-15,0 0-2 0,11 0 3 0,-11 0-1 16,0 0 0-16,0 0 3 0,7 0-1 15,-7 0-4-15,0 0 4 0,0 0 0 0,0 0-4 0,0 0 4 16,0 0-1-16,0 0-2 0,0 0 2 0,0 0-1 16,0 0 7-16,0 0 1 0,0 0 3 0,0 0-2 15,0 0 4-15,0 0 1 0,0 0 3 0,0 0 3 16,0 0 0-16,0 0-2 0,0 0 6 0,0 0 1 16,0 0-2-16,0 0-1 0,0 0 0 0,0 0 0 15,0 0 11-15,0 0-15 0,0 0 3 0,0 0-3 16,0 0 4-16,0 0 1 0,0 0 1 15,0 0-2-15,0 0-2 0,9-5-2 0,-9 5-2 16,0 0 7-16,3-6-12 0,-3 6-3 0,0 0 3 0,2-12-3 16,-2 12-5-16,3-5 5 0,-3 5-8 0,2-10-2 15,-2 10-3-15,5-8 4 0,-1 3-1 0,-1-1-1 16,1 0-14-16,2 0 18 0,-2 1-1 0,0 0-4 16,0-1 1-16,1 0-3 0,0-1 6 0,-3 3 0 15,-2 4-2-15,9-9 16 0,-9 9-13 0,7-7-3 16,-5 2-1-16,2 0-9 0,0-1 6 0,-4 6 3 15,5-7-3-15,-5 7 3 0,4-8 0 0,-4 8-1 16,5-6 1-16,-5 6-2 0,4-4 0 0,-4 4 8 16,0 0-26-16,0 0 15 0,5-4 1 0,-5 4-1 15,0 0 1-15,0 0-4 0,12 3 0 0,-12-3 4 16,0 0-3-16,13 7 2 0,-7-1 15 0,-3-2-15 16,4 1-1-16,-1 3 3 0,2 1 0 0,-2-1 3 15,1 0-3-15,0-1 1 0,0-1-2 0,-1 1 7 16,-1-2-6-16,2 2-2 0,-3 0 8 0,1-4-11 15,1 4 9-15,-2-4 0 0,-4-3-2 0,9 7 2 16,-7-2 3-16,2-1-5 0,-4-4-2 0,5 5 7 16,-5-5 0-16,7 5 11 0,-7-5-18 0,5 6-16 15,-5-6 22-15,0 0 2 0,4 3 6 0,-4-3 0 16,0 0-6-16,0 0 1 0,0 0 6 0,0 0 5 16,0 0 3-16,0 0-15 0,14-7-8 0,-9 2 10 15,-2 1 3-15,3-3-8 0,-1 1 5 0,3-2-3 16,-1 0 1-16,1 1-4 0,-1-3-1 0,1 1 12 15,0 1-10-15,1 1-1 0,-2 0-2 0,-1-2 2 16,-1 4-2-16,1 0-15 0,-6 5 13 0,6-8-2 16,0 5-3-16,-6 3 4 0,7-6 0 0,-7 6-1 15,8-2-4-15,-8 2 7 0,10 0-3 0,-10 0 0 16,9 6 1-16,-4-3 16 0,-1 0-21 0,2 2 3 16,1 2 4-16,-3-3 3 0,3 1-8 0,-2 1-1 15,3 0 11-15,0 1-4 0,-4-2-7 0,1-1 6 16,-1-1 10-16,1 0-11 0,-5-3-5 0,7 7-13 15,-2-4 25-15,-5-3-1 0,7 3 2 0,-7-3-2 16,0 0 0-16,8 3 4 0,-8-3 0 0,7 0 2 16,-7 0-12-16,0 0 14 0,15-2-6 0,-9 0 7 15,-6 2-11-15,11-7 0 0,-5 4-1 0,0-2 5 16,1 2 0-16,1-4 0 0,1 3-1 0,-3-3 1 16,2-1 2-16,-2 1-9 0,2-2 3 0,-2 4 0 15,-1 0-5-15,1 2 7 0,-1-1 2 0,1 0-14 16,-6 4-5-16,5-5 5 0,-5 5-2 0,9-4-5 15,-9 4 4-15,9-3 6 0,-9 3-5 0,9 6 0 16,-4-2 5-16,0 0-3 0,-1 2 3 0,3 2-3 16,-2-1-2-16,1 0 9 0,0-1-4 0,1 2 1 0,-3-3 2 15,1 0 1-15,-1 1 3 0,2 0-5 0,-2 0 1 16,0-1 3-16,-1 0 0 0,1-2-1 0,-4-3 6 16,5 6-1-16,-1-2 2 0,-4-4-6 15,5 5 6-15,-5-5 0 0,0 0 2 0,7 4-3 16,-7-4 5-16,7 0-6 0,-7 0 2 0,0 0-6 0,12-6 6 15,-6 4-5-15,-6 2 1 0,12-6-2 16,-6 1-1-16,-1 1 2 0,4-1-1 0,-1-2-9 16,-2 1 6-16,3-2-5 0,0 2 5 0,-2-2-2 15,0 2 0-15,-2 2-5 0,3 0 1 0,-3-2 1 16,0 3 0-16,-5 3-6 0,8-5 3 0,-8 5-1 0,8-1-5 16,-8 1 2-16,12 2 2 0,-5 3 5 0,-3-1-1 15,1 3 4-15,0-2-2 0,1 1 1 16,-1 2 4-16,-1-2-1 0,3 2 1 0,-1 0 1 15,0 2-6-15,1-3 1 0,-2 0 6 0,0 3-3 16,0-6 1-16,1 1 7 0,-2 1-8 0,4 1 6 0,-3 0-3 16,2 0 9-16,1-2-11 0,1 2 3 0,-4-1 1 15,3-2 1-15,2 1 0 0,-3 0-3 0,2 0-3 16,0-2 8-16,2 1-1 0,-1-1-1 16,1 1 1-16,1-1-1 0,0 0 4 0,-1-3 0 0,0 1-2 15,0-1 4-15,4 0-1 0,-2 0-3 0,1-1 2 16,-1 1-1-16,7-2-1 0,-7 0-4 0,5 0 2 15,-1 0-3-15,1-1 2 0,1 1 2 16,-3-1-2-16,2 2-2 0,0-2 7 0,-5 2-4 16,4 2-3-16,-2-3 0 0,4 0-1 0,0 0 4 0,0 2-5 15,-2 0 8-15,2-2-7 0,-1 0-2 0,1 2 3 16,-1-1-9-16,1 1 7 0,0 0 4 0,1 0-1 16,0 1 3-16,0-1 0 0,0 1-3 0,0-1-3 15,-2 1 4-15,9 1 4 0,-8-2 1 0,-1-2-10 16,-1 4 3-16,2-4 3 0,-3 1 6 0,2 0-12 15,0 0 5-15,0-1-2 0,0 0 3 0,-1 1-2 16,-3 1-2-16,0 0-4 0,0 0-2 0,-1 0 10 16,-2-2-2-16,0 2 5 0,1-1-7 0,-2 0 2 15,3 1 1-15,-3-2 5 0,2 1-7 0,-3 1 4 16,1 0-8-16,-10 0 2 0,14 0-1 0,-14 0 5 16,15-2-3-16,-8 2 1 0,-7 0 4 0,10 0-9 15,-10 0 8-15,9-2-3 0,-9 2-1 0,10 0 1 16,-10 0 2-16,13-1-2 0,-5 0 4 0,-8 1-2 15,14 0 1-15,-6 0 0 0,-8 0-3 0,15-1 0 16,-5 1 12-16,0-3-15 0,0 2 2 0,3-1 0 16,-1 0-1-16,-1 0 2 0,2 1 0 0,0-3 3 15,-1 2-6-15,1-1 16 0,-1 1-12 0,2 0 0 16,-4 2-8-16,3-1 10 0,-3-2-2 0,-2 2-4 16,-1-1-4-16,-7 2-8 0,14-2-10 0,-9 1-4 15,-5 1-9-15,13-2-3 0,-13 2-11 0,10-3-14 16,-10 3-18-16,6-2-18 0,-6 2-27 0,0 0-32 15,0 0-29-15,7-5-49 0,-7 5-48 0,0 0-180 16,0 0-503-16,0 0 222 0</inkml:trace>
  <inkml:trace contextRef="#ctx0" brushRef="#br0" timeOffset="130841.85">6837 10773 34 0,'0'0'142'0,"0"0"-23"15,0 0-28-15,0 0-37 0,0 0-38 0,0 0-37 16,0 0-52-16,0 0-79 0,0 0 36 0</inkml:trace>
  <inkml:trace contextRef="#ctx0" brushRef="#br0" timeOffset="132714.19">4029 10054 121 0,'1'-12'237'0,"-1"12"-12"0,2-6-13 0,-2 6-14 15,0 0-20-15,2-7-20 0,-2 7-14 0,0 0-13 16,0 0-17-16,0 0-10 0,0-9-13 0,0 9-11 16,0 0-5-16,0 0-7 0,0 0 2 0,0 0 0 15,4 22-4-15,-4-14-4 0,1 3-1 0,1 2-6 16,0 3 2-16,1 1 1 0,-3-1-9 0,2 1 1 16,1 1-7-16,-2-1-5 0,-1-2 0 0,1-2-3 15,1-1-6-15,0-1-1 0,-2 2-3 0,1-1-1 16,-1-2-3-16,0 0-1 0,3 1-4 0,-2-3-2 15,-1 2 1-15,2 0-10 0,-1-5-14 0,1 3-16 16,0-2-12-16,-1 1-18 0,-1-7-13 0,1 12-16 16,-1-6-20-16,0-6-20 0,0 0-16 0,-1 13-16 15,1-13-9-15,0 0-17 0,-1 6-141 0,1-6-350 16,0 0 156-16</inkml:trace>
  <inkml:trace contextRef="#ctx0" brushRef="#br0" timeOffset="133090.21">4021 10026 30 0,'5'-11'153'15,"2"1"1"-15,1 1-7 0,2 1-9 0,-1 1-9 16,2 3-13-16,1 1-15 0,1-2-6 0,-2 1-5 16,2 4-10-16,-4 3-11 0,1 0-3 0,1 0-7 0,-2 4 0 15,-1 0-6-15,0 1 12 0,-2 3-1 0,-3 0-10 16,-1 0-8-16,0 1-1 0,-4 0 0 0,2 3-6 15,-2-1-5-15,-2-2 0 0,0-2 0 16,-1 3-1-16,-3-3-7 0,3 0-3 0,-3 0 0 16,2-1-8-16,-2-2 5 0,2 1-2 0,-2-1 3 0,3-4 5 15,1 1 0-15,4-4 6 0,-8 5-1 0,8-5 2 16,-8 4-3-16,8-4 1 0,-5 5-5 16,5-5 2-16,0 0-2 0,0 0-3 0,-6 5 1 15,6-5-10-15,0 0-4 0,0 0-3 0,0 0 1 0,0 0-1 16,11 10-3-16,-11-10 2 0,6 5-6 0,-1 0 5 15,0 0 2-15,3 1-5 0,-2 2-2 16,2 0 7-16,1-1 12 0,-1 2-1 0,-1-2-3 16,2 2-23-16,1-1-23 0,1 0-38 0,-3 2-36 0,3-2-44 15,-1-1-32-15,1 0-169 0,-6-2-380 0,0 1 169 16</inkml:trace>
  <inkml:trace contextRef="#ctx0" brushRef="#br0" timeOffset="133443.74">4338 10218 216 0,'0'0'202'0,"9"-3"-4"16,-9 3-12-16,13 0 0 0,-13 0-14 0,14 3-16 16,-7 1-19-16,-1 0-11 0,0 2-10 0,-2-1-8 15,-1 1-9-15,-1 2-11 0,1-1-1 0,-4 2-10 16,1 1 1-16,-3-1-8 0,-1 1-7 0,-2 1-1 15,-2-3-8-15,0 1-3 0,2-1 0 16,-2 1-5-16,-1-4-6 0,4 0 0 0,-1-1-5 0,-1 1-4 16,2-3-2-16,-1 1 2 0,6-3-6 0,-9 6-2 15,9-6-3-15,-6 4 2 0,6-4 1 0,-6 3-7 16,6-3 3-16,-7 3 3 0,7-3 0 0,0 0 1 16,0 0-4-16,0 0 0 0,-6 4-7 15,6-4-1-15,0 0-5 0,0 0-1 0,0 0 2 0,0 0 3 16,0 0 2-16,0 0 1 0,19 6-4 0,-13-5 1 15,-6-1 0-15,18 2 1 0,-8 0-11 0,2-1-9 16,2 1-13-16,-3-2-25 0,3 1-32 0,-2 0-46 16,3 1-47-16,2-4-44 0,1 2-207 0,-7-1-458 15,2 0 204-15</inkml:trace>
  <inkml:trace contextRef="#ctx0" brushRef="#br0" timeOffset="133635.84">4646 10241 9 0,'0'0'264'0,"4"-5"-15"15,1 2-15-15,-5 3-19 0,7-5-18 0,-7 5-22 16,10-5-18-16,-5 3-14 0,3-1-15 0,-2 0-19 16,3 1-28-16,-1 0-38 0,-8 2-48 0,13-1-52 15,-13 1-47-15,11 1-38 0,-11-1-141 0,5 7-306 16,-5-7 135-16</inkml:trace>
  <inkml:trace contextRef="#ctx0" brushRef="#br0" timeOffset="133794.03">4659 10342 2 0,'0'0'249'0,"0"0"-8"16,0 0-12-16,0 0-12 0,0 0-21 0,0 0-20 15,0 0-18-15,0 0-17 0,0 0-13 0,12 1-18 16,-12-1-29-16,0 0-29 0,14-2-42 0,-14 2-45 15,11-2-50-15,-2 2-55 0,-9 0-149 0,9-3-312 16,-2 2 139-16</inkml:trace>
  <inkml:trace contextRef="#ctx0" brushRef="#br0" timeOffset="134222.71">4893 10115 132 0,'-1'-8'270'16,"1"8"-20"-16,0 0-17 0,6-7-19 0,-6 7-21 15,9-1-20-15,-9 1-14 0,15 1-15 0,-4 2-13 16,0 0-14-16,-2 0-13 0,0 2-12 0,0 3-6 16,1-3-11-16,-2 3-7 0,-2-1-4 0,-1 2-9 15,2-1-4-15,-2 2 5 0,-4-1-1 0,0 1-1 16,-2 2-1-16,-4-1-5 0,-6 2-3 0,2 0-4 15,-3-1-3-15,-2-2-1 0,2 0-3 0,1-2-7 16,-2 2 1-16,3-3-5 0,0-1-1 0,5-2 6 16,-4 1-10-16,0-2 2 0,0-1-3 0,5 2-2 15,4-4 0-15,-9 2 0 0,9-2-4 0,0 0 1 16,-11 0 4-16,11 0 6 0,0 0 3 0,-9 0 2 16,9 0 0-16,0 0 1 0,0 0-2 0,0 0 1 15,-6-8-6-15,6 8-2 0,0 0-2 0,0 0-4 16,0 0-4-16,0 0 1 0,0 0-3 0,0 0-2 15,0 0-4-15,0 0 4 0,0 0-5 0,0 0 1 16,31 6 1-16,-24-5 0 0,-7-1 0 0,13 4-2 16,-6-1 2-16,2 0 1 0,2 1-11 0,-2 2-11 15,0-3-26-15,-1 0-26 0,0-2-34 0,2 4-48 16,-1-2-57-16,2 1-43 0,0-2-210 0,-4-2-501 16,1 1 221-16</inkml:trace>
  <inkml:trace contextRef="#ctx0" brushRef="#br0" timeOffset="134624.91">5221 10084 42 0,'-5'-5'287'0,"5"5"-17"0,0 0-14 0,-5-6-13 16,5 6-21-16,0 0-18 0,0 0-19 0,0 0-21 15,0 0-18-15,0 0-12 0,13-11-16 0,-7 10-15 16,2-2-8-16,-8 3-9 0,18 0-11 0,-9-2-6 16,0 2-7-16,2 2-8 0,0-2-5 0,-5 0-5 15,2 2-7-15,-8-2-1 0,11 1-7 0,-5 2-3 16,0-2-2-16,-6-1-7 0,11 6 3 0,-6-4-3 16,-5-2-3-16,9 6 2 0,-5-1-2 0,0 1 1 15,-2-2 5-15,2 3 2 0,1-1-1 0,-1 0 0 16,-1 1 0-16,-1-1 2 0,1 4 2 0,-2-4 1 15,0 3 1-15,1 1 3 0,-1 0 0 0,-1-1 0 16,1 2 6-16,-1-1 2 0,-1 2-8 0,0-2 3 16,-1 0-5-16,0 2 0 0,1-3 4 0,-1 1-7 0,0 0-3 15,-1-2-24-15,1 1-21 0,0-3-19 16,-3 4-33-16,4-4-31 0,-3 3-20 0,-1-2-42 16,2 0-42-16,-2-1-41 0,-1 1-206 0,-4-1-494 15,2 1 219-15</inkml:trace>
  <inkml:trace contextRef="#ctx0" brushRef="#br0" timeOffset="135089.46">5211 10254 28 0,'0'0'195'0,"0"0"-13"0,7-8-22 15,-7 8-6-15,10-4-20 0,-4 2-10 0,2-1-9 16,0 2-11-16,-8 1-8 0,19-3-7 0,-9 2-9 15,1 1-7-15,-3 0 3 0,4 0-14 0,-4 1-7 16,3-1-5-16,-2 2-6 0,0-1-4 0,-3 2-3 16,2-2-4-16,-8-1-6 0,14 2 2 0,-9 1-4 15,-5-3 4-15,11 5 2 0,-5-2 11 0,-1-1 0 16,-5-2 0-16,10 5-5 0,-5-1 6 0,0 0 5 0,0 0-1 16,0 0-2-16,0 2-5 0,0-1-4 15,1-1-2-15,-3 1-4 0,4 0-1 0,-3 1-1 16,2-1-2-16,-1 0-6 0,0 0 2 0,0 0-3 15,3-1-2-15,0 0 1 0,-2-2-1 0,3 2-1 0,-1-2-2 16,-1 1 0-16,4-1 0 0,-1-2-3 0,-2-2 1 16,2 2 1-16,-1-1-1 0,-9 1 2 0,15-4 5 15,-10 0-1-15,2 0 3 0,-2 0-1 16,1 1 1-16,-1-5 9 0,0 2-1 0,-1-1 0 16,0-4-7-16,-4 3 1 0,0-3-2 0,0-2-4 0,-1 3 3 15,1-1-6-15,-3 1 0 0,2-2-3 0,-3 0-2 16,-2 2 3-16,-1-1-5 0,1 2-1 0,1 0 1 15,0 4-2-15,-4-3-1 0,2 3-5 16,0-1 3-16,-1 1-12 0,-2 1 0 0,2 2-15 16,0 1-16-16,8 1-15 0,-19 4-13 0,13-3-11 0,-5 4-28 15,3-1-36-15,1 1-40 0,2 2-42 0,-1-1-158 16,2 1-415-16,0-1 183 0</inkml:trace>
  <inkml:trace contextRef="#ctx0" brushRef="#br0" timeOffset="135556.5">5733 10375 10 0,'0'0'233'0,"0"0"-2"0,7 2-7 0,-7-2-14 15,12-2-4-15,-12 2-10 0,10-3-5 0,-3 0-14 16,-7 3-8-16,12-2-9 0,-7-1-5 0,2-1-7 15,-2 0-3-15,-5 4-4 0,11-7 7 0,-6 1-17 16,-1 0-9-16,0 0-12 0,-1 1-10 0,1-4-2 16,-1-1-2-16,-1-1-14 0,-5 1-9 0,4 0-13 15,1-1-2-15,-1 1-6 0,-1-4-5 0,4 4 5 16,-2 0-17-16,-1-1-2 0,3 0-17 0,0 2-9 16,0-1 6-16,0 1-10 0,4-1-5 15,-2 3 6-15,3-1 0 0,0 2-3 0,1 2-5 0,0-1 5 16,-1 2-1-16,1 1-2 0,-2 1-8 0,1 1 4 15,-9 0-1-15,19 2 1 0,-11 0-3 0,-2 2 2 16,3 2 7-16,-2 0-1 0,-1 1 9 0,-1-1-3 16,-1 3 2-16,0-1 4 0,-3 2 10 0,2-1 2 15,-3 0 0-15,1-2 6 0,-1 0 7 0,1 2-12 16,-1 1 0-16,0-10-1 0,0 14 2 0,0-9-9 16,3 1 6-16,-2 2-8 0,0 0-4 0,-1-8 7 15,5 11-5-15,1-6-2 0,-1-2-1 0,0 0-1 16,2 1-26-16,1-2-21 0,2 0-29 0,2-2-33 15,-2 2-39-15,0-2-59 0,4 0-65 0,-3-2-72 16,-2 2-181-16,2-3-560 0,-5 0 248 0</inkml:trace>
  <inkml:trace contextRef="#ctx0" brushRef="#br0" timeOffset="135689.34">6198 10250 159 0,'0'-10'217'0,"0"10"-22"16,0 0-29-16,0 0-42 0,-3-11-59 0,3 11-64 16,0 0-67-16,-2-11-78 0,2 11-155 0,-3-4 68 15</inkml:trace>
  <inkml:trace contextRef="#ctx0" brushRef="#br0" timeOffset="139271.94">3566 8518 73 0,'0'0'87'0,"0"0"7"16,-11 0-8-16,11 0 2 0,0 0-10 15,0 0-4-15,-12-4-10 0,12 4-4 0,-7 0-2 16,7 0-5-16,0 0-12 0,-14-1-5 0,14 1 6 16,-9 0 0-16,9 0 3 0,-13-1-10 0,13 1 7 0,-11-2 10 15,11 2-3-15,-13 0-11 0,6-1 3 0,7 1 0 16,-12 0-6-16,12 0 9 0,-13-3 0 16,13 3-9-16,-13 0 2 0,13 0-3 0,-13-2-11 15,5 2 2-15,8 0-6 0,-13 0 1 0,13 0-5 16,-13 3 0-16,6-1 5 0,7-2-8 0,-11 0 2 0,11 0 0 15,-9 1-3-15,9-1 6 0,-9 0-8 16,9 0 0-16,-9 2-2 0,9-2 0 0,-8 2 0 0,8-2 0 16,0 0-2-16,-11 3 4 0,11-3-11 15,0 0 6-15,-12 1 1 0,12-1-1 0,-9 1 4 0,9-1-11 16,-6 3 4-16,6-3 2 0,-9 3 4 0,9-3-4 16,-10 4-1-16,3-1 2 0,1 1-1 0,-1-1-3 15,7-3 3-15,-11 6 1 0,6-4-3 16,5-2 11-16,-9 6 0 0,4-5 2 0,5-1-1 0,-9 4 4 15,9-4 0-15,-8 3-3 0,8-3 2 0,-6 6 2 16,6-6 8-16,-7 4-6 0,7-4 1 0,-8 6-5 16,8-6-3-16,-7 4 0 0,7-4 0 0,-5 3-1 15,5-3-1-15,-4 5-4 0,4-5 2 0,-6 3-1 16,6-3-1-16,-4 5-3 0,4-5 3 0,-6 6 14 16,6-6-5-16,-4 7-1 0,4-7-3 0,-3 9 12 15,3-9 0-15,-2 10-2 0,0-4-1 0,0 1-1 16,-2 3 3-16,3-2-5 0,-2 0-3 15,1 2 3-15,-1-1-1 0,2 1-3 0,-2 2 1 16,1-2 1-16,0 3 8 0,0 2 9 0,1 1 0 0,-2-1-1 16,3 0-2-16,-3-1 0 0,2-2-2 0,0 0-2 15,1 2-2-15,-3-4 0 0,5 2-5 0,-4 0-1 16,1 0-4-16,0 0 7 0,-1 1-4 0,2-1 0 16,-2 5 2-16,2-4 1 0,-3-2-2 15,3 1 0-15,0 1-2 0,0-1-1 0,0 4 1 0,0 0-2 16,-1-3-2-16,1-1 2 0,1 3-2 0,-1 0-2 15,-1 2 5-15,-1-1-4 0,4 0 10 0,-2 2-2 16,0-3-1-16,1 2-1 0,-1-1-2 0,0 1 0 16,2-1-2-16,-4 1 2 0,2-1 1 15,-1 0-2-15,1 0 1 0,0 0-4 0,1 1-6 0,-2-4 5 16,1 2 0-16,0 1-2 0,1 1-1 0,-1-2 1 16,0-1 4-16,0 2-4 0,0-3 1 0,2 4 4 15,-2-3 1-15,-2 0-1 0,2 0-1 0,0-3 1 16,3 3 1-16,-3-1-7 0,-3 0 2 0,3 2-1 15,0-4 1-15,2 5-1 0,-4-4 2 0,4 3 0 16,-2-3-4-16,1-1-1 0,-1 1-1 0,1 0 0 16,-1 4 5-16,1-1-1 0,-2-2-1 0,4 2 1 15,-3-2 3-15,1 0-2 0,-1 2 8 0,1 1 2 16,1-5-5-16,-4 1 0 0,2 1 4 0,2-2-3 16,-4 1 3-16,2 0 0 0,2-1-3 0,-2 1-1 15,0 1 9-15,0-2 0 0,0 0-8 0,0 0-4 16,0 0 4-16,0-2 0 0,-2 2-1 0,2 3-3 15,0-4 14-15,0 2-17 0,0-2 5 0,2 2-5 16,-2 0 4-16,-2-2 1 0,2 4-1 0,0-2 1 16,2 0-4-16,-2 3 10 0,1-1-5 0,-1-3 8 15,2 4-6-15,-2 2 6 0,2-3 4 0,-4-2 8 16,5 4-5-16,-3-1 3 0,0-1-2 0,1 0-6 16,-1-3 1-16,2 1-6 0,-2-3 22 0,0 3-24 15,0-1 1-15,0-2-5 0,1 3 8 0,0-3-8 16,0 1-1-16,-1-1 7 0,0 1-4 0,2-5 2 15,-4 5 22-15,2-10-28 0,2 14 1 0,-2-4 5 16,0-5-3-16,0-5-8 0,0 14 13 0,0-7-3 16,-2 1-15-16,4-1 5 0,-2-7 4 0,0 14 1 15,0-7-1-15,0 0 3 0,0-7-9 0,0 14-1 16,0-8-3-16,5 3 2 0,-8 1-1 0,3-10 9 16,0 11-2-16,-1-3-1 0,1-8-4 0,-1 11 8 15,-1-3-8-15,2-8 11 0,0 15 3 0,-1-10 5 16,1-5-35-16,0 12 7 0,-1-6 19 0,1-6 2 15,0 14 4-15,0-7 1 0,-1 1 5 0,1-8-10 16,-2 14-5-16,2-14 5 0,0 16 1 0,-1-8-4 16,1-8-1-16,-1 15 0 0,1-15-5 0,0 18 5 15,0-18 1-15,-2 17 0 0,2-10 0 0,0-7-3 16,-1 15-3-16,1-8 3 0,0-7-5 0,-1 15 8 16,2-12-3-16,-1-3 8 0,0 12-9 0,0-6 11 15,0-6-10-15,1 10-4 0,-1-10 1 0,0 8-2 16,0-8-1-16,0 0 8 0,0 9-5 0,0-9 2 15,0 0-1-15,0 7-3 0,0-7-4 0,0 0 5 16,0 8-2-16,0-8 2 0,0 0-1 0,0 0 1 0,-2 9 1 16,2-9 0-16,0 0-1 0,0 0 0 15,0 0 4-15,0 0-5 0,0 0-2 0,0 0-2 16,0 10 2-16,0-10 1 0,0 0 7 0,0 0-10 16,0 0 1-16,0 0 7 0,0 0-5 0,-3 7-1 0,3-7 6 15,0 0-6-15,0 0 0 0,0 0 1 0,0 0-2 16,0 0 7-16,0 0-8 0,0 0 0 15,0 0 0-15,4 7-10 0,-4-7 11 0,0 0 6 16,0 0-6-16,0 0-1 0,0 0 1 0,0 0 0 16,0 0-10-16,3 7 12 0,-3-7-3 0,0 0 0 0,0 0 4 15,0 0-2-15,0 0 0 0,0 0 1 0,2 7-1 16,-2-7 7-16,0 0-7 0,0 0 0 16,4 5 1-16,-4-5-3 0,4 3 7 0,-4-3-7 15,0 0 4-15,0 0-1 0,9 5-2 0,-9-5 1 16,0 0 3-16,0 0 1 0,6 2-13 0,-6-2 27 0,0 0 1 15,11 0-4-15,-11 0 0 0,7 0 2 0,-7 0-3 16,0 0 1-16,13-1 2 0,-13 1-5 0,9-4 0 16,-9 4-2-16,14-5-2 0,-8 3-3 15,2 2 4-15,-2-3 4 0,-6 3-11 0,16-2 3 0,-11 0 1 16,4-1-2-16,-3 1-4 0,3-1 3 0,1-2-2 16,2 1 4-16,1 3-2 0,-2-3 1 0,3-1-12 15,-2 1 7-15,-1 1 5 0,1-3-2 0,-1 1 2 16,2 0-3-16,0 1-1 0,-2-1 1 15,1 0-1-15,-1 1 0 0,-2 0 2 0,1 1-4 0,-3-1 3 16,-1 1-2-16,-6 3-2 0,9-6 2 0,-3 5-2 16,-6 1 4-16,8-3 1 0,-8 3-11 0,0 0 11 15,8-4-1-15,-8 4-6 0,0 0 3 0,5-4-8 16,-5 4-11-16,0 0-8 0,0 0-15 0,0 0-11 16,0 0-26-16,0 0-32 0,8-6-40 0,-8 6-29 15,0 0-28-15,0 0-33 0,0 0-42 0,0 0-55 16,-10-24-307-16,6 15-697 0,0-1 310 0</inkml:trace>
  <inkml:trace contextRef="#ctx0" brushRef="#br0" timeOffset="140873.7">3110 9599 25 0,'0'0'143'15,"0"0"-7"-15,0 0-8 0,0 0-5 0,3-7-6 16,-3 7-1-16,0 0-3 0,0 0-1 0,0 0-6 0,0 0-7 16,0 0-6-16,0 0-2 0,4-7-8 0,-4 7 0 15,0 0-7-15,0 0 0 0,0 0-6 0,0 0-2 16,0 0-2-16,0 0 0 0,0 0-4 15,0 0-1-15,0 0-4 0,-26 3 1 0,26-3-5 16,-13 4 0-16,3-3-5 0,-1 0-2 0,-2 2 3 0,-4-3 1 16,-1 3-19-16,-1 0 1 0,0-1-6 0,-2 2 4 15,-5-2-1-15,4 1 1 0,3-2 7 0,-11 2-3 16,3-2-2-16,4 1-2 0,-3-1 1 0,3-1 0 16,2 0 3-16,-1 1 2 0,-6-1 1 15,8 1-6-15,-1-1-3 0,1 2-3 0,-2-4 0 0,0 2-4 16,-4 2-1-16,5-2-5 0,-6 0 0 0,6 0-1 15,1 0 3-15,0 0-7 0,2 2 0 0,0-1 1 16,0 2-3-16,4-3-2 0,3 1 2 16,-2 1-2-16,2-2 2 0,0 0-4 0,2 1 4 0,0 0-3 15,9-1 2-15,-12 3-2 0,0-3 3 0,6 2-2 16,6-2 0-16,-13 0-1 0,5 1 1 0,8-1 1 16,-14 3-2-16,8-2-5 0,6-1 12 0,-12 2 3 15,12-2 8-15,-9 2-1 0,9-2-2 0,-8 0 1 16,8 0-1-16,0 0-4 0,-12 0 0 0,12 0-2 15,0 0 0-15,0 0 3 0,-10-1-5 0,10 1 4 16,0 0 1-16,0 0 0 0,0 0-3 0,-9 1 4 16,9-1 6-16,0 0-10 0,0 0 0 0,0 0 0 15,0 0 5-15,0 0-10 0,0 0 1 0,0 0-2 16,0 0-3-16,0 0 1 0,0 0 3 0,0 0-4 16,0 0 8-16,0 0 0 0,0 0-1 0,0 0 3 15,0 0 3-15,0 0-3 0,0 0 5 0,0 0-6 16,0 0 1-16,0 0-3 0,0 0 2 0,0 0 1 15,0 0-5-15,0 0-2 0,0 0 3 0,0 0-8 16,0 0 6-16,0 0-3 0,0 0-4 0,0 0-2 16,0 0 7-16,0 0-5 0,0 0-5 0,0 0 5 15,0 0-4-15,0 0 1 0,0 0-1 0,0 0-3 16,-5 3 3-16,5-3-3 0,0 0-4 0,0 0 2 16,0 0 1-16,0 0 1 0,0 0-1 0,3 17 5 15,-3-17-1-15,-1 15-3 0,1-6 2 0,0 0 1 16,1 1-3-16,-1 2 3 0,0-1-3 0,0 5 5 15,2-1-3-15,-2 2 0 0,1 2-1 0,2-1 5 16,-3 0 2-16,2 1 4 0,-2 5 2 0,0 2 2 16,0-7 11-16,3 0 10 0,-5 1-11 0,4-2 4 15,0 1-3-15,0-1 9 0,0-1 7 0,-2-2-2 0,1 2-3 16,-1 1-5-16,1-1 10 0,1 0 17 16,-2 2-4-16,0 0-7 0,0-2 2 0,-2 2-7 15,4-1 4-15,-2 0 1 0,0 2-10 0,0 4 17 16,0 3-1-16,0-7-7 0,5 4-1 0,-6 1-5 0,-2-1-1 15,3-3-1-15,-1-2 0 0,-1 5-6 16,2-4-3-16,0-1-1 0,-1 2 8 0,1-2 2 0,-1 6 4 16,2-7-3-16,-1 3-2 0,-1-3-2 15,0 2-5-15,-3-2 3 0,3 1-4 0,-1 1 0 0,2-2-3 16,-1-2 4-16,-1 0-1 0,2 4-1 0,0-3 6 16,-2 1-3-16,1 0-4 0,0 0 0 0,2 1-1 15,-2 0-7-15,1 0-1 0,2 1 4 0,-3-1-1 16,0 7 0-16,2-3-2 0,-1 2 2 0,1-5-2 15,1 5 3-15,-2 0 7 0,0-1 7 0,0 1 4 16,3 1-4-16,-1 0-3 0,0-2 1 0,0 2 0 16,0-1 2-16,0 1 3 0,0-1-2 0,-1 0-5 15,2 1 4-15,-2-2-4 0,2-5 10 0,-2 1 5 16,-1-1-5-16,3 0-2 0,-1 0-5 0,-2-1-4 16,0 1-1-16,0-2 4 0,-2 0-2 15,4-1-7-15,-4-4 0 0,2 1-2 0,-1-2-4 0,1-1-1 16,0-1 0-16,0-2 1 0,0-7-4 0,-1 13 1 15,3-7-2-15,-2-6-2 0,-1 10 3 0,1-10-2 16,0 0 3-16,-2 9-4 0,2-9-8 0,0 0-7 16,0 0-7-16,1 10-13 0,-1-10-10 0,0 0-10 15,0 0-29-15,0 0-24 0,0 0-34 0,0 0-41 16,-1 8-40-16,1-8-36 0,-8 7-38 0,4-3-30 16,-2-1-25-16,0 1-46 0,6-4-37 0,-11 8-220 15,5-6-700-15,6-2 311 0</inkml:trace>
  <inkml:trace contextRef="#ctx0" brushRef="#br0" timeOffset="141406.84">1930 11683 36 0,'-7'2'175'0,"7"-2"-1"0,-13 0-6 16,13 0 2-16,-11 0-3 0,11 0-10 0,-12 1-5 16,12-1-3-16,-9 0-3 0,9 0-8 0,-11 1-8 15,11-1 0-15,-10 1-6 0,10-1-3 0,-12 2-3 16,12-2-3-16,-11 1-6 0,11-1-1 0,-8 1-7 16,8-1 0-16,-9 2-1 0,9-2 2 0,0 0-7 15,-10 1-8-15,10-1-8 0,0 0-6 0,0 0-11 16,-9 0-5-16,9 0-5 0,0 0-3 0,0 0-11 15,0 0 17-15,0 0-10 0,0 0 2 0,0 0-2 0,0 0 3 16,28 2-3-16,-14-2 1 16,3 2-12-16,2-1 2 0,2-1-2 0,1 0 0 0,6 1-1 15,0-1-9-15,-1-1-3 0,3 1 4 0,-2-1-1 16,-2-1-20-16,-5 2-9 0,7-2-10 0,-6 1-23 16,-1-2-13-16,0 6-15 0,6-3-13 0,-5 0-8 15,-2 1-16-15,-1 1-31 0,3 4-27 0,-3-2-36 16,-2 0-38-16,-5 1-29 0,1 1-194 0,-4 0-497 15,3-1 220-15</inkml:trace>
  <inkml:trace contextRef="#ctx0" brushRef="#br0" timeOffset="141640.68">2047 11933 119 0,'-5'2'286'0,"5"-2"-14"0,-9 2-6 0,9-2-4 16,-7 2-6-16,7-2-11 0,0 0-13 15,0 0-10-15,0 0-20 0,0 0-17 0,0 0-20 16,0 0-14-16,23-13-10 0,-9 4-12 0,6 1-4 16,-2 0-50-16,8-4-27 0,-5 5-34 0,6-2-32 15,1 1-43-15,-12 6-48 0,5-2-63 0,-3 1-67 16,-4 2-227-16,-4 4-506 0,0-1 224 0</inkml:trace>
  <inkml:trace contextRef="#ctx0" brushRef="#br0" timeOffset="141829.51">2254 12078 109 0,'0'0'311'0,"0"0"-4"0,-5 4 2 16,5-4 0-16,0 0-12 0,0 0-19 0,0 0-30 15,0 0-17-15,0 0-26 0,0 0-5 0,0 0-28 16,0 0-38-16,0 0-30 0,0 0-40 0,30-6-48 16,-18 3-55-16,-2 2-47 0,-10 1-56 0,17-1-58 15,-8 1-46-15,-9 0-185 0,10 4-466 0,-10-4 207 16</inkml:trace>
  <inkml:trace contextRef="#ctx0" brushRef="#br0" timeOffset="141971">2306 12167 146 0,'0'0'284'0,"-6"6"1"15,6-6-3-15,-8 2 7 0,8-2 4 0,0 0-1 16,-7 3 7-16,7-3-10 0,0 0-19 0,0 0-29 16,0 0-31-16,0 0-54 0,0 0-39 0,0 0-45 15,21-24-50-15,-8 13-49 0,5 3-54 0,-1-3-61 16,6-6-82-16,1 3-289 0,-1-2-554 0,-8 5 245 16</inkml:trace>
  <inkml:trace contextRef="#ctx0" brushRef="#br0" timeOffset="143290.47">3145 9590 53 0,'0'0'155'0,"-13"14"-9"0,13-14-14 0,-8 6-8 0,8-6-11 16,-4 4-14-16,4-4-9 0,0 0-8 16,-3 5-10-16,3-5-4 0,0 0-6 0,0 0-7 0,-4 5 4 15,4-5-6-15,0 0-4 0,0 0 1 0,0 0 4 16,0 0 3-16,0 0 1 0,0 0 2 0,0 0-5 15,0 0 2-15,0 0-2 0,0 0 10 16,0 0-6-16,0 0 0 0,0 0-5 0,0 0 0 0,0 0-4 16,0 0 2-16,11-17-3 0,-11 17 0 0,0 0-2 15,3-10-2-15,-3 10-8 0,0 0-1 0,0 0 1 16,-4-11 7-16,4 11-1 0,0 0 2 0,0 0-6 16,-1-8-4-16,1 8-4 0,0 0-1 0,0 0-6 15,0 0-3-15,0 0-7 0,0 0 0 0,0 0-1 16,0 0-6-16,0 0-1 0,0 0 0 0,0 0-3 15,0 0 0-15,0 0 2 0,0 0-3 0,0 0 0 16,0 0-1-16,0 0 1 0,-8 19 3 0,8-19-1 16,0 0 0-16,0 0 1 0,0 0-3 0,9 8 0 15,-9-8 4-15,0 0 1 0,0 0-2 0,9 2 4 16,-9-2-3-16,0 0-1 0,0 0 9 0,0 0 6 16,8 2-2-16,-8-2 8 0,0 0-1 0,0 0 0 15,0 0-4-15,0 0 2 0,0 0-4 0,0 0 1 16,0 0 2-16,0 0-1 0,0 0 1 0,0 0 1 15,1-15-1-15,-1 15 1 0,0 0-7 0,0 0-2 16,0 0-7-16,0 0-1 0,0 0-2 0,0 0-1 16,0 0-4-16,0 0-3 0,0 0 3 0,0 0-4 15,0 0 2-15,0 0 1 0,0 0-2 0,0 0 2 16,0 0 2-16,0 0-2 0,0 0 1 0,0 0 6 16,0 0-5-16,0 0 4 0,14 6-2 0,-14-6 1 15,0 0 1-15,11-6 3 0,-11 6 2 0,4-4 3 16,-4 4-3-16,5-7 1 0,-5 7 0 0,2-8-4 15,-2 8-2-15,0 0 6 0,1-10-8 0,-1 10 2 16,-4-9-6-16,4 9 3 0,-6-7-1 0,6 7-4 16,-12-5-3-16,7 3-4 0,5 2-3 0,-14 3-1 15,8 1 4-15,-5 1 0 0,2 2 4 0,4-3-5 16,-4 2 4-16,2 1 0 0,2 0-1 0,1-2 3 16,0 1-3-16,1-1-1 0,3-5-10 0,-4 10 0 15,4-10-3-15,0 11-7 0,0-11-8 0,6 7-6 16,-6-7-9-16,6 6-16 0,-2-4-17 0,-4-2-30 15,10 3-31-15,-10-3-25 0,8 2-22 0,-8-2-192 16,5 3-419-16,-5-3 186 0</inkml:trace>
  <inkml:trace contextRef="#ctx0" brushRef="#br0" timeOffset="144060.29">2125 12050 36 0,'0'0'155'0,"0"0"-14"15,0 0-17-15,0 0-14 0,11 12-1 0,-11-12-21 16,0 0-6-16,0 0-36 0,14 0-43 0,-14 0-43 16,11-2-103-16,-11 2-154 0,9 2 68 0</inkml:trace>
  <inkml:trace contextRef="#ctx0" brushRef="#br0" timeOffset="145756.44">12314 8193 57 0,'0'0'196'0,"0"0"1"16,0 0-5-16,-1-10-11 0,1 10-9 0,0 0-16 15,0 0-2-15,0 0-12 0,0 0-10 0,0 0-7 16,-1-9-9-16,1 9-8 0,0 0-12 0,0 0-12 16,0 0-2-16,0 0-15 0,0 0-9 0,0 0-5 15,0 0-7-15,0 0-7 0,0 0-1 0,0 0-1 16,0 0 0-16,0 0 2 0,-17 17-5 0,13-11-5 15,-2 3 4-15,-1 0-5 0,1 1-3 0,0-2-5 16,-3 1 3-16,1 0 0 0,3-1 4 0,-5 0 3 16,2 0-4-16,1 0-3 0,0-1-3 0,0 0-2 15,0 0 0-15,1 0-6 0,2 1 3 0,0-5 1 16,-2 2-5-16,6-5 4 0,-9 8 1 0,7-5-7 16,2-3 4-16,-9 7 5 0,9-7-3 0,-4 5 2 15,-3-4-3-15,7-1 7 0,-5 5 2 0,5-5-3 16,-4 4 2-16,4-4-1 0,0 0 0 0,0 0-2 15,-6 5-7-15,6-5 1 0,0 0 10 0,0 0-13 16,0 0-4-16,0 0-2 0,0 0-2 0,-7 4 0 16,7-4 3-16,0 0-4 0,0 0 0 0,0 0 2 15,0 0 0-15,11 11-3 0,-5-8-3 0,-1 1-5 0,2-1-9 16,4 2-20-16,0-1-22 0,5 1-34 16,2 5-42-16,2-5-46 0,7 4-44 0,-7-1-213 15,1-2-474-15,-1 2 210 0</inkml:trace>
  <inkml:trace contextRef="#ctx0" brushRef="#br0" timeOffset="146205.46">11941 8695 89 0,'0'0'220'0,"-8"-3"-5"0,8 3-10 16,0 0-12-16,-8-5-15 0,8 5-17 0,0 0-9 15,0 0-10-15,0 0-14 0,0 0-11 0,0 0-12 16,0 0-8-16,0 0-12 0,0 0-4 0,20-4-9 15,-7 3-7-15,2 0-15 0,4-1-13 0,2 1-7 16,7-2-19-16,-7 3-24 0,-1-2-29 0,0 2-36 16,-4-2-33-16,-1 2-27 0,4 0-34 0,-10 0-142 15,-1 0-339-15,-8 0 151 0</inkml:trace>
  <inkml:trace contextRef="#ctx0" brushRef="#br0" timeOffset="146690.57">12082 8716 41 0,'0'0'195'0,"0"0"-12"0,0 0-17 0,0 0-16 15,-5 6-10-15,5-6 1 0,-2 10 4 0,0-4-6 16,-2 3-1-16,1 2-5 0,1-1-15 0,-2 1-4 16,0 1-2-16,2 0-10 0,-1 0-7 0,0 1-4 15,1-2-12-15,-1 0-1 0,1 0-5 0,1 0-3 16,1 0-8-16,-2-2-7 0,2-1-4 0,-1 0-5 15,1-1-4-15,0-7-1 0,-2 14-9 0,0-8 0 16,2-6-3-16,0 11-6 0,0-11 2 0,0 10-4 16,0-10-2-16,0 8 2 0,0-8-3 0,-2 10-2 15,2-10-3-15,0 8 1 0,0-8 2 0,0 0-7 16,0 11-7-16,0-11-1 0,0 0-4 0,0 0-2 16,-2 7-2-16,2-7-3 0,0 0 2 0,0 0-2 15,0 0 3-15,0 0 2 0,0 0-4 0,-2 6-8 16,2-6-3-16,0 0-1 0,0 0-9 0,-13-1 14 15,13 1-4-15,0 0 0 0,-15-2 4 0,15 2 4 16,-14 0-2-16,7 0 0 0,7 0 2 0,-14 1 3 16,8-1-4-16,6 0 6 0,-13-1 2 0,13 1-2 15,-12 2-3-15,12-2 8 0,-8 0-3 0,8 0 2 16,0 0-1-16,-9 0 2 0,9 0-4 0,0 0 2 0,0 0 6 16,0 0 4-16,0 0 1 0,-7 2 5 15,7-2 3-15,0 0 1 0,0 0-2 0,0 0 0 16,0 0 0-16,36-2-3 0,-27 2-2 0,5-1 1 15,-1 0-8-15,-2-1-10 0,9 0-19 0,-5 0-32 16,4 1-35-16,-1-1-37 0,-1 2-36 0,2 0-42 0,-6 0-154 16,4-1-392-16,-5 0 173 0</inkml:trace>
  <inkml:trace contextRef="#ctx0" brushRef="#br0" timeOffset="148240.1">11913 9150 83 0,'0'0'139'0,"0"0"-7"0,0 0 6 0,0 0-11 16,0 0-2-16,0 0-1 0,0 0 4 0,0 0-15 15,0 0 2-15,0 0-5 0,0 0 0 0,0 0-16 0,0 0 7 16,0 0-9-16,0 0 1 0,0 0-3 15,0 0-8-15,0 0-3 0,0 0-6 0,0 0-8 16,0 0-9-16,0 0 3 0,0 0-8 0,0 0-8 16,0 0-1-16,0 0-3 0,0 0-3 0,0 0-5 0,0 0-3 15,0 0 0-15,0 0 1 0,0 0-5 16,-27-4-1-16,27 4 0 0,-11 0-4 0,11 0 2 16,-13 0 0-16,13 0-3 0,-14 1 2 0,7 0 5 15,-4-1-6-15,11 0 1 0,-13 0 2 0,13 0-2 0,-11 0 7 16,11 0-3-16,-11-1-5 0,11 1 1 0,-7 1-3 15,7-1-1-15,0 0-3 0,0 0-5 16,-12 0 1-16,12 0-6 0,0 0 2 0,0 0 5 0,0 0-4 16,0 0 1-16,0 0-2 0,0 0 6 15,31 5-5-15,-17-4 1 0,4-1 0 0,-1 0 2 0,3-1-3 16,-1 1 2-16,2 0 0 0,-2-3-5 0,0 3 3 16,3-2-2-16,-1 0 2 0,-3-2-2 0,4 3-1 15,-5-1 2-15,2 0-2 0,-1 0-3 16,-2-1 3-16,2 3 0 0,-5-3 0 0,1 3-2 0,-1-3 1 15,-2 1 0-15,3 1-1 0,-5-2 9 0,-1 3-10 16,-8 0 3-16,14-2-3 0,-14 2-1 0,12 1 3 16,-12-1-6-16,8-1-10 0,-8 1-8 0,0 0-12 15,9 0-20-15,-9 0-19 0,0 0-18 0,0 0-18 16,0 0-17-16,0 0-15 0,0 0-20 0,0 0-22 16,0 0-10-16,0 0-148 0,-18 14-367 0,7-11 163 15</inkml:trace>
  <inkml:trace contextRef="#ctx0" brushRef="#br0" timeOffset="148640.62">11960 9246 130 0,'-9'1'208'0,"9"-1"-17"0,0 0-7 16,0 0-8-16,0 0-7 0,0 0-6 0,0 0-7 15,0 0-7-15,21-8-13 0,-21 8-11 0,9-3-7 16,-9 3-18-16,10 0-10 0,-10 0-6 0,0 0-7 16,15 0-9-16,-15 0-7 0,8 3-6 0,-8-3-1 15,9 3 3-15,-4 2 3 0,-2-1-8 0,-3-4 4 16,6 10-4-16,-6-4 1 0,0-6 0 0,0 14-5 16,-2-7 0-16,0 2 1 0,-2 0 2 0,-2 1-7 15,-2 0-3-15,1-1-4 0,-2-2-4 0,-1 1 5 16,2 0-7-16,-3-1-4 0,1 0-1 0,0 0 0 15,3 0-7-15,-3-2 1 0,4-1-7 0,1 0 3 16,1 0 3-16,4-4-4 0,-9 6-4 0,5-5 0 16,4-1-1-16,-6 4-2 0,6-4-6 0,0 0 3 15,-4 5-2-15,4-5 5 0,0 0-1 0,0 0-3 16,18 5 0-16,-6-7-5 0,6 0-5 0,-1 0-10 16,6-2-5-16,4 0-15 0,3 1-18 0,-4-1-26 0,4 1-28 15,-1-2-42-15,-10 3-43 0,13-3-40 0,-13 3-210 16,3 0-479-16,-3 0 213 0</inkml:trace>
  <inkml:trace contextRef="#ctx0" brushRef="#br0" timeOffset="150628.96">12257 10499 164 0,'0'0'173'0,"0"-9"9"0,0 9-3 0,0-10-4 16,0 10-7-16,0-7-4 0,0 7-9 0,0 0-6 15,0 0-11-15,0-11-6 0,0 11-13 0,0 0-10 16,0 0-13-16,0 0-6 0,0 0-15 0,2-6-10 15,-2 6-1-15,0 0-5 0,0 0-2 0,0 0 3 16,0 0 0-16,0 0-4 0,-10 24-2 0,5-16-4 16,-3 1-2-16,2 3-4 0,-2-2-3 0,3 1-5 15,-5 4 0-15,1-1-5 0,1-1-4 0,-1-3-3 16,2 1-1-16,0-1-4 0,0 0 1 0,1 1-2 0,-1 0 0 16,2-1-6-16,1-2 4 0,-2-1-4 15,1 1-1-15,3-1-2 0,-3 2 2 0,1-3-3 16,4-6 1-16,-1 11-4 0,-3-7 1 0,4-4 2 15,-4 8-2-15,4-8-4 0,0 0-1 0,2 12 0 16,-2-12 4-16,6 5-2 0,-1 1-1 0,0-2 7 16,3-2-7-16,1 3-2 0,3-1 0 0,-1 1 1 15,0-3-2-15,3 4-5 0,3-2-8 0,-4 1-12 16,2 2-14-16,-2-1-23 0,2 0-23 0,-3 1-33 0,2 1-33 16,-3-4-36-16,2 3-27 0,-2 1-187 15,-2-1-434-15,1 1 192 0</inkml:trace>
  <inkml:trace contextRef="#ctx0" brushRef="#br0" timeOffset="150888.38">12176 11032 152 0,'-6'0'229'0,"6"0"-6"0,0 0-8 0,-13 0-15 0,13 0-12 16,-5 1-9-16,5-1-11 0,0 0-17 0,0 0-4 15,0 0-14-15,0 0-10 0,0 0-10 0,0 0-9 16,0 0-13-16,34-4-4 0,-15 2-13 0,-5 2-10 16,6-2-20-16,-2 0-19 0,0 2-27 0,-5 0-32 15,4-1-41-15,-4 1-48 0,0 1-43 0,-1-1-36 16,-5 3-150-16,1-2-380 0,-2 0 168 0</inkml:trace>
  <inkml:trace contextRef="#ctx0" brushRef="#br0" timeOffset="151327.03">12282 11068 184 0,'0'0'255'0,"0"0"-10"0,0 0-18 16,0 0-20-16,0 0-9 0,0 0-5 0,-7 7-2 15,7-7-9-15,1 16-11 0,-5-6-12 0,4 7-6 16,-2 1-4-16,0 0 1 0,0 1-7 0,-2 6-17 16,1 1 1-16,1-5-10 0,0-4-7 0,0 3-12 15,-1-1-8-15,2-1-6 0,1-1-6 0,-1 0-10 16,1-6 12-16,-1 3-25 0,1-6-4 0,0 1-3 16,0-1 9-16,0-8-20 0,-1 13-4 0,1-13 0 15,-2 7 1-15,2-7-8 0,0 7-3 0,0-7 3 16,0 0-4-16,-8 10 2 0,8-10-7 0,-3 3 3 15,3-3-4-15,-9 0 5 0,9 0-5 0,-12 0-2 16,12 0-1-16,-14-4-1 0,6 0 1 0,2 1-1 16,-2 1-4-16,1-1-5 0,-1-1 1 0,8 4-1 15,-11-4 2-15,4 1 5 0,7 3-8 0,-11-3 2 16,11 3 9-16,-7-3-13 0,7 3 0 0,-9-3-6 16,9 3 13-16,0 0-11 0,0 0 1 0,0 0-3 15,-7-3-4-15,7 3-2 0,0 0 5 0,0 0-10 0,0 0 5 16,0 0 7-16,0 0-8 0,24 5-7 15,-13-4-2-15,5-1-5 0,0 0-19 0,3 0-19 0,3-3-22 16,-4 3-13-16,4 0-20 0,-1 0-22 0,0 0-39 16,2-2-35-16,5 0-30 0,-6-1-36 0,-4 2-188 15,2-1-509-15,-2 2 225 0</inkml:trace>
  <inkml:trace contextRef="#ctx0" brushRef="#br0" timeOffset="151606.31">12623 11323 42 0,'0'0'306'0,"1"-6"-14"16,-1 6 3-16,0 0 8 0,0 0-1 0,-1-12 6 15,1 12-16-15,0 0-17 0,0 0-28 0,0 0-19 16,0 0-27-16,0 0-21 0,0 0-25 0,0 0-9 16,0 0-21-16,0 0-10 0,0 0-14 0,0 0-5 15,-20 21-9-15,14-10-7 0,-3 6-10 0,-3 5-15 16,-4-1 3-16,0 0-3 0,4 1-12 0,0 3-4 15,-2-2-2-15,1 2-4 0,-3-1-1 0,3-1 5 16,1-1-9-16,1-6 2 0,2 1-7 0,0-2-12 16,-2-1-31-16,4 0-19 0,1-4-27 0,-1 0-32 15,2-3-32-15,-1 0-31 0,3-2-21 0,-1 1-37 16,4-6-25-16,-7 8-26 0,2-6-36 0,5-2-193 16,-4 5-540-16,4-5 238 0</inkml:trace>
  <inkml:trace contextRef="#ctx0" brushRef="#br0" timeOffset="151888.9">12483 11640 121 0,'6'-1'253'0,"1"-2"-2"15,-1-3-3-15,-6 6-3 0,13-4-15 0,-8 1-12 16,4 1-19-16,-9 2-17 0,13 0-17 16,-3 0-13-16,1 2-17 0,-3 2-7 0,1-1-9 15,1 4-3-15,-3 1-12 0,-1 0-6 0,0 1-5 0,-3 1-6 16,2 1-2-16,-5 0-7 0,0 6 10 0,-4-2-16 15,-2 2-2-15,0 2 1 0,-3-2-2 0,-7 4 11 16,3 1 0-16,-1-7 7 0,0-1-2 16,2 0-3-16,0 3-4 0,1-5-10 0,0 1 10 0,1-1-21 15,1-1-2-15,1-2-3 0,1-2-7 0,4 1-1 16,1-3-6-16,0 1-6 0,2-6-5 0,4 10-5 16,6-7-14-16,5-1-30 0,14-4-36 0,3-8-38 15,20 0-51-15,2-5-51 0,1-5-91 0,4 0-359 16,-1-5-701-16,1-2 310 0</inkml:trace>
  <inkml:trace contextRef="#ctx0" brushRef="#br0" timeOffset="169555.2">10336 8515 15 0,'0'0'24'15,"0"0"-4"-15,4-8 8 0,-4 8 0 0,0 0 0 16,0 0-2-16,2-6 3 0,-2 6-7 0,0 0-1 15,0 0-1-15,2-8-6 0,-2 8-6 0,0 0-9 16,0 0-2-16,0 0-14 0,0 0-7 0,0 0-16 16,0 0-43-16,0 0 19 0</inkml:trace>
  <inkml:trace contextRef="#ctx0" brushRef="#br0" timeOffset="170330.22">10483 8369 21 0,'0'0'60'0,"0"0"-4"0,-3-8-5 16,3 8-7-16,0 0-10 0,0 0-8 0,-2-6 2 15,2 6-5-15,0 0 0 0,-4-5-4 0,4 5-2 0,0 0-5 16,0 0-1-16,-4-6-1 0,4 6-6 0,0 0 9 16,0 0-5-16,0 0-1 0,0 0-4 15,-4-6-4-15,4 6 11 0,0 0-2 0,0 0-1 16,0 0-9-16,-5-5 6 0,5 5 7 0,0 0-2 0,0 0 1 16,-4-6 1-16,4 6-1 0,0 0-1 0,0 0 5 15,0 0-4-15,-6-5 2 0,6 5 1 0,0 0 10 16,0 0-4-16,0 0 4 0,0 0-5 0,0 0 0 15,-2-9 1-15,2 9 2 0,0 0 2 0,0 0 13 16,0 0-8-16,-4-7 3 0,4 7-3 0,0 0 6 16,0 0-14-16,0 0 9 0,0 0-8 0,0 0 7 15,0 0-8-15,0 0 0 0,0 0 0 0,0 0-1 16,0 0-2-16,0 0 0 0,0 0-6 0,0 0-8 16,0 0 8-16,0 0-4 0,0 0-2 0,0 0 0 15,0 0 6-15,0 0-5 0,0 0-1 0,0 0-5 16,0 0 3-16,0 0 6 0,-2 21-12 0,2-21 4 15,0 0 3-15,3 15-6 0,-2-8 16 0,-1-7 2 16,2 10 8-16,-1-4-16 0,-1-6 11 0,1 14-4 16,-1-14-1-16,1 9-3 0,-1-2 11 0,0-7-7 15,2 11-9-15,-2-4 6 0,0-7-2 0,0 11 6 16,0-11-1-16,-2 9 2 0,2-9-6 0,0 9 3 16,0-9-3-16,0 0 3 0,2 12-1 0,-2-12-7 15,0 5 9-15,0-5-7 0,0 0-2 0,0 0 0 16,0 10 4-16,0-10-1 0,0 0 5 0,0 8-7 0,0-8 0 15,0 0 2-15,0 0-3 0,0 0-3 16,0 0-6-16,0 0-11 0,-2 9-11 0,2-9-13 0,0 0-10 16,0 0-15-16,0 0-21 0,0 0-3 15,0 0-16-15,0 0-9 0,0 0-62 0,0 0-187 0,0 0 83 16</inkml:trace>
  <inkml:trace contextRef="#ctx0" brushRef="#br0" timeOffset="171477.87">10473 8250 59 0,'0'0'88'0,"0"0"2"0,0 0-7 15,0 0-5-15,0 0-12 0,0 0-3 0,0 0 1 16,0 0-4-16,0 0-3 0,0 0-7 0,-3-8 5 16,3 8-5-16,0 0 4 0,0 0-6 0,0 0-3 15,0 0-2-15,0 0-9 0,0 0 5 0,0 0-11 16,0 0 4-16,0 0-5 0,0 0-6 0,0 0-3 15,0 0 3-15,0 0-2 0,0 0-6 0,0 0 4 16,0 0-2-16,0 0 4 0,0 0-10 0,0 0 8 16,0 0-14-16,0 0-3 0,0 0-4 0,0 0-2 15,0 0 5-15,0 0-6 0,0 0 0 0,0 0-1 16,0 0-9-16,0 0 14 0,0 0-3 0,0 0-7 16,4-9 6-16,-4 9-1 0,0 0 8 0,0 0 2 15,0 0-4-15,0 0-7 0,0 0 3 0,0 0 4 16,0-8-4-16,0 8 3 0,0 0 8 0,0 0 6 15,0 0 1-15,0 0-23 0,0 0 25 0,0 0-4 16,0 0-1-16,0 0 0 0,0 0 2 0,0 0-2 0,0 0 1 16,0 0-6-16,0 0 9 0,0 0-11 0,0 0 1 15,0 0-4-15,0 0 3 0,0 0 2 16,0 0 7-16,0 0-15 0,0 0 1 0,0 0 13 16,0 0 3-16,0 0-1 0,0 0 0 0,0 0 2 15,5 25-8-15,-4-20 4 0,-1-5 15 0,3 10 9 0,-2-3 5 16,2-1-11-16,-2 2-2 0,-1-8 1 15,3 14-3-15,-3-8 1 0,1 1-3 0,1-1 0 16,-2-6 2-16,2 10-1 0,-2-1-4 0,2-2 1 16,0-1 2-16,-2-6-2 0,2 14 5 0,-2-8-6 0,1 2-6 15,1-1 14-15,-2-7 0 0,2 15 4 16,-2-7-6-16,0-1 0 0,0-7-5 0,2 13-4 16,-1-7 0-16,0 1 1 0,-1-7-6 0,3 12 6 15,-3-12 2-15,0 10 3 0,1-3-2 0,-1-7 0 16,1 11-2-16,2-6-3 0,-3-5 1 0,0 10 0 0,0-3 0 15,0-7 6-15,1 11-5 0,-1-11 6 16,1 12-6-16,-1-12 5 0,0 9-7 0,0-9 2 16,1 7-2-16,-1-7-4 0,0 0 1 0,0 11 0 0,0-11-2 15,2 9-3-15,-2-9 4 0,1 8 4 0,-1-8-5 16,0 7 1-16,0-7-1 0,0 0-1 0,0 0 0 16,-1 9-2-16,1-9 2 0,0 0-2 0,1 8-4 15,-1-8 6-15,0 0-3 0,0 0-3 0,-3 11-1 16,3-11 3-16,0 0 1 0,0 0-3 0,0 0 0 15,0 8-2-15,0-8 0 0,0 0 2 0,-2 8-4 16,2-8 5-16,-1 7 3 0,1-7-3 0,0 0-1 16,-4 10 4-16,4-10-3 0,-1 6 2 15,1-6-3-15,0 0 0 0,-2 10 2 0,2-10-4 0,0 0 1 16,-1 8 6-16,1-8-2 0,-2 6 3 0,2-6-3 16,0 0 1-16,-2 9-8 0,2-9 7 0,0 0-3 15,0 8 5-15,0-8 3 0,0 0 1 16,0 9 0-16,0-9 0 0,0 0-1 0,-1 10 1 0,1-10 1 15,0 0 3-15,0 12-4 0,0-12-1 0,-1 6 1 16,1-6-3-16,-2 9 2 0,2-9 0 0,0 0-3 16,0 10 1-16,0-10-4 0,0 0 1 0,0 9 0 15,0-9 2-15,0 0-3 0,0 0 1 0,0 8 0 16,0-8-2-16,0 0 7 0,0 0-7 0,0 9 1 16,0-9-2-16,0 0-1 0,0 0 3 0,0 0-1 15,0 0 0-15,0 8-1 0,0-8 0 0,0 0 0 16,0 0 6-16,0 0-7 0,0 0-1 0,0 0 8 15,0 0-8-15,0 0-1 0,0 0 3 0,0 0-1 16,0 0 0-16,0 0-3 0,0 0 4 0,3 6-3 16,-3-6-5-16,0 0-14 0,0 0-10 0,0 0-18 15,0 0-17-15,0 0-25 0,0 0-28 0,0 0-23 16,0 0-20-16,0 0-26 0,0 0-14 0,0 0-136 16,0 0-363-16,0 0 160 0</inkml:trace>
  <inkml:trace contextRef="#ctx0" brushRef="#br0" timeOffset="173094.11">10986 8110 1 0,'3'-6'35'15,"-3"6"-4"-15,0 0-7 0,1-9 6 0,-1 9 5 0,4-6-1 16,-4 6 1-16,0 0 2 0,1-8 0 0,-1 8 2 15,0 0-6-15,0 0 5 0,2-10-1 0,-2 10-3 16,0 0 2-16,-2-8 5 0,2 8-11 16,0 0 19-16,0 0-10 0,-2-11-4 0,2 11 5 0,0 0 6 15,-3-6 10-15,3 6-3 0,0 0-2 0,0 0-11 16,-4-7 11-16,4 7 2 0,0 0-5 0,0 0 0 16,-2-6 1-16,2 6-3 0,0 0 5 15,0 0-5-15,0 0 1 0,0 0-3 0,-4-6 1 16,4 6-1-16,0 0-8 0,0 0 1 0,0 0 0 0,0 0-2 15,-2-8 0-15,2 8-2 0,0 0 3 0,0 0-3 16,0 0-5-16,0 0-1 0,0 0-1 0,0 0-3 16,0 0-1-16,0 0-1 0,0 0-8 15,0 0 4-15,0 0-8 0,0 0 2 0,0 0-9 0,-6-5 4 16,6 5 0-16,0 0-1 0,0 0-6 0,0 0 8 16,0 0-4-16,0 0-5 0,0 0 2 0,0 0-1 15,0 0 1-15,4 24 3 0,-4-24 5 0,-1 12 17 16,1-12-3-16,0 11-4 0,0-5 0 0,0-6-2 15,1 14-1-15,1-6-5 0,-4-1 2 0,2 2 0 16,0 0 0-16,0-1-1 0,-1 2 1 0,1-1-1 16,0 2 0-16,-2-3-2 0,2 2 2 0,0-1 1 15,1 2-4-15,-3-2 1 0,2 1 2 0,0-1 2 16,-2 1 12-16,1-3 5 0,1-7-5 0,0 15-2 16,-2-7-1-16,2 1-3 0,0-9-1 0,2 14-1 15,-2-8 1-15,0 2-1 0,0-8-2 0,-3 14-2 16,3-8 0-16,0-6-4 0,-1 12 3 0,-1-4 2 15,2-8-5-15,2 14 0 0,-2-8 1 0,0 2 1 16,0 0 8-16,-2 3 2 0,1-3-2 0,0 3-1 16,0-2-1-16,1-9-2 0,-1 15 0 0,2-7 6 15,-4 0-10-15,0 0 1 0,3-8-1 0,-1 12 0 16,0-6 0-16,1-6 0 0,-3 12-4 0,1-5 3 16,1 0-2-16,1-7-1 0,-3 13 0 0,3-6-3 15,0-7 2-15,2 11 0 0,-2-11-1 0,-3 12 1 16,0-9-1-16,3-3 1 0,-1 12 0 0,1-5-1 0,0-7 0 15,-3 12 6-15,2-7-9 0,1-5 8 0,-1 12 3 16,1-12-3-16,0 10 1 0,0-10 1 0,-1 11 0 16,1-11 0-16,-2 12-1 0,1-7-2 15,1-5 2-15,-1 14 2 0,1-8-5 0,0-6 1 0,0 13-5 16,0-13 4-16,-2 10-2 0,2-10-2 0,-2 10-5 16,2-10 7-16,-1 9 5 0,1-9-6 0,0 10-4 15,0-10 1-15,1 9 1 0,-1-9-1 16,0 8-1-16,0-8 2 0,0 7-3 0,0-7 4 0,0 0 0 15,-3 11-3-15,3-11 4 0,0 0-2 0,0 11-4 16,0-11 7-16,-2 9-3 0,2-9 2 16,0 8 0-16,0-8 2 0,-3 8-4 0,3-8 5 15,3 8 0-15,-3-8 3 0,0 0 1 0,-3 11 1 16,3-11-2-16,-1 8 2 0,1-8-3 0,0 8 0 0,0-8-1 16,0 9-1-16,0-9-3 0,1 7 4 0,-1-7-2 15,0 9 0-15,0-9-2 0,3 7 5 0,-3-7-7 16,0 0 5-16,-3 11-6 0,3-11 3 15,-2 7-1-15,2-7-1 0,2 10-1 0,-2-10 1 0,4 8 0 16,-4-8 3-16,0 8-1 0,0-8-5 0,3 6 4 16,-3-6 0-16,0 7 0 0,0-7 0 0,1 8 2 15,-1-8-3-15,0 0 0 0,-1 10 0 0,1-10-3 16,0 9 4-16,0-9-1 0,1 9-1 0,-1-9-2 16,-1 11 4-16,1-11 0 0,1 7-2 0,-1-7 9 15,-1 10 0-15,1-10-2 0,0 8 2 0,0-8-2 16,0 0 0-16,0 13 2 0,0-13-6 0,-2 5 1 15,2-5 1-15,0 0-2 0,0 0 0 0,0 0-5 16,0 10 14-16,0-10-9 0,0 0-1 0,0 0-2 16,0 0 1-16,0 0 1 0,3 5-2 0,-3-5 1 15,0 0-3-15,0 0-3 0,0 0 8 0,0 0-3 16,0 0-2-16,0 0 4 0,0 0 0 0,0 0-3 16,0 0 1-16,0 0 0 0,0 0-4 0,0 0 9 15,0 0-4-15,0 0-1 0,0 0 1 0,0 0-5 16,0 0 14-16,0 0-10 0,0 0-1 0,0 0 2 15,0 0 0-15,0 0-2 0,0 0 1 0,0 0-4 0,0 0-14 16,0 0-6-16,0 0-16 0,0 0-15 0,0 0-16 16,-9 4-34-16,9-4-14 0,-10 3-21 15,1 2-23-15,-3-1-28 0,-1-2-14 0,2 0-22 16,-7 2-168-16,0-2-424 0,5-2 189 0</inkml:trace>
  <inkml:trace contextRef="#ctx0" brushRef="#br0" timeOffset="182067.97">12014 8351 25 0,'0'0'92'0,"0"0"-8"0,0 0-8 16,0 0-3-16,0 0-10 0,0 0-1 0,0 0-8 0,0 0-5 15,0 0-13-15,0 0-11 0,0 0-18 0,0 0-14 16,0 0-3-16,0 0-6 0,0 0-15 16,0 0-18-16,0 0-41 0,0 0-96 0,-17 12 44 15</inkml:trace>
  <inkml:trace contextRef="#ctx0" brushRef="#br0" timeOffset="184544.96">11738 8371 28 0,'0'0'73'0,"0"0"-17"0,0 0-5 16,0 0-4-16,0 0-9 0,0 0-9 0,0 0-8 15,0 0-10-15,0 0-15 0,0 0-8 0,0 0-12 16,0 0-29-16,0 0-56 0,0 0 25 0</inkml:trace>
  <inkml:trace contextRef="#ctx0" brushRef="#br0" timeOffset="185058.09">11805 8341 63 0,'0'0'89'0,"0"0"-16"0,0 0-13 0,0 0-19 16,0 0-25-16,0 0-24 0,0 0-11 0,0 0-34 16,0 0-57-16,0 0 26 0</inkml:trace>
  <inkml:trace contextRef="#ctx0" brushRef="#br0" timeOffset="185676.79">9503 8591 54 0,'0'0'81'0,"0"0"-19"0,0 0-4 0,0 0-7 0,2 6-22 16,-2-6-21-16,0 0-28 0,0 0-35 0,0 0-57 16,1 7 26-16</inkml:trace>
  <inkml:trace contextRef="#ctx0" brushRef="#br0" timeOffset="185848.07">9499 8623 28 0,'0'0'51'16,"7"2"-18"-16,-7-2-29 0,0 0-24 0,0 0-20 16,0 0 9-16</inkml:trace>
  <inkml:trace contextRef="#ctx0" brushRef="#br0" timeOffset="186030.79">9494 8589 36 0,'-3'-8'114'0,"3"8"-17"0,0 0-19 0,0 0-6 16,0 0-36-16,0 0-14 0,0 0-7 0,0 0-28 15,0 0-17-15,0 0-42 0,0 0-77 0,0 0 35 16</inkml:trace>
  <inkml:trace contextRef="#ctx0" brushRef="#br0" timeOffset="194660.33">16930 3653 11 0,'3'-9'202'0,"-3"9"-13"0,0 0 0 15,0 0-12-15,0 0-6 0,0 0-5 0,0 0-10 16,0-10-15-16,0 10-6 0,0 0-15 0,0 0-5 15,0 0 2-15,0 0-5 0,0 0-4 0,-5-11-6 16,5 11-7-16,0 0-3 0,0 0-7 0,-3-9 5 16,3 9-9-16,0 0-3 0,0 0 0 0,-4-7-6 15,4 7-1-15,0 0-1 0,0 0-6 0,0 0-6 16,0 0-5-16,0 0-9 0,0 0-3 0,0 0-5 16,0 0-5-16,-1-9-3 0,1 9-4 0,0 0-3 15,0 0-5-15,0 0-3 0,0 0-5 0,0 0-2 16,0 0 2-16,0 0-4 0,0 0-1 0,0 0 1 15,14 22-2-15,-8-12 2 0,1 1-2 0,-1-1-1 16,6 2 0-16,-2 3 0 0,-1-4 1 0,2 2 0 16,-3 2 14-16,2-2-16 0,2 2 0 0,-2 0 1 15,-1 0 0-15,2 1 3 0,-2-2-2 0,2 0 0 16,0 3-1-16,-2-3 0 0,1-1 1 0,0-1-2 16,-2 0 4-16,0 2-2 0,-2-5 0 0,2 0 2 15,-2 0-2-15,2 1 4 0,-2-4-7 0,2 3 1 16,-4-3 2-16,0 0 2 0,0-2-6 0,-1 2 1 15,1-1 2-15,-4-5-1 0,5 7 6 0,-1-3-3 16,-4-4 2-16,5 6-1 0,-5-6 0 0,0 0 3 16,3 5 1-16,-3-5 12 0,0 0 20 0,0 0 21 15,0 0-3-15,0 0-2 0,0 0-4 0,0 0-7 16,11-17-6-16,-9 10-2 0,2-3-3 0,-2-2 4 16,6-5-20-16,-2 2 7 0,-2 2-1 0,2-5-8 15,1 0-2-15,2 0 4 0,-3 2-5 16,-1-4 6-16,2 3-7 0,-2-2 0 0,3 0-1 15,4-4-1-15,-4 7 5 0,-1-1-4 0,-2 2 1 16,1 2-9-16,-4 0 13 0,3 4-5 0,-2-1-5 0,1 1 4 16,-2 2-2-16,2 1 0 0,-4 6-3 0,3-11 1 15,-1 7-4-15,-2 4 4 0,1-7-9 0,-1 7 1 16,0 0-1-16,4-8 5 0,-4 8-12 16,0 0-12-16,0 0-15 0,0 0 15 0,4-6-25 15,-4 6-28-15,0 0-27 0,0 0-25 0,0 0-1 16,0 0-9-16,0 0-14 0,0 0-17 0,8 15-32 0,-4-8-32 15,1 2-34-15,-2 0-177 0,1 1-477 0,0-1 211 16</inkml:trace>
  <inkml:trace contextRef="#ctx0" brushRef="#br0" timeOffset="195024.11">17574 3831 62 0,'4'-4'276'0,"-4"4"-12"0,0 0-13 16,4-7-11-16,-4 7-10 0,0 0-15 0,0 0-16 15,0 0-21-15,0 0-13 0,0 0-16 0,0 0-14 16,0 0-12-16,0 0-6 0,0 0-16 0,-22 1-6 16,15 5-6-16,-1 0-6 0,-3 1-3 0,1 0 4 15,3 2-21-15,-6 4 13 0,4-5-1 0,3 0-7 0,-2-1-6 16,-1 2-6-16,3-1-2 0,1 2-3 15,-2-1 5-15,2-1-9 0,0 2-2 0,3-3-5 16,0 1-4-16,-2 0-15 0,3 0 10 0,1-8-4 16,-4 12 3-16,3-5-8 0,1-7-1 0,2 10-1 15,1-2 1-15,1-2-2 0,-1-2-1 0,3 2-3 16,0-2 7-16,2 1-6 0,1-1 3 0,1 2-11 16,0-4-16-16,2 2-20 0,-1 0-26 0,-1-1-21 15,2-1-24-15,-1 0-25 0,1 0-30 0,-2 0-30 16,2-1-41-16,-1 1-36 0,1-2-27 0,-6 0-159 15,-6 0-482-15,18-2 213 0</inkml:trace>
  <inkml:trace contextRef="#ctx0" brushRef="#br0" timeOffset="195324.07">17960 3869 47 0,'5'-4'263'0,"-3"-2"-5"0,-2 6-9 16,2-9-11-16,-2 9-10 0,0 0-13 0,-5-10-7 15,5 10 1-15,-14 0-12 0,4 1-3 0,-4 1-11 16,-2 3-6-16,4 0-21 0,-2 4-6 0,-2 0 1 16,2 2-8-16,-1-1-5 0,3 3-10 0,2-5 1 15,-3 7-4-15,6-4-21 0,-4 1-4 0,3 0-9 16,2-3-2-16,1 1-11 0,1 0-11 0,3 0-8 16,1-10 1-16,0 18-7 0,1-10-2 0,1 2-5 15,0-2-5-15,6 2-3 0,-2-3 2 16,3-1-9-16,0 1-20 0,2-2 7 0,1 2-14 15,6-2-33-15,1 0-30 0,2-2-39 0,-2 1-37 0,3 0-24 16,-1-2-26-16,0-1-46 0,6-3-51 0,0-2-50 16,-7 2-212-16,-2-1-587 0,4-2 260 0</inkml:trace>
  <inkml:trace contextRef="#ctx0" brushRef="#br0" timeOffset="195575.12">18507 3895 51 0,'0'0'282'0,"-10"-6"-3"0,5 5-3 0,5 1-2 15,-9-4-7-15,9 4-14 0,0 0-18 16,-8-2-15-16,8 2-12 0,0 0-21 0,0 0-9 16,-7-3-2-16,7 3-22 0,0 0-4 0,0 0-15 15,0 0-14-15,0 0-13 0,0 0-3 0,0 0-17 0,0 0-12 16,0 0 0-16,34-5-13 0,-22 5-22 0,2-1-21 15,-3 0-28-15,1 0-31 0,2-1-37 16,-4 2-33-16,-10 0-36 0,22-2-39 0,-12 1-48 16,-10 1-40-16,15 0-221 0,-15 0-535 0,12 1 237 15</inkml:trace>
  <inkml:trace contextRef="#ctx0" brushRef="#br0" timeOffset="195738.44">18512 3947 54 0,'-6'4'244'15,"0"0"-5"-15,6-4-8 0,-12 5-9 0,8-2-6 16,4-3-15-16,-7 3-12 0,7-3-15 0,0 0-7 16,-6 4-12-16,6-4 7 0,0 0-16 0,0 0-5 15,0 0-19-15,16 8-2 0,-5-6-16 0,2 0-19 0,7-2-36 16,-1 0-30-16,1 0-42 0,2-2-46 16,-2 2-63-16,8-2-78 0,-6 2-225 0,-8-3-471 15,4 1 210-15</inkml:trace>
  <inkml:trace contextRef="#ctx0" brushRef="#br0" timeOffset="204506.31">19109 3659 45 0,'0'0'153'0,"0"0"-15"16,0 0-1-16,0 0-9 0,0 0-16 0,-9-10-9 16,9 10-4-16,0 0-8 0,-10-3-1 0,10 3-1 15,-6-3-6-15,6 3-2 0,-10-1-3 0,10 1-1 0,-8-3-3 16,8 3 0-16,0 0-5 0,-9-2 2 15,9 2 17-15,0 0-6 0,0 0-7 0,-8-1-4 16,8 1-11-16,0 0-2 0,0 0-9 0,0 0-8 16,0 0 2-16,0 0-1 0,0 0-7 0,0 0-1 15,31-6-4-15,-11 4-2 0,10-1-5 0,3-1-4 16,-1 0-2-16,4 1 3 0,1 2-16 0,-4-1-13 16,0-1-24-16,-5 0-26 0,0 4-32 0,-8-1-52 15,-1-1-35-15,-8-1-31 0,1 5-107 0,-6-3-340 16,-6 0 151-16</inkml:trace>
  <inkml:trace contextRef="#ctx0" brushRef="#br0" timeOffset="204996.65">19263 3636 14 0,'0'0'223'0,"0"0"-17"0,0 0-9 16,0 0-12-16,0 0-21 0,0 0-16 0,0 0-18 15,0 0-16-15,0 0-12 0,0 0-9 0,-5 10 3 16,6-1 11-16,-1 4 1 0,0 3-8 0,0 4-7 16,-3 8-2-16,2-4-5 0,0 2-3 0,-2-1 4 15,2 1-7-15,2-2-4 0,-2-6-5 0,0 2-3 16,1-2-13-16,1-1-1 0,-1 2-7 0,0-3-3 16,2-2-4-16,0-2-4 0,-2 1-4 15,1-2-3-15,0-2-5 0,-1 1 1 0,3-2-4 0,-2-1-5 16,-1-7 2-16,1 13 1 0,-1-13-6 0,0 8 4 15,0-8-5-15,2 6 2 0,-2-6 5 16,0 0-5-16,-2 9-2 0,2-9 4 0,0 0-7 0,0 0 8 16,0 0 1-16,0 0-4 0,0 0 1 0,0 0 0 15,0 0-7-15,0 0 1 0,0 0 1 0,-23-11-1 16,16 6-3-16,0 0 3 0,1 0-1 0,1 2-2 16,5 3-2-16,-13-9 0 0,8 5 0 15,5 4-2-15,-9-4-1 0,5 2 0 0,4 2 0 0,-8-4 3 16,8 4 0-16,0 0-4 0,-7-3 0 0,7 3 0 15,0 0-6-15,-7-5 1 0,7 5 7 0,0 0-7 16,0 0 2-16,0 0-3 0,0 0 5 0,0 0-2 16,0 0 4-16,34 5-3 0,-17-3-1 0,3-2-7 15,0 2-13-15,8-2-12 0,-1 1-15 0,4 1-20 16,-3-2-18-16,-1 0-35 0,-7 0-27 16,8-3-35-16,-6 1-31 0,0 2-17 0,3-2-145 15,-7 2-408-15,1 0 180 0</inkml:trace>
  <inkml:trace contextRef="#ctx0" brushRef="#br0" timeOffset="205274.94">19806 3821 78 0,'2'-10'229'0,"0"3"-8"0,-4-2-8 0,2 9-6 16,-4-14-5-16,4 14-3 0,0-10-7 0,0 10-7 15,0 0-13-15,2-9-18 0,-2 9-19 0,0 0-9 16,0 0-28-16,0 0-6 0,-2-9-9 0,2 9-10 15,0 0-5-15,0 0-11 0,0 0 0 0,-3 26-7 16,1-10 1-16,1-2 4 0,0 1-4 0,-1 3 6 16,0-7-9-16,2 8 0 0,-1-2-1 0,-3 0 2 15,1 1-1-15,1-1-5 0,1-2 1 0,-1-2-21 16,1 0 13-16,1-2-2 0,-1 0-19 0,-1 1 12 16,1-1-19-16,1-1-20 0,1 0-18 0,-1-1-20 15,0 1-15-15,2-2-20 0,-2-1-23 0,0-7-28 16,-3 14-34-16,3-14-36 0,0 10-41 0,0-10-164 15,-1 9-446-15,1-9 197 0</inkml:trace>
  <inkml:trace contextRef="#ctx0" brushRef="#br0" timeOffset="205660.3">19835 3724 94 0,'10'-14'228'0,"0"5"-14"0,3-5-13 16,1 4-10-16,-1-1-17 0,0 1-13 0,0 5-14 16,-2 0-13-16,-1 1-15 0,-1 0-13 0,-2 3-12 15,1 1-13-15,-8 0-4 0,13 6-7 0,-7-2 7 16,0 4-1-16,-2 2 4 0,-3 0-3 0,1 3-2 16,-5-2-4-16,-2 5-8 0,-3 1 3 15,-3-2-9-15,-3 4-3 0,2-4-5 0,-3-1-5 0,1 0-2 16,-2-4-4-16,2 1-5 0,2-5-1 15,1 3 0-15,2-4 6 0,0-3-10 0,2 2 1 16,0-1 0-16,1 1-3 0,6-4 3 0,-10 4-1 0,10-4-4 16,-7 4-4-16,7-4-5 0,0 0 2 0,-6 3-10 15,6-3 1-15,-4 4-3 0,4-4 1 0,0 0-5 16,-1 9 3-16,1-9 0 0,4 9-1 16,1-4-5-16,1 3-5 0,4 0-3 0,1-1-6 15,4 2-15-15,4 1-15 0,1-2-17 0,-2 2-17 16,9 1-25-16,-2-1-34 0,0 0-33 0,-3-3-42 0,-3 0-32 15,0 1-129-15,-1-2-405 0,0-1 179 0</inkml:trace>
  <inkml:trace contextRef="#ctx0" brushRef="#br0" timeOffset="206044.1">20198 3985 204 0,'-3'-7'296'0,"3"7"-11"0,-2-6-3 15,2 6-7-15,0 0-10 0,0 0-15 16,-6-7-17-16,6 7-14 0,0 0-21 0,0 0-9 16,0 0-22-16,-5-4-14 0,5 4-22 0,0 0-34 15,0 0 9-15,0 0-15 0,0 0-8 0,0 0-13 16,0 0-10-16,0 0-5 0,0 0 2 0,0 0-5 16,-2 21-3-16,1-15-1 0,-2 3 9 0,2 0-6 0,-1 3-6 15,-1 0-1-15,-1 0 2 0,3 1 1 0,-2 3-4 16,-3 1 0-16,3 1-7 0,1-5 3 15,-2-1-9-15,1 3-2 0,2-4-1 0,0 2-5 16,0-2-5-16,-1-3-3 0,2 3 9 0,0-1-11 16,0-3 0-16,0-7 2 0,2 14 3 0,-1-8-2 15,0 0-1-15,-1-6-2 0,3 10 0 0,-2-4 11 0,-1-6-4 16,6 7 0-16,-6-7-4 0,10 7 7 16,-3-3-3-16,-7-4-7 0,19 5-11 0,-6-5-9 15,-2 1-16-15,10-2-37 0,-2-1-31 0,2-1-40 16,0 1-30-16,1-1-36 0,6-3-44 0,0 0-54 15,-1-1-46-15,-8 3-193 0,3-2-579 0,-3-1 255 16</inkml:trace>
  <inkml:trace contextRef="#ctx0" brushRef="#br0" timeOffset="207363.78">12466 5768 8 0,'0'0'121'0,"0"0"-18"15,0 0-9-15,0 0-3 0,0 0-11 0,0 0-10 16,0 0-30-16,0 0-14 0,0 0-29 0,0 0-27 16,0 0-16-16,0 0-47 0,0 0-100 15,0 0 45-15</inkml:trace>
  <inkml:trace contextRef="#ctx0" brushRef="#br0" timeOffset="207774.12">12783 7046 129 0,'0'0'142'0,"0"0"-16"16,0 0-17-16,0 0-7 0,0 0-18 0,0 0-20 15,0 0-21-15,0 0-27 0,0 0-23 0,0 0-22 16,0 0-30-16,0 0-61 0,0 0-130 16,0 0 57-16</inkml:trace>
  <inkml:trace contextRef="#ctx0" brushRef="#br0" timeOffset="208985.89">20631 3900 94 0,'0'0'158'0,"0"0"-10"0,0 0 3 0,0 0 1 16,0 0-11-16,0 0-8 0,0 0 0 0,0 0-7 16,0 0-5-16,0 0-6 0,0 0-9 0,0 0-2 0,0 0-7 15,0 0-9-15,0 0 1 0,0 0-4 0,0 0-1 16,0 0-1-16,0 0-7 0,0 0-4 0,0 0-5 15,0 0-5-15,0 0-5 0,0 0-5 16,0 0-8-16,0 0-5 0,0 0 0 0,0 0 1 16,0 0-1-16,0 0 1 0,0 0 1 0,0 0-4 15,0 0-1-15,0 0 5 0,0 0-11 0,0 0 1 0,0 0-2 16,0 0 0-16,0 0-7 0,0 0 2 16,-25-4-4-16,25 4-4 0,0 0-2 0,0 0-2 15,0 0 0-15,0 0 3 0,0 0-4 0,0 0 0 0,0 0 3 16,0 0-4-16,0 0 2 0,41 0-3 15,-21-1-1-15,3 2 4 0,8-5-5 0,2 4 2 16,-1-1-3-16,0-1-2 0,0 2-2 0,-1-2 4 16,-2 3-1-16,-7-2 1 0,-3-2-9 0,-7 3-13 0,3-1-18 15,-6 1-20-15,-2 0-21 0,-7 0-22 0,0 0-24 16,17-1-38-16,-17 1-26 0,0 0-25 16,9-1-24-16,-9 1-131 0,0 0-396 0,0 0 176 15</inkml:trace>
  <inkml:trace contextRef="#ctx0" brushRef="#br0" timeOffset="209239.46">20810 3750 10 0,'0'0'249'0,"0"-10"0"0,0 10-8 0,-1-8-5 15,1 8-11-15,0 0-9 0,0 0-16 0,-1-11-15 16,1 11-20-16,0 0-16 0,0 0-22 0,0 0-16 15,0 0-13-15,0 0-14 0,0 0-5 0,0 0 0 16,0 0-3-16,-5 24-7 0,3-10-3 0,1 3-1 16,-3 9-1-16,3 1-7 0,-2-1-10 15,3 1-1-15,-2-8-7 0,2 8 0 0,-1-6-14 0,1 4-21 16,1-6-35-16,-1 1-29 0,0 0-31 0,0-1-49 16,1-1-63-16,0 0-63 0,-2-1-153 0,1-1-453 15,-1-3 201-15</inkml:trace>
  <inkml:trace contextRef="#ctx0" brushRef="#br0" timeOffset="-208497.94">26821 675 8191 0</inkml:trace>
  <inkml:trace contextRef="#ctx0" brushRef="#br0" timeOffset="-199200.31">21412 3643 121 0,'0'0'166'0,"0"0"-9"16,0 0-13-16,0 0-6 0,0 0-14 15,0 0-10-15,0 0-14 0,0 0-9 0,0 0-10 16,0 0-8-16,0 0-7 0,0 0-8 0,0 0-5 0,0 0-1 16,0 0-13-16,0 0-3 0,0 0-7 0,0 0-2 15,0 0 0-15,0 0 8 0,0 0-7 16,14 22 3-16,-7-15 3 0,0 3-4 0,1-1 1 0,3 4-7 16,1 0 7-16,-1 0-9 0,0 2-2 15,0 2-1-15,1-5 0 0,-3 2 3 0,1 0-3 16,-1-1 2-16,0 1 3 0,0-1 6 0,-3-5-6 0,2 1-3 15,-2-1-1-15,-1 0 3 0,0 1-2 0,-1-4-3 16,1 1-5-16,-1-1-1 0,-4-5-2 0,5 8 3 16,-2-5-4-16,-3-3-1 0,4 6-1 15,-4-6 3-15,0 0 4 0,3 7 1 0,-3-7 7 16,0 0 1-16,0 0-5 0,0 0 4 0,0 0 8 16,6 3 12-16,-6-3 11 0,0 0 17 0,0 0 15 15,0 0-10-15,0 0-9 0,6-13-9 0,-1 4-5 16,3-7-10-16,-1 2-7 0,0-4-1 0,6-5-3 15,-3 6-8-15,-1 0 4 0,1 2-4 0,3-8-9 16,1 0-5-16,-5 7-2 0,1-2-3 0,0 1 1 16,7-5 30-16,-7 6-8 0,1 0-4 0,-1 2-1 15,-1 1 1-15,-2 4-4 0,-2 0-4 0,0 1-1 16,-2 4-4-16,-1-2-12 0,-2 6 2 0,6-7-8 0,-6 7-6 16,5-5-13-16,-5 5-6 0,0 0-10 15,2-6-12-15,-2 6-10 0,0 0-11 0,0 0-15 16,0 0-18-16,0 0-22 0,0 0-1 0,0 0-32 15,0 0-24-15,13 9-29 0,-10-4-129 0,-3-5-376 16,7 16 167-16</inkml:trace>
  <inkml:trace contextRef="#ctx0" brushRef="#br0" timeOffset="-198741.36">21854 3860 137 0,'0'0'222'0,"0"0"-7"0,3-12-13 0,-3 12-4 16,0 0-7-16,0 0-11 0,-1-12-15 0,1 12-13 16,0 0-17-16,0 0-14 0,0 0-12 0,0 0-18 15,0 0-12-15,5-7-10 0,-5 7-8 0,0 0-3 16,0 0-8-16,0 0-2 0,16 24-8 0,-9-14-3 15,0 4-3-15,0-3-3 0,-1-1-1 0,1 5-7 16,0-1 2-16,0-3-7 0,-1 0-1 16,1-1-1-16,-4-1 3 0,2-2-2 0,-1 1-3 15,3 0-3-15,-4-2 0 0,-3-6-2 0,7 9-1 0,-2-5 3 16,-5-4 7-16,0 0 4 0,0 0 18 0,5 10 14 16,-5-10 18-16,0 0 16 0,0 0 18 0,0 0 12 15,0 0-8-15,0 0-14 0,0 0-8 16,0 0-11-16,17-25-18 0,-11 13 0 0,5-3-4 15,0-2-11-15,0 0-3 0,6-3-10 0,-7 4-12 16,2 0-1-16,-1-1-5 0,-3 2 0 0,3-1 1 16,-3 3-16-16,2 1-6 0,-5 1-14 0,3 4-11 15,-4 1-20-15,0 0-27 0,-2 2-33 0,-2 4-31 0,0 0-23 16,0 0 1-16,0 0-4 0,0 0-14 16,0 0-19-16,0 0-16 0,4 27-14 0,-8-15-153 15,-5 4-417-15,-1-1 184 0</inkml:trace>
  <inkml:trace contextRef="#ctx0" brushRef="#br0" timeOffset="-198412.54">21994 3966 13 0,'0'0'195'0,"0"0"-1"16,-13 0-5-16,13 0-6 0,0 0-9 0,0 0-13 15,0 0-12-15,0 0-8 0,0 0-14 0,0 0-13 16,0 0-12-16,0 0-12 0,0 0-8 0,0 0-11 15,0 0-7-15,0 0-7 0,0 0 0 0,-5 8-5 16,5-8 1-16,-3 9-8 0,3-9-2 0,-1 13-4 16,1-7-1-16,0 2-4 0,-4 0-1 0,4 4 15 15,-1-1-8-15,0-1-3 0,2 2-4 0,-2 0-4 16,1-2-3-16,-2 1 3 0,2 3 3 0,-2 0 6 16,0-4-5-16,2 4 1 0,-1-5-3 0,1 1-2 15,-1 0-6-15,2-2 1 0,-1-8-1 0,0 13-4 16,0-6-4-16,0-7 2 0,-1 10-3 0,1-10 1 15,0 10-1-15,0-10-4 0,0 0-2 0,0 12 0 16,0-12 2-16,0 0-5 0,1 9-21 0,-1-9-15 16,0 0-20-16,0 0-16 0,0 0-27 15,0 0-31-15,0 0-37 0,0 0-43 0,0 0-195 0,0 0-431 16,0 0 191-16</inkml:trace>
  <inkml:trace contextRef="#ctx0" brushRef="#br0" timeOffset="-197956.73">22741 3871 159 0,'0'0'193'0,"0"0"-5"15,0 0-10-15,0 0-1 0,0 0-9 0,-16-8-4 16,16 8-15-16,0 0-6 0,-11-4-10 0,11 4-7 16,-10-3-8-16,10 3-7 0,-7-3 3 0,7 3-6 0,0 0-5 15,-9 0-3-15,9 0-9 0,0 0-9 0,0 0-12 16,0 0-5-16,-9-5-6 0,9 5-4 15,0 0-5-15,0 0-1 0,0 0-6 0,0 0-5 16,0 0 1-16,0 0-4 0,0 0 2 0,35 0 1 16,-17-1-3-16,3 1-3 0,2 0-3 0,4-4 0 15,1 2-4-15,-1 4-4 0,1-3 0 0,1-1-4 0,-2-1-1 16,-5 7-4-16,-4-4 2 0,1 1-3 0,-3-2-20 16,-3 3-12-16,-3-3-14 0,1 2-19 15,-3 1-15-15,-8-2-18 0,12 0-20 0,-7 2-24 16,-5-2-20-16,0 0-16 0,12-1-19 0,-12 1-18 15,0 0-167-15,0 0-402 0,0 0 179 0</inkml:trace>
  <inkml:trace contextRef="#ctx0" brushRef="#br0" timeOffset="-197740.51">22924 3661 66 0,'-4'-5'223'16,"-1"0"-5"-16,5 5-16 0,-9-5-13 0,9 5-12 15,-6-5-11-15,-1 1-11 0,7 4-12 0,0 0-18 16,-7-5-17-16,7 5-15 0,0 0-8 0,0 0-8 16,0 0 4-16,-11 15-2 0,8-2-9 0,-1 4-3 15,-1-1-3-15,0 4-7 0,1 5-5 0,1 1-1 16,2 1-7-16,0-1-4 0,-1 0 1 0,5-2-17 16,-1 4-30-16,0-3-36 0,0 1-59 0,0-6-66 15,-1 7-69-15,-6-3-122 0,1-4-388 0,-1-1 173 16</inkml:trace>
  <inkml:trace contextRef="#ctx0" brushRef="#br0" timeOffset="-195355.77">23491 3462 39 0,'0'0'163'0,"0"0"-19"0,0 0-9 0,-13-17-1 15,13 17-2-15,0 0 16 0,-8-5-1 0,8 5-10 16,-7-2-11-16,7 2-10 0,0 0-4 15,-9-5-7-15,9 5-9 0,0 0-9 0,0 0-8 16,0 0-6-16,-7-3-10 0,7 3-5 0,0 0-6 16,0 0-8-16,0 0-2 0,0 0-5 0,0 0-3 15,25-2-6-15,-6 2-3 0,2 0-2 0,10-1-1 0,4 1-5 16,-4-3 2-16,1 3-4 0,-1 0-11 0,-2 0-9 16,-8 1-22-16,5 1-29 0,-5-2-39 15,-2 1-38-15,0 1-48 0,-6 0-146 0,-2-2-353 16,0 1 156-16</inkml:trace>
  <inkml:trace contextRef="#ctx0" brushRef="#br0" timeOffset="-194807.07">23658 3420 77 0,'0'0'196'0,"0"0"-9"0,0 0-12 15,0 0-11-15,0 0-14 0,0 0-25 0,0 0-8 16,0 0-14-16,0 0-11 0,0 0-7 0,0 0-8 16,-2 14 2-16,2-3 5 0,-1 1-4 0,0 0-5 15,0 4-11-15,-1-1-4 0,1 0 0 0,0 4-10 16,1-4-5-16,-2 1-1 0,1 0-6 0,1-4 0 16,-1 3-3-16,-1-2-4 0,4-1-6 0,-2-1-1 15,0 1-2-15,0-12 0 0,0 22-4 0,0-15 0 16,0-7-3-16,1 17 0 0,2-8 1 0,-3-9-2 15,0 10-7-15,0-10 3 0,1 12 0 0,-1-12-1 16,0 0 0-16,1 16-1 0,-1-16 1 0,0 0-3 16,0 10-1-16,0-10 2 0,0 0 3 0,0 0-2 15,0 0-2-15,3 7 1 0,-3-7 0 0,0 0-3 16,0 0 0-16,0 0 2 0,0 0-1 0,-12 8-2 16,12-8 2-16,0 0-1 0,-12 0-1 0,12 0 0 15,0 0-1-15,-18-3-2 0,18 3 4 0,-14 0-5 16,14 0 5-16,-13 0 0 0,13 0-3 0,-13 0 0 15,13 0 0-15,-10 0 0 0,10 0 4 0,-11-2-4 16,11 2 1-16,-8-1-1 0,8 1 1 0,-11-2-3 16,11 2 2-16,-7-2 1 0,7 2-2 0,-8-2-2 15,8 2 4-15,0 0-3 0,0 0 0 0,-10-2 3 16,10 2-2-16,0 0 1 0,0 0-2 0,-8-1-1 16,8 1 2-16,0 0 0 0,0 0-2 15,0 0-2-15,0 0 6 0,0 0-2 0,0 0 1 0,0 0-1 16,42 1-1-16,-23 1 2 0,3-2-5 0,-1-2-14 15,-2 2-15-15,12 2-20 0,-10-4-33 0,7 4-35 16,-7-1-34-16,6-1-39 0,-6 0-146 0,-3-1-367 16,1-1 162-16</inkml:trace>
  <inkml:trace contextRef="#ctx0" brushRef="#br0" timeOffset="-194406.19">23345 4033 13 0,'-12'1'193'0,"12"-1"-11"0,-8 1-11 0,8-1-9 16,0 0-21-16,0 0 0 0,0 0-13 0,0 0-4 16,0 0-8-16,41 0-9 0,-8 0-11 0,2-2-6 15,-1 1-6-15,6-1-11 0,11 0-5 0,-12-2-8 16,-1 1-2-16,1 2-13 0,0-1-5 0,-5 1-8 15,1 0-11-15,-4 1-21 0,-2-2-15 0,-9 1-32 16,2 1-27-16,-3-2-30 0,-1 1-39 0,-5 2-20 16,0-2-104-16,-13 1-288 0,14 0 127 0</inkml:trace>
  <inkml:trace contextRef="#ctx0" brushRef="#br0" timeOffset="-194033.76">23516 4178 15 0,'0'0'229'0,"0"0"-15"0,0 0-3 16,-9 3-11-16,9-3-8 0,0 0-12 16,0 0-13-16,0 0-7 0,0 0-12 0,20 6-13 15,-12-4-12-15,-2 1-11 0,4 3-15 0,1-1-8 16,-2 1-4-16,1 2-10 0,0 0-6 0,-5-1-8 15,2 2-5-15,0 0-6 0,-3 1-4 0,-1 1 18 0,-3 0 2 16,0-11 1-16,-5 25 10 0,-4-11-10 16,0 0 6-16,-3 0-6 0,-4-2 1 0,-6 6-6 15,-1-2-5-15,-3-2 1 0,2 0-8 0,0-3-5 16,6-2-1-16,-1-2-5 0,3-1 3 0,4-1-4 16,1-2-6-16,1 0-3 0,10-3-5 0,-13 5-13 15,13-5 12-15,-10 5 0 0,10-5-2 0,-8 2-7 16,8-2-3-16,0 0-5 0,0 0-5 0,-7 6-1 15,7-6 0-15,0 0 1 0,0 0-10 0,43 0 1 16,-22-2-5-16,12 0-10 0,4-2-10 0,1 0-15 16,13-2-14-16,-12 4-24 0,-1-3-30 0,1 2-47 15,-1-1-51-15,-1 1-59 0,-4 3-202 0,0-5-514 16,-2 1 228-16</inkml:trace>
  <inkml:trace contextRef="#ctx0" brushRef="#br0" timeOffset="-193450.89">24614 3427 59 0,'0'0'219'0,"2"-6"-10"15,-2 6-13-15,0 0-17 0,5-7-16 0,-5 7-15 16,0 0-16-16,0 0-14 0,0 0-6 0,0 0 0 15,0 0-7-15,-20 25 9 0,3-1-9 0,-1 1-1 16,-9 17-4-16,1 0-14 0,-1 7-8 0,-1 0-6 16,1 6 0-16,-5 21-9 0,11-27-3 0,6 2-3 15,-4-5 0-15,4 4-4 0,6-5-1 0,1 0-1 16,2 2 14-16,4-11-2 0,4-3-6 0,1 2 1 16,6-1-4-16,2-2-1 0,3-2-11 0,6 0-11 15,2-1-5-15,14 9-9 0,3-5-16 0,6-2-9 16,4 2-18-16,0-5-28 0,5-1-37 0,-5 0-40 15,3 0-49-15,0-5-46 0,-5 1-213 0,-16-7-473 16,1-2 210-16</inkml:trace>
  <inkml:trace contextRef="#ctx0" brushRef="#br0" timeOffset="-190328.07">24796 3687 21 0,'0'0'152'0,"5"-7"-5"16,-5 7-7-16,0 0-4 0,4-8-5 0,-4 8 11 16,5-6-1-16,-5 6 3 0,0 0-3 0,5-6-3 15,-5 6 5-15,0 0-8 0,3-4 1 0,-3 4 2 16,0 0-7-16,0 0-9 0,0 0-6 0,0 0-6 16,0 0-8-16,0 0-16 0,0 0-6 0,1-9-8 15,-1 9-8-15,0 0-11 0,0 0-5 0,0 0-13 16,0 0-5-16,0 0-7 0,0 0-1 0,0 0-4 15,0 0 2-15,0 0-3 0,-1 31-2 0,0-20-1 16,1 5 1-16,0 2-5 0,0-1 12 0,1 7-13 16,-1-6 6-16,0 0-9 0,0-3 1 0,1 3 3 15,-1-1-3-15,-2-5 0 0,2-1-1 0,1 1 2 16,-1 1-3-16,0-2-3 0,1 0 0 0,1-1 1 16,-2 1 2-16,0-1-5 0,1-2-10 0,0-1-8 15,-1 1-14-15,0-8-14 0,3 13-14 0,-3-7-11 16,0-6-15-16,0 11-13 0,0-11-28 0,2 10-19 15,0-6-16-15,-2-4-28 0,3 5 2 0,-3-5-18 16,0 0-105-16,0 0-336 0,0 0 149 0</inkml:trace>
  <inkml:trace contextRef="#ctx0" brushRef="#br0" timeOffset="-189972.68">24813 3707 54 0,'2'-11'183'0,"-2"0"-1"0,0 1-5 15,0 3-19-15,0 7-5 0,3-13-10 0,-2 8-21 16,-1 5-11-16,2-8-15 0,-2 8-6 0,3-6-15 16,-3 6-9-16,0 0-5 0,0 0-6 0,0 0-5 15,16 10-4-15,-12-5-4 0,-1 1-6 0,1 0 1 16,-2 0-3-16,0 4-4 0,-2-1-3 0,0 1-4 16,0-10-3-16,-5 16-2 0,0-7 6 0,0 1-6 15,-4-2-1-15,1 0-3 0,0-1 0 0,1-3 0 16,-2 4-1-16,4-5-3 0,-2 1 1 0,7-4 0 15,-7 4 2-15,7-4-4 0,-3 4 3 0,3-4-3 16,0 0 0-16,0 0 1 0,-11 2 3 0,11-2-6 16,0 0-1-16,0 0 2 0,0 0-4 0,0 0-5 15,0 0 1-15,-3 7 0 0,3-7 0 0,0 0 2 16,0 0-1-16,16 8-1 0,-9-3 1 0,1 1 0 16,3-2-2-16,1 4 1 0,3-1 2 0,-3 0-1 15,4 3-13-15,4-4-22 0,-3 4-30 0,2-3-45 16,10 0-35-16,-9-1-34 0,0 0-122 15,-3-3-325-15,2 1 143 0</inkml:trace>
  <inkml:trace contextRef="#ctx0" brushRef="#br0" timeOffset="-189473.72">25144 3806 47 0,'0'0'212'0,"0"0"-18"16,0 0-6-16,0 0-16 0,0 0-8 0,0 0-20 16,0 0-10-16,0 0-15 0,0 0-10 0,0 0-4 15,0 0-4-15,10-8-8 0,-10 8-9 0,11 0-8 16,-5-2-4-16,4 1-11 0,1-1-2 16,0 1-8-16,1 0-4 0,-1-1-4 0,0 1-4 15,1 1-4-15,-1-1-16 0,2-1-16 0,-13 2-28 0,18 0-23 16,-18 0-25-16,16-3-26 0,-16 3-21 0,11 0-11 15,-11 0-13-15,0 0 1 0,11-1 10 0,-11 1 7 16,0 0 10-16,0 0 2 0,0 0 4 16,0 0-56-16,0 0-178 0,0 0 580 0,0 0-301 15,0 0 16-15,0 0 11 0,-42 4 18 0,42-4 23 16,-16-3 10-16,16 3 8 0,-16 0 11 0,16 0 16 0,-15 0 7 16,15 0 10-16,-18 0 5 0,10-1 7 15,8 1 4-15,-14 0-5 0,8 1 0 0,6-1-1 16,-9 0-11-16,9 0-3 0,-9 6 8 0,4-3 12 15,1 4-6-15,-2 5 0 0,4 1 4 0,-1-2-2 0,-3 8 10 16,1 0 10-16,0-2 0 0,0 2-4 16,0 0-6-16,2 0-2 0,1 0-5 0,-1-1-6 0,2 0-8 15,1-3-4-15,-1 1-4 0,-1-1-9 0,2-3 1 16,0 0-6-16,-1 0-6 0,1-2-18 16,0 1-23-16,-1-1-24 0,2-1-22 0,0-1-32 15,-1 1-36-15,2-2-50 0,-2-7-40 0,2 12-169 16,-2-12-406-16,-4 10 179 0</inkml:trace>
  <inkml:trace contextRef="#ctx0" brushRef="#br0" timeOffset="-189307.22">25093 4023 177 0,'7'-2'200'0,"-7"2"-21"16,13-4-26-16,-4 3-9 0,3-1-12 0,6-1-12 15,0 2-12-15,2-2-17 0,2 3-41 0,8-2-33 16,1 1-57-16,0-1-34 0,-3 1-31 16,3-1-87-16,-5 0-208 0,3 1 92 0</inkml:trace>
  <inkml:trace contextRef="#ctx0" brushRef="#br0" timeOffset="-189124.22">25558 3966 131 0,'0'0'241'0,"0"-10"-9"0,0 10-14 15,0 0-10-15,0 0-16 0,0 0-8 0,0 0-15 16,11-6-13-16,1 3-15 0,1 0-13 0,6 1-11 16,0-2-13-16,10 0-11 0,-2 2-10 15,0 0-15-15,1-1-27 0,-6 1-27 0,-4 2-28 0,0-1-34 16,-1-3-30-16,-5 1-33 0,-3 3-21 0,-1-2-20 16,-8 2-15-16,11-2-136 0,-11 2-329 0,3-6 145 15</inkml:trace>
  <inkml:trace contextRef="#ctx0" brushRef="#br0" timeOffset="-188940.51">25774 3804 55 0,'-4'-8'151'0,"1"3"14"0,1-1-3 16,2 6 8-16,-10-11 3 0,8 6-6 0,2 5-2 15,0 0-11-15,-6-7-9 0,6 7-17 0,0 0-15 16,0 0-19-16,0 0-6 0,0 0-7 0,0 0 1 16,-7 14-1-16,5-3 0 0,0 0-1 0,0 6-2 15,2 1-4-15,-2-1-2 0,-1 3-8 0,2-1-6 16,0 0-5-16,0 0-8 0,2-2 1 0,0 2-6 15,-3-2-30-15,4 0-27 0,-1 0-29 16,4-1-32-16,-5-4-53 0,4-1-56 0,-4 2-216 0,0-4-436 16,0-9 192-16</inkml:trace>
  <inkml:trace contextRef="#ctx0" brushRef="#br0" timeOffset="-188640.27">26050 3785 2632 0,'4'-12'73'0,"1"-2"-3"0,-3 2-27 16,0 2 2-16,-2 3-11 0,2 0-4 15,-2 7-8-15,2-9-3 0,-2 9-6 0,1-8 0 0,-1 8-9 16,0 0 2-16,7-4 0 0,-7 4 0 16,0 0-3-16,0 0 6 0,0 0 5 0,4 28 8 0,-4-15 14 15,2 4 3-15,-1 2-2 0,1-3 0 0,0 3 1 16,-2-4-7-16,0 3 4 0,0 1-7 0,0-1 2 15,0-2-5-15,0-1-5 0,0-2 2 16,-2 1-4-16,0 0-1 0,4-2 1 0,-4 0 5 16,2-1-25-16,-1 0-12 0,1-2-22 0,-2 1-24 15,2-1-23-15,-2-1-19 0,2-8-16 0,0 13-35 0,0-13-27 16,0 11-32-16,0-11-40 0,0 9-133 0,0-9-416 16,0 0 185-16</inkml:trace>
  <inkml:trace contextRef="#ctx0" brushRef="#br0" timeOffset="-188274.77">26079 3644 180 0,'7'-16'214'0,"-3"5"-20"16,3 0-9-16,2 3-10 0,2 1-18 0,0 1-12 15,3 2-18-15,-1 2-12 0,1 1-14 0,-1 2-6 16,6 3-9-16,-4 2-10 0,1 3-3 0,-1 0-3 15,-5 1 0-15,3 0-11 0,-6 1-5 0,-3-2 5 16,1 4-11-16,-3-1-1 0,-4-2-5 0,-3 6-2 16,-2 0-3-16,-5-3-3 0,-5 0-1 0,-2-2-2 15,2 0-3-15,-9-3-2 0,8-2-3 0,-5 0-3 16,3 0 2-16,3-3-2 0,2-2 9 0,2 2 4 16,1-3 4-16,4 0 7 0,1 0-1 0,7 0 1 0,-14 0-1 15,14 0-3-15,-9 1-1 0,9-1-3 16,0 0-9-16,0 0-8 0,-8 4-1 0,8-4-1 15,0 0-5-15,0 0-1 0,0 0 1 0,15 19 0 16,-5-11 0-16,0-1-6 0,7 4 8 0,0-1-11 16,2 0-10-16,7 2-22 0,-3-1-26 0,5 1-36 15,-7-3-40-15,4 2-45 0,2-3-40 0,-10 1-206 0,0-2-458 16,-2 0 203-16</inkml:trace>
  <inkml:trace contextRef="#ctx0" brushRef="#br0" timeOffset="-188052.67">26450 3927 39 0,'2'-7'288'16,"-2"7"-5"-16,0 0-4 0,2-7-9 0,-2 7-8 0,0 0-19 15,0 0-23-15,0 0-21 0,0 0-18 16,0 0-25-16,0 0-23 0,0 0-14 0,0 0-5 16,0 0 0-16,0 0-4 0,0 0-11 0,-4 24 4 15,2-15-16-15,2 4-8 0,-2-2-4 0,2-1-12 16,0 1-1-16,0 0-11 0,0 4-4 0,0-2-4 15,-3 3-11-15,3-3-16 0,-2-3-30 0,2 2-36 16,0-1-31-16,0-1-25 0,-3 0-23 0,6 2-28 16,-3-12-52-16,-5 19-39 0,5-12-215 0,0 0-500 15,0-7 221-15</inkml:trace>
  <inkml:trace contextRef="#ctx0" brushRef="#br0" timeOffset="-187806.57">26781 3687 77 0,'2'-9'286'0,"0"1"-16"16,-2 1-27-16,0 7-16 0,2-10-23 0,-2 10 7 16,2-4-21-16,-2 4-22 0,0 0-20 0,15 7-17 15,-1 3-6-15,4 13-10 0,0 5-10 0,-3 2 1 16,4 14-13-16,-5-11-8 0,-1 15-8 0,-2-3 1 15,-4 1-12-15,-7-12-14 0,-5 12-20 0,-2-10-20 16,-10 6-27-16,-4 2-26 0,-8-4-42 0,-4-4-50 16,-5-3-72-16,-6 2-233 0,-12-5-474 0,-1-1 210 15</inkml:trace>
  <inkml:trace contextRef="#ctx0" brushRef="#br0" timeOffset="-185969.62">18473 5650 127 0,'0'0'187'0,"0"0"-4"15,0 0-5-15,0 0-6 0,0 0-11 0,0 0-9 16,0 0-11-16,0 0-7 0,0 0-11 0,0 0-7 15,0 0-8-15,0 0-7 0,0 0-9 0,0 0-6 16,0 0-2-16,0 0-5 0,0 0 1 0,0 0-8 16,0 0-5-16,0 0-4 0,0 0-2 0,0 0-3 15,0 0 3-15,0 0-5 0,0 0-2 0,0 0-1 16,0 0-2-16,0 0-6 0,0 0 1 0,0 0-9 16,0 0-5-16,0 0-4 0,0 0 3 0,0 0-2 15,-9 0 6-15,9 0-3 0,0 0-3 0,0 0-1 16,-13 0-6-16,13 0-2 0,0 0-1 0,0 0 2 15,-12-2-5-15,12 2 1 0,0 0-3 0,-11-1-3 16,11 1 6-16,0 0-3 0,0 0 0 0,-9 0 1 16,9 0-1-16,0 0-3 0,0 0 1 0,0 0 0 15,0 0-3-15,0 0-6 0,0 0 3 0,0 0 0 16,0 0-2-16,0 0-4 0,0 0-2 0,42-6 0 16,-14 2-10-16,2 3 0 0,-1-4-11 15,3 2-18-15,-1-1-24 0,-2 1-31 0,-1 0-36 0,-7 0-39 16,-2 2-44-16,0-3-36 0,-5 4-171 0,-1 0-456 15,-3-1 202-15</inkml:trace>
  <inkml:trace contextRef="#ctx0" brushRef="#br0" timeOffset="-185674.17">18539 5749 178 0,'-9'2'209'0,"2"0"-7"16,7-2-7-16,-9 2-12 0,9-2-13 0,-8 1-14 16,8-1-17-16,-6 3-10 0,6-3-12 0,0 0-13 15,0 0-11-15,0 0-4 0,-8 4-13 0,8-4-6 16,0 0-3-16,0 0 3 0,0 0-9 15,22 1-10-15,-8-2-5 0,4 1-9 0,5-2-16 0,7 0-18 16,4-1-37-16,0 0-41 0,3 0-50 0,3 3-42 16,-3-4-178-16,1 2-372 0,1-3 164 0</inkml:trace>
  <inkml:trace contextRef="#ctx0" brushRef="#br0" timeOffset="-178740.47">17216 5423 57 0,'-11'0'130'0,"11"0"-5"0,0 0-1 0,-10-2 1 16,10 2-5-16,0 0-6 0,0 0-1 0,-9 0-17 15,9 0-5-15,0 0-5 0,0 0-3 0,0 0 0 16,0 0-3-16,0 0-14 0,0 0 0 0,0 0-10 15,0 0-8-15,0 0 0 0,0 0-5 0,0 0-4 16,0 0 2-16,0 0-5 0,32-6 0 0,-21 4-3 16,3 0-4-16,0 1-4 0,0-1-2 0,1 2-5 15,2-1 3-15,-4-1-10 0,1 0-11 0,-2 1-31 16,-2 0-17-16,-2 1-33 0,1-1-14 0,-9 1-24 16,14 0-11-16,-14 0-13 0,10 0-94 0,-10 0-256 15,0 0 113-15</inkml:trace>
  <inkml:trace contextRef="#ctx0" brushRef="#br0" timeOffset="-178223.36">17195 5401 88 0,'0'0'137'15,"0"0"-1"-15,0 0-9 0,0 0-13 0,-9 1-7 16,9-1-13-16,0 0-16 0,0 0-2 0,0 0-11 15,-5 4 8-15,5-4-3 0,-3 8 1 0,3-8 7 16,-4 11-9-16,3-2-4 0,-2 0-7 0,1 1-6 16,1 1 11-16,-2 2-4 0,2 2-2 0,0 1-5 15,-1-3-2-15,1-1-8 0,0 0-1 0,1-1-4 16,-2 0 0-16,2-1-2 0,0 2-1 0,-1-2 4 16,2 0-2-16,-1-4-4 0,0 2-4 0,0-8-3 15,0 11 0-15,2-4-3 0,-2-7-1 0,0 0-1 16,0 10 1-16,0-10-3 0,0 0 1 0,1 6-3 15,-1-6 13-15,0 0 5 0,0 0 8 0,0 0 3 16,0 0-16-16,0 0 2 0,0 10 3 0,0-10 2 0,0 0-2 16,0 0-3-16,0 0-1 0,0 0-3 15,0 0 4-15,0 0-9 0,18-6 0 0,-9 2-5 16,4 2 1-16,1-2-4 0,2 1-1 0,2 1 1 16,1-1-3-16,-1 1-1 0,1 2 5 0,-1 0-3 15,0 4-11-15,-4-3 1 0,0 3 0 0,-1-1-4 16,0 1 0-16,-2 2 2 0,-3 0-1 0,1 1-1 15,-1 0 4-15,-2-1-7 0,-2 1 6 0,-3 0 2 16,2 3 0-16,-3-1 2 0,-3 3 5 0,-1-3-4 16,0 1-2-16,-3-2 6 0,-1 1-5 0,-2 0 5 15,-6 1-3-15,-1 0 4 0,0-4-5 0,-2 3 2 0,0-2-3 16,2-1-4-16,-1-1-2 0,5-2-9 16,-1 2-5-16,3-4-16 0,1 1-14 0,-2 0-19 15,2-1-23-15,2-1-38 0,8 0-53 0,-12-4-39 16,6 0-167-16,6 4-416 0,-6-10 184 0</inkml:trace>
  <inkml:trace contextRef="#ctx0" brushRef="#br0" timeOffset="-177674.09">17657 5456 97 0,'0'0'229'0,"4"-5"-1"15,-4 5-8-15,7-5-12 0,-7 5-16 0,0 0-14 16,0 0-20-16,0 0-16 0,0 0-17 0,0 0-13 16,0 0-17-16,6-3-9 0,-6 3-8 0,0 0 1 15,0 0-8-15,4 14-1 0,-3-7-1 0,0 3-4 16,2-1-7-16,-2-1-4 0,3 3-4 0,-1 0-3 15,0 0-9-15,2 0 6 0,-2 1-8 16,1 0-6-16,-1 0-1 0,2-2-3 0,0 5-1 0,-1-4 4 16,2 0-4-16,-1 2-3 0,-1-4 3 0,1 2-4 15,-2-1-3-15,2 1 2 0,0-1-8 0,-1-3 7 16,1 3-5-16,-3-4 1 0,2-1 4 0,-4-5-10 16,7 9 2-16,-5-6-4 0,-2-3 3 0,3 9 0 15,-3-9 14-15,0 0 17 0,0 0 12 0,3 6 11 16,-3-6 14-16,0 0 6 0,0 0 16 0,0 0-7 15,0 0-6-15,0 0-11 0,0 0-5 0,18-17-5 16,-11 7-7-16,4-4-3 0,-3 1 1 0,4-3-14 16,-1 0 0-16,3-4-5 0,-5 3-7 0,6-4 3 15,-3 4-14-15,-1 0-3 0,3-4 6 0,-2 6-11 16,-3 0 0-16,0 0 0 0,-3 4 14 0,-1 2-12 16,2 0 5-16,-4 4-13 0,0-1 8 15,1-1-3-15,-4 7-5 0,4-7-1 0,-4 7-5 0,2-5 3 16,-2 5 5-16,0 0-8 0,5-7 2 0,-5 7 5 15,0 0-25-15,0 0-23 0,2-6-21 0,-2 6-28 16,0 0-26-16,0 0-33 0,0 0-23 0,0 0-3 16,0 0-24-16,0 0-40 0,0 0-26 0,14 15-254 15,-14-15-563-15,11 9 249 0</inkml:trace>
  <inkml:trace contextRef="#ctx0" brushRef="#br0" timeOffset="-173184.58">19242 5405 171 0,'0'0'178'0,"0"0"-2"16,0 0-6-16,0 0-13 0,1-12-4 0,-1 12-11 15,0 0-4-15,0 0-9 0,0 0-3 0,0 0-9 16,0 0-6-16,0-7-4 0,0 7-7 0,0 0-9 16,0 0-4-16,0 0-9 0,0 0-6 0,0 0-7 15,0 0-6-15,0 0-6 0,0 0-5 0,0 0-9 16,0 0-2-16,0 0-5 0,9 0-3 0,-9 0-3 16,19-5-6-16,-1 0-2 0,3 1 0 0,10-3-4 15,-2 2 2-15,2 0-3 0,2 0-2 0,-6 1-12 16,1 1-17-16,-9 1-18 0,1-1-24 0,-1 1-25 15,0 0-33-15,-7 2-17 0,0 0-28 0,-1 0-13 16,-1 0-16-16,-3 0-112 0,-7 0-327 0,0 0 145 16</inkml:trace>
  <inkml:trace contextRef="#ctx0" brushRef="#br0" timeOffset="-172707.31">19464 5317 116 0,'0'0'157'0,"-5"-3"0"0,5 3-7 0,0 0-10 16,0 0-14-16,0 0-12 0,0 0-7 0,0 0-17 16,0 0-14-16,0 0-9 0,0 0-7 0,-4 13 15 15,4-13-10-15,-3 15 0 0,3-4 0 0,1 6 9 16,-2-1-10-16,2 0 0 0,0 2-10 0,0 0-1 16,1 1-3-16,0 1 14 0,-2-1-4 0,0-1-3 15,2 1-3-15,-2-1-2 0,0-1-11 0,0-2 0 16,1-2-5-16,-1-2-3 0,0 1-4 0,0 0-2 15,0-2-2-15,0-1 0 0,0-2-5 0,0 1 0 16,0-8-3-16,0 13-3 0,-3-7-1 0,3-6 3 16,0 11-5-16,0-11 0 0,0 8 3 0,0-8-4 15,-1 7 4-15,1-7-3 0,-5 8-2 0,1-5 2 16,4-3-2-16,-5 6 0 0,5-6-1 0,-10 7-2 16,5-5 2-16,5-2 0 0,-12 5-3 0,6-4-1 15,-2 0 2-15,0 1 0 0,1 0-2 0,7-2 0 16,-14 3 4-16,7-2-3 0,7-1 0 0,-10 2 0 15,10-2-3-15,-11 0 0 0,11 0 2 0,-9 0-2 16,9 0 0-16,-9 0 2 0,9 0-1 0,0 0-2 16,0 0-2-16,-9 2 3 0,9-2-4 0,0 0 2 0,0 0-1 15,0 0 0-15,0 0-2 0,0 0 4 0,0 0-1 16,0 0-1-16,0 0 4 0,0 0-3 16,0 0-1-16,0 0 4 0,0 0-3 0,33-6 0 15,-15 2 0-15,0 2-2 0,2-2-8 0,1 2-4 16,7-1-17-16,-9 0-24 0,1-1-35 0,9 2-32 0,-8-1-37 15,7 0-36-15,-7-1-167 0,-1 2-390 16,1-2 173-16</inkml:trace>
  <inkml:trace contextRef="#ctx0" brushRef="#br0" timeOffset="-172257.12">19838 5486 101 0,'-5'-12'214'15,"2"6"-23"-15,-1 1 1 0,4 5-5 0,-4-10-8 0,2 4-4 16,2 6-11-16,-4-6-5 0,4 6-7 0,0 0-6 16,-3-10-15-16,3 10-14 0,0 0-7 15,0 0-15-15,0 0-13 0,-3-6-7 0,3 6-11 16,0 0-8-16,0 0-3 0,0 0-8 0,0 0-9 16,0 0-3-16,12 17-4 0,-5-10 0 0,-1 1-1 15,2 1 8-15,3 7 5 0,0-5 3 0,-1 1-3 16,1 1-6-16,-1-2-4 0,-2 0 6 0,1-1 1 15,1 1-2-15,-1-1-4 0,-1 1 0 0,5 0-7 16,-6-2 2-16,2-1-5 0,-1-1-3 0,-3 1 0 16,1-1 0-16,2 1-1 0,0-1-4 0,-3-1-7 15,0-2-12-15,0 0-14 0,0 2-19 0,-5-6-21 16,7 6-24-16,-2-2-29 0,-5-4-37 0,6 6-30 16,-3-3-23-16,-3-3-13 0,0 0-178 0,0 0-425 15,0 0 188-15</inkml:trace>
  <inkml:trace contextRef="#ctx0" brushRef="#br0" timeOffset="-172033.57">20005 5405 154 0,'0'0'212'16,"-5"-14"-14"-16,5 14-12 0,-4-5-18 0,4 5-13 0,0 0-17 15,0 0-12-15,0 0-11 0,0 0 9 16,0 0-5-16,0 0-10 0,-15 20-6 0,7-6-7 15,1 0-6-15,-2 5-10 0,-3 2-8 0,-5 0-6 16,7-3-2-16,-5 3-19 0,2-1-16 0,-2 2-15 16,5-5-29-16,-1 1-29 0,0-1-40 0,2 0-36 0,0-2-52 15,0 1-166-15,-1-3-367 0,2-1 163 0</inkml:trace>
  <inkml:trace contextRef="#ctx0" brushRef="#br0" timeOffset="-171084.6">20350 5346 216 0,'3'-12'213'0,"-3"12"-5"15,2-7-6-15,1 1-6 0,-3 6-7 0,0 0-12 16,0 0-14-16,0 0-16 0,-1-11-12 0,1 11-19 15,0 0-13-15,0 0-14 0,0 0-14 0,0 0-7 16,0 0-9-16,0 0 0 0,0 0-1 0,0 0-3 16,0 35 0-16,0-19-6 0,-3 0 0 0,2 0-5 15,1-3-7-15,-4 4 2 0,1-6-8 0,2 2-2 16,1 0-2-16,0-4-4 0,-1 4 0 0,-2-6-2 16,7 1-4-16,-3-1 1 0,-1-7-4 0,3 12-1 15,-2-7 1-15,2 2-2 0,1-2 10 0,-4-5-1 16,6 7-10-16,-1-5-2 0,6 1 2 0,0-1-2 15,-1 1 3-15,3-4-1 0,-3 1 2 0,4-2-2 16,-4 0 9-16,2-1-9 0,-1 1 0 0,-2-1 0 16,2-1 3-16,-3-2-2 0,1 0 0 0,-1-1 1 15,1-1 6-15,-1 1-7 0,-5-3-2 0,3 1 3 16,-3-2 3-16,0 3-1 0,0-2 1 0,-2 3 6 16,1-1-3-16,0 0 0 0,-1 0 3 0,-1 8 0 15,2-11 2-15,-2 11-2 0,2-7-2 0,-2 7-1 16,0 0-2-16,0 0-3 0,1-10-1 0,-1 10-11 15,0 0-1-15,0 0-3 0,0 0-1 0,0 0-1 0,0 0 7 16,-1 27 1-16,-1-12 2 0,0 2 5 16,-1 1-4-16,2 0 3 0,1 0 12 0,-1 1-16 15,0-2 11-15,-1 1-12 0,2-2 5 0,-1 1-3 16,2 0 4-16,-1-2-6 0,0-3-4 0,0 2 8 16,0-4-6-16,2 0-25 0,-1 2-21 0,-1-3-22 0,2 2-29 15,0-2-19-15,-2 1-29 0,1-3-38 16,1 1-26-16,1-1-35 0,-3-7-22 0,1 10-133 15,-1-10-428-15,0 0 189 0</inkml:trace>
  <inkml:trace contextRef="#ctx0" brushRef="#br0" timeOffset="-170905.26">20718 5591 107 0,'3'-4'245'0,"-3"4"-9"15,6-5-16-15,-6 5-1 0,4-5-13 0,-4 5-12 16,0 0-16-16,5-4-12 0,-5 4-15 0,0 0-12 0,0 0-12 15,0 0-15-15,0 0-12 0,0 0-12 0,0 0-6 16,0 0-11-16,5-4-14 0,-5 4-20 0,0 0-17 16,0 0-23-16,0 0-18 0,0 0-25 15,0 0-36-15,0 0-43 0,0 0-47 0,0 0-47 16,4 16-130-16,-4-16-376 0,0 0 167 0</inkml:trace>
  <inkml:trace contextRef="#ctx0" brushRef="#br0" timeOffset="-170440.37">20924 5340 122 0,'0'0'223'0,"0"0"-5"0,-8-6-5 15,8 6-6-15,0 0-11 0,-6-3-11 0,6 3-11 16,0 0-12-16,0 0-14 0,0 0-17 0,0 0-9 15,0 0-17-15,0 0-11 0,0 0-10 0,0 0-9 0,0 0-8 16,0 0-9-16,0 0-1 0,0 0-6 16,0 0-1-16,25 1-8 0,-13 1-7 0,4 0 1 15,3 2-5-15,-6-2-3 0,4 2-4 0,-3-3-3 16,-2 0 3-16,-1 1-9 0,1-2 1 0,-2 3-4 0,-4-1 0 16,3-1 2-16,-2 0-3 0,-7-1-6 15,10 6 1-15,-10-6 0 0,9 0-6 0,-9 0 0 16,5 4 1-16,-5-4 0 0,6 3 1 0,-6-3 0 15,4 4-1-15,-1 1 0 0,-3-5 0 0,2 10 5 16,-2-3-3-16,3 2 8 0,-4 1 10 0,1 2 8 0,-2 4 6 16,0 0 0-16,0 0 4 0,1 0-6 15,-1 1 5-15,-1 0 13 0,-1 0-18 0,2-2 3 16,-2 2-4-16,0-5-2 0,3 1-7 0,0-2 2 16,-2 0-5-16,2 0 4 0,1-1 3 0,-2-1-7 15,1 1-5-15,0-2 2 0,-2 1-13 0,3-1-24 16,0-8-22-16,-2 13-25 0,0-7-22 0,0-1-12 15,2-5-13-15,-3 12-19 0,1-6-27 0,2-6-28 16,-4 11-18-16,4-11-20 0,-8 8-166 0,2-5-425 16,-1-2 189-16</inkml:trace>
  <inkml:trace contextRef="#ctx0" brushRef="#br0" timeOffset="-170273.93">20958 5604 11 0,'0'0'219'15,"0"0"-12"-15,0 0-14 0,-3-9-7 0,3 9-12 0,0 0-24 16,0 0-12-16,6-7-11 0,-6 7-16 0,9-2-10 16,0-2-9-16,4 3-4 0,1-3-18 0,13 0-20 15,-6 0-30-15,10-1-34 0,-2 1-40 16,3 1-37-16,0-1-41 0,-2 1-143 0,-2 2-297 0,-3-6 131 16</inkml:trace>
  <inkml:trace contextRef="#ctx0" brushRef="#br0" timeOffset="-167323.86">22576 5589 124 0,'0'0'227'0,"-14"-2"-8"0,14 2-4 15,-10-1-7-15,10 1-7 0,0 0-8 0,-13 0-5 16,13 0-9-16,0 0-7 0,-7-1-12 0,7 1-11 16,0 0-12-16,0 0-8 0,0 0-9 0,-10 1-10 15,10-1-8-15,0 0-7 0,0 0-9 0,0 0-13 16,0 0-7-16,0 0-7 0,0 0-2 16,0 0-7-16,35-3-5 0,-21 2-2 0,8 0-4 0,-4-2-5 15,4 2-2-15,-3 0-16 0,0 0-7 0,-5-1-10 16,3-1-16-16,0 2-20 0,-5-1-24 0,-2 1-31 15,-1-1-26-15,-1 1-33 0,-8 1-37 0,12-2-22 16,-12 2-24-16,7-1-171 0,-7 1-439 0,0 0 194 16</inkml:trace>
  <inkml:trace contextRef="#ctx0" brushRef="#br0" timeOffset="-167090.37">22700 5482 174 0,'0'0'231'0,"-3"-7"-6"15,3 7 0-15,0 0-8 0,0 0-11 0,-3-7-12 16,3 7-13-16,0 0-16 0,0 0-29 0,0 0-15 16,0 0-16-16,0 0-3 0,0 0-16 0,0 0-5 15,0 0-10-15,-6 25-5 0,3-16-6 0,2 2-4 16,1 0-7-16,-3 3-1 0,2 0-4 0,1 1-4 16,1 0-4-16,-1-2-5 0,3-1-2 0,-3 0-14 15,2 0-26-15,0 0-20 0,-1 0-25 0,0 0-51 16,0-1-50-16,2-1-49 0,-3 0-199 0,-1-1-438 15,2-2 194-15</inkml:trace>
  <inkml:trace contextRef="#ctx0" brushRef="#br0" timeOffset="-166501.72">23449 5392 127 0,'0'0'226'0,"0"0"-1"0,0 0-8 15,0 0-11-15,0-8-12 0,0 8 7 0,0 0-17 16,0 0-11-16,0 0-13 0,0 0-12 0,0 0-13 16,0 0-6-16,-23 12-9 0,16-5-9 0,0 1-7 0,-2 6-7 15,2-2-12-15,-1-2-5 0,-2 6-7 0,5-6-5 16,-1 2-5-16,1-1 0 0,0 1-4 16,2-1-5-16,-1 2-7 0,2-2-5 0,1 0-6 15,1 1 3-15,0-2-5 0,1 1-5 0,2-2-2 0,1 1 4 16,0-2-7-16,2 1 0 0,2-1-2 0,-1-2 6 15,2 2 9-15,4-3 2 0,-1 0 8 0,1-1-4 16,6 0 1-16,0-2 4 0,0 0-2 0,-6-2-1 16,-1-2-8-16,4 1 8 0,-3 0 3 15,4-3-3-15,-6-2 3 0,5 1-3 0,-6-2-1 0,1 0-6 16,-1 0 0-16,-2-3 1 0,-1 2 1 0,0-3-4 16,-1-1-3-16,-1 1 0 0,-2-3 1 15,-3-1-3-15,2 0-10 0,-2-2-5 0,0 2 1 16,-2 3-1-16,-4-3-7 0,1 4 2 0,-1 1-8 0,2 1 11 15,-2-1 8-15,-1 3-19 0,0-1-2 0,-2 0-3 16,2 1-2-16,1 4 1 0,-2 0-9 0,8 3-10 16,-14-5-20-16,7 3-23 0,7 2-18 0,-16-1-19 15,10-1-22-15,6 2-23 0,-17 2-28 0,10-1-24 16,-2 3-34-16,2 2-44 0,2-3-49 0,0 2-172 16,-1-2-539-16,6-3 239 0</inkml:trace>
  <inkml:trace contextRef="#ctx0" brushRef="#br0" timeOffset="-166300.22">23759 5521 86 0,'10'3'225'0,"-10"-3"-1"16,5 3-1-16,-5-3-10 0,4 4-9 0,-4-4-12 15,0 0-17-15,0 0-17 0,0 0-15 0,5 3-14 16,-5-3-12-16,0 0-14 0,0 0-12 0,0 0-6 15,0 0-11-15,0 0-20 0,0 0-24 0,0 0-22 16,0 0-35-16,0 0-38 0,0 0-35 0,0 0-36 16,0 0-32-16,13 0-35 0,-13 0-104 15,0 0-330-15,11-3 146 0</inkml:trace>
  <inkml:trace contextRef="#ctx0" brushRef="#br0" timeOffset="-165889.56">24150 5338 186 0,'4'-6'232'0,"-4"6"-6"16,0 0-9-16,1-7-7 0,-1 7-9 0,0 0-8 15,0 0-8-15,0 0-13 0,0 0-4 0,-18 2-14 16,18-2-6-16,-15 9-13 0,6-3-9 0,0 2-7 16,-3-1-12-16,2 6-4 0,-2-1-4 0,0 1-6 15,1 1-11-15,0 1 2 0,1-1 4 0,1 1-18 16,1 2-2-16,-2-1-9 0,3 0-6 0,2 1-6 15,0-2-4-15,1 2-6 0,1 0 9 0,1-2-2 16,0-2-18-16,3 2-1 0,2-3-2 0,3 3-3 16,-2-3 6-16,2-2-8 0,-1 0-4 0,3-2 11 15,1 0-13-15,0-1 1 0,1 0 0 0,1-1-2 16,1-3 5-16,0-1-4 0,2 1 4 16,-1 0 8-16,-2-3-2 0,2 1 4 0,-3-2-5 0,1-2-3 15,-2-1 14-15,2 0-3 0,-2-1 4 0,-2-3 5 16,0-1 1-16,-1-1-20 0,-1 1 9 0,0-3-5 15,-5 4-3-15,1-3-3 0,-2 1-2 0,-3 1-2 16,-2-1-10-16,0 0-5 0,-2 3-3 0,-2 0-8 16,-2 2-4-16,-3-2-8 0,-2 2-8 0,4 2-16 15,-6-1-22-15,6 3-23 0,-4-1-22 0,4 2-24 16,-1 2-30-16,2-1-36 0,2 1-54 0,1 0-51 16,1 1-185-16,3 1-537 0,5-4 238 0</inkml:trace>
  <inkml:trace contextRef="#ctx0" brushRef="#br0" timeOffset="-165106.62">24363 5405 10 0,'-6'-5'279'0,"6"5"-6"16,0 0-7-16,0 0-10 0,-4-8-14 0,4 8-11 15,0 0-18-15,0 0-12 0,0 0-15 0,0 0-15 16,0 0-16-16,0 0-17 0,0 0-16 0,0 0-12 0,0 0-14 16,0 0-13-16,0 0-7 0,0 0-12 15,0 0-9-15,0 0 0 0,0 0-11 0,0 0-3 16,0 0-1-16,0 0-9 0,5 23-3 0,0-14 0 15,-1-2-2-15,1 1-5 0,1 2-1 0,-1-2 0 16,1 1-4-16,-3 0-3 0,4-1-2 0,-2 1 0 16,0 0 1-16,1-1-2 0,-2-2 2 0,1 2-4 15,1-2-1-15,-1 3 2 0,0-4-2 0,-1 2-4 16,1-1 1-16,-1-2 0 0,-2 3 1 0,2-3-2 16,0 1-2-16,-4-5 4 0,7 9-5 0,-4-5 2 0,-3-4 9 15,5 9-10-15,-2-5 3 0,-3-4 0 0,5 8 0 16,0-4 3-16,-5-4-3 0,3 5 1 15,-3-5-1-15,3 6-2 0,-3-6 4 0,0 0-1 16,5 6-1-16,-5-6 0 0,0 0-1 0,0 0 5 16,4 5-2-16,-4-5 3 0,0 0 6 0,0 0 19 0,0 0 20 15,0 0 20-15,0 0 16 0,0 0-5 0,0 0-13 16,0 0-9-16,10-12-8 0,-10 12 3 16,8-10-3-16,-5 2-6 0,2 0-4 0,0-2-3 15,1-1-8-15,-1 2-7 0,1-6 1 0,0 3-3 0,0-2-2 16,1 3 0-16,-1-3-9 0,2-1-5 0,-4 5 5 15,2-1 6-15,-4-2-9 0,2 3-2 16,1 1 5-16,-2 0-6 0,2 2 3 0,-4-1-5 16,3 0 3-16,-4 8-4 0,3-11-4 0,-2 6-1 15,-1 5 6-15,1-12-1 0,-1 12-6 0,3-9-11 0,-3 9-7 16,2-6-19-16,-2 6-26 0,0 0-18 0,0 0-27 16,4-6-26-16,-4 6-18 0,0 0-29 0,0 0-43 15,0 0-34-15,0 0-23 0,8-3-35 16,-8 3-188-16,17 0-548 0,-8 1 243 0</inkml:trace>
  <inkml:trace contextRef="#ctx0" brushRef="#br0" timeOffset="-164791.33">24960 5541 281 0,'0'0'285'0,"0"0"3"16,0 0-2-16,5 5-3 0,-5-5-3 0,0 0-18 16,0 0-15-16,0 0-19 0,0 0-12 0,0 0-9 15,7 3-21-15,-7-3-22 0,0 0-11 0,0 0-20 16,16-7-11-16,-7 5-15 0,0 0-9 0,3 1-5 16,0-2-10-16,1 1-11 0,6-2-5 0,0 1-6 15,0 1-9-15,3 0-7 0,0 2-1 0,1-3 2 16,0 3-18-16,-6-3-3 0,2 2-8 0,-1 0-20 15,-5-1-22-15,-2 0-25 0,0 2-27 0,-4-3-18 16,-7 3-21-16,11-1-17 0,-4-2-24 16,-7 3-45-16,5-3-50 0,-5 3-37 0,0 0-221 15,0 0-553-15,-5-13 244 0</inkml:trace>
  <inkml:trace contextRef="#ctx0" brushRef="#br0" timeOffset="-164573.78">25195 5386 60 0,'0'0'212'0,"-5"-7"-1"0,0 4 1 0,5 3 4 16,-9-4-1-16,9 4-6 0,0 0-10 0,-6-6-17 16,6 6-14-16,0 0-19 0,-7-3-17 0,7 3-17 15,0 0-13-15,0 0-9 0,0 0-6 0,-2 13 5 16,2-3-3-16,-2 2 1 0,2 0-1 0,-1 1-6 16,1 2-8-16,0 2-1 0,4-2-12 0,-4 4-3 15,-1-4-4-15,2 2-9 0,0 0-1 16,1-1 0-16,-2 1-6 0,2-1-18 0,-2-3-31 0,0-1-27 15,0-1-34-15,0 0-37 0,-4 2-53 0,4-3-64 16,-5 2-261-16,-1 0-526 0,-3-4 233 0</inkml:trace>
  <inkml:trace contextRef="#ctx0" brushRef="#br0" timeOffset="-163824.43">25661 5281 4 0,'0'0'218'15,"-4"-7"-1"-15,4 7-6 0,0 0-5 16,0 0-9-16,-3-8-7 0,3 8-11 0,0 0-12 16,0 0-10-16,0 0-14 0,0 0-7 0,0 0-10 15,0 0-8-15,0 0-9 0,0 0-7 0,0 0-7 0,0 0-9 16,0 0-12-16,0 0-3 0,14-7-4 0,0 5-12 16,3-1-6-16,4 0-5 0,8 1-5 0,2-1-5 15,-1 2-13-15,-1-1-15 0,2 0-18 0,-3 1-23 16,-4-1-25-16,-6 1-43 0,4-1-34 15,-3 1-36-15,-2 0-32 0,-3 1-30 0,-3 0-126 0,-2-1-389 16,-1 1 172-16</inkml:trace>
  <inkml:trace contextRef="#ctx0" brushRef="#br0" timeOffset="-163290.45">25875 5234 90 0,'0'0'190'0,"0"0"-1"16,0 0-11-16,-9 4-12 0,9-4-19 0,0 0-18 15,0 0-9-15,0 0-14 0,0 0-12 0,0 0-14 0,0 0-5 16,0 9-6-16,0-9-2 0,0 12 6 0,0-5 1 16,0 5-5-16,0-2-3 0,0 4-7 0,0 1-3 15,2 0-1-15,-2-1 1 0,2 3-1 16,-2 1 3-16,-2-1-2 0,4-1-4 0,-2 1-3 0,1-1-3 15,-1 0-5-15,1 1 1 0,-1-2-4 0,0-4 0 16,3 2-3-16,-6 0-2 0,3-3 1 0,3 0-4 16,-3-2-4-16,0 1-2 0,0-9-3 0,0 12 1 15,0-6-2-15,0-6-2 0,0 0-1 0,0 12-2 16,0-12-1-16,0 0 1 0,-3 8 0 0,3-8-1 16,0 0-1-16,0 0 4 0,0 0 3 0,0 8 12 15,0-8 6-15,0 0 2 0,0 0 3 0,0 0 4 16,0 0-11-16,-6 3-1 0,6-3-7 15,0 0 2-15,-14 0-7 0,14 0-1 0,-9-1-5 16,9 1 2-16,0 0-5 0,-17-2 0 0,17 2-3 0,-14-1-1 16,14 1 0-16,-11 0-1 0,4-2-2 0,7 2-2 15,-11 0 2-15,11 0-8 0,-9 0 6 0,9 0 2 16,0 0-5-16,-14 0 0 0,14 0-1 0,0 0 9 16,0 0-10-16,-7-1-1 0,7 1 2 15,0 0 1-15,0 0-3 0,0 0-1 0,0 0-8 0,0 0 2 16,0 0-1-16,0 0 1 0,0 0 1 0,0 0 2 15,0 0-3-15,0 0 0 0,43 1 0 0,-23-2-12 16,7 0-1-16,1-2-13 0,5 2-17 16,-1-1-27-16,1-2-31 0,0 2-42 0,1-3-45 0,7 1-38 15,-7 2-207-15,2 0-477 0,1-1 211 0</inkml:trace>
  <inkml:trace contextRef="#ctx0" brushRef="#br0" timeOffset="-162307.05">25814 5860 19 0,'-11'0'204'15,"11"0"-8"-15,0 0-6 0,-9 0-10 0,9 0-10 16,0 0-12-16,0 0-7 0,0 0-9 0,-11-1-4 16,11 1-12-16,0 0-4 0,0 0-7 0,0 0-7 15,0 0-2-15,0 0-7 0,47-5-9 0,-27 3-7 16,11-3-8-16,-1 0-8 0,3 1-2 0,-1-2-6 16,4 2-5-16,-4-3-4 0,1 2-2 0,-3 2-5 15,-1-4-3-15,5 3-6 0,-13 1-2 0,2 0-1 16,-3 0-7-16,-4-1-4 0,2 2-11 0,-5 1-19 15,1-2-18-15,-5 2-32 0,-1 1-46 0,-8 0-47 16,10 0-38-16,-10 0-25 0,0 0-165 0,0 0-413 16,0 0 183-16</inkml:trace>
  <inkml:trace contextRef="#ctx0" brushRef="#br0" timeOffset="-161970.08">25962 5918 206 0,'0'0'206'0,"11"7"-10"16,-8-3-13-16,-3-4-19 0,11 5-19 0,-8 1-12 15,3-1-9-15,0 1-5 0,-1 2-5 0,0 0-12 16,-3-1-5-16,-2 5-11 0,-2-1 5 0,0 5-5 16,-3-2 0-16,0-2 0 0,-1 4-4 0,-5-1-3 15,-1-2-2-15,-1 1 0 0,4-5-2 0,-2 3 2 16,0-5 1-16,2 1-2 0,-1-1 2 0,1-2-12 15,1 1-8-15,1-3-8 0,4 2-3 0,3-5-2 16,-9 5-5-16,7-2-6 0,2-3 3 0,0 0 0 16,-8 5-2-16,8-5 2 0,0 0 0 0,0 0-7 15,0 0-2-15,0 0-6 0,0 0 0 0,0 0-1 0,29 1-6 16,-10-5 5-16,2 3-9 0,10-3-8 16,1 1-15-16,-1 3-15 0,1-4-27 0,-1 1-28 15,5-1-45-15,-4 0-41 0,1-2-47 0,1-3-34 16,0 2-199-16,-2-1-484 0,1 2 214 0</inkml:trace>
  <inkml:trace contextRef="#ctx0" brushRef="#br0" timeOffset="-161636.45">26806 5269 2662 0,'0'-10'33'0,"0"1"26"16,0 9-26-16,-2-13-19 0,2 13-5 0,0-10-9 15,0 10 1-15,-4-7-5 0,4 7-1 0,0 0 9 0,0 0 14 16,0 0 1-16,-17 12 7 0,5 1 3 0,-3 10 0 16,-2 4 0-16,0 2-1 0,-4 17-1 15,-4-1 7-15,8 0 5 0,1 6 5 0,-2-1 5 16,4 0 3-16,4-1-3 0,-2-2 1 0,3-1-3 0,7-10 1 15,0-1-2-15,2-2 2 0,2 3 5 0,4-1-4 16,-1-2-5-16,5-3 9 0,3 0-8 0,5-2-5 16,4 1-9-16,-2-5-6 0,11 2-8 15,-3-3-17-15,3 0-13 0,1-5-25 0,3 1-25 16,1-2-24-16,-4-3-34 0,4 1-42 0,-4-3-43 0,5-5-50 16,-5 1-233-16,-5-4-528 0,-7-3 235 15</inkml:trace>
  <inkml:trace contextRef="#ctx0" brushRef="#br0" timeOffset="-156336.39">21232 5534 53 0,'0'0'237'0,"-4"-7"-8"0,4 7-14 0,0 0-4 16,0 0-13-16,-5-4-13 0,5 4-16 0,0 0-8 15,0 0-6-15,0 0 1 0,0 0-17 0,0 0-3 16,0 0-12-16,0 0-10 0,0 0-6 0,0 0-10 15,0 0-12-15,0 0-13 0,0 0-6 0,0 0-10 16,0 0-6-16,0 0-7 0,0 0-8 0,0 0-2 16,0 0-6-16,0 0 1 0,0 0-5 15,0 0-4-15,20 14 3 0,-13-10 2 0,2 2-8 0,2 0-5 16,-2 0-1-16,0-1-3 0,3 2 1 0,-2 0 5 16,0 0-6-16,2-1-6 0,-2-1-8 0,-1 1-17 15,2-1-11-15,0 2-12 0,-4-2-24 0,5 1-18 16,-3 0-24-16,-4-3-24 0,0 1-26 0,1 0-24 15,-6-4-17-15,10 4-10 0,-4-3-136 0,-6-1-376 16,0 0 167-16</inkml:trace>
  <inkml:trace contextRef="#ctx0" brushRef="#br0" timeOffset="-156102.52">21383 5449 56 0,'-3'-5'205'0,"3"5"-10"0,-4-8-18 15,4 8-16-15,-2-8-18 0,2 8-16 0,0 0-15 16,0 0-10-16,-7-3 0 0,7 3-1 0,0 0 3 16,-7 18 8-16,-1-8-21 0,0 5-5 0,1-1 0 15,-1 3-7-15,-3 2-4 0,0-3-7 0,-3 6-8 16,2 1-5-16,1-6-9 0,1 1-22 0,0-3-21 16,2 1-29-16,-3 0-41 0,3-1-34 0,0 0-41 15,2-3-43-15,0-1-124 0,1-3-333 0,1 2 147 16</inkml:trace>
  <inkml:trace contextRef="#ctx0" brushRef="#br0" timeOffset="-155835.52">21463 5463 2060 0,'7'-18'94'0,"-3"2"1"0,-2 1-20 0,-1 6-16 0,4-1-14 16,-3 4-3-16,-2 6-5 0,2-11-2 0,-1 6-7 15,-1 5 6-15,0 0-3 0,3-8-1 0,-3 8-9 16,0 0 6-16,0 0 0 0,0 0 6 0,0 0 3 16,0 0 6-16,3 30 0 0,-3-14 9 0,-3 2-5 15,2 3-4-15,2 4-1 0,-1-5-2 0,-1 4-3 16,-1-5-6-16,2 0-2 0,0 0-13 0,0 5-5 16,0-7-23-16,0 0-17 0,2-3-16 0,-2 2-18 15,1-1-30-15,0-3-30 0,2 0-34 0,1 0-29 16,0-2-25-16,-2-1-15 0,3-1-119 0,-1-4-376 15,0 0 167-15</inkml:trace>
  <inkml:trace contextRef="#ctx0" brushRef="#br0" timeOffset="-155569.55">21605 5615 168 0,'0'-8'164'0,"0"8"-14"0,0 0-16 0,3-8-9 15,-3 8-10-15,0 0-3 0,0 0-5 0,0 0 0 16,0 0-12-16,9 0-7 0,-9 0 2 0,0 0-13 15,10 11-4-15,-5-9-9 0,3 0-2 0,-2 2-8 16,3-1-2-16,1-1-7 0,0 0-4 0,2-2 2 16,1 0-6-16,-2 0 13 0,-3-1 0 15,3-2-1-15,-2-1-3 0,0 1 0 0,3-1-3 0,-5-2 4 16,2 0-11-16,-1-1-2 0,0 1 8 0,-2-3-6 16,1 2-4-16,-4-5 0 0,1 4-5 0,0-4-1 15,-3 0-4-15,1 2-5 0,-4-1-2 0,2 11-12 16,-6-15-11-16,1 6-15 0,-4 3-7 0,-6 2-7 15,-1 2-22-15,-4 3-18 0,-2 2-28 0,3 2-32 16,-7 1-45-16,5 0-151 0,1 2-361 0,2-4 159 16</inkml:trace>
  <inkml:trace contextRef="#ctx0" brushRef="#br0" timeOffset="-155107.08">21925 5163 39 0,'0'0'268'0,"0"-10"-26"0,0 10-27 16,7-7-21-16,-4 3-18 0,3-1-17 0,3 0-15 15,1 1-13-15,-2 3-17 0,0-2-11 0,3 0-11 16,-3 3-11-16,0-1-8 0,-8 1-7 15,18 3-7-15,-12-1-8 0,0 0-6 0,2 2-5 0,-3-1-2 16,0 1-1-16,-5-4-7 0,4 8-2 0,-4-8-1 16,3 10 1-16,-2-3-2 0,-1-7-2 0,-7 10-3 15,5-4-4-15,-2-2 1 0,4-4-3 0,-5 9-3 16,1-5-2-16,4-4-2 0,0 0 0 0,-5 8-8 16,5-8-4-16,-2 5 2 0,2-5-1 0,0 0 0 15,0 0 0-15,2 14 0 0,3-9 3 16,-1 0-3-16,0 0 5 0,2 0-4 0,-1 2 0 15,2-4 4-15,3 4-3 0,-6-1 0 0,1 1-1 16,3-4 1-16,-3 2-2 0,-5-5 2 0,6 6 0 0,-4-1 0 16,-2-5 1-16,6 7 3 0,-6-7 3 0,-3 8 2 15,3-8 1-15,-14 10-2 0,4-6-1 0,0 0 1 16,-8 5 0-16,6-6-3 0,0 1 4 16,1 1-7-16,2-3-9 0,-2 0-21 0,4-1-24 0,7-1-33 15,-12 4-39-15,8-3-41 0,4-1-48 0,-12 7-118 16,12-7-360-16,0 0 159 0</inkml:trace>
  <inkml:trace contextRef="#ctx0" brushRef="#br0" timeOffset="-152514.4">27135 5518 73 0,'0'0'142'0,"0"0"-11"0,0 0-4 0,0 0-14 0,0 0 2 16,0 0-18-16,0 0-2 0,0 0-11 0,0 0-3 15,0 0-1-15,0 0-2 0,0 0-5 0,0 0-2 16,0 0-7-16,0 0 1 0,0 0-8 0,0 0 1 15,0 0-1-15,0 0-7 0,0 0-5 0,0 0 1 16,0 0-8-16,0 0 1 0,0 0-9 16,0 0-1-16,0 0-4 0,0 0-1 0,0 0-3 0,0 0 4 15,0 0-7-15,0 0 1 0,0 0-3 0,0 0 1 16,0 0-6-16,0 0 2 0,0 0-1 0,0 0-2 16,0 0-1-16,0 0 1 0,0 0 0 0,0 0-1 15,0 0-7-15,0 0 7 0,0 0 3 0,0 0 1 16,0 0 0-16,0 0 1 0,0 0-1 0,0 0-1 15,0 0 0-15,0 0 1 0,0 0 3 0,0 0-4 16,0 0 1-16,0 0-2 0,0 0 5 0,0 0-2 16,0 0 5-16,0 0 4 0,0 0 3 0,0 0-3 15,0 0 10-15,0 0 0 0,0 0-1 0,0 0 5 16,0 0-2-16,0 0-4 0,0 0-1 0,0 0-6 16,0 0 4-16,0 0 5 0,0 0 5 0,0 0 1 15,0 0 3-15,0 0 2 0,0 0-1 0,0 0 22 0,0 0-6 16,0-9-8-16,0 9-8 0,4-7-4 15,1 4-7-15,-5 3-2 0,18-8-2 0,-11 4-6 16,-1 0-2-16,6 3-6 0,-2-2 2 0,-1 2-2 16,-1 1-7-16,-8 0 0 0,19 2-3 0,-9 0-2 15,-1 1 2-15,2 1-5 0,-5 3-1 0,4-1-1 0,-6 1-1 16,1 0 0-16,-1 2-7 0,0 0 5 16,-4-1 1-16,0 0-1 0,-2 3 3 0,-2-2 1 15,1 0-2-15,-5 0-1 0,4-1 1 0,-4 1 2 16,-1 0 2-16,1-2-3 0,-1-3 5 0,-1 2 0 0,4-3-3 15,1 0 1-15,-1 1 2 0,6-4 1 16,-12 5-1-16,12-5-4 0,-9 4 4 0,9-4-8 16,-6 1-5-16,6-1-6 0,0 0-7 0,0 0-1 15,0 0 0-15,0 0 2 0,0 0 2 0,0 0 6 16,0 0-1-16,17 9-1 0,-9-8 1 0,3 2 0 0,-3 0 2 16,4 0 1-16,-5 0 3 0,1 0-1 15,-1 0 1-15,2 4-1 0,-4-4 1 0,-1 0 3 0,1 4 1 16,-1-3 2-16,0 1 0 0,-4-5-2 15,0 11 4-15,0-11 3 0,-8 9-3 0,-1-1 3 0,3-2 0 16,-6 1-1-16,1-3 5 0,-1 3-5 0,-3-1 1 16,-2-2 2-16,2 1-2 0,1 0 0 0,1-3-7 15,2 2-8-15,-3-1-11 0,3-1-20 16,2-1-20-16,0 0-29 0,2 1-37 0,7-2-36 16,-13-2-53-16,13 2-164 0,0 0-416 0,0 0 184 0</inkml:trace>
  <inkml:trace contextRef="#ctx0" brushRef="#br0" timeOffset="-151923.84">27555 5499 50 0,'5'-7'233'0,"-5"7"-8"0,4-3-10 0,-4 3-15 15,0 0-9-15,0 0-17 0,4-4-14 0,-4 4-14 16,0 0-14-16,0 0-14 0,0 0-4 0,0 0-17 0,7-5-4 16,-7 5-8-16,0 0-11 0,0 0-4 15,0 0-7-15,0 0-8 0,0 0-1 0,0 0-8 0,0 0-3 16,0 0-7-16,0 0-2 0,0 0 3 16,0 0-10-16,0 0-4 0,0 0-1 0,0 0-1 15,0 0-7-15,0 0 2 0,0 0-5 0,0 0 3 0,0 0-3 16,0 0 1-16,0 0-3 0,0 0-3 0,0 0 2 15,-9 22-2-15,9-22-1 0,0 0 0 16,0 0-1-16,-2 6 0 0,2-6-4 0,-2 6 4 16,2-6 2-16,0 0-6 0,0 7 3 0,0-7-2 15,0 0 1-15,0 12 2 0,0-12-2 0,0 9-1 0,0-9 0 16,4 10-15-16,-2-5-2 0,-2-5 5 0,5 9 0 16,-3-5 1-16,0 1 4 0,6-1 6 15,-6 3 6-15,4-2 0 0,3 2 5 0,2 0-3 16,-2 2 1-16,0-2 5 0,5 3-3 0,-3-5 9 15,8 5-9-15,-7-3 8 0,-1 0-10 0,1 0-3 0,-1-4 2 16,0 4-4-16,-1-2-2 0,-4-1 0 16,1-1 1-16,-1 4-2 0,0-3 4 0,-2-1-2 15,0 1 0-15,-4-4-1 0,6 7 0 0,-3-2 5 16,-3-5 3-16,0 0 2 0,-2 9 2 0,2-9 3 16,-7 9 9-16,-1-4-2 0,-2-2-6 0,3 2 8 0,-4 0-13 15,-1-1 5-15,0 0-6 0,-3-3 0 16,2 3-1-16,-5-2-4 0,5-2-6 0,-3 3-6 0,5-2-6 15,0 0-6-15,-3-2-5 0,7 0-14 0,7 1-12 16,-15-3-20-16,8 1-11 0,0 0-30 0,7 2-38 16,-9-9-33-16,8 5-42 0,1 4-173 0,-5-12-428 15,3 2 190-15</inkml:trace>
  <inkml:trace contextRef="#ctx0" brushRef="#br0" timeOffset="-151483.71">27643 5434 107 0,'0'0'172'0,"0"0"6"0,0 0-19 0,-7-3-6 0,7 3-7 15,0 0-12-15,0 0-15 0,0 0-6 16,0 0-10-16,0 0-8 0,0 0-9 0,0 0-3 16,0 0-1-16,0 0-9 0,0 0-3 0,0 0-3 15,0 0-6-15,0 0-2 0,29-4-7 0,-16 4 0 0,0 0-1 16,6 0-7-16,-1-3-1 0,0 0-6 0,2 2-2 16,-2 0-3-16,-4 0 0 0,1 0 2 0,-1 1 0 15,-1 0-2-15,-2 0-3 0,1 0 2 0,-2 1 0 16,-2-1 3-16,-8 0-1 0,14-3 2 15,-14 3 12-15,8 0-10 0,-8 0 3 0,0 0-1 0,9-1 1 16,-9 1 5-16,0 0 1 0,0 0 2 0,10 1 4 16,-10-1-9-16,0 0-2 0,0 0-7 15,0 0-3-15,0 0 2 0,0 0-7 0,0 0-5 0,8-2-5 16,-8 2-6-16,0 0-12 0,0 0-9 16,0 0-19-16,0 0-22 0,0 0-23 0,0 0-27 0,0 0-35 15,0 0-23-15,0 0-28 0,0 0-35 0,4 7-177 16,-4-7-434-16,0 0 192 0</inkml:trace>
  <inkml:trace contextRef="#ctx0" brushRef="#br0" timeOffset="-149657.5">28129 5731 78 0,'-6'-4'194'16,"6"4"1"-16,-5-3-8 0,5 3-8 0,0 0-13 0,-10-4-10 16,10 4-12-16,-10-3-15 0,10 3-12 0,-7-3 1 15,-1 0-13-15,8 3 0 0,-8-3-5 0,8 3-4 16,0 0-5-16,-11-1-2 0,11 1-7 16,0 0-3-16,-6-4-8 0,6 4-5 0,0 0-9 0,0 0-1 15,-11-2 1-15,11 2 0 0,0 0-3 0,0 0-6 16,0 0-2-16,0 0-6 0,0 0-4 15,31-6-5-15,-20 2-3 0,7 2-3 0,3-1-2 0,6-1-7 16,-7 0-7-16,3 2 1 0,3-2-11 16,-6 1-33-16,-1 1-16 0,-2-2-19 0,-2 2-29 0,-2 0-25 15,1-1-31-15,-2 0-28 0,0 1-28 0,1 1-161 16,-4-2-399-16,1 1 176 0</inkml:trace>
  <inkml:trace contextRef="#ctx0" brushRef="#br0" timeOffset="-149373.71">28251 5497 92 0,'0'0'172'0,"0"0"-8"0,-7-5 0 0,7 5-5 16,0 0-12-16,-6-3-15 0,6 3-14 15,0 0-13-15,0 0-7 0,0 0-14 0,0 0-5 0,-9 7-8 16,9-7-7-16,-7 12 8 0,5-2 6 15,-1 1-3-15,-1 5-11 0,4 0-6 0,-2 2-5 0,1 1-6 16,-2 0-5-16,3-2-1 0,0 2-6 16,1 0-1-16,-1-2-4 0,2 1-1 0,-1-3-4 15,3 2 3-15,1 0-4 0,-1-1-2 0,-1-3-13 0,1-1-16 16,0 0-22-16,-1-2-28 0,1 0-34 0,2-1-40 16,-1 0-37-16,0 0-154 0,-2-4-350 0,-1 1 155 15</inkml:trace>
  <inkml:trace contextRef="#ctx0" brushRef="#br0" timeOffset="-148903.43">28590 5516 1893 0,'3'-11'101'0,"-2"3"-55"0,2 0-15 0,-2 1-21 0,0 0-2 15,-1 7 15-15,0-11 7 0,0 11 6 16,5-7-9-16,-2 3 8 0,2-2-3 0,2 2 3 16,1 0-3-16,3 2 4 0,-1-1-9 0,4 3 6 0,0 0-8 15,4 5-3-15,-3 0-2 0,-2 0 0 0,-1 1 0 16,-2 2-6-16,5 1 1 0,-6-1-4 16,4 3 0-16,-6 0 11 0,-1 0 4 0,-6 0-1 15,-2 0 6-15,1 1 2 0,-3-2 2 0,0 1-2 16,-9 2 1-16,-1-1-2 0,-2-1-2 0,-7 2-1 0,4-6-4 15,0 1-3-15,-2 0 0 0,2-2-4 0,0-1-1 16,1-3 2-16,4 0-3 0,1-1 2 0,8 0 0 16,-4 1-3-16,9-2 0 0,-13 2-4 0,13-2 4 15,-7 2 10-15,7-2 4 0,0 0 3 16,-11-2 1-16,11 2-5 0,0 0-3 0,0 0-6 16,0 0-4-16,0 0-1 0,0 0-5 0,0 0 0 0,0 0-3 15,0 0-2-15,0 0 1 0,0 0-1 0,29 2 8 16,-22 0-11-16,2 2-4 0,1-1 3 0,2 2 3 15,-1 1-3-15,-2 0 10 0,3-2-9 0,-1 3 2 16,0-1 5-16,1-1-22 0,-3 2-14 0,4-1-24 16,0-2-23-16,-4 2-24 0,3-2-41 0,-1 2-48 15,2-3-19-15,0 0-57 0,0-2-133 0,2 1-430 16,-3 0 191-16</inkml:trace>
  <inkml:trace contextRef="#ctx0" brushRef="#br0" timeOffset="-148473.75">28970 5461 1813 0,'-1'-8'67'0,"1"-3"21"0,-3 3-35 16,3-2-4-16,0 10-20 0,-2-14-13 16,2 14-3-16,0-8 1 0,0 8-6 0,0 0 1 0,0-9 0 15,0 9-1-15,7-5 4 0,-3 1 1 0,-4 4 1 16,13-1 0-16,-4 1-2 0,2 1-2 0,1-2 0 15,3 1 6-15,1 3 1 0,1-3-1 16,0-4 1-16,-3 6 3 0,-4 0 2 0,2 0-4 16,-3-1 1-16,-2-1 0 0,0 2 1 0,-7-2 2 0,14 2 5 15,-9 0 1-15,-5-2 1 0,9 1-7 0,-9-1 3 16,9 0-5-16,-9 0 5 0,0 0-11 0,5 3 1 16,-5-3-3-16,0 0-2 0,9 2 1 0,-9-2-5 15,0 0 3-15,0 0 7 0,6 5 1 0,-6-5 9 16,2 5-1-16,-2-5 3 0,0 13 3 0,0-6 1 15,0 4 4-15,0 0 2 0,-2 5 3 0,0 0 1 16,-2 1-2-16,0 0 0 0,-1 2-2 0,1-3 4 16,-1 3-4-16,0-1-2 0,0-2 6 0,1 0-12 15,0-1-4-15,2-3-1 0,0 1-5 16,0-2 0-16,2 1-1 0,-4-2-3 0,1 1-1 16,3-1-15-16,-1-2-17 0,1 1-14 0,0-9-25 15,0 13-16-15,0-5-20 0,0-8-42 0,-1 12-52 0,1-12-42 16,0 11-220-16,0-11-484 0,-4 7 214 0</inkml:trace>
  <inkml:trace contextRef="#ctx0" brushRef="#br0" timeOffset="-147987.66">29017 5587 104 0,'-2'-4'191'0,"2"4"-10"16,0 0-5-16,0 0-10 0,0 0-13 15,0 0-12-15,9-12-17 0,2 10-3 0,6 1-13 0,2-3-11 16,3 1-6-16,6-1-11 0,-1 3-9 0,2-1-2 16,1-1-5-16,-9 1-8 0,0-2-5 0,-3 1-3 15,1 1-6-15,-8 2-6 0,2 0 0 0,-5-2 4 16,1 2 0-16,-9 0 4 0,14 0-7 16,-14 0 1-16,7 0-3 0,-7 0-2 0,0 0-2 0,9 0-6 15,-9 0 2-15,0 0-4 0,9-1 2 0,-9 1 1 16,0 0 1-16,0 0-5 0,0 0 4 0,6 4 4 15,-6-4 0-15,0 0 0 0,-1 15-4 0,0-8 3 16,1 1-1-16,-1 2-2 0,-1-2-2 0,1 2-2 16,2-3-5-16,-1-7 1 0,2 17 1 0,-1-9-4 15,3 1 1-15,0-1-3 0,2-3 2 0,2 5 2 16,2-6 3-16,-2 2 6 0,1-2-2 16,3 1 4-16,0-1-3 0,1-2-2 0,-1-4 1 15,0 2 0-15,3 0 2 0,-5 0-4 0,1-4 1 16,0 0 2-16,-3 0 0 0,-2 0 0 0,2-3-8 0,0 0 3 15,-2-1-5-15,-1-2 7 0,-2 3 3 0,-1-3 1 16,-2 0-7-16,-1-1-3 0,0 0 2 0,-1 1-6 16,-1 0 1-16,-3 1-4 0,1 0 4 0,-4 1-15 15,4 3-9-15,-1-1-11 0,-1 2-15 0,1 0-16 16,-3 1-19-16,0 0-17 0,9 3-18 16,-13 1-17-16,5 1-45 0,8-2-37 0,-12 3-39 15,4 4-173-15,4-3-454 0,4-4 201 0</inkml:trace>
  <inkml:trace contextRef="#ctx0" brushRef="#br0" timeOffset="-147740.52">29737 5314 146 0,'0'0'200'15,"18"0"-7"-15,-4 3-9 0,1 5-8 0,2 1-20 16,5 7-6-16,-1 0 0 0,0 4-8 0,-1 1-2 0,-1 4-7 16,-1 4-9-16,-4-1-5 0,-2 4 2 15,-2-2-7-15,-2 2-6 0,-7-1-11 0,-1 0-2 16,-5 0-1-16,-6-1-14 0,-6 0-12 0,-11 8-15 16,1-10-17-16,-12 4-29 0,-10-2-37 0,-4-1-42 15,-5-1-45-15,-2-6-66 0,0-1-231 0,-26 3-449 0,23-9 198 16</inkml:trace>
  <inkml:trace contextRef="#ctx0" brushRef="#br0" timeOffset="-140856.84">17910 7716 104 0,'0'0'205'0,"-14"-1"-3"0,14 1-6 16,-11 0-2-16,11 0-11 0,-13-3-7 0,13 3-13 15,-8 0-18-15,8 0-13 0,0 0-9 0,-9-1-12 16,9 1-7-16,0 0-10 0,0 0-6 0,0 0-11 15,0 0-5-15,-7-2-6 0,7 2-7 0,0 0-6 0,0 0-7 16,0 0-4-16,0 0 0 0,0 0-6 16,0 0-1-16,19-6-5 0,-1 3-4 0,2-1-4 15,9 0-6-15,2 0-12 0,3-2-15 0,-4-1-25 16,1 4-31-16,-3 0-36 0,2 1-36 0,-10-1-29 0,-2 3-30 16,-2 0-156-16,-4 0-384 0,-1 0 170 0</inkml:trace>
  <inkml:trace contextRef="#ctx0" brushRef="#br0" timeOffset="-140390.4">18080 7696 22 0,'0'0'217'0,"0"0"-24"0,0 0-10 0,0 0-7 15,0 0-10-15,0 0-15 0,0 0-15 0,-6 3-23 16,6-3-5-16,0 0-10 0,-4 12 3 0,3-5 1 15,0 4-3-15,-2 0-8 0,-1 5-10 0,3 1-7 16,-3 2-3-16,2 1-4 0,-1 4-9 0,2-6 2 16,1 2-6-16,0-1-3 0,-2-1-3 0,4 0-1 15,-1 1-2-15,0-3-2 0,-1 0-6 0,2-4 1 16,-2 0-6-16,1-1-1 0,-1-1-2 0,0 2-5 16,1-5-1-16,1 3 1 0,-2-3-6 0,0-7 2 15,0 13-1-15,0-7-4 0,0-6 1 0,0 7-1 16,0-7-1-16,0 9 0 0,0-9 0 0,0 0 0 15,-6 10-2-15,6-10 2 0,-4 4-3 0,4-4 0 16,-7 5 3-16,7-5-5 0,-12 2-1 0,7-1 3 16,-2 0-8-16,-4-1 5 0,-1 1 1 0,0 2-1 15,-1-2-7-15,0 0 5 0,2-1-2 0,0 0-2 16,-1 0 2-16,3 1-1 0,-2-2 0 0,11 1 6 16,-13 1-10-16,13-1 2 0,-9 0 3 0,9 0-1 15,0 0 0-15,-12 0-7 0,12 0 5 0,0 0-1 16,-9 0 0-16,9 0-3 0,0 0-1 0,0 0 3 15,0 0-2-15,0 0 0 0,0 0 1 0,0 0 7 16,0 0-2-16,0 0 0 0,0 0 1 0,36 3-4 16,-18-3 1-16,0 2-4 0,4-2-7 0,-1-5-10 0,7 4-17 15,-1-1-18-15,2-2-24 0,0 1-37 16,-2 2-42-16,3-5-24 0,-2 1-39 0,1 4-167 16,-8-3-421-16,6 0 186 0</inkml:trace>
  <inkml:trace contextRef="#ctx0" brushRef="#br0" timeOffset="-140160.62">18837 7908 11 0,'0'0'267'15,"0"0"-15"-15,-5-5-14 0,5 5-12 0,0 0-10 16,0 0-15-16,0 0-16 0,0 0-17 0,0 0-16 15,0 0-12-15,0 0-10 0,0 0-16 0,0 0-13 16,11-7-9-16,-2 7-15 0,4-1-17 0,1 1-4 0,5 0-30 16,-1 0-33-16,-1 0-38 0,-3 1-37 15,0 0-50-15,-1 1-31 0,1-2-26 0,-4 1-160 16,-2 4-379-16,-2-4 168 0</inkml:trace>
  <inkml:trace contextRef="#ctx0" brushRef="#br0" timeOffset="-139995.29">18875 8002 147 0,'0'0'189'0,"0"0"-7"0,-7 2-7 16,7-2-9-16,0 0-9 0,0 0-10 0,0 0-16 15,0 0-8-15,0 0-10 0,0 0-12 0,0 0-10 16,0 0-15-16,29 4-20 0,-16-4-27 16,0-2-33-16,5 2-46 0,1-4-37 0,1 2-31 0,2-2-153 15,-3 3-293-15,2-2 129 0</inkml:trace>
  <inkml:trace contextRef="#ctx0" brushRef="#br0" timeOffset="-136901.55">20337 7314 92 0,'0'0'196'0,"0"0"-13"0,0 0-7 16,0 0-5-16,0 0-15 0,0 0-4 0,0 0-15 0,0 0-7 16,0 0-7-16,0 0-9 0,-7-12-3 0,7 12-9 15,0 0-11-15,-7-5-1 0,7 5-9 0,-6-2-1 16,6 2-2-16,-10-2-7 0,10 2-1 16,0 0-3-16,-11-4 0 0,11 4 6 0,0 0-7 0,0 0-4 15,-7 0-3-15,7 0-3 0,0 0-2 0,0 0-4 16,0 0 1-16,0 0-11 0,0 0-4 0,0 0-5 15,0 0-2-15,17-10-7 0,0 7 0 0,1 0-7 16,4-3 0-16,5 3-5 0,-6 0-7 0,-1-1-6 16,0 3-13-16,-2-1-19 0,-1 0-22 0,-5 2-28 15,-1-1-34-15,-4 1-29 0,-7 0-34 0,14-4-10 16,-14 4-12-16,9 4-162 0,-9-4-395 16,0 0 175-16</inkml:trace>
  <inkml:trace contextRef="#ctx0" brushRef="#br0" timeOffset="-136339.58">20245 7293 16 0,'-9'0'175'0,"9"0"-6"0,0 0-8 0,0 0-15 0,-9 0-16 15,9 0-9-15,0 0-12 0,0 0-11 0,0 0-18 16,0 0-5-16,0 0-4 0,-3 6 2 0,3-6-3 15,-3 7-7-15,3-7-9 0,0 12-4 0,0-12-3 16,1 13 7-16,1-3-2 0,-2-3 0 0,0 0-3 16,0 5-4-16,0-3-5 0,1-2-5 0,-1 3 2 15,1-3-7-15,-1-7-4 0,3 14 5 0,-3-6-3 16,0-8-3-16,0 10 1 0,1-4 4 0,-1-6 3 16,0 10 9-16,0-10-4 0,0 9 3 0,0-9-7 15,1 7 0-15,-1-7-5 0,0 0-2 0,2 8-1 16,-2-8 0-16,0 0-2 0,0 0 0 0,0 0-1 15,0 0 1-15,0 0 2 0,0 0 6 0,0 0 7 16,0 0 6-16,0 0-3 0,0 0 9 0,0 0-3 0,0 0 0 16,0 0-3-16,0 0-6 0,5 5-2 0,-5-5-4 15,12-1-3-15,-12 1-2 0,16-4-4 0,-6 2-4 16,3-1-5-16,4 3 1 0,-5-3-6 16,1 2 2-16,1-1-3 0,0 2-1 0,0 2-2 0,3-1-3 15,-3 2 1-15,1 0-1 0,-2-1-3 0,0 2 10 16,-4 1-13-16,1 0 6 0,0-1-6 15,-2 2 3-15,-2-1-1 0,-1 0 1 0,2-1-2 16,-5 1-1-16,2 2 0 0,-4-7 0 0,3 13 2 0,-5-7 2 16,2-6 1-16,-9 13-4 0,2-6 3 0,-1 0 1 15,-1 1-2-15,-1-1 0 0,0 1 7 0,-2 0-8 16,-3 0-7-16,3-3-1 0,2 1-6 0,-3 0-9 16,2-1-9-16,1-2-10 0,1 0-20 0,2 0-14 15,1-1-20-15,-2 0-29 0,2 1-32 0,6-3-38 16,-13 1-45-16,13-1-139 0,-10-1-412 0,10 1 182 15</inkml:trace>
  <inkml:trace contextRef="#ctx0" brushRef="#br0" timeOffset="-135829.95">20882 7442 153 0,'0'0'212'0,"0"0"-3"0,0 0-9 0,0 0-12 16,0 0-7-16,0 0-15 0,0 0-7 15,0 0-12-15,0 0-5 0,0 0-10 0,0 0-14 16,0 0-8-16,0 0-9 0,0 0-8 0,-19-7-8 16,19 7 6-16,0 0-9 0,0 0-3 0,-11 0-1 0,11 0-3 15,0 0-4-15,-7-2-5 0,7 2 4 0,0 0-15 16,0 0-4-16,0 0-7 0,0 0-4 16,0 0-9-16,0 0 0 0,0 0-6 0,0 0-2 15,0 0 1-15,0 0-3 0,0 0 2 0,0 0-7 0,0 0 4 16,29-1 0-16,-17 1-4 0,7-3 1 15,-1 3-1-15,1-1 3 0,1 0-2 0,-3 1-4 16,1-3 6-16,-4 2-1 0,0 0-1 0,-4 1-3 16,0-2 7-16,2 1-7 0,-6 1 4 0,-6 0-1 0,12 0 2 15,-12 0-1-15,10-2 1 0,-10 2 3 0,0 0 2 16,9-2 5-16,-9 2 0 0,0 0 3 0,0 0-7 16,9 0 2-16,-9 0 11 0,0 0-16 0,0 0-13 15,0 0-4-15,0 0-6 0,0 0-15 0,0 0-19 16,0 0-25-16,0 0-22 0,0 0-39 0,0 0-42 15,0 0-38-15,0 0-47 0,0 0-43 16,0 0-171-16,0 0-500 0,0 0 222 0</inkml:trace>
  <inkml:trace contextRef="#ctx0" brushRef="#br0" timeOffset="-135357.15">21495 7303 22 0,'2'-6'239'16,"-2"6"-10"-16,0 0-11 0,0 0-10 0,0 0-12 15,-13-8-8-15,13 8-13 0,-10 0-12 0,10 0-9 16,0 0-11-16,-15 2-12 0,9 0-12 0,6-2-10 16,-14 6-4-16,6-5-6 0,2 5-4 0,-3-1-8 15,1 2-7-15,1 0-13 0,0 0-1 0,-2-1-9 16,3 3-3-16,0-4-3 0,0 4-11 0,1 0-2 15,0-5-3-15,0 5-5 0,3 0-2 0,-2 1-5 16,2-2-1-16,1-1 1 0,0 1-4 0,1-8 1 16,4 17-2-16,-3-11 0 0,3 1-4 0,2 1-1 15,-1-3 1-15,0 3 1 0,4-1-1 0,0-2 3 16,1 0 0-16,0-2-8 0,0 0 6 0,1 1-3 16,1-2 14-16,-1-1-8 0,1-1 2 0,-2 0 2 15,-2-1 6-15,-8 1-3 0,15-1 2 0,-9 0 6 16,1-3-5-16,0 0-1 0,-2-1-3 0,3-2 7 0,-4 1-14 15,3-3 2-15,-4 2-5 0,2-2-4 16,-3-1 1-16,1 0-1 0,-3 0-3 0,-1-1 0 16,1 2 5-16,-1-1-7 0,-2-1 9 0,1 1-13 15,-2 0-5-15,0 3 14 0,0 0-12 0,0 1 0 0,1 0 1 16,3 6-3-16,-8-8-10 0,2 2-13 0,1 4-8 16,5 2-24-16,-12-5-13 0,5 4-30 0,7 1-18 15,-15 2-26-15,9 1-33 0,6-3-36 16,-13 5-25-16,5 0-216 0,3-1-493 0,0 1 218 0</inkml:trace>
  <inkml:trace contextRef="#ctx0" brushRef="#br0" timeOffset="-135161.43">21769 7367 140 0,'6'0'223'0,"-6"0"-9"0,0 0-4 16,0 0-9-16,12 0-11 0,-12 0-9 0,0 0-15 15,0 0-19-15,0 0-6 0,0 0-22 16,0 0-13-16,6 3-11 0,-6-3-13 0,0 0-19 0,0 0-21 16,0 0-25-16,0 0-27 0,0 0-40 0,0 0-48 15,0 0-39-15,4 7-48 0,-4-7-125 0,0 0-336 16,0 0 150-16</inkml:trace>
  <inkml:trace contextRef="#ctx0" brushRef="#br0" timeOffset="-134756.54">22202 7192 211 0,'1'-8'250'0,"-1"8"-11"16,0 0-10-16,0 0-10 0,2-6-13 0,-2 6-16 16,0 0-8-16,0 0-7 0,0 0-10 0,0 0-14 15,-22 12-4-15,15-3-5 0,-2-2-10 0,-3 5-8 16,0 2-3-16,-1 0-10 0,1 0 0 0,0 0-18 15,-7 5-5-15,9-4-8 0,-3 0-5 0,1 3-6 16,3-4 4-16,-2 4-15 0,2-4 0 0,1 2-7 16,2 1-3-16,3-5-6 0,0 0-6 0,0-2-4 0,3 3-3 15,-1-4-5-15,2 2 1 0,2-1 0 16,0 0-8-16,2-1 1 0,3-1-7 0,0 1 2 16,2-3-4-16,2 2-5 0,-1-2-2 0,6 0 5 15,-4-4 0-15,0 2-1 0,-1-2 1 0,0 1-1 16,0-3 5-16,-3 0-4 0,3 2 8 0,-6-4-5 15,-6 2 0-15,14-5 1 0,-7 1 1 0,-1 0-1 16,-2 0 1-16,0-2-6 0,-2 0 5 0,-2 6-7 16,3-14 4-16,-3 6 0 0,0 8 3 0,-3-12-6 0,-1 6-1 15,-1 0-11-15,-2 1-15 0,-1 0-18 16,-1-1-19-16,-9 3-26 0,1 3-36 0,-4 2-32 16,-7-1-32-16,-3 6-41 0,0 0-36 0,-2 3-257 15,-1 1-563-15,-1-1 249 0</inkml:trace>
  <inkml:trace contextRef="#ctx0" brushRef="#br0" timeOffset="-133773.91">20503 7924 135 0,'0'0'166'0,"0"0"-10"16,0 0-12-16,0 0-1 0,-10-10-20 0,10 10-11 15,-7-2-10-15,7 2-5 0,-12 1-11 0,12-1-4 16,-18 0-6-16,8 1-1 0,0-1-10 0,-3 3-2 0,1-2-7 16,-1 2-3-16,0 0-5 0,-3-2-4 15,1 1-1-15,0 0-4 0,-3 2-3 0,0-1-1 16,1 0-3-16,-1 0-5 0,4-2 7 0,0 3 0 15,3-1-1-15,-2-2 1 0,1 2 6 0,2-1-1 0,-2 0-5 16,0 0-4-16,4-2 6 0,8 0 3 16,-14 4-2-16,14-4-2 0,-10 1 0 0,10-1-1 15,-6 2-3-15,6-2-5 0,0 0 0 0,-11 0-2 16,11 0-3-16,0 0-1 0,0 0-3 0,-7 1-2 0,7-1-1 16,0 0-1-16,0 0 4 0,0 0-3 0,0 0 6 15,0 0-3-15,0 0 3 0,0 0 5 16,0 0 3-16,20 6 0 0,-7-6 9 0,9 0-5 15,8 0 1-15,5 0 3 0,3-1-4 0,16-1 1 0,1 1-5 16,1-2-3-16,0 0-1 0,1-1 0 16,0 0-1-16,2 0 1 0,0 2-3 0,1 1 0 15,2-1 0-15,2 0 5 0,28-2-11 0,-30 1 0 0,0 1 2 16,3 1-5-16,26-3 1 0,-28 2-4 0,1 1 2 16,1 2 3-16,26-2-1 0,-30 0-1 0,3 1 0 15,0-3 4-15,3 4 0 0,22-4 4 0,-27 0-1 16,2 5-4-16,0-2 2 0,25-2-2 15,-30 2 5-15,4 0-3 0,1 0 4 0,-2 0-3 0,-4-1-1 16,-2 2 3-16,2-2-7 0,-19 0 4 0,12 1 1 16,4-2-8-16,-4 0 3 0,-14 1-1 0,-2 0 1 15,-2-1-2-15,-1 2-1 0,-1-1 1 0,-3-1-1 16,0 2 0-16,-9-1 2 0,3 1 1 0,-2-3-1 16,-3 3 2-16,1-3-6 0,-5 3-1 0,-1 0 7 15,-1 0 3-15,-1 0-5 0,-10 0 1 0,14 0 1 16,-8 0 5-16,-6 0-10 0,9 0 6 0,-9 0-13 15,0 0 7-15,9-3-2 0,-9 3 3 0,0 0-1 16,0 0 12-16,0 0-24 0,0 0-1 0,9 0-1 16,-9 0-20-16,0 0-13 0,0 0-26 0,0 0-30 15,0 0-26-15,0 0-25 0,0 0-24 0,0 0-31 16,-37 0-14-16,26 0-28 0,0 0-222 0,-1 1-503 16,-4-2 222-16</inkml:trace>
  <inkml:trace contextRef="#ctx0" brushRef="#br0" timeOffset="-114355.18">29166 5819 30 0,'0'0'54'0,"0"0"-2"0,0 0-11 16,0 0-1-16,0 0-1 0,0 0-7 0,0 0-1 15,0 0-10-15,0 0-8 0,0 0-5 0,0 0-11 16,0 0-15-16,0 0-39 0,0 0-62 0,0 0 28 15</inkml:trace>
  <inkml:trace contextRef="#ctx0" brushRef="#br0" timeOffset="-99431.36">15987 8161 19 0,'0'0'175'0,"0"0"2"16,0 0-3-16,0 0-6 0,0 0-5 0,0 0-9 16,0 0-3-16,0 0-12 0,0 0-7 0,0 0-9 15,0 0-5-15,0 0-10 0,0 0-11 0,0 0-6 16,0 0-5-16,0 0-16 0,0 0-5 0,0 0-8 15,0 0-6-15,0 0-13 0,0 0-17 0,0 0-28 16,0 0-31-16,0 0-48 0,0 0-38 0,0 0-38 16,0 0-165-16,0 0-354 0,0 0 157 0</inkml:trace>
  <inkml:trace contextRef="#ctx0" brushRef="#br0" timeOffset="-94820.66">15391 7614 169 0,'-5'-4'219'0,"5"4"-13"0,0 0-12 0,0 0-16 15,-7-7-10-15,7 7-10 0,0 0-6 0,0 0-18 16,-8 0-15-16,8 0-12 0,0 0-1 0,0 0-20 15,-13 12-5-15,6-5-7 0,-1 4-4 0,-2 5-12 16,-7 7-3-16,6 1-5 0,-2 4-6 0,1-1-6 16,2 4 0-16,-5 1-6 0,-2 11-6 0,9-7-1 15,-7 7-2-15,6 2 0 0,-1-11-4 0,6 2-3 16,-2-1 4-16,1-1-3 0,1 1 0 0,4 0 1 0,2-5 0 16,-2 3-3-16,4 0 3 0,3-2 9 15,-1-2-2-15,7 0-2 0,0-3 0 0,3-2-7 16,1 2-12-16,3-4-5 0,3-5-12 0,-2 3-15 15,3-3-31-15,1-1-39 0,2-3-41 0,-2-2-45 0,-7-5-215 16,1-1-430-16,-6-2 190 0</inkml:trace>
  <inkml:trace contextRef="#ctx0" brushRef="#br0" timeOffset="-94132.33">15443 7882 216 0,'0'0'211'0,"0"0"-6"0,0 0-7 15,-3-9-12-15,3 9-12 0,0 0-19 0,0 0-15 0,0 0-15 16,0 0-10-16,0 0-19 0,0 0-8 0,0 0-14 15,0 0-7-15,0 0-11 0,0 0-1 0,0 0-9 16,0 0-2-16,-9 26-6 0,8-19 4 16,1 6-3-16,-1-1 0 0,1 0 0 0,0 0-3 0,0 4-3 15,1 0-4-15,0-3-4 0,1-3-2 0,3 2-1 16,-3-2 0-16,2 0-4 0,2-1 0 0,-1 0 1 16,1-2-4-16,-1 0 0 0,-1-1 0 15,3-1-4-15,-2-3 0 0,0 2-2 0,0 0 2 0,1 0-1 16,-6-4 0-16,11 2-2 0,-6 0 1 0,-5-2 3 15,9-2-4-15,-9 2 0 0,13-4 3 0,-6 0-4 16,1-2-1-16,-1 1 1 0,-1-3-1 0,0 1 1 16,-1 0-2-16,2-1 1 0,-2 0 5 0,0-1 0 15,-1 1 2-15,2 1 2 0,-3 0-4 0,-3 7 1 16,4-10 5-16,-4 10-2 0,4-8 1 0,-1 5-3 16,-3 3-5-16,0 0-4 0,0 0-1 0,3-6-3 15,-3 6-1-15,0 0-1 0,0 0 11 0,0 0-4 16,0 0 6-16,-4 28 6 0,2-15 3 0,0 1-1 15,0 1-2-15,-2 2 1 0,-1-3 5 0,1 4-4 16,2-6-2-16,-1 2-3 0,0-3-1 0,1 1 0 16,0-2 2-16,0 3 0 0,-1-2-3 0,2 0-12 15,-2 0-19-15,2-2-22 0,0-2-20 0,0 2-27 16,-1-2-40-16,1 1-51 0,1-8-38 0,0 13-212 16,0-13-464-16,0 0 206 0</inkml:trace>
  <inkml:trace contextRef="#ctx0" brushRef="#br0" timeOffset="-93941.46">15712 8107 27 0,'0'0'278'0,"0"0"-24"16,0 0-9-16,0 0-17 0,4-6-12 0,-4 6-14 15,0 0-20-15,0 0-17 0,0 0-17 0,0 0-19 16,0 0-9-16,0 0-19 0,0 0-23 0,0 0-31 0,0 0-26 15,0 0-38-15,4-5-20 0,-4 5-42 0,0 0-28 16,0 0-48-16,0 0-32 0,0 0-124 16,0 0-334-16,0 0 147 0</inkml:trace>
  <inkml:trace contextRef="#ctx0" brushRef="#br0" timeOffset="-93557.02">15781 7968 160 0,'0'0'248'0,"-5"-3"-12"0,5 3-11 0,0 0-19 15,0 0-17-15,0 0-10 0,0 0-18 0,0 0-17 16,0 0-15-16,0 0-15 0,0 0-13 16,0 0-9-16,0 0-10 0,0 0-10 0,23-7-9 0,-15 6-4 15,5 2-9-15,-2-3 0 0,-1 1-8 0,2 1-3 16,-2 0-8-16,-10 0-2 0,17 0-3 15,-11 0 0-15,-6 0-3 0,12 0-4 0,-12 0-4 16,6 1-1-16,-6-1-2 0,0 0-3 0,11 2-1 0,-11-2-2 16,6 5-2-16,-3-1 2 0,-3-4-4 0,3 4 8 15,-3-4 3-15,4 11 5 0,-4-3 3 0,1-2 1 16,-2 4 1-16,3-1 3 0,-2 3-1 0,0-1 1 16,-1-1-1-16,1 3 0 0,-1-1-3 0,1 0 2 15,-3 0-2-15,2 2 0 0,-2-3-3 0,3 2-1 16,-2-3-1-16,-1 2 0 0,1-1-3 0,-1-2-11 15,1 1-12-15,0-2-16 0,0 2-20 0,-2-1-16 16,3-3-20-16,0 2-30 0,1-8-37 0,-4 8-32 16,4-2-34-16,0-6-188 0,-6 11-435 0,6-11 193 15</inkml:trace>
  <inkml:trace contextRef="#ctx0" brushRef="#br0" timeOffset="-93373.71">15830 8123 149 0,'-4'-6'217'0,"4"6"-6"16,0 0-9-16,0 0-10 0,0 0-19 0,0 0-14 15,0 0-24-15,0 0-8 0,0 0-20 0,13-10-19 16,-3 9-16-16,1-1-24 0,7 1-38 0,-1-1-32 16,2 1-30-16,9-2-24 0,-6 1-37 0,-3 0-20 15,3 0-116-15,-4 1-270 0,0-2 119 0</inkml:trace>
  <inkml:trace contextRef="#ctx0" brushRef="#br0" timeOffset="-93140.42">16158 7993 10 0,'0'0'237'0,"0"-6"-3"0,0 6-6 0,0 0-3 0,0 0-13 16,0 0-16-16,0 0-21 0,0 0-14 15,0 0-20-15,0 0-16 0,0 0-15 0,0 0-13 16,0 0-12-16,0 0-10 0,0 0-6 0,0 0-6 15,0 0-8-15,14 16-3 0,-11-9-5 0,1-2-3 0,3 3-8 16,-3 1-1-16,1 0-7 0,-1-3 2 16,3 3-2-16,-1-1-2 0,2-1-18 0,-1 2-11 15,0-2-24-15,-2 1-30 0,0-4-44 0,1 2-30 16,-1-2-35-16,-1 0-30 0,1 0-163 0,-5-4-388 16,4 5 172-16</inkml:trace>
  <inkml:trace contextRef="#ctx0" brushRef="#br0" timeOffset="-92934.54">16308 8000 109 0,'-5'-8'237'0,"5"8"-12"0,0 0-17 0,0 0-15 0,0 0-16 16,-3-6-13-16,3 6-10 0,0 0-6 16,0 0-12-16,-17 13-1 0,7-4-2 0,1-2-13 0,0 3-11 15,-2 3-3-15,-1-1-11 0,2 1-11 0,-1 1-5 16,-1-1-12-16,1 1 2 0,2-4-16 0,2 0-22 15,-2 2-25-15,2-2-24 0,-1-1-28 16,3-1-40-16,1 3-59 0,2-4-27 0,-1-1-59 0,3-6-126 16,0 0-387-16,-1 13 171 0</inkml:trace>
  <inkml:trace contextRef="#ctx0" brushRef="#br0" timeOffset="-92700.95">16427 7915 15 0,'0'0'217'16,"0"0"-13"-16,0 0 0 0,0 0 2 0,0 0-9 15,10 9-10-15,-10 0-5 0,0 4-12 0,-1-2-4 16,1 5-16-16,-3 0-18 0,-1-1-10 0,3 3-9 16,0-2-10-16,-2 2-11 0,1-3-7 0,0 1-9 15,1-3-10-15,0 0-19 0,-1-2-18 0,1 3-26 16,1-3-21-16,0 1-34 0,-1-2-51 0,1 0-54 15,0-1-36-15,-1-2-182 0,1-7-404 0,0 0 179 16</inkml:trace>
  <inkml:trace contextRef="#ctx0" brushRef="#br0" timeOffset="-92440.14">16505 8083 76 0,'0'0'228'16,"0"0"-23"-16,0 0-15 0,3-4-12 0,-3 4-16 15,0 0-16-15,0 0-18 0,0 0-11 0,0 0-10 16,0 0-8-16,12 0 11 0,-12 0 3 0,8-2-4 16,-8 2-1-16,11-1-5 0,-11 1-1 0,10-2 3 15,-2 1 0-15,-8 1 0 0,8-5-5 0,-3 4 2 16,-5 1-9-16,8-6-8 0,-6 1-8 0,-2 5-2 0,5-9-4 16,-4 4-3-16,-1 5-14 0,0-11 3 15,0 11-14-15,-5-12-3 0,5 12-7 0,-6-10-9 16,3 4-9-16,0 2-9 0,3 4-16 0,-12-9-22 15,3 5-27-15,1 2-34 0,8 2-24 0,-16 2-42 16,7-2-44-16,0 3-49 0,-1-1-184 0,-2 0-472 16,12-2 209-16</inkml:trace>
  <inkml:trace contextRef="#ctx0" brushRef="#br0" timeOffset="-92023.74">16586 7751 160 0,'4'-13'236'0,"-3"8"-5"0,2 0-10 16,-3 5-13-16,8-6-17 0,-8 6-18 0,5-6-18 16,-5 6-13-16,5-4-19 0,-5 4-12 0,0 0-10 0,9-3-11 15,-9 3-13-15,0 0-2 0,9 0-7 0,-9 0-9 16,0 0-8-16,8 4-4 0,-8-4-4 0,5 6-1 15,-5-6-3-15,5 9-5 0,-5-9-3 0,1 10-3 16,-1-4-5-16,0-6-5 0,1 9-7 0,-1-9-5 16,-1 10-10-16,1-10 0 0,3 11-5 15,-3-6-4-15,0-5-4 0,1 11-3 0,-1-11-10 0,4 10 0 16,-2-4 0-16,0 0 1 0,0 0 2 0,-2-6-6 16,3 10 5-16,-1-5-1 0,1 2 4 0,-3-7 1 15,2 10 2-15,-2-10 3 0,3 6 2 0,-3-6-1 16,0 9 6-16,0-9 3 0,0 0 3 0,-1 11 4 15,1-11 7-15,-5 7 7 0,5-7 2 0,-9 7-4 16,2-5-1-16,7-2 2 0,-14 5-6 0,6-3 5 16,-2 4-4-16,1-5-1 0,3 2-5 0,6-3-17 15,-13 4-17-15,7-2-29 0,-1 1-41 0,7-3-41 16,-9 3-50-16,4 0-116 0,5-3-338 0,0 0 150 16</inkml:trace>
  <inkml:trace contextRef="#ctx0" brushRef="#br0" timeOffset="-91590.42">16783 8099 7 0,'-11'1'210'0,"11"-1"-4"0,-14 0-8 16,7 0-9-16,7 0-12 0,-14-1-9 0,14 1-10 0,-11 1-6 15,11-1-7-15,-8 0-4 0,8 0-2 0,0 0-18 16,0 0-2-16,-13-1-6 0,13 1-5 15,0 0-4-15,0 0-3 0,0 0-11 0,0 0-6 16,0 0-9-16,0 0-3 0,0 0-8 0,0 0-3 0,0 0-7 16,0 0-5-16,25-6-3 0,-14 4-2 15,-3 1-5-15,2 0-4 0,3-1-3 0,-2 2 1 0,1 0-9 16,2-1 5-16,-1-2-6 0,1 1 3 0,5 1-5 16,0-2-11-16,-2 0-10 0,-3 3-21 0,-3 0-18 15,2-1-20-15,-3 1-26 0,-2-2-27 0,-8 2-30 16,14 2-35-16,-8-2-14 0,-6 0-32 0,0 0-180 15,11 1-438-15,-11-1 194 0</inkml:trace>
  <inkml:trace contextRef="#ctx0" brushRef="#br0" timeOffset="-91356.22">16836 7991 22 0,'0'0'248'15,"0"0"-17"-15,0 0-13 0,0 0-19 0,-8-5-18 0,8 5-19 16,0 0-24-16,0 0-8 0,0 0-9 0,0 0-6 16,-4 18-6-16,3-11-4 0,0 4-10 15,-1-1-8-15,0 2-12 0,0 4 2 0,0-2-5 16,-1 2-9-16,1 0-5 0,0 0-5 0,1-3-7 0,0-1 0 16,1 4-12-16,-1-5-19 0,-1 3-24 0,2-2-32 15,-1 0-50-15,1-2-57 0,1 1-57 16,-4 0-163-16,0 0-399 0,2-1 177 0</inkml:trace>
  <inkml:trace contextRef="#ctx0" brushRef="#br0" timeOffset="-88290.46">17070 7999 100 0,'0'0'178'16,"0"0"2"-16,0 0-8 0,0 0-5 0,0 0-9 16,0 0-4-16,0 0-13 0,0 0-3 0,0 0-9 0,0 0-5 15,-7-6-12-15,7 6-12 0,0 0-11 0,0 0-8 16,0 0-10-16,0 0-3 0,13-13-11 15,-13 13-6-15,9-6-4 0,-5 3-5 0,-4 3-6 16,11-1 6-16,-4-2-13 0,-7 3-4 0,14 1-1 0,-14-1-4 16,14 3-2-16,-7-1-1 0,-2-1-3 15,2 4-5-15,-2-2 0 0,-1 2 2 0,0 0-4 16,-1 3 0-16,-3-8 2 0,3 13-2 0,-4-4-4 16,-1 0 5-16,-3 1-3 0,2-1-1 0,-3 1 0 0,-1-2 3 15,0 3-3-15,0-4-2 0,2 0 4 16,-1-1-3-16,3-1 2 0,-1 0-3 0,4-5 0 0,-5 6 0 15,5-6 0-15,-8 3-3 0,8-3 3 0,-4 5-1 16,4-5-5-16,0 0-3 0,0 0-2 0,0 0 5 16,0 0-2-16,0 0 0 0,9 12 4 0,-9-12-5 15,8 3 3-15,-8-3-2 0,7 5 3 0,-7-5-3 16,6 6 1-16,-4-1 0 0,-2-5 4 0,8 6-2 16,-8-6-2-16,4 7 1 0,-4-7 3 0,2 7 0 15,-2-7 0-15,0 0 1 0,0 0 2 0,-5 11 1 16,-1-6 4-16,1 0-4 0,-1-1 4 0,-4 0-2 15,1-1-1-15,-1 1 0 0,1 1 0 0,-2-1-1 16,-1 1-6-16,2 0-9 0,-3-3-17 0,2 0-13 16,0 0-22-16,0 1-29 0,1 0-31 0,1-2-28 15,0-1-29-15,9 0-145 0,-13 0-354 0,13 0 157 16</inkml:trace>
  <inkml:trace contextRef="#ctx0" brushRef="#br0" timeOffset="-87857.99">17151 8139 104 0,'0'0'138'0,"0"0"-9"0,0 0-7 0,0 0-7 16,0 0-12-16,0 0-8 0,0 0-7 0,0 0-3 0,0 0-3 15,9 6-1-15,-9-6-4 0,0 0-2 16,3 6-8-16,-3-6-2 0,4 4-3 0,-4-4-8 15,5 5-3-15,-5-5-6 0,0 0-3 0,6 7-2 16,-3-4 3-16,-3-3-10 0,6 4 4 0,-6-4 3 0,8 3 9 16,-4-1 5-16,-4-2-2 0,14 2 2 15,-8-1 1-15,2-1 1 0,-8 0-6 0,15-1-5 0,-7 1-5 16,-1-2 5-16,-7 2 6 0,13-3-5 16,-5 1 3-16,-2 1-4 0,-6 1-4 0,10-5 0 0,-5 0-3 15,-5 5-2-15,7-6-2 0,-3 0-4 0,-4 6 7 16,4-12-8-16,-4 8 5 0,0 4 2 0,1-12-5 15,-1 5-1-15,0 7-6 0,-3-12-5 0,3 12 3 16,-3-13-3-16,0 7-1 0,3 6-6 0,-5-11-2 16,0 8-1-16,0-1-5 0,5 4 0 0,-8-7-4 15,8 7-5-15,-10-3-7 0,2 3-7 0,8 0-7 16,-14 3-10-16,6-3-13 0,1 1-9 0,-1 2-15 16,8-3-23-16,-13 4-22 0,8 2-20 0,5-6-23 15,-8 5-25-15,3-2-172 0,2 2-388 0,3-5 173 16</inkml:trace>
  <inkml:trace contextRef="#ctx0" brushRef="#br0" timeOffset="-87356">17445 8032 148 0,'0'0'235'0,"0"0"-7"0,7-4-9 15,-7 4-18-15,0 0-14 0,0 0-17 0,0 0-15 16,0 0-12-16,0 0-13 0,0 0-12 0,0 0-9 16,0 0-8-16,0 0-10 0,0 0-8 0,0 0-8 15,0 0-6-15,0 0-8 0,0 0-5 0,0 0-3 16,0 0-8-16,0 0-3 0,0 0-5 0,0 0-5 15,0 0-2-15,1 14-2 0,-1-14-5 0,0 0-1 16,-3 10-5-16,3-10 3 0,0 0-3 0,-2 9-3 16,2-9-1-16,0 0-4 0,-3 12 1 0,3-12-1 15,3 7 3-15,-3-7-5 0,1 7-1 0,-1-7 1 0,3 8 0 16,-1-2 0-16,-2-6-4 0,5 9 1 16,-1-4 0-16,-4-5 1 0,7 7-1 0,-5-4 2 15,-2-3-1-15,9 8 4 0,-5-3-7 0,0-2 1 16,0 2-1-16,-4-5 5 0,6 8-7 0,-3-5 0 15,-3-3 0-15,5 6 0 0,-5-6 0 0,5 7 0 16,-5-7 2-16,2 4-2 0,-2-4 0 0,0 0 5 16,3 8-1-16,-3-8 2 0,0 0-1 0,0 0 0 15,0 0-2-15,-8 11 3 0,2-7 0 0,-1-1 1 16,0 2-8-16,-1-3-8 0,-2 1-6 0,2 0-7 0,0-1-13 16,-2 2-14-16,0-3-18 0,0 1-24 0,-2 2-33 15,5-2-28-15,7-2-25 0,-15 0-36 0,15 0-153 16,-15-6-396-16,9 4 175 0</inkml:trace>
  <inkml:trace contextRef="#ctx0" brushRef="#br0" timeOffset="-86934.57">17448 7995 18 0,'0'0'179'0,"0"0"-5"16,-8-4 1-16,8 4-1 0,0 0-14 0,-5-4-4 0,5 4-6 15,0 0-7-15,0 0-13 0,0 0-9 0,-6-5-6 16,6 5-6-16,0 0-7 0,0 0-4 0,0 0-10 16,0 0-5-16,0 0-9 0,0 0-6 15,0 0-8-15,16-11-8 0,-8 10-4 0,2-2-5 0,3 0-6 16,0 0-1-16,0-1-5 0,0 2-4 0,-1-1-3 16,1 1 1-16,-3 0-8 0,3 1 2 0,-4 0-2 15,0-2-4-15,-2 2 0 0,-7 1-6 0,14-3-11 16,-14 3-10-16,11 0-10 0,-11 0-15 0,10-1-15 15,-10 1-24-15,6-1-12 0,-6 1-31 0,0 0-20 16,13 1-16-16,-13-1-13 0,5 4-146 0,-5-4-342 16,1 7 152-16</inkml:trace>
  <inkml:trace contextRef="#ctx0" brushRef="#br0" timeOffset="-85940.81">17100 8515 3 0,'0'0'187'0,"-7"-2"7"15,7 2-13-15,-6-3-12 0,6 3-6 0,0 0-6 16,0 0-9-16,-7-3-10 0,7 3-9 0,0 0-3 15,0 0-15-15,-10-4-7 0,10 4-5 0,-6-6-1 16,6 6 0-16,0 0-1 0,-7-4-1 0,7 4-4 16,0 0-5-16,-7-3-3 0,7 3-4 0,0 0-7 15,0 0 1-15,-9-4-8 0,9 4-2 0,0 0-7 16,0 0 3-16,0 0-7 0,0 0 0 0,0 0-9 16,-6-3 0-16,6 3-5 0,0 0-5 0,0 0 0 15,0 0-1-15,0 0-4 0,0 0-2 0,0 0-4 16,0 0 0-16,0 0 0 0,0 0-6 0,0 0 0 0,0 0-2 15,0 0 0-15,0 0-4 0,0 0 1 16,0 0-2-16,0 0 0 0,0 0-2 0,0 0 14 0,0 0-15 16,0 0 1-16,0 0 0 0,0 0-10 0,0 0 18 15,0 0-14-15,0 0 4 0,0 0-7 0,0 0 11 16,0 0-1-16,0 0-14 0,0 0 4 16,0 0-3-16,0 0-1 0,0 0 0 0,0 0 6 15,0 0 0-15,0 0-5 0,-6-5 1 0,6 5 2 16,0 0 0-16,0 0 3 0,0 0-5 0,0 0 3 15,0 0-3-15,0 0 7 0,0 0-1 0,0 0 1 0,0 0-4 16,0 0-2-16,0 0 12 0,0 0-8 16,0 0-2-16,0 0-1 0,0 0 2 0,0 0-2 15,0 0-1-15,0 0 2 0,0 0-1 0,0 0 1 16,0 0 0-16,0 0 8 0,0 0-9 0,0 0 1 0,0 0 2 16,0 0 1-16,0 0-2 0,0 0 0 0,0 0 8 15,0 0 2-15,0 0 5 0,0 0-3 0,0 0 2 16,0 0 1-16,0 0 14 0,0 0-15 0,0 0 4 15,0 0-3-15,0 0 7 0,0 0-14 0,0 0-1 16,0 0 3-16,0 0-2 0,0 0-5 0,0 0 0 16,0 0-1-16,0 0-3 0,0 0 0 0,0 0-10 15,0 0-1-15,0 0-2 0,0 0 7 0,0 0-3 16,24 9 2-16,-11-9 0 0,7 1-1 0,11 1 3 16,1-4 2-16,1 1 1 0,1 1-4 0,0-3 1 15,-1 2 4-15,0 1 1 0,-5 0-1 0,2-1-3 16,-9-2 12-16,-3 2-10 0,3 0-3 0,-3-1 6 15,-6 1-4-15,2 1 0 0,-2 0 2 0,-4 0 1 16,1 0-3-16,-9 0 2 0,14-1 3 0,-14 1 1 16,10 0 3-16,-10 0-3 0,6-2-6 0,-6 2 3 15,0 0 2-15,10 2 2 0,-10-2-2 0,0 0 9 16,0 0 11-16,0 0-12 0,9 0 9 0,-9 0-12 16,0 0 3-16,0 0-4 0,0 0 5 0,0 0-2 15,0 0-8-15,0 0-11 0,0 0-4 0,0 0-11 16,0 0-19-16,0 0-19 0,0 0-17 0,0 0-22 15,0 0-20-15,0 0-25 0,0 0-16 0,0 0-27 16,-28 1-5-16,28-1-24 0,-9 5-16 0,3 0-154 16,-3-2-422-16,1 0 186 0</inkml:trace>
  <inkml:trace contextRef="#ctx0" brushRef="#br0" timeOffset="-81673.45">17197 8667 144 0,'0'0'137'0,"0"0"-2"16,0 0-6-16,-6 2 0 0,6-2-12 0,0 0 1 16,0 0-8-16,0 0 0 0,0 0-1 0,0 0-4 15,0 0 2-15,0 0-2 0,0 0-7 0,0 0 3 16,0 0-3-16,0 0-3 0,0 0-5 0,0 0 2 15,0 0-4-15,0 0-1 0,0 0-2 0,0 0-3 16,0 0-8-16,0 0-1 0,0 0-13 0,0 0-6 16,0 0-3-16,0 0-7 0,18-18-5 0,-14 16-2 15,-4 2-4-15,11-4-5 0,-3 1-5 0,-8 3 2 16,13-1-5-16,-6-1-3 0,-2-2-2 0,-5 4-1 16,17 0-6-16,-11 0-1 0,-6 0 3 0,16 4-6 15,-10-4 2-15,1 2-2 0,-1 0-4 0,-1 2 1 16,-5-4 0-16,11 5-1 0,-7 1-6 0,0-1-1 15,-1 0 1-15,1 0 0 0,-3 2-1 0,0 0 0 16,-2 3 5-16,-2-2 1 0,-1 2 1 0,-1-1-2 16,-2 2 2-16,-6 0 2 0,0 0-2 0,-1 0 0 0,4-3-1 15,0 0 3-15,-1-1-1 0,0 1-3 16,1-2 4-16,1-1 1 0,0 0-5 0,2 0 2 16,2-1-1-16,5-4 0 0,-10 5 1 0,6-3 5 15,4-2-8-15,-6 4 0 0,6-4 3 0,0 0-2 16,0 0 1-16,-4 6-1 0,4-6 4 0,0 0 4 15,0 0 0-15,23 0-4 0,-9-2 6 0,6-1-2 16,10-2-3-16,0-1-7 0,2 0-14 0,6-1-26 16,-4 0-39-16,2-1-56 0,0 1-71 0,-2-1-225 15,-6 2-470-15,3 1 207 0</inkml:trace>
  <inkml:trace contextRef="#ctx0" brushRef="#br0" timeOffset="-80856.96">17534 7574 113 0,'0'0'153'16,"0"0"-1"-16,0 0-3 0,0 0-7 0,-7-4-7 15,7 4-8-15,0 0-6 0,0 0-7 0,0 0-7 16,0 0-1-16,0 0-10 0,0 0-3 0,0 0-10 16,0 0-9-16,0 0-8 0,0 0-9 0,0 0-6 15,0 0-8-15,0 0-1 0,0 0-5 0,0 0-6 16,0 0-10-16,20 8 4 0,-12-3-3 0,2 3-6 15,4 2-2-15,-1 3 0 0,6 5 3 0,2 5-6 16,-1 5 6-16,3 1 3 0,8 15 0 0,-2 6-1 16,-1 2 0-16,12 29 2 0,-17-27 0 0,6 24 1 15,-12-24-4-15,5 26 1 0,-11-22 1 0,2 25-3 16,-9-26-2-16,-3 3 3 0,-5 20 0 0,-8 2-4 16,-8-2-8-16,-4-1-14 0,-14 0-20 0,-6-1-38 15,-8-2-61-15,-8-2-65 0,-7 3-161 0,2-4-382 16,-4-9 169-16</inkml:trace>
  <inkml:trace contextRef="#ctx0" brushRef="#br0" timeOffset="-77990.52">17795 9617 165 0,'0'0'187'0,"0"0"-7"16,0 0-9-16,0 0-7 0,-28-1-12 0,28 1-4 15,0 0-13-15,0 0-7 0,0 0-10 0,0 0-10 16,0 0-7-16,0 0-5 0,0 0-9 0,0 0-5 15,0 0-7-15,0 0-4 0,0 0-9 0,0 0-8 16,0 0-1-16,0 0-4 0,0 0-5 0,0 0-4 16,0 0-7-16,0 0 3 0,0 0-8 0,24-9-3 0,-9 5-2 15,2 1-1-15,2 0 0 0,2-2-10 0,1 1-7 16,5-2-8-16,-7 2-18 0,2 1-24 16,-2 1-30-16,1 0-33 0,-1-2-33 0,-1 2-22 15,-2 0-21-15,-4 0-139 0,-3-1-350 0,0 3 156 0</inkml:trace>
  <inkml:trace contextRef="#ctx0" brushRef="#br0" timeOffset="-77522.41">17928 9581 109 0,'-9'2'127'0,"9"-2"-12"0,0 0-16 0,-5 4-4 0,5-4 11 15,-1 7-3-15,0 0 4 0,1 3-2 0,-2 2-4 16,-3 4-9-16,3 2 4 0,-2 6-8 0,1-4 0 16,0-1-11-16,-1 7 2 0,1-7 1 0,1 2-8 15,-1-1-7-15,-1-1-2 0,3 5-5 0,0-6-4 16,-2 1-5-16,4-5 1 0,1 2-11 0,-4-3-2 16,4-2-1-16,-2 0-5 0,0-2 0 15,0 2-3-15,1-5-3 0,-1-6-3 0,0 13-1 16,0-13-3-16,0 10 0 0,0-10-1 0,-1 7-3 0,1-7 3 15,0 0-2-15,1 8 0 0,-1-8-2 0,0 0-1 16,0 0 0-16,-5 7 1 0,5-7-3 0,0 0 1 16,-14 1-5-16,7-1 1 0,7 0-1 0,-18-3 1 15,8 2-2-15,-2 0-3 0,-1 0 2 0,-1-1-2 16,3 2 5-16,2-1-4 0,9 1 6 0,-13-2-2 16,6 0-3-16,7 2-2 0,-10 0 3 0,10 0 1 15,0 0 1-15,-12 0 4 0,12 0-1 0,0 0 4 16,0 0-3-16,0 0-1 0,0 0 4 0,0 0 0 15,0 0 5-15,0 0-2 0,0 0 0 0,0 0 0 16,36-3 0-16,-23 1-3 0,6 0 0 0,2-1-4 16,-1 2 3-16,8-4-2 0,0 5-6 0,3-4-14 15,-1 2-14-15,2-1-23 0,2-1-33 0,0 0-45 0,2-1-49 16,0 1-45-16,-4 1-147 0,0 0-396 16,0 0 176-16</inkml:trace>
  <inkml:trace contextRef="#ctx0" brushRef="#br0" timeOffset="-77308.61">18653 9864 160 0,'0'0'279'0,"0"0"-28"0,0 0-11 15,0 0-16-15,0 0-14 0,0 0-17 16,9-3-17-16,-9 3-14 0,10-3-16 0,0 1-18 15,1 1-15-15,-1 0-22 0,4-2-18 0,4 1-28 0,0-2-37 16,-5 4-42-16,6-3-56 0,-7 3-49 0,1 0-53 16,-3 0-149-16,-3 2-370 0,-7-2 165 0</inkml:trace>
  <inkml:trace contextRef="#ctx0" brushRef="#br0" timeOffset="-77140.58">18613 9969 228 0,'-5'3'239'0,"5"-3"-9"0,-10 4-3 0,10-4-7 16,0 0-13-16,-6 2-12 0,6-2-16 0,0 0-21 16,0 0-15-16,0 0-4 0,0 0-12 0,0 0-15 15,0 0-6-15,19 9-21 0,-1-10-24 0,2 5-37 16,-1-6-42-16,9 0-48 0,1 1-70 0,-8-2-52 16,0 2-191-16,0 1-410 0,6-2 181 0</inkml:trace>
  <inkml:trace contextRef="#ctx0" brushRef="#br0" timeOffset="-76123.72">21302 9132 106 0,'0'0'178'15,"0"0"4"-15,-10-1-9 0,10 1-2 0,0 0-9 16,-10-2-6-16,10 2-5 0,0 0-6 0,0 0-8 0,-8-1-4 15,8 1-5-15,0 0-9 0,0 0-2 16,0 0-14-16,0 0-6 0,0 0-12 0,0 0-3 0,0 0-8 16,0 0-10-16,23-13-6 0,-5 10-5 0,2-2-7 15,1 1-18-15,7-3-3 0,-1 1-10 0,-5 4-19 16,-2 0-20-16,-2-2-28 0,-3 1-39 0,-3 2-35 16,1-1-39-16,-3 0-41 0,-1 4-148 0,-9-2-383 15,9-2 170-15</inkml:trace>
  <inkml:trace contextRef="#ctx0" brushRef="#br0" timeOffset="-75669.54">21325 9123 90 0,'0'0'211'0,"-10"0"-10"0,10 0-16 15,0 0-11-15,0 0-18 0,0 0-20 0,0 0-14 16,-4 5-15-16,4-5-1 0,-2 11 2 0,0 0-9 15,-2 0-7-15,1 5 0 0,-4-1-6 0,4 2-7 16,-1-1-3-16,0 1-9 0,3 1-2 0,-3-3-3 16,0-3-6-16,1 1-2 0,1-2 2 0,-2 1-6 15,3-2 0-15,-2-1-4 0,2-1-3 0,0-3-4 16,1-5-2-16,-4 10-6 0,2-4-2 0,2-6 0 16,0 0-2-16,0 8-3 0,0-8-1 0,0 0-1 15,0 0-2-15,-3 8-2 0,3-8 4 0,0 0 7 16,0 0 0-16,0 0-1 0,9 3 1 0,-9-3-4 15,15-3 1-15,-5 0-6 0,8 0 1 0,-5 3-2 16,6-5-3-16,-1 3 1 0,0 2-6 0,-2 0-3 16,2 2 6-16,-5-1-7 0,1 1-2 0,3 2 3 0,-3 1-2 15,-3-2-2-15,1 3-2 0,-2 0 3 0,0 1-2 16,-1 0-3-16,-1 0 0 0,-3 0 1 16,0-1-2-16,-2 0 1 0,-1 1 0 0,-2-7 5 15,0 13 1-15,-4-5-4 0,0-1 5 0,-2 1 1 0,-5-1 0 16,-5 3 0-16,-2-2 13 0,2 0-16 15,-2-2 4-15,0 1-5 0,-1 0 4 0,0-4-3 0,2 1-7 16,2-1-10-16,2-1-10 0,0 1-16 0,0-3-21 16,6 0-22-16,-2 0-32 0,9 0-53 0,-16-3-43 15,13-1-244-15,3 4-491 0,-3-8 217 0</inkml:trace>
  <inkml:trace contextRef="#ctx0" brushRef="#br0" timeOffset="-75490.13">21761 9331 140 0,'5'-2'222'0,"-5"2"-22"15,9-3-5-15,-9 3-8 0,12-4-20 0,-5 3-8 16,1-1-17-16,2 0-17 0,4 0-10 0,-1 2-10 16,7-1-15-16,1-2-17 0,1 1-32 0,7-1-47 15,-6 2-58-15,5-3-53 0,-7 2-179 0,8 0-321 16,-6-2 143-16</inkml:trace>
  <inkml:trace contextRef="#ctx0" brushRef="#br0" timeOffset="-75103.39">22403 9182 17 0,'0'0'257'0,"-11"-7"-3"15,11 7-12-15,-7-4-9 0,7 4-10 0,-9-2-20 16,9 2-19-16,0 0-10 0,-19 5-16 0,10 0-7 15,0 1-13-15,1 1-7 0,-1 4-7 0,1-1-12 16,-3 2-8-16,3 2-12 0,1-3-6 0,0 0-10 16,2 2-8-16,1-2-4 0,0 1-10 0,3-3-9 15,0 2-1-15,1-2-1 0,1 1-10 0,2-1 9 0,1 0-14 16,1-2 4-16,4 1-3 0,1-1-4 0,1-4-3 16,3 2 1-16,3 1-2 0,1-5 1 15,1 1-2-15,-2-2-2 0,-2-2-3 0,-2 1-1 16,-2-2 1-16,2-1 2 0,-1 0-4 0,-2-1-2 0,0-2 2 15,-1-1 0-15,-1-2-3 0,-1 0 0 0,1-5 9 16,-3 1-16-16,-1 1 5 0,0-3-2 16,-3 0-5-16,-2 1 6 0,0 4-4 0,-3-1 0 15,-1 0 1-15,-3-2-4 0,-1 3-2 0,0 4-4 0,-3-4-9 16,-4 3-7-16,-2 0-15 0,0 6-15 0,1 1-26 16,-2 1-19-16,0 0-25 0,6 1-32 0,-1 0-33 15,8 2-35-15,-2 0-35 0,2 1-164 16,2 3-457-16,3-1 202 0</inkml:trace>
  <inkml:trace contextRef="#ctx0" brushRef="#br0" timeOffset="-74954.61">22668 9256 167 0,'11'2'252'16,"-11"-2"-15"-16,0 0-9 0,10 2-7 0,-10-2-13 15,0 0-21-15,0 0-18 0,0 0-22 0,6 0-7 16,-6 0-36-16,0 0-27 0,0 0-41 0,0 0-41 15,0 0-43-15,4 4-47 0,-4-4-40 0,0 0-180 16,8 4-342-16,-8-4 151 0</inkml:trace>
  <inkml:trace contextRef="#ctx0" brushRef="#br0" timeOffset="-74603.4">23157 9074 167 0,'2'-3'244'0,"-2"3"-10"0,7-7-10 15,-7 7-5-15,0 0-14 0,1-6-12 0,-1 6-10 16,0 0-7-16,0 0-5 0,-19 10-10 0,3-1-7 16,3 5-7-16,-6 5-7 0,0 0 1 0,0 6-7 15,0-5-12-15,2 5-9 0,-1-5-12 0,6 2-15 16,1-5-5-16,4-1-9 0,-1 0-1 0,3 0-8 16,1-1-13-16,4-3 0 0,0 1 1 0,1-2-4 15,3 1-5-15,3-2 3 0,0 1-7 0,6-1-2 16,2-1-3-16,4-3-3 0,1 1 0 0,1-3-3 15,0-2-3-15,-1-2 1 0,3-2-12 0,-5 2 9 16,-1-2-7-16,-3 0 2 0,-3-3-2 0,-2 0 1 16,0 0-6-16,-4 1 6 0,-1-3-8 0,-1-2-2 15,-3 1 0-15,0 8 2 0,-8-18-4 0,-1 9-6 16,0 0-2-16,-1 4-4 0,-6-2-7 0,-3 2-8 0,-7 3-19 16,-2 2-16-16,-1 4-24 0,-1 1-28 15,-2 4-34-15,-4 3-42 0,0-1-39 0,-1 1-52 16,-10 6-242-16,14-3-562 0,-1-1 250 0</inkml:trace>
  <inkml:trace contextRef="#ctx0" brushRef="#br0" timeOffset="-74140.34">21630 9839 187 0,'-21'0'222'0,"-1"0"-1"0,1 0-4 0,4 0-6 16,3 1-8-16,1-1-14 0,4-1-22 0,0 2-15 15,9-1-17-15,-11 2-14 0,11-2-9 0,0 0-5 16,0 0-4-16,0 0-3 0,48 5-9 0,7-7-5 16,12-1-6-16,41 0-3 0,7-4-12 0,8-2-2 15,6 3-8-15,8-3-7 0,-1 0 0 0,0 2-3 0,-6 1-5 16,-3 2 3-16,-1-3-5 0,-10-1 0 16,-8 3-4-16,-8 4-3 0,-35-2 0 0,-5 0-3 15,-4 1 3-15,-5 2-5 0,-15-3-3 0,-1 3 4 16,-7 0 0-16,-10 0 6 0,-3-1-1 0,-3 0-1 15,0 1 5-15,0 0 4 0,-4-2-1 0,-8 2 1 16,10-1-1-16,-10 1-2 0,10 0-3 0,-10 0-12 16,8-3-13-16,-8 3-18 0,0 0-19 0,0 0-20 15,0 0-27-15,0 0-27 0,0 0-31 0,0 0-29 0,0 0-41 16,-34 0-43-16,23 0-239 0,-3 1-526 0,-3-1 234 16</inkml:trace>
  <inkml:trace contextRef="#ctx0" brushRef="#br0" timeOffset="-67458.05">21467 10197 162 0,'0'0'202'0,"0"-7"-6"0,0 7-9 0,3-8-9 15,-3 8-7-15,0 0-9 0,1-9-3 0,-1 9-4 16,1-6-13-16,-1 6-9 0,0 0-4 16,2-8-7-16,-2 8-5 0,0 0-11 0,0 0 2 0,1-7-15 15,-1 7-4-15,0 0-11 0,0 0-4 0,0 0-13 16,0 0-5-16,0 0-11 0,0 0 0 0,0 0-6 16,0 0-5-16,0 0-4 0,0 0-2 0,0 0-4 15,0 0 0-15,0 0-3 0,1 30 0 0,-1-20 5 16,0 2 1-16,1 1-4 0,-1-1 2 0,2 5-8 15,-1-5 13-15,4 4-16 0,-4-4-1 0,2 5-1 16,1-7 3-16,-2 3-4 0,3-3 0 0,1 0-2 16,-3-1 3-16,5 0-1 0,-2-1 0 0,1-1-1 15,1-1 0-15,0-1-2 0,-1-1-6 0,2-1 1 16,-2 1 8-16,1-2-2 0,2-1 0 0,-2 0 1 16,-8-1-3-16,16-2 5 0,-8 0-6 15,0-3 0-15,-2 1-1 0,3 1 0 0,-2-4-1 0,-1 0 1 16,0-3 0-16,1 1-2 0,-1-1 4 0,-2 0-2 15,0 0-2-15,-2-3 1 0,2-3 0 0,-1 6-5 16,-2-2 0-16,0 1 7 0,2 2-2 0,-1 0-3 16,-2 2 3-16,0 7 4 0,2-11 1 0,-2 11 13 15,1-7-8-15,-1 7 0 0,0 0-10 0,1-7-1 16,-1 7 0-16,0 0-5 0,0 0 2 0,0 0-3 16,0 0 4-16,0 0-4 0,0 0 3 0,0 0 3 15,-1 35-2-15,1-20 2 0,-1 2 6 0,-1-1 14 0,2 2 5 16,-2 0 3-16,2 2 6 0,0-4 5 15,-1 5-2-15,-1-3-2 0,2-1 7 0,0 0 2 16,-1 0-6-16,2 1 6 0,1-1-2 0,-2-6-2 16,1 1-9-16,-1 0-6 0,2-2 1 0,0-2-1 0,-2 3-1 15,0-2-4-15,1 0-2 0,0-2-7 0,0 0 5 16,1 0-2-16,-1 1-5 0,-1-8-10 16,3 9-19-16,-3-9-13 0,1 9-21 0,-1-9-14 15,1 4-30-15,-1-4-14 0,0 0-14 0,0 0-11 0,2 9-16 16,-2-9-25-16,0 0-33 0,0 0-42 0,0 0-34 15,0 0-180-15,15-16-501 0,-10 6 221 16</inkml:trace>
  <inkml:trace contextRef="#ctx0" brushRef="#br0" timeOffset="-66906.39">21930 10201 90 0,'0'0'222'0,"-3"-9"-9"0,3 9-9 0,0 0-7 0,-2-6-8 16,2 6-12-16,0 0-14 0,0 0-14 0,0 0-11 15,0 0-16-15,-2-8-10 0,2 8-10 0,0 0-8 16,0 0-6-16,0 0-11 0,0 0-3 0,0 0-7 16,0 0 1-16,0 0-7 0,0 0 3 0,0 0 2 15,0 0-4-15,12-3 8 0,-12 3-21 16,14 0 2-16,-8 0-6 0,-6 0-2 0,18 0 0 0,-9-2-4 15,-9 2-5-15,17 0 1 0,-6-2-7 0,-3 2 1 16,-8 0-6-16,19 0 11 0,-13 2-14 0,2-2-2 16,-8 0-4-16,14 0 8 0,-6 0-9 0,-8 0-4 15,10 2 2-15,-10-2-4 0,9 0 0 0,-9 0 0 16,9 0-4-16,-9 0 1 0,0 0-1 0,10 3-3 16,-10-3 1-16,7 4 6 0,-7-4-6 0,5 3 0 15,-5-3 6-15,4 3 10 0,-4-3 5 0,5 6 7 16,-5-6 1-16,5 6 6 0,-5-6 6 0,1 7 2 15,-1-7 0-15,0 9 4 0,0-9 3 0,0 10 2 16,0-10 4-16,-4 19 2 0,2-10 10 0,-1 4 0 16,-2-3 1-16,1 6-11 0,0-2-1 0,-1 3-3 15,1-2 0-15,-2 1-6 0,0 0 13 0,2-2-8 16,0 2 2-16,-1 0 6 0,4-4-8 0,-5 3-2 16,4-4-10-16,-1 1-1 0,1-1-1 0,-3-1-7 15,1-1-2-15,3 1 0 0,-2 0-3 0,0-3-3 0,1-1-5 16,-1 3-4-16,-1-3-12 0,4-6-23 0,-3 12-32 15,3-12-24-15,-3 7-30 0,3-7-22 16,-4 7-20-16,4-7-16 0,0 0-13 0,0 0-6 16,-2 6-11-16,2-6-30 0,0 0-31 0,0 0-26 0,0 0-18 15,0 0-178-15,0 0-515 0,-4-20 229 0</inkml:trace>
  <inkml:trace contextRef="#ctx0" brushRef="#br0" timeOffset="-66768.66">21981 10414 132 0,'-5'-6'182'15,"5"6"-9"-15,0 0-2 0,-8-5-2 0,8 5-3 16,0 0-11-16,-2-6-4 0,2 6-11 0,0 0-8 16,0 0-10-16,0 0-12 0,0 0-12 0,16-7-9 15,-4 6-16-15,2-2-16 0,2 2-32 0,2-1-41 16,0 0-46-16,4-4-37 0,6 2-44 0,-6 1-162 16,-4 0-329-16,2-1 146 0</inkml:trace>
  <inkml:trace contextRef="#ctx0" brushRef="#br0" timeOffset="-66106.73">22389 10250 37 0,'0'0'228'0,"-8"-1"-1"0,8 1-16 16,0 0-7-16,0 0-11 0,0 0-10 0,-17 6-9 15,17-6-12-15,-7 7-8 0,4-2-7 0,-2 2 1 0,1 0-3 16,-1 2 2-16,1 0-16 0,0 1-2 15,0 1-13-15,2-2 1 0,1 1-11 0,1-1-10 16,-3 1-9-16,4 1 4 0,1-1-8 0,-1 0-4 16,1 0-8-16,2-5-9 0,0 1-3 0,1 3-5 0,2-3 5 15,-2-2-12-15,4 2-5 0,0-2-2 0,2-1-8 16,-1 0 1-16,1-2 0 0,1-1-4 16,-1 1 2-16,1-1-10 0,-1-1-4 0,0 0-1 15,-2 0 1-15,0-3 0 0,0 1 9 0,0-1-14 0,0-2-3 16,-4 0 4-16,0 2-3 0,2-4 2 0,-4 2-11 15,1-3 8-15,-1 1-7 0,-2 0 7 0,-1-2-11 16,0 0-3-16,0 1 4 0,-1-1-7 16,-1 0 2-16,1 1-1 0,-3 1 6 0,2 1 0 0,2 7-3 15,-3-14 1-15,2 8 1 0,1 6 7 0,-1-9-20 16,1 9 5-16,0-9-8 0,0 9 4 0,4-10 2 16,-4 10-3-16,10-6-7 0,-5 4 9 15,1 0-2-15,-6 2 0 0,17-2 5 0,-10 0 0 0,-7 2 2 16,16 3 10-16,-7 0-10 0,-2-2 3 0,1 2-5 15,1 2 2-15,0 1 2 0,-4 1 5 0,0-1 2 16,0 2 4-16,-1 0 16 0,-1 2-8 0,2-1 4 16,-4 2-2-16,0-1-3 0,1-4 2 0,-2 4 0 15,2-1 0-15,-2-2 2 0,3 1-3 0,-2 0-8 16,2-3 5-16,-1 1-1 0,-2-6 0 0,5 11-2 16,-1-7-1-16,0-1 1 0,2 2 2 15,-1-1 0-15,-5-4-1 0,17 1-5 0,-8-1 9 0,-1-1-2 16,2 0-3-16,1 0 2 0,-2-2 8 0,-2-1-16 15,3-2 0-15,-2 3 19 0,-1-4-13 0,1 0 7 16,-2-1-9-16,1 0 0 0,-4-2-5 0,1 0-1 16,-4-2 1-16,-1 2 3 0,1-1-1 0,-3 0-2 15,0-2-1-15,-2 2 8 0,0 2-11 0,-3-3 2 16,1 4-6-16,0 1-4 0,-2 0-7 0,0 3-8 16,0 0-8-16,-1 0-15 0,2 2-15 0,-2 2-20 15,-2 2-24-15,1-1-21 0,-1 3-24 0,1 0-44 16,3 1-54-16,0 3-271 0,2-4-566 0,1 1 250 15</inkml:trace>
  <inkml:trace contextRef="#ctx0" brushRef="#br0" timeOffset="-63589.78">23056 10312 64 0,'0'0'102'0,"1"8"7"0,-1-8 1 0,0 0-3 15,0 0 8-15,0 0-5 0,0 0 0 0,0 0 5 16,0 0 3-16,0 0-5 0,0 0-2 0,0 0-5 15,0 0 1-15,0 0-4 0,0 0-5 0,0 0 0 16,0 0-5-16,0 0 3 0,0 0-4 16,0 0 1-16,0 0 1 0,0 0 4 0,0 0-3 0,0 0-1 15,0 0-2-15,0 0-1 0,0 0-5 0,2 6 1 16,-2-6-4-16,0 0 2 0,0 0-6 0,0 0-6 16,0 0 2-16,0 0-2 0,0 0-1 0,0 0-6 15,0 0 1-15,0 0-1 0,0 0-4 0,0 0-3 16,0 0-4-16,0 0-6 0,0 0-6 0,0 0 7 15,0 0-16-15,0 0-4 0,0 0 8 0,0 0-10 16,0 0 2-16,0 0-7 0,0 0 1 0,0 0-10 16,0 0-6-16,25-9 8 0,-15 5-1 15,2 1-2-15,3 2 4 0,0-3-14 0,3-1 5 0,-1 2-5 16,-2 2 8-16,-3-1-5 0,0-1-6 0,0 2-4 16,-2 1-10-16,1-2 1 0,-4 1-24 0,-7 1-9 15,13-2-17-15,-13 2-14 0,14 0-18 0,-8-2-17 0,-6 2-27 16,12-1-30-16,-12 1-45 0,10-1-35 15,-10 1-19-15,0 0-197 0,0 0-502 0,9-3 222 16</inkml:trace>
  <inkml:trace contextRef="#ctx0" brushRef="#br0" timeOffset="-63306.06">23170 10175 97 0,'0'0'216'0,"-6"-4"-12"16,6 4-10-16,0 0-19 0,0 0-8 0,0 0-15 16,0 0-17-16,0 0-12 0,0 0-7 0,0 0 0 0,-9 10-1 15,9-10-2-15,-1 11-1 0,0-4 0 0,-1 1-7 16,1 3-1-16,0-1-8 0,0-1-6 0,-1 3-14 16,-1-2-1-16,3 0-9 0,0 0-7 0,-2 1-6 15,2-2-4-15,-1 2-7 0,2-2 0 0,-1 1-8 16,0 2-3-16,0-3-14 0,0 2-15 0,0-3-25 15,2 2-12-15,0-2-19 0,-2-1-22 0,1 3-38 16,1-3-27-16,0 0-31 0,1 0-28 0,-3-7-180 16,5 8-409-16,0-4 181 0</inkml:trace>
  <inkml:trace contextRef="#ctx0" brushRef="#br0" timeOffset="-62804.43">23488 10128 134 0,'2'-6'251'0,"-2"6"-9"0,3-7-12 0,-3 7-3 16,0 0-5-16,1-8-8 0,-1 8-11 0,0 0-9 16,1-7-15-16,-1 7-11 0,0 0-15 0,0 0-10 15,0 0-12-15,3-8-5 0,-3 8-7 0,0 0-9 16,0 0-1-16,0 0-20 0,0 0 6 0,0 0-5 0,0 0-12 15,0 0-1-15,0 0-9 0,0 0-9 16,0 0-5-16,0 0 0 0,0 0-5 0,0 0-1 16,0 0-1-16,0 0-3 0,0 0 1 0,0 0 4 15,0 0-8-15,0 0 0 0,0 0 3 0,0 0 6 0,0 0-8 16,0 0 8-16,2-6-6 0,-2 6 2 0,0 0-13 16,0 0 17-16,0 0-18 0,0 0 2 15,0 0-13-15,0 0 1 0,0 0-6 0,0 0-1 0,0 0-7 16,0 0-1-16,0 0-5 0,0 0-3 0,0 0-1 15,0 0-2-15,0 0 2 0,2 27 12 16,-1-18-13-16,0 2-2 0,1 6 4 0,0 0 3 16,-2 1 7-16,1 1 2 0,1 0 1 0,-2 0 7 0,1 0-2 15,-1 1 0-15,1-4 2 0,-1 1-2 0,3-5-6 16,-2 1-2-16,2-1 8 0,-2 1-2 0,0-2-13 16,0-1 18-16,-1-1-9 0,2 0 3 0,-1-3-5 15,2 0-1-15,-3-6 0 0,1 10-2 0,-1-10 0 16,0 8 1-16,0-8-4 0,1 9 3 0,-1-9-23 15,0 0-19-15,0 0-17 0,0 8-38 0,0-8-20 16,0 0-29-16,0 0-26 0,0 0-25 0,0 0-42 16,0 0-23-16,0 0-53 0,0 0-252 0,0 0-607 15,0 0 268-15</inkml:trace>
  <inkml:trace contextRef="#ctx0" brushRef="#br0" timeOffset="-62422.73">23752 10155 200 0,'0'0'250'0,"3"-5"-13"0,-3 5-12 0,0 0-11 15,0 0-10-15,6-6-14 0,-6 6-18 0,0 0-17 16,0 0-16-16,0 0-14 0,0 0-8 0,0 0-11 16,0 0-6-16,0 0-9 0,0 0-9 0,0 0-5 15,0 0-6-15,5 17-5 0,-1-13-7 0,-1 2-5 16,-3-6-1-16,3 11-7 0,0-3-7 0,1-2 3 15,1 1-1-15,1 1 0 0,-1-1-6 0,1 1-6 16,-1-1 1-16,2 2-3 0,1-1-1 0,-2 0 1 16,1-1-8-16,1 2 4 0,0-2-7 0,-3 0 4 0,3-1-2 15,-3 0-3-15,2-1-3 0,-1 0 0 0,-1-1-1 16,2 1 0-16,-4 0-2 0,1 0 0 16,0-2-4-16,-4-3 4 0,9 7 6 0,-9-7 6 15,3 7-5-15,-3-7 9 0,0 7 1 0,0-7-4 0,0 0 2 16,-9 11-4-16,2-8-4 0,-2 2 1 15,0-2-19-15,1 3-10 0,-3-4-14 0,1 0-12 16,-1-1-19-16,0 2-16 0,0-2-18 0,-1-1-18 0,3 1-19 16,-1-3-34-16,10 2-40 0,-17-5-33 15,11 3-203-15,-2-5-474 0,1 1 210 0</inkml:trace>
  <inkml:trace contextRef="#ctx0" brushRef="#br0" timeOffset="-62239.62">23846 10101 43 0,'5'-5'180'0,"2"1"-10"0,2 1-8 15,2-2-18-15,1 0-12 0,1 1-15 0,5 1-12 16,-1-2-10-16,2 3-12 0,-1 1-28 16,1-3-27-16,-5 2-46 0,2-1-37 0,-2 3-56 0,-3 0-78 15,-1 1-204-15,-2-2 91 0</inkml:trace>
  <inkml:trace contextRef="#ctx0" brushRef="#br0" timeOffset="-61750.54">24155 10108 192 0,'0'0'232'0,"1"-9"-5"0,-1 9-7 0,0 0-9 16,3-9-16-16,-3 9-11 0,6-6-12 0,-6 6-16 16,8-7-11-16,-2 4-12 0,1 0-8 0,-7 3-4 15,15-4-13-15,-9 2-8 0,4 2-9 0,2 0-3 16,-3-3-12-16,-1 3-8 0,0 3-4 0,4 0-8 16,-2 2 2-16,0-1-4 0,-3 1 1 0,0 0 5 15,1 2 9-15,0 2-1 0,-1-2-4 0,-3 2 0 16,0-1 4-16,-3 4-12 0,-2-2 5 0,-3 0 3 15,0 0-4-15,-3 1-2 0,-5 3-7 0,1-3-3 16,-4 1-4-16,0 0-3 0,1-2-5 0,-1 1-8 16,5-4 3-16,-2-2-10 0,2 2 5 0,1-2-3 15,-2-1 0-15,3 1-3 0,2-1-7 0,0-1 5 16,6-3-4-16,-11 5-1 0,11-5-4 0,-6 2 7 16,6-2-1-16,-7 3-4 0,7-3-2 0,0 0 0 15,0 0 3-15,-9 1-5 0,9-1 3 0,0 0-12 16,0 0 8-16,0 0-6 0,0 0 13 0,0 0-7 15,0 0-11-15,0 0 3 0,17 8 7 0,-17-8-5 16,9 4-3-16,-3-3 2 0,1 2 5 0,-7-3-8 16,11 5-1-16,-3-1 21 0,-1-1-20 0,0 0 5 0,0 0-27 15,0 1-15-15,-1-1-26 0,2 0-25 16,-2 0-20-16,2 2-25 0,-3-2-27 0,3 2-37 16,-3-2-45-16,1 0-26 0,-2 2-235 0,-4-5-549 15,9 7 244-15</inkml:trace>
  <inkml:trace contextRef="#ctx0" brushRef="#br0" timeOffset="-60991.36">24470 10251 100 0,'0'0'271'0,"3"-8"-9"15,-3 8-6-15,0 0-9 0,0 0-8 0,0 0-16 16,0 0-14-16,0 0 0 0,0 0-29 0,0 0-12 16,0 0-18-16,0 0-17 0,1-7-13 0,-1 7-10 0,0 0-14 15,0 0-7-15,0 0-14 0,0 0-19 16,0 0-24-16,0 0-29 0,0 0-35 0,0 0-22 16,0 0-25-16,0 0-32 0,0 0-49 0,0 0-58 15,0 0-39-15,0 0-130 0,0 0-418 0,0 0 186 16</inkml:trace>
  <inkml:trace contextRef="#ctx0" brushRef="#br0" timeOffset="-60572.22">24690 10091 112 0,'0'0'242'0,"-5"-9"-10"0,5 9-12 15,0 0 0-15,0 0-13 0,0 0-13 0,0 0-20 16,0 0-13-16,0 0-15 0,-18 10-7 0,18-10-18 16,-4 7-17-16,4-7-6 0,-3 7-8 0,3-7-7 15,0 8-3-15,0-8-1 0,0 11-5 0,0-11-4 16,2 10-11-16,1-6 6 0,1 2-15 0,-2-1-4 16,3 1-4-16,0-1-3 0,3 1-2 0,1 2-6 15,-3-2-1-15,3 0-6 0,1 1 1 0,-1-1-4 16,0 1 0-16,4 0-3 0,-4 1-4 0,1-1 2 15,0-1 1-15,-1 0-6 0,0 2-2 0,-1 0 1 16,1-4-2-16,-4 2-3 0,0-1 1 0,0 0-2 16,-1 0 0-16,1 0 1 0,-5-5 6 0,5 9-7 15,-3-4 16-15,-2-5 9 0,1 9 6 0,-1-9 5 16,-4 10 4-16,4-10-5 0,-10 9 1 0,4-6-1 16,-3 2-8-16,-3 0 0 0,-2-2 0 0,-4 2-5 15,0-1-1-15,-2 0-5 0,3-2-15 0,-1 0-13 0,5 0-18 16,-4-1-27-16,6-1-18 0,2 2-22 15,3-2-25-15,6 0-36 0,-15-2-46 0,10-2-33 16,5 4-44-16,-12-7-173 0,8 2-488 0,4 5 216 0</inkml:trace>
  <inkml:trace contextRef="#ctx0" brushRef="#br0" timeOffset="-60407.45">24738 10117 201 0,'10'-9'231'0,"-1"4"-4"16,1-4-2-16,0 5-3 0,0-4-20 0,1-1-16 15,3 4-14-15,0-3-20 0,5 1-14 0,0 0-15 16,0 0-13-16,5 1-13 0,-6 2-20 16,9-2-26-16,-7 1-32 0,-3 0-42 0,0 2-49 0,-4 3-50 15,-1-3-42-15,-1 3-178 0,-5-2-371 0,-1-2 164 16</inkml:trace>
  <inkml:trace contextRef="#ctx0" brushRef="#br0" timeOffset="-59750.49">23555 9811 14 0,'0'0'188'0,"0"0"-11"0,0 0-13 0,0 0-8 0,0 0-9 16,22 6-10-16,-5-8-5 0,11 0-5 0,10-1-10 16,13-1-9-16,3-1-9 0,-3 0-4 15,7 3-6-15,-2-5-5 0,1 3-9 0,-1-2-5 0,2 0-2 16,-5 2-10-16,-2 1-5 0,-14 0-3 0,0 0-6 16,-3-1-6-16,1 1-2 0,0 0-4 0,-3 0-4 15,-2 3-1-15,-3-2-3 0,2 0-1 0,-3 0 3 16,-7 2 1-16,-1 0 1 0,-2-3 3 0,1 3 1 15,-6 0 10-15,-2-1-6 0,3 2 1 0,-1 0-4 16,-3-1-1-16,-8 0-6 0,14 2-2 0,-14-2-2 16,12 0-1-16,-12 0-4 0,13-2-2 0,-13 2-2 15,8 2 1-15,-8-2-2 0,7 0-4 0,-7 0-10 16,0 0-13-16,9 3-15 0,-9-3-15 0,0 0-23 16,6 4-28-16,-6-4-39 0,5 4-36 0,-5-4-36 15,5 6-158-15,-5-6-395 0,4 5 175 0</inkml:trace>
  <inkml:trace contextRef="#ctx0" brushRef="#br0" timeOffset="-59378.23">25437 9593 278 0,'-8'-3'275'0,"8"3"-15"0,-10-4-5 16,10 4-9-16,-7-3 2 0,7 3-24 0,0 0-16 15,0 0-21-15,0 0-15 0,0 0-17 0,0 0-19 16,14-9-12-16,1 6-15 0,6-1-7 0,6-2-15 16,0 3-16-16,-1-3-13 0,-6 3-22 0,1 0-22 15,-2-1-21-15,2 3-21 0,-7-1-26 0,0 2-33 16,-2-2-40-16,0 1-43 0,-1 0-32 0,-5-1-37 16,-6 2-150-16,13 2-421 0,-13-2 187 0</inkml:trace>
  <inkml:trace contextRef="#ctx0" brushRef="#br0" timeOffset="-59223.71">25518 9654 241 0,'0'0'251'0,"-10"4"-20"15,10-4-7-15,0 0-9 0,-6 3-11 16,6-3-17-16,0 0-15 0,0 0-17 0,0 0-16 16,0 0-14-16,0 0-13 0,0 0-18 0,0 0-16 15,0 0-12-15,21 10-29 0,-2-7-25 0,0-3-41 0,3 3-44 16,7-2-66-16,1-1-46 0,-1 1-169 0,-3 1-382 15,4-1 170-15</inkml:trace>
  <inkml:trace contextRef="#ctx0" brushRef="#br0" timeOffset="-50422.83">26248 8993 160 0,'0'0'178'16,"0"0"-6"-16,11-3-7 0,-11 3-7 0,0 0-16 15,7-3-8-15,-7 3-1 0,4-4-7 0,-4 4-6 16,7-6-8-16,-3 2-9 0,-4 4-2 0,8-10-11 15,-6 7 0-15,2-2-3 0,-4 5 5 0,4-9-2 16,-4 9 0-16,3-7-11 0,-3 7-7 0,0-8-4 16,0 8-2-16,2-9-5 0,-2 9 11 0,0-8-9 0,0 8-1 15,0 0-6-15,0 0-7 0,-5-11-8 16,5 11-2-16,-4-7-7 0,4 7-2 0,-4-5-4 16,4 5-2-16,-5-4-6 0,5 4-1 15,-14-1-2-15,14 1 0 0,-22 6-3 0,11-4-2 0,-2 4-1 16,1-2 2-16,-3 5-4 0,3-3-2 0,3 2 1 15,-2 1-1-15,1-3-1 0,0 3 1 0,-1 1-3 16,1 0 2-16,3-1-4 0,1-1 5 0,-1 1-6 16,3 0 5-16,-1 0 6 0,0-1-9 0,3-2-1 0,0 0 0 15,2 4 0-15,0-10 2 0,0 14 0 0,7-6 5 16,-3-1-6-16,3 1-2 0,2 0 3 16,0-2 2-16,5 3 0 0,-1-4-2 0,5 2 1 0,-3-1-2 15,4-1-2-15,-6-5 4 0,5 1-1 0,0 2-2 16,-4 0 0-16,-1-3 0 0,-1 0 2 0,1-3 0 15,-4 0 1-15,4 0 2 0,-4 0 0 16,2-3-1-16,-1 1-2 0,-2-1 4 0,1-1-3 0,-5 1 4 16,4-1-1-16,-4-2-2 0,1 3 1 0,-1-4-1 15,0 0 3-15,-3 1 3 0,3-1 0 0,-1 0 6 16,1 3 2-16,-4-2 0 0,2 2-5 0,-2 7 6 16,3-12 5-16,-3 12 2 0,0-7-5 0,0 7-2 15,2-7-1-15,-2 7-2 0,0 0-10 0,2-9-3 16,-2 9-3-16,0 0 0 0,0 0 0 0,0 0-4 15,0 0 2-15,0 0 0 0,0 0 1 0,0 0-2 16,-4 35 1-16,2-19-4 0,-1 1 18 0,3 1-13 16,-2 0-2-16,0 1 12 0,-1 4-7 0,0-4 4 15,2 1-6-15,-2-1 3 0,1 0 9 0,2 0 1 16,0-2-7-16,-2 2-3 0,2-3 0 0,-2 0 4 16,2-4 0-16,2-1-2 0,-4 1 3 0,2-2 1 15,0 2-9-15,0-3 11 0,-3 1-4 0,3-3-5 16,0-7 5-16,0 14 3 0,0-8-2 0,0-6-7 15,-4 13 7-15,4-8-14 0,0-5-13 0,-2 12-18 16,0-7-23-16,2-5-23 0,-2 8-22 0,2-8-27 16,-8 9-43-16,8-9-33 0,0 8-29 0,0-8-33 15,0 0-145-15,0 0-447 0,0 0 198 0</inkml:trace>
  <inkml:trace contextRef="#ctx0" brushRef="#br0" timeOffset="-50223.48">26567 9209 171 0,'0'0'224'0,"0"0"-1"0,0 0-13 0,0 0-14 15,0 0-11-15,7-5-17 0,-7 5-14 0,0 0-13 16,0 0-19-16,0 0-13 0,0 0-9 0,0 0-11 16,0 0-16-16,0 0-9 0,0 0-18 0,0 0-18 15,0 0-25-15,0 0-27 0,0 0-27 0,0 0-45 16,0 0-26-16,0 0-29 0,0 0-160 0,10 13-336 15,-10-13 149-15</inkml:trace>
  <inkml:trace contextRef="#ctx0" brushRef="#br0" timeOffset="-49773.53">26883 9043 168 0,'0'0'235'16,"0"0"-7"-16,0 0-16 0,5-2-11 0,-5 2-13 16,0 0-18-16,0 0-10 0,0 0-14 0,0 0-12 15,0 0-8-15,0 0-8 0,0 0-3 0,0 0-9 16,0 0-4-16,-13 16-8 0,5-10-4 0,2 2-3 16,-1 0-5-16,-1 1-5 0,0 2-5 0,1-1-10 15,-1-1-1-15,3 2-9 0,1-1-2 0,-4 2-8 16,4 0 1-16,2-3-7 0,-2 3-2 0,4-3-6 15,-2 2-2-15,2-1-1 0,2-1 0 0,0 1-2 16,2-1 0-16,0-1-4 0,4 0 1 0,-2-1-6 16,1-1-2-16,2 1 0 0,1-4 5 0,-2-1-4 15,3 0 2-15,1-1-6 0,-1-1 2 0,3 1-1 16,-1-1 0-16,-4-2 2 0,5-1-1 0,-1-1 0 16,-2 0-2-16,0-2-1 0,-2-1 2 0,2-2-4 0,-2 2 1 15,-4-2-6-15,4-2 7 0,-5 0-3 0,0 0-4 16,0-1 6-16,0 0-3 0,-2-2-8 15,-2-3 3-15,0 5-8 0,-4 0-5 0,-2 0 5 0,0-3-5 16,1 5-10-16,-1-1-3 0,-3 2-4 0,-5-4-7 16,5 8-22-16,-5-2-13 0,-1 1-19 0,-3 3-12 15,1 2-22-15,-2 0-22 0,0 3-33 0,-2 0-40 16,2 3-201-16,-2-2-456 0,3 4 202 0</inkml:trace>
  <inkml:trace contextRef="#ctx0" brushRef="#br0" timeOffset="-49204.62">26176 8937 22 0,'0'0'127'0,"6"-5"-10"0,-6 5-6 16,5-5-8-16,-5 5-21 0,9-4 9 0,-9 4-7 15,9-3-4-15,-2 1-2 0,1-1-6 0,2 1-3 0,1 0 9 16,2 0-10-16,5 1 6 0,-1-1-10 15,0-1-6-15,3 3-1 0,-4-2-9 0,2 4-1 16,-1-2-6-16,-5 0-3 0,-1 1-6 0,1 1 1 16,-1 1-1-16,-2-1 2 0,-5 2-1 0,4 1 5 0,-2 0 3 15,-2 1 1-15,1-1-3 0,-1 0-5 16,-4 0-1-16,0-5-4 0,8 12-2 0,-6-7-4 16,-2 3 1-16,0-8-6 0,0 11 3 0,0-3-4 0,0-8 0 15,0 11-4-15,-2-5-8 0,2-6-8 16,-6 12-20-16,6-7-29 0,-2 3-30 0,0-1-31 15,2-7-34-15,-2 11-149 0,2-11-321 0,-5 8 143 16</inkml:trace>
  <inkml:trace contextRef="#ctx0" brushRef="#br0" timeOffset="-48489.5">27382 8942 140 0,'0'0'231'0,"0"0"-10"15,2-5-11-15,-2 5-13 0,0 0-17 0,0 0-11 16,0 0-19-16,0 0-11 0,0 0-16 0,0 0-8 16,0 0-5-16,0 0-12 0,0 0-7 0,0 0-2 15,-17 21-5-15,11-12 2 0,0-1-9 0,2 0-5 16,-1 2-5-16,-1 1 2 0,3 0 0 0,-6 5-3 15,2-1-4-15,1 0-2 0,3 1-7 16,-3 0-4-16,1 0-4 0,5-1 10 0,-5 2-14 0,5-5-6 16,-2-1 5-16,0-1-9 0,2 2-5 0,0-1-2 15,0-2-1-15,2 2 0 0,0-5-5 0,3 4 4 16,0-1-4-16,4-2-1 0,-1-1-1 0,1 0-2 16,1 0 3-16,1-2-2 0,2 2-1 0,0-3-2 15,-1-2-4-15,1 0 5 0,0-1-5 0,0 0 5 16,0-1-6-16,-3-2 2 0,0 0 0 0,-1-1 1 15,0 2-1-15,-2-4-2 0,-1 1-1 0,-3-2 0 16,1 2 1-16,-4 5 7 0,2-13-12 0,-2 6 2 0,0 7-6 16,-4-12 3-16,-2 4-5 0,-2 5 5 0,-1-3-8 15,1 2-2-15,-6 2-5 0,4-2-10 16,-3 3-7-16,-1 1-13 0,1-1-13 0,-5 3-14 16,1 1-17-16,3-1-23 0,-3 3-24 0,4 1-27 0,2-3-40 15,3 2-35-15,-2 1-184 0,4-1-454 16,2-4 201-16</inkml:trace>
  <inkml:trace contextRef="#ctx0" brushRef="#br0" timeOffset="-47780.74">27725 8942 4 0,'0'0'204'15,"-8"-3"-7"-15,8 3-6 0,-7-8-10 0,3 4-14 16,4 4-18-16,-10-5-6 0,10 5-5 0,-9-4-6 16,9 4-8-16,-8-7-3 0,8 7-7 0,-7-3-10 15,7 3-1-15,-8-4-7 0,8 4-4 0,-6-3-10 16,6 3-6-16,0 0-11 0,0 0-4 0,0 0-10 16,-7-2-1-16,7 2-6 0,0 0-8 0,0 0-5 0,0 0-3 15,0 0-2-15,0 0 0 0,0 0-4 0,28-2-3 16,-15 1-2-16,1 2-2 0,-1-1 0 15,0 0-1-15,7 2-4 0,-6-4 14 0,-1 4-17 0,0-1 3 16,1-1-6-16,-3 1 3 0,2-1-1 0,-3-1 0 16,-1 1-2-16,-9 0 5 0,14 1-5 0,-6-1-1 15,-8 0-2-15,7 0 2 0,-7 0-4 0,0 0 3 16,12-1 1-16,-12 1-1 0,0 0 2 0,0 0 1 16,0 0 1-16,9 1 0 0,-9-1-3 0,0 0 2 15,0 0 2-15,0 0-1 0,0 0-2 0,8 2-1 16,-8-2 0-16,0 0-5 0,0 0 1 0,0 0 5 15,1 6 4-15,-1-6 3 0,0 0 3 0,0 13 6 16,0-13 1-16,-3 13 1 0,1-4 1 0,2 2 6 16,-4 1 2-16,3 2 0 0,-1-2 6 0,0 5 5 15,-2-1 0-15,-1 0-3 0,4 0-5 16,1-3 0-16,-3 0 1 0,0 4 1 0,1-1 14 0,-1-7-17 16,1 4-7-16,1-3 5 0,-1 2-10 0,1-1 1 15,-3-2-3-15,4-3-3 0,-2 4 1 0,2-3-2 16,0-7-1-16,-3 15-1 0,-1-9-5 0,4-6 5 15,-1 10-2-15,1-3 1 0,0-7-4 0,-2 8-7 16,2-8-9-16,-2 8-14 0,2-8-28 0,0 0-11 16,-2 6-18-16,2-6-14 0,0 0-13 0,0 9-23 15,0-9-31-15,0 0-30 0,0 0-30 0,0 0-37 0,0 0-170 16,0 0-462-16,0 0 204 0</inkml:trace>
  <inkml:trace contextRef="#ctx0" brushRef="#br0" timeOffset="-47607.12">27804 9110 102 0,'0'0'192'0,"-1"-9"-8"0,1 9-9 0,0 0-9 0,0 0-20 16,0 0-9-16,0 0-15 0,14-5-15 0,-7 5-17 16,7-1-24-16,-1 1-30 0,4-2-44 15,3-1-36-15,8 1-48 0,1 0-139 0,-10 0-248 16,10 0 110-16</inkml:trace>
  <inkml:trace contextRef="#ctx0" brushRef="#br0" timeOffset="-47356.05">28312 8955 98 0,'0'0'265'0,"0"0"-6"0,0-10-12 16,0 10-17-16,0 0-13 0,0 0-19 0,0 0-20 15,0-6-22-15,0 6-18 0,0 0-13 0,0 0-15 16,0 0-11-16,0 0-10 0,0 0-10 0,16 10-5 16,-9-3-7-16,1 0-2 0,2 1-8 15,1 4-4-15,-2-3-5 0,2 0-6 0,-2 0-3 0,2 3-5 16,3-1-1-16,-3 1-5 0,2-2-3 0,-4-2 2 16,0 0-5-16,2 4-22 0,-2-5-23 0,-2 2-26 15,2-3-29-15,1 1-45 0,-4-2-34 0,0 0-40 16,-1-1-23-16,-5-4-157 0,5 3-406 0,-5-3 180 15</inkml:trace>
  <inkml:trace contextRef="#ctx0" brushRef="#br0" timeOffset="-47123.54">28575 8950 70 0,'0'-11'236'0,"0"11"-12"0,0 0-20 0,0 0-16 16,-4-10-14-16,4 10-12 0,0 0 2 0,0 0-7 15,-21 13 1-15,6-4-8 0,-1 1-8 0,-1 2-8 0,2 1-11 16,-5 4 1-16,-2-3-20 0,1 2-7 16,5-2-8-16,1-2-12 0,-1 0-5 0,3 0-7 15,-1 0-7-15,1 0-8 0,3 1-23 0,-3-2-28 16,6-3-29-16,-1 2-23 0,1-1-35 0,0 1-43 0,3-3-48 16,-1 1-35-16,4-1-179 0,-1-1-424 15,2-6 187-15</inkml:trace>
  <inkml:trace contextRef="#ctx0" brushRef="#br0" timeOffset="-46837.53">28754 8828 68 0,'5'-6'266'0,"-1"2"-20"15,-4 4-14-15,6-6-14 0,-6 6-18 0,6-5-18 16,-6 5-21-16,0 0-15 0,0 0-2 0,0 0 9 15,9 11-4-15,-6-1-8 0,-2 1-4 0,1 4 0 16,-4 0-7-16,2 2-10 0,0 0-1 0,2 2-3 16,-1 0 3-16,-1-2-13 0,1-1-10 0,-2 0-12 15,2-1-4-15,-1 2-9 0,0-1-5 0,0-3-6 16,-1-3-3-16,2 1-15 0,-2 1 6 0,1-3-7 16,1 3-23-16,2 0-27 0,-2-5-35 0,-1 4-26 15,1-1-26-15,-1-1-18 0,2 1-32 0,-1-2-31 16,-1-8-47-16,1 10-27 0,-1-10-220 0,0 0-510 15,2 8 227-15</inkml:trace>
  <inkml:trace contextRef="#ctx0" brushRef="#br0" timeOffset="-46521.3">28997 8987 179 0,'0'0'219'0,"0"0"-4"16,6 9-8-16,-6-9-11 0,0 8-15 0,0-8-12 15,1 9-12-15,-1-9-11 0,2 10-13 0,-1-4-15 16,2 0-8-16,-1 1-11 0,-2-7-7 0,7 12-5 0,-2-7 1 16,2 0 2-16,1 2-1 0,2-2 2 15,0-3-10-15,3-1-3 0,0-1-9 0,1 2-4 16,-2-2-8-16,2-2-3 0,-3 1 4 0,1 0 2 16,-2-2-2-16,-2 1-2 0,-1-2 9 0,1 0 0 0,-3-1-2 15,0 0-11-15,-1 0 0 0,-4 5-7 16,4-13-1-16,-4 3-5 0,0 10-5 0,-5-16-7 15,1 5 5-15,-1 2-17 0,-3-1 14 0,0 3-18 0,-1-1-8 16,0 1-6-16,-2 3-13 0,1-3-8 0,-4 2-18 16,2 2-16-16,-1 0-24 0,1 2-24 0,-1-1-23 15,-2 2-26-15,3 2-42 0,-2-2-37 0,2 0-38 16,2 1-155-16,10-1-462 0,-12-1 204 16</inkml:trace>
  <inkml:trace contextRef="#ctx0" brushRef="#br0" timeOffset="-46324.27">29077 8774 238 0,'0'0'267'0,"0"0"-11"0,0 0-12 0,-5-6-14 0,5 6-21 15,0 0-6-15,0 0-32 0,0 0-14 0,17-4-21 16,-4 3-16-16,3-1-19 0,6 0-17 0,0 0-25 15,6-1-34-15,2-1-40 0,0 1-52 0,-3 1-50 16,-5-2-55-16,-3 2-184 0,0-1-383 0,-3 0 169 16</inkml:trace>
  <inkml:trace contextRef="#ctx0" brushRef="#br0" timeOffset="-45890.43">29425 8401 165 0,'0'-5'268'16,"0"5"-16"-16,5-11-19 0,-5 11-11 0,1-6-19 16,-1 6-20-16,0 0-20 0,3-8-19 0,-3 8-21 15,0 0-13-15,0 0-9 0,0 0-14 0,0 0-7 0,0 0-10 16,0 0-7-16,0 0-2 0,6 24-8 16,-3-18-4-16,-1 6-4 0,4-4-3 0,-1 2-3 15,2-1-4-15,2 5-1 0,2-5-3 0,2 1-2 0,3-1-3 16,-1-1 2-16,2-1-8 0,2-1 3 15,1 0-1-15,-2-5-5 0,10 1 1 0,-10-2-2 16,-1 0-3-16,2 0-1 0,-7-2 3 0,0 1 2 16,-1-2-3-16,-1 0-3 0,0-4-2 0,-1 1 15 0,-1 0-16 15,-2 1 6-15,0 0 5 0,-2-1-4 0,0-1 8 16,0 3 4-16,-1-3 5 0,0-1 5 16,-3 8 1-16,6-4-3 0,-6 4-5 0,2-7-4 15,-2 7 2-15,0 0-13 0,4-8-9 0,-4 8-4 16,0 0 1-16,0 0-1 0,0 0 0 0,-4 23 2 0,2-10 2 15,-2 2-3-15,-1 4 5 0,-1-2-2 16,0 10 1-16,-4 0 2 0,5 1-2 0,-4-1 3 16,1-1-1-16,1 2-13 0,0-1-26 0,2 2-31 0,1-1-18 15,0 1-29-15,-5-2-55 0,8-1-59 0,-1 2-69 16,2-9-150-16,-7 1-477 0,5-1 211 0</inkml:trace>
  <inkml:trace contextRef="#ctx0" brushRef="#br0" timeOffset="-45384.61">29911 9017 151 0,'0'0'222'0,"0"0"-6"0,0 0-2 16,1 9-4-16,-1-9-9 0,0 0-10 0,-9 15-5 16,5-7-13-16,0 1-5 0,-3 2-13 0,0-2-15 15,3 3-14-15,-1-2-8 0,0 0-14 0,0-2-2 16,0 2-12-16,0-1-6 0,2 1-11 0,1-6-5 15,2-4-3-15,-4 9-5 0,3-4 0 0,1-5 6 16,-4 8 4-16,4-8 7 0,0 0 11 0,-3 9 7 16,3-9 6-16,0 0 20 0,0 0 6 0,0 0 6 15,0 0 8-15,0 0-9 0,0 0-12 0,0 0-13 16,0 0-11-16,0 0-10 0,3-34-11 0,1 23-8 16,-2 0-15-16,3-5-14 0,2-1-6 0,0-2-17 15,1 2-8-15,0-2-1 0,3-8-4 0,1 3 3 16,-1 1-10-16,2 0-12 0,-2-2 2 0,1 2-1 15,-1 1 3-15,1 0 1 0,-4 6-1 0,3 2 6 16,-3 0 4-16,-3 4-5 0,0 2 2 0,0 2-3 16,-1 1 3-16,0 0-10 0,-4 5 5 0,5-6-8 0,-5 6 2 15,0 0-8-15,0 0 8 0,0 0 3 16,13 11 3-16,-7-1-5 0,-2 0 16 0,2 6-19 16,-2 0 8-16,1 1 0 0,0 1 25 0,2 0-3 15,-4 0 14-15,1-1-9 0,2 0 2 0,-3 0 3 0,1-2 6 16,0 1-1-16,0-4-3 0,-2 0-2 0,0 0-1 15,0 2 0-15,-1-4-2 0,1 0-5 0,0-1 4 16,1-1-12-16,-1 1 11 0,0-2-7 16,-1-1 6-16,-1-6-12 0,4 16-18 0,-3-9-22 0,2-2-37 15,-3-5-32-15,5 8-27 0,-3-3-18 0,0 1-23 16,-2-6-9-16,1 11-23 0,-1-11-35 0,2 7-27 16,-2-7-30-16,0 0-231 0,0 0-573 0,0 0 255 15</inkml:trace>
  <inkml:trace contextRef="#ctx0" brushRef="#br0" timeOffset="-45223.55">29925 9052 188 0,'0'0'248'0,"-9"-5"-4"0,9 5-12 16,-5-6-14-16,5 6-19 0,0 0-19 0,0 0-23 16,11-8-14-16,2 6-16 0,9-1-15 0,8 1-23 15,5-1-30-15,3 2-40 0,14-3-58 0,-13 3-52 16,12 0-47-16,-13 2-187 0,-1-3-352 0,-1 0 157 15</inkml:trace>
  <inkml:trace contextRef="#ctx0" brushRef="#br0" timeOffset="-44507.39">26695 9659 124 0,'-16'0'180'0,"0"-1"-5"0,5 1 0 0,-2-3-2 15,6 3-9-15,7 0-4 0,-14-1-11 0,14 1-18 16,-11-1-8-16,11 1-11 0,0 0-6 0,-9 1-4 16,9-1 0-16,0 0 2 0,0 0-3 0,32 1-2 15,-1-1-2-15,18-2-11 0,9 0-8 0,35-2-11 16,1-1-5-16,8-2-1 0,10 0-8 0,11 2 1 15,5 1-15-15,7 0-3 0,4 0-6 0,9-2 0 16,0-2-2-16,6 5-4 0,5-3-6 0,-4-2 1 16,6 1-6-16,-2-5 3 0,1 2-15 0,-3 1 1 15,-5-1-3-15,-12 3 2 0,0 0-1 0,-9 3 4 16,-10-2-5-16,-10 1 1 0,-10 1 6 0,-12-2 3 16,-31 5 2-16,-8-1 6 0,-12-1-4 0,-1 2 6 15,-5-1-3-15,-1 1-2 0,-4 1 5 0,-11-1 9 16,2 0 3-16,-6 1 8 0,-2-2-2 0,-1 2 3 15,-3-1 4-15,-6 1 1 0,12-1 9 0,-12 1 2 16,0 0-15-16,11 0-5 0,-11 0-3 0,0 0-13 16,0 0 3-16,9-2-12 0,-9 2-14 0,0 0-12 15,0 0-25-15,0 0-24 0,0 0-36 0,0 0-30 0,0 0-39 16,-37-1-56-16,26 1-57 0,-7-2-174 16,4 2-493-16,-4-1 219 0</inkml:trace>
  <inkml:trace contextRef="#ctx0" brushRef="#br0" timeOffset="-33507.57">17955 11894 169 0,'-4'-8'257'0,"2"3"-12"0,-2-3-7 16,3 0-7-16,1 8-11 0,-3-9-11 0,3 9-6 15,-5-7-19-15,5 7-16 0,0 0-15 0,0 0-17 16,-2-8-18-16,2 8-14 0,0 0-11 15,0 0-13-15,0 0-14 0,0 0 0 0,0 0-10 0,0 0-6 16,13 21-6-16,-4-8-2 0,2 6 4 0,3 4-12 16,0 0-6-16,4 5 5 0,-2-2-4 15,3 3-2-15,-1-2-1 0,-2-4-4 0,1 4-3 0,-2-4 5 16,1-2-1-16,-2 2-11 0,-1-6 4 0,-1 0-4 16,-2-3 1-16,1 1 0 0,1-2-3 15,-4-3-1-15,0-2 1 0,-3 0 2 0,2-2-5 0,-3-1 2 16,0 0 0-16,-4-5 4 0,7 6 21 15,-7-6 19-15,5 6 15 0,-5-6 9 0,0 0 10 0,0 0-13 16,0 0-1-16,0 0 3 0,12-14-16 0,-10 4-12 16,4-5-2-16,-3 1-3 0,4-3-6 0,-3-3 0 15,1-5-5-15,-1 6-4 0,3-7-3 0,1 0-3 16,1 1 0-16,-1-1 3 0,-1 2-6 0,0 6-6 16,4-6-9-16,-3 1 11 0,-3 3-1 0,0 2-5 15,3-1 1-15,-3 3-1 0,1 0-3 0,-2 5-2 16,0 0 1-16,0 0 4 0,-1 3 0 0,0 0-8 0,1 2-4 15,-2 1 5-15,-2 5-6 0,4-9-8 16,-4 9-16-16,3-6-13 0,-3 6-19 0,0 0-22 16,2-7-22-16,-2 7-22 0,0 0-15 0,0 0 0 15,0 0-1-15,0 0-4 0,0 0-19 0,8 14-39 16,-7-6-6-16,3-3-30 0,-1 7-19 0,-1-1-171 16,1 1-465-16,1-1 206 0</inkml:trace>
  <inkml:trace contextRef="#ctx0" brushRef="#br0" timeOffset="-32538.52">18578 12162 173 0,'0'0'193'0,"-2"-8"-2"0,2 8 0 0,0 0-5 16,0 0-13-16,0 0-10 0,0 0-4 0,0 0-11 16,-1-10-9-16,1 10-5 0,0 0-8 0,0 0-4 15,0 0-7-15,0 0-2 0,0 0-7 0,0 0-4 16,0 0-3-16,0 0-12 0,0 0-3 0,0 0-7 15,-18 18-8-15,12-11-3 0,-1 2-11 0,2 0 3 16,-1 2-6-16,-1 5-6 0,1 0-3 0,1-1 0 16,0 1-5-16,2-4-6 0,-1 4-1 0,3-1-4 15,0-3-2-15,1-1-8 0,2 5 5 0,0-6-5 16,0 1-2-16,1-2-1 0,-1 3 5 0,4-4-9 16,-1 0 2-16,0-2 0 0,1 1 0 0,2 0 2 15,2-2 2-15,1-4-7 0,2 3 10 0,0-3-3 16,-1-1-1-16,5-2-2 0,-4-2-1 0,-1 1-1 15,2-3 7-15,-1 2-4 0,-1-2-2 0,1-3 1 16,-3 0 0-16,0 1-1 0,0-4-5 0,-3 3 4 16,0-1-3-16,-2-3-1 0,0-5 0 0,-3 8 1 15,0-2-5-15,-1 0 0 0,-4-1-1 0,-1-5 3 16,1 5-2-16,-5-2-3 0,-1 0 6 0,-1 2-4 16,0 0-9-16,-3 1 10 0,0 1-1 0,3 3-1 0,-4-2-4 15,2 2 4-15,1 2-5 0,-2 2-1 0,2 0-1 16,0 0-11-16,1 1-6 0,-1 0-16 15,2 3-13-15,9 0-14 0,-17 2-13 0,12-1-17 16,-3 3-5-16,2 0-11 0,2 2-16 0,-4 1-33 0,6 0-47 16,1 1 0-16,1 3-29 0,0-5-155 0,0-6-425 15,11 13 189-15</inkml:trace>
  <inkml:trace contextRef="#ctx0" brushRef="#br0" timeOffset="-32339.99">19047 12132 168 0,'0'0'254'0,"8"-2"-9"0,-8 2-8 15,7-4-12-15,-7 4-9 0,0 0-21 0,10-3-12 16,-10 3-19-16,14-4-15 0,-5 3-16 0,5-2-12 16,0 2-10-16,5-2-12 0,2 0-9 15,1 2-13-15,1-1-23 0,-4 0-27 0,3-1-29 0,-1 1-39 16,-3 2-38-16,-4 0-52 0,-1 0-34 0,0 0-30 15,-3 0-162-15,-5 2-385 0,-5-2 172 0</inkml:trace>
  <inkml:trace contextRef="#ctx0" brushRef="#br0" timeOffset="-32155.92">19163 12223 50 0,'0'0'222'0,"-8"4"-7"0,8-4-3 0,0 0-5 0,-6 3-8 16,6-3-12-16,0 0-10 0,0 0-13 0,-3 7-10 15,3-7-5-15,0 0-14 0,0 0-16 0,22-1-8 16,-11-2-14-16,2 2-17 0,0-1-19 0,0-1-20 16,0-1-24-16,5 1-33 0,-1 0-40 0,1-1-47 15,0-1-38-15,0-2-50 0,-1 4-158 0,-2-4-377 16,-1 3 167-16</inkml:trace>
  <inkml:trace contextRef="#ctx0" brushRef="#br0" timeOffset="-28807.08">19902 11793 83 0,'-6'-5'229'0,"6"5"-7"15,-7-9-13-15,4 5-9 0,3 4-8 0,-4-8-4 16,4 8-11-16,0 0-7 0,-6-8-16 15,6 8-10-15,0 0-12 0,0 0-8 0,-2-6-14 16,2 6-11-16,0 0-11 0,0 0-8 0,0 0-9 0,0 0-9 16,0 0-7-16,-4-6-9 0,4 6-3 0,0 0-4 15,0 0-6-15,0 0-3 0,0 0-3 0,0 0-5 16,16 18-2-16,-9-10 1 0,-1 1-3 0,0 0 2 16,3 1-3-16,-1 3-3 0,0-3 0 0,-1 3 1 15,5 0-5-15,-6-1 0 0,2-2-1 0,-2 0 0 16,4 4 1-16,-1-1 0 0,-2-2-2 0,2-1 4 15,-3 0-6-15,1-1 2 0,-1 1 1 0,-1 0 1 16,3-1-3-16,-2-1 1 0,1 0 6 0,-2 1-8 16,0-1 2-16,-1-3-2 0,-1 1 1 0,1-1 2 15,-4-5-5-15,7 6 3 0,-5-2-1 0,-2-4 1 16,4 6 0-16,-4-6 3 0,0 0 17 0,3 6 22 16,-3-6 16-16,0 0 20 0,0 0 9 0,0 0-1 15,0 0 7-15,0 0-17 0,0 0-13 0,15-19-7 16,-13 10 1-16,1-1-6 0,1-3 0 0,1-4-15 15,-1 0-8-15,1 0-1 0,0-2-2 0,0 0-9 16,2-6 4-16,-5 6-10 0,1 0 6 0,1 2 7 16,1-2-19-16,-2-1 0 0,0 8-3 0,2-4-1 15,-2-1 0-15,-1 5-3 0,0 2-6 0,0 1 0 16,-2-4 3-16,3 4-6 0,-2-2-1 0,0 5 3 0,1-2-1 16,0 2-2-16,-2 6-20 0,1-10 0 0,-1 10-9 15,4-7-16-15,-4 7-22 0,0 0-19 16,1-7-17-16,-1 7-8 0,0 0-3 0,0 0-6 15,0 0-8-15,0 0-15 0,9 21-17 0,-7-8-25 0,0 3-10 16,-1 0-20-16,3 3-13 0,0 0-184 0,-1 0-454 16,-1 0 201-16</inkml:trace>
  <inkml:trace contextRef="#ctx0" brushRef="#br0" timeOffset="-28523.49">20335 11983 25 0,'9'0'232'0,"-9"0"-7"0,0 0-6 0,0 0-8 16,0 0-5-16,0 0-8 0,0 0-15 0,0 0-10 0,0 0-12 16,0 0-16-16,0 0-12 0,0 0-7 0,0 0-10 15,0 0 2-15,0 0-23 0,0 0-3 0,-27 3-8 16,19 2 0-16,1-1-5 0,-2 4-2 0,2 0 1 16,-3-1-11-16,4 2-9 0,-1-3-3 0,1 4-7 15,-1-1-1-15,0 1-5 0,0 0-1 16,4 0-4-16,-1-2-4 0,1 0-2 0,1 1 1 0,0 1-9 15,4-1-4-15,-2-9 3 0,1 17 1 0,3-10-6 16,1 1-12-16,3-1-15 0,-2 1-18 0,3-2-24 16,-1 0-23-16,2-1-27 0,2 1-39 0,0-2-34 15,1-3-30-15,0 1-26 0,-1-1-31 0,1-1-135 16,1-3-430-16,0 2 191 0</inkml:trace>
  <inkml:trace contextRef="#ctx0" brushRef="#br0" timeOffset="-28273.54">20643 11997 137 0,'0'0'231'0,"1"-7"-12"0,-1 7-4 0,0 0-4 0,0 0-15 15,-8-9-10-15,8 9-8 0,-11 1-6 16,11-1-8-16,-18 6-10 0,8 0-4 0,-2 1-14 16,1 1-5-16,-3 2-7 0,0 1-6 0,1 2-4 0,-1-2-10 15,6-1-4-15,0 1-11 0,-2 2-7 16,4-3-8-16,2 0 0 0,-1 1-8 0,1 0-8 0,3-1-3 15,-1-2-7-15,2-1-2 0,-1 3-11 16,4 0 0-16,-1-4 1 0,2-1-9 0,0 1-10 0,3 3-15 16,1-5-24-16,1 2-19 0,0 0-31 0,3-3-31 15,-2-2-37-15,2 0-48 0,0 2-32 16,1-3-39-16,1 0-198 0,-1-3-495 0,0 0 220 16</inkml:trace>
  <inkml:trace contextRef="#ctx0" brushRef="#br0" timeOffset="-27995.81">20871 12073 252 0,'0'0'263'16,"3"-7"-7"-16,-3 7-8 0,0 0-20 0,0 0-21 16,9-4-19-16,-9 4-15 0,17-4-18 15,-7 1-9-15,2 2-6 0,1-3-7 0,0 4-11 0,6-4-1 16,-2 1-2-16,0 0-12 0,-3 2-6 0,4-3 3 15,-6 4-2-15,2-2 1 0,-2 1-4 0,-3-1-6 16,0 2 1-16,-1-2-9 0,-8 2 15 0,10-1-27 16,-10 1-3-16,9-1 12 0,-9 1-23 0,0 0-5 15,0 0-4-15,10-2-12 0,-10 2-7 0,0 0-10 16,0 0-15-16,0 0-15 0,8 0-30 0,-8 0-29 16,0 0-39-16,0 0-46 0,0 0-39 0,0 0-69 15,0 0-56-15,0 0-197 0,0 0-555 0,0 0 246 16</inkml:trace>
  <inkml:trace contextRef="#ctx0" brushRef="#br0" timeOffset="-27622.49">21443 11717 13 0,'-16'-3'218'0,"11"3"-11"0,5 0-5 16,-14-1-6-16,14 1-9 0,-9 0-11 0,9 0-7 15,-9-2-18-15,9 2-12 0,0 0-15 0,-10 2-8 16,10-2-9-16,0 0-12 0,0 0-4 15,0 0-7-15,0 0-3 0,0 0 0 0,0 0-5 0,0 0-7 16,30 1-5-16,-13-1-7 0,3 0 1 0,3 0-9 16,5 0-7-16,0-3-3 0,-1-1-7 0,-1 4 0 15,-6 0-8-15,-1-3-8 0,0 2-21 0,-5 2-25 16,-1-1-28-16,1 0-40 0,-2 1-50 0,0-1-50 16,-3 2-32-16,-2 0-142 0,-7-2-402 0,7 2 178 15</inkml:trace>
  <inkml:trace contextRef="#ctx0" brushRef="#br0" timeOffset="-27174.6">21601 11697 172 0,'0'0'211'16,"0"0"-17"-16,0 0-16 0,0 0-15 0,0 0-13 15,0 0 3-15,-6 10 3 0,5-1-3 0,1 1-8 16,-3 1-7-16,3 6-3 0,-1 1-4 0,0 3-13 0,-1 3-4 15,1 0-7-15,1-6-4 0,0 1-9 0,0 0-5 16,1-1-6-16,1 0-3 0,0-1-2 0,-1-3-9 16,2 0-3-16,-2-4-8 0,2 1-7 15,-1 1-3-15,2-2-8 0,-4-3 0 0,1-2-4 0,1 3 1 16,-2-8-5-16,1 12-5 0,0-7-1 0,0 2-4 16,-1-7-1-16,0 0-6 0,-3 11 8 0,3-11-4 15,-5 9-6-15,1-7 3 0,4-2-1 0,-12 6-4 16,4-4-5-16,-3 1-2 0,1 0 1 0,-3-1-3 15,-1-1-1-15,-4 0 3 0,3 1-4 0,-1 2 2 16,2-4-2-16,2 1 5 0,-1 0-4 0,1-1-2 16,1 2 0-16,1-2 0 0,-1 2 3 0,11-2-4 15,-11 0 2-15,11 0 2 0,-10 2-2 0,10-2 4 16,0 0-4-16,-9-1 0 0,9 1 4 0,0 0 0 16,0 0-1-16,0 0 3 0,0 0 5 0,0 0 0 15,0 0 0-15,0 0-1 0,34 1 2 0,-22-1 0 16,6-1-2-16,1 0-2 0,0 2 5 0,3-2-17 15,-1-1-11-15,1 2-24 0,0-2-24 0,6 1-33 16,-6 1-44-16,-3-1-46 0,4-2-49 0,-3 2-47 16,-2 1-171-16,3-3-491 0,-5 3 217 0</inkml:trace>
  <inkml:trace contextRef="#ctx0" brushRef="#br0" timeOffset="-26516.79">22390 11827 240 0,'-3'-12'306'0,"3"12"-7"0,-2-8-2 0,2 8-6 0,0-7-21 16,0 7-3-16,0 0-27 0,0 0-21 0,0 0-25 15,0 0-25-15,0 0-16 0,0 0-17 0,0 0-10 16,0 0-2-16,0 0-5 0,0 0-8 0,-2 33 7 16,1-16 1-16,1-2-4 0,0 5 1 0,0-4-13 15,-1 4-13-15,1-2-2 0,0-1-5 0,-1 2-5 16,1-2-13-16,-2 0 2 0,2-4-8 0,0 2 4 15,0 3-16-15,0-5-4 0,0 2-1 0,-1-4-7 16,2 2-3-16,1-1-8 0,-4-2-29 0,4 1-21 16,-2-5-29-16,1 2-38 0,-1-8-21 0,0 14-28 15,0-7-21-15,0-7-25 0,0 10-8 0,0-10-18 16,-1 7-10-16,1-7-15 0,0 0-19 0,0 0-41 16,-8 3-157-16,8-3-493 0,0 0 218 0</inkml:trace>
  <inkml:trace contextRef="#ctx0" brushRef="#br0" timeOffset="-26173.59">22367 11822 22 0,'6'-15'214'0,"1"-2"-3"0,2 3-8 16,0 0-6-16,1 3-9 0,-1 1-6 0,1 2-11 16,1 2-14-16,0 0-13 0,2 2-6 0,-1 1-18 0,0 3-13 15,0 0-7-15,-1 4 4 0,-1 2-5 0,-2 2 4 16,-1 3-7-16,0-2 11 0,-5 3-6 15,-2 1-5-15,-2 4 0 0,-5 0-1 0,0-1-4 16,-2 0-4-16,-3 1-9 0,-2-2-6 0,1 0-4 16,-1-2-2-16,1-1-5 0,1 0-6 0,0-4-3 0,3-2-2 15,0 2-4-15,2-4 0 0,2 0-5 0,-1 0-8 16,6-4 2-16,-7 4-8 0,7-4 4 16,-5 6-9-16,5-6-2 0,0 0 2 0,-7 4-3 0,7-4 7 15,0 0-12-15,0 0-3 0,0 0 1 16,0 0-3-16,17 7-1 0,-9-6-3 0,3 1 4 0,2-1-19 15,0 1-2-15,4 2-20 0,1-2-19 0,-1 1-22 16,1 0-23-16,1 1-27 0,1 0-30 0,0-1-49 16,0-1-47-16,1-1-44 0,-2 1-187 0,-1 0-518 15,-4-2 230-15</inkml:trace>
  <inkml:trace contextRef="#ctx0" brushRef="#br0" timeOffset="-25834.53">22841 11943 146 0,'4'-6'282'0,"-4"6"2"0,0 0-7 0,0 0-7 16,1-9-12-16,-1 9-11 0,0 0-26 0,0 0-20 15,0 0-14-15,0 0-7 0,0 0 8 0,0 0 1 16,0 0 10-16,1 21-7 0,-1-12-8 0,-1 2-3 16,0 2-13-16,-2-1-8 0,1 5-2 0,-1 0-6 15,-1 0-12-15,3-2-12 0,1-2-10 0,-1 4-19 16,1-3 0-16,0 1-8 0,0-3-9 0,0 1-5 15,1-1 1-15,0 0-10 0,-1-2-5 0,4 2-3 16,-1-2-7-16,-1-1 1 0,1 0-2 0,1-1-1 16,-2-1 5-16,3-1 3 0,1 0-2 0,1-2-9 15,2 0 3-15,0-3-4 0,9 2-7 0,0-2-7 16,10-2 6-16,1 1-10 0,1-2-7 0,-1 0-21 16,2-1-14-16,-2 0-23 0,-1-5-37 0,0 6-40 15,-6 1-58-15,-1-3-45 0,-4 0-39 0,-4 1-46 16,-1 0-52-16,-2 1-83 0,-4 0-256 0,-6 2-750 15,4-4 331-15</inkml:trace>
  <inkml:trace contextRef="#ctx0" brushRef="#br0" timeOffset="-25256.24">19366 13457 192 0,'0'0'282'0,"-11"-2"-6"0,11 2-6 16,-9-1-14-16,9 1-21 0,0 0-20 0,-8-1-3 15,8 1-30-15,0 0-11 0,0 0-20 0,0 0-13 16,0 0-4-16,0 0-12 0,0 0-18 0,34-3-6 16,-13 2-15-16,-1 1-19 0,3-2-21 0,4-1-26 15,-4 2-28-15,4-2-31 0,-8 0-36 0,2 3-52 16,-1 0-63-16,-5-1-46 0,-3 2-187 0,-1-1-461 16,-3 0 204-16</inkml:trace>
  <inkml:trace contextRef="#ctx0" brushRef="#br0" timeOffset="-25073.68">19404 13612 117 0,'0'0'282'0,"-6"5"-13"0,6-5-6 0,0 0-6 16,-6 2-5-16,6-2-13 0,0 0-12 0,0 0-10 16,0 0-28-16,0 0-14 0,0 0-17 0,0 0-12 15,23 4-12-15,-9-4-23 0,4-2-22 0,2 0-16 16,7 0-32-16,2-1-31 0,-7 1-32 0,4-3-29 15,3 0-41-15,-1 1-42 0,3-3-54 0,0 1-40 16,-3 0-195-16,-2-2-458 0,1 1 204 0</inkml:trace>
  <inkml:trace contextRef="#ctx0" brushRef="#br0" timeOffset="-23939.37">20368 13141 118 0,'-2'-4'240'15,"2"4"-7"-15,0 0-14 0,-4-7-17 0,4 7-9 16,0 0-15-16,0 0-13 0,0 0-11 0,-3-8-15 16,3 8-18-16,0 0-5 0,0 0-13 0,0 0-5 15,0 0-4-15,0 0-6 0,-1-8-10 0,1 8 1 16,0 0-11-16,0 0-1 0,10-5-2 0,-1 4-11 16,1-2-5-16,8 1-2 0,-3-3-8 0,5 2 8 15,0-2-15-15,8-1-7 0,0-1-3 0,-6 2-5 16,-2 2-14-16,0-1-17 0,-1-1-24 0,-6 4-29 15,1 1-34-15,-4 0-42 0,-2 0-39 0,-8 0-32 16,15 1-19-16,-11 1-128 0,-4-2-389 0,0 0 172 16</inkml:trace>
  <inkml:trace contextRef="#ctx0" brushRef="#br0" timeOffset="-23449.59">20367 13136 156 0,'0'0'190'0,"-10"3"-12"0,10-3-10 16,-9 2-21-16,5 2-3 0,-3 0-7 0,7-4-3 16,-7 9-4-16,3-3-10 0,1 3-8 0,-1 0 4 15,-1 3 5-15,0-1-11 0,3 1-7 0,-2 1-4 0,0-3-15 16,1 2 3-16,0 0 1 0,-1-1-6 16,2-1-8-16,2-1 3 0,-2 1-19 0,1-2-3 15,-1 2-4-15,2-3-9 0,0-7 3 0,-1 11-2 16,1-11-5-16,-5 8-3 0,5-8-3 0,0 0 2 15,0 10-2-15,0-10-2 0,0 0 1 0,0 0 8 0,0 8-1 16,0-8 2-16,0 0 3 0,0 0 1 16,0 0 4-16,0 0 6 0,-1 7-3 0,1-7 5 0,0 0 0 15,0 0-4-15,0 0-9 0,0 0-3 0,18-5-7 16,-8 4-4-16,3-1 6 0,-3-1-8 0,3 1 4 16,6 1-14-16,0 0 8 0,-1 1-9 0,2 1-2 15,-4 0-2-15,3 4-1 0,-1-1-6 16,-3 3 4-16,-3-1-6 0,3 1 3 0,-2 2-2 0,-3-2 0 15,-1 3 13-15,0 0-20 0,-2-1 3 0,-2 4 1 16,1-4-5-16,-2 1 44 0,-3 1-6 0,-1 2-7 16,0-3 4-16,-4 1-3 0,0-1-1 0,-2 0-2 15,-3-1 1-15,0 1 2 0,0-2-6 0,-4 0 17 16,3-3-15-16,0 1-4 0,-3-1-2 0,3 1-3 16,-3-3-2-16,3 0 6 0,-1-1-4 0,1 0-4 15,3 0-25-15,7-2-13 0,-12 0-41 16,12 0-38-16,-13-4-25 0,10 1-25 0,-3-2-32 15,6 5-34-15,-6-9-40 0,6 9-28 0,2-15-224 0,-2 15-555 16,10-15 246-16</inkml:trace>
  <inkml:trace contextRef="#ctx0" brushRef="#br0" timeOffset="-23065.64">20905 13340 195 0,'0'0'261'0,"0"0"-2"0,0 0-14 15,0 0-9-15,0 0-11 0,0 0-17 0,0 0-13 16,0 0-9-16,0 0-13 0,0 0-12 0,0 0-14 16,-23 8-16-16,23-8-8 0,0 0-5 0,0 0-1 15,0 0 3-15,0 0-3 0,15 5-10 0,-5-5-2 16,2 0-5-16,3 0 3 0,3-2-18 0,3 0 0 15,0 0 15-15,0-1-6 0,8-2-8 0,-1 0 2 16,-6 2 1-16,6-1 3 0,-9 2-16 0,0 0 13 16,0-2-3-16,-7 3-1 0,-2 2 0 0,-1-2 0 15,-9 1 5-15,12-1-5 0,-6-1 4 0,-6 2 4 16,9-3 3-16,-9 3-5 0,0 0 1 0,9-1-5 16,-9 1-1-16,0 0-7 0,5-4-6 0,-5 4-7 15,0 0-12-15,0 0-3 0,0 0-6 0,0 0-6 16,0 0-9-16,0 0-18 0,0 0-20 15,0 0-47-15,0 0-40 0,0 0-55 0,0 0-62 0,9-2-48 16,-9 2-45-16,0 0-46 0,0 0-49 0,0 0-314 16,0 0-772-16,0 0 341 0</inkml:trace>
  <inkml:trace contextRef="#ctx0" brushRef="#br0" timeOffset="-16402.41">21996 13071 19 0,'-1'-12'220'0,"1"12"0"15,-3-10-8-15,3 10-12 0,-2-12-16 0,-2 6-15 16,4 6-19-16,-9-8-6 0,3 2-7 0,1 2-7 16,-1 0-9-16,0 0-10 0,-3 0-11 0,-2 1-8 15,2 3-10-15,-3 0 0 0,-1 3-1 0,0 1-11 0,-3 3-7 16,2 3-4-16,3-2-3 0,-4 5-3 16,1-1-3-16,0 1 2 0,4 3-12 0,-1-2-3 15,2 2-5-15,1 0-5 0,3-1 1 0,-2 1-6 16,5-4 1-16,-1 0-2 0,3 0-5 0,2-1-1 15,-1-1 0-15,3 0-1 0,1-1 3 0,0 1-4 16,1-3 0-16,5 1-4 0,-1-4-1 0,0-1 0 16,3 1 2-16,-2-2-3 0,2-2-4 0,0-2 4 15,0 1 0-15,4-2 1 0,-6-2-6 0,0-1 6 16,2-2-4-16,-3 1-2 0,1-1 4 0,0 0-2 16,-3-2 2-16,-1 0 0 0,-2 0 10 0,-1-1 8 0,3 1 3 15,-4 0-3-15,0-1-1 0,1 0-2 16,-4 1 0-16,2 1 8 0,-2 9-1 0,3-12 0 15,-3 12-4-15,1-12-2 0,-1 12 5 0,0 0-2 0,0-11-6 16,0 11-4-16,2-6-8 0,-2 6-1 16,0 0 1-16,0 0-10 0,0 0 8 0,0 0-5 0,0 0-3 15,0 0 2-15,2 25 0 0,-3-7 1 0,2-1 3 16,-2 1-3-16,1 1 0 0,-1 1 0 16,-1 6 0-16,1-1 4 0,0-1 2 0,-1 3 9 0,2-8 2 15,-1 0 10-15,2 0-15 0,-1 0-6 0,0-3 1 16,2 0 3-16,-2 0-4 0,0-4 15 0,1 2-16 15,-2-4 1-15,2 2 4 0,-1-2-6 0,0-1-2 16,0 1 6-16,0-3-8 0,0-7-19 0,1 12-21 16,-1-5-22-16,0-7-26 0,2 11-18 0,-2-11-27 15,-2 9-36-15,2-9-39 0,-1 8-39 0,1-8-217 16,-4 6-503-16,4-6 223 0</inkml:trace>
  <inkml:trace contextRef="#ctx0" brushRef="#br0" timeOffset="-16223.51">22170 13329 259 0,'0'0'243'0,"3"-5"-9"0,-3 5-15 16,0 0-14-16,2-6-21 0,-2 6-16 0,0 0-22 16,0 0-19-16,0 0-28 0,0 0-29 0,0 0-23 15,5-4-31-15,-5 4-36 0,0 0-48 0,0 0-38 16,0 0-25-16,0 0-151 0,10 12-306 0,-10-12 135 15</inkml:trace>
  <inkml:trace contextRef="#ctx0" brushRef="#br0" timeOffset="-15872.1">22433 13191 5 0,'5'-6'248'15,"-5"6"-10"-15,0 0-12 0,3-6-14 0,-3 6-15 16,0 0-14-16,0 0-15 0,0 0-11 0,0 0-6 15,0 0-5-15,0 0-6 0,-14 20-7 0,9-11-10 16,-2 0-12-16,3 2-11 0,1-2-9 0,-2 3-8 16,2-2 12-16,1 0-6 0,3 2-12 0,-1-2-4 15,1 2-8-15,3-3-7 0,2 0-3 16,2-1-2-16,1-1-2 0,2 0-3 0,2-2-3 16,5 0 2-16,-1-1-8 0,3-4-3 0,1-2 0 0,0 0-6 15,0-3-2-15,-5 0 1 0,2 1 1 0,-2-3-7 16,-4 1 2-16,-1-2 0 0,-4-1-8 0,1-2 3 15,-3 2-3-15,-1-3-2 0,-4 1 1 0,-1-1-7 16,-1 1 2-16,0-5-5 0,-3 5 4 0,-4-2-7 16,0 0-5-16,0 3-7 0,-1 2-5 0,-1-1-7 15,1 3-14-15,-3 2-17 0,2 0-17 0,-1 1-19 16,0 2-18-16,0 2-23 0,-2 0-44 0,4 2-42 16,2 0-47-16,-2 1-191 0,2 1-491 0,4-1 217 15</inkml:trace>
  <inkml:trace contextRef="#ctx0" brushRef="#br0" timeOffset="-15524.44">22935 13005 39 0,'6'-1'288'0,"-6"1"-10"0,5-6-13 0,-5 6-23 16,2-5-12-16,-2 5-22 0,0 0-11 0,0 0-11 15,0 0-7-15,0 0-8 0,-13 36-7 0,0-14-1 16,4 2-10-16,-11 1-3 0,5 2-14 0,0 1-7 15,1-2-11-15,2-2 1 0,5-5-23 0,-2 6-5 16,2-5-8-16,2-2-12 0,0 0-10 0,4 0 2 0,4 0-11 16,0-2 3-16,1-1-8 0,5-3 4 15,0-2-11-15,5 0-9 0,0-1 10 0,2-4-1 16,0 2-4-16,0-4-1 0,-1-1-8 0,-4-2 5 16,3 2-4-16,-4-4 1 0,3-2-8 0,-3 0-5 15,2-3 3-15,-6 3 3 0,-1-4-2 0,0 0 2 16,-1-2-8-16,-2 0-4 0,-2-3-17 0,-3 2 0 15,0 1-2-15,0-1-2 0,-1 3 1 0,-3-1-6 16,0 1-8-16,-1 1-6 0,-2 2-12 0,1 1-10 16,-5 3-11-16,2-2-20 0,-6 3-26 0,2 2-24 0,0-1-23 15,1 1-33-15,1 2-64 0,4 0-47 0,-3 1-213 16,3-3-555-16,3 0 246 0</inkml:trace>
  <inkml:trace contextRef="#ctx0" brushRef="#br0" timeOffset="-15122.66">23231 13005 135 0,'0'0'282'16,"4"-7"-19"-16,-4 7-14 0,5-4-18 0,-5 4-26 15,0 0-15-15,5-6-23 0,-5 6-16 0,9-1-11 16,-9 1-5-16,19 0-7 0,-1 0-11 0,2 0-9 15,2-1-7-15,7 0-3 0,-2 2 1 0,1-5-6 16,-6 3-13-16,-2 1-9 0,0-2-6 0,-2 2-3 16,-6 0 0-16,0-2-7 0,-4 2-5 0,-1 0-3 0,-7 0-10 15,15-1 5-15,-15 1-11 0,9 0-9 16,-9 0-1-16,0 0 15 0,10 3 12 0,-10-3 6 16,6 9 2-16,-4 1 6 0,-2-10 24 0,3 16-9 15,-3-4 4-15,0 3 9 0,1 3 4 0,-2-1-4 0,-2 2-5 16,-2 0 4-16,3 0-2 0,-3 1-1 15,-1 3-3-15,3-5-4 0,0 0-11 0,0 0-4 16,-2-1-7-16,2 0-5 0,-1 1-6 0,1-2-3 16,3-3-10-16,-2-1 1 0,-1-2-6 0,2 1-11 15,1-1-32-15,-3-2-7 0,1-3-44 0,2-5-40 0,-3 12-37 16,3-12-29-16,-2 8-22 0,2-8-17 0,-3 9-32 16,3-9-35-16,-8 5-36 0,8-5-269 0,-9 0-633 15,9 0 280-15</inkml:trace>
  <inkml:trace contextRef="#ctx0" brushRef="#br0" timeOffset="-14973.67">23323 13268 176 0,'0'0'258'0,"-5"-6"-8"0,5 6-12 16,0 0-14-16,-3-8-22 0,3 8-18 0,0 0-20 16,18-7-17-16,-6 5-14 0,5-3-17 0,3 2-31 15,-1-1-27-15,9-1-33 0,1 1-60 0,-2-2-75 16,5 2-82-16,-5-2-129 0,2-1-347 0,-7 5 153 15</inkml:trace>
  <inkml:trace contextRef="#ctx0" brushRef="#br0" timeOffset="-14490.42">23837 13111 273 0,'0'0'282'0,"-6"-8"-3"0,6 8-5 16,-5-5-10-16,5 5-16 0,0 0-16 0,-5-6-13 15,5 6-16-15,0 0-18 0,0 0-17 0,0 0-18 16,0 0-20-16,0 0-14 0,0 0-12 0,0 0-10 15,0 0-9-15,0 0-2 0,23 15-9 0,-13-7-9 16,1-2-6-16,0 6-7 0,3 0-9 0,0 1 0 16,0 0-4-16,-1-2-2 0,0 4-3 15,2-3-8-15,-2 0 2 0,2 0-4 0,-1 0-4 0,-1-2 0 16,0 1-9-16,-2-4-17 0,0 1-23 0,-2-2-26 16,-2-2-30-16,2 3-27 0,-4-1-26 0,0-2-38 15,-1 1-39-15,2-1-43 0,-6-4-224 0,7 7-522 16,-7-7 231-16</inkml:trace>
  <inkml:trace contextRef="#ctx0" brushRef="#br0" timeOffset="-14252.53">24127 13090 127 0,'0'-8'268'15,"0"8"-19"-15,1-6-17 0,-1 6-19 0,0 0-15 16,0 0-6-16,0 0-5 0,0 0-6 0,-21 18-10 15,9-4-4-15,0 0-10 0,-6 7-8 0,0 0-11 16,-1 2-8-16,0-1-12 0,-1 0-17 0,2-1-9 16,1 2-5-16,-3-3-9 0,6 2-10 0,0-7-5 15,5 2-7-15,-2-1-32 0,1 0-30 0,2-2-35 16,1 0-32-16,0-3-40 0,2-1-53 0,3 0-52 16,1-1-50-16,1-2-160 0,0-7-461 0,7 8 204 15</inkml:trace>
  <inkml:trace contextRef="#ctx0" brushRef="#br0" timeOffset="-14007.32">24275 13025 49 0,'4'-4'279'0,"2"-3"-18"0,-5 2-13 15,-1 5-22-15,0 0-22 0,5-5-5 0,-5 5-1 16,0 0 1-16,0 0-5 0,9 18 0 0,-7-7 4 15,0 2-4-15,0 3-10 0,-1 4-9 0,0-1-11 16,-2 0-14-16,2-2-12 0,0 9-14 0,-1-7-2 16,2-1-25-16,-4 1-13 0,4-1-5 0,-2 2 1 15,0-2-22-15,2-3-35 0,1 2-39 0,-3-2-44 16,-3-3-40-16,2 0-39 0,1 1-61 0,0-3-71 16,-1 2-286-16,1-6-601 0,0-6 267 0</inkml:trace>
  <inkml:trace contextRef="#ctx0" brushRef="#br0" timeOffset="-13690.19">24444 13228 16 0,'0'0'244'0,"10"3"-10"0,-10-3-14 0,6 4-7 15,-6-4-11-15,12 5-7 0,-6-4-2 0,4 1-13 16,3-2 0-16,-1 0-14 0,0 0-15 0,2 0-10 15,4-2-7-15,-4 2-2 0,-2-2-6 0,2 2-1 16,-3-3-2-16,-2 0-7 0,3 0-4 0,-6 0-1 16,1-2-1-16,-1 0-14 0,-2 0-7 0,1 0-7 15,-2-2-9-15,-3 7-3 0,2-13-6 0,-2 13-9 16,-8-16-2-16,2 8-4 0,-2-1-13 0,1 1-3 16,-5 3 4-16,1 1-10 0,-1 1-18 0,-3 2 22 15,-3 0-16-15,-1 1 1 0,0 1-7 0,1 3-23 16,0-1-21-16,4 0-25 0,3 1-34 0,0 2-23 15,1-4-19-15,2 2-38 0,3 3-50 0,3-4-47 16,2-3-254-16,-2 9-567 0,2-9 252 0</inkml:trace>
  <inkml:trace contextRef="#ctx0" brushRef="#br0" timeOffset="-13507.35">24570 12963 2449 0,'0'0'0'0,"-6"-13"34"0,6 8-19 16,0 5-7-16,-5-10-4 0,5 10 1 0,3-11-1 15,5 6-2-15,-3 0-1 0,7-2 2 0,4 0-2 0,2 1 1 16,1-1-2-16,8 1-20 0,-6 1-35 16,7 0-56-16,-1-2-67 0,-7 4-183 0,7-4-391 15,-9 2 173-15</inkml:trace>
  <inkml:trace contextRef="#ctx0" brushRef="#br0" timeOffset="-13090.48">24877 12571 50 0,'0'-8'315'0,"0"8"-5"0,-2-10-9 15,2 10-16-15,0-9-27 0,0 9-28 16,0 0-23-16,2-8-21 0,-2 8-25 0,0 0-13 15,0 0-17-15,0 0-5 0,0 0-2 0,0 27-14 16,1-11-9-16,3 0-13 0,-3 0-8 0,3 1-6 0,2 0-3 16,5 0-11-16,-2 0-2 0,2-2-2 0,4-1-4 15,6 2-7-15,-4-4 0 0,3-5-5 0,1 0-4 16,0-2-5-16,2-4-1 0,-4 1 2 0,2-2 4 16,-2-2-14-16,-6 1 0 0,-2-3 1 0,2 1 1 15,-1-2-7-15,-1 1-6 0,-2-5 3 16,-3 1-2-16,1 0 0 0,-3 1 0 0,1-2-7 15,-2 0 5-15,-1 2 7 0,0 1-5 0,0-4 14 16,-2 10 3-16,1-13 9 0,-1 13 8 0,0-10 4 0,0 10 13 16,0-7-37-16,0 7 7 0,0 0-7 0,0 0-6 15,0 0-6-15,0 0-1 0,0 0 6 0,0 0 1 16,-3 26 0-16,-1-9 5 0,-1-1-7 0,0 8-16 16,0 1 19-16,1 2 0 0,0-3-1 0,2 1-23 15,-1-6-23-15,-1 8-49 0,2-1-43 0,0 1-39 16,-1 0-37-16,0 0-66 0,2-2-84 0,-3-5-234 15,3-2-625-15,1-3 277 0</inkml:trace>
  <inkml:trace contextRef="#ctx0" brushRef="#br0" timeOffset="-11872.53">25534 13132 143 0,'-3'-7'230'16,"1"0"-9"-16,0 0-12 0,-2 1-4 0,4 6-8 15,-3-11-2-15,-1 6-10 0,4 5-12 0,0 0-13 16,-3-10-12-16,3 10-19 0,0 0-12 0,0 0-6 16,-2-7-19-16,2 7-6 0,0 0-8 0,0 0-9 15,0 0-6-15,0 0 8 0,0 0-5 0,20 19 2 16,-9-12-7-16,3 4-6 0,-1 2-3 0,1-1-4 0,1 1-4 15,2 1 1-15,4 1 5 0,-3-2 4 0,5 2-2 16,-8-3-2-16,8 3 3 0,-4-3-12 16,-4-2-7-16,1 1-1 0,-1 0-11 0,-1-1 30 15,1-2 6-15,-5-3-11 0,1 2-12 0,0 0-21 0,0-1-23 16,-3 0-35-16,0-1-22 0,-1-2-25 0,-3 2-28 16,1-1-33-16,2-1-43 0,-3 1-41 15,-4-4-36-15,7 5-184 0,-7-5-493 0,0 0 218 16</inkml:trace>
  <inkml:trace contextRef="#ctx0" brushRef="#br0" timeOffset="-11657.15">25833 13069 2320 0,'-1'-10'26'0,"-1"-1"64"16,0 3-35-16,-2-1-18 0,-1 4-11 15,5 5 17-15,-7-7-5 0,7 7 2 0,-9 2 4 0,9-2 7 16,-18 9 8-16,7-2 1 0,0 6 12 0,-9 6-18 15,1 1-2-15,1 2-1 0,-2-3-8 16,2 5-4-16,-2-2-1 0,-2 2-7 0,6 2 0 0,-4-2-18 16,-1-1-24-16,1 2-25 0,4-1-22 15,-1 0-19-15,1-1-37 0,2 0-44 0,-2-1-56 0,3-6-228 16,-5 3-477-16,5-5 212 0</inkml:trace>
  <inkml:trace contextRef="#ctx0" brushRef="#br0" timeOffset="-10723.52">26417 12998 17 0,'0'0'247'0,"0"-12"-5"16,-3 2-7-16,3 10-13 0,0-13-14 0,0 5-16 15,0 8 2-15,-2-9-6 0,2 9-15 0,0 0-20 16,0-10-13-16,0 10-16 0,0 0-13 0,0 0-18 16,0 0-8-16,0 0-8 0,0 0-8 0,0 0-10 15,0 0-1-15,0 0-5 0,0 0 1 0,7 33-5 16,-5-20-2-16,4 3-9 0,-3 1-1 0,3 0-1 0,4 0-4 16,-2 0-2-16,3-2-1 0,1-1-3 15,3 5-5-15,1-5 0 0,4 1 2 0,5-3-5 16,0-3 2-16,-5 0-2 0,0-4-3 0,9 0-3 15,-8-1-1-15,-1-1 1 0,0-2 1 0,-6-1-2 16,-1 0-2-16,1-4 1 0,-3 2-2 0,0-3 1 16,-1 0 0-16,-2-1-4 0,-1 0-1 0,-1-1 0 15,-1-5 0-15,0 1 1 0,-1-1 10 0,-2 0-12 16,-2-3 1-16,0 0-2 0,0-2 0 0,0 1 15 16,-2 3-14-16,0 2-3 0,2 0 4 0,-2 1 6 15,0 3 2-15,-1 0 7 0,3 7 0 0,-1-11 1 16,1 11-5-16,-2-8-1 0,2 8-5 0,0 0 2 15,-2-8-11-15,2 8 0 0,0 0 0 0,0 0 3 16,0 0-1-16,0 0-3 0,0 26 6 0,-2-11-1 0,2 5-1 16,-2-2 5-16,0 0 14 0,0 0-6 0,2-1 0 15,-3 2 4-15,3-3-8 0,-2 2 5 0,2 0 2 16,-2-1-2-16,2-3-3 0,0-4 3 16,0 2-6-16,0 0-4 0,0-1-16 0,-2 0 2 0,2-2-35 15,0 0-32-15,0 0-29 0,2 0-38 0,-2-1-62 16,0-2-62-16,0-6-257 0,2 11-564 0,-2-11 249 15</inkml:trace>
  <inkml:trace contextRef="#ctx0" brushRef="#br0" timeOffset="-10523.77">26928 13143 2173 0,'5'-9'126'0,"-1"5"-9"15,-3-1-44-15,-1 5-28 0,8-10-9 0,-8 10 7 16,3-4 10-16,-3 4 3 0,4-6-2 15,-4 6-5-15,0 0-5 0,0 0-6 0,0 0-2 0,4-4-7 16,-4 4-3-16,0 0-2 0,0 0 0 0,0 0-15 16,0 0-20-16,0 0-19 0,0 0-27 0,2 17-28 15,-2-17-43-15,2 7-40 0,-2-7-41 0,0 0-186 16,0 0-427-16,1 8 189 0</inkml:trace>
  <inkml:trace contextRef="#ctx0" brushRef="#br0" timeOffset="-10084.49">27173 12875 70 0,'-2'-9'250'0,"2"9"-7"16,0 0-10-16,-3-7-19 0,3 7-19 0,0 0-17 15,0 0-17-15,0 0-16 0,0 0-15 0,0 0-4 16,7-5-5-16,-7 5-9 0,14 3-5 0,3-2-6 15,2 2-13-15,3 0-4 0,8-1-10 0,-1 0-6 16,0 1-6-16,-3-2-6 0,-3 0-8 0,-3-1-2 16,-4 0-4-16,0 0-5 0,-1 0 2 15,-3 0-6-15,-3 2 0 0,-9-2-2 0,13-2-5 0,-13 2 4 16,11 0-4-16,-11 0 3 0,7 0-2 0,-7 0 2 16,0 0-2-16,11 0-3 0,-11 0 1 0,0 0 3 15,7 5 6-15,-7-5 13 0,1 8 7 0,-1-8-3 16,0 8 8-16,0-8 5 0,-3 17 4 0,0-6 13 15,-1 4 5-15,1 1-8 0,-1 0 0 0,-2 3 0 16,2 0 3-16,-1-1-5 0,-2 0-10 0,4 1-4 16,-1-2-3-16,-2-1-2 0,1 0-8 0,1 3-1 15,2-4-3-15,-3-3-6 0,2-1-5 0,1 0 3 16,0 1-4-16,-1-2-8 0,2 0 3 0,0 1-6 16,-1-2-10-16,2 0-21 0,2 0-49 0,-2-9-23 15,0 11-33-15,1-5-28 0,-1-6-28 0,1 9-19 16,-1-9-27-16,0 8-39 0,0-8-34 0,3 5-32 15,-3-5-197-15,0 0-561 0,0 0 249 0</inkml:trace>
  <inkml:trace contextRef="#ctx0" brushRef="#br0" timeOffset="-9923.49">27286 13139 15 0,'-3'-3'260'0,"3"3"-20"15,-6-6-8-15,6 6-6 0,-8-5-3 0,8 5-17 16,0 0-22-16,0 0-17 0,0 0-21 0,10-10-13 15,-1 8-13-15,9 0-18 0,3 0-19 0,5 0-27 16,3-2-31-16,4 2-41 0,-1-1-55 0,4 1-66 16,2 0-65-16,-4-3-130 0,0 1-360 0,1 3 159 15</inkml:trace>
  <inkml:trace contextRef="#ctx0" brushRef="#br0" timeOffset="-9050.64">27922 12922 183 0,'0'0'273'15,"-3"-8"-10"-15,3 8-6 0,0-10-7 0,0 10-12 16,-3-7-9-16,3 7-12 0,0 0-14 0,0-10-13 16,0 10-15-16,0 0-24 0,0 0-20 0,0 0-14 15,0 0 4-15,0 0-23 0,0 0 0 0,0 0 9 16,23 16-10-16,-14-8 2 0,-2 2 2 0,2 2 4 16,0 4-2-16,4-1-5 0,-4 0-25 0,4 0 7 15,-1 0-4-15,-1 0-8 0,3 1-10 0,-3-1-4 16,2-1-2-16,-2 1-9 0,0-3-7 0,0 1-18 15,2-1-29-15,-5-3-39 0,1 0-33 0,-1-1-41 16,-2 0-24-16,-2-2-29 0,1-1-43 0,-1 1-44 16,-2-2-39-16,4 1-211 0,-6-5-556 0,5 9 245 0</inkml:trace>
  <inkml:trace contextRef="#ctx0" brushRef="#br0" timeOffset="-8822.11">28144 12933 25 0,'-1'-9'293'0,"1"9"-17"16,1-7-14-16,-1 7-19 0,0 0-19 15,0-8-17-15,0 8-11 0,0 0-10 0,0 0-4 16,0 0-11-16,-25 21-12 0,13-11-13 0,-1 2-7 0,0 2-15 16,-5 7-7-16,6-4-14 0,-3-2-12 0,3 0-8 15,-6 6-10-15,3-1-1 0,1-6-13 16,1 1-27-16,4 1-33 0,-1-2-35 0,2-3-34 15,1 0-31-15,2 1-46 0,1-4-54 0,-1 3-64 0,1-3-176 16,3 0-477-16,1-8 211 0</inkml:trace>
  <inkml:trace contextRef="#ctx0" brushRef="#br0" timeOffset="-8556.34">28451 12779 149 0,'4'-4'278'0,"-1"-2"-24"16,-3 6-23-16,5-6-18 0,-5 6-2 0,0 0 10 15,0 0 9-15,8 19-1 0,-5-9-13 0,-3 6-4 16,4 2-6-16,-2 0-8 0,-2 7-17 0,2-5-11 16,0 0-13-16,1-1-7 0,-3 6-18 15,5 1-2-15,-2-7-14 0,-2 2-13 0,1-1-5 16,2-1-2-16,0 0-17 0,-3-1-3 0,2-2-16 0,-1 0-16 15,0-4-30-15,-2 0-43 0,1-1-35 0,-1 0-27 16,0-3-35-16,-1 2-26 0,-1-2-34 0,0 1-45 16,1-3-53-16,1-6-265 0,-8 10-594 0,8-10 262 15</inkml:trace>
  <inkml:trace contextRef="#ctx0" brushRef="#br0" timeOffset="-8250.55">28604 12994 241 0,'4'-5'229'0,"-4"5"-18"0,0 0-19 0,0 0-15 0,0 0-8 15,0 0-22-15,0 0-10 0,14 14-12 0,-14-14 5 16,14 5 0-16,-5-5-8 0,7 1-5 0,-2-2-6 16,7-2-7-16,-3 2-15 0,0-3-4 15,1 0-3-15,-3-2-7 0,0 1-2 0,-2-3 5 16,-4 4 6-16,1-1-6 0,-3-1-3 0,-2-3-5 0,-3 1-7 15,2-2 2-15,-2 2-5 0,0-2-1 0,-3 10-2 16,-1-16-9-16,-4 7-9 0,0 0-3 16,-1 2-3-16,-1 0-6 0,-2 0-4 0,-3 3 0 0,2 0-7 15,-4 1-5-15,-4 2-23 0,9 2-18 0,-9 1-27 16,-1 1-27-16,0 2-28 0,4 0-46 0,3 1-62 16,1-2-54-16,-1 1-184 0,2 1-495 15,5-1 219-15</inkml:trace>
  <inkml:trace contextRef="#ctx0" brushRef="#br0" timeOffset="-7790.52">28925 12568 2147 0,'16'-25'12'0,"-7"7"5"0,1 2 1 0,1 2-2 15,-4 3 9-15,0 2 9 0,5-1 8 0,-2 3 0 16,2 0 3-16,0 2 1 0,1 2-2 0,1 1-4 16,-3 1-1-16,1 1-2 0,2 0-8 0,-1 3-1 15,0 0-5-15,-2 2-1 0,0 0 0 0,0 1 10 16,-3 0-2-16,-1 1-2 0,0 2-5 0,-5-3 4 16,5 0 7-16,-6 2 9 0,-1-1 2 0,0 1 3 15,0-8 1-15,-3 13 11 0,-3-5-9 0,0-1-5 16,-1 1-1-16,1-2-6 0,-1-2-3 0,-1 3-4 15,1-3-4-15,2 1-5 0,0-1-4 0,0 1-2 16,5-5-10-16,-4 9-6 0,4-9 4 0,0 12-1 0,0-12-5 16,9 13-3-16,-3-6 2 0,2 1-1 15,3-1 5-15,0 0-8 0,-1 0 4 0,1 1-3 16,0-1 3-16,-2 1-2 0,2-2-3 0,-2 1 2 16,-1 1-2-16,-3-4-1 0,2 3 5 0,-1-1 0 15,-4-2 1-15,-2-4 9 0,4 7 8 0,-4-7 4 0,1 8 7 16,-1-8 2-16,0 0 5 0,-7 10-7 15,3-6 0-15,4-4-2 0,-13 6-3 0,8-4 0 16,-2 1-3-16,7-3-7 0,-16 4-11 0,6-1-26 16,-3 0-29-16,-2-1-34 0,2 0-38 0,-5 3-43 15,4-3-64-15,-2 3-268 0,-4 0-545 0,-1-1 241 0</inkml:trace>
  <inkml:trace contextRef="#ctx0" brushRef="#br0" timeOffset="-6990.37">19680 14804 58 0,'0'0'288'16,"0"0"-15"-16,-1-10-8 0,1 10-16 0,0 0-10 16,0 0-11-16,0 0-8 0,-4-8-17 0,4 8-12 15,0 0-15-15,0 0-10 0,0 0-11 0,0 0-6 16,0 0-9-16,0 0-11 0,0 0-2 0,0 0 1 15,0 0-32-15,0 0-5 0,0 0-6 0,0 0-5 16,0 0 1-16,0 0-6 0,8-7-3 0,-8 7-7 16,14 2-3-16,-6-4-13 0,3 0-5 0,5 1-9 15,2-2-16-15,1 2-21 0,2-3-26 0,0 2-24 16,2-1-30-16,-2-1-31 0,-1 2-30 0,-1 2-29 16,-5 0-45-16,0-2-37 0,-1 2-39 0,-2 2-188 15,-4-1-520-15,0 0 231 0</inkml:trace>
  <inkml:trace contextRef="#ctx0" brushRef="#br0" timeOffset="-6790.13">19595 14954 55 0,'-17'5'244'0,"7"-3"-6"0,2 0-3 15,2 1-9-15,1 0-12 0,5-3-15 0,-9 1-12 16,9-1-14-16,0 0-7 0,0 0-16 0,0 0-9 15,27-1-16-15,-6-4-9 0,11 1-15 0,3-2-10 16,3 0-22-16,13-2-18 0,-1-3-29 16,-1 0-29-16,-16 6-30 0,4-1-32 0,-3-3-51 0,0 2-51 15,-2 2-38-15,1 1-156 0,-4 1-396 0,-1-1 175 16</inkml:trace>
  <inkml:trace contextRef="#ctx0" brushRef="#br0" timeOffset="-5238.34">21476 14459 188 0,'0'0'209'0,"0"-9"-9"0,0 9-6 0,0 0-8 0,0 0-9 15,0 0-14-15,0 0-12 0,0 0-7 0,0 0-14 16,0 0-6-16,0 0-7 0,0 0 2 0,-4-11-7 15,4 11-3-15,0 0 0 0,0 0-7 0,0 0-10 16,0 0-7-16,-6-5-13 0,6 5-3 0,-8-2-8 16,8 2-7-16,0 0-3 0,-11-4-2 0,11 4-8 15,-9-1 1-15,9 1 12 0,-7-2-6 0,7 2 5 16,0 0-5-16,-9-3 7 0,9 3-4 0,0 0-1 16,0 0-3-16,0 0-8 0,-8-1 3 0,8 1-6 15,0 0 0-15,0 0-5 0,0 0 0 0,0 0-3 16,0 0-4-16,0 0-6 0,0 0 3 0,0 0-5 15,21-5-1-15,-2 3-1 0,-1 1-5 16,3-1 2-16,2-2-2 0,-4 1-1 0,1 1 3 0,-1-1-5 16,-1 1-2-16,0-1 4 0,-1 1-8 0,-2 0-3 15,-3 0 0-15,2 0-7 0,-3 0 0 0,0 0-16 16,-3 2-16-16,0-3-20 0,-8 3-22 0,13 0-21 16,-13 0-22-16,9-3-27 0,-9 3-34 0,0 0-24 15,7-3-13-15,-7 3-6 0,0 0-8 0,0 0-137 16,0 0-406-16,0 0 179 0</inkml:trace>
  <inkml:trace contextRef="#ctx0" brushRef="#br0" timeOffset="-4724.49">21555 14357 140 0,'-10'0'203'0,"10"0"-12"0,0 0-13 0,-13-1-11 15,13 1-13-15,0 0-15 0,-10 4-18 0,10-4-2 16,-8 4-16-16,3 1-5 0,0-1 7 0,1 5-7 15,-2 0-7-15,2 3 3 0,-2 2-2 0,2-1-7 16,1 1-9-16,0-2-8 0,1 1-3 0,1 2-10 16,0 0 9-16,-1-2-3 0,4 2-5 0,-2-5-10 15,0 1 1-15,-3 0-6 0,4-3-2 0,-2 1-5 16,1-9-1-16,0 13-8 0,0-7 0 0,0-6-1 16,1 9-2-16,-1-9 0 0,0 0-4 0,-1 9 4 15,1-9 9-15,0 0-2 0,0 0 4 0,0 0 1 16,0 9 5-16,0-9 9 0,0 0 2 0,0 0 1 15,0 0-3-15,0 0-6 0,0 0 3 0,13-1-11 16,-13 1-2-16,19-6 4 0,-9 3-11 0,9-2 4 16,-1 0-6-16,0-1-8 0,5 3 0 0,-5-1 0 15,0 0-5-15,2 4-3 0,-2-1 14 0,0 3-13 16,-2-1-5-16,-1 1 12 0,-2 0-13 0,5 2 0 16,-7 1 2-16,2-1-8 0,-4 3 0 0,1-1 3 0,-1 1-2 15,-3 0 4-15,0 1-1 0,-3 3-3 0,1-4 3 16,-1 1 5-16,-2 2 3 0,-2-3 4 15,-2 3 5-15,2-2 8 0,-3 0 1 0,-1 1 10 16,-4-1 8-16,-1-2 0 0,-6 4 1 0,2-1-1 16,-2-1-9-16,-1 0 1 0,4-4 0 0,1-1-3 0,0 1-11 15,1 0 5-15,-2 1 0 0,1-2-6 0,3 0 2 16,1-1-13-16,1-1-12 0,7-1-6 16,-12 4-17-16,12-4-23 0,-12 2-37 0,12-2-21 15,-8 1-28-15,8-1-27 0,0 0-42 0,-8-6-53 16,8 6-33-16,0-10-213 0,0 10-545 0,7-13 241 0</inkml:trace>
  <inkml:trace contextRef="#ctx0" brushRef="#br0" timeOffset="-4384.84">22098 14522 202 0,'0'0'237'0,"8"-1"-6"0,-8 1-19 0,0 0-21 16,7-3-15-16,-7 3-12 0,0 0-20 0,12-3-15 16,-3 3-3-16,3-2-3 0,6 0-3 0,0-1-8 15,3 2-4-15,1-2-7 0,6-3 1 0,-1 2-1 16,-5 0-4-16,-2 0-6 0,-1 0-1 0,0-1 4 16,-6 0-1-16,0 4 3 0,-3-1 11 0,-2 0 8 15,-1 1 1-15,-7 1 19 0,13 0 2 0,-7-1 7 16,-6 1-1-16,10-3 6 0,-10 3-12 0,0 0-3 15,0 0-10-15,9-2-8 0,-9 2-15 0,0 0-9 16,0 0-11-16,0 0-7 0,0 0-11 0,0 0-10 16,0 0-19-16,0 0-9 0,0 0-24 0,0 0-22 15,0 0-24-15,0 0-25 0,0 0-40 0,0 0-41 16,0 0-38-16,0 0-41 0,0 0-33 0,0 0-47 16,-28 0-39-16,17 3-232 0,11-3-629 0,-21 4 279 15</inkml:trace>
  <inkml:trace contextRef="#ctx0" brushRef="#br0" timeOffset="-2240.11">22983 14204 79 0,'4'-6'247'0,"-4"6"-13"0,2-5-19 15,-2 5-22-15,0 0-17 0,0 0-17 0,0 0-5 16,0 0-3-16,0 0-14 0,-11 26 6 0,2-11-9 15,-3 8-10-15,-3-1-9 0,-2 1-10 0,2 0-11 16,-4-1-6-16,3 0-5 0,-1 3-4 0,0-1-8 16,3-2 4-16,1-5-10 0,-5 3 1 0,7-6-10 15,-1 0 6-15,1 0-11 0,3-3 2 0,0-4-2 16,1 1 3-16,0 0-4 0,2-3-1 0,0 0 0 16,1-1 4-16,4-4 5 0,-6 5-6 0,6-5 7 15,-6 7-4-15,6-7 10 0,0 0 2 0,-6 3 3 16,6-3-6-16,0 0-4 0,0 0-9 0,0 0-5 15,0 0-12-15,0 0-1 0,7-25-4 0,2 18-8 16,-3-2-4-16,1 2-5 0,0 1 3 0,2 0-6 16,-3 3 2-16,5-1-7 0,-2 0 1 0,2-2-2 15,-1 1 0-15,1 4 3 0,0-3-8 0,-2 0-1 16,1 4-5-16,3-1-1 0,-3 0-14 0,3 1-1 16,-1 0-3-16,0 0-3 0,8 2-3 0,-8-2-4 15,7 2 6-15,1-2-15 0,-4 1-5 16,3 2 5-16,-6-2 2 0,2-1-7 0,-2 2 6 0,0-2-2 15,-3-1 1-15,-2 1 8 0,-8 0 4 0,14 0 2 16,-14 0 7-16,9 0 3 0,-9 0 4 0,9-1 4 16,-9 1 5-16,6-5 7 0,-6 5 8 0,8-5 0 15,-8 5 7-15,4-7 7 0,-4 7 0 0,2-8 0 16,0 2 6-16,-2 6 2 0,1-9 3 0,-1 9-3 16,3-11-3-16,-3 11-1 0,0-11 1 0,0 11 7 15,0-8 9-15,0 8 0 0,0 0 1 0,-2-11-3 16,2 11-5-16,0 0-2 0,0 0-3 0,0 0-25 15,0 0 9-15,0 0-7 0,0 0 1 0,0 0 1 16,0 0-2-16,0 0 5 0,-6 33-3 0,4-20-2 16,0 3-1-16,-3 0 2 0,2 0 8 0,1-1-7 15,-1 0 1-15,1 1-3 0,-2-2 3 0,1-3 0 16,1 3-2-16,-2 1-11 0,1 0-20 0,1 0-34 16,-1-4-40-16,3 0-35 0,-1 2-38 0,0 0-56 15,1-4-57-15,0 1-262 0,0 0-591 0,0-2 261 16</inkml:trace>
  <inkml:trace contextRef="#ctx0" brushRef="#br0" timeOffset="-2031.24">23328 14541 174 0,'0'0'276'0,"4"-4"-11"16,-4 4-12-16,0 0-16 0,0 0-18 0,5-6-22 15,-5 6-20-15,0 0-20 0,0 0-14 0,0 0-13 16,0 0-14-16,0 0-14 0,0 0-18 0,0 0-34 16,0 0-30-16,0 0-24 0,4 19-33 0,-4-19-32 15,-2 11-59-15,4-6-46 0,-2-5-191 0,0 13-396 16,0-13 176-16</inkml:trace>
  <inkml:trace contextRef="#ctx0" brushRef="#br0" timeOffset="-1624.53">23577 14354 30 0,'10'-7'247'0,"4"0"-8"0,-1 3-13 0,0 0-17 16,-2 2-20-16,2 0-22 0,-1 4-10 0,2 0-11 15,-3 2-9-15,5 3 5 0,-2 1-4 0,-4 1-9 16,1 0-2-16,0 4-5 0,1-1-5 0,-5-1-10 15,-3 1-6-15,1 1-4 0,-5 2 2 0,1 2-1 16,-5 0-5-16,-2 1-3 0,-2-4-9 0,-3-1-2 16,-1 2 3-16,-2-2-1 0,1-2-10 0,-2 2-4 15,-2-3-6-15,7-1-1 0,-6 0-3 0,1-1-6 16,3-2-10-16,1 0-2 0,1-2-1 0,4 1-7 16,1-4-4-16,5-1 5 0,-9 3-8 0,4 0-2 15,5-3 3-15,0 0 0 0,-9 4-12 0,9-4 20 16,-5 3-10-16,5-3 2 0,0 0-7 0,0 0-4 15,0 0 1-15,0 0-1 0,0 0 3 0,19 5-5 16,-19-5-4-16,14 1 6 0,-3 0 4 0,-11-1 8 16,20 5-26-16,-4-2 5 0,-6 0-2 0,3-1 5 15,-3 0-9-15,3 1-34 0,1 0-27 0,-2-2-42 16,-2 0-33-16,1 1-34 0,1 0-47 0,-1 0-57 16,0 2-50-16,-2 0-199 0,-3-1-567 0,3-1 252 15</inkml:trace>
  <inkml:trace contextRef="#ctx0" brushRef="#br0" timeOffset="-368.21">24299 14260 157 0,'0'0'242'0,"3"-7"-16"15,-3 7-15-15,1-8-10 0,-1 8-11 0,0 0-13 16,0-8-12-16,0 8-8 0,0 0-17 0,0 0-9 16,0 0-19-16,0 0-8 0,-8-6-10 0,8 6-6 15,0 0-8-15,-17 8-2 0,6-2-5 0,3 4-4 16,-7 2 1-16,1 0 2 0,-2 3-6 0,-1 3-1 15,4-3 2-15,0 1-8 0,-1-2-3 16,2 2 1-16,3 2-4 0,0-1 0 0,2-2-2 0,3 2-3 16,-1 0-1-16,4-5-12 0,1 5 9 0,3-4-13 15,0 0-3-15,1-2 2 0,3 0-5 0,2-2 4 16,1-2-4-16,-1 1 0 0,6 1-2 0,-3-3 1 16,0 0-13-16,0-4 12 0,2-1-12 0,-1 1 4 15,0-4-1-15,0 2 1 0,-1-2-3 0,2-2 9 16,-5 0-7-16,1-2-6 0,-2 1 14 0,-2 1-14 15,-1-3 0-15,-1-2 2 0,0 2 4 0,-3-3-5 16,-2 3-1-16,1 7-4 0,-4-18-5 0,0 9 7 16,-3 1-7-16,0 1 1 0,1 1 0 0,1 2-4 15,-4-1-3-15,-1 3 0 0,0 0-15 0,-1 2-14 16,0 1-21-16,-2 1-15 0,-1 2-24 0,-1 4-18 16,2-3-22-16,-4 5-32 0,8-3-69 0,0 2-46 15,2-3-179-15,0 4-500 0,2 0 221 0</inkml:trace>
  <inkml:trace contextRef="#ctx0" brushRef="#br0" timeOffset="377.9">24809 14284 115 0,'-11'-2'203'0,"11"2"-10"0,-8 0-12 0,8 0-11 16,0 0-10-16,-11-3-3 0,11 3-13 0,-9-2-4 0,9 2 4 16,0 0-14-16,-9-1-6 0,9 1-1 15,0 0-9-15,0 0-7 0,0 0-8 0,0 0-4 16,0 0-8-16,-11-1-5 0,11 1-4 0,0 0 0 15,0 0-5-15,0 0 0 0,0 0-5 0,0 0-4 16,0 0-4-16,0 0-10 0,0 0-1 0,0 0-12 16,21-7 2-16,-21 7-7 0,15-2-6 0,-5 2-13 15,3-4-13-15,-3 2-20 0,3 0-26 0,-1 1-27 16,-1-1-28-16,-2 2-13 0,-9 0-67 0,18 0-33 16,-12 2-18-16,-6-2-157 0,9 4-419 0,-5 1 186 0</inkml:trace>
  <inkml:trace contextRef="#ctx0" brushRef="#br0" timeOffset="558.91">24763 14400 181 0,'0'0'255'0,"-6"3"-5"0,6-3-10 16,0 0-12-16,0 0-14 0,-7 4-17 16,7-4-13-16,0 0-16 0,0 0-12 0,0 0-12 15,0 0-18-15,0 0-14 0,0 0-14 0,29-4-20 16,-18 1-23-16,2 2-28 0,2-3-29 0,0 2-28 15,5-1-46-15,-1-2-46 0,0 2-34 0,1-3-34 0,1 3-167 16,-5-1-385-16,2 1 170 0</inkml:trace>
  <inkml:trace contextRef="#ctx0" brushRef="#br0" timeOffset="1092.99">25360 14128 220 0,'-5'-5'255'0,"5"5"-15"16,0 0-12-16,-6-5-19 0,6 5-15 0,0 0-12 15,-11-1-10-15,11 1-15 0,-11 1-10 0,11-1-9 16,-13 7-13-16,6-5-2 0,-1 4 1 0,-1 1-1 16,1 1-7-16,-1-2 0 0,-1 3-4 0,0 3 1 15,-1-1 0-15,1-1-13 0,1-1-3 0,3 3-4 16,-4 1 5-16,6-2-13 0,-3-1-5 0,3 0-11 16,-1 1-2-16,3 1-7 0,-1-2-4 0,3-1 9 15,0 3-23-15,4-5 3 0,0 2-14 0,0-1 4 0,5 0-5 16,-2-2-6-16,4-2 2 0,-2 1-1 15,3-3-2-15,-1 0-3 0,1 1 0 0,2-3 0 16,2 1-7-16,-4-2 5 0,1-2 0 0,1 0-1 16,-1-1 5-16,0-1-9 0,-3 0-1 0,2-1 3 15,-3-1 0-15,-1-2-7 0,1 0 2 0,-2-1 7 0,2 0-4 16,-4-2-10-16,-1 1 2 0,0-2-3 16,-2 1 13-16,-2 1-9 0,0-5-2 0,0 4-3 15,-4-1-2-15,0 1-1 0,-1 3 3 0,-2-2 2 16,-2 2-1-16,2 2-4 0,-5 1-5 0,1 1 8 0,-2 0-12 15,1 2 2-15,-5 2-2 0,-1 1-17 0,0 0-15 16,4 1-21-16,3 3-19 0,-2 0-24 0,2 0-31 16,0 1-26-16,1 0-31 0,0 1-53 15,7 1-42-15,-3-1-252 0,2-1-587 0,4-5 260 16</inkml:trace>
  <inkml:trace contextRef="#ctx0" brushRef="#br0" timeOffset="1309.17">25569 14209 19 0,'0'0'336'0,"0"0"-5"0,0 0 0 15,7-2-12-15,-7 2-6 0,0 0-27 0,0 0-21 16,0 0-30-16,0 0-34 0,0 0-4 0,9-2-16 16,-9 2-26-16,0 0-13 0,0 0-15 15,0 0-9-15,0 0-17 0,0 0-3 0,0 0-42 16,0 0-35-16,0 0-38 0,0 0-42 0,0 0-35 0,0 0-22 15,-6 18-47-15,6-18-53 0,-4 8-42 16,4-8-228-16,-4 8-525 0,4-8 234 0</inkml:trace>
  <inkml:trace contextRef="#ctx0" brushRef="#br0" timeOffset="1792.55">25866 14022 90 0,'0'0'294'0,"-19"-4"0"0,13 3 4 16,-1-1-10-16,7 2-14 0,-8-2-18 16,8 2-20-16,0 0-25 0,-14-4-16 0,14 4-23 15,0 0-18-15,0 0-4 0,-7-2-12 0,7 2-23 16,0 0-6-16,0 0-18 0,0 0 7 0,0 0-22 0,27-2-3 15,-16 1-14-15,3 1-9 0,0 0 4 0,6 0-8 16,-3 0-3-16,-3-2-12 0,6 2 1 0,-6 0 4 16,-3 0-5-16,3-1-15 0,-5 1 7 15,3 0-2-15,-12 0-2 0,15 0-4 0,-9 0-1 16,-6 0-3-16,13 1-2 0,-7 1 5 0,-6-2-5 0,12 3-5 16,-12-3-2-16,11 2 4 0,-5 0-1 0,-6-2-2 15,8 6-7-15,-3-3 8 0,-5-3-2 16,6 6-2-16,-1 1 17 0,-3-3 0 0,0 2 16 15,-2-6 10-15,3 16-10 0,-3-4 14 0,-3-2 16 16,1 2 5-16,0 4-6 0,-1 1 7 0,-1 1-1 0,0 0-4 16,-1-1-3-16,-1 2-4 0,-4 4-1 0,4-5-4 15,-1 0-9-15,1 0 2 0,0-2-8 0,2 0-6 16,-2-1 1-16,3-3-9 0,1-1-6 16,0 3 9-16,0-4-7 0,-2 0-11 0,3 1-16 15,-1-3-31-15,2-1-45 0,0-7-54 0,-2 13-39 0,2-5-30 16,-5 0-26-16,3-3-51 0,2-5-45 15,-5 9-298-15,-3-1-678 0,3-5 299 0</inkml:trace>
  <inkml:trace contextRef="#ctx0" brushRef="#br0" timeOffset="1977.63">25915 14327 125 0,'0'0'284'0,"0"-11"-9"0,0 11-11 0,3-8-43 15,-3 8-19-15,7-7-22 0,-1 4-17 0,3-1-17 0,3 1-16 16,0 0-14-16,7 1-8 0,1-2-22 0,0 1-23 16,9-1-29-16,0 2-23 0,-8 2-29 0,1-3-47 15,-1 1-46-15,3 0-47 0,-6 0-41 0,0-1-111 16,-3 2-336-16,-5-1 150 0</inkml:trace>
  <inkml:trace contextRef="#ctx0" brushRef="#br0" timeOffset="2378.25">26281 14112 166 0,'5'-5'216'0,"-3"-2"-11"0,-2 7-6 15,7-11-15-15,-3 7-8 0,-4 4-16 0,9-8-9 16,-2 7-15-16,-7 1-7 0,12 1-8 0,-12-1-9 0,15 4-8 16,-8 1 4-16,2 0-10 0,-5-1 3 0,3 3-17 15,-3 2 2-15,0-3-15 0,0 2-1 16,-2-2 8-16,0 2-1 0,-4 2-5 0,2-10 1 15,-6 15-5-15,4-6 1 0,-2-3-7 0,-3 1-3 16,1 1-8-16,2-1-3 0,-6 0-6 0,3-1-3 0,1-1-8 16,2-1-9-16,-1 0-16 0,1 0-9 0,4-4-5 15,-6 9-9-15,6-9-4 0,-4 10 2 0,4-10 0 16,4 10 1-16,-1-4 4 0,4-4-2 16,-2 5 2-16,5-3-3 0,-3 3 6 0,1-3-1 15,2 1-1-15,-1-1 4 0,-3 2-3 0,4 1-1 0,-1-1 2 16,-3-3-1-16,-1 3 8 0,0-2-3 0,-5-4 1 15,7 9 3-15,-5-5 4 0,-2-4 13 0,2 9 5 16,-2-9 9-16,0 0 0 0,-7 10 1 0,1-7 4 16,0 1 2-16,0-1 1 0,-1 0 0 15,7-3 0-15,-14 6-5 0,4-3-6 0,3 0 2 0,-4 0-5 16,1 0-11-16,0-3-11 0,3 1-22 0,-2 2-30 16,9-3-30-16,-14 2-37 0,6-2-53 15,8 0-56-15,0 0-261 0,-16-2-529 0,16 2 234 16</inkml:trace>
  <inkml:trace contextRef="#ctx0" brushRef="#br0" timeOffset="2925.66">26616 14172 217 0,'0'0'275'15,"6"-6"-4"-15,-6 6-20 0,0 0-20 0,6-4-22 0,-6 4-22 16,0 0-19-16,0 0-16 0,0 0-17 0,0 0-13 15,0 0-5-15,0 0-17 0,0 0-13 0,4 14-2 16,-2-8-6-16,-2-6-3 0,5 12-6 16,-1-5-5-16,2 0 0 0,-1 2-6 0,4-1-6 15,-2 1-2-15,2 1-5 0,2-4-6 0,-2 4 1 0,0-2-7 16,5 3-1-16,-1 0-4 0,-6-3-5 0,4 1 8 16,-2 0-15-16,0-3 1 0,5 6 2 15,-8-6 6-15,3 4-3 0,-2-3 1 0,0-2 14 16,-3 2-7-16,1-4 2 0,-1 1 4 0,0 2 7 15,-4-6 10-15,3 8 0 0,-3-8-3 16,-3 8-6-16,3-8-1 0,-11 7-1 0,1-3-4 0,0-1 0 16,-3-2-9-16,1 1-8 0,1-2-3 0,0 1-7 0,-3-1-3 15,1-1 2-15,1 0 3 0,1 0-14 0,1-3-1 16,-2 0-4-16,7 1-1 0,-1-1-11 16,-1-2-8-16,7 6 0 0,-4-15 1 0,6 7 1 15,0-2 4-15,3 0 2 0,4-5-7 0,2 2 4 0,4 0 5 16,2-5-1-16,-2 5 2 0,6-5-2 0,0 3 3 15,2-4 2-15,0 2 2 0,-1 2 3 0,0-3 0 16,-6 5-1-16,-5 0 4 0,3-2-2 0,-5 2 3 16,-3 3 1-16,-1-3 1 0,-3 2 0 15,-2 1 6-15,0-3-3 0,-2 3 5 0,-2 0 0 0,1 3 0 16,-3 0-4-16,-3 1-3 0,-1 2 1 0,0 2-5 16,-3 2 0-16,-1 0 5 0,-4 4-2 15,0 1 6-15,-3 2-6 0,4 2-10 0,0-1-25 16,2 3-35-16,-1 0-24 0,5 2-21 0,-3 0-22 15,5-1-43-15,1-1-49 0,4-2-59 0,-4 4-172 0,4-3-497 16,2 2 220-16</inkml:trace>
  <inkml:trace contextRef="#ctx0" brushRef="#br0" timeOffset="3476.5">25215 14783 230 0,'-12'2'252'0,"1"-2"-14"0,0 1-15 16,3-1-9-16,8 0-22 0,0 0-9 0,0 0-6 15,0 0-17-15,44 4-8 0,-6-5-16 0,23-3-13 16,35-4-8-16,5 1-9 0,9-2-13 0,1 0-10 16,3-2-1-16,0 0-13 0,-9-1-14 0,-3-1-1 15,-9-1-2-15,-1 4-6 0,-5-3-9 0,-26 8-1 16,-3-4-5-16,2-1-2 0,-3 2 0 0,-20 2 0 16,13-2-3-16,-14 3 3 0,-5 0 4 0,1 2 3 15,-9 1 0-15,-3-1-7 0,-2 1 1 0,-2-1-3 16,-5 0 0-16,-1 1-8 0,0-1 5 0,-3 1-7 15,-1-2-1-15,-6 4-1 0,12-3-1 0,-12 3-6 16,9-1-7-16,-9 1-8 0,0 0-26 0,6-4-41 16,-6 4-41-16,0 0-41 0,0 0-59 0,0 0-63 0,0 0-179 15,-29-10-493-15,18 8 219 0</inkml:trace>
  <inkml:trace contextRef="#ctx0" brushRef="#br0" timeOffset="4143.14">27097 14050 240 0,'0'0'255'0,"4"-10"-7"0,-4 10-12 0,3-9-10 15,-1 5-16-15,-2 4-21 0,6-3-12 0,-6 3-22 16,6-6-21-16,-6 6-11 0,0 0-6 0,0 0 6 0,13 10 4 16,-9-1-2-16,4 1-10 0,-2 0-2 15,3 6 3-15,-5-2-15 0,3 1 4 0,-1 1-11 16,4 1-1-16,-8 0-7 0,7-2-12 0,-5 0-4 15,4-1-6-15,-2-2-9 0,-2-1 0 0,1-1-5 16,1 0 1-16,1-2-8 0,-2-1 0 0,1 1-2 0,-3-2-7 16,1 1 1-16,-2-3-7 0,2 1-4 0,-4-5 17 15,5 6-18-15,-5-6 6 0,2 5 10 16,-2-5 8-16,0 0 15 0,0 0 21 0,7 4 12 16,-7-4 4-16,0 0-14 0,0 0-6 0,0 0-6 0,0 0-20 15,13-13 7-15,-10 6-10 0,3-2-2 0,-1 1-3 16,0-1-8-16,4-3-2 0,-5 1-4 15,7-5-4-15,-1 0-2 0,-2-1 0 0,5-6-6 16,-5 5 1-16,3 1-6 0,0-5 1 0,-2 4-7 16,2 1-5-16,-4 0 0 0,4 1-4 0,-6 1-4 0,4 1-6 15,-5 2-1-15,2 2-9 0,0 3-11 0,-2 0-8 16,-2 1-18-16,-2 6-27 0,5-8-50 0,-5 8-37 16,2-5-33-16,-2 5 4 0,0 0-19 15,0 0-21-15,0 0-35 0,0 0-31 0,-2 27-264 0,-7-17-620 16,-3 5 275-16</inkml:trace>
  <inkml:trace contextRef="#ctx0" brushRef="#br0" timeOffset="4693.17">26571 14637 168 0,'0'0'250'0,"0"0"-15"16,0 0-16-16,0 0-17 0,-12 0-18 0,12 0-16 15,0 0-14-15,0 0-6 0,0 0-18 0,0 0-8 16,0 0-6-16,0 0-11 0,39-1-7 15,-19-1-13-15,11 2-5 0,5-4-10 0,1-1-5 0,12-2-6 16,3 4 0-16,-14 0-8 0,12-4-4 0,-12 4-2 16,14-6-2-16,-15 1-4 0,1 3 1 0,-4-2-1 15,-1 3 5-15,-3-2 1 0,-3 3 7 0,-5 0 4 16,-1 2 3-16,-3-2 3 0,-4 0-2 0,-1 3 1 16,0-2-9-16,0 2-3 0,-3-1-2 0,-4-1-9 15,4 1-6-15,-10 1 1 0,13 0-2 0,-13 0-8 16,12-1 1-16,-12 1-4 0,6-2-6 0,-6 2-11 15,9-1-13-15,-9 1-19 0,0 0-22 0,8-3-27 16,-8 3-7-16,0 0-22 0,0 0-44 0,0 0-64 16,-21 8-59-16,9-5-197 0,-1-1-511 0,-6 4 226 15</inkml:trace>
  <inkml:trace contextRef="#ctx0" brushRef="#br0" timeOffset="5109.54">25809 14984 147 0,'-10'0'264'16,"3"1"0"-16,7-1-10 0,-10 1-5 0,10-1-13 15,0 0-7-15,-12 0-16 0,12 0-15 0,0 0-17 16,0 0-24-16,0 0-11 0,0 0-11 0,42-11-12 16,-11 9-9-16,3-2-8 0,16-2-7 0,6 0-9 15,2 0-11-15,6 2-9 0,1-3-4 0,29-1-12 16,-31 1 0-16,27 0-6 0,1 0-1 0,-28 1-6 16,2 2-2-16,-2-3-6 0,0 2-2 0,2 1-9 15,-6-1 0-15,-3 4 2 0,-5-3-5 16,-14 2-2-16,1-2-5 0,-3-1 0 0,-3 3 4 0,-3-2-2 15,2 1-4-15,-10 1-2 0,-1-1 1 0,2 2-3 16,-1 1-3-16,-4-1 8 0,2 1-5 0,-6 0-3 16,-2-1-5-16,1 2-9 0,-4-1-11 0,2 0-22 15,-10 0-21-15,11 0-25 0,-11 0-24 0,8-1-20 16,-8 1-40-16,0 0-64 0,0 0-55 0,0 0-173 16,0 0-504-16,-37-6 222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9T10:30:05.7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10132 3751 8 0,'0'0'115'0,"0"0"-3"16,0-9 3-16,0 9 1 0,0 0-8 0,1-8-10 16,-1 8 1-16,0 0-9 0,0 0-4 0,-7-10-5 15,7 10 0-15,0 0-11 0,0 0-2 0,-4-4-13 16,4 4-5-16,0 0-3 0,0 0-3 0,-10-2-6 16,10 2-4-16,0 0-6 0,0 0-1 15,-12 7-4-15,6-4 2 0,-1 3-7 0,-2 1 3 16,1-1-2-16,-1 4-5 0,0-1 0 0,2 0-2 0,-2-1 0 15,1 4-3-15,-1-3-1 0,1 4 0 0,1-1-5 16,0-3 4-16,0 1-5 0,0 4 6 0,1-3-2 16,-1 0-3-16,4 1 3 0,-2 2-4 15,1-1 1-15,1-2 2 0,2 1-1 0,0 2 1 16,-1-2-5-16,2-1 6 0,0 3-1 0,3-4-2 0,-2 6 0 16,4-4 8-16,2 0-4 0,2 0 5 0,0 2 2 15,5-4-7-15,-3-2 15 0,3-1 2 0,4 0 0 16,4-3 2-16,-2-1-5 0,10-1 1 0,-2-4 3 15,1-1-2-15,-1-1-2 0,2 0-1 0,-10 1 0 16,7-4-3-16,0-1-1 0,-2 0 0 0,1-3 3 16,-7 4-1-16,-1 0 0 0,-3-4 2 0,1-1-4 15,-1-1 6-15,-3-2-5 0,0-1-3 0,-2-1 1 16,1 2 0-16,-2-4-5 0,-4-4 2 0,-1 3-5 16,-4 1 0-16,-2 1 1 0,0-9-4 0,-3 9-2 15,-2 0 2-15,0 2-1 0,-4-1-4 0,-3 2 0 16,4 1-1-16,-4 2 0 0,-4 1 1 15,3 3-5-15,-3 1 1 0,0 3 0 0,-1 1-2 0,1 1 4 16,-1 2-2-16,0 2-4 0,-3 3 3 0,3 0-5 16,0 0-9-16,1 2-12 0,1 2-19 0,-1 2-18 15,3 0-19-15,1 0-18 0,6 0-36 0,-4 2-6 16,5 2-17-16,3 1-88 0,0-3-275 16,3-3 122-16</inkml:trace>
  <inkml:trace contextRef="#ctx0" brushRef="#br0" timeOffset="441.08">10497 3879 115 0,'-10'-1'123'0,"-2"1"-7"15,2 0-1-15,-3-3-15 0,3 5-1 16,1-1-5-16,9-1-3 0,-15 0-7 0,8 0-11 16,7 0-2-16,-10 1-3 0,10-1-10 0,0 0-6 15,-13-4-6-15,13 4-8 0,0 0-6 0,0 0-1 16,0 0-2-16,0 0 7 0,0 0 6 0,0 0 4 0,22 12-13 16,-3-10 10-16,2 4 0 0,12-5-5 0,3 4 3 15,2-4-2-15,13 2-5 0,6-1-7 16,4 0 8-16,-4-1-10 0,3 0 7 0,-1 1-7 15,4 2-4-15,1-4-3 0,28 3 3 0,-31-2-4 16,2-1-3-16,2 0 3 0,-1 4-3 0,1-2 1 16,1-2-6-16,-6 1 1 0,4 1 2 0,-4 0-3 0,-2-4 3 15,0 5-3-15,-4 1 0 0,-3-4 1 16,-16 0-2-16,-2 2-3 0,1-3 0 0,-4 0 6 16,-10 1-6-16,-3 2-5 0,-3-3 7 0,-4 1-3 15,-2 0 1-15,1 0 3 0,-9 0-2 0,10 0 0 16,-10 0-4-16,8 1-7 0,-8-1-18 0,0 0-22 15,0 0-24-15,0 0-45 0,12-2-35 0,-12 2-161 16,0 0-335-16,0 0 147 0</inkml:trace>
  <inkml:trace contextRef="#ctx0" brushRef="#br0" timeOffset="819.06">12378 3608 35 0,'-2'-10'227'16,"0"3"-2"-16,-2 1-11 0,4 6 19 0,0-11-16 16,0 11-17-16,-3-7-20 0,3 7-15 0,-4-7-21 15,4 7-16-15,0 0-17 0,0 0-19 0,0 0-10 16,0 0-4-16,0 0-14 0,0 0-4 0,0 0-7 15,5 35-5-15,-3-15-6 0,2 7 2 0,-6 6-9 16,2-2-2-16,2 2-1 0,-4 2-1 0,0 1-5 16,6-1-2-16,-6 1-1 0,2 0-1 0,-2-2-3 15,0-2-1-15,-2-1-3 0,3 0 1 0,5-2-2 16,-3-5-1-16,-2 1 0 0,1-6-2 0,0 2-2 16,1-5 3-16,-1 1-3 0,0 0 3 0,-1-3-3 15,2 0 0-15,-2-2-18 0,1-2-24 0,-3 0-22 16,2-1-16-16,1-9-28 0,-3 16-31 0,3-16-22 15,0 11-20-15,0-6-15 0,0-5-23 0,0 0-112 16,0 0-349-16,0 0 156 0</inkml:trace>
  <inkml:trace contextRef="#ctx0" brushRef="#br0" timeOffset="1278.58">12515 3646 1857 0,'-4'-19'-55'0,"-1"1"35"15,-3 0 12-15,1 1 4 0,-5 3 3 0,3 1 0 16,1 3 6-16,-2 3 20 0,1 0 12 0,5 1 9 16,-2 3 1-16,6 3 0 0,-8-9-7 0,4 6-9 15,4 3 0-15,0 0-6 0,-7-5-4 0,7 5-2 16,0 0-2-16,0 0-3 0,0 0 0 0,0 0-2 16,14 22-4-16,-1-10 5 0,0 2 0 15,8 3-9-15,4-2 10 0,4 1 4 0,0 2-6 16,3-2 1-16,-5-2-3 0,4 0 0 0,3 1 2 0,-3-1-1 15,1-2 0-15,-5-2-5 0,2 1 5 0,-2 2-2 16,-3-4 1-16,-3-2 0 0,-3-2-3 0,0 0-1 16,-2 1 2-16,3-2-2 0,-3 3 2 15,-5-2 1-15,3 0-3 0,-3 0-3 0,0-1-1 16,-1-1 3-16,3 0-5 0,-7 1 3 0,2 0 4 16,-2 0-8-16,1 0-1 0,-3-3 1 0,0 4-3 0,-4-5 2 15,7 8 0-15,-4-3-1 0,-1 0 2 0,-2 5 0 16,0-10 1-16,-9 18 1 0,2-2 0 15,-2 0 4-15,-7 5 1 0,-3-1 3 0,-6 4-1 0,0-2-1 16,-2 4 3-16,-15 13-2 0,0-7 10 16,-2 1-3-16,-1-1-3 0,0-1 2 0,-2-2-2 15,6-2-3-15,-3-5 1 0,12-1-1 0,3-2-2 16,-2-2 3-16,6 1-7 0,-2-3-12 0,4 2-23 0,8-5-26 16,4 0-35-16,-1-4-30 0,5 1-35 15,3-3-41-15,0 2-127 0,4-8-351 0,0 0 156 16</inkml:trace>
  <inkml:trace contextRef="#ctx0" brushRef="#br0" timeOffset="1579.11">13153 3627 1909 0,'5'-31'8'0,"-5"4"12"0,0 1 42 0,0 8-10 15,-3 2-3-15,1 0-18 0,0 5 15 0,0 2 9 16,2 2 9-16,-4-2 10 0,4 9 4 0,-3-10-8 16,3 10-7-16,0-8-9 0,0 8-6 0,0 0-13 15,-4-6-5-15,4 6-8 0,0 0-2 0,0 0 2 16,-7 36-2-16,4-8 3 0,1 2-1 0,-2 2-1 16,-1 1-1-16,1 2-2 0,0 10-1 0,4 0 6 15,0 2-4-15,0-13-2 0,2 1-2 0,0 1 4 16,-2 0-3-16,2-3 0 0,-2 1-3 0,2-2-18 15,1 1-20-15,-1-4-25 0,-4 3-28 0,-1-5-47 16,3 1-55-16,-4 0-46 0,-4-1-175 0,0-4-433 16,-1 1 191-16</inkml:trace>
  <inkml:trace contextRef="#ctx0" brushRef="#br0" timeOffset="2235.65">13109 3875 9 0,'0'-12'174'0,"0"12"-11"16,0 0-14-16,0 0-11 0,0 0-8 0,4-4-12 15,-4 4-11-15,23 1 5 0,3-1-9 0,8 0-7 0,18-3-5 16,10 1-5-16,3 0-2 0,35-8-10 16,-1 7-8-16,-1-1-7 0,-3 1 0 0,5 3-13 15,-3-4 1-15,3 2-6 0,-6 0-4 0,-29 0-2 16,31-1-5-16,-31 0-1 0,30 0-1 0,-30 1-4 16,-1 1 2-16,-1-1-5 0,-4-3-2 0,-5 7 1 15,-2-1-5-15,-12 1 0 0,-2-2-4 0,-5-4 2 16,-1 5-2-16,1-2 1 0,-4 1 1 0,-8-1 2 15,-2 1 4-15,0-2-1 0,0 5 6 0,0-3-1 16,-1 0 5-16,-1 0-3 0,0-1-2 0,-2 2 1 16,2-1-2-16,-5 1-5 0,2-1 1 0,0-1-1 15,-2 3-5-15,0 0-1 0,-2-1 0 0,-5 0-1 16,6 0-1-16,-11-1-1 0,12 0-1 0,-12 0-4 16,10 0 2-16,-5 2 0 0,-5-2-1 0,9 3 0 15,-9-3 1-15,7 2-3 0,-7-2 1 0,8 5 0 16,-8-5-3-16,8 5 0 0,-8-5 0 0,5 1 3 15,-5-1-1-15,0 0-10 0,8 6-8 0,-8-6-3 16,0 0-7-16,4 4 1 0,-4-4-7 0,0 0-11 16,0 0-5-16,0 0-14 0,0 0-20 0,0 0-10 15,0 0-31-15,0 0-34 0,1 7-170 0,-1-7-354 16,0 0 158-16</inkml:trace>
  <inkml:trace contextRef="#ctx0" brushRef="#br0" timeOffset="3588.85">15416 3764 44 0,'-4'-7'130'15,"4"7"-1"-15,0 0-7 0,0 0-2 0,0 0-7 16,0 0 0-16,0 0-9 0,0 0-14 0,0 0-14 15,-6-5-2-15,6 5-11 0,0 0-8 0,0 0-8 16,0 0-1-16,0 0-10 0,0 0 0 0,-13 14-5 16,6-6-1-16,0-1 3 0,-1 1-5 0,-1 1-3 15,1 5-2-15,0-3-4 0,0 0-2 0,3-2 7 16,-2 3-6-16,1-1 0 0,2 4-2 0,0-4-1 16,3 2 3-16,0-1-2 0,1-2 6 0,-2 0-10 15,4-1 9-15,0-2-7 0,0 1 9 0,4 0 4 16,2 0 5-16,-2-2 6 0,0 0-2 0,7-2 2 15,4 1-3-15,-6-4 2 0,3 1 2 0,3-1-4 16,2-4-3-16,1 1 0 0,-3 0 1 0,0-2-1 16,-1-2 4-16,-2 1 0 0,-2-1 4 0,1-2-1 15,-5 1-2-15,2-2 0 0,-4-2 1 16,2 0 0-16,-1-3-7 0,-4 0 1 0,-1 2-4 0,0-5-4 16,-4 1-5-16,1 4 0 0,0-3-6 0,-4 2 1 15,-2 0-1-15,0 2-2 0,2 2-4 0,-3 0-1 16,-1 2-3-16,-2 0-6 0,2 1-3 0,-2 3-6 15,0-1-9-15,-1 1-11 0,0 3-19 0,-1-1-24 16,13 1-13-16,-23 4-33 0,11-1-31 0,2 0-34 16,1 2-155-16,1-2-368 0,8-3 163 15</inkml:trace>
  <inkml:trace contextRef="#ctx0" brushRef="#br0" timeOffset="4051.79">15902 3661 67 0,'0'0'134'0,"0"0"-5"0,0 0-2 16,0 0-7-16,0 0-4 0,0 0-8 0,0 0-3 16,-29 0-4-16,29 0-2 0,0 0-3 0,0 0-6 15,0 0 0-15,0 0-4 0,-7-4-6 0,7 4-1 16,0 0-2-16,0 0-3 0,0 0 1 0,0 0-1 0,0 0-10 15,0 0 0-15,0 0-10 0,0 0-4 16,23-4-7-16,-12 2-4 0,8-2 0 0,4 1-7 16,8 0-2-16,-2-1-4 0,-3 0-4 0,2 1 1 15,-7 0-5-15,0 3 0 0,0-4-4 0,-2 1 3 16,1 2-6-16,-3-1 3 0,-2 2-8 0,-2 0-16 16,-3-2-15-16,2 1-16 0,-12 1-15 0,11-1-18 15,-3-1-5-15,-8 2-13 0,9-3-18 0,-9 3-18 16,0 0-17-16,6-3-6 0,-6 3-5 0,0 0-85 15,0 0-261-15,0 0 116 0</inkml:trace>
  <inkml:trace contextRef="#ctx0" brushRef="#br0" timeOffset="4248.58">16190 3571 301 0,'-7'-4'-24'0,"2"0"17"0,-2-3 12 15,7 7 14-15,-10-11 5 0,6 4-3 0,-2 2 10 16,3-1 12-16,-1 0 15 0,0 0 2 0,1 1 7 16,3 5 16-16,-6-9 2 0,6 9-1 0,-6-4 3 15,6 4-6-15,-6-5-4 0,6 5-18 0,0 0-6 16,0 0-7-16,0 0-1 0,0 0-1 0,-12 6 3 15,10 2 5-15,-2 3 6 0,1 2-6 0,-2 3 1 16,-2 0-6-16,1 0-4 0,3-1-5 0,-3 3-2 16,5-1-4-16,-2 2 1 0,3 0-4 0,0 8-2 15,-1-9-12-15,1-1-40 0,1 2-36 0,5 0-48 16,-4 0-53-16,2-2-97 0,-1-5-278 0,1 1 123 16</inkml:trace>
  <inkml:trace contextRef="#ctx0" brushRef="#br0" timeOffset="4401.32">16084 3847 56 0,'0'0'156'16,"0"0"-33"-16,0 0-41 0,0 0-50 0,0 0-39 15,0 0-67-15,0 0-80 0,0 0 35 0</inkml:trace>
  <inkml:trace contextRef="#ctx0" brushRef="#br0" timeOffset="10149.81">10001 6613 28 0,'-11'12'95'0,"2"2"-11"0,1 1-5 0,0-4-11 0,1 1-3 15,2 0-20-15,1-1 17 0,0 2-12 0,1-1 7 16,2 0-12-16,0-1 3 0,-1 0-2 15,2 0 2-15,2-2-9 0,0 3 3 0,1-1-9 16,3-2-2-16,0 0 1 0,2-4 10 0,1 1-11 0,0 0 6 16,3-1-4-16,-1-2 2 0,2-1-1 0,5-2 7 15,-5 1-2-15,3-2 12 0,1-2-3 0,0-3 2 16,-5 3-2-16,6-4 5 0,-2 1-4 0,0-2 1 16,-4 0-3-16,3-3 2 0,-5 3-1 0,-1-2 3 15,-1 1 4-15,0-2-3 0,-2-4-2 0,-1 1-7 16,-1-3-3-16,-2 1-9 0,0 0 5 0,-2-2-7 15,-4 2-3-15,0-4-5 0,-1 3-5 0,0 0 4 16,-2 0-3-16,0 2-3 0,-1 4-2 0,-1-2-4 16,1 3-3-16,-2 2-3 0,3 1 0 0,-4 2 3 15,0 2-6-15,-1 0-6 0,-1 3-1 0,-6 1-16 16,0 3-7-16,1 1-12 0,-1 3-20 0,4 0-14 16,-2 2-25-16,4 1-15 0,1 0-24 0,4-1-23 15,2 2-93-15,2-2-278 0,2 0 123 0</inkml:trace>
  <inkml:trace contextRef="#ctx0" brushRef="#br0" timeOffset="10666.6">10287 6699 113 0,'0'0'143'0,"-9"1"-14"0,9-1-2 0,-11 2-17 15,11-2-9-15,-8 0-11 0,8 0-8 16,0 0-3-16,-9 4-19 0,9-4-7 0,0 0 3 16,0 0-14-16,0 0 3 0,-6 5-10 0,6-5 7 15,0 0-6-15,0 0-3 0,14 12 4 0,-4-7 5 0,4-1 2 16,4-1-3-16,10 3 3 0,4-2-5 15,7 1 6-15,12-1-7 0,2-4-5 0,2 3 3 0,8-1-3 16,-2 0-4-16,2 0 1 0,1-1 2 16,1 2 7-16,27-3 0 0,-28 3 0 0,27-2-3 15,1 5-4-15,-26-4-2 0,29 4-3 0,-2-4 0 0,-29 0-3 16,32 4-2-16,-7 0-2 0,1-3-1 0,-25-1-3 16,28 3 2-16,-24-1-1 0,19-2-1 15,-26 1-3-15,2-1 2 0,-4-2-7 0,-3 0 2 16,2 1-4-16,-5 1 1 0,-14-3 3 0,-3 2-7 0,-3-2 9 15,-1 1-3-15,-6 0 1 0,-9-1-5 0,-4 1 6 16,-3 0 5-16,0 0 12 0,-4 0 10 0,2-1 5 16,-9 1 6-16,9 1 3 0,-9-1 0 15,0 0-4-15,13-1-3 0,-13 1-6 0,0 0 1 0,0 0-4 16,9 0-5-16,-9 0-6 0,0 0-3 0,0 0-11 16,0 0-19-16,0 0-21 0,0 0-21 0,0 0-23 15,9-2-25-15,-9 2-33 0,0 0-25 16,0 0-42-16,0 0-181 0,0 0-410 0,0 0 181 0</inkml:trace>
  <inkml:trace contextRef="#ctx0" brushRef="#br0" timeOffset="12118.68">12475 6776 102 0,'0'0'111'0,"-6"-3"3"0,6 3-8 0,-5-5-9 16,5 5-2-16,0 0-10 0,-4-5-7 0,4 5-5 0,0 0-10 16,0 0-2-16,0 0-10 0,-6-6-3 0,6 6-15 15,0 0 2-15,0 0-2 0,0 0-5 16,0 0-4-16,0 0 1 0,0 0 2 0,0 0-8 16,23 7 4-16,-11-4-4 0,8 0-1 0,15 0 7 0,-3 0 3 15,24-2 7-15,2 1-5 0,10 1 1 0,26 0-3 16,-2-1-8-16,3-1-2 0,-1-1 6 15,5-1-3-15,-2 1-8 0,8 0 8 0,3-2-3 16,4 2-4-16,3-2 1 0,4 1-1 0,2 0-1 0,3-2-5 16,2 1 4-16,2 4-1 0,4-1-2 0,1 3 2 15,-6-5 4-15,1 1-2 0,-1 6 1 0,-2-3 8 16,0-1 0-16,0-2-4 0,-6 2-4 0,-5-4 7 16,-7 4-5-16,-6-1 1 0,-1 2 1 0,-9-3 0 15,-30-3-5-15,2 2 0 0,-5 2 0 0,-1-2-5 16,-19-1 3-16,-1 2-1 0,-5 0-4 0,-4-2-3 15,-9 3-2-15,-2-1 10 0,-6 1-5 0,0-1-4 16,-5 0 5-16,-6 0 0 0,10 0-4 0,-10 0 6 16,0 0-21-16,12-2 6 0,-12 2-11 0,0 0-28 15,0 0-18-15,0 0-32 0,0 0-26 0,0 0-36 16,0 0-110-16,-35-8-290 0,16 6 128 0</inkml:trace>
  <inkml:trace contextRef="#ctx0" brushRef="#br0" timeOffset="13804.56">13986 3746 85 0,'-8'-4'92'0,"8"4"-8"0,0 0-1 15,0 0-7-15,0 0-8 0,0 0-6 16,0 0-7-16,0 0-16 0,0 0-7 0,0 0 4 16,0 0-2-16,0 0-4 0,-14 17 5 0,14-10-2 15,-2 5-7-15,2-2 2 0,-3 7 14 0,3-1 9 16,-4 5-3-16,2 4-1 0,0 0-3 0,0 3 2 15,-1 1-2-15,-1 2-6 0,2 2-4 0,2 0 0 16,-5 0-4-16,2 2-4 0,1-1 5 0,-2 2-1 16,1 0-5-16,2-1-2 0,-2-1-1 0,1 1-4 15,0 0 6-15,0-1-5 0,2-4-5 0,-2 4 8 16,1 2 7-16,1-2 10 0,0 0-4 0,-2-2 5 16,3-2-8-16,-2 0-4 0,-1-4-6 0,2 4 6 0,0-5-8 15,2 1 0-15,-1-2 0 0,-1 2-3 0,1-8-1 16,0 1-2-16,-1 0-2 0,0-2-3 15,0 1 10-15,0-1-8 0,-1-7-2 0,1 1 0 16,0-1-1-16,0-2 1 0,0-1 1 0,0-7-2 16,1 10 0-16,-1-10-4 0,2 8 4 0,-2-8 2 15,0 0 8-15,0 9 3 0,0-9 9 0,0 0 4 16,0 0 0-16,0 8 1 0,0-8 1 0,0 0 1 16,0 0 1-16,0 0 2 0,0 0-1 0,0 0-2 15,0 0-5-15,0 0-4 0,0 6-1 0,0-6-3 16,0 0-2-16,0 0-1 0,0 0-6 0,0 0 2 15,0 0-6-15,0 0 2 0,0 0-4 0,0 0-5 0,0 0 3 16,0 0-2-16,0 0-4 0,0 0 2 16,0 0 0-16,8 2 0 0,-8-2-2 0,0 0 2 15,9 3-1-15,-4-1-4 0,-5-2 3 0,14 2 0 16,-8 2 0-16,3-1 0 0,2 1 2 0,1 0-1 16,-4 0-1-16,2-1-1 0,-1 1 1 0,-1 2-1 15,0-2 0-15,1-1-3 0,-3 1-1 0,0 2 4 16,-1-2 0-16,0 3 3 0,0 0-5 0,-1-2-1 15,0 1 0-15,-2 2-1 0,0-2 2 0,-2 2 6 16,0-8-5-16,-2 15 0 0,0-6-1 0,-4 3 3 16,-1-2 0-16,0-1 4 0,-6 2-4 0,2 1 3 15,1-2-3-15,-1 1 2 0,-3-1-1 0,5-1 0 0,-4 0 1 16,-1 2 2-16,4-3-5 0,-1 0 2 16,-1 2-1-16,-1 3 7 0,3-4-8 0,2 1-2 15,1 1 1-15,2-1 1 0,-1-1 0 0,1 2 0 16,4-1-3-16,1 2 1 0,0-1-4 0,1 0 8 15,2 1-4-15,1-1 2 0,3 0 2 0,1 4-3 0,-3-4 0 16,7 2-4-16,-2 2 5 0,-3-5 0 16,2-1 0-16,1 4-3 0,-6-3-3 0,4 2 6 15,-3 0-4-15,0-2 3 0,1 1-2 0,-3 1 1 16,-1 1-1-16,0 2 1 0,-4-4-4 0,2 2 1 16,-2-1 5-16,-2 3-5 0,-4-3-2 0,1 4 9 15,-3-2-2-15,1 2-1 0,-5-1 5 0,1 0-6 16,3-1 4-16,-3-2 0 0,2 2-3 0,-1-2 0 15,4 2 1-15,3-5 2 0,-1 1-3 0,2 2-11 16,0-1-9-16,4 0-5 0,0-1 1 0,4 1 3 16,2 2 2-16,2-3-2 0,1 2 2 0,1 0 3 15,3 0 0-15,0 0-1 0,1 0 3 0,-1 0-2 0,1 0-2 16,-3-2-5-16,0-1 3 0,-2 1-2 16,0-1 8-16,-2 0-4 0,2 2 0 0,-6-1 1 15,1 1 2-15,0 0 4 0,-2 5 0 0,-2 1-1 16,0 1 3-16,-2 1 5 0,0-3-5 0,-2 1 6 15,-1 9-4-15,-4-1 8 0,5 0-4 0,-1-6-4 16,1 0 8-16,1 6-2 0,-1-4 1 0,-1-2 3 16,1 2-2-16,2-4-1 0,-3-2 1 0,1 2 1 15,2 1 0-15,-1-3 2 0,1 0-5 0,0-1 7 16,2-2-4-16,-2 0 1 0,2-1 3 0,0 0-1 16,0 0-1-16,0-1 0 0,2-1 0 0,-2 1 2 15,0-10-13-15,2 13-25 0,-2-13-14 0,3 11-32 16,-3-11-27-16,0 10-27 0,0-10-19 0,0 0-14 15,-3 15-88-15,3-15-274 0,-7 6 121 0</inkml:trace>
  <inkml:trace contextRef="#ctx0" brushRef="#br0" timeOffset="14200.08">14238 5554 123 0,'-3'-12'164'0,"-1"2"-7"0,2-1-4 0,-2 3 10 15,2-1 3-15,-2 1-6 0,1 1-10 0,3 7-10 16,-2-11 1-16,2 11-17 0,-3-8-14 0,3 8-15 0,0 0-11 16,0 0-13-16,0 0-9 0,0 0-8 15,0 0-9-15,0 0-3 0,0 0-5 0,0 0-1 16,3 36-5-16,-6-17-1 0,3 7 0 0,0-2-5 16,0 1 1-16,0 2-4 0,0-4-1 0,0-3-1 0,-2-1-3 15,2 1-2-15,-1 0-2 0,4-2 0 0,-3-1-4 16,-2 1-18-16,2-4-18 0,-1-1-23 0,1-3-29 15,-1 0-22-15,2-1-24 0,-1-1-25 0,0-1-26 16,0-7-130-16,0 11-331 0,0-11 147 16</inkml:trace>
  <inkml:trace contextRef="#ctx0" brushRef="#br0" timeOffset="14805.26">14286 5395 50 0,'8'-6'133'0,"1"0"-12"0,3 0-13 0,-1 2-5 16,-5 3-22-16,6 2 1 0,-1 0-12 15,-1 4-2-15,0 0-1 0,-1 0-2 0,-2 5-3 16,-1-2-7-16,1 4 1 0,-6 0-1 0,3 3-2 0,-6 2-5 16,0-2-4-16,-2 0-3 0,-2 0-2 0,-3-2 5 15,1 4-2-15,-4-3 5 0,1 1-1 0,-2-4 2 16,3 2-1-16,1-5-1 0,-1 0 0 15,0-1 0-15,5-3-3 0,1-1-2 0,-3 3-4 16,7-6-3-16,-6 5-5 0,6-5-5 0,-8 5-4 0,8-5-3 16,-6 5-3-16,6-5 0 0,0 6-3 0,0-6 0 15,0 0-2-15,3 13 3 0,-3-13-1 0,3 9-1 16,1-5-1-16,6 3-3 0,-1-2-4 16,1 0-18-16,1 0-18 0,2-1-21 0,-1-1-15 0,8 2-18 15,-4-2-13-15,6 0-5 0,-4 0-20 0,2-5-2 16,-2 4 0-16,0-4 0 0,2 1-71 0,-2-3-213 15,-6 2 95-15,1-1 829 0,-2-3-574 0,0-1 16 16,-2 1 22-16,-2-1 18 0,2 0 17 0,-4 0 12 16,0-2 13-16,-1 0 24 0,0 2 14 0,-2-1 19 15,1 3 13-15,-1-3 16 0,-2 8 2 0,3-10 3 16,-3 10 0-16,2-7-13 0,-2 7-11 0,0 0-13 16,2-7-14-16,-2 7-8 0,0 0-16 0,0 0-2 15,0 0-8-15,0 0-3 0,0 0 0 0,2 24-2 16,1-9 0-16,-6 6 3 0,3-2 3 0,-2 6 0 15,-2-6 6-15,0 0 4 0,2 0 2 0,0 0-3 16,0-1-1-16,0-2-3 0,1-4-3 0,1 1-3 16,-1-2-7-16,1-2-3 0,-1 1 2 0,1 0-8 15,0-10-2-15,1 12-3 0,-1-7-2 0,0-5 1 16,2 11 1-16,0-8 0 0,-2-3-3 0,9 7 4 16,-2-4-1-16,4 0 0 0,0-2-4 0,9 1-1 15,1-2-13-15,8 0-22 0,-2 0-20 0,-7 0-35 16,4-2-43-16,-4 2-45 0,1-1-47 0,-1 1-46 15,-7 1-129-15,1 1-415 0,-9 2 184 0</inkml:trace>
  <inkml:trace contextRef="#ctx0" brushRef="#br0" timeOffset="15609.53">13987 6457 46 0,'0'0'124'0,"0"0"-2"16,0 0-1-16,0 0 0 0,0 0-5 0,0 0 0 15,0 0-11-15,0 0-11 0,0 0-8 0,0 0-8 16,0 0-11-16,0 0-12 0,0 0-2 0,0 0-10 16,0 0-6-16,0 0-5 0,0 0 3 0,-5 21-5 15,3-6 5-15,0 5 3 0,-1 5 1 0,1 4-1 16,-2 3 3-16,4-3-9 0,-5 6 6 0,3-1-6 16,-1 2 4-16,-1-1 6 0,0-2-1 0,2-3-5 15,0-4-4-15,1 2-3 0,-1-8 6 0,0-3-10 16,2 0 4-16,0 0-5 0,0-4-5 0,0-3 1 15,0 0 2-15,0 0-6 0,0 0 0 0,0-4-2 16,0-6 2-16,-2 10-1 0,2-10-12 0,0 10-9 16,0-10-12-16,0 0-15 0,-2 7-26 0,2-7-39 15,0 0-31-15,0 0-46 0,0 0-113 0,0 0-312 16,0 0 138-16</inkml:trace>
  <inkml:trace contextRef="#ctx0" brushRef="#br0" timeOffset="17356.8">15556 4324 129 0,'0'-8'144'16,"0"8"-7"-16,2-14 4 0,-2 14-4 0,0-7-4 16,0 7-22-16,0 0-12 0,-3-10-1 0,3 10-22 15,0 0-11-15,0 0-7 0,0 0-4 0,0 0-15 16,0 0-4-16,0 0 4 0,-10 28-6 0,5-10-4 16,-3 10 2-16,-1-2 2 0,5 4-4 0,-2 3 4 15,-2 1-7-15,4-1 2 0,-2-2 3 0,2-3-3 16,2 3-7-16,-2-2 2 0,2-3 0 0,2-1-7 15,-2-5 0-15,2 4 2 0,-1-3-3 0,3 2 2 16,-2-4-2-16,3 7-3 0,-1-10-17 0,0 3-11 16,1 0-26-16,0-3-29 0,1 4-25 0,0-3-26 15,-3 1-28-15,3 0-95 0,-7 0-266 0,3-1 117 16</inkml:trace>
  <inkml:trace contextRef="#ctx0" brushRef="#br0" timeOffset="17754.75">15340 5169 142 0,'0'0'153'0,"0"0"-10"0,0 0-14 0,0 0-15 16,0 0-4-16,0 0-11 0,0 0-9 0,0 0-8 15,9 14-3-15,-3-2 4 0,-2-1-8 0,3 6 0 16,1 1-1-16,2 5-3 0,-1-5-5 0,0 5-2 15,0 0-8-15,0-8-13 0,0 3 5 0,-2 0-3 16,1-4-2-16,2 2-4 0,-3-1-3 0,-1-3 1 16,-2-3-1-16,5 1-2 0,-4-2 0 0,0 2 0 15,-3-3 0-15,2-1-7 0,0-3 0 0,-1 3 0 16,-3-6 7-16,5 7 11 0,-5-7 15 0,4 3 16 16,-4-3 13-16,0 0 10 0,0 0 5 0,0 0 3 15,0 0-17-15,0 0-14 0,16-19-2 0,-9 8-7 16,3-5-8-16,0-2-8 0,5-8-10 0,1 0 1 15,2 1-7-15,-3-3-4 0,3 1-6 0,-1 0-5 16,0 2-15-16,-2 5-15 0,-4 4-11 0,-1 1-26 16,0 2-21-16,1 3-27 0,-5 4-32 0,-1-1-25 15,3 1-25-15,-1 2-7 0,0 1-7 16,-7 3 11-16,13 2-3 0,-6 0 0 0,0 1 10 0,-1 5-109 16,-2 0-305-16,1 1 135 0</inkml:trace>
  <inkml:trace contextRef="#ctx0" brushRef="#br0" timeOffset="18037.36">15849 5356 74 0,'-1'14'79'0,"2"-5"-2"16,-1-9-3-16,-3 16 19 0,3-16-11 0,0 15-4 15,0-15 1-15,-3 15-14 0,4-8 18 0,-1 0-2 16,0-7-6-16,0 14-4 0,2-8-4 0,0-1-1 16,1 0-2-16,-3-5-1 0,4 9-3 0,0-7 4 15,-4-2-5-15,11 7 7 0,-4-5-4 0,5-4-1 16,-2 2-2-16,4-2-1 0,-1 0 0 15,5-2-4-15,-3-2 2 0,3-1-8 0,-4 1 2 0,1-3-5 16,1 0 0-16,-1-1-2 0,-4-4-6 0,0 2-1 16,-3 1 0-16,-4-5-7 0,-2 4-6 0,0 0 1 15,-2 0 0-15,-4-3-10 0,0 2 3 0,-1 2-7 16,-2 2-2-16,-2 0-8 0,1 2 5 16,-3 3-19-16,0 0-11 0,0 4-17 0,-7 4-16 0,0 3-18 15,-1 2-24-15,1 2-21 0,-2 8-28 0,-1 3-158 16,1 1-331-16,4 2 147 0</inkml:trace>
  <inkml:trace contextRef="#ctx0" brushRef="#br0" timeOffset="18391">15680 6067 225 0,'3'-12'212'0,"0"0"-16"0,0 3 13 0,0-1-4 16,-1 4-11-16,1-1-11 0,-3 7-18 0,1-8-21 15,-1 8-21-15,0 0-16 0,5-6-9 0,-5 6-11 16,0 0-6-16,8 21-12 0,-4-3-1 0,1 12-7 15,1 6-2-15,-2 12-10 0,0-1-1 0,-3 3-6 16,-2-1-1-16,0-1-3 0,-2-1 1 0,1-1-6 16,-1-13-1-16,-2-1 1 0,2 1-6 0,2-4 0 15,1-2-5-15,-4 0-3 0,4-8 0 0,-1-2-13 16,0 1-18-16,-1-3-30 0,2-3-41 0,-1-1-37 16,1-1-48-16,1-2-38 0,-1-8-183 0,-1 9-420 15,1-9 186-15</inkml:trace>
  <inkml:trace contextRef="#ctx0" brushRef="#br0" timeOffset="18797.25">16479 6248 126 0,'0'0'198'0,"0"0"-3"0,-5-14-16 0,5 14-7 16,0 0-11-16,0 0-11 0,0 0-14 0,-4-5-14 15,4 5-8-15,0 0-15 0,0 0-11 0,0 0-8 16,0 0-11-16,0 0-5 0,0 0-4 0,0 0-2 15,14-1 11-15,-1 0-5 0,4 1-3 0,3-4 1 16,8 4-4-16,1-2-1 0,2-1-5 0,-1 0 0 16,-1 2-11-16,-1-1 2 0,-10 2-5 0,0-3-2 15,-4 3-2-15,1 0-5 0,-4-2-3 0,-2 4-1 16,2-4-3-16,-11 2-2 0,10 2-4 0,-10-2-1 16,9 0 0-16,-9 0-2 0,0 0-4 0,9-3-3 15,-9 3-14-15,0 0-16 0,0 0-32 0,0 0-32 16,0 0-57-16,0 0-41 0,0 0-219 0,0 0-438 15,0 0 193-15</inkml:trace>
  <inkml:trace contextRef="#ctx0" brushRef="#br0" timeOffset="20469.88">10088 4410 84 0,'0'0'131'0,"0"0"6"0,-5-8-8 16,5 8-11-16,0 0-3 0,0 0-8 0,0 0-10 16,0 0-6-16,-3-7-1 0,3 7-24 0,0 0-6 15,0 0-7-15,0 0-8 0,0 0-1 0,0 0-5 16,0 0-4-16,0 0-6 0,0 0-6 0,0 0-11 15,0 0-6-15,0 0-22 0,0 0-4 0,-3-6-21 16,3 6-12-16,0 0-7 0,0 0-9 0,0 0-15 16,0 0-10-16,0 0-11 0,0 0-57 0,0 0-175 15,0 0 78-15</inkml:trace>
  <inkml:trace contextRef="#ctx0" brushRef="#br0" timeOffset="20868.58">9360 4287 71 0,'-11'-4'155'0,"11"4"-15"16,-8-3-7-16,8 3-13 0,-8-2-1 0,8 2-10 16,0 0-6-16,0 0-6 0,-8-1-13 0,8 1-6 15,0 0-8-15,0 0-6 0,0 0-3 0,0 0-10 16,0 0-3-16,0 0-4 0,0 0-3 0,0 0 2 15,0 0 0-15,33-5-5 0,-20 4-4 0,8-1 0 16,-2-1-1-16,1 3-8 0,2-1-2 0,5-3-2 16,-9 2-20-16,0 0-17 0,2 2-19 0,-7-1-33 15,-2 1-27-15,2 0-10 0,-3-1-23 0,-2 1-13 16,-8 0-76-16,11-2-233 0,-11 2 104 0</inkml:trace>
  <inkml:trace contextRef="#ctx0" brushRef="#br0" timeOffset="21068.89">9463 4136 66 0,'0'0'114'0,"0"0"-10"0,0 0 1 0,0 0-24 0,0 0-11 16,0 0 0-16,0 0-10 0,0 0 21 0,0 0-3 16,0 0-9-16,5 31-3 0,0-19-6 0,0 7-5 15,1-3 3-15,-1 2-2 0,1 6-8 0,-2 2-3 16,2-2 3-16,1 3-3 0,-2-1-29 0,0 0-26 15,1 1-25-15,1 1-32 0,-5 1-31 0,1 0-100 16,-6 0-214-16,3 0 95 0</inkml:trace>
  <inkml:trace contextRef="#ctx0" brushRef="#br0" timeOffset="21540.43">9237 6238 121 0,'0'0'139'0,"0"0"-4"0,-9 3-16 16,9-3-6-16,0 0-11 0,0 0 8 0,0 0-13 15,0 0-3-15,0 0 1 0,0 0 6 0,0 0 2 16,0 0-2-16,18 6-1 0,-7-5-12 0,6 1-5 0,3-2-7 16,0-2-6-16,3 2-8 0,5-1-23 0,-1 1-31 15,2 0-47-15,-2-4-47 0,1 3-50 16,-9 0-147-16,0-2-306 0,0-3 135 0</inkml:trace>
  <inkml:trace contextRef="#ctx0" brushRef="#br0" timeOffset="22212.76">9237 5251 170 0,'0'-10'223'0,"-1"1"-14"16,-2-2-14-16,3 11-10 0,0-11-6 0,0 11-16 0,1-9-14 15,-1 9-13-15,0-9-13 0,0 9-14 0,0 0-15 16,0 0-6-16,-1-10-17 0,1 10-8 0,0 0-7 16,0 0-6-16,0 0-7 0,13 20-1 15,-8-11-8-15,3 1 5 0,-2 6-10 0,4 0 0 16,-2 1-4-16,2 1-2 0,-1 1-1 0,-1-2-2 0,2-1-1 16,0 1 0-16,-2-2-5 0,-2 1 0 0,1-4 0 15,-4-2-2-15,3 0-1 0,-1 1 3 0,-1-3-6 16,-1-2 1-16,1 0-1 0,1 0 4 0,-2 0-6 15,-3-6 1-15,5 7-1 0,-5-7 0 0,5 5 1 16,-5-5-1-16,0 0 5 0,4 5-1 0,-4-5 1 16,0 0 3-16,0 0 4 0,0 0 0 0,0 0 2 15,0 0-2-15,9-14-8 0,-3 5 1 0,2-6-1 16,-2 0-3-16,0 3 3 0,1-3-8 0,1-11-10 16,-1 8 4-16,2-4-14 0,2-3 4 0,-1 2-2 15,-5 3-17-15,1 4 7 0,2-1-2 0,-4 0 5 16,1 2 2-16,0-1-4 0,-1 4 4 0,-3 2 1 15,2 0 2-15,-2 4 3 0,-1 6 1 0,1-10 2 16,-1 10 1-16,2-9-3 0,-2 9 3 0,0 0-1 16,0-7 1-16,0 7 0 0,0 0-2 0,0 0 5 15,0 0-8-15,0 0 4 0,0 0 2 0,0 0-3 16,0 0 0-16,0 0 3 0,-24 13-3 0,21-9 1 16,-2 1 2-16,5-5-4 0,-5 8 8 15,2-3-2-15,3-5 0 0,-1 8-1 0,1-8 1 0,0 11-1 16,0-11 1-16,4 11 8 0,1-6-3 0,1 0-1 15,4 0-6-15,2-1-11 0,6 2-20 0,0-2-26 16,3-1-26-16,1 2-30 0,0-1-30 0,5 0-15 16,-7 0-109-16,-1 2-301 0,-2 0 133 0</inkml:trace>
  <inkml:trace contextRef="#ctx0" brushRef="#br0" timeOffset="22470.07">9771 5464 67 0,'0'0'228'0,"0"0"-14"0,0 0-6 15,0 0-22-15,0 0-19 0,0 0-17 16,0 0-16-16,0 0-19 0,0 0-10 0,0 0-15 0,-8-1-11 16,8 1-9-16,0 7-7 0,0-7-5 0,0 13-6 15,0-1-3-15,-1-1-4 0,2 4-5 0,-2 2-3 16,1 2-5-16,0-1 0 0,1 0-1 0,-1-1-10 15,0 0 6-15,2-1-4 0,-2 0-21 0,0-3-24 16,1 3-32-16,0-4-35 0,1 1-31 0,-2-1-42 16,1-1-151-16,-1-11-340 0,-1 14 151 15</inkml:trace>
  <inkml:trace contextRef="#ctx0" brushRef="#br0" timeOffset="22687.82">9757 5202 205 0,'-1'-11'276'0,"1"11"-25"0,-3-9-21 0,3 9-19 16,-1-8-17-16,1 8-21 0,0 0-18 0,0 0-17 0,0 0-13 15,0-8-17-15,0 8-13 0,0 0-32 0,0 0-48 16,0 0-31-16,0 0-28 0,0 0-30 15,0 0-56-15,0 0-49 0,13 14-121 0,-13-14-324 16,9 9 144-16</inkml:trace>
  <inkml:trace contextRef="#ctx0" brushRef="#br0" timeOffset="26175.03">11694 4507 82 0,'-3'-5'98'16,"-4"1"-5"-16,7 4 4 0,-9-9 3 0,3 5-8 15,1 0 0-15,1 0-3 0,4 4 5 0,-11-7-1 0,11 7-7 16,-8-5-7-16,8 5-6 0,-6-5-15 0,6 5-7 16,0 0-2-16,-7-3-7 0,7 3-10 15,0 0 1-15,0 0-2 0,0 0-12 0,0 0 2 16,0 0-2-16,0 0-7 0,0 0 2 0,0 0-1 16,0 0 1-16,41 6 5 0,-10-3 2 0,3 1-4 0,2 1 0 15,16 5-3-15,4 1 5 0,-3-2-7 0,-1-1-3 16,2 6-2-16,-5-4 4 0,1 4-5 15,-12-2 6-15,-2 3 0 0,-2-1-4 0,0 3 5 16,-3 1-10-16,1 0 7 0,-3 3 5 0,0 0-6 16,-3 2-6-16,1 3-3 0,-4-1 5 0,0 3 6 0,0 2-4 15,0 0 0-15,4 9-3 0,-4-9-3 0,-2 2 6 16,-2-1-1-16,0 0-1 0,0 0-1 0,-1 1 0 16,-1 0-3-16,-2 0-1 0,-1 11 4 15,-5-7 0-15,1 9 2 0,-3 2-1 0,-7-14-6 16,-2 1 8-16,0 12 2 0,-3-12-6 0,-7 13-1 0,4-13 8 15,-7 13-8-15,2-14 9 0,-3-1-9 0,-5 13 3 16,-1-2-1-16,-5-4 4 0,6-11-3 0,1 1 0 16,0-2 4-16,-3 0-2 0,1-3-1 15,2 0-1-15,-4-3-6 0,5-1 9 0,-2-1-4 16,0-2 2-16,0-1 0 0,4-3 1 0,-2-2 0 16,4-1-5-16,-3 0 4 0,-1-1-5 0,4 2-12 0,-3-4-27 15,2-1-14-15,2-1-15 0,2-1-33 0,-2-1-2 16,3 0-24-16,0 0-21 0,-1-2-86 15,-1 2-253-15,13-3 113 0</inkml:trace>
  <inkml:trace contextRef="#ctx0" brushRef="#br0" timeOffset="26639.42">11936 5757 132 0,'-5'-7'152'16,"5"7"-7"-16,-5-5-22 0,5 5-14 0,0 0-15 15,-3-6-8-15,3 6-15 0,0 0-1 0,0 0-12 0,0 0-6 16,0 0-7-16,0 0-3 0,2 25-5 15,-4-7 12-15,2-3-5 0,2 4-3 0,-4 5-9 0,0 3-2 16,-1-2 8-16,-3 2 0 0,1-1-2 16,-4 1 1-16,4 1-2 0,-2-3-1 0,3 0 1 15,-3-1 2-15,2-6-4 0,1 1 3 0,-3-1-11 0,5-1 0 16,-2-2 7-16,0-1-7 0,3-2-2 0,-2-3-7 16,2 1 2-16,-2-3-6 0,1-1 2 15,-1 2-2-15,3-8 0 0,-2 9-4 0,2-9 1 16,-3 9-4-16,3-9 3 0,0 0-2 0,0 6 0 0,0-6 5 15,0 0-2-15,5 9 7 0,-5-9 6 0,10 5 4 16,-3-3-2-16,2 1-2 0,5-3-2 0,1 0 2 16,2 2-1-16,1-1-3 0,10-1 2 0,1 0-6 15,1-3 3-15,3 2-4 0,2-1-4 16,0-2 4-16,3 0-21 0,0 2-33 0,0 0-38 0,-2-2-45 16,-3 4-34-16,1 0-161 0,-13 2-347 0,-1-1 154 15</inkml:trace>
  <inkml:trace contextRef="#ctx0" brushRef="#br0" timeOffset="27315.79">11166 5720 136 0,'0'0'192'0,"-4"-7"-8"16,4 7-6-16,0 0-6 0,0 0-2 0,-2-8-14 16,2 8-13-16,0 0-16 0,8-17-15 15,-3 6-7-15,3-6-15 0,0 2-6 0,2-2-8 0,2-6-11 16,-4 6-5-16,4 0-7 0,-1-4-1 0,-1 5-6 16,-1-2-4-16,-1 1-6 0,-2 0-4 0,1 3 0 15,-5-1-2-15,5-2-3 0,-5 1-2 0,-1 4 0 16,1 0 8-16,-2 2-3 0,0 0-1 0,0 4 3 15,0 6-2-15,0-11-3 0,0 11-2 0,0 0 2 16,-3-11-16-16,3 11-4 0,0 0-4 0,0 0-4 16,0 0 5-16,0 0-4 0,0 0 1 0,-11 24-1 15,3-7 1-15,-1 5 3 0,2 3-5 0,-2 0 2 16,2-1-1-16,2 0-18 0,1-5 3 16,-1-1 1-16,5-1 1 0,0-1 2 0,1 1 3 0,2-1-4 15,2 0 3-15,2-2 4 0,1 0 1 0,5-3-6 16,4-1-16-16,-1-1-31 0,1-3-32 0,5 2-33 15,5-2-29-15,-5-4-27 0,5 0-151 0,-9-2-356 16,0-4 158-16</inkml:trace>
  <inkml:trace contextRef="#ctx0" brushRef="#br0" timeOffset="27528.17">11310 5168 1812 0,'-14'-15'-20'0,"0"4"50"0,-2 0 17 0,1 1-7 16,8 3-1-16,-1 1-6 0,0 3-7 0,3-2-9 15,5 5 0-15,-9-7-6 0,9 7 2 0,-8-4-4 16,8 4-6-16,0 0-16 0,-5-5-22 0,5 5-2 16,0 0-21-16,0 0-19 0,0 0-31 0,0 0-34 15,22 18-127-15,-11-12-289 0,1-1 129 16</inkml:trace>
  <inkml:trace contextRef="#ctx0" brushRef="#br0" timeOffset="28924.8">11767 3204 39 0,'0'0'102'0,"0"0"4"16,0 0-2-16,0 0-5 0,0 0-3 0,0 0 6 16,0 0-9-16,0 0 1 0,0 0-12 0,0 0-9 15,-13-3-10-15,13 3-4 0,0 0-9 16,-11-1 4-16,11 1-6 0,-9-2 3 0,9 2 1 15,-9-1-8-15,9 1 7 0,0 0-7 0,0 0-2 16,-12-2 3-16,12 2-6 0,0 0 1 0,0 0-2 0,-11 0-1 16,11 0-2-16,0 0-7 0,0 0-5 15,0 0-2-15,0 0-3 0,0 0 2 0,0 0-4 16,0 0-3-16,26-8 3 0,-10 3-8 0,5 1 2 16,-5 0 0-16,11-1-3 0,-4 2 6 0,4-1-22 15,-7 1-24-15,1 3-17 0,-2 0-23 0,-6 0-24 16,4 0-13-16,-5 1-10 0,1 1-9 0,-3-2-99 15,1 2-246-15,-4 0 109 0</inkml:trace>
  <inkml:trace contextRef="#ctx0" brushRef="#br0" timeOffset="29161.08">11803 3028 106 0,'0'0'136'0,"0"0"-12"0,-9-4-14 16,9 4-13-16,0 0-14 0,0 0-11 0,0 0-1 16,-4 15 2-16,4-5-5 0,-2 1 6 0,4 7-4 15,1-1-3-15,-2 1-8 0,2 7-5 0,-3-6-6 16,2 0 0-16,-2 0-12 0,4 6 0 0,-4-7-1 16,2 1-2-16,0 1 1 0,4 6-12 0,-4-5-30 15,3 4-26-15,-5-6-39 0,2 0-37 0,-2 0-113 16,0 0-239-16,2-2 106 0</inkml:trace>
  <inkml:trace contextRef="#ctx0" brushRef="#br0" timeOffset="29799.38">13976 3273 101 0,'-12'-1'107'0,"12"1"-12"15,-9-1 0-15,9 1 3 0,0 0 0 0,-8-2-3 16,8 2-6-16,-7-3-4 0,7 3-4 0,0 0-6 15,-16-1-5-15,9 0-3 0,7 1 1 0,-14-2-6 16,7 2-4-16,7 0 2 0,-15 0-12 0,3 0 8 16,2 0-2-16,-1 0 3 0,1 0-8 0,-1 0 6 15,2 0-16-15,-2 0 0 0,11 0 3 0,-16 0-2 16,16 0 1-16,-11 0-2 0,11 0-4 0,-9 0-1 16,9 0 0-16,0 0-3 0,0 0-8 0,-9 0 6 15,9 0-3-15,0 0 0 0,0 0-1 0,0 0 4 16,0 0-7-16,0 0-2 0,0 0-2 15,0 0 3-15,0 0-3 0,0 0-1 0,32-6 2 16,-15 3 0-16,1 2 5 0,3-1 6 0,0 0-5 0,-2 0-6 16,4 1 1-16,-6-1-5 0,2 1 3 0,-6 0-2 15,-1-1-2-15,0 2-2 0,-3-1 0 0,-1 0-2 16,-8 1 1-16,11-1-5 0,-11 1 4 0,10 0-4 16,-10 0 1-16,0 0-3 0,10-2-1 15,-10 2-11-15,0 0-20 0,0 0-19 0,9 2-24 16,-9-2-31-16,0 0-41 0,0 0-35 0,0 0-171 15,0 0-379-15,0 0 168 0</inkml:trace>
  <inkml:trace contextRef="#ctx0" brushRef="#br0" timeOffset="30734.81">12648 2773 92 0,'-9'-7'182'0,"9"7"-8"16,0 0-9-16,-5-5-16 0,5 5-16 0,0 0-17 16,0 0-9-16,-4-4-12 0,4 4-13 15,0 0-7-15,0 0-9 0,0 0-11 0,0 0-5 0,0 0-2 16,0 0 1-16,16 20-12 0,-10-12-1 0,1 3-1 16,2 2-5-16,3 3 4 0,-2-1-2 0,-1-2 1 15,1 4-5-15,-1-2-2 0,-1 1-4 0,-3-3-2 16,5 0 1-16,-4-3-3 0,0 1 1 15,1 1-4-15,-3-1 2 0,2 0-3 0,-2-2 0 16,2 0 2-16,-3 1-4 0,1-6 2 0,0 2-3 0,-4-6 3 16,6 7 1-16,-4-2-5 0,-2-5 2 0,4 6 10 15,-4-6 11-15,0 0 7 0,3 6 5 0,-3-6 9 16,0 0 3-16,0 0-1 0,0 0-6 0,0 0-3 16,12-11-5-16,-12 11 3 0,5-10-6 0,0 1-8 15,-3 0-4-15,1-1-2 0,1-1-4 16,0-2-4-16,-2 1-2 0,1-5-22 0,1 0-1 15,-2 1-1-15,2 0 1 0,-1-1-3 0,2 1 2 0,-3-1-7 16,2 2-34-16,-1 1 8 0,-1 3 3 0,-2 0 5 16,2 0 3-16,0 0 1 0,-2 4 7 15,0-3 1-15,0 10-2 0,0-12 3 0,-4 5 2 0,4 7 3 16,0-9-5-16,0 9 4 0,0 0 0 16,-5-8 0-16,5 8 0 0,0 0-4 0,0 0 3 15,0 0 3-15,-6-4 1 0,6 4 0 0,0 0-9 16,0 0 18-16,-14 14-6 0,14-14-1 0,-5 6-2 15,3-1 0-15,2-5-1 0,-4 8 2 0,4-8-2 16,2 11-1-16,2-5 0 0,3-1-3 0,3 1-4 16,1-1-8-16,7 0-18 0,2 0-21 0,9 0-35 15,0-1-18-15,0 1-27 0,-2-3-108 0,-4 3-279 16,-6-1 124-16</inkml:trace>
  <inkml:trace contextRef="#ctx0" brushRef="#br0" timeOffset="31023.69">13120 2941 15 0,'0'0'182'0,"0"0"-13"16,0 0-9-16,0 0-16 0,0 0-14 0,0 0-18 0,0 0-12 15,0 0-10-15,0 0-12 0,-7 5-5 0,7-5-14 16,0 0-3-16,0 0-3 0,0 19-5 15,0-10-9-15,0-9 0 0,2 21 4 0,-4-10-9 16,2 0-3-16,2 2-1 0,-4 0-5 0,2 0-1 16,0 3-3-16,0-4-1 0,-2 0-2 0,2-1 1 15,-2 2-1-15,4-3-1 0,-2-10-1 0,-2 21 1 16,4-10-22-16,-2-2-16 0,0-9-25 0,-2 17-21 16,2-17-17-16,0 13 1 0,0-13-38 0,2 11-15 15,-2-11-84-15,0 0-238 0,0 0 105 0</inkml:trace>
  <inkml:trace contextRef="#ctx0" brushRef="#br0" timeOffset="31256.77">13117 2917 20 0,'14'-1'123'0,"0"2"2"16,-1 1 7-16,-2 0-10 0,5 5-11 15,2 1-7-15,-3-1 3 0,-1 3-5 0,-1 1-6 0,-4-3-15 16,3 5-6-16,-6-2-9 0,1 4-2 16,-3 1-7-16,1 0-3 0,-7 0-1 0,-1-1-4 0,-3 3-7 15,-3-1-1-15,-7 2-6 0,-4 0-16 0,-4 0-22 16,-2-3-36-16,-5 0-38 0,4-4-35 0,-2-2-130 16,-3 1-261-16,3-5 116 0</inkml:trace>
  <inkml:trace contextRef="#ctx0" brushRef="#br0" timeOffset="31407.69">13059 3143 6 0,'11'-2'171'16,"-11"2"-13"-16,12-1-29 0,-12 1-36 0,0 0-33 15,21 0-55-15,-21 0-48 0,14 2-54 0,-14-2-105 16,11 4 48-16</inkml:trace>
  <inkml:trace contextRef="#ctx0" brushRef="#br0" timeOffset="67669.73">6579 7446 17 0,'-3'-5'101'0,"3"5"9"0,0 0-8 16,-5-9-14-16,5 9 6 0,0 0-4 0,-1-10 1 16,1 10-15-16,-1-9 8 0,1 9-3 0,-4-10-5 15,1 4 2-15,3 6 0 0,-1-8 2 0,1 8-5 0,-4-13 4 16,3 7-5-16,1 6 2 0,-2-9-1 0,2 9-6 16,-4-7-4-16,4 7-6 0,0 0-6 15,-1-7-2-15,1 7-10 0,0 0-8 0,0 0-9 16,0 0 0-16,0 0-7 0,0 0-4 0,0 0-1 0,5 26 3 15,-1-2-2-15,0 4-1 0,0 7-3 0,-1 11 1 16,-1 3-1-16,-2 3-2 0,5-4 1 0,-9 0 1 16,2-13 2-16,1 1-1 0,-2-2-4 15,0 1 4-15,2-4-4 0,-2-5 6 0,3 1-4 0,0-3 2 16,3-4-4-16,-3-2 2 0,-1-1-4 0,1-1 5 16,0 1-4-16,1-5-12 0,-1 0-23 0,1-4-29 15,-1 0-20-15,2-2-28 0,-2-6-19 0,1 10-8 16,-1-10-23-16,0 0-107 0,0 0-286 0,0 0 126 15</inkml:trace>
  <inkml:trace contextRef="#ctx0" brushRef="#br0" timeOffset="68511.27">6759 7525 128 0,'0'0'122'0,"6"-1"-12"16,-6 1-9-16,0 0-8 0,1 15-14 0,-1-15-2 15,-11 29 3-15,0-7-16 0,-7 2-3 0,0-2-11 16,-3 2 2-16,3 0-15 0,-3-2 2 0,0-1 3 16,2-1-8-16,0 0-3 0,4-6-8 0,3-2-2 15,-2 0-3-15,4-3 1 0,1-1-2 0,2-5 3 16,4 4-5-16,-5-4 16 0,8-3-3 0,-9 3-5 16,9-3 2-16,-6 4 2 0,6-4-1 0,0 0-2 15,-7 4 2-15,7-4-8 0,0 0-8 0,0 0-3 16,0 0 0-16,0 0-2 0,0 0-1 0,0 0 3 15,16 10-6-15,-4-5 3 0,1 1-8 0,7-2 6 16,0 2 1-16,8 1 2 0,-1-1-2 0,0 1-4 16,-1-1-6-16,4 2 12 0,-2-2 1 0,-1-1-3 15,2 0 0-15,-3-3 1 0,1 4 2 0,-5-4-4 16,0-1 2-16,6 0-3 0,-1-2-6 0,-5 1-3 16,6-2 5-16,-6-2 2 0,-3 3 0 0,1-3-11 0,-2-1 10 15,-1 1-4-15,-3-1 2 0,-1 0 6 16,2-3-6-16,-5 1-3 0,-1-3 4 0,1 1 1 15,-2-1 10-15,-2 0 3 0,1-2 6 0,-2-3-14 16,0 0 3-16,-2 3 12 0,-1 0 9 0,-2 2 1 0,0-1 2 16,-1 0 8-16,1 4 10 0,0 7-6 15,-1-12 6-15,1 12-12 0,-2-9-6 0,2 9-1 0,0 0-8 16,-1-9-8-16,1 9 1 0,0 0 3 16,0 0-6-16,0 0-2 0,-11 19-1 0,7-7-5 15,-3 3 2-15,3 1 4 0,-3 2-3 0,4 1-4 16,1-1 5-16,-1 0 8 0,2 1 0 0,1-2-1 0,3-1 2 15,-2 3-1-15,1-7-4 0,3 0-1 16,3 3 0-16,-2-5-1 0,4 0-1 0,0-2 1 16,0 0-2-16,1-2 4 0,2-1 1 0,5-2-2 0,0-2-3 15,-5-1-1-15,5 0 2 0,2-1 1 0,1-5-2 16,-4-2-1-16,3 0-4 0,-1-3-1 16,-1 1-2-16,2-6-4 0,3 0-2 0,-8 4 0 0,-2-2-3 15,-4 0-11-15,-2-1 0 0,-1-2 1 16,-2 2 0-16,-6-2 1 0,1 0-1 0,-3 2 13 0,-2-1-6 15,1 4 0-15,1 4 9 0,-1-2 10 0,-2 2 4 16,2 0-4-16,-1 0 0 0,1 4 3 0,0 2-4 16,5 2 2-16,-8-5-2 0,8 5-3 15,-5-6-1-15,5 6-2 0,0 0-8 0,-8-6-7 0,8 6-4 16,0 0 2-16,0 0-1 0,0 0-2 0,0 0 3 16,0 0-1-16,25 6 0 0,-13-3 6 0,5 0 2 15,2 0-5-15,-1 1 7 0,3-2-5 0,-1 0 7 16,-3 3-1-16,-3-1-1 0,1 3-2 15,-5-3 4-15,4 1 0 0,-3 2-1 0,-1 3 0 0,-1-2 0 16,-2 2 4-16,2 3 12 0,-2 3 3 0,-4-5-4 16,4 6 1-16,-3-2 1 0,-3 0-3 0,0 1 0 15,1 0 4-15,0-1 10 0,0 3-6 0,-1-3-6 16,-1-2-24-16,1 3-38 0,0-5-45 0,1-1-51 16,0 2-134-16,-1-3-308 0,1-3 136 0</inkml:trace>
  <inkml:trace contextRef="#ctx0" brushRef="#br0" timeOffset="68698.35">7367 7577 1818 0,'-15'-14'33'0,"-2"0"-26"15,4 3-10-15,1 4 1 0,3 0-6 0,1 2-20 16,2 4-18-16,6 1-8 0,-7-4 4 0,7 4-16 15,0 0-7-15,0 0-14 0,0 0-10 0,35 19-20 16,-11-10-88-16,7 0-222 0,5 1 99 0</inkml:trace>
  <inkml:trace contextRef="#ctx0" brushRef="#br0" timeOffset="68938.32">8088 7622 191 0,'0'0'194'15,"-14"-9"-2"-15,8 6-1 0,-2 0-8 0,0 1-6 16,8 2-14-16,-16-4-8 0,5 6-22 0,0-2-11 16,2 3-15-16,-1 3-12 0,-2 0-7 0,-1 7-8 15,2-2-9-15,-3 11-9 0,4-5-3 0,1 2-4 16,4-1-10-16,2 1 1 0,2 1-7 0,2-2-3 16,0-1-3-16,4 2-2 0,3-3 0 0,2 2-3 15,1-5-9-15,2 2-10 0,2-4-12 0,4-2-23 16,-1 1-23-16,2-2-24 0,6-2-34 0,2-4-26 15,0 1-25-15,-8-3-20 0,0-3-140 0,-4-1-345 16,2-2 152-16</inkml:trace>
  <inkml:trace contextRef="#ctx0" brushRef="#br0" timeOffset="69301.45">8239 7467 9 0,'-3'-7'194'16,"3"7"-10"-16,-1-13-16 0,1 13-20 0,0-6-22 15,0 6-16-15,0 0-14 0,0 0-8 0,0 0-4 16,0 0 1-16,4 44 11 0,-3-19-5 0,-1 7-12 16,3 0-1-16,-2 4-11 0,0-4-6 0,-3 1-3 15,2-2-2-15,0-2-6 0,-2-4-2 0,2-4-2 16,-1-3-1-16,0-1 2 0,2-6-5 0,-1 2-7 16,0-3-1-16,-1-4-3 0,1-6 4 0,1 15 9 15,-1-15 11-15,0 6 15 0,0-6 9 0,1 6 6 16,-1-6-3-16,0 0-5 0,0 0-8 0,0 0-5 15,0 0-13-15,0 0-6 0,13-26-8 0,-9 15-6 16,4-7-13-16,4-4-4 0,-3 6-9 0,2-1 2 16,3 0-5-16,4-1 3 0,-2 8-5 0,-3-2 1 15,2 3-5-15,-6 5 1 0,6 2-3 0,-3 1-2 16,-2 4 3-16,3 0 1 0,-3 1-4 0,2 4 3 16,-1-1 0-16,1 5-3 0,-2 0 2 0,0 3 2 15,-2-1-12-15,0-2-20 0,-3 1-25 0,-2 2-32 16,3 0-31-16,-4-2-48 0,1-2-35 0,1 3-187 15,-3-6-425-15,0 3 189 0</inkml:trace>
  <inkml:trace contextRef="#ctx0" brushRef="#br0" timeOffset="69630.67">8663 7756 13 0,'0'0'191'0,"0"0"-21"16,-4-9-18-16,4 9-11 0,0 0-11 0,0 0 3 0,-7 18-5 15,3-8 1-15,0 2-13 0,0 4-9 16,2-1-17-16,-1 0-6 0,2 3-9 0,2-2-3 16,0-5-4-16,3 1-6 0,-1 0-8 0,2 0-1 15,1-2-5-15,2-2 2 0,3 1 3 0,0-3-6 16,1-3-1-16,5 1-3 0,-3-4-4 0,4-2 0 0,0 0-4 16,-3-2-3-16,3-4-3 0,-3-1 2 0,2-1-3 15,-6 2-2-15,1-4 1 0,-3 0-2 16,0-1 2-16,-1-1-3 0,-5 0-4 0,0-4-2 15,-2 3 2-15,-1-2-3 0,-1 0-4 0,-2-1-2 0,0 3-6 16,-1 1 2-16,0 4-4 0,-1 1 0 16,1 2-3-16,-1-2 1 0,-2 2-8 0,2 3-4 0,-1 2-13 15,6 2-7-15,-18 2-9 0,7 2-12 16,0 1-18-16,0-1-37 0,2 3-33 0,1-2-39 16,-1 2-167-16,4-1-374 0,5-6 165 0</inkml:trace>
  <inkml:trace contextRef="#ctx0" brushRef="#br0" timeOffset="71284.45">9553 7573 35 0,'-4'-12'152'0,"4"2"5"16,-4 1-10-16,3 3-16 0,1 6-11 0,-3-8-15 15,3 8-9-15,0 0-14 0,0 0-6 0,0 0 5 16,-5 19-2-16,5-1-3 0,-3 8 5 0,0 5 4 16,0 2 16-16,1 0-3 0,-1 3-9 0,-2-4-10 15,4 0-6-15,-3-2-7 0,0 2-9 0,1-2 3 16,1-1-10-16,-2-2-5 0,3-2-3 0,-1-6-9 16,1 0-24-16,1-3-20 0,-1 1-28 0,1-7-46 15,-1-1-34-15,1-2-30 0,0-7-19 0,-2 9-121 16,2-9-314-16,0 0 139 0</inkml:trace>
  <inkml:trace contextRef="#ctx0" brushRef="#br0" timeOffset="71440.52">9545 7727 71 0,'12'-2'119'0,"3"-1"-11"16,1 0-9-16,2 2-22 0,-1-1-17 0,2-1-37 15,-1 0-22-15,-1-1-19 0,-3 4-32 0,-2-5-32 16,-1 1-88-16,0-3 38 0</inkml:trace>
  <inkml:trace contextRef="#ctx0" brushRef="#br0" timeOffset="71610.92">9761 7476 113 0,'0'0'199'0,"-1"-11"-7"0,1 11-17 0,-3-8-15 16,3 8-16-16,0 0-18 0,0-8-16 0,0 8-12 15,0 0-14-15,0 0-4 0,0 0-9 0,0 0-9 16,0 0-7-16,0 0-5 0,6 32-4 0,-4-20-4 16,2 5-5-16,-2 2-26 0,3 0-31 0,2 5-46 15,0 1-30-15,0-2-41 0,-2-5-119 0,-3 1-278 16,2-2 123-16</inkml:trace>
  <inkml:trace contextRef="#ctx0" brushRef="#br0" timeOffset="71966.88">9857 7979 88 0,'4'-5'162'0,"0"1"8"0,1-2 4 0,1-1-5 0,-1 1-11 16,0-3-12-16,2 0-16 0,-1 1-12 0,1-3-2 15,3-4-13-15,0 0-12 0,1 0 4 0,-2 0-5 16,-1-3-8-16,0 1-7 0,0 1-4 0,0 1-3 15,-1-2-5-15,-2 3 0 0,0-2-4 0,-1 4-2 16,-2 2 2-16,1 0-6 0,-3 2-3 0,1 2 2 16,-1 6-7-16,1-11-5 0,-1 11-7 0,3-7-8 0,-3 7-3 15,0 0-7-15,0 0-2 0,0 0 0 16,0 0-3-16,0 0-1 0,0 0-2 0,0 0-3 16,-18 23-2-16,15-13-1 0,1 4-6 0,-1 0 1 15,1-1-2-15,2 3 5 0,-2 3-3 0,1-2-1 0,1 1-1 16,3-1 6-16,-1 0-4 0,-3 2-3 0,1-1 4 15,0-2-15-15,-4 3-17 0,3-8-21 16,-3 6-13-16,0-5-26 0,-1 0-26 0,-1 0-22 16,-3 3-26-16,0-2-19 0,-6-1-123 0,-1-2-336 15,0-5 149-15</inkml:trace>
  <inkml:trace contextRef="#ctx0" brushRef="#br0" timeOffset="72765.39">9265 7565 53 0,'0'0'158'16,"0"0"-15"-16,0 0-22 0,0 0-13 0,-15-1-9 16,15 1-3-16,0 0-19 0,-22 24-1 0,11-9-5 15,-4 10-4-15,-1 1 6 0,3 4 1 16,-5 14-4-16,5-11-2 0,-3 11-9 0,8-9 1 0,-1-1-5 15,0-2-1-15,4 3-3 0,1-2 1 0,0-1-8 16,3-3-1-16,-1 0-3 0,2-3-2 0,-2-1-5 16,2-7-3-16,0 3-5 0,0-5 0 0,2-1-3 15,-2 1-3-15,0-4 2 0,2 0-5 0,-2-2-19 16,-1-3-25-16,1-7-25 0,-1 13-19 0,1-13-15 0,0 8-28 16,0-8-40-16,-7 4-100 0,7-4-276 0,0 0 122 15</inkml:trace>
  <inkml:trace contextRef="#ctx0" brushRef="#br0" timeOffset="72930.98">9058 8003 137 0,'8'-3'149'0,"2"2"-19"0,0-5-15 15,2 4-11-15,0 0-7 0,6 0-12 0,0 1-13 16,4-1-27-16,5-2-35 0,-5 1-45 0,4-3-52 15,-4 3-50-15,5-4-149 0,-2-2 65 0</inkml:trace>
  <inkml:trace contextRef="#ctx0" brushRef="#br0" timeOffset="74531.53">10344 8250 5 0,'0'-22'234'0,"0"22"-6"16,6-18-19-16,1 3-9 0,0 1-11 0,-1 0-5 15,1-4-19-15,1 0-6 0,4-9-15 0,-1 2-14 16,1-2-15-16,2-2-8 0,1-1-10 0,-2 0-5 15,0-1-13-15,1-2-5 0,2-12-5 0,-5 12-6 16,1 0-8-16,-3-2-1 0,1-11-9 0,1 14-6 16,-6 1-2-16,1 3-7 0,-2 0-6 0,1 3 7 15,-3 7 3-15,-2 8 5 0,1-3-9 0,-1 5 0 16,0 1-9-16,0 7-4 0,2-11-5 0,-2 11-5 16,0 0-6-16,0 0 2 0,0 0 0 0,0 0 1 15,-12 29-6-15,4-3 11 0,2 1-10 0,0 8 2 16,-3-1 2-16,1 2-1 0,2-1-1 0,2-2 0 15,1-4 0-15,2-1-1 0,2 0-2 0,3-3 3 16,0 0-2-16,1-5 3 0,2-4 1 0,3 0-13 16,0 0-11-16,2-2-13 0,3-3-22 0,-1-3-16 15,2 0-12-15,0-1-12 0,-2-3-4 0,0-1-10 16,0-1-2-16,4-2 3 0,-4-1 7 0,1-3-7 16,3-3 13-16,-2-1 8 0,0-2 3 0,-2 0 0 15,1-3 8-15,-2 1 5 0,0-2 2 0,-1 0 17 16,-2-2 4-16,0-2 5 0,-4 1 18 0,-3 2 7 15,-1 3 24-15,0-1 18 0,-1 2 7 0,2 1 8 16,-5 3 3-16,2 7 0 0,2-11-5 0,-2 11-8 16,0 0-1-16,-7-6-9 0,7 6 1 0,0 0-4 15,-19 14 5-15,6-4 10 0,-1 7-4 0,0 2-4 16,3-3 0-16,-5 6-2 0,2 0-1 0,3-5-3 16,3 1-2-16,0-3-1 0,2 1 0 0,1 0 2 15,2-7-7-15,3 4 1 0,0-4 0 0,0-2-2 16,2 0-3-16,3-1-8 0,-2-2 8 0,3-1-10 15,-6-3-8-15,14 3 0 0,-3-2-6 0,-1-5-3 16,1 1 4-16,0-3-1 0,2 0 6 0,-3-1-11 0,0-3 19 16,-1 0-4-16,0 1-1 0,0-4 10 15,1-1-4-15,0 1 1 0,-3-2 2 0,-3 3 5 0,1 2 11 16,-2 2 12-16,0-2 11 0,1 4-2 0,-4 6-1 16,0-11-4-16,0 11-11 0,0 0-6 15,3-6-3-15,-3 6-1 0,0 0 0 0,0 0-2 0,0 0 1 16,0 0-1-16,0 27-3 0,1-15 8 0,0 0 1 15,3 0-5-15,0 1-4 0,-1-2 4 0,-1 0 0 16,1 0 5-16,2 0-7 0,1-1-5 0,0 0-7 16,1-1-16-16,-2-4-7 0,4 0-7 0,0 1-2 15,2-2-3-15,1-2-5 0,-2-2-6 0,3 0 9 16,0-2-5-16,1-2 9 0,-3-1 8 0,0-1 10 16,1 1-4-16,-3-2 12 0,3-2 17 0,-5-1 16 15,1 1 1-15,-1-1 4 0,-4-2 9 0,4 1 2 16,-1 0 7-16,-5 1 2 0,2 1 10 0,0 3 2 15,-2-1-3-15,-1 7 4 0,5-9-11 0,-5 9-3 16,1-7-10-16,-1 7-8 0,0 0-2 0,0 0-3 16,0 0-5-16,0 0-6 0,0 0 6 0,4 22-5 15,-5-12 1-15,2-1 4 0,0 3-5 0,1-4 1 16,2 3-4-16,-3-1 3 0,1-3-2 0,1-1 0 16,-1 3 0-16,3-5-1 0,-2 2-3 0,2-1 5 15,0-1-2-15,2 0 1 0,0-2 3 0,0 1-5 16,0-2 4-16,-7-1-4 0,20-1 2 0,-10-2-6 15,0 1 4-15,-1-2-4 0,0 1 2 0,-1-6-1 16,0 6-1-16,0-5-3 0,0-1-3 0,-3 0-2 16,4 0 2-16,-3-1 0 0,0 1-2 0,-1 2-1 15,-2 2 0-15,3 1-2 0,-3-1 0 0,-3 5-4 16,5-3-2-16,-5 3 2 0,0 0 1 0,0 0-8 16,16 6 12-16,-11-2-3 0,2 2 1 0,-4-2 5 15,3 2 0-15,1 3 0 0,-2-2-1 0,5 0 0 16,-3 1 2-16,0-1 9 0,2-3-7 0,0 3 5 15,1-5-2-15,1-1 5 0,0 0 2 0,2-2 1 16,-2 0 0-16,2-5 0 0,0 2 0 0,-1-2 9 16,-1 1 7-16,-2-2 0 0,2 0-1 0,-2-2 0 15,0 1 7-15,-4-1-2 0,0-3-7 0,-1 2 2 16,-1 0-1-16,-1 0-8 0,1 1-2 0,-2-3-9 0,1 1-21 16,-2-2-21-16,-2 2-26 0,0 0-33 0,2 0-40 15,-3 0-44-15,1 4-172 0,2 7-382 16,-8-17 169-16</inkml:trace>
  <inkml:trace contextRef="#ctx0" brushRef="#br0" timeOffset="74689.83">11820 7733 2776 0,'6'5'82'0,"1"-3"-37"16,-1-1-48-16,0 2-3 0,-6-3 2 0,8 1 6 0,-8-1 3 15,6 2-1-15,-6-2 2 0,0 0-2 0,0 0-5 16,9 3-6-16,-9-3-36 0,5 3-38 0,-5-3-43 15,0 0-31-15,5 6-38 0,-5-6-192 16,0 10-417-16,0-10 186 0</inkml:trace>
  <inkml:trace contextRef="#ctx0" brushRef="#br0" timeOffset="80621">9453 7707 41 0,'0'0'81'0,"0"0"1"0,0-6-11 0,0 6-9 0,0 0-4 16,0 0 10-16,0 0-8 0,-1-11 2 0,1 11 3 15,0 0-8-15,0 0-1 0,0 0-2 0,0 0-8 16,0 0-3-16,0 0 0 0,0 0-11 0,0 0 7 16,1-7 5-16,-1 7 0 0,0 0-12 0,0 0 9 15,0 0-6-15,0 0-3 0,0-11-11 0,0 11 10 16,0 0-7-16,0-8-6 0,0 8 8 0,0 0-1 15,1-8-1-15,-1 8-5 0,1-7 1 0,-1 7 1 16,2-9-12-16,-2 9 11 0,4-7-6 16,-4 7-1-16,3-9-3 0,0 5 5 0,-3 4-6 0,9-7 0 15,-5 4-3-15,-4 3 0 0,7-7 2 0,-3 4-2 16,-4 3-6-16,7-5-4 0,-7 5 5 0,6-4 2 16,-6 4-3-16,6-3-5 0,-6 3 12 0,6-5-12 15,-6 5 8-15,0 0 0 0,9-1-4 0,-9 1 10 16,0 0-20-16,6-3 5 0,-6 3 9 0,0 0-6 15,0 0 0-15,0 0-2 0,7-2 5 0,-7 2-3 16,0 0-4-16,0 0 4 0,0 0-4 0,0 0-10 16,0 0 0-16,9 0-3 0,-9 0-17 0,0 0 0 15,7 5-30-15,-7-5 6 0,5 5-17 0,-5-5-9 0,6 3-7 16,-6-3-82-16,5 7-190 0,-2-3 84 16</inkml:trace>
  <inkml:trace contextRef="#ctx0" brushRef="#br0" timeOffset="80840.72">9505 7792 11 0,'0'0'124'0,"0"0"-17"0,0 0-8 0,0 0-1 15,0 0-22-15,0 0-9 0,0 0-15 0,0 0-16 16,0 0-10-16,28 0-25 0,-15-4-26 0,6 2-20 16,1-2-60-16,0 1-113 0,0-1 50 15</inkml:trace>
  <inkml:trace contextRef="#ctx0" brushRef="#br0" timeOffset="81462.78">9709 7518 73 0,'0'0'61'0,"0"0"-9"16,0 0-13-16,0 0-17 0,12 6-19 0,-12-6-20 16,5 9-23-16,-3-4-41 0,-2-5 19 0</inkml:trace>
  <inkml:trace contextRef="#ctx0" brushRef="#br0" timeOffset="86639.06">9535 9361 128 0,'-5'-19'159'15,"1"3"-4"-15,-1-3-11 0,1 4-10 0,0 3-5 16,1 0-1-16,1 2-3 0,-2-6-5 0,3 5-2 16,-3 5-6-16,1-1-7 0,2-3-10 0,1 10-10 15,0-8-11-15,0 8-10 0,0 0-9 0,-4-9-8 16,4 9-6-16,0 0-4 0,0 0-6 0,0 0-1 16,0 0-3-16,8 22-3 0,-1-12-4 0,0 8 0 15,1-1-2-15,-1 7-1 0,5 1-1 0,-6 0 3 0,3-2-7 16,1 1 3-16,-3-6-8 0,0 0 5 15,0-1-2-15,-2 0-1 0,2-1-4 0,0 0 4 16,-1-4-2-16,0-2-2 0,-3-2 0 0,4 1 2 16,-5-3-3-16,2 0 3 0,-4-6-2 0,8 10 5 0,-6-8-5 15,-2-2 1-15,8 6-2 0,-8-6 4 0,8 0 1 16,-8 0 2-16,0 0-2 0,14-8-1 16,-8 2-2-16,3-2-1 0,-1-2-1 0,1-4 0 15,1-1-1-15,0-1-5 0,0-1 5 0,1 0-1 0,1-7-1 16,0 2-2-16,-3 3 5 0,-2 0-3 15,0 0-8-15,1-3 1 0,-5 4-2 0,1-3-8 16,1 2 7-16,-2 0-3 0,-1 1 5 0,0 5-8 16,-1 0 7-16,-1 2 1 0,0-2 4 0,0 2-4 15,0 1 2-15,-1 3-1 0,1 7 1 0,-3-12 0 16,0 6-2-16,3 6-2 0,-3-10 1 0,3 10 0 16,-7-4 0-16,7 4-4 0,-6-3 5 0,6 3 0 15,0 0-3-15,-14 7-6 0,9-3 10 0,-3 2 0 16,0 0-5-16,2 4 8 0,1-1-3 0,-1 1-2 0,-1 0 6 15,3 1-6-15,0-1 5 0,2 2 2 0,-1-2-7 16,3 1 5-16,0 0 3 0,3 0-3 16,1-3 2-16,0 1 2 0,3-2 0 0,3 2 2 0,1-1-8 15,5-3-11-15,2 2-9 0,3-4-15 0,4 3-13 16,-4-2-25-16,7-1-21 0,-6-2-14 0,7 1-30 16,-2 0-5-16,-7-1-101 0,1 1-270 0,-1 0 119 15</inkml:trace>
  <inkml:trace contextRef="#ctx0" brushRef="#br0" timeOffset="86868.93">10184 9378 16 0,'0'0'162'0,"0"0"-13"0,0 0-12 0,0 0-13 15,0 0-14-15,0 0-3 0,0 0-6 0,0 0-5 16,-6 18 5-16,4-11-8 0,1 3-6 0,1 3 0 15,-1 0-15-15,0-2 1 0,-1 6-12 0,4 0-7 16,-4 0-5-16,2 0 2 0,3 0-6 0,-2-2-6 16,0 0-1-16,1 1-2 0,0-4-17 0,-1 0-26 15,2-1-35-15,-1 1-28 0,1-3-33 0,0 1-42 16,0 0-112-16,-1-5-279 0,-2-5 124 0</inkml:trace>
  <inkml:trace contextRef="#ctx0" brushRef="#br0" timeOffset="87076.42">10207 9174 123 0,'-4'-9'164'0,"4"9"-15"0,-2-7-21 0,2 7-19 16,0 0-31-16,0 0-21 0,0 0-22 0,0 0-25 15,0 0-19-15,0 0-28 0,20 16-30 0,-12-6-57 16,1-4-133-16,3 1 58 0</inkml:trace>
  <inkml:trace contextRef="#ctx0" brushRef="#br0" timeOffset="87241.46">10657 9365 10 0,'6'0'177'0,"-6"0"-7"16,19-2-12-16,-7 0-12 0,1 1-20 0,-1-1-9 16,1-2-12-16,5 1-6 0,0-1-12 0,-1 3-20 15,-2 0-29-15,-2-2-40 0,6 1-38 0,-1 2-44 0,1-1-112 16,-6-2-212-16,-1 2 94 0</inkml:trace>
  <inkml:trace contextRef="#ctx0" brushRef="#br0" timeOffset="87417.38">10644 9489 109 0,'0'0'158'0,"-6"7"-6"0,6-7-6 0,0 0-2 0,0 0-5 16,0 0-16-16,14 7-6 0,-7-7-12 0,7 0-9 16,4 0-12-16,4 0-5 0,7-2-25 0,-1 2-36 15,1 0-44-15,-1-1-42 0,0-2-36 0,-8 3-117 16,1-1-240-16,-5-1 106 0</inkml:trace>
  <inkml:trace contextRef="#ctx0" brushRef="#br0" timeOffset="89660.77">11424 9239 135 0,'-4'-10'149'0,"0"4"-10"16,4 6 0-16,-8-10-1 0,6 5-4 16,0-2-10-16,2 7-8 0,-5-9-5 0,5 9-10 15,-4-8-2-15,4 8-6 0,-1-7-3 0,1 7-6 16,0 0-10-16,0 0-9 0,-2-8-9 0,2 8-9 0,0 0-6 16,0 0-5-16,0 0-3 0,0 0-6 15,0 0 0-15,0 0-2 0,0 0-7 0,21 17-1 16,-16-9-1-16,4 2 1 0,-2 0-4 0,2 3 0 15,1 2-3-15,-1 1 2 0,-1 0-3 0,2 0-1 0,-1 0-1 16,0 1 1-16,0 0 1 0,-2-2-3 0,1 2 0 16,-1-2 0-16,1-1-1 0,-2-3-1 15,-1 1 4-15,1-1-4 0,-3-1 2 0,2-2-2 16,1 0 1-16,-4-1 1 0,1-1-2 0,1 1 0 0,-4-7-4 16,6 6 3-16,-4-2 4 0,-2-4 2 0,4 6-2 15,-4-6-1-15,0 0 4 0,8 6-1 0,-8-6-3 16,0 0 3-16,0 0-6 0,12-11 2 15,-7 5-6-15,2-2 6 0,-1-2 2 0,0 0-4 0,2-1 2 16,-1-3-3-16,3-1-2 0,-2-2-5 0,0 0-9 16,2-6-4-16,-2 4-3 0,1-4 8 0,-3 5 1 15,1-1 0-15,0-5-5 0,-3 8 4 0,-3 0-8 16,2-1 1-16,-2 2-1 0,-2 4 7 0,0-1 1 16,1 2 8-16,0-1-10 0,-2 3 0 0,-1 1 3 15,3 7-2-15,-3-16 4 0,-2 11 0 0,3 1 3 16,2 4 0-16,-6-7-5 0,6 7-1 0,-7-6-1 15,7 6 1-15,0 0 2 0,-14 2-2 0,14-2 10 16,-8 6-5-16,3-1-2 0,-2 0 3 0,2 6 4 16,-1-1 0-16,1 1-2 0,1 0 2 0,2 0 2 15,-1-1-2-15,3 1 3 0,0 0-3 0,1-1 3 0,3 1-2 16,0-2 1-16,6-1-10 0,-2-2 13 16,2 0-8-16,10 1-23 0,-2-4-10 0,4 1-20 15,9 0-28-15,-1-4-22 0,2-1-24 0,1-2-117 16,-6 1-269-16,4-1 119 0</inkml:trace>
  <inkml:trace contextRef="#ctx0" brushRef="#br0" timeOffset="90168.76">11935 9479 171 0,'0'0'196'16,"1"-12"-4"-16,-1 6-9 0,0 6-11 15,-1-11-12-15,1 11-1 0,1-8-8 0,-1 8-4 0,0 0-13 16,1-10-16-16,-1 10-13 0,0 0-12 0,0 0-13 15,0-8-11-15,0 8-7 0,0 0-8 0,0 0-1 16,0 0-10-16,0 0-1 0,6 23-7 0,-4-14 1 16,1 3-2-16,-2-1-4 0,0 0-5 0,0 2-1 15,1-3-4-15,-1 2-1 0,1-2-2 0,-2-1-2 16,2 2-2-16,-2-1 1 0,2 2-1 0,-2-4-3 16,2 1-11-16,-1-2-26 0,-1 2-22 0,1-2-26 15,3 0-16-15,-4-7-34 0,0 11-12 0,0-11-15 16,0 11-14-16,0-6-145 0,0-5-338 0,0 0 150 15</inkml:trace>
  <inkml:trace contextRef="#ctx0" brushRef="#br0" timeOffset="90449.75">12021 9383 103 0,'17'4'137'16,"0"0"1"-16,1 1-14 0,0 2-7 0,-3 0-11 16,2 3-6-16,-2-1-12 0,-3 4-6 0,-1-1-7 15,-1-1-5-15,0 3-3 0,-3 1-15 0,-5-3 2 0,2 1-7 16,-4-1 0-16,-4 2-2 0,-2 0 0 16,-4 2-1-16,1-1-3 0,-4-1 1 0,-6 3-8 15,1-5-4-15,3 1-2 0,-4-4-3 0,2 1-1 16,-1-1-3-16,-3-1-3 0,2-2-2 0,-1 0-6 15,2-1-22-15,0-1-22 0,1-2-22 0,2 0-31 16,4-2-48-16,-1 0-116 0,1 0-273 0,0-2 121 16</inkml:trace>
  <inkml:trace contextRef="#ctx0" brushRef="#br0" timeOffset="90739.33">12439 9412 8 0,'-8'-3'191'0,"8"3"-2"0,-8-4-9 0,8 4-7 15,0 0-14-15,0 0-17 0,0 0-12 0,0 0-14 16,0 0-15-16,0 0-7 0,0 0-9 0,0 0-8 15,0 0-5-15,18-8-8 0,-7 7-4 0,7 0-10 16,-4-1 1-16,8 0-8 0,-1 1-7 0,-1-1-2 16,4 1-2-16,-1 0-22 0,-4-2-17 0,0 3-32 15,-2-1-39-15,-4-2-26 0,0 2-33 0,-4 0-152 16,-2 0-313-16,-7 1 139 0</inkml:trace>
  <inkml:trace contextRef="#ctx0" brushRef="#br0" timeOffset="90953.79">12515 9256 123 0,'0'0'166'16,"0"0"-12"-16,0 0 4 0,0 0 9 0,0 0-4 16,-4 18-7-16,4-18-15 0,0 18-7 0,2-4-1 15,0-1-9-15,-2 4-14 0,5-1-11 0,-8 3-13 16,3-4-5-16,3 4-7 0,-3-1-9 0,0 0-7 15,0-1-20-15,0 2-26 0,0-3-36 0,0 0-39 0,1 0-43 16,-1-2-42-16,4-3-170 0,-4 0-343 16,0-1 153-16</inkml:trace>
  <inkml:trace contextRef="#ctx0" brushRef="#br0" timeOffset="91584.97">12940 9496 155 0,'0'0'187'0,"0"0"-9"15,0 0-4-15,0 0-10 0,0 0-5 0,0 0-6 16,0 0-10-16,0 0-1 0,0 0-1 0,0 0 0 16,0 0-6-16,0 0 3 0,0 0-11 0,0 0-12 0,0 0-10 15,0 0-7-15,2-19-13 0,4 14-4 0,4-2-9 16,-3 0-10-16,2-2 1 0,2 1-9 16,2-4-7-16,0 1-7 0,-3 3 0 0,3-3-1 15,-6 2-3-15,2-2 7 0,2 0-15 0,-2-3-2 0,1 1-3 16,-2-2-1-16,-1 3 0 0,-1 2-3 15,-2-1 0-15,0 1-2 0,0 1 4 0,-2 2-5 16,0 1-1-16,-2 6-1 0,3-10 0 0,-1 5-1 16,-2 5 1-16,0 0-1 0,0-7-8 0,0 7-2 15,0 0-1-15,0 0-2 0,0 0-1 0,0 0 0 0,0 0-2 16,-23 17-1-16,14-8-1 0,1 6 5 16,1-1-2-16,0 2-4 0,2-4 1 0,1-1 5 15,2-1-1-15,-2 2-2 0,1 0 1 0,3-2-2 16,0 1 4-16,3 0-2 0,1-3 0 0,0 0-2 0,3 3-7 15,3-5-20-15,0 1-20 0,1 1-30 0,3-2-44 16,-1-3-37-16,1 1-33 0,-1-1-30 0,1-2-192 16,-3 0-450-16,-2-1 199 0</inkml:trace>
  <inkml:trace contextRef="#ctx0" brushRef="#br0" timeOffset="91784.59">13041 9028 228 0,'-5'-7'219'15,"-1"1"-10"-15,1 0-18 0,3 1-15 0,2 5-17 16,-6-7-13-16,6 7-18 0,-6-7-21 0,6 7-29 16,0 0-32-16,0 0-28 0,0 0-29 0,0 0-35 15,0 0-33-15,27 9-43 0,-8-2-120 0,-1 0-261 16,0 1 116-16</inkml:trace>
  <inkml:trace contextRef="#ctx0" brushRef="#br0" timeOffset="92172.75">13584 9146 140 0,'0'0'211'0,"-2"-13"-1"0,2 13 3 0,-2-7-3 16,2 7-4-16,-2-9-6 0,2 9-14 16,-2-7-12-16,2 7-14 0,0 0-15 0,0 0-18 15,0-10-12-15,0 10-16 0,0 0-10 0,0 0-13 16,0 0-6-16,0 0-1 0,0 0-19 0,0 0-1 0,0 39 0 15,2-20-5-15,-2 6-2 0,-4 1-1 0,4-2-1 16,0-5-5-16,0 2 1 0,0 3-5 16,0-5 2-16,-2 0-3 0,2 0 5 0,0 1-7 15,-3-4 0-15,3 3-5 0,0-4-1 0,3-3-2 0,-3 1-3 16,0-2 0-16,0 1-2 0,2-1-3 0,-2-1 2 16,0-2-19-16,0-1-14 0,2 0-16 0,-2-7-32 15,0 12-31-15,2-7-31 0,-2-5-25 0,0 9-26 16,0-9-24-16,0 0-16 0,0 0-164 0,0 0-415 15,-6 5 184-15</inkml:trace>
  <inkml:trace contextRef="#ctx0" brushRef="#br0" timeOffset="92557.29">13567 9052 28 0,'11'-6'156'0,"-2"1"-7"0,2 2-6 0,0 0-8 16,-2 1-7-16,0 0-15 0,5 2-12 0,-8 2 2 15,1 1-11-15,3 1-10 0,-2 5-9 0,-3-3-2 16,1 3-9-16,-2 1-1 0,-3 0-8 0,-2 2-3 16,-3 2 2-16,0-1-10 0,-3 3 0 0,-4-4-11 15,0 1 5-15,-5-2-8 0,4 0 7 0,-5-1-8 0,3 0 0 16,-1-2-2-16,3 0-4 0,3-3-11 15,-2 0 11-15,3-1-6 0,0-1 2 0,2 0-1 16,6-3-5-16,-9 5 1 0,9-5 2 0,-5 4-1 16,5-4 3-16,-9 3-7 0,9-3-4 0,0 0 2 0,0 0-3 15,-2 6 1-15,2-6-4 0,0 0 3 0,0 0 2 16,14 11-4-16,-10-5 2 0,3 2-2 16,1-3-3-16,2 2 4 0,-1 0 1 0,2 0-2 0,3 3 3 15,-1 1-3-15,3-3-15 0,-1 1-21 0,1 0-22 16,-3-2-26-16,4 2-25 0,-5-4-20 0,-1 2-24 15,1-3-117-15,-5 2-290 0,4-2 128 0</inkml:trace>
  <inkml:trace contextRef="#ctx0" brushRef="#br0" timeOffset="92921.02">13892 9349 87 0,'5'-8'224'0,"-5"8"-8"0,2-6-3 0,-2 6-6 15,0 0-3-15,4-9-17 0,-4 9-15 0,0 0-20 16,0 0-15-16,0 0-13 0,0 0-12 0,0 0-12 16,0 0-11-16,0 0-5 0,0 0 6 0,5 20-3 15,-5-12-7-15,0 2-6 0,-2 3-7 0,-1 3 0 16,3 1-2-16,-2-1-4 0,2-1-3 0,-2 0-6 16,2 2 1-16,0-4-1 0,-2 0-7 0,1-2-5 15,0 1-2-15,1-1-4 0,1 0 13 0,-2 0-16 16,1-5 0-16,0-6-1 0,0 16-8 0,1-11 2 15,-1-5-3-15,-1 12 0 0,1-12-1 0,0 10-2 16,0-10 0-16,0 9 2 0,0-9-4 0,1 6-5 16,-1-6 0-16,0 0 0 0,1 7-5 0,-1-7 2 15,0 0 1-15,2 9-1 0,-2-9 1 0,0 0 0 16,7 4 0-16,-7-4-1 0,11 1 3 0,-2 0-2 16,5-2-3-16,5-2-9 0,8-2-12 0,3 1-20 15,1-3-31-15,1 1-29 0,1-2-36 0,-1 1-45 0,-1 0-31 16,3-1-38-16,-3-3-212 0,0 2-496 0,-1 0 220 15</inkml:trace>
  <inkml:trace contextRef="#ctx0" brushRef="#br0" timeOffset="100023.04">10001 10533 68 0,'-4'-4'139'0,"4"4"1"0,-9-7-8 0,4 3-3 16,5 4-7-16,-5-7-5 0,5 7-3 0,-4-4-9 16,4 4-6-16,0 0-5 0,-4-8-18 0,4 8-8 15,0 0-6-15,0 0-7 0,0 0-8 0,0 0-4 16,0 0-4-16,0 0-3 0,0 0-7 0,0 0 8 15,0 0-15-15,0 0-2 0,12 24 5 0,-7-14-8 0,-1-2-1 16,5 6 1-16,-5-1-2 0,1 2 2 0,1 1-3 16,1 0-2-16,-1 1-4 0,2 0 5 15,-2 2-1-15,2 4-4 0,-1-6 5 0,-3-5-6 16,1 5 2-16,2 1-1 0,-5-8 0 0,3 5-4 0,-3 1-1 16,3-5 6-16,0 1-6 0,-4-2 2 0,0-3 0 15,2 0 1-15,-3-7-4 0,1 14 1 0,1-9-4 16,0 1 0-16,-2-6 2 0,1 9 3 15,-1-9 0-15,2 8-2 0,-2-8-3 0,0 0 6 0,2 5-4 16,-2-5 10-16,0 0 3 0,0 0 8 0,0 0 5 16,0 0 1-16,0 0-3 0,0 0-5 0,0 0-2 15,0 0 0-15,8-21-1 0,-4 11-2 0,-1 0-1 16,3-3-6-16,1-2-2 0,1-2-4 0,2-1-5 16,0-7-2-16,2 0-1 0,1-1-2 0,1 2 2 15,-2 0-1-15,1 1-2 0,-1 1 0 0,1-1 4 16,-4 0 3-16,-2 5-1 0,0 1-1 0,-2 0-2 15,0 2 1-15,-1-2-1 0,1 1 1 0,-3 0 3 16,0 5 2-16,-2-3-3 0,0 4 0 0,0-1 0 16,0 2 0-16,-2-1-1 0,1 3 4 0,1 7-3 15,-4-12-2-15,2 6-1 0,-1-1 1 0,3 7 2 0,-6-7-3 16,2 4 1-16,4 3 2 0,0 0 0 16,-11-3-1-16,11 3-1 0,0 0-3 0,-12 5 2 15,5-1-2-15,4 0 2 0,-5 5 3 0,2-1-7 16,-2 3 7-16,3 0 1 0,-4 2 2 0,4-1-1 0,0 3 0 15,1-3 4-15,0-2-6 0,1 2 1 16,1-1-1-16,1 1 6 0,2-2-4 0,1 0 2 16,1-1 0-16,1 1 2 0,2-2 4 0,1 1-4 15,3-4 8-15,0 2-7 0,3-5 0 0,5 3-2 0,1-2-7 16,9-3-18-16,1 0-4 0,0-1-27 0,1-2-19 16,1-3-20-16,-2-1-28 0,-1 3-29 15,-1-1-117-15,-8 1-287 0,-6 2 127 0</inkml:trace>
  <inkml:trace contextRef="#ctx0" brushRef="#br0" timeOffset="100488.47">10574 10773 132 0,'-3'-6'199'0,"3"6"-4"0,-2-11-8 16,2 11-7-16,-3-11-6 0,3 11-16 0,-3-6-12 15,3 6-18-15,0 0-15 0,0 0-15 0,0-10-10 16,0 10-8-16,0 0-10 0,0 0-10 0,0 0-2 16,0 0-5-16,0 0-6 0,3 33-4 0,0-20-4 15,-2 3-4-15,-2 0-1 0,2 1-2 0,0-1-5 16,1 2-3-16,-2-4-1 0,0 2-8 0,1-3 7 15,0 3-7-15,-1-7 1 0,0 2 0 0,1 0-1 16,1 0-7-16,0-5 1 0,-1 4-20 0,-1-3-24 16,0-7-24-16,2 12-24 0,-1-6-22 0,-1-6-15 15,0 0-19-15,1 8-3 0,-1-8-5 0,0 0-136 16,0 0-308-16,0 0 137 0</inkml:trace>
  <inkml:trace contextRef="#ctx0" brushRef="#br0" timeOffset="100754.06">10558 10718 53 0,'11'-4'135'0,"1"3"-6"0,0 1-2 0,1 2-3 0,2 0-2 16,0 2-7-16,-1 2-8 0,2 3-3 16,-1 1-17-16,-2 3-2 0,-2-4-6 0,-2 5-8 15,-1 3-1-15,-2 1-4 0,-3 1-4 0,-3 7-2 0,-3-7-5 16,-3 5-6-16,-2-5-7 0,-1 0-5 15,-3-3-2-15,-3 4 2 0,-2 1-2 0,2-7-4 16,-2-2-3-16,-5 4-8 0,4-4 8 0,-1-4-5 16,1-1-3-16,-1 2 5 0,1-4-9 0,3-1-1 0,-1-1-1 15,6-2-7-15,-2 2-26 0,0-3-22 16,3-2-32-16,2-2-29 0,1 1-45 0,6 3-142 16,-6-12-313-16,7 3 140 0</inkml:trace>
  <inkml:trace contextRef="#ctx0" brushRef="#br0" timeOffset="100928.75">10965 10821 126 0,'0'0'137'16,"10"-2"-7"-16,-2 1-13 0,-8 1-12 0,11 0-8 15,-11 0-21-15,10 1-20 0,-2 1-23 0,-8-2-16 16,13 0-31-16,-5 1-27 0,-3 1-29 0,-5-2-59 15,10 5-138-15,-6-2 61 0</inkml:trace>
  <inkml:trace contextRef="#ctx0" brushRef="#br0" timeOffset="101076.43">10949 10914 118 0,'0'0'118'0,"-6"4"0"0,6-4-10 16,0 0-11-16,0 0-6 0,0 0-1 0,0 0-7 15,18 8-7-15,-9-8-26 0,1 0-37 0,3 0-39 16,0 0-52-16,-1 0-65 0,3 0-156 0,-2-2 70 16</inkml:trace>
  <inkml:trace contextRef="#ctx0" brushRef="#br0" timeOffset="101799.09">11650 10514 87 0,'1'-9'163'0,"-1"9"-17"0,0 0-17 15,0 0-4-15,7-6-5 0,-7 6 0 0,0 0-8 16,15 14 5-16,-7-5-7 0,2 5-7 0,-3 2-8 15,0 0-5-15,4 6-6 0,-2 2-10 0,0 1 9 16,4 0-6-16,-3-2-9 0,-2 1 0 0,-3-7-14 16,3 0 3-16,-1 1-3 0,-2 0-5 0,0-2-2 15,3-2-7-15,-4 1-3 0,-1-2-4 0,0-1-3 16,1-1 0-16,-3-2-6 0,1-2-1 0,-2 0-3 16,0-7 1-16,2 9-4 0,0-4-1 0,-2-5-1 15,2 6 3-15,-2-6-4 0,0 0 4 0,4 7 0 16,-4-7 8-16,0 0 0 0,0 0-4 0,0 0 1 15,0 0-4-15,0 0-4 0,9-15 1 0,-4 6-4 16,1-5 4-16,2-2-7 0,2 0-1 0,4-5-5 0,-1-3 0 16,1 0-8-16,-3 0-4 0,2-3-6 15,2 1-3-15,-3-1-2 0,0 3 2 0,-1 1-1 16,3-3 0-16,-3 5 4 0,0-3 2 0,-7 6-2 16,2 3 3-16,0 0-1 0,-4 0 2 0,1 4 1 0,-3-2 2 15,0 4-4-15,-3 0 3 0,1 2 1 0,-2 1-2 16,0 1 2-16,4 5 4 0,-10-7-9 15,10 7 5-15,-12-1-1 0,12 1 3 0,-20 5-2 16,11 0 3-16,-3 2-2 0,4 0-3 0,-1 3 3 0,-1-1 2 16,2 5 1-16,1-4 2 0,3 2-1 0,0-1-2 15,0 0-1-15,4 1 3 0,0-2 0 0,4 1 3 16,0-1 0-16,3 0 5 0,4-3 0 0,1 0-1 16,4-1-1-16,5-1-1 0,-1 0-6 0,8 1-7 15,3-6-21-15,-2 2-26 0,1-1-30 0,-1 1-30 16,0 0-26-16,-2-2-27 0,-5 2-133 0,-4 1-329 15,2-1 146-15</inkml:trace>
  <inkml:trace contextRef="#ctx0" brushRef="#br0" timeOffset="102038.67">12360 10794 83 0,'0'0'204'0,"0"0"-5"0,0 0-4 15,0 0-14-15,0 0-11 0,0 0-17 0,0 0-13 16,-4 6-14-16,4-6-1 0,-2 7-10 0,2-7-7 16,-3 11-7-16,2-3-8 0,0 1-7 0,1 1-3 15,-2 0-6-15,0 3-5 0,2-2-11 0,-2 0-4 16,2 2-6-16,-2-1-7 0,2 0-3 0,0 0-2 16,2 3-5-16,0-2-12 0,-4-1-20 15,2-1-32-15,2 0-32 0,-4-1-42 0,2 1-31 0,0-4-37 16,0-7-189-16,-2 15-389 0,1-8 173 0</inkml:trace>
  <inkml:trace contextRef="#ctx0" brushRef="#br0" timeOffset="102233.4">12341 10535 208 0,'-2'-5'183'0,"2"5"-17"16,-3-9-17-16,3 9-17 0,-3-5-15 0,3 5-14 16,0 0-21-16,0 0-34 0,0 0-35 0,0 0-35 15,0 0-38-15,10 30-127 0,-4-21-202 0,3 1 89 16</inkml:trace>
  <inkml:trace contextRef="#ctx0" brushRef="#br0" timeOffset="102653.5">12920 10753 25 0,'0'0'196'0,"-14"5"-1"0,14-5 4 0,-8 1-7 16,8-1-7-16,0 0-9 0,-7 3-12 0,7-3-7 15,0 0-10-15,0 0-16 0,0 0-7 0,-8 2-14 16,8-2-7-16,0 0-9 0,0 0-9 0,0 0-9 16,0 0-6-16,0 0-5 0,0 0-6 0,27-2-5 15,-8-1-3-15,0 2-4 0,2 1-2 0,8-5-5 16,-2 3 5-16,-6-2-9 0,-1 1-2 0,2 1-6 16,-1 0 1-16,-4 1-3 0,-1-1-1 0,-5 0-1 0,0 2-5 15,-3-2-2-15,-8 2-2 0,13-1 2 16,-7-1 0-16,-6 2 3 0,10-1 5 0,-10 1 3 15,0 0 4-15,0 0 7 0,13-2 6 0,-13 2-7 16,0 0 3-16,0 0 2 0,6-2 1 0,-6 2-6 0,0 0 0 16,0 0-7-16,0 0 0 0,0 0-9 0,0 0 0 15,0 0-4-15,0 0 2 0,0 0-5 16,0 0-11-16,0 0-18 0,0 0-14 0,0 0-27 16,0 0-24-16,0 0-38 0,0 0-39 0,0 0-42 0,0 0-51 15,0 0-221-15,0 0-510 0,0 0 226 16</inkml:trace>
  <inkml:trace contextRef="#ctx0" brushRef="#br0" timeOffset="103532.31">13383 10865 122 0,'0'0'221'0,"0"0"-4"16,0 0-11-16,0 0-19 0,0 0-17 0,0 0-8 0,19-18-8 15,-10 10-6-15,1-1-7 0,3-4-7 0,1 0-9 16,-3 1-9-16,2-2-3 0,3 1-5 0,-5-2-11 16,3 1-1-16,-5-1-12 0,-1 2-4 0,2-1-1 15,-6 4-5-15,1-2-8 0,-1-4-20 0,-2 6 0 16,2-3-2-16,-3 2-6 0,-1-4-1 0,0 3-4 16,0 2 1-16,-1-1-5 0,-1 2-3 0,2 9 2 15,-2-13-2-15,2 13-3 0,-2-9-8 0,2 9-2 16,-4-6-6-16,4 6 2 0,0 0-2 0,0 0-3 15,0 0 9-15,0 0-11 0,-13 15 3 0,7-7-2 16,0 7 1-16,1-3-6 0,-1 4 4 0,2-1-2 16,1-4-1-16,0 2 4 0,3 0-3 0,0-1-2 15,0-2 1-15,5 0 5 0,-4 2-4 0,5-3 3 16,1 2 0-16,1-4-1 0,6 3-12 0,-1-4-16 16,4-2-27-16,2 0-29 0,2-1-31 0,2-2-42 15,4-1-33-15,-6-1-37 0,0 1-201 0,-8-2-460 16,-1 1 203-16</inkml:trace>
  <inkml:trace contextRef="#ctx0" brushRef="#br0" timeOffset="103718.65">13519 10478 1841 0,'-10'-11'-24'15,"-2"0"45"-15,3 4-10 0,3 0-11 0,-1 1 3 0,2 0 2 16,5 6 5-16,-7-7-6 0,3 4-3 0,4 3 6 15,0 0-3-15,0 0-2 0,0 0 4 16,0 0-31-16,0 0-33 0,0 0-21 0,0 0-33 0,23 16-30 16,-11-10-105-16,-3-2-265 0,5 2 118 15</inkml:trace>
  <inkml:trace contextRef="#ctx0" brushRef="#br0" timeOffset="104046.93">13949 10514 43 0,'-2'-7'235'0,"2"7"-1"0,-3-10-6 16,3 10 0-16,-2-7-10 0,2 7-12 0,0 0-22 15,0-9-15-15,0 9-20 0,0 0-9 0,0 0-23 16,0 0-15-16,0 0-8 0,0 0-6 0,0 0-8 15,2 35-2-15,0-18-7 0,-2 9 2 0,1 1-7 16,1-6-10-16,-2-2-2 0,0 6-3 0,0 1-7 16,0-6-4-16,0 0 1 0,0-2-2 0,0 0-9 15,2 0-1-15,-2-1-7 0,0 0 10 0,2-5-9 16,0 4-7-16,-2-3 1 0,2-2-2 0,-2-3-8 16,2 2-23-16,-2-3-23 0,0 1-27 0,0-8-26 15,0 11-17-15,0-11-25 0,1 9-25 0,-1-9-11 16,0 0-23-16,-3 7-23 0,3-7-139 0,0 0-383 15,0 0 170-15</inkml:trace>
  <inkml:trace contextRef="#ctx0" brushRef="#br0" timeOffset="104396.65">13973 10385 139 0,'3'-6'133'0,"3"2"-8"0,-1-2 1 15,1 4-6-15,-6 2 14 0,20 4-18 16,-11 0-7-16,1 4-6 0,-1 0-6 0,1 5-16 16,-3 3-6-16,1 0-5 0,-4 0-4 0,-2 10-9 0,-4-7-3 15,2-2-5-15,-5 1-8 0,-4 0 1 0,3 0-3 16,-5-1-5-16,-1-5-5 0,1 3-2 16,0-1-3-16,-3-9-2 0,1 5 6 0,1-3-3 15,1-2 2-15,2-2 3 0,-2 1 11 0,2 0 4 0,2-3 6 16,7-1 0-16,-11-1 1 0,11 1-3 0,-12-5 5 15,12 5-1-15,-6-3 1 0,6 3-7 0,0 0 4 16,-7-3-17-16,7 3-6 0,0 0-2 0,0 0-3 16,0 0-1-16,0 0-5 0,0 0 0 0,30 11 0 15,-20-7-2-15,-1 1-11 0,8 4-13 0,-4-5-27 16,3 4-20-16,-1 1-22 0,1-1-16 0,0 1-28 16,2-2-21-16,-3 2-20 0,3-3-18 0,-2 1-135 15,-5-2-341-15,5 2 151 0</inkml:trace>
  <inkml:trace contextRef="#ctx0" brushRef="#br0" timeOffset="104733.45">14277 10675 107 0,'2'-10'222'0,"-2"10"-2"16,2-5-14-16,-2 5-13 0,0 0-19 0,0 0-14 15,0-7-18-15,0 7-15 0,0 0-10 0,0 0 3 16,0 0-3-16,0 0-4 0,5 30-8 0,-4-14-3 15,-1 0 5-15,1 1-1 0,1 0-9 0,-4 1 0 16,2 2-15-16,-2-2 0 0,2 0-8 0,-1-1-6 16,1 0-5-16,0 1-5 0,-4-2-4 0,4-3-1 15,-4 0-7-15,4-1-2 0,0 0-4 0,0-2-4 16,0 1-2-16,0-1-5 0,-3-4-2 0,3-6 0 16,3 13-3-16,-3-7-1 0,0-6-5 0,-3 11 4 15,3-11-7-15,0 0 4 0,3 12-2 0,-3-12-2 16,2 6 1-16,-2-6-1 0,6 4 1 0,-6-4-4 15,9 5 9-15,-2-4-12 0,5-2 1 0,-1 1-3 16,3-2 2-16,-1 1 0 0,9-3-9 0,-4 2-27 16,2-2-26-16,1 0-30 0,-1-3-37 0,7 1-42 15,-7 1-44-15,7-5-37 0,0 2-229 0,-1-1-512 0,-3-2 227 16</inkml:trace>
  <inkml:trace contextRef="#ctx0" brushRef="#br0" timeOffset="106336.9">15449 10725 95 0,'-10'-2'159'0,"2"0"-2"0,0 0-8 15,8 2-6-15,-10-2-10 0,10 2-9 0,0 0-12 0,-7-3-15 16,7 3-4-16,0 0-9 0,0 0 0 16,0 0-4-16,0 0 3 0,27-4-12 0,-11 3-2 0,5 0-6 15,7 0-2-15,2-2-6 0,1 0-5 0,0 2-5 16,1-3-3-16,-2 2 0 0,2 2-6 15,0-3-3-15,-2 1-7 0,-1 2-10 0,-1 0-21 16,-6-2-24-16,-3 1-36 0,1 1-29 0,-1 0-23 0,0-2-33 16,0 2-141-16,-8-1-315 0,3-3 141 0</inkml:trace>
  <inkml:trace contextRef="#ctx0" brushRef="#br0" timeOffset="106610.95">16183 10439 16 0,'0'0'231'0,"2"-9"-3"0,-2 9-6 0,4-7-7 15,-4 7-13-15,0 0-19 0,1-6-17 0,-1 6-18 16,0 0-23-16,0 0-8 0,0 0-14 0,0 0-15 16,0 0 2-16,0 0-4 0,4 22-3 0,-4-10-7 15,0 4-4-15,0 2-3 0,0 0 0 0,0 1-2 16,0 5-5-16,0-5-10 0,-1-1-4 0,1-1-3 15,0 2-6-15,0-1-2 0,0-1-3 0,0 0-2 16,0 1-8-16,0-6 2 0,1 4-21 0,-1-5-31 16,0 1-32-16,1 1-25 0,-1-3-34 0,0 2-44 15,2-5-24-15,-2 1-30 0,0-1-155 0,0-7-399 16,-3 10 177-16</inkml:trace>
  <inkml:trace contextRef="#ctx0" brushRef="#br0" timeOffset="107042.28">16129 10275 59 0,'-18'2'150'0,"0"4"-8"0,-6 4-2 15,0 4-4-15,-2 2-5 0,-2 4-5 0,1 1-8 16,0 5 0-16,-5 11-13 0,10-10-10 0,-1 0 1 15,3 5-8-15,3-3-4 0,1 5-3 0,3-3-10 16,2 3-4-16,2-3-15 0,2-2 3 0,5-1-1 16,0 1-5-16,4-5-5 0,2 3-8 0,1-8 9 15,1 0-6-15,5-2-4 0,1 1-1 0,8 0-1 16,-5-5-4-16,4 0 0 0,5-2 1 0,3-3-2 16,5-3-1-16,3-2-4 0,3-2 3 0,13-1-4 15,-12-3-3-15,1-2-2 0,12-4-2 0,1-1-1 16,-5-2-1-16,-11 4-1 0,2-6 2 0,7-4-4 15,-14 2 3-15,-2-3-2 0,-2-2-1 0,1 1-3 16,-8-2 5-16,-3-5-5 0,1 3 2 0,-6-3 1 16,1-4 0-16,-9 2 0 0,-2-3-3 0,-6-4 0 15,-2 1 0-15,-7 2-2 0,-10-14-2 0,-7 9 0 16,-5 3-1-16,-7 5-1 0,-1 3 2 0,-5 6-1 16,-2 6-2-16,-2 3-4 0,-3 6-3 0,-6 8-12 15,0 3-19-15,-1 10-39 0,-2 5-28 0,-20 12-52 16,1 3-68-16,24-7-128 0,-24 8-383 0,28-9 169 15</inkml:trace>
  <inkml:trace contextRef="#ctx0" brushRef="#br0" timeOffset="-213120.44">13223 11054 61 0,'2'-8'66'0,"-2"8"-10"0,0 0-3 0,0 0-10 0,0 0-18 16,0 0-22-16,0 0-55 0,0 0-55 16,0 0 25-16</inkml:trace>
  <inkml:trace contextRef="#ctx0" brushRef="#br0" timeOffset="-182822.16">10344 11130 50 0,'0'0'49'0,"0"0"-7"0,0 0-5 0,0 0-3 16,0 0 3-16,0 0-11 0,0 0 1 0,0 0-1 16,0 0-9-16,0 0-2 0,0 0 6 0,0 0-16 15,0 0-9-15,0 0 4 0,0 0-5 0,0 0-9 16,0 0-3-16,0 0-7 0,0 0-30 0,0 0-58 15,0 0 26-15</inkml:trace>
  <inkml:trace contextRef="#ctx0" brushRef="#br0" timeOffset="-180218">12133 11171 3 0,'0'0'12'0,"0"0"-2"0,0 0 4 0,0 0-4 16,0 0 0-16,0 0 1 0,0 0-3 0,0 0-2 16,0 0 5-16,0 0 0 0,0 0-1 0,0 0 1 15,0 0-3-15,0 0-1 0,0 0-1 0,0 0 3 16,0 0-1-16,0 0-4 0,0 0 3 0,0 0 0 16,0 0-5-16,0 0-6 0,0 0-6 0,0 0-4 15,0 0 0-15,0 0-11 0,0 0-25 0,0 0 12 16</inkml:trace>
  <inkml:trace contextRef="#ctx0" brushRef="#br0" timeOffset="-178825.64">10024 12114 14 0,'0'0'161'0,"0"0"-3"0,0 0-13 15,15-25-1-15,-8 15-7 0,-1 0-11 0,4-2-7 0,-1-4-9 16,3 1-8-16,1-2-7 0,-3 0 10 0,6-3-5 16,-5-5-6-16,3 4-4 0,-3 4-10 0,2-6-9 15,-4 6-5-15,0 2-6 0,-3 1-3 0,1-2-2 16,-5 4-1-16,2 1-7 0,0 1-3 0,-2 1-3 16,0 3 2-16,-1-1-4 0,-1 7-3 0,1-11-2 15,-1 11-6-15,3-7-2 0,-3 7-2 0,0 0-5 16,0 0-3-16,0 0-3 0,0 0-2 0,0 0 0 15,0 0-2-15,0 0-6 0,-22 13 6 0,17-2-7 16,-1 4 1-16,1 2-5 0,-4 2 4 0,5-2 1 16,-3 2-7-16,4 0 4 0,-1-2 0 0,2-1 0 15,2 0 1-15,2-1 2 0,-1-5 0 0,0 1 0 16,2-2-2-16,1 1 1 0,1-1-1 0,1-3 2 16,3 1 0-16,-1-3 2 0,1 1-5 0,3-3-24 15,-1 1-19-15,2-3-25 0,-1 0-42 0,1-3-26 16,1-1-30-16,3-1-37 0,-6-1-110 0,1-2-339 15,-1-1 151-15</inkml:trace>
  <inkml:trace contextRef="#ctx0" brushRef="#br0" timeOffset="-178647.49">10116 11607 110 0,'0'0'123'0,"0"0"-18"0,0 0-7 16,0 0-16-16,0 0-1 0,12-9-11 0,-12 9-19 0,15 3-39 16,-2-1-37-16,4-1-38 0,0 3-45 15,1-2-116-15,4 3 52 0</inkml:trace>
  <inkml:trace contextRef="#ctx0" brushRef="#br0" timeOffset="-178469.28">10549 11872 53 0,'0'0'172'0,"7"3"-13"15,-7-3-4-15,6 3-5 0,-6-3-23 0,11 1-11 16,-4-1-8-16,3 0-11 0,2 2-14 0,2-2-28 16,-4 0-33-16,3 1-41 0,1-1-28 0,-4 0-38 15,3 2-106-15,-7-1-208 0,2 0 93 0</inkml:trace>
  <inkml:trace contextRef="#ctx0" brushRef="#br0" timeOffset="-178303.88">10566 12064 33 0,'-3'5'180'0,"3"-5"-7"15,0 0-7-15,0 0-17 0,0 0-14 0,20 0-11 16,-20 0-13-16,21-4-17 0,-5 1-33 0,0 1-46 15,5-3-28-15,0 0-49 0,6 1-36 0,-9 1-80 16,10-5-194-16,-7 3 86 0</inkml:trace>
  <inkml:trace contextRef="#ctx0" brushRef="#br0" timeOffset="-177962.64">11142 11875 95 0,'-5'-6'196'0,"5"6"-12"16,0 0-11-16,0 0-14 0,0 0-12 0,-15 13-3 16,10-6-11-16,0 2-6 0,1 2-16 0,-1 0-7 15,-2-1-16-15,4 1-4 0,-1 2-9 0,2-2-9 16,2-1-4-16,2 1-4 0,2-2-6 0,-2 1-3 16,6-1-7-16,-1-1-1 0,2-2-3 0,2-1-3 15,1-1-3-15,0-1-1 0,7-2-3 0,0-1-3 16,-1-2-1-16,4-2 2 0,-5-1-3 0,3 1 2 15,-7-3 0-15,2 1 1 0,-2-7-1 0,-2 7-1 16,-2-8 3-16,-2 2 1 0,-1-2-2 0,1-1-4 16,-7 2 1-16,-3-4-1 0,0 0 3 0,-3 3-4 0,-2-2-2 15,-3-3-5-15,-2 3 1 0,-4-3-2 16,2 6-5-16,-1 5-2 0,-1 0 0 0,-2 1-12 16,-1 4-17-16,-1 3-21 0,-1 3-24 0,-6 4-38 15,4 4-32-15,-3 0-33 0,1 1-44 0,-1 2-133 16,3 2-375-16,-3 0 167 0</inkml:trace>
  <inkml:trace contextRef="#ctx0" brushRef="#br0" timeOffset="-177291.75">8144 11921 91 0,'0'0'183'0,"-7"-4"-18"0,7 4-19 0,0 0-12 16,-11 0-14-16,11 0-6 0,-7 13-20 0,0-3 6 15,0 6-6-15,1 1-15 0,-3 7-3 0,1-2-17 16,3-2 5-16,-1-2-8 0,3 1-4 0,0-4-5 16,2-1-4-16,-1-4-1 0,1 1-11 0,0-2 2 15,-2-1-2-15,3-8 1 0,-1 7 5 0,1-7 12 16,0 9 8-16,0-9-6 0,0 0-4 0,0 0-4 16,0 0-8-16,0 0-1 0,1-28 0 0,2 16-5 15,-1-6-3-15,1 0-5 0,1-1 4 0,1 0-7 16,-1-8-3-16,3 1 0 0,-2-1-2 0,3 2 0 15,0-1-4-15,2-2-3 0,-1 4 0 0,-3 5 0 16,5-3-4-16,-2 6 1 0,-6 5-1 0,5 2-3 0,-3 1 0 16,-1 2-2-16,1 0-6 0,1 3 5 0,-6 3-4 15,16 0 4-15,-10 5-2 0,4 0-4 16,-1 9 6-16,3 0 2 0,-1 3-2 0,-2 1 1 16,2 3-1-16,-3-2 2 0,2 4 0 0,-3-4 0 0,-2-3 2 15,3 1 1-15,-3 2-2 0,1-3 3 0,0-1 2 16,-2 1-2-16,-1-4-1 0,1 3 0 15,-3-4-3-15,2 0-22 0,-1-1-30 0,-2-3-37 16,0-7-30-16,4 12-20 0,-2-8-14 0,-2-4-152 16,0 0-330-16,0 0 146 0</inkml:trace>
  <inkml:trace contextRef="#ctx0" brushRef="#br0" timeOffset="-177123.42">8099 11980 44 0,'-9'-4'149'0,"9"4"-16"0,0 0-8 16,-7-4-15-16,7 4-4 0,0 0-18 0,0 0-4 16,0 0-8-16,0 0-5 0,33-1-18 0,-16-2-26 15,3-1-31-15,9-2-18 0,2 3-22 0,1-2-15 16,1-2-30-16,-1 1-53 0,-1-1-153 0,1-2 68 16</inkml:trace>
  <inkml:trace contextRef="#ctx0" brushRef="#br0" timeOffset="-176862.95">8648 11751 14 0,'0'-12'131'0,"0"12"0"16,0-12 1-16,0 12-3 0,0-9 1 0,0 9-5 15,1-7-14-15,-1 7-10 0,0 0-10 0,0 0-15 16,0 0-8-16,0 0-7 0,0 0 6 0,0 0 2 16,0 0 7-16,9 34 2 0,-4-10-7 0,-2 2-1 15,-2 5 2-15,-1-1-1 0,-3 0-9 0,1-1-6 16,1-1-4-16,1 1-5 0,-3-3-4 0,0-1-5 15,2-1 0-15,2-7-4 0,-2 0-4 0,2-5-4 16,1 2 2-16,0-6-5 0,1 3-2 0,-1-4-2 16,2 3 0-16,1-5 2 0,0 2-3 0,1-2-3 15,1 0-12-15,1-3-19 0,3-4-23 0,0 4-25 16,1-6-28-16,-1-1-16 0,0 0-44 0,4-4-43 16,-7 1-106-16,0-2-324 0,2-4 143 0</inkml:trace>
  <inkml:trace contextRef="#ctx0" brushRef="#br0" timeOffset="-176691.78">8466 11914 92 0,'0'0'144'0,"-10"-1"-8"0,10 1-10 0,0 0 0 16,0 0-9-16,0 0-4 0,0 0-9 0,32-4-9 0,-6 0-4 15,8 0-16-15,2-1-25 0,13-6-27 16,2 4-37-16,2-6-34 0,-2 4-28 0,0-1-32 15,-15 3-67-15,0-2-189 0,4 0 84 0</inkml:trace>
  <inkml:trace contextRef="#ctx0" brushRef="#br0" timeOffset="-175404.9">12432 11869 161 0,'0'0'203'0,"-3"-7"-2"0,3 7-14 16,-1-8-9-16,1 8-12 0,-5-8-4 0,5 8-11 15,0 0-9-15,-4-5-8 0,4 5-9 0,0 0-18 16,-2-8-8-16,2 8-12 0,0 0-10 0,0 0-11 16,0 0-10-16,0 0-6 0,0 0-1 0,0 0-9 15,0 0-3-15,8 20-4 0,-4-5-1 0,0 1-2 16,0 1-2-16,1 0-8 0,1 1 5 0,-2 0-3 16,4 4-6-16,-4-4 3 0,0 1 0 0,1 0-5 15,-3-4-2-15,4 0-1 0,-4 1 0 0,4-4-1 16,-4 1 3-16,1-2 0 0,1-1-1 0,-2 1-6 15,0-3 2-15,0-3-2 0,0 1 1 0,-2-6 0 16,3 9 1-16,-1-4 4 0,-2-5-5 0,0 0-2 16,2 9 3-16,-2-9-3 0,0 0 4 0,0 0 2 15,0 0 2-15,0 0-7 0,0 0 1 0,0 0-1 16,19-15 3-16,-13 6-4 0,0-1 0 0,2-2-3 16,0-5 2-16,1 1-1 0,-4-1-1 0,6-7 0 0,-2 0 1 15,0 5-4-15,1-7 2 0,2-3-4 0,-1 6-6 16,-3-5 0-16,5 2-5 0,-4-2-1 15,-3 1 3-15,4 4 0 0,-6 4 2 0,0 1 1 16,1 1 0-16,-5 0 0 0,4 7 2 0,-4 0-1 16,0-2 1-16,0 5-3 0,0 7 3 0,-2-13-1 0,2 13-1 15,-4-8 2-15,4 8-5 0,-3-6-2 0,3 6 8 16,0 0-4-16,0 0 2 0,-15 14-1 0,8-4 2 16,0 2 2-16,3 2-2 0,-1 2 3 0,3-3-1 15,0 3-1-15,2 0 0 0,1-4 3 0,0 2 0 16,4 1 0-16,-1-4 6 0,5 5-7 0,5-2-6 15,-1-3-5-15,5 0-18 0,-2-3-23 0,4 0-20 16,1-2-22-16,6 3-28 0,-1-4-17 0,-6-2-23 16,1 1-22-16,-2-1-111 0,-7 1-323 0,1-1 143 15</inkml:trace>
  <inkml:trace contextRef="#ctx0" brushRef="#br0" timeOffset="-175165.86">12946 12028 175 0,'0'0'196'0,"-13"-5"-2"0,13 5-11 0,0 0-16 0,0 0-16 15,0 0-17-15,0 0-12 0,0 0-13 0,0 0 5 16,0 16 5-16,-2-9-8 0,0 2-3 0,2 2-5 16,0 2-16-16,-2 3-7 0,2-3-7 0,-2 3-4 15,2 3-6-15,0-4-8 0,0 2-5 0,0-5-4 16,0 5-4-16,0-1-4 0,0 0-4 0,0-5-11 15,4 1-21-15,-4-2-26 0,0 1-39 0,0-5-26 16,2 5-46-16,-2-11-23 0,2 10-41 0,-2-10-131 16,0 7-358-16,0-7 158 0</inkml:trace>
  <inkml:trace contextRef="#ctx0" brushRef="#br0" timeOffset="-174901.09">13030 11982 23 0,'8'-1'163'16,"2"1"4"-16,1 4 3 0,0 2-1 0,5 1-17 0,-3 6 4 15,-1-3-11-15,-3 5-9 0,1-1-2 0,0 2-11 16,-5 3-11-16,-1-3-9 0,-2 0-1 0,-2 3-9 16,0-7-6-16,-2 5-9 0,-2 0-1 15,-3 8-5-15,-1-9 0 0,-2 0-5 0,1-1-2 0,-3-3-6 16,-1 0-6-16,4-3 0 0,-7-1-8 0,1 0-6 15,3-2 1-15,-1-4-8 0,-5 5-18 16,5-4-27-16,-1-1-22 0,3-1-32 0,-2-2-22 0,3 0-47 16,1-3-28-16,1 0-39 0,3 1-146 15,5 3-379-15,-9-17 168 0</inkml:trace>
  <inkml:trace contextRef="#ctx0" brushRef="#br0" timeOffset="-174646.93">13306 12062 49 0,'9'-3'159'0,"5"1"2"16,-3 0-12-16,-3 1-11 0,2-1-17 0,-3 0-7 16,-7 2-11-16,15 0-14 0,-8-1-16 0,-7 1-22 15,11 1-8-15,-6 1-13 0,-5-2-12 0,0 0-4 16,8 7-14-16,-8-7 2 0,0 0-12 0,3 13 9 16,-3-13 0-16,0 0-5 0,-3 16-6 0,3-16 8 15,-4 10 11-15,0-3 1 0,1-1 6 0,-1-2 4 16,4-4-2-16,-4 11 9 0,1-4-2 0,-1-1 1 15,2-1-3-15,2-5 4 0,-3 10-5 0,3-10-3 16,0 0-6-16,5 13 10 0,-5-13-25 0,9 5-13 16,-9-5-29-16,20 1-32 0,-7-1-44 0,0-2-89 15,8-4-228-15,0 3 101 0</inkml:trace>
  <inkml:trace contextRef="#ctx0" brushRef="#br0" timeOffset="-174113.9">13587 11843 207 0,'-3'-6'204'0,"1"1"-18"15,2 5-23-15,0 0-20 0,-4-6-13 0,4 6-10 0,0 0 5 16,0 0-9-16,11 17-2 0,-2-2-11 0,4 6-3 16,1 3-1-16,2 1-3 0,-1 4-9 15,-1-1-5-15,-1 1-8 0,-1-3-5 0,-1-1-8 16,-2 3-5-16,0-4-3 0,-2 0-8 0,-1-6-3 0,1 1-2 15,-3-1-4-15,2-1-3 0,-2-3-4 0,0-2-1 16,1 0-6-16,-1-1 1 0,0-5-6 0,0 2 4 16,-3-1-5-16,2-1 0 0,-3-6 1 0,4 9 4 15,-4-9-1-15,4 5 5 0,-4-5-1 0,0 0 1 16,0 0-3-16,0 0-3 0,16-18 7 0,-7 8-8 16,0-6-5-16,0 1-1 0,2-2 0 0,2-6 2 15,0 0-4-15,0 0 1 0,-1-5-2 16,2 2-1-16,-2 1-2 0,-2-1-2 0,0-1 4 0,-1 2-1 15,2 2-6-15,-4 6 2 0,-1 0 0 0,-1 1 1 16,1-1-1-16,-4 7-4 0,1 0 2 0,-1 1 3 16,0 4-4-16,-2 5 2 0,5-9-6 0,-5 9-2 15,0-6-13-15,0 6-15 0,0 0-12 0,0 0-18 16,0 0-33-16,0 0-37 0,0 0-35 0,-20 19-48 16,9-8-170-16,4 0-418 0,2 0 186 0</inkml:trace>
  <inkml:trace contextRef="#ctx0" brushRef="#br0" timeOffset="-173762.25">14105 12321 135 0,'0'0'235'16,"9"-2"-5"-16,-9 2-5 0,10-3-19 0,-10 3-4 15,11-5-11-15,-4 1-7 0,-1-2-17 0,3 0-2 16,0-2-15-16,0 1-10 0,1-1-3 0,-1-3-17 0,1 3-2 15,-3-2-11-15,1 0-9 0,-2-2-2 0,0-2-12 16,-3 3-14-16,-1-1-3 0,-2 0-8 0,0-1-4 16,0 3-9-16,-1 1-3 0,0-1-1 0,1 10-1 15,-3-13-4-15,1 7-4 0,2 6 2 0,-4-8-3 16,4 8-9-16,-2-8-1 0,2 8-5 0,0 0-3 16,0 0-5-16,0 0 5 0,0 0-3 0,-16 13-3 15,11-4-4-15,1 0 1 0,0 1 6 0,3 2-2 16,-3 2-1-16,4-4-2 0,0 2-3 0,2-2 0 15,2 0 1-15,-3 1 1 0,3-1 0 0,3-2-5 16,0-1-15-16,0 0-21 0,1-1-19 0,1-2-20 16,2 1-35-16,-1-1-29 0,-2-2-54 0,2-2-23 15,-2 0-27-15,1 0-199 0,-9 0-479 0,0 0 213 16</inkml:trace>
  <inkml:trace contextRef="#ctx0" brushRef="#br0" timeOffset="-173579.69">14287 11921 10 0,'0'0'246'0,"-2"-7"-21"0,2 7-8 0,-2-7-17 16,2 7-13-16,0 0-19 0,-4-9-16 0,4 9-20 16,0 0-12-16,0 0-22 0,0 0-31 0,0 0-32 15,0 0-45-15,0 0-41 0,0 0-45 0,0 0-69 16,0 0-92-16,0 0-276 0,0 0 123 0</inkml:trace>
  <inkml:trace contextRef="#ctx0" brushRef="#br0" timeOffset="-142470">18906 11460 110 0,'0'0'124'0,"-4"-5"1"0,4 5-3 0,0 0-4 16,-2-9-14-16,2 9-5 0,0 0-8 0,-3-9 6 15,3 9-11-15,-5-7 2 0,5 7-5 0,-3-8-6 16,3 8-3-16,-2-6-3 0,2 6 1 0,0 0-3 15,0 0-2-15,0-12-7 0,0 12-1 0,0 0-7 16,-3-7-3-16,3 7-5 0,0 0-4 0,0 0 0 16,0 0-9-16,0 0-2 0,0 0-5 0,0 0 0 15,0 0-8-15,0 0-4 0,0 0 1 0,0 0-1 16,0 0-1-16,0 0-2 0,0 0 3 0,0 0-5 16,0 0 3-16,9 17-6 0,-9-17 0 0,4 14 2 15,-3-7 0-15,1 4-3 0,-1-3 4 0,1 3 1 16,0 1 0-16,0 4 9 0,1-2-5 0,-2 0 1 15,-1 2-2-15,1 0 0 0,1-4-1 0,-2 5 2 0,1 1 1 16,-1-1-1-16,1 1 4 0,-1-2 0 16,-1 1 1-16,1 1-5 0,0 0 8 0,0 0 3 0,1 0 1 15,-1 6-4-15,0-6 2 0,0 3-2 16,-1-3-1-16,1 0 3 0,-1 1 5 0,1 0 1 0,-2-2-4 16,1 4-1-16,1-3-2 0,-1 2-2 0,1-2-2 15,0 1-1-15,-1 0 1 0,2-1-1 0,0 2 1 16,-1-1-3-16,0 1 3 0,0 1 0 0,1-2 2 15,-1-1 3-15,-1 3-2 0,2-2 1 16,-1-2 1-16,2 3-3 0,-1-1 6 0,0 0-3 0,-1 0-1 16,0-3-7-16,3 4 7 0,-3-4-8 0,2 4 5 15,0-4-3-15,-1 3 6 0,3-3-7 0,-2 1-1 16,1 0-4-16,-3-2 3 0,2 0-5 16,1 2 5-16,-2 2 20 0,2-1-1 0,1-2-2 0,-2 0-1 15,2 1-8-15,1 0 1 0,-4-2-4 0,1 1 5 16,0-1-6-16,2 3 8 0,0-3-3 0,-2 0-1 15,1 0 3-15,0 0-1 0,-3-2-4 0,2-2 3 16,0 6 3-16,-2-5 4 0,1 5-6 0,-1-2 3 16,0-4-2-16,1 2 0 0,0-1 15 0,-1 5-13 15,-1 0 4-15,1-1 7 0,-1-1-8 0,-3 1 4 16,4 1-6-16,-3-4-4 0,1 1 3 0,-1 4-2 16,1 0-1-16,0-1 20 0,-2 1-25 0,2 0-3 15,-2 0 5-15,-1 1 7 0,1-2-7 0,0 3-3 16,2-4 3-16,-1 1-2 0,1 1-5 0,-4 0-2 15,4-1 2-15,-1 0 2 0,0 2 0 0,0-1 6 16,1-1-17-16,-4-1 11 0,5 1-6 0,0-1 3 16,0 3 1-16,-2 0 0 0,-2-2 5 0,4-1-4 15,-2 0 2-15,-1 1-6 0,2 0 8 0,-1 1-9 16,1-2-1-16,-1 2 9 0,-1-1-1 0,0 0-4 16,2 2 3-16,-1-3-3 0,-2 3 4 0,1-2-8 15,-1 0 3-15,1 1 1 0,2 0-6 0,-2 2-5 16,0-1 7-16,0 5 1 0,0-5 1 0,-1 6-4 15,2-7 9-15,0 7-26 0,0-5 21 0,3-1 2 16,-2 0 3-16,-5 4-9 0,6-4 7 0,0 6-3 16,-2 0-4-16,2-5 4 0,0-1-3 0,1 5 5 15,-4 2-4-15,3-7 2 0,-3 7-1 0,5-7-8 0,-2 7 4 16,-2-2 1-16,2-5 0 0,-2 5-4 16,2-3 4-16,-3 2 6 0,2 2-5 0,0-5 0 15,1-1 4-15,-3 0-5 0,3 0-4 0,0 0 4 16,-3 8-6-16,3-1 8 0,0-1-4 0,1 0 1 15,1 4 10-15,-4-3-9 0,2 0 6 0,1 4-6 16,0-6 5-16,-1 5-5 0,2-4 5 0,-1 2-6 16,1 0-1-16,-2 1 3 0,0-2 1 0,1 3-1 15,0 0 1-15,-3 1-1 0,0 1 3 0,1-3-36 0,1-1 2 16,-3 2 5-16,1-1-1 0,3 1 3 0,-2-1 7 16,-5 1 2-16,4-3-2 0,1 2-4 15,0 1 4-15,0 0 0 0,0 0 9 0,1-3-5 16,-3 4-4-16,1 2 10 0,0-1 5 0,1-2-7 15,-1 1-3-15,1-1 7 0,1 2-6 0,-2-4 1 0,-2 1 5 16,4-1-5-16,-2 2-4 0,1 1 3 0,0-1 5 16,2-2-4-16,-1 0 19 0,-2-2-15 15,2 2 0-15,0 1-8 0,0-4 8 0,1 3 5 16,-3 0-7-16,4-1 5 0,-1-1-9 0,-1 0-1 16,2 2 4-16,-1-4-1 0,0 6 2 0,0-4 3 15,-2 2 0-15,-1-1 1 0,2-1-1 0,-1 0-8 16,2-5 14-16,-3 5-9 0,4 0 3 0,-3-4 2 0,2-2-6 15,-2-2 5-15,0 2 31 0,2-2-4 16,1 2 1-16,-1-2 2 0,-1-2-12 0,1-2 4 16,2 3-7-16,-4-3 1 0,2-3-3 0,1 0 0 15,-2-2-4-15,-1 0-9 0,2-8-18 0,0 8-4 0,0-8-14 16,0 0-28-16,-3 8-40 0,3-8-47 16,0 0-44-16,0 0-33 0,-18-22-26 0,14 11-40 15,-1-3-26-15,-3-3-229 0,2 0-591 0,-1-8 262 16</inkml:trace>
  <inkml:trace contextRef="#ctx0" brushRef="#br0" timeOffset="-141275.78">17735 15526 96 0,'0'0'142'0,"0"0"-6"16,-21-1-3-16,21 1-11 0,-12-1-5 0,12 1-9 16,0 0-8-16,-16-2-7 0,12 2-10 0,4 0-6 15,0 0-6-15,-11 0-4 0,11 0-2 0,0 0-4 16,0 0-12-16,0 0 1 0,0 0-10 0,-7 3 2 15,7-3-4-15,0 0 14 0,0 0 0 0,0 0-1 16,0 0-1-16,18 9 1 0,-6-9 0 0,1 2-1 16,6 0-2-16,1 3 0 0,10-1 2 0,-2-2-5 15,4 0 2-15,4-1-5 0,2 1-4 0,12-2 0 16,3-1-5-16,2 1-3 0,2-1 1 0,3-2-3 16,7-1-1-16,28-5-1 0,-3 0 1 0,-29 3 0 15,30-2 1-15,-1 0-2 0,-25 1-1 0,31 0 6 16,-3 1-1-16,-29 4-2 0,30-5-3 0,3 4 6 15,-6-3-7-15,-1 2 1 0,-1 2 1 0,-25-4 2 16,35 5-5-16,-2-1-1 0,-5-2 4 0,4 0-2 16,-3 3 0-16,-4-5-2 0,-26 6 6 0,28-3-3 15,-26 0-1-15,30 6 0 0,-4-9 2 0,-3 6-4 16,-24 1 3-16,25-2-2 0,-2 2-1 0,-26-2 1 16,30-1-1-16,-29 1 4 0,28 2-2 0,-27-2 1 15,30-2 2-15,-29 3 2 0,30 2-5 0,-31-4 2 16,2 4 1-16,26-4-8 0,-29 2 2 0,25 0 2 15,-26-2-1-15,4 0-2 0,26 2 2 0,-31-3-3 16,2 1 0-16,28 2 0 0,-30-2-11 0,3 0 12 16,-1 1-9-16,1-2 0 0,1 0 2 0,-1 2 1 15,-3-5-2-15,3 4 1 0,-1-2 0 0,0 1-2 16,-1-4-1-16,-2 1 0 0,0 1 1 0,1 0 1 16,0-1-5-16,-2-1 0 0,0 4-14 0,-4-7 0 15,3 3 18-15,0 2-3 0,-4-2 5 0,0 1-5 16,-1-2 3-16,1-1-6 0,-3 4 4 0,2 0-1 15,-2 1-2-15,2-1-3 0,-2 1 7 0,1-1-3 16,-1-3-1-16,-14 3 1 0,15 1-1 0,-5-3 0 16,-11 4-6-16,2-2-12 0,-4 0 26 0,0-3-1 15,-3 4-5-15,1 1 1 0,-2-5 1 0,-2 3-3 16,-2 0 5-16,-10 1 3 0,3-1-7 0,-1 0 12 16,-4 3-2-16,2-2 1 0,-5 0 4 0,2 1-3 15,-3-1-2-15,0 1-1 0,1 0-3 0,-3 1 0 16,2 0-2-16,-11 2-1 0,13-3 0 0,-13 3-4 15,12-3-3-15,-12 3 3 0,0 0 2 0,10-2 4 16,-10 2-9-16,0 0 3 0,0 0-4 16,0 0-5-16,13-1 6 0,-13 1-9 0,0 0 7 0,0 0-10 15,0 0 11-15,0 0-5 0,0 0 1 0,5-2 0 16,-5 2-7-16,0 0 6 0,0 0-1 0,0 0 7 16,0 0-4-16,0 0-1 0,0 0 2 0,10 8-1 15,-10-8 2-15,0 0-1 0,0 0-2 0,0 0-7 16,0 0 4-16,0 0-10 0,0 0-8 0,0 0-9 15,0 0-6-15,3 7 1 0,-3-7-29 0,0 0-20 16,0 0-30-16,0 0-37 0,-21 9-30 0,21-9-40 16,-17 1-44-16,9-1-30 0,-5 0-176 0,13 0-512 15,-27 0 227-15</inkml:trace>
  <inkml:trace contextRef="#ctx0" brushRef="#br0" timeOffset="-139233.86">18898 12283 8 0,'0'0'0'0,"0"0"-2"0,0 0-1 15</inkml:trace>
  <inkml:trace contextRef="#ctx0" brushRef="#br0" timeOffset="-136827.22">18866 12122 45 0,'0'0'61'0,"0"0"-2"0,0 0 4 16,-1-8-6-16,1 8 7 0,0 0-6 0,0 0-3 15,-5-7 12-15,5 7 6 0,0 0-12 0,-2-6 6 0,2 6 2 16,0 0 3-16,-4-6-7 0,4 6-1 16,0 0-6-16,0 0-4 0,-4-7-9 0,4 7 4 15,0 0-9-15,-4-7-5 0,4 7 0 0,0 0-2 16,-4-9-8-16,4 9 4 0,0 0 4 0,-4-7 7 0,4 7 0 15,0 0-5-15,0 0 3 0,0 0-6 16,-1-8-1-16,1 8 4 0,0 0 1 0,0 0-5 16,0 0 2-16,0 0 0 0,0 0-4 0,0 0 0 15,-3-7-4-15,3 7-3 0,0 0-4 0,0 0 1 0,0 0-10 16,0 0 7-16,0 0-2 0,0 0-2 0,0 0-2 16,0 0-1-16,0 0-1 0,0 0-1 0,0 0 1 15,0 0-4-15,0 0-1 0,0 0-3 0,0 0 1 16,0 0 1-16,0 0-3 0,0 0 9 0,0 0-10 15,0 0-2-15,0 0 4 0,0 0-1 0,0 0-2 16,0 0 0-16,0 0 1 0,0 0 2 0,0 0-4 16,0 0 0-16,0 0 4 0,0 0-8 0,0 0 4 15,0 0 5-15,0 0-1 0,0 0-6 0,0 0 9 16,0 0 9-16,0 0-7 0,0 0 0 0,13 19 5 16,-9-16-6-16,-4-3 3 0,7 6-3 0,-5-1-2 15,2 0 0-15,1 0 3 0,-1 0 1 0,0 1 0 16,-1-2 3-16,3 1 0 0,-3 1 11 0,6 1 6 15,-4-1-1-15,2 1 3 0,-1-2-4 0,2 2 3 16,1 2-4-16,-1-4 3 0,-1 2-3 0,3 0-1 16,-1 1 0-16,-1-1-3 0,0-1 3 0,1 2-1 15,0-1 2-15,-3 0-2 0,3 1 6 0,1-1 12 16,-1 1-5-16,0 0 2 0,1-2-5 0,-1 3-2 16,-1 1-1-16,5 1-6 0,-6-3 1 0,4 2-1 15,-4-1-2-15,3-1 0 0,-1 1-6 0,0 1 1 0,1 1 1 16,-1-3-1-16,2 6-2 0,-1-5-1 15,-2 1 6-15,1 2-3 0,2-1-1 0,-3-2 3 16,1 7-3-16,-2-8-2 0,1 3-2 0,1-1 1 16,-1 0-2-16,-2 2 21 0,2-2-3 0,1 3 1 15,-2-3-3-15,1 0-2 0,0 0 4 0,-1 1-2 0,2 2 8 16,-1-4 1-16,5 3-1 0,-8-3-6 16,1 1-4-16,1 0 3 0,0-1-4 0,-2 0-1 15,4 1-4-15,-3-1 1 0,1-1 2 0,-1 1-4 16,-2 1 5-16,3-1-8 0,-1 0 7 0,3-1-9 15,-1 2-2-15,-1-4 0 0,1 3 3 0,0 1 1 0,-1-2-2 16,1 0 0-16,1 1 3 0,-1-1-5 16,2-1 4-16,-2 2-1 0,2-3 4 0,-1 4-4 0,0-3-1 15,-2 2-4-15,3-2 1 0,-2 2 3 16,0-2 5-16,3 2-4 0,-3-2 0 0,1 2 2 0,-3-1-3 16,5 1-3-16,-2-1 4 0,-2 1 0 0,3 0-2 15,-1-1-1-15,0-1 3 0,-2 3 0 16,3-1 4-16,-1 1-6 0,0-3 3 0,1 3-2 15,0 2 0-15,2 2-1 0,2 0 2 0,-5-1-2 16,2-1-1-16,1 2 0 0,-5-5-2 0,0 3 0 0,3-4 2 16,-1 3-9-16,0-2 7 0,1 2-2 0,2 1 3 15,-5-2-5-15,1 0 3 0,3 2 1 0,-3-2-3 16,1-2-3-16,0 3 6 0,-1-3-5 0,-1 4 1 16,1-5 0-16,0 2-5 0,-2-1 7 15,2 2-5-15,0-2 2 0,0 1-1 0,-1 0 3 0,1-1 2 16,-2 1-5-16,0 1 5 0,2-3-6 0,0 1 7 15,-1 1-1-15,0-1-3 0,0 1-5 0,1-1 8 16,-2-1-1-16,0 1 3 0,1 2 2 16,1-1 3-16,0-1-2 0,-2-2-3 0,0 3-3 0,2-2 2 15,-3 0 1-15,1 2 0 0,2-2 0 0,1 2-4 16,-3-2 7-16,2 1-4 0,-3 0-1 0,3 1 3 16,1-2 2-16,-3 1-2 0,2 0-2 0,0 1-1 15,0 0-3-15,-1-1 6 0,1 1 3 0,-2-1-7 16,3 1-4-16,-3-1 0 0,3 0 6 0,-1-1 1 15,1 1-2-15,0 1-3 0,-1-1 7 0,0-1-12 16,1 2 11-16,0 1 3 0,-1-2-7 0,2 0 6 16,-2 2-2-16,1-1 1 0,2-2-9 0,-2 2 7 15,0-2-1-15,3-2-3 0,-3 5 10 0,0-3-4 16,0 0-2-16,2 3-1 0,-2-1 3 0,1 2-5 16,3 2-5-16,-4-5 11 0,0 2-6 0,1-1 0 15,-2 1-4-15,-2-2 11 0,4 2-1 0,-1-2 2 16,3 5-7-16,-2-6 0 0,-2 1-1 0,1-1 7 15,-2 1-10-15,2 1 8 0,0 1-5 0,-1-3 19 16,0 1-22-16,2 0 9 0,-1-1-6 0,0 2 2 16,0-1-3-16,1 0 2 0,-1 1-1 0,1-3 3 15,2 2-4-15,-3 0 7 0,2 2-5 0,-2-3-3 16,1 0 21-16,2 2-16 0,-2-3-7 0,0 3 5 16,2-2 11-16,-2 1-1 0,1 3-29 0,0-2 15 15,1 1 1-15,-3-2 2 0,3 2-4 0,2-1 5 16,-4-1-1-16,0 0-2 0,3 2 2 0,0 1-1 15,-3-3 1-15,3 2 2 0,-2-1-4 0,-2-1 8 16,0 1-16-16,5 1 18 0,-1 0-7 0,-3-1 1 16,3 1-7-16,-3 0 6 0,2-2-8 0,1 1 10 15,2 2-8-15,2-3 11 0,-6 1-4 0,1 1-4 16,-3-1-3-16,1-2 14 0,8 5-12 0,-8-5 3 16,0 1-11-16,0 0 5 0,6 2 7 0,-6-2-15 15,0 0 10-15,7 1 7 0,-4 1-4 0,2 0-3 16,-2 0 1-16,-1-3 9 0,1 3-6 0,0 0-8 15,-2-2 8-15,2 3-9 0,1-2 6 0,2 0-2 16,-1 1 4-16,-1 2-3 0,0-2 12 0,0-1-7 16,0 2-1-16,2-1-1 0,-2 1-6 0,1 0 7 15,-1 2 1-15,1-2-1 0,-2-2-1 0,2 4-14 16,-3-6 14-16,3 4 4 0,-4-4-6 0,0 6 5 16,3-4-3-16,-2 1 1 0,3 0-2 0,-5-1 4 0,3 1 0 15,0-1-7-15,-4-1 11 0,6 3 2 0,-6-3-27 16,4 2 15-16,-2-1 5 0,-1 0-8 15,1-2 4-15,4 4 3 0,-5-4-6 0,2 1 19 16,1 1-18-16,-4-2 4 0,2 3-37 0,2-1 5 16,-4-2 1-16,2 2 6 0,-1-1 0 0,1-1 0 0,0 1-1 15,-1 0 7-15,6 2-6 0,-6-1 16 0,4 0-6 16,0 1-3-16,0 0 7 0,-3-2-4 0,0-1 5 16,-2 2 3-16,6 1 2 0,-2 1-10 15,-2-4 8-15,0 2 1 0,4 0 3 0,-1 1-3 0,-4-1 2 16,7-1 7-16,-4 1-9 0,3 0-1 0,-2-1 5 15,-2-2-10-15,-1 1 16 0,5 0-13 16,-2 2 7-16,-4-1 1 0,6-2 0 0,-4 1 3 16,-2 0-11-16,3 0-2 0,0-1 7 0,2 3 4 15,-5-1-3-15,4-3 0 0,-1 5 0 0,-1-3 1 0,0-2-5 16,-1 2 6-16,4 3-1 0,-3-3-6 16,-2-1 2-16,2 1 2 0,-1-1-2 0,0 2-2 15,1-3 7-15,-2 2-2 0,0 0-1 0,2-2 4 0,-3 1 6 16,0 1-13-16,1-3-3 0,0 0 8 0,-2 3-2 15,2-3-1-15,-4 0-10 0,3 0 16 0,-1 3-8 16,1-2 2-16,0 1 5 0,-1 0-6 0,-3-2 0 16,2 0 2-16,2 3-4 0,0-2 10 0,-4 0-3 15,5-1 4-15,-3 2-5 0,2-1-3 0,-3 4 11 16,3-1-15-16,-1-1 2 0,0-1 3 0,-3-1 3 16,4 1-2-16,-2 1 1 0,-2-3-5 0,2 3 6 15,2-3-3-15,-2 3 3 0,1 0-4 0,-3-3-5 16,0 0 4-16,2 1 0 0,-1-2 2 0,-2 3-6 15,2-3 9-15,-1 1-1 0,3-1-1 0,-3 1-1 16,0-1 0-16,0 1 2 0,-5-4-5 0,7 5 4 16,-3-2 0-16,-4-3 8 0,7 4-7 0,-7-4 0 15,5 4-3-15,-5-4 3 0,4 4 2 0,-4-4 0 16,0 0 4-16,4 5 4 0,-4-5 4 0,0 0-3 16,0 0-3-16,0 0-2 0,0 0 2 15,0 0-5-15,0 0 2 0,5 4-10 0,-5-4 6 0,0 0 4 16,0 0-2-16,0 0 0 0,0 0 1 0,0 0 4 15,0 0-6-15,0 0 0 0,0 0 4 0,0 0 5 16,0 0-11-16,0 0-4 0,0 0 4 0,0 0-4 16,0 0 0-16,0 0 4 0,0 0-3 0,3 6 0 15,-3-6 3-15,0 0 0 0,0 0-1 0,6 6 1 16,-6-6-8-16,0 0 14 0,0 0-10 0,4 3-3 16,-4-3 11-16,0 0-5 0,4 7 1 0,-4-7 0 15,0 0-4-15,4 3 2 0,-4-3 2 0,0 0-4 16,0 0 2-16,0 0 5 0,2 6 2 0,-2-6-11 15,0 0 15-15,0 0-10 0,0 0 11 0,0 0-11 16,0 0 8-16,0 0-5 0,0 0-5 0,0 0-8 16,0 0 9-16,0 0-1 0,0 0 3 0,0 0 3 15,0 0-6-15,0 0 2 0,0 0 3 0,0 0-1 16,0 0-2-16,0 0-1 0,0 0 5 0,0 0-12 16,0 0-15-16,0 0-38 0,0 0-27 0,0 0-33 15,0 0-28-15,0 0-30 0,-18-23-44 0,12 14-54 16,0-3-36-16,-1 2-281 0,-3-4-643 0,1 0 285 15</inkml:trace>
  <inkml:trace contextRef="#ctx0" brushRef="#br0" timeOffset="-133666.85">18886 11454 43 0,'0'0'72'0,"-3"-8"7"0,3 8-6 16,-1-7-3-16,1 7-1 0,-3-7 0 16,3 7-11-16,-4-6-6 0,4 6 4 0,-2-8-2 0,2 8 8 15,-4-7 3-15,4 7-12 0,-5-8 1 0,5 8 4 16,-4-9 7-16,4 9-1 0,-4-6 1 15,4 6 4-15,0 0-6 0,-2-8-7 0,2 8-4 16,0 0 2-16,-3-7-6 0,3 7 0 0,0 0-2 0,0 0-10 16,0 0-2-16,-4-5-1 0,4 5-8 0,0 0 1 15,0 0-10-15,0 0-9 0,0 0 4 0,0 0-3 16,0 0 3-16,0 0 3 0,0 0 4 0,-15 23-10 16,9-13 10-16,-2 3-3 0,-2 1-3 0,-1 1 2 15,0 1-3-15,2 0 9 0,-2-2-7 0,0 1-6 16,3-2 3-16,-3 0-6 0,2 0 1 0,0 0-2 15,3-4-12-15,-2 1-25 0,3 0-22 16,0-1-30-16,1-3-28 0,1-1-30 0,0 4-116 0,-1-5-279 16,4-4 123-16</inkml:trace>
  <inkml:trace contextRef="#ctx0" brushRef="#br0" timeOffset="-133465.68">18910 11414 87 0,'0'0'129'0,"9"-3"-10"0,-9 3-5 0,0 0 10 16,0 0-13-16,18 6-1 0,-13-2-8 0,1-2-8 15,3 5-13-15,1-1-4 0,1 1-12 0,3 2 0 16,0 3-7-16,2-4-4 0,-3 2-6 0,2-1-8 16,-4 0-23-16,0 3-28 0,-2-3-12 0,0-1-36 15,-3 0-31-15,1 1-32 0,-3 0-77 0,-2-2-215 16,2-1 96-16</inkml:trace>
  <inkml:trace contextRef="#ctx0" brushRef="#br0" timeOffset="-132899.8">17748 11518 14 0,'5'-11'179'0,"2"-5"-7"0,-1 1-4 15,3-1-15-15,-3-1-6 0,2 2-10 16,-2 1-9-16,0-3-13 0,-3 6-10 0,3-4 0 0,-1-1-13 15,0 0-8-15,-4 3-2 0,3-2 2 0,-4 4-5 16,1-2-8-16,0 3-12 0,1-2 0 0,-4 3-4 16,2 9-4-16,-4-13-3 0,3 7-5 0,1 6-3 15,0-8-4-15,0 8-5 0,0 0-6 0,-4-9-4 16,4 9-4-16,0 0-2 0,0 0-2 0,0 0-3 16,0 0 0-16,-11 28 2 0,7-14 0 0,-1 2-3 15,2 0 2-15,1-1 0 0,0 2-3 0,2-1-2 16,0-4 0-16,0-1-1 0,2 2 3 0,0-1-1 15,2-1 1-15,1 1-4 0,1-4 3 0,1 1 1 16,2-3 0-16,0 1-4 0,4-3-25 0,-2 0-36 16,1-1-43-16,7-4-43 0,-2-1-48 0,2 2-154 0,1-6-374 15,-2-3 165-15</inkml:trace>
  <inkml:trace contextRef="#ctx0" brushRef="#br0" timeOffset="-132704.37">17799 11023 135 0,'-10'-6'253'0,"-1"0"-15"0,0 2-11 15,5-2-12-15,-3 4-9 0,4-3-15 0,5 5-19 16,-9-4-11-16,9 4-24 0,-5-4-20 0,5 4-23 16,0 0-19-16,0 0-25 0,0 0-32 15,0 0-30-15,0 0-41 0,0 0-30 0,11 21-40 0,-4-11-43 16,0 0-143-16,4 2-335 0,0 2 148 0</inkml:trace>
  <inkml:trace contextRef="#ctx0" brushRef="#br0" timeOffset="-131472.47">24286 15077 105 0,'0'0'114'0,"-8"0"-13"0,8 0 5 15,0 0-9-15,-16 2 5 0,16-2 1 16,-11 1-2-16,11-1-3 0,-11 0 2 0,11 0-9 15,-7 2-2-15,7-2-7 0,0 0-2 0,-12 2-19 16,12-2 4-16,0 0-6 0,-6 1-14 0,6-1-4 0,0 0-5 16,0 0-3-16,-3 5 4 0,3-5-6 0,0 0-4 15,9 11 0-15,-2-7-3 0,2 0 0 0,0 2-3 16,4-3-7-16,0 4 5 0,3-2-4 16,0-1 0-16,3 3-2 0,-4 0-2 0,2-1 6 15,-4-1-5-15,0-2-1 0,-2 2-5 0,1 0 2 16,-1 0 2-16,-2-1-3 0,-1 0-4 0,0 1 2 15,-4-1-4-15,1 1 7 0,0-1-10 0,-5-4 7 16,6 8-2-16,-3-4 1 0,-3 3 0 0,0-7 10 16,-1 12-9-16,-2-2 5 0,-1 0-1 0,0-1 5 15,-3 7 1-15,-2 0-1 0,2-2-3 0,-2 1 3 16,0-2-5-16,0 3 3 0,-1 3-1 0,1-2-14 16,-1-1-29-16,-1 1-37 0,1-2-52 0,-1 0-46 15,1 0-140-15,1 1-330 0,-1-6 146 0</inkml:trace>
  <inkml:trace contextRef="#ctx0" brushRef="#br0" timeOffset="-129901.2">24870 15585 111 0,'-6'-5'127'0,"6"5"-5"0,0 0-8 16,-5-7 0-16,5 7-3 0,0 0-5 15,0 0-4-15,-4-6-3 0,4 6-5 0,0 0-3 16,0 0-7-16,0 0-3 0,-2-6-7 0,2 6-9 15,0 0 2-15,0 0-8 0,0 0-2 0,0 0-5 16,0 0-6-16,0 0 2 0,0 0-4 0,0 0-3 16,0 0-5-16,0 0-12 0,0 0 3 0,0 0-1 15,0 0-5-15,0 0-1 0,0 0-4 0,0 0-5 16,0 0 2-16,0 0-2 0,0 0-4 0,0 0 5 16,0 0-5-16,0 0 4 0,0 0-9 0,0 0 4 15,0 0 0-15,0 0-4 0,0 0 5 0,0 0-4 16,0 0-1-16,0 0 0 0,0 0 6 0,0 0-6 15,0 0 2-15,0 0-5 0,0 0 5 0,0 0-3 16,0 0 0-16,0 0-6 0,0 0 2 0,0 0 2 16,0 0-1-16,9 18 0 0,-9-18 1 15,6 10 3-15,-4-5 0 0,1 2 1 0,1 0-3 0,1 0-1 16,-4 0 2-16,3 2 1 0,0 0 0 0,0 2 4 16,0-1-8-16,2-1 28 0,-4 2-1 0,2 1-5 15,0-2-3-15,1 2 2 0,0-1-3 0,-2 0-1 16,3-1-1-16,-3 0 0 0,-1 0-3 0,2 0 0 15,0-1 0-15,-1 0-1 0,-1-2 0 0,4 0-3 16,-4-1-2-16,-2-6 3 0,2 10-4 0,1-6 4 16,-3-4-2-16,5 5 3 0,-5-5 3 0,2 6-2 15,-2-6 10-15,0 0 2 0,5 4 5 0,-5-4-3 16,0 0-2-16,0 0 0 0,0 0-6 0,20-13 0 16,-15 8-2-16,3-3-3 0,-2-2 1 0,7-1-2 15,-5 0 2-15,1-4-3 0,-2 1 1 0,5-2-2 16,-2 0-4-16,2-6 4 0,-4 5-2 0,1-6-2 15,0 5-2-15,1-7 0 0,-2 8 2 0,-4-1 2 16,3 2-3-16,-5-1-2 0,2 0 3 0,0 0-1 16,-2 7 0-16,-2 1-1 0,0 9-2 0,0-14-3 15,0 14 3-15,-4-13 0 0,3 8-3 0,1 5-1 16,-9-5 3-16,3 4-3 0,6 1 3 0,-13 2-2 16,5 1 3-16,-1 1-4 0,-1 1-1 0,3 0 3 15,-3 1-2-15,2 1 3 0,3 2-4 16,-2-3 1-16,2 2 1 0,5-3-1 0,0 4 2 0,0-9-2 15,7 14 2-15,-1-7-5 0,2 0-2 0,4-3-17 16,3 3-9-16,5-1-23 0,-2-2-30 0,2-1-28 16,3 1-41-16,-5 0-39 0,2-2-146 0,-11 2-369 15,5-3 165-15</inkml:trace>
  <inkml:trace contextRef="#ctx0" brushRef="#br0" timeOffset="-129633.08">25327 15609 85 0,'0'0'198'0,"0"0"-11"0,0 0-18 16,0 0-17-16,7-4-19 0,-7 4-5 16,0 0 0-16,0 0-5 0,0 0-7 0,2 20-11 0,0-11-4 15,-1 1-8-15,-1 5-6 0,2-2-9 16,-2-2-10-16,1 1-1 0,-1 5-9 0,-1-1-6 15,1-4-3-15,-3 4-4 0,3-5-6 0,-2 5-3 16,0-5-7-16,2 4-2 0,0-2-6 0,0-4-6 16,0 1-22-16,2 1-19 0,-2-11-25 0,0 14-27 0,0-14-35 15,0 11-27-15,0-5-27 0,0-6-135 16,0 10-326-16,0-10 145 0</inkml:trace>
  <inkml:trace contextRef="#ctx0" brushRef="#br0" timeOffset="-129405.25">25370 15566 28 0,'12'-2'163'0,"-12"2"0"0,30 5-3 16,-16-4-12-16,2 6-8 0,0 1-5 0,-4 1-14 15,1 5-8-15,-2-1-6 0,-3 0-9 0,-2 4 1 16,-1-2-18-16,-5 3-8 0,-2-1-7 0,-3 0-5 15,-3 2-6-15,-1 3-4 0,-5-5-10 0,3 0-12 16,-7 2-24-16,-2-1-25 0,2-7-49 0,1 2-37 16,0-2-49-16,-6 0-110 0,0-6-287 0,4-1 128 15</inkml:trace>
  <inkml:trace contextRef="#ctx0" brushRef="#br0" timeOffset="-127107.59">21826 15775 112 0,'0'0'147'16,"0"0"-6"-16,-1-12 0 0,1 12-25 0,0 0-7 15,0 0-11-15,-8-3-5 0,8 3-7 0,0 0-3 16,0 0-7-16,-22 12 3 0,12-4 22 16,-1 4-7-16,-1-1-6 0,1 3-6 0,-1 3-1 15,2-3-9-15,-3 3 1 0,-1 4-6 0,2 5-5 0,3-10-5 16,0 7-5-16,1-4-6 0,3 0 2 0,2 0-3 15,3 0 0-15,3 7-3 0,-2-8 1 0,4-1-5 16,5 7 0-16,-2-7-3 0,1-2-3 0,5 1-6 16,3 3-2-16,-2-5 2 0,0-2-3 0,3 1-3 15,-1-2-3-15,2 0-9 0,0 0-23 16,7-3-23-16,-8 3-10 0,2-4-57 0,-2 0-34 16,1-1-35-16,-1-2-38 0,-3 4-111 0,-2-6-349 0,1 0 155 15</inkml:trace>
  <inkml:trace contextRef="#ctx0" brushRef="#br0" timeOffset="-126406.8">22167 15913 81 0,'-3'-7'172'0,"3"7"-7"0,0 0-15 0,0 0-5 15,0 0-19-15,0 0-10 0,-4-6-13 0,4 6-8 0,0 0-6 16,0 0 4-16,0 0-7 0,0 0-1 0,14 18-6 16,-8-9-8-16,1-2-4 0,1 3-5 0,2 3-6 15,-1 1-1-15,-1 1-5 0,0-2-6 16,-3 3-2-16,2-4-6 0,-1 4 0 0,2-1-4 16,-3-4-2-16,2 4-3 0,-1 1-2 0,-1-5 1 15,1 0-5-15,0 0-3 0,-2-4 5 0,1 4-7 16,1-3-1-16,-3-2-1 0,0 1-1 0,2-3 2 0,-1 1-4 15,-4-5 2-15,5 8-3 0,-5-8 9 16,6 6 9-16,-6-6 1 0,8-1 3 0,-8 1 7 16,10-8 4-16,-6 2-3 0,1-2-2 0,-1-3 0 15,2-5-4-15,3 2-1 0,-2-1-3 0,-2-1 0 16,1-1-5-16,1-2 5 0,-1 0-9 0,-1 2 1 16,-2-2-2-16,1 0 0 0,-2 0-4 0,-2 2-1 15,1 2-1-15,1 3-1 0,-1 1-1 0,0 1-1 16,-1 3-6-16,0 7 1 0,0-11-16 0,2 4-27 15,-2 7-25-15,0 0-17 0,0 0-7 0,0 0-26 16,0 0-22-16,0 0-40 0,0 0-27 0,-11 21-163 16,7-8-394-16,2-4 174 0</inkml:trace>
  <inkml:trace contextRef="#ctx0" brushRef="#br0" timeOffset="-126082.77">22537 16162 52 0,'0'0'197'0,"0"0"-2"16,0 0 0-16,0 0-12 0,0 0-9 0,5 4-10 16,-5-4-18-16,0 0-11 0,0 0-11 0,0 0-2 15,10-12-9-15,-6 6-5 0,2 2-9 0,-1-2-5 16,1 2-7-16,-1-5-6 0,-1 0-4 0,-1 2-2 16,4 0-12-16,-5 0-5 0,1-4-5 0,-2 4-3 15,3-1-5-15,-4 1-3 0,0 7-3 0,1-12 0 16,1 5-9-16,-2 7 1 0,0-10-7 0,0 10-1 15,0-9-5-15,0 9-4 0,0 0-3 0,0 0-1 16,0 0-3-16,0 0 2 0,0 0-1 16,-17 14-3-16,13-7-2 0,-1 4 3 0,1-1-5 15,-1 1 4-15,1 1-3 0,2-1-1 0,0 1 0 16,2-2 0-16,2 2-2 0,0-2 3 0,1 0-2 0,1-1-9 16,2-1-12-16,2-2-17 0,-1 3-32 0,1-5-32 15,-2 3-47-15,2-1-46 0,-2-2-33 16,-1-2-141-16,-5-2-398 0,0 0 176 0</inkml:trace>
  <inkml:trace contextRef="#ctx0" brushRef="#br0" timeOffset="-125924.14">22603 15899 30 0,'4'6'-5'0,"-1"4"-6"0,1-3 2 0</inkml:trace>
  <inkml:trace contextRef="#ctx0" brushRef="#br0" timeOffset="-125733.66">22831 16169 158 0,'-3'10'183'0,"3"-10"-5"0,-4 9-15 16,4-2-12-16,0-7-15 0,-5 13-14 0,1-3-7 15,0-2-12-15,1 0-11 0,-4 5-8 0,1-6-12 16,1 5-35-16,0-2-41 0,1-1-38 16,0-4-45-16,0 3-51 0,-1-1-83 0,5-7-239 0,-8 11 106 15</inkml:trace>
  <inkml:trace contextRef="#ctx0" brushRef="#br0" timeOffset="-125375.09">23024 16026 73 0,'0'0'214'0,"2"-6"-17"0,-2 6-23 16,0 0-16-16,0 0-11 0,0 0-5 15,0 0-4-15,0 0-19 0,0 0-12 0,-11 25-8 16,8-14-9-16,2-4-5 0,-2 3-6 0,3 0-4 16,-1-1-10-16,1 1-4 0,0-10-5 0,1 14-4 15,2-8-5-15,1-1 5 0,0-1 1 0,4 0 0 16,-1-1-2-16,3-2 0 0,2-1 0 0,-3-1-2 16,2-1 0-16,3 0-6 0,-2-5-1 0,4 2 0 15,-4-1-3-15,3-5 1 0,-5 5-2 0,1-3-2 16,-1 2-5-16,-5-4 0 0,0 3-6 0,-1-2-3 15,-3 0 2-15,-1 1-6 0,-1 0-4 0,0-2 4 16,-3 4-5-16,-1-2-2 0,-2 4-7 0,1-3-1 16,-1 3-10-16,-2 0-12 0,-2 4-16 0,2-1-14 15,-3 4-16-15,-1-1-26 0,0 3-24 0,0 2-38 16,1-2-43-16,2 0-197 0,-1 1-424 0,6 0 189 16</inkml:trace>
  <inkml:trace contextRef="#ctx0" brushRef="#br0" timeOffset="-125148.05">23476 15797 96 0,'12'1'228'0,"-1"3"-2"0,-1 2 6 0,4 5-5 0,-2 2-19 16,-1 2-18-16,0 9-16 0,-1 0-18 0,-1 3-13 15,-7 1-16-15,-2 5-9 0,0-3-15 0,-2 2-11 16,-6 2-40-16,-2-1-40 0,-2 0-40 0,-2-1-51 16,-2 2-48-16,-5-5-46 0,-8 10-157 15,2-13-357-15,-1-1 159 0</inkml:trace>
  <inkml:trace contextRef="#ctx0" brushRef="#br0" timeOffset="-123993.52">22614 16102 76 0,'-3'-8'78'0,"3"8"-2"0,0 0-2 0,0 0-4 0,0 0-2 15,-4-6-3-15,4 6 0 0,0 0 4 0,0 0-2 16,-5-5 0-16,5 5-4 0,0 0 6 16,0 0-15-16,0 0 11 0,-4-7-2 0,4 7-5 15,0 0 1-15,0 0-3 0,0 0 1 0,0 0-1 16,0-9-3-16,0 9 2 0,0 0-3 0,0 0-1 0,0 0 2 15,0 0-2-15,0 0-1 0,0 0-3 0,0 0 0 16,0 0-4-16,-2-6-3 0,2 6-6 16,0 0-3-16,0 0-6 0,0 0-3 0,0 0-6 15,0 0-3-15,0 0-1 0,0 0 4 0,0 0-9 16,0 0 5-16,0 0-1 0,0 0 3 0,-3 25-6 16,-1-15 1-16,3-1 0 0,-2 1-6 0,0-1 3 0,0 2-1 15,2-3 24-15,-3 2-3 0,1-2-2 0,-1 2-4 16,-1-1 2-16,0 1-4 0,2-1 1 15,-3 1-5-15,2-1 0 0,1-2 0 0,-1 0-4 16,0-1 2-16,-2 4-4 0,3-4 2 0,-2 1-1 16,1-1-1-16,0-2-11 0,0 2-15 0,0 0-6 15,4-6-12-15,-7 6-9 0,7-6-19 0,-5 3-11 0,5-3-25 16,-5 3-29-16,5-3-32 0,0 0-135 16,0 0-319-16,0 0 141 0</inkml:trace>
  <inkml:trace contextRef="#ctx0" brushRef="#br0" timeOffset="-123639.95">22640 15905 202 0,'0'-8'231'0,"0"8"-17"0,0 0-8 15,0 0-14-15,-5-6-11 0,5 6-12 0,0 0-10 0,0 0-16 16,0 0-13-16,0 0-12 0,0 0-14 0,0 0-11 15,0 0-8-15,0 0-12 0,0 0-5 0,0 0-7 16,0 0-12-16,0 0-29 0,0 0-24 0,0 0-31 16,0 0-42-16,0 0-27 0,0 0-56 15,7 27-46-15,-7-27-113 0,5 8-345 0,-5-8 152 16</inkml:trace>
  <inkml:trace contextRef="#ctx0" brushRef="#br0" timeOffset="-117826.68">22680 16402 42 0,'0'0'43'0,"5"3"-6"0,-5-3-9 15,0 0-3-15,0 0-6 0,0 0-9 0,4 7-12 16,-4-7-16-16,0 0-13 0,0 0-33 0,0 0 14 15</inkml:trace>
  <inkml:trace contextRef="#ctx0" brushRef="#br0" timeOffset="-116078.6">22428 16429 35 0,'0'0'48'0,"0"0"-2"0,0 0-9 16,0 0 2-16,0 0-6 0,2 7 4 0,-2-7-7 16,0 0-3-16,0 0-7 0,-4 7 2 0,4-7-11 15,0 0 8-15,0 0 2 0,0 0-8 0,0 9-5 16,0-9 4-16,0 0-6 0,0 0 1 0,0 0 2 15,0 0 3-15,0 0-8 0,0 0 15 0,0 0-12 16,0 0-6-16,0 0 3 0,0 0-1 16,0 0 10-16,-2 8-13 0,2-8 6 0,0 0-1 15,0 0-8-15,0 0 12 0,0 0-14 0,0 0 9 0,0 0 0 16,0 0-5-16,0 0 8 0,0 0-13 0,0 0 11 16,0 0 5-16,0 0-10 0,0 0 1 0,0 0-6 15,0 0 8-15,0 0-6 0,0 0 0 0,0 0 2 16,0 0 4-16,0 0-5 0,0 0 4 15,0 0 1-15,0 0 0 0,0 0-5 0,0 0 11 16,0 0-7-16,0 0-2 0,0 0 3 0,0 0 2 16,0 0 2-16,0 0 0 0,0 0 7 0,0 0-6 15,0 0 4-15,0 0 8 0,0 0-6 0,0 0 0 0,0 0 2 16,0 0 0-16,0 0-1 0,0 0 0 16,0 0 2-16,0 0 0 0,0 0 1 0,0 0 3 0,0 0-2 15,0 0-4-15,0 0-5 0,0 0 0 16,0 0 1-16,0 0 14 0,0 0-10 0,0 0-8 15,0 0-3-15,0 0 3 0,0 0 0 0,0 0 1 16,0 0-8-16,-2 7 3 0,2-7 3 0,0 0 1 16,0 0-6-16,0 0 1 0,0 0 3 0,0 0-5 15,0 0 8-15,0 0-10 0,0 0 3 0,0 0-3 16,0 0 4-16,0 0 4 0,0 0-3 0,0 0-5 16,0 0 2-16,0 0-1 0,0 0 4 0,0 0 2 15,0 0 7-15,0 0-24 0,0 0 12 0,0 0-10 16,0 0 9-16,0 0 0 0,0 0-5 0,0 0 4 15,0 0 5-15,0 0-2 0,0 0 8 0,0 0-7 16,0 0-4-16,0 0 1 0,0 0 7 0,0 0-8 16,0 0 2-16,0 0-1 0,0 0-3 0,0 0 2 15,0 0-4-15,0 0-5 0,0 0 3 0,0 0 3 16,0 0 3-16,0 0-11 0,0 0 10 0,0 0-5 16,0 0 13-16,0 0-13 0,0 0-1 0,0 0 4 15,0 0-1-15,0 0 6 0,0 0-8 0,0 0 0 16,0 0-7-16,0 0 7 0,0 0 0 0,0 0-1 15,0 0 2-15,0 0 0 0,0 0-13 0,0 0 12 16,0 0 0-16,0 0 4 0,0 0-1 0,0 0 2 16,0 0-3-16,0 0 6 0,0 0 0 15,0 0-5-15,0 0 2 0,0 0-2 0,0 0 0 16,0 0-5-16,0 0 16 0,0 0-23 0,0 0 10 16,0 0 8-16,0 0-18 0,0 0-3 0,0 0-2 0,0 0 0 15,0 0-4-15,0 0-10 0,0 0-5 0,0 0-12 16,0 0-33-16,0 0-93 0,0 0 41 15</inkml:trace>
  <inkml:trace contextRef="#ctx0" brushRef="#br0" timeOffset="-114943.1">25179 15865 30 0,'3'6'43'0,"-3"-6"-9"0,0 0 2 0,0 0-11 16,0 0-5-16,0 0-14 0,0 0-10 0,0 0-28 15,0 0-35-15,-10 12 16 0</inkml:trace>
  <inkml:trace contextRef="#ctx0" brushRef="#br0" timeOffset="-114017.79">23170 16273 22 0,'0'0'62'0,"0"0"-6"0,2 11-10 15,-2-11 4-15,0 0-18 0,0 0 3 0,0 6-8 16,0-6 2-16,0 0-3 0,0 0-3 0,0 0-9 0,1 9-6 15,-1-9-5-15,0 0-8 0,0 0 0 16,0 0-2-16,0 0-1 0,0 9-2 0,0-9-7 16,0 0-2-16,0 0 4 0,0 0-9 0,0 0-4 15,0 10-22-15,0-10-53 0,0 0 24 0</inkml:trace>
  <inkml:trace contextRef="#ctx0" brushRef="#br0" timeOffset="-111146.08">10309 10965 33 0,'0'0'74'0,"0"0"-15"0,0 0-6 0,0 0-1 16,-2-7-24-16,2 7 2 0,0 0-14 0,0 0-15 16,0 0-15-16,0 0-42 0,0 0-59 0,0 0 26 15</inkml:trace>
  <inkml:trace contextRef="#ctx0" brushRef="#br0" timeOffset="-108895.46">9504 13321 19 0,'0'0'151'0,"0"-16"-15"15,-1 9 2-15,1 7 1 0,-3-13-10 0,2 5-5 16,1 8-8-16,-1-17 2 0,1 11-3 0,0 6-1 16,-2-11-6-16,2 11-8 0,-1-10-11 0,1 10-10 15,0 0-7-15,0 0-11 0,0 0-1 0,0 0-10 16,0 0-8-16,0 0-1 0,0 0 0 0,0 0-10 16,11 21-2-16,-7-9-2 0,-1 5 2 0,1 3-5 15,-2 0-2-15,1 4-5 0,0-5-3 0,-1 0 1 16,-1-1 1-16,2 1-4 0,-1-1-3 0,0-1 4 15,0-1-4-15,-1-4 2 0,1 0-2 0,0 0-1 16,1-3 2-16,1 1 3 0,-3-4-7 0,2 0 1 16,-3-6-2-16,1 10 1 0,-1-10 0 0,3 7 0 15,-3-7-1-15,3 5 1 0,-3-5 2 0,0 0 3 16,9 0-3-16,-9 0-1 0,0 0-2 0,9-13 2 16,-2 3 0-16,0-1-1 0,1-3-4 0,1-3 2 15,2-5 0-15,1-2-2 0,-2 1 2 0,0-4-3 16,3 2-1-16,-1-4 0 0,-1 0-3 0,1 0-1 15,-2 2 0-15,0-2 1 0,-1 5-5 0,-3 0 7 16,0 5-7-16,-4 2 2 0,1 1 2 0,-1 1 1 16,-2 4-4-16,0 4 3 0,0 7-2 0,-2-15 0 15,0 11-1-15,2 4 0 0,-3-8-2 0,3 8 3 16,0 0-3-16,-15 3-1 0,5 2 2 0,1 0 1 16,-1 4 1-16,0 4-1 0,-3 0 4 0,1 0-5 15,1 0 6-15,2 1-6 0,3-4 4 0,2 0-3 16,2 0 5-16,1-1-4 0,1 2 1 0,3-6 4 15,2 3-3-15,3-2 2 0,3 1-6 0,-1-1 1 16,7-2-11-16,2-1-21 0,8 2-23 16,-5-3-23-16,3-1-19 0,3-1-23 0,1 2-22 0,-8 0-16 15,6-2-89-15,-9 2-276 0,1 0 123 0</inkml:trace>
  <inkml:trace contextRef="#ctx0" brushRef="#br0" timeOffset="-108659.15">10057 13409 109 0,'0'0'192'0,"0"0"-12"0,0 0-3 0,0 0-27 16,0 0-15-16,0 0-15 0,0 0-14 0,-19-4-8 16,19 4 0-16,0 15-10 0,0-5-8 0,-1 1-5 15,1 6-8-15,0 1-4 0,1-1-5 0,-1 1-6 16,1 1-9-16,2-2-1 0,-2 2-7 0,2-3-6 15,-2 2-8-15,2-3-24 0,-1-1-12 0,0-3-19 16,1 0-28-16,-1 0-26 0,0-1-25 0,-1-3-24 16,2 1-124-16,-2-1-283 0,-1-7 125 0</inkml:trace>
  <inkml:trace contextRef="#ctx0" brushRef="#br0" timeOffset="-108416.66">10137 13411 122 0,'17'0'128'0,"-1"2"1"15,3 2-15-15,-4 1-4 0,2 3-2 0,-2 2-10 16,-1 3-8-16,-3-3-1 0,0 4-5 0,-3 2-5 16,-2 0-3-16,-2-1-4 0,-3 1 11 0,-1 1-19 15,-4-1-1-15,-1 0-4 0,-1 0-4 0,-4 1-2 16,-2 0-8-16,-7-1-2 0,5-2-3 0,-1-1-7 15,1 2-7-15,-3-4-25 0,2-1-25 0,-2-1-26 16,4-4-29-16,-1-3-42 0,4 1-144 0,-3-3-288 16,13 0 128-16</inkml:trace>
  <inkml:trace contextRef="#ctx0" brushRef="#br0" timeOffset="-108251.58">10437 13456 158 0,'6'-3'143'0,"2"1"-15"16,-8 2-17-16,13-2-17 0,-13 2-29 0,13 2-41 15,-10 1-8-15,5-1-34 0,-8-2-15 0,8 7-21 16,-6-2-52-16,-2-5-114 0,4 9 50 0</inkml:trace>
  <inkml:trace contextRef="#ctx0" brushRef="#br0" timeOffset="-108127.28">10510 13530 46 0,'0'0'116'0,"0"0"5"0,0 0-12 16,0 0 3-16,-5 3-11 0,5-3 0 0,0 0-14 16,0 0-8-16,0 0-11 0,0 0-4 0,0 0-10 15,0 0-30-15,0 0-28 0,0 0-35 0,15 6-32 16,-15-6-91-16,12-3-175 0,-2 0 78 0</inkml:trace>
  <inkml:trace contextRef="#ctx0" brushRef="#br0" timeOffset="-107793.58">10814 13391 139 0,'0'0'151'0,"0"0"-4"0,-26 10 4 16,19-3-8-16,0 2-6 0,1 0-5 0,-2 2-3 16,1-1-10-16,-2 4-6 0,1 0-11 0,2-2-11 15,2-2-5-15,0 1-11 0,1-2-5 0,3 2-6 16,2-4-7-16,0 2-3 0,2-3-4 0,4 1-4 15,-2-4-2-15,3 3-4 0,1-4-1 0,4-1-5 16,3-2-1-16,1-1-4 0,0-1-1 0,2-3 1 16,-1-1-5-16,-2 1-3 0,0-3 1 0,-3 0-3 15,1-1 0-15,-7 1 2 0,0-1-1 0,-2-1 8 16,-3 0-3-16,-1-1-4 0,-5 2 3 0,-3-3-6 16,0-1-2-16,-3 1 4 0,0-1-7 0,-7 2 4 15,3 4-8-15,-3-3 5 0,0 5-6 0,-3 1 1 16,3 3-3-16,-1 0 0 0,3 3-1 0,-4 3-4 15,5 0-16-15,-4 2-22 0,1 3-31 0,7-1-42 16,-1 2-40-16,5 0-33 0,0 2-177 0,0-2-389 16,5-4 173-16</inkml:trace>
  <inkml:trace contextRef="#ctx0" brushRef="#br0" timeOffset="-106409.75">12154 13607 14 0,'-7'4'79'0,"7"-4"-3"16,-5 4 8-16,5-4-11 0,-4 4 6 15,4-4-3-15,-6 4 3 0,6-4 1 0,0 0 0 0,-7 6-4 16,7-6 1-16,-4 5-2 0,4-5-4 0,0 0 0 16,0 0-8-16,-6 3 3 0,6-3-8 0,0 0-4 15,0 0 1-15,0 0-3 0,0 0-6 0,0 0-3 16,0 0-2-16,0 0-4 0,0 0-1 16,0 0 9-16,0 0-11 0,0 0-3 0,0 0-1 0,0 0-7 15,0 0-2-15,0 0-1 0,0 0-1 0,0 0-5 16,0 0 2-16,0 0-2 0,0 0 4 0,0 0 1 15,0 0 6-15,0 0 6 0,0 0 9 0,0 0 10 16,0 0 0-16,0 0 2 0,0 0 0 0,0 0-5 16,0 0-5-16,0 0-3 0,0 0-5 0,0 0-1 15,14-15 0-15,-14 15-3 0,7-11-2 0,-1 1-3 16,-2 0-2-16,2 0 1 0,0-2 0 0,1-3-7 16,2 0 1-16,0-1-4 0,-6 2 1 0,5-1 1 15,-3 0-3-15,1 0 1 0,-4 2-2 0,1 1 0 16,0 1 3-16,1 1 2 0,-4 0-2 0,2 3 4 15,-2 7 2-15,1-12 3 0,-1 5-2 0,0 7 0 16,0 0-1-16,0 0-1 0,0-10-2 0,0 10-6 16,0 0-1-16,0 0 0 0,0 0-1 15,0 0-2-15,0 0 0 0,0 0-6 0,-25 18 3 0,20-9-1 16,-1 3 3-16,-2-3-5 0,3 3-2 0,1 3 4 16,2-3-2-16,-2 1 1 0,3-2-2 0,-1 0 5 15,4 3-4-15,-1-4-1 0,3 2 5 0,0-3 0 16,1 1-1-16,2-2-2 0,2 1 0 0,6-2-5 15,-1-1-19-15,2 0-23 0,6-3-32 0,-3-1-27 16,2-3-37-16,0 1-29 0,2-3-22 0,-4 0-16 16,2-1-151-16,-1-3-386 0,-6 1 171 0</inkml:trace>
  <inkml:trace contextRef="#ctx0" brushRef="#br0" timeOffset="-106231.49">12230 13175 61 0,'-6'-3'166'0,"1"-1"-19"15,5 4-15-15,-7-4-14 0,7 4-12 0,0 0-12 16,0 0-27-16,0 0-29 0,0 0-38 0,23 18-38 16,-8-10-43-16,3 0-54 0,0-5-147 0,10 5 65 15</inkml:trace>
  <inkml:trace contextRef="#ctx0" brushRef="#br0" timeOffset="-106085.03">12825 13294 31 0,'0'0'109'0,"14"-1"-4"0,-8-1-35 0,-6 2-22 15,11 0-33-15,-11 0-30 0,10 2-16 0,-10-2-25 16,9 3-59-16,-9-3 26 0</inkml:trace>
  <inkml:trace contextRef="#ctx0" brushRef="#br0" timeOffset="-105943.6">12837 13413 82 0,'0'0'115'0,"-7"7"3"0,7-7-12 0,-2 6-9 16,2-6-8-16,0 0-4 0,0 0-11 0,3 11-4 15,-3-11-8-15,12 3-5 0,-3-3-17 0,5-1-30 16,3-1-41-16,6-3-42 0,0 1-78 0,6-6-162 15,5-3 72-15</inkml:trace>
  <inkml:trace contextRef="#ctx0" brushRef="#br0" timeOffset="-102634.55">12877 13469 93 0,'0'0'118'0,"0"0"-3"0,0 0-5 15,0 0-4-15,0 0-8 0,0 0-10 0,0 0-11 16,0 0-11-16,0 0 0 0,0 0-10 0,7-11 0 15,-7 11-14-15,12-3 1 0,-6 2-12 0,7 1 9 16,-3-1-7-16,0-1-9 0,3 2-16 0,-3 0-14 16,3 0-21-16,-1 0-18 0,-1 3-15 0,-2-2-15 15,2 0-10-15,-2 1-77 0,-2 1-176 0,-7-3 78 16</inkml:trace>
  <inkml:trace contextRef="#ctx0" brushRef="#br0" timeOffset="-102446.18">12929 13622 33 0,'0'0'92'0,"0"0"2"16,0 0-4-16,0 0-9 0,0 0-10 0,19 2-6 15,-7-2-6-15,-1-1-5 0,8-1-10 0,-2 0-14 16,2-2-21-16,3 1-24 0,-4 0-22 0,2-1-75 15,-1 1-121-15,2-1 54 0</inkml:trace>
  <inkml:trace contextRef="#ctx0" brushRef="#br0" timeOffset="-101902.99">13557 13219 106 0,'-2'-8'189'0,"2"8"-15"0,0 0-13 16,-4-7-16-16,4 7-16 0,0 0-12 0,0 0-10 15,0 0-5-15,0 0-8 0,0 0-1 0,18 14-9 16,-9-5-6-16,-3 1-6 0,3 5-3 0,3-1-1 16,-3 1-10-16,0-1-6 0,0 2-4 0,0-1-1 15,-3 0-5-15,3 1-6 0,1-2 0 0,-2 0-4 16,-3-3-5-16,-1 1 1 0,4-2-6 0,-4 0 0 15,2-1 2-15,-3 1-6 0,1-4-1 0,-2-2-3 16,2 1 2-16,-3 1-3 0,-1-6-1 0,7 7 1 16,-7-7-2-16,2 6 2 0,-2-6-3 15,5 4 7-15,-5-4-1 0,0 0 2 0,0 0-4 0,0 0-2 16,0 0 2-16,0 0-4 0,13-19-2 0,-9 11 1 16,3-3-2-16,-4-3 2 0,1-1 1 0,2-2-5 15,-3 0 5-15,1-2-2 0,2-5-1 0,-5 5-3 16,4-7-2-16,-1 1 4 0,-2 7-3 0,0-7 0 15,-2 6 1-15,0 2 0 0,1 0 0 0,-2 1-2 16,-1 0 3-16,0 7-2 0,0 0-1 0,0 2-2 16,2 7 1-16,-6-9-1 0,2 5-1 0,4 4-5 15,-9-5 4-15,1 3-4 0,8 2 0 0,-12 6 2 16,8-1-2-16,-3 1 3 0,-1 2 1 0,0 2-2 16,3 0 0-16,-1 0 1 0,0-1 1 0,6 2-3 15,-1-1 0-15,1 1 3 0,1-2 3 0,1 0-4 16,2 0 5-16,3 0 3 0,2-3-5 0,2 1 0 15,4 0-12-15,6-2-19 0,1-1-26 0,6-1-27 16,-1-3-29-16,2 0-19 0,-3 0-22 0,-6 0-10 16,1 1-7-16,-3-1-103 0,0 1-296 0,-3 1 130 15</inkml:trace>
  <inkml:trace contextRef="#ctx0" brushRef="#br0" timeOffset="-101711.11">14089 13323 150 0,'-4'8'154'0,"4"-8"-8"0,0 0-5 0,0 0 5 16,0 10-2-16,0-10-3 0,-2 13-6 0,2-7-9 15,0 5-9-15,0 0-9 0,2-1-14 0,-4 2-9 16,4-1-4-16,-2 1-10 0,2 0-10 0,0 2-3 0,-2-3-7 16,4 1-16-16,-4 2-24 0,4-3-27 0,0 2-32 15,0-3-43-15,-1 0-47 0,-1 1-156 16,0-3-318-16,0-1 141 0</inkml:trace>
  <inkml:trace contextRef="#ctx0" brushRef="#br0" timeOffset="-101515.24">14143 13144 97 0,'0'0'176'16,"-4"-7"-25"-16,4 7-22 0,0 0-26 0,0 0-39 16,0 0-35-16,0 0-44 0,0 0-39 0,0 0-60 15,5 35-123-15,-3-25 55 0</inkml:trace>
  <inkml:trace contextRef="#ctx0" brushRef="#br0" timeOffset="-101153.05">13710 13902 137 0,'-11'-1'162'0,"5"0"-16"0,-4-1-9 0,10 2-16 15,0 0-12-15,0 0-9 0,0 0 1 0,0 0-9 16,27-5-4-16,0 3-12 0,7-3-8 0,16-4-6 15,1 0-7-15,7-2-1 0,-2 1-7 0,-3-1-15 16,1 2-20-16,-18 3-25 0,2-1-23 0,-3 0-28 0,1 1-31 16,-4 2-16-16,-6 0-103 0,-5 5-231 15,-1-1 103-15</inkml:trace>
  <inkml:trace contextRef="#ctx0" brushRef="#br0" timeOffset="-100911.04">13953 13958 133 0,'0'0'171'0,"4"11"3"0,-1 1-5 0,-1 1-6 0,2 2-22 16,1 4-12-16,0 1-16 0,1 5-4 15,-1-5-12-15,-1 5-12 0,0 0-10 0,2-2-5 16,-4 3-6-16,0-9-3 0,2 3-8 0,-2-2-3 15,1-1-7-15,-3-2-20 0,2-2-23 0,0-2-27 0,-2 1-25 16,4-2-37-16,-4-1-36 0,0-2-28 16,0-7-94-16,0 9-266 0,0-9 118 0</inkml:trace>
  <inkml:trace contextRef="#ctx0" brushRef="#br0" timeOffset="-100597.61">14032 13950 26 0,'6'-2'134'0,"1"1"0"15,-7 1-8-15,20 3-9 0,-11 4-1 0,0-1-12 16,0 4-5-16,-2 4-10 0,-1 1-3 0,-5 1-5 16,-1 3-7-16,0 7-10 0,-5-7-1 0,-1 0 0 15,-2 0 4-15,-3-2-2 0,1 0 1 0,0-1 2 16,-3 0-1-16,0-4 0 0,5-3-1 0,0 1 2 15,-1-3-5-15,4-1 4 0,-4-1 0 0,6-1 6 16,-3 0-9-16,6-4-2 0,-6 5-8 0,6-5-2 16,-5 5-6-16,5-5-4 0,0 0-6 0,0 0-4 15,0 0 1-15,0 0-4 0,20 2-4 0,-6-3 0 16,3 0 1-16,2-2-24 0,4 1-29 0,-4-2-29 16,3-1-41-16,4 1-32 0,1-4-30 0,-8 5-38 15,2 0-144-15,-10 0-369 0,2 1 164 0</inkml:trace>
  <inkml:trace contextRef="#ctx0" brushRef="#br0" timeOffset="-100287.09">14369 14131 136 0,'0'0'190'0,"0"0"-12"15,0 0-11-15,0 0-12 0,0 0 4 0,0 0-1 16,0 0-1-16,0 0-4 0,0 0-8 0,2 35-10 15,-4-16-2-15,2-3-4 0,0 2-10 0,2 2-3 16,-2-1-10-16,-2 2-13 0,2-2-6 0,0 1-7 16,-4 3-5-16,3-3-9 0,-1-2-7 0,3 1-5 15,-1-2-4-15,-1-2-2 0,3 2-8 0,-2-6-2 16,2-2-3-16,1 3 6 0,-3-12-11 0,0 12 0 16,4-4-5-16,-4-8-1 0,4 9-3 0,-4-9-1 15,7 7 1-15,0-5-4 0,-7-2 2 0,20 0-4 16,-7-2 0-16,6-1-1 0,-1-1-15 0,4-4-24 15,5-2-26-15,0-1-23 0,-2 1-42 0,4 1-32 16,-2-4-34-16,0 0-28 0,-1 0-22 0,-3-1-154 16,-3 2-418-16,4-3 185 0</inkml:trace>
  <inkml:trace contextRef="#ctx0" brushRef="#br0" timeOffset="-100151.49">14941 14205 29 0,'0'0'50'0,"0"0"-33"0,0 0-33 0,0 0-18 15,0 0 8-15</inkml:trace>
  <inkml:trace contextRef="#ctx0" brushRef="#br0" timeOffset="-99991.98">15227 14131 44 0,'5'-3'192'0,"-5"3"-24"0,0 0-12 0,0 0-41 0,0 0-39 16,0 0-55-16,6-11-53 0,-6 11-92 0,0 0-133 16,8-8 58-16</inkml:trace>
  <inkml:trace contextRef="#ctx0" brushRef="#br0" timeOffset="-98573.64">16710 12175 101 0,'-2'-4'134'0,"2"4"-2"16,-5-9-4-16,2 2-12 0,3 7 2 0,-6-7 1 16,6 7-13-16,-5-5-3 0,5 5-13 0,-6-6-6 15,6 6-15-15,0 0-1 0,-15 3-9 0,8 1-8 16,-1 5 8-16,-2 0-8 0,-3 7-1 0,-1 6 0 15,-2 1-2-15,4 4 0 0,-5-4-4 0,3 5 5 16,1 3 1-16,3-1-6 0,0-1-5 0,0 3 23 16,3-2-9-16,1-1-2 0,3 0-2 0,1-3-1 15,3 0-5-15,0-2 3 0,3-6-4 0,-1-1-4 16,2 0-1-16,3-3-6 0,3-1-2 0,-1 0-6 16,0-6 2-16,6 2-8 0,0-3-17 0,1 0-31 15,2-2-26-15,-1-3-26 0,0 0-30 0,2-1-21 16,1-2-19-16,-3-1-18 0,0-1-140 0,-2-2-336 15,0-2 149-15</inkml:trace>
  <inkml:trace contextRef="#ctx0" brushRef="#br0" timeOffset="-98213.77">16935 12333 126 0,'0'0'141'0,"0"0"-2"15,0 0 6-15,0 0-12 0,0 0-1 0,0 0 0 16,-9 29-6-16,4-14-14 0,2 1-6 0,1-4-9 16,1 4-5-16,-2-5-8 0,3 1-2 0,3 4-8 15,-2-3-5-15,3-2-5 0,1 0-6 0,3-2-5 16,-2 0 3-16,2-2-8 0,3-1-2 0,0-2-3 16,1-1-5-16,2-1-2 0,4-4-3 0,1-1-6 15,1 1 1-15,-1-4-3 0,0 1 1 0,-2-3-4 16,-1 0 1-16,-5 2 0 0,0-3 1 0,-2 2-1 0,-1-4-1 15,-2 2-2-15,-1-4-3 0,-1-1 3 16,-3-1-5-16,-5 2-3 0,0 2 0 0,-3-5-3 16,-2 1 2-16,-1 2-2 0,-4 1-1 0,1 1-4 15,-1 1 0-15,1 5-2 0,-4-3-1 0,1 4 1 16,3 0 0-16,-1 3-14 0,2 1-17 0,-5 3-16 16,4 0-14-16,-1 4-22 0,3 0-16 0,1 1-27 15,-3 3-34-15,4-1-21 0,2 2-133 0,-1 1-338 16,6-3 149-16</inkml:trace>
  <inkml:trace contextRef="#ctx0" brushRef="#br0" timeOffset="-98023.31">17406 12518 143 0,'0'0'177'0,"0"8"-10"0,0-8-6 0,-7 15 3 16,3-2-14-16,-3-1-10 0,-2 4-9 0,2 0-16 15,1-1-11-15,-2 0-7 0,-1 2-11 0,2-3-8 16,2 3-7-16,-2-3-23 0,-2 3-25 0,4-2-40 16,0-4-42-16,1 2-36 0,2-3-44 0,-2 0-119 15,1-1-279-15,1-3 124 0</inkml:trace>
  <inkml:trace contextRef="#ctx0" brushRef="#br0" timeOffset="-97496.68">17475 12240 180 0,'1'-4'217'0,"-1"4"-19"16,4-11-25-16,-4 11-12 0,3-5-14 0,-3 5 0 15,0 0-13-15,0 0-9 0,16 8-12 0,-10 1-5 0,3 0-7 16,-2 1-13-16,0 0-8 0,6 2-5 0,-5 4-7 15,3-3-4-15,-4-3-8 0,3 3 0 16,-5-2-6-16,3 0-5 0,-3-1-6 0,2-1-4 16,-2-1 3-16,-1 1-11 0,0-3 1 0,0 0-3 15,0-1-4-15,0 0 1 0,-2 0-5 0,-2-5 8 0,7 11-8 16,-5-10-3-16,-2-1 0 0,5 6-1 16,-5-6 2-16,0 0 3 0,0 0 3 0,4 4 0 15,-4-4-6-15,0 0 1 0,0 0 2 0,8-15-7 16,-4 6 0-16,3 0-1 0,0-8-1 0,-2 1-3 0,1-1 3 15,2 0-2-15,-1-1 0 0,-1 2-1 0,-1-4 0 16,0 2-2-16,-1 0 3 0,-2 1-1 0,3-2-2 16,0 2-4-16,-2 0 5 0,-3 5-3 0,1 1 1 15,1-2-1-15,-4 3 3 0,2 1-3 16,0 9-1-16,-2-14-5 0,-2 9 4 0,4 5 0 0,0-12-4 16,0 12 1-16,-9-5-1 0,4 1 1 0,5 4-2 15,0 0-4-15,-13 0 7 0,13 0-2 0,-14 6-1 16,8-1-1-16,1 0 2 0,-2 4-1 15,3-4 0-15,-1 4-2 0,1-1 4 0,1 3-1 16,1-3 0-16,1-1-1 0,1-7 0 0,3 13 1 0,-1-6 1 16,6 0 2-16,-1 0-2 0,2-2-9 0,3-1-23 15,2-2-21-15,6-1-35 0,0 1-38 0,10-2-38 16,0-2-41-16,-2 1-154 0,-8-1-391 16,1 0 173-16</inkml:trace>
  <inkml:trace contextRef="#ctx0" brushRef="#br0" timeOffset="-97286.08">17991 12272 176 0,'3'3'200'0,"-3"-3"-13"0,0 0-12 16,0 0 3-16,1 8-5 0,-1-8-7 0,1 14-7 15,-1-4-14-15,0 2-14 0,1 2-13 0,-1-1-8 16,0 3-14-16,0 1-5 0,0-2-12 15,0 2-4-15,2-2-16 0,-1 0-24 0,1-2-32 0,0-2-40 16,-1 6-44-16,1-7-51 0,-2 1-46 0,0 1-144 16,0-5-348-16,0 1 155 0</inkml:trace>
  <inkml:trace contextRef="#ctx0" brushRef="#br0" timeOffset="-97105.7">17983 12113 198 0,'-1'-6'198'0,"1"6"-22"15,0-9-23-15,0 9-13 0,0 0-14 0,0 0-17 16,0 0-25-16,0 0-35 0,0 0-42 0,22 21-55 16,-17-10-56-16,3 5-78 0,-5-4-196 0,4 3 87 15</inkml:trace>
  <inkml:trace contextRef="#ctx0" brushRef="#br0" timeOffset="-96880.52">17718 12771 171 0,'-7'1'199'0,"7"-1"-16"0,-5 4-17 15,5-4-8-15,0 0-7 0,0 0-15 0,31 1-8 16,-2-5-13-16,3-1-11 0,2-1-11 16,18-3-8-16,-2 2-11 0,-1-2-17 0,-10 4-21 0,-3 0-39 15,-3 0-46-15,-3 1-44 0,-7 1-53 0,-4 3-116 16,-6 0-282-16,-1 0 125 0</inkml:trace>
  <inkml:trace contextRef="#ctx0" brushRef="#br0" timeOffset="-96639.45">17898 12834 207 0,'0'0'206'0,"0"10"-1"16,0-10-10-16,0 15-6 0,-2-3-11 0,2 3-10 15,2 0-17-15,-5 2-8 0,3 1-10 0,-1 3-13 16,2 4-11-16,-1-2-12 0,1-2-6 0,-2 3-11 15,4-6-9-15,-5 1-4 0,1-1-6 0,1-2-7 16,0-3-12-16,0 2-17 0,-1-2-17 0,2-2-21 16,-2-1-32-16,0 1-45 0,1-5-37 0,0-6-37 15,0 12-32-15,0-12-132 0,0 9-355 0,0-9 157 16</inkml:trace>
  <inkml:trace contextRef="#ctx0" brushRef="#br0" timeOffset="-96313.06">17955 12828 116 0,'5'-7'171'0,"2"3"-12"15,0 0-11-15,0 2-5 0,0 0-8 0,-7 2-6 16,16 5-8-16,-9 1-2 0,-3 0-10 0,0 5-11 16,0-1-3-16,-4 2-9 0,-1 5-5 0,-3-1-9 15,-3 1-7-15,1 0-5 0,-4 0-6 0,1 0-2 16,-1-4-3-16,-3 3-3 0,0-4-5 0,0-1-2 15,4-2 4-15,0-3 1 0,2 1 7 0,-2 0 5 16,5-4 6-16,-1-1 5 0,5-2-1 0,-9 3 0 16,9-3-3-16,0 0-8 0,0 0-4 0,0 0-8 15,0 0-6-15,0 0 0 0,0 0-8 0,0-16-1 16,0 16-4-16,11-4-3 0,-4 1 0 0,3 2-6 16,0 1-1-16,2 1 2 0,-1 0-2 0,2 2-8 15,1-1-26-15,-2 2-22 0,-1-1-32 0,3 1-32 16,-1-1-27-16,1 2-32 0,-1-1-33 0,1 0-25 15,-1-3-137-15,-2 1-389 0,0-1 172 0</inkml:trace>
  <inkml:trace contextRef="#ctx0" brushRef="#br0" timeOffset="-96046.95">18193 12979 45 0,'-1'-10'239'15,"1"10"-2"-15,0 0-5 0,-3-7-18 0,3 7-18 16,0 0-20-16,0 0-17 0,0 0-2 0,0 0-2 15,0 0-1-15,0 0-3 0,-6 23-7 0,4-8-6 16,-1 2-12-16,-1 0-6 0,-3 8-4 0,5-5-15 16,-2-3-5-16,0 1-11 0,0-2-12 0,1-1 0 15,0-3-8-15,2 0-5 0,-1-1-3 0,1-1-4 16,1-3-4-16,0-7-2 0,0 14 0 0,1-9-11 16,-1-5 0-16,3 11 0 0,-3-11 1 0,9 6-6 15,-3-6-1-15,2 0-1 0,2 0-3 0,4-2-4 16,3-2-11-16,1-1-19 0,1 0-37 0,-1-3-37 15,1-2-38-15,-2 1-43 0,-1 0-54 0,1 0-44 16,1-1-234-16,-5-1-534 0,2 0 236 0</inkml:trace>
  <inkml:trace contextRef="#ctx0" brushRef="#br0" timeOffset="-95751.23">18367 12313 10 0,'0'0'206'0,"0"-10"-21"0,0 10-15 0,6-5 12 15,-6 5 2-15,15 6-4 0,-1 4-3 16,7 9-2-16,-2 6-13 0,0 5-6 0,8 14-4 15,-8 3-12-15,-2 4-12 0,-6-1-12 0,-3 0-11 16,-7-1-11-16,1 1-8 0,-6-2-8 0,-3 2-8 0,-4-1-9 16,-2 2-6-16,-5-3-26 0,-1-1-31 0,-7 3-36 15,-2-4-39-15,-2 0-51 0,0-3-49 16,-2-5-54-16,-7-2-144 0,2-4-406 0,-3-4 180 16</inkml:trace>
  <inkml:trace contextRef="#ctx0" brushRef="#br0" timeOffset="-60957.95">10013 11218 14 0,'0'0'53'0,"0"0"10"0,0 0 0 0,0 0 0 0,0 0-9 15,0 0-7-15,-32-3 1 0,32 3-6 0,-14 2-11 16,5-2 5-16,9 0-2 0,-16 1-2 0,9 0-4 15,-3 0-5-15,10-1 3 0,-15 3-5 0,8-3-4 16,-2 1 4-16,1 1-2 0,0-1-3 0,8-1 1 16,-15 3 3-16,9-2 5 0,-5-1-6 0,3 2-6 15,8-2 0-15,-13 3 4 0,8-2-6 0,5-1-10 16,-13 3 5-16,13-3 4 0,-9 3-7 16,9-3-3-16,-8 3 13 0,8-3-10 0,-5 3 5 0,5-3 5 15,0 0-10-15,-2 6-3 0,2-6-3 0,0 0 5 16,0 0 3-16,0 0-5 0,11 9 2 15,-3-8 2-15,2 2 11 0,2 0-6 0,2-3-2 0,3 2-3 16,5-2 1-16,0 2 7 0,7-2 0 0,1-2-11 16,7 2 9-16,-4 0-2 0,3-1 3 15,-2 0 0-15,1-2-4 0,-1 0-5 0,1 3 5 0,-2 0 2 16,0 0 5-16,2 2 3 0,-1-4-5 0,-1 2-3 16,3 0 11-16,1 0 9 0,-1-1-8 0,4-1 6 15,11 2 1-15,-14 0-8 0,1-2 1 0,1 1-1 16,-1 1 1-16,13-4-12 0,0 2 13 0,2 2-5 15,0-3-2-15,-2 3 1 0,-12-1-2 0,12-2 2 16,1 3-1-16,1 0 0 0,-1-3-1 0,2 3-3 16,-2 0 0-16,2-3 0 0,-3 2 1 0,-1-2 2 15,2-1-4-15,-1 3 1 0,-1-3 2 0,6 3 0 16,-2-1-3-16,-1 0 9 0,-1 0 2 0,0 1-13 16,2-3 5-16,0 2 2 0,0 1-2 0,0-1 1 15,2-1 3-15,-5 1-1 0,1 0-2 0,5-1 1 16,-1 1-4-16,1 0 5 0,4 0-1 0,-2 1-5 15,1 2 6-15,-1-2-6 0,3-1 4 0,4 2-4 0,-4-2-2 16,3 3 0-16,1-1-1 0,-2 0 2 16,0 1 1-16,4-1-2 0,-3 0-3 0,2 0-1 15,-2-1-3-15,0-1 8 0,3 2 3 0,-5 0-1 16,0-1 1-16,2-1-7 0,-2 0 6 0,-3 2-2 0,3-2 4 16,-6-1 4-16,1 1-3 0,-7-1 1 0,5 2 3 15,-4-2-2-15,6 1 5 0,-4-3 1 16,-2 2 0-16,-12 1 0 0,10-2 3 0,-12 2 1 15,16-2 0-15,-18 0 1 0,3 0-5 0,0 0 1 0,-1 4-1 16,-4-2-4-16,-2 1 2 0,-3-5-6 0,-7 4 1 16,-1 2 2-16,-3-1-3 0,-2 1-1 0,-3 0-5 15,-2-1 0-15,-2 1 0 0,-2-1-1 0,-7 1 1 16,10-2-2-16,-10 2 1 0,11 2-3 0,-11-2-1 16,0 0-8-16,9-3-16 0,-9 3-18 0,0 0-35 15,0 0-26-15,0 0-37 0,0 0-45 0,0 0-148 16,0 0-356-16,0 0 159 0</inkml:trace>
  <inkml:trace contextRef="#ctx0" brushRef="#br0" timeOffset="-60389.37">14365 10560 22 0,'-2'-9'78'0,"2"9"-9"0,0-14 12 0,1 7-5 15,-1 7 7-15,1-16 5 0,0 7 6 0,-1 0-9 16,3-1 6-16,-3 1 1 0,0 0 6 0,0 9-3 15,0-13-8-15,2 7 0 0,-2 6-6 0,2-9-4 16,-2 9-9-16,1-7-6 0,-1 7-13 0,0 0-2 16,0 0-7-16,0 0-5 0,0 0-2 0,0 0 3 15,0 0-8-15,14 11 2 0,-11-4-4 0,-1 0 0 16,-2-7-2-16,8 15 2 0,-7-8-5 0,2-1 1 16,-1 0 0-16,0-1-8 0,2 1 4 0,-4-6-2 0,3 8 3 15,-1-3 5-15,-2-5 13 0,0 0 12 16,4 7 8-16,-4-7 2 0,0 0-7 0,0 0-7 15,19-12-2-15,-6-2-5 0,9-3-6 0,7-5-3 0,8-9-4 16,7-2-7-16,4-5-15 0,1 1-16 16,22-14-21-16,-21 16-25 0,0-4-24 0,21-16-31 15,-22 19-30-15,19-17-34 0,-20 20-144 0,4-3-350 0,-1 0 155 16</inkml:trace>
  <inkml:trace contextRef="#ctx0" brushRef="#br0" timeOffset="-59964.23">14434 10399 31 0,'-2'-7'90'0,"-5"1"-1"0,4 1-9 0,3 5-4 15,-6-10-5-15,6 10-7 0,-3-6-14 0,3 6-4 16,-6-7-19-16,6 7-4 0,0 0-3 0,-6-3-7 16,6 3-2-16,0 0-4 0,0 0-17 0,-11 9-13 0,7-5-12 15,4-4-24-15,-8 11-37 0,4-5-103 16,-1 0 47-16</inkml:trace>
  <inkml:trace contextRef="#ctx0" brushRef="#br0" timeOffset="-59655.16">14350 10423 74 0,'0'0'128'0,"0"0"-10"0,2-6-3 15,-2 6-7-15,0 0-13 0,0 0-15 0,0 0-4 16,0 0-10-16,0 0-7 0,0 0-10 0,0 0-8 0,0 0-1 16,0 0 3-16,0 0-9 0,0 0 0 0,0 0-7 15,0 0-4-15,7 18-3 0,-7-18 1 0,3 7 2 16,-3-7-1-16,3 7-1 0,-3-7-3 0,6 7-5 16,-6-7-1-16,3 3 7 0,-3-3 2 0,0 0 6 15,6 5 8-15,-6-5-7 0,0 0-1 0,0 0 0 16,15-5-1-16,-6 2-2 0,-2-2-2 15,2-1-5-15,1 0 5 0,1-3-1 0,3 0-16 0,1-2-22 16,2-2-15-16,10-5-21 0,1-1-26 0,2-2-25 16,14-8-11-16,-1-2-99 0,-2 1-232 0,5-3 104 15</inkml:trace>
  <inkml:trace contextRef="#ctx0" brushRef="#br0" timeOffset="-47939.69">20593 13286 39 0,'-9'-3'53'0,"9"3"-2"0,0 0-4 16,0 0 0-16,0 0 4 0,0 0 2 0,0 0-9 15,0 0-1-15,0 0 0 0,0 0 0 0,-8-2-4 16,8 2-8-16,0 0 2 0,0 0-5 0,0 0 6 15,0 0-4-15,0 0-2 0,0 0 4 0,0 0-2 16,0 0-5-16,0 0-1 0,0 0 0 0,0 0 5 16,0 0-5-16,0 0 1 0,0 0-4 0,0 0 1 0,-11-2 2 15,11 2 1-15,0 0 0 0,0 0 5 16,-5-3-1-16,5 3 8 0,0 0 1 0,0 0 8 16,0 0-10-16,-8-5 1 0,8 5 5 0,0 0-9 15,0 0 14-15,-8-2 1 0,8 2-4 0,0 0-1 16,0 0 5-16,0 0-9 0,-6-3 1 0,6 3 0 0,0 0-4 15,0 0 0-15,0 0-8 0,0 0-6 0,0 0-4 16,0 0 3-16,0 0-4 0,0 0-5 0,0 0-1 16,0 0 1-16,25 3-1 0,-14-1 0 15,0-1-4-15,2 0 0 0,-1 1-1 0,2-1-1 0,-3 2 16 16,-1-3-7-16,2 3 3 0,-1 0-4 0,2-2-3 16,-1 1 1-16,-3-1-4 0,2 1 2 0,1 1-3 15,-3-2 1-15,-2 2-1 0,2-3 2 0,-1 3 0 16,-2-1-2-16,-6-2-5 0,12 2 2 15,-12-2 3-15,9 2-3 0,-9-2 4 0,7 2 1 0,-7-2-1 16,7 2 3-16,-7-2 3 0,0 0 5 0,0 0 1 16,7 2 2-16,-7-2 6 0,0 0-1 0,0 0 0 15,0 0 0-15,7 4-2 0,-7-4-2 0,0 0 0 16,0 0-3-16,0 0 0 0,0 0-4 0,0 0-3 16,0 0-2-16,0 0 2 0,0 0-6 0,0 0-2 15,0 0-15-15,0 0-15 0,0 0-21 0,0 0-21 16,0 0-17-16,0 0-23 0,0 0-23 0,0 0-32 15,0 0-153-15,0 0-342 0,0 0 152 0</inkml:trace>
  <inkml:trace contextRef="#ctx0" brushRef="#br0" timeOffset="-47543.46">21150 13022 67 0,'0'0'182'0,"0"0"-13"15,0 0-7-15,-1-10-17 0,1 10-10 0,0 0-16 16,0 0-16-16,2-7-11 0,-2 7-7 0,0 0-10 16,0 0-8-16,0 0-8 0,0 0 1 0,0 0 8 15,0 0 0-15,-10 24-7 0,9-13-1 0,-2-1-5 16,1 0-1-16,-3 5-1 0,1-4-2 0,0 1-3 16,-1 3 0-16,0-3-3 0,0 3-10 0,1-2-2 15,1 2-5-15,-2-1 0 0,3-2-4 0,-2 1-3 16,2-3 5-16,0 3-6 0,-3-3-5 0,1 0-21 15,3 3-22-15,-4-4-28 0,1 1-28 0,1 1-39 16,-1-1-25-16,-1-1-32 0,-1 0-110 0,2-1-313 16,2-3 138-16</inkml:trace>
  <inkml:trace contextRef="#ctx0" brushRef="#br0" timeOffset="-47321.79">20903 13430 2 0,'0'0'130'0,"0"0"-6"0,0 0-6 16,25 6-2-16,-12-5-13 0,6-1-12 0,-3 0-6 16,5 0-9-16,-3 0-6 0,0-1-9 0,2-1-8 15,-3 2 1-15,3-1-18 0,-3 2-18 0,-5-1-26 16,0 2-27-16,-2-1-30 0,-1-1-24 0,-4 2-68 15,-5-2-170-15,8 4 76 0</inkml:trace>
  <inkml:trace contextRef="#ctx0" brushRef="#br0" timeOffset="-47001.07">21022 13492 220 0,'-7'-7'231'0,"7"7"-5"0,0 0-11 0,0 0-14 15,-1-6-18-15,1 6-17 0,0 0-18 0,0 0-16 16,0 0-19-16,0 0-3 0,0 0-22 0,0 0-6 16,0 0-7-16,0 0 4 0,0 0-8 0,-6 25-4 15,4-15-5-15,-1-1-7 0,1 3-3 0,-1 0-5 16,0-4-5-16,0 3 1 0,0 2-9 0,-2-3-2 15,1 1-4-15,2 1-3 0,-2-2-3 0,1-1 1 16,-1 3-4-16,2-4 1 0,-2 1-6 0,1-1-5 16,1 0-20-16,-1-2-15 0,3-6-19 0,-3 13-18 15,0-9-15-15,0 2-32 0,3-6-33 0,-3 10-28 16,3-10-27-16,0 0-151 0,-3 8-376 0,3-8 166 16</inkml:trace>
  <inkml:trace contextRef="#ctx0" brushRef="#br0" timeOffset="-46619.79">21102 13437 99 0,'5'-4'135'0,"-5"4"-6"16,10-6-11-16,-6 4-14 0,-4 2-8 0,0 0-4 15,0 0 4-15,0 0-7 0,13 5-6 0,-12 2-1 0,-1-7-5 16,-1 12-5-16,1-12-1 0,-8 15-5 16,0-4 0-16,2-3-10 0,-4 2-2 0,-2 1-3 15,-2-1-3-15,5 0-4 0,-4 0-2 0,-1 1 0 16,5-3-8-16,-1 1-1 0,0-2-5 0,1-1 1 16,1 0-7-16,1-2-3 0,3 0 3 0,-1 0-8 15,0-1 0-15,5-3 0 0,-6 5-3 0,6-5-2 16,0 0-1-16,-5 6 0 0,5-6 1 0,-4 4-1 15,4-4 6-15,0 0 1 0,0 0 4 0,8 11 2 0,-3-9 2 16,2 0-5-16,-7-2-1 0,15 4-2 0,-7-2 0 16,2 0-3-16,-1-2-6 0,0 2-13 15,1-1-19-15,-2 2-20 0,3 0-21 0,-2-3-29 16,4 0-27-16,1 1-14 0,-2-1-24 0,0-1-107 16,1 1-290-16,-3 0 129 0</inkml:trace>
  <inkml:trace contextRef="#ctx0" brushRef="#br0" timeOffset="-46319.79">21293 13589 142 0,'0'0'186'0,"0"0"-10"0,0 0-9 0,0 0-11 16,0 0-12-16,0 0-4 0,0 0 0 16,0 0-2-16,0 0-7 0,0 0-6 0,0 0-2 15,-5 23-5-15,5-23-5 0,-6 14-6 0,3-6-2 16,1 2-9-16,-2 1-2 0,0 2 1 0,-4-2 0 0,5 1-11 15,-4-2 0-15,-1 6-5 0,3-2-5 0,-5 0-4 16,1 0-5-16,3-2-4 0,-1-4-13 16,2 3 1-16,0-1-3 0,-1 1-10 0,1-4 1 15,2 3-7-15,-1-4-3 0,3 0-1 0,-2 3-3 16,3-9 1-16,2 10 4 0,-2-10-8 0,5 9 2 0,0-6-4 16,0-1 14-16,2 1-10 0,1-2-15 0,5-2-16 15,5 0-18-15,-3-3-32 0,6-1-29 0,-2 2-34 16,4-1-47-16,4-5-43 0,-2 3-39 15,-5-2-194-15,-2 2-481 0,1-5 213 0</inkml:trace>
  <inkml:trace contextRef="#ctx0" brushRef="#br0" timeOffset="-35280.21">18919 12232 28 0,'0'0'55'0,"0"0"0"0,0 0-5 15,0 0-1-15,0 0 0 0,0 0 0 0,0 0-7 16,0 0 0-16,-1-9 6 0,1 9-5 0,0 0-1 0,0 0-9 15,0 0 3-15,0 0-12 0,0 0-1 0,0 0-4 16,0 0 2-16,0 0 1 0,0 0-12 16,0 0 3-16,0 0 8 0,0 0-16 0,0 0-2 15,0 0 8-15,0 0-6 0,0 0 5 0,0 0-5 0,0 0-3 16,0 0 5-16,0 0-4 0,0 0-4 0,0 0-6 16,17 4 9-16,-17-4 5 0,0 0 6 0,9 5-13 15,-9-5 3-15,7 5-8 0,-3-2-8 16,2 1-1-16,-6-4-2 0,8 6-4 0,-5-1 0 0,4-2 3 15,-3 2 0-15,2 0-7 0,-2 2 4 0,1-2-6 16,-1 0-4-16,2 2 1 0,1 1-2 0,-1 1-10 16,0-1-3-16,0 2-36 0,-3-1-86 15,3 1 39-15</inkml:trace>
  <inkml:trace contextRef="#ctx0" brushRef="#br0" timeOffset="-34238.61">22781 15499 21 0,'0'0'24'0,"0"0"-15"0,0 0-12 0,0 0-6 16,0 0-9-16,0 0 4 0</inkml:trace>
  <inkml:trace contextRef="#ctx0" brushRef="#br0" timeOffset="-32111.4">22954 15467 44 0,'-3'13'66'0,"3"-13"-10"0,0 0-2 15,0 0-4-15,0 0 0 0,0 0-2 0,0 0-7 16,0 0-12-16,0 0 3 0,0 0 4 0,0 0 4 16,0 0-12-16,0 0-10 0,0 0 24 0,0 0-23 15,-3 8 2-15,3-8-9 0,0 0-3 0,0 0 0 16,0 0 1-16,0 0-1 0,0 0-3 0,0 0 3 15,0 0 1-15,0 0-6 0,0 0 7 0,0 0 3 16,0 0-6-16,0 0-2 0,0 0-1 0,0 0 2 16,0 0 4-16,0 0-3 0,0 0 4 0,0 0-6 15,0 0 2-15,0 0-10 0,0 0-10 0,0 0-9 16,0 0-7-16,0 0-17 0,0 0-12 0,0 0-7 16,0 0-40-16,0 0-112 0,0 0 50 0</inkml:trace>
  <inkml:trace contextRef="#ctx0" brushRef="#br0" timeOffset="-29749.18">22740 4974 11 0,'0'0'31'0,"0"0"3"0,0 0-3 15,0 0 1-15,0 0-5 0,0 0 3 0,0 0-7 16,0 0 0-16,0 0 0 0,0 0 0 0,0 0-4 15,0 0 1-15,0 0-3 0,0 0 0 0,0 0-1 16,0 0 0-16,0 0-11 0,0 0 5 0,0 0-7 16,0 0-7-16,0 0 2 0,0 0-15 0,0 0 6 15,0 0-4-15,0 0-1 0,0 0 2 0,0 0-18 16,0 0 2-16,0 0-15 0,0 0-49 0,-1 9 21 16</inkml:trace>
  <inkml:trace contextRef="#ctx0" brushRef="#br0" timeOffset="-25380.76">26155 7548 8 0,'0'0'64'0,"0"0"-7"0,0 0 5 16,0 0-11-16,0 0 1 0,0 0-2 0,0 0 5 15,0 0-7-15,0 0 0 0,0 0-9 0,0 0 4 16,0 0-5-16,0 0-6 0,0 0 1 0,0 0 3 16,0 0-15-16,0 0 7 0,-4-10 3 0,4 10-5 15,0 0-9-15,0 0-4 0,0 0 2 0,0 0 3 16,0 0-8-16,0 0 0 0,0 0-2 0,0 0 5 15,-23 6-7-15,23-6 3 0,-8 6-2 0,8-6-6 16,-5 7 9-16,5-7-11 0,-6 4-3 0,6-4 6 16,-5 9 0-16,5-9 5 0,-5 6-1 0,5-6-6 15,-2 6 1-15,2-6 4 0,-2 8-3 0,2-8 7 16,-3 6-9-16,3-6 4 0,0 0-2 0,0 0 0 16,0 0 6-16,0 0 3 0,0 10-4 0,0-10 5 15,0 0 1-15,0 0-1 0,7 5 1 0,-7-5 12 16,0 0-5-16,0 0-1 0,0 0 2 0,0 0-1 15,0 0-6-15,0 0 0 0,0 0 3 0,12-15-1 16,-12 15-4-16,4-6-4 0,-4 6 1 0,2-9 5 16,-2 9-7-16,1-8 4 0,-1 8-5 0,0 0-2 15,-3-13 2-15,3 13-1 0,0 0 0 0,0-10-7 16,0 10 0-16,0 0 1 0,0 0 0 0,-4-6 6 16,4 6-9-16,0 0-1 0,0 0 0 0,0 0 1 15,-9-2 4-15,9 2-5 0,0 0 4 0,0 0-2 16,0 0-3-16,-12 9 7 0,12-9-1 0,-4 6-3 15,4-6-1-15,-4 4 8 0,4-4-2 0,-1 9 3 0,1-9-7 16,-2 8 4-16,2-8-3 0,0 0 6 0,0 10-5 16,0-10 3-16,0 0-5 0,0 0 11 15,0 0 4-15,7 5-9 0,-7-5-2 0,0 0 4 16,0 0-2-16,6 2 5 0,-6-2 0 0,0 0-6 0,0 0 2 16,14-5 5-16,-14 5-2 0,5-7 1 0,-5 7-5 15,4-6 6-15,-4 6-1 0,4-10 2 16,-4 10 0-16,3-6-1 0,-3 6-2 0,2-8 3 15,-2 8-8-15,0-9 3 0,0 9 17 0,0 0-15 0,0 0-2 16,-4-11-1-16,4 11 0 0,-2-6-4 0,2 6-2 16,0 0 2-16,0 0 4 0,0 0-2 0,-7-5-5 15,7 5 4-15,0 0-3 0,0 0 0 0,0 0-5 16,-16 11 7-16,16-11-5 0,-5 5 4 0,5-5-3 16,-4 6 7-16,4-6-4 0,0 7 1 0,0-7 0 15,0 9 2-15,0-9-2 0,0 0-1 0,2 10 6 16,-2-10-1-16,4 3-3 0,-4-3 1 0,5 6 4 15,-5-6-1-15,8 3 0 0,-8-3 0 0,6 1-5 16,-6-1 5-16,0 0-2 0,13 0 6 0,-13 0 12 16,0 0 8-16,0 0-7 0,10-4-1 0,-10 4-8 15,4-9 7-15,-2 4-7 0,-2 5 2 0,2-8-4 16,-2 8 0-16,2-10-2 0,-2 10-5 0,0-9 1 16,0 9 4-16,0 0-3 0,-2-14-2 0,2 14-2 15,0 0 0-15,-2-6 0 0,2 6-5 0,0 0-1 16,0 0-1-16,-2-8-3 0,2 8 8 0,0 0-6 15,0 0 12-15,0 0-11 0,0 0 4 0,-21 15-4 16,17-9 0-16,2-1 2 0,2-5 0 0,-7 11-3 16,5-5 7-16,2-6-2 0,-3 12-2 0,1-7 3 15,2-5-1-15,0 11-3 0,0-11 4 0,0 0 1 0,0 9-5 16,0-9 2-16,0 0 2 0,5 6 3 0,-5-6 0 16,4 4-1-16,-4-4-1 0,0 0 4 15,0 0 14-15,11 0-9 0,-11 0-1 0,0 0-2 16,0 0 1-16,7-9 1 0,-7 9 0 0,4-8-4 0,-2 2 4 15,-2 6-5-15,2-13 0 0,-1 6-2 0,-1 7 5 16,0-13-2-16,1 7 0 0,-1 6-3 0,-1-10-2 16,1 10-2-16,-1-10 1 0,1 10 0 0,-4-9 0 15,4 9-1-15,-2-8 0 0,2 8 0 0,0 0 1 16,-6-6-2-16,6 6 2 0,0 0-8 0,0 0-1 16,-14 4 4-16,14-4-2 0,-9 7 6 0,4-3-2 15,5-4 1-15,-6 8-4 0,2-4-2 16,4-4 4-16,-3 9 1 0,3-9 2 0,-4 8 11 0,4-8-8 15,-2 6-5-15,2-6 3 0,0 0 4 0,0 9-4 16,0-9-2-16,0 0 10 0,0 0-7 0,6 7 3 16,-6-7 0-16,0 0 3 0,0 0 0 0,0 0 6 15,0 0-1-15,0 0 0 0,13-4-3 0,-13 4 1 16,10-8-1-16,-7 3-4 0,-3 5 3 0,6-8 4 16,-4 3-3-16,-2 5 0 0,5-9-2 0,-5 9 1 15,2-7-4-15,-2 7-2 0,2-9 5 0,-2 9-2 16,0 0-5-16,0-9 0 0,0 9 1 0,0 0-6 15,0 0 2-15,0 0-1 0,0 0-5 0,0 0 1 16,0 0 4-16,0 0 2 0,0 0-6 0,0 0 3 16,0 0-2-16,-13 21 6 0,11-15-2 0,0 1 1 15,-1 1 2-15,3 0-3 0,0-8 2 0,0 10-3 16,0-10 1-16,0 11 3 0,0-11-5 0,3 11 5 16,-1-7-1-16,-2-4 4 0,6 8-2 0,-2-4 4 15,-4-4-2-15,5 4 0 0,-5-4 1 0,8 1 2 16,-8-1-2-16,0 0 1 0,10 0 1 0,-10 0 3 15,0 0-2-15,7-7-7 0,-7 7 4 0,6-5 1 16,-4-1-2-16,-2 6 2 0,5-12-4 0,-5 5 2 16,3 1 1-16,-3 6 2 0,0-13 1 0,0 5-9 0,0 8 1 15,-3-11-2-15,3 11 3 0,-5-11-3 0,3 4 3 16,2 7-3-16,-2-8 1 0,2 8-1 16,-6-4-1-16,6 4-4 0,0 0 1 0,-7-5 1 15,7 5 2-15,0 0-1 0,-14 7-1 0,14-7 0 0,-7 8 2 16,3-3 2-16,4-5-2 0,-8 8 4 0,5-4-2 15,3-4 0-15,-5 11-3 0,5-11-3 0,-5 6-9 16,5-6-7-16,0 6-6 0,0-6-4 16,0 0-11-16,0 0-8 0,0 0-8 0,0 0-7 0,0 0-17 15,3 12-12-15,-3-12-10 0,0 0-27 0,0 0-72 16,0 0-223-16,0 0 99 0</inkml:trace>
  <inkml:trace contextRef="#ctx0" brushRef="#br0" timeOffset="-23917.66">22706 9241 2 0,'0'0'51'0,"0"0"-3"0,0 0 2 0,0 0-5 15,0 0-3-15,0 0 3 0,-8-2-6 0,8 2-2 0,0 0 5 16,0 0-8-16,0 0-5 0,0 0-2 0,0 0 1 16,0 0-7-16,0 0 1 0,0 0-6 0,0 0-6 15,0 0 5-15,0 0 4 0,0 0-11 0,0 0-2 16,0 0 3-16,-7-3 0 0,7 3-5 0,0 0 2 16,0 0 3-16,0 0-6 0,0 0 1 0,-11 0 2 15,11 0-3-15,0 0 0 0,0 0-5 0,0 0 4 16,0 0-4-16,0 0-3 0,0 0-1 0,0 0-3 15,0 0-3-15,0 0 4 0,0 0 3 0,0 0-1 16,0 0 3-16,0 0-6 0,0 0 2 0,0 0 4 16,0 0-4-16,0 0 2 0,0 0 4 0,0 0 4 15,0 0-5-15,28 3 4 0,-22 0-8 0,-6-3 11 16,16 0 4-16,-5 0-6 0,1 0-1 0,-1 2 1 16,2-4 13-16,0 2-11 0,5 2-2 0,-4-2 3 15,-1 0-2-15,3-2-2 0,-2 4 0 0,0-4-2 16,3 2-3-16,-4-1-4 0,3-1 4 0,2 2 2 15,-5-2-4-15,5 1-1 0,-5 0 3 0,2-1-7 16,-2 4 0-16,1-4 2 0,-1 2-3 0,1 0-2 0,-2-2 0 16,4 0-3-16,-3 0-2 0,1 2 6 0,2 0-6 15,-2-2 1-15,0 2 0 0,3-3 2 0,-3 1-2 16,3 2-2-16,1-3-2 0,-6 3 3 0,1-2 0 16,0 1-5-16,0-2-2 0,-1 2 1 0,4 0 2 15,-5-2-2-15,2 0 9 0,0 1 0 0,-2 1 2 16,3-2 0-16,-3 2 2 0,0-2 1 0,1 0-2 15,0 2 6-15,-3 1-2 0,1-2 1 0,1 0-4 16,-2 0 0-16,2 0 0 0,-3 0-7 0,2 2-18 16,-10 0 9-16</inkml:trace>
  <inkml:trace contextRef="#ctx0" brushRef="#br0" timeOffset="-23725.49">23968 9120 5 0,'10'-1'5'0,"-2"0"2"0,-8 1-2 0,15-1-2 16,-7 1 3-16,-8 0-4 0,15 0-5 0,-7 1-2 15,1-1-6-15,-9 0 2 0</inkml:trace>
  <inkml:trace contextRef="#ctx0" brushRef="#br0" timeOffset="-19399.63">22680 4905 19 0,'0'0'38'15,"0"0"2"-15,0 0-6 0,0 0-2 0,0 0-14 16,0 0-9-16,0 0 0 0,0 0-12 0,0 0-6 16,0 0-2-16,0 0-4 0,0 0-13 0,0 0-28 15,0 0 13-15</inkml:trace>
  <inkml:trace contextRef="#ctx0" brushRef="#br0" timeOffset="-15877.52">28435 9282 57 0,'0'0'66'0,"0"0"-6"16,0 0 1-16,12 3 8 0,-12-3-25 0,0 0 3 15,0 0-3-15,0 0-14 0,0 0-4 0,0 0 7 16,0 0-4-16,0 0-10 0,0 0 0 0,0 0-4 16,0 0 2-16,0 0-16 0,0 0-2 0,0 0-6 15,0 0-4-15,0 0-8 0,0 0-8 0,0 0-19 16,0 0-42-16,0 0-95 0,0 0 42 0</inkml:trace>
  <inkml:trace contextRef="#ctx0" brushRef="#br0" timeOffset="-14431.49">22676 4931 14 0,'0'0'40'0,"0"0"-2"0,0 0-6 0,-8-15 0 0,8 15-1 15,0 0-7-15,0 0-2 0,0 0-1 0,0 0-9 16,0 0-7-16,0 0 10 0,0 0 0 0,0 0 2 16,0 0-5-16,0 0 1 0,0 0-7 0,0 0 6 15,0 0-5-15,0 0-9 0,0 0 6 0,0 0 5 16,0 0-1-16,0 0-1 0,0 0-8 0,0 0 5 15,0 0 1-15,0 0 3 0,0 0-3 0,0 0 5 16,0 0-1-16,0 0-3 0,0 0 6 0,0 0-3 16,0 0 4-16,0 0 8 0,0 0-3 0,0 0 3 15,0 0-5-15,0 0 2 0,0 0 1 0,0 0-2 16,0 0-4-16,0 0 7 0,0 0-4 0,0 0-5 16,0 0 6-16,0 0-3 0,0 0 7 0,0 0 0 15,0 0-7-15,0 0 4 0,0 0-5 0,0 0 2 16,0 0-5-16,0 0 1 0,0 0 0 0,0 0-6 15,0 0 1-15,0 0 1 0,0 0 5 0,0 0 4 16,0 0-7-16,0 0 7 0,0 0 5 0,0 0-7 16,0 0-1-16,0 0 1 0,0 0 8 0,0 0-4 15,0 0 13-15,0 0-17 0,0 0 14 0,0 0-4 16,0 0 7-16,0 0 3 0,0 0-17 0,0 0-11 16,0 0 12-16,0 0 1 0,0 0-7 0,0 0 1 15,0 0-12-15,0 0 1 0,0 0 6 0,0 0-9 16,0 0-13-16,0 0 5 0,0 0-34 0,0 0-20 15,0 0-18-15,0 0-3 0,0 0-78 0,0 0-174 16,0 0 78-16</inkml:trace>
  <inkml:trace contextRef="#ctx0" brushRef="#br0" timeOffset="-11531.25">22672 4954 10 0,'0'0'84'0,"0"0"-2"15,0 0-2-15,0 0-6 0,0 0-2 0,0 0 7 16,0 0-11-16,0 0 1 0,0 0 5 0,0 0-3 16,0 0-4-16,0 0-4 0,0 0-5 0,0 0 4 15,0 0-3-15,0 0-4 0,0 0 0 0,0 0-2 16,0 0-3-16,0 0-4 0,0 0 1 0,0 0-6 15,0 0-3-15,0 0 1 0,0 0 2 0,0 0-2 16,0 0-5-16,0 0-1 0,0 0 0 0,0 0-2 16,0 0 0-16,0 0 4 0,0 0-8 0,0 0 0 15,0 0 0-15,0 0-6 0,0 0 8 0,0 0 1 16,0 0-1-16,0 0-2 0,0 0-4 0,0 0 8 16,0 0-8-16,0 0-1 0,0 0-5 0,0 0-3 15,0 0 1-15,0 0-3 0,0 0 1 0,0 0 1 16,0 0-1-16,0 0-2 0,0 0-1 0,0 0-3 15,0 0-1-15,0 0-3 0,0 0 2 0,0 0-1 16,0 0 4-16,0 0-6 0,0 0 3 0,0 0-4 16,0 0 4-16,0 0-3 0,0 0 0 0,0 0-2 15,0 0 1-15,0 0 3 0,0 0-4 0,0 0-5 16,0 0 7-16,0 0-1 0,0 0 0 0,0 0 9 16,0 0-8-16,0 0-1 0,0 0 4 0,0 0-5 15,0 0 6-15,0 0-3 0,0 0 2 0,0 0 0 16,0 0-4-16,0 0 1 0,0 0 1 0,0 0-2 15,0 0-14-15,0 0-9 0,0 0-17 0,0 0-20 16,0 0-21-16,0 0-25 0,0 0-23 0,0 0-26 16,0 0-131-16,0 0-308 0,0 0 137 0</inkml:trace>
  <inkml:trace contextRef="#ctx0" brushRef="#br0" timeOffset="-9570.25">22607 5038 4 0,'0'0'26'0,"0"0"-9"15,0 0 2-15,0 0-4 0,0 0 1 16,0 0-7-16,0 0-6 0,0 0-11 0,0 0-10 15,0 0-18-15,0 0 9 0</inkml:trace>
  <inkml:trace contextRef="#ctx0" brushRef="#br0" timeOffset="-7486.45">28355 9278 75 0,'0'0'74'0,"0"0"-5"0,0 0-10 16,0 0 4-16,0 0-4 0,0 0-19 0,0-9 8 16,0 9-3-16,0 0-2 0,0 0-2 0,0 0-7 15,0 0-10-15,0 0 4 0,0 0-1 0,0 0-8 0,0 0-1 16,0 0-5-16,0 0 7 0,0 0 1 0,0 0-9 16,0 0-1-16,0 0-1 0,0 0-8 15,0 0 11-15,0 0-6 0,0 0 4 0,0 0-5 16,0 0 2-16,0 0-3 0,0 0-3 0,0 0 3 0,0 0-2 15,0 0 2-15,0 0 2 0,0 0-2 0,0 0 0 16,0 0-5-16,0 0-2 0,0 0 4 16,0 0-1-16,0 0 1 0,0 0 1 0,0 0-2 0,0 0 3 15,0 0-4-15,0 0-4 0,0 0 2 0,0 0 0 16,0 0-1-16,0 0 5 0,0 0 2 0,0 0-3 16,0 0 6-16,0 0-10 0,0 0-1 0,0 0 4 15,0 0-3-15,0 0-2 0,0 0 7 16,0 0-2-16,0 0-2 0,0 0 5 0,0 0-2 0,0 0-3 15,0 0 4-15,0 0-5 0,0 0 3 0,0 0 5 16,0 0-1-16,0 0-4 0,0 0-8 0,0 0 2 16,0 0 5-16,0 0-3 0,0 0-16 0,0 0 11 15,0 0-10-15,0 0-1 0,0 0 2 0,0 0-7 16,0 0-8-16,0 0-2 0,0 0-14 0,0 0-10 16,0 0-48-16,0 0-116 0,0 0 52 0</inkml:trace>
  <inkml:trace contextRef="#ctx0" brushRef="#br0" timeOffset="5730.09">26088 7489 30 0,'0'0'34'0,"0"0"-11"16,0 0-7-16,0 0-6 0,0 0-19 0,0 0-9 15,0 0-19-15,0 0 9 0</inkml:trace>
  <inkml:trace contextRef="#ctx0" brushRef="#br0" timeOffset="13769.25">26178 7474 57 0,'-7'-4'80'0,"7"4"-12"0,0 0 4 0,0 0-9 16,0 0-4-16,0 0-5 0,0 0-11 15,0 0-6-15,-2-7 2 0,2 7-9 0,0 0 7 16,0 0-8-16,11-8-1 0,-4 5 0 0,5-2-15 0,-1 0 5 16,5-2-10-16,5 0-1 0,4-4 2 15,2 1-3-15,1-1-8 0,3 0 2 0,2-1-1 16,3-1-2-16,12-4-14 0,-12 3 20 0,0 2-9 15,13-5 2-15,-13 4 0 0,0 3-3 0,0 0 6 0,-1-5 2 16,-1 2 1-16,-3 1-3 0,3 3-9 0,-5-3 6 16,1 2 4-16,-3 0 1 0,0-2-4 0,0 3 4 15,-2 1 0-15,4-2-4 0,-9 1 9 16,4-1-10-16,4 0 1 0,-1 2 2 0,0-2 4 0,-2 0-3 16,-6 6-3-16,1-4 6 0,1 0 0 0,-1 2-9 15,0-1 10-15,-2 0 0 0,2 2-6 0,-2-3 2 16,0 2 0-16,1 0 1 0,-2-1-2 0,1 1 2 15,-5 0 3-15,1 3-6 0,-3-1 4 0,1 1-1 16,-1 0 0-16,0 0 3 0,-4 1 2 0,2-1-18 16,-3 1 1-16,-6 2 12 0,11-4 9 0,-11 4-7 15,8-1 8-15,-8 1-6 0,7-3 15 0,-7 3-4 16,0 0 11-16,0 0-9 0,8-3 16 0,-8 3 0 16,0 0 2-16,0 0-1 0,0 0 6 0,0 0-7 15,0 0-2-15,0 0 2 0,0 0-11 0,0 0 2 16,0 0-9-16,0 0-5 0,0 0-9 0,0 0 9 15,-4 18 2-15,1-9 3 0,-3 1 4 0,1-1-7 16,-6 4 3-16,2 1-5 0,1 0 2 0,-2 0-4 16,-1-1 1-16,6 1-5 0,-1-3 3 0,-1 1-11 15,2-1 10-15,0-2-8 0,1 1-7 0,-2 0-15 16,4 0-10-16,0-4-16 0,-4 1-10 0,4-1-11 0,2-6-13 16,-2 10-19-16,-1-6-51 0,3-4-165 15,0 0 73-15</inkml:trace>
  <inkml:trace contextRef="#ctx0" brushRef="#br0" timeOffset="14024.42">27461 6938 173 0,'-4'-7'176'0,"0"1"-10"0,-2-1-11 16,2 1-4-16,-1-1-1 0,-1 3-4 15,1-1-13-15,0-2-7 0,5 7-5 0,-7-4-11 16,3-2-13-16,4 6-8 0,-9-7-15 0,5 3-4 16,-4 3-12-16,8 1-2 0,-8-6-7 0,8 6-2 0,-9-4-14 15,9 4-12-15,-6-3-21 0,6 3-18 0,0 0-14 16,0 0-36-16,-12-1-16 0,12 1-17 0,0 0-25 16,0 0-19-16,0 0-127 0,0 0-294 15,0 0 131-15</inkml:trace>
  <inkml:trace contextRef="#ctx0" brushRef="#br0" timeOffset="14873.56">27995 6817 133 0,'0'0'162'0,"0"-7"-3"0,0 7-2 0,0 0-8 0,0 0-7 16,-4-8-14-16,4 8-14 0,0 0-13 0,-3-6-5 15,3 6-13-15,0 0-16 0,0 0-7 0,-12 1-9 16,12-1-3-16,-10 9-4 0,6 0-7 0,0 0-7 16,-1 2-1-16,-2 1 0 0,4 2-3 0,-3 1-7 15,4-2 0-15,1-1 0 0,-1 5-4 0,0-1 3 16,2-6-8-16,0 1 7 0,2 1-6 0,1-2 2 15,-1-1-4-15,2 0-1 0,1-1-3 0,2-1 5 16,0 1-1-16,1-4-2 0,0-1 1 0,3 0 2 16,1 0-1-16,2-3-1 0,-3 0-2 0,1 0 0 0,-1-4 2 15,2 2-4-15,-2-1 7 0,1-1 6 0,-3 0-6 16,0-1 2-16,0-2-2 0,-3 0 3 16,1-2-2-16,0-2 0 0,0 1 1 0,-4 0 1 0,1 0 9 15,-2-1-6-15,-2 1 1 0,0-2 0 0,0 1-3 16,-2-1-4-16,-2 0-2 0,1 2 0 0,-4 0 0 15,0 1-2-15,2 1 1 0,-3-1-4 0,4 2 0 16,-1 3-4-16,0-1 3 0,5 5-11 0,-9-6-11 16,9 6-14-16,-8-4-20 0,8 4-17 0,-12 1-2 15,12-1-17-15,-7 8-20 0,3-5-26 0,2 4-17 16,0 1-121-16,2 3-296 0,-1-4 131 0</inkml:trace>
  <inkml:trace contextRef="#ctx0" brushRef="#br0" timeOffset="15160.54">28367 6674 30 0,'0'-10'222'0,"0"1"-1"0,0 9-3 0,-3-13-1 16,3 13-6-16,0-10 0 0,0 10-21 0,-2-8-21 15,2 8-19-15,0 0-21 0,0 0-17 0,0 0-11 16,0 0-13-16,0 0-9 0,0 0-9 0,6 26-8 15,-4-7-6-15,0 7-1 0,-4 2-7 0,0 3-4 16,1 1-5-16,-2-3 2 0,2 4-6 0,-2-2-1 16,2 0-6-16,-3-2 0 0,4-1-5 0,0-2-1 15,-1-1-4-15,0-6-2 0,1-1-1 0,-3 1-4 16,4-3-14-16,-2-3-18 0,4-1-19 0,-5-2-13 16,2 3-26-16,0-2-28 0,0-1-32 0,2-4-26 15,-1 0-21-15,-1-6-27 0,0 10-119 0,0-10-359 16,0 0 160-16</inkml:trace>
  <inkml:trace contextRef="#ctx0" brushRef="#br0" timeOffset="16020.51">28454 6723 31 0,'4'-2'176'0,"-4"2"-19"0,9-2-19 15,-9 2-10-15,0 0-12 0,13 3-12 0,-10 3-10 16,1-2-2-16,-2 2-14 0,0 3-1 0,-1 1-10 16,-4 6-5-16,1-1-11 0,-5 2 0 0,-2 0-13 15,-2-1-6-15,1 2-6 0,-3-4-11 0,3-5-1 16,0 3 0-16,-2-3-7 0,4-3 4 0,1-2-7 16,-1 1 3-16,3-2 4 0,0 1 5 0,5-4-8 15,-8 3 4-15,8-3-6 0,-9 6 1 0,9-6-7 16,0 0-3-16,-4 1-3 0,4-1-3 0,0 0 0 15,0 0-7-15,0 0 4 0,0 0 2 0,0 0-1 16,19 7 5-16,-7-5-1 0,1-4-3 0,6 1 0 16,0 1 9-16,2 0-3 0,-4-3-1 0,4 0-8 15,-1 0 19-15,-2-1-7 0,4 1-3 0,-2-1 0 0,-2-4 6 16,0 5 1-16,-1-5-4 0,-2 1 0 0,3 3 0 16,-9-2-1-16,3 1 4 0,-1-2-2 15,-3-2 1-15,-1 1-3 0,2-5 5 0,-2 4-5 16,-3 0 14-16,-2-2 3 0,1-1 3 0,-1 1 5 15,-2 0 3-15,0 2 4 0,-1-2-5 0,-2 1-2 16,1 0 2-16,-1 1-4 0,2 1 4 0,-4 1-6 16,2 0 3-16,3 7-6 0,-6-9 0 0,6 9-1 15,-5-8-2-15,5 8 0 0,-5-6-6 0,5 6 0 16,0 0-2-16,0 0-4 0,0 0 2 0,-15 9 11 16,11-1-14-16,-3 1 3 0,2 3 3 0,0 2-7 0,-4 1 1 15,7-4-2-15,-2 1 0 0,1 0-2 16,-1-1 2-16,4 2 1 0,-1-5-1 0,2 4 4 15,-1-3-3-15,2 1 1 0,1 1-1 0,0-3 0 16,0-2-3-16,2 2 7 0,1-2-2 0,2-1 1 0,1 2 2 16,1-4-1-16,0-3 1 0,3 1 0 0,-13-1-1 15,28-1 0-15,-14 0-2 0,-2-4 1 0,5 1 4 16,0-1-1-16,1-1 2 0,-7-1-7 16,1 3 2-16,-2-1 2 0,-1-3-5 0,4-2-6 15,-4 1 2-15,-2 0-6 0,1 0 5 0,0-2 3 0,-3 1-1 16,-1 0 0-16,-2-1 3 0,1 3 2 15,-3-3 1-15,-1 2-2 0,-3 0 5 0,1-1 0 16,1 2 5-16,-5 3 6 0,4-2 16 0,-3 2 0 16,0-1 0-16,-1 1 10 0,7 5 2 0,-6-6-5 15,1 0-2-15,5 6-2 0,0 0-14 0,-5-5 1 0,5 5-7 16,0 0-7-16,0 0-7 0,-4-8-5 0,4 8 3 16,0 0 0-16,0 0-2 0,23-5 3 0,-11 3 1 15,0 0-5-15,2 1 1 0,-2-2 0 16,2 3-2-16,-1-1 2 0,-2 1-3 0,-2 1 0 0,-1 1-1 15,-8-2-2-15,15 1 2 0,-7 2-3 0,-3 1 4 16,1 1-2-16,1 1 2 0,-3 1-2 0,1 1 4 16,0 1 1-16,-3 2 5 0,2-2-6 0,-1 1 4 15,-2 0 0-15,1 2-3 0,1 1 0 0,-3-2 1 16,1 0-10-16,-1 1-28 0,2 0-29 0,-2-2-26 16,3 2-41-16,0-3-39 0,-2 1-104 0,-1-10-301 15,4 14 134-15</inkml:trace>
  <inkml:trace contextRef="#ctx0" brushRef="#br0" timeOffset="16409.97">29321 6646 51 0,'-5'-4'199'0,"5"4"-13"0,-7-5-14 0,-1 3-16 16,8 2-14-16,0 0-12 0,-21 7-12 0,9-2-10 15,2 3-9-15,-7 4-11 0,2 0-8 0,2 0-5 16,0 3-15-16,1-1-5 0,2-1-3 0,4-2-7 16,2-1-5-16,0 1-2 0,2-2-5 0,2 3-8 15,0-12-8-15,4 15-7 0,-1-10-5 0,1 0-13 16,1-1-1-16,3 0 1 0,-2-1 0 0,-6-3 5 16,11 2-4-16,-11-2 8 0,11-2-2 0,-11 2 8 15,12-5-1-15,-9 1 3 0,3-2 7 0,-1 0 1 16,1-2-6-16,-1-2 6 0,0 1 8 0,-1 2 4 15,0-3 0-15,-1 5 1 0,0-5 5 0,1 6 5 16,-4 4 9-16,3-9-7 0,-3 9-2 0,2-4-7 16,-2 4-4-16,4-5-6 0,-4 5-10 0,0 0 2 15,0 0-2-15,0 0-4 0,0 0 1 0,0 0-1 16,5 22 0-16,-6-13-3 0,2 3-10 0,-1-4-4 16,0 3-18-16,2 2-23 0,-1-1-29 0,-1 1-23 15,4-2-35-15,-2 0-30 0,2 0-158 0,-3-5-351 16,-1-6 155-16</inkml:trace>
  <inkml:trace contextRef="#ctx0" brushRef="#br0" timeOffset="16678.5">29493 6506 146 0,'0'-9'270'16,"1"2"-8"-16,-1 7-8 0,1-11-18 0,-1 11-24 15,1-8-20-15,-1 8-26 0,0 0-21 0,0 0-18 16,0 0-14-16,0 0-13 0,0 0-10 0,2 40-5 16,-5-13-6-16,3 2-8 0,-4-1-6 0,-1 0-8 15,3 1-3-15,-1-1-5 0,-2 0-6 0,4-1-2 16,0-3-5-16,-1-5 2 0,2 0-2 0,2 6-7 16,-4-7-14-16,1-2-20 0,0-5-31 0,1-1-29 15,-2 0-22-15,2-1-20 0,-1 1-14 0,2-4-28 16,-1-6-13-16,3 8-4 0,-3-8-10 0,0 0-148 15,0 0-349-15,0 0 156 0</inkml:trace>
  <inkml:trace contextRef="#ctx0" brushRef="#br0" timeOffset="16937.5">29393 6704 102 0,'0'0'145'0,"0"0"-9"15,-2-7-21-15,2 7-14 0,0 0-13 0,0 0-9 16,10-6-9-16,-10 6-3 0,15-2-9 0,-5 0-5 15,4 1-3-15,0 0-8 0,0 1-3 0,4-3-7 16,0 3-1-16,-5-2-2 0,2 2-2 0,-3-2 2 0,-1 1-8 16,-3 1 1-16,-8 0-10 0,13-1-3 15,-13 1 2-15,11 2 6 0,-6-1-6 0,-5-1 13 16,9 2 2-16,-3 0 2 0,0 4 1 0,-6-6 1 16,7 7-7-16,-1-1 0 0,-3-2-1 0,1 4 7 15,0-1-11-15,2 1-2 0,-4 1-2 0,-1 1 5 0,2-1-7 16,-3 1-15-16,0-10-42 0,5 19-35 15,-4-10-46-15,0 1-117 0,-1-10-262 0,-5 17 115 16</inkml:trace>
  <inkml:trace contextRef="#ctx0" brushRef="#br0" timeOffset="17356.53">29852 6750 208 0,'1'-8'206'0,"-1"8"-14"0,1-14 1 15,1 5 4-15,-2 1-13 0,3-1-7 0,-1-1-13 16,0 1-17-16,1 3-17 0,1-1-14 0,0 1-13 16,-1 2-14-16,3-1-8 0,-1 2-10 15,2-2-7-15,0 4-10 0,-7 1-6 0,14 0-5 16,-2 3-6-16,-3 2-7 0,2 0-2 0,0-1-3 0,-1 5-3 15,-1-1-4-15,3 1-2 0,-6 1-4 0,2 0-7 16,-2 1 2-16,1 1-20 0,-2-2-14 0,-1 2-21 16,1-3-31-16,-3 1-28 0,1-4-31 15,-2 0-34-15,2 0-176 0,-3-6-376 0,1 10 167 0</inkml:trace>
  <inkml:trace contextRef="#ctx0" brushRef="#br0" timeOffset="17894.73">30325 6580 11 0,'0'0'208'0,"-4"-13"-8"0,4 13-8 15,-5-8-3-15,0 3-17 0,5 5-16 0,-13-2-14 16,13 2-13-16,-18 7-10 0,6-1-12 16,-3 3-9-16,2 0-10 0,-3 1-7 0,3 3-8 0,3 0-12 15,1-3-4-15,4 0-6 0,0-2-3 0,-1 4-9 16,5-4-14-16,0-1-9 0,1-7-14 0,4 15-11 15,0-9-9-15,1-1-4 0,1-3-16 0,3 1 6 16,1-2 3-16,1-1-5 0,1-4 5 16,-2 4 6-16,-1-3 3 0,2-3 7 0,-5 2 10 0,0 0 9 15,0-1 5-15,1-1 5 0,-2-3 4 0,0 1 0 16,-1 3 4-16,-1-2-4 0,1 0 0 0,-4 7 4 16,5-9 4-16,0 5 4 0,-5 4-2 0,2-5-9 15,-2 5-8-15,0 0-2 0,0 0-5 16,0 0 0-16,0 0-2 0,7 21 1 0,-7-6 1 0,-2 10 2 15,1 3 1-15,0 2-1 0,-3 2 5 0,-2 14 0 16,-2 0-1-16,3 1 1 0,1 2 0 0,0-15 1 16,2 4 4-16,-1 6-7 0,1-10 0 15,-2-1 6-15,3-1-3 0,-3 0-2 0,1-4-1 0,-1-4 0 16,2 1 3-16,-1-5 1 0,-1-4-2 0,2-4 4 16,-3 0-3-16,0-1 1 0,-3 0 0 0,0-5 0 15,-3 1-1-15,1 0 3 0,-2-3-5 0,-2-4 2 16,0 0 0-16,-3-3 0 0,1-3-3 0,-1-1-1 15,3-3 0-15,0-5-6 0,2-4-2 0,2-4 0 16,0-6-3-16,6-2 0 0,-1-2-2 0,6-1-6 16,2-3-1-16,3 4-2 0,6 1-2 0,1-3 0 15,8-6 0-15,-5 12-3 0,5 0-10 0,1 4-14 16,0-2-10-16,5 6-19 0,-2-2-15 0,1 3-27 16,3 0-23-16,3 1-40 0,0 1-155 0,-4 4-357 15,4-3 158-15</inkml:trace>
  <inkml:trace contextRef="#ctx0" brushRef="#br0" timeOffset="18169.52">30837 6402 125 0,'2'-7'205'15,"-2"7"1"-15,1-11 4 0,-1 11-9 0,0-10-6 16,0 10-13-16,0 0-20 0,-3-8-18 0,3 8-16 15,0 0-17-15,0 0-17 0,0 0-14 0,0 0 0 16,0 0-8-16,0 0-9 0,-1 39-14 0,1-12 0 16,-3 2-5-16,0 0 0 0,1 4-8 0,0-2-2 15,-1 1 3-15,0-4-10 0,0 0-1 0,1 0-3 16,1-2-1-16,-4-1 0 0,3 2-6 0,0-10-7 16,2 3-24-16,-2-3-13 0,-1 1-30 0,1-1-31 15,2-6-24-15,-3 2-25 0,2-1-22 0,-2-2-17 16,1-1-143-16,-2 2-347 0,4-11 154 0</inkml:trace>
  <inkml:trace contextRef="#ctx0" brushRef="#br0" timeOffset="18390.32">30868 6584 88 0,'9'-10'130'0,"-3"3"-6"0,-1 1-7 0,0 4-10 16,-1-3-13-16,-4 5-6 0,13-3-16 0,-13 3 1 15,12 4 8-15,-7 1-1 0,1 2-8 0,3 0-3 16,-4 3-11-16,0-1 1 0,-4 3-2 0,2 0-4 16,-2-2-6-16,-3 2 1 0,-1 1 0 0,-1-2-6 15,-5 5 0-15,-1-2-5 0,-1-2 0 16,-3 2-4-16,1-5-27 0,-1 2-26 0,-2 0-21 0,5-7-51 16,-2 3-28-16,2-3-129 0,-1-1-268 0,2-1 118 15</inkml:trace>
  <inkml:trace contextRef="#ctx0" brushRef="#br0" timeOffset="18672.79">31033 6652 102 0,'0'0'174'0,"6"2"-27"0,-6-2-7 16,0 0-19-16,6 5-17 0,-6-5-6 0,3 4-6 15,-3-4-9-15,7 6-6 0,-4-3-4 0,-3-3-1 16,12 2-1-16,-12-2 2 0,14 3-1 0,-7-3 1 15,2 0-4-15,-9 0-4 0,17-1-3 0,-7-1-6 16,-3-2-2-16,3-2-1 0,-4 3 4 0,1-1-1 16,-1-3-2-16,-3 2 7 0,2-3-11 0,-3-2-1 15,1 2-7-15,-2-3-4 0,-2 2-7 0,1-3-1 16,-3 4-4-16,1-2-3 0,-2 2-1 0,-1 1-13 16,1 3-18-16,-1 0-15 0,-5-1-17 0,2 5-16 15,8 0-14-15,-23 5-28 0,11-3-14 0,0 4-43 16,1-1-24-16,-3 3-109 0,6-1-311 0,1-1 138 15</inkml:trace>
  <inkml:trace contextRef="#ctx0" brushRef="#br0" timeOffset="18872.52">31237 6554 132 0,'8'-7'209'0,"-8"7"-6"15,5-5-6-15,-5 5-5 0,0 0-17 0,5-2-16 16,-5 2-21-16,0 0-19 0,0 0-17 0,0 0-7 15,0 0-11-15,4 13-10 0,-3-6-2 0,3 3-13 16,-3 2-3-16,2 5 1 0,-2-6-7 0,2 6-4 16,-1-1-9-16,1 0-8 0,-2-1-32 0,-1-4-35 15,1 1-21-15,1-1-35 0,0-1-29 0,1-1-42 16,-3-3-136-16,0-6-326 0,0 0 145 0</inkml:trace>
  <inkml:trace contextRef="#ctx0" brushRef="#br0" timeOffset="19251.5">31428 6678 86 0,'0'0'222'0,"0"0"-12"16,0 0-10-16,8-15-1 0,-8 15-10 0,0-16-8 16,3 6-19-16,0 0-7 0,-1-2-16 0,3-1-12 15,-1 0-9-15,-1 5-4 0,-3 1-16 16,6 0-5-16,-6 7-15 0,5-8-3 0,-4 2-18 0,-1 6-1 15,0 0-18-15,7-5-7 0,-7 5-4 0,0 0-5 16,0 0 0-16,13 13-4 0,-8-7 0 0,0 3-3 16,0 2-2-16,0 1-19 0,-2-3-19 0,1 2-18 15,-3 2-18-15,1-3-26 0,0 2-14 0,1-6-54 16,-1 1-52-16,-2-7-140 0,0 12-375 0,0-12 166 16</inkml:trace>
  <inkml:trace contextRef="#ctx0" brushRef="#br0" timeOffset="19499.34">31797 6318 198 0,'4'-12'266'0,"-3"3"-1"16,-1 1-8-16,0 8-16 0,3-7-28 0,-3 7-20 16,1-6-28-16,-1 6-19 0,0 0-19 0,0 0-12 15,0 0-11-15,4 21-15 0,-3 0-3 16,0 3-3-16,1 4-13 0,-2 1-3 0,1-1-6 15,-4 2-3-15,5-1-5 0,-2-3-7 0,0-2-1 0,2-5-5 16,-2 0-6-16,1 0 1 0,-1-2-6 0,2-2-11 16,-1 2-31-16,0-5-30 0,1-1-28 0,-2 2-39 15,1-6-35-15,-1-1-25 0,0-6-32 0,-1 11-25 16,1-11-128-16,-8 6-382 0,8-6 169 0</inkml:trace>
  <inkml:trace contextRef="#ctx0" brushRef="#br0" timeOffset="19664.14">31715 6492 82 0,'0'0'208'0,"1"-6"-23"0,-1 6-19 15,7-7-8-15,-2 4-10 0,1 0-7 0,2-1-14 0,2 1-13 16,1 1-9-16,2-2-8 0,-1 3-15 0,3-1-4 16,-3 2-14-16,-1-1-23 0,3-1-30 0,-1 4-52 15,0-4-43-15,-4 4-45 0,-1-2-131 16,-8 0-279-16,7 4 123 0</inkml:trace>
  <inkml:trace contextRef="#ctx0" brushRef="#br0" timeOffset="20302.99">29357 7302 43 0,'0'0'212'15,"-2"-7"-18"-15,2 7-19 0,0 0-20 0,0 0-16 16,0 0-18-16,-7-2-12 0,7 2-10 0,0 0-13 16,-10 13-8-16,2-1-3 0,-1 2-10 0,0 3-2 15,-1 5-5-15,3-4-7 0,2-2-6 0,-1 2-6 16,2 0-2-16,2-7-6 0,1 1 3 0,2 1-9 16,-1-2 0-16,4-2-2 0,0 3-1 0,0-3-2 15,2-2-1-15,3-1 5 0,-2 1-2 0,0-3 1 0,3-2 5 16,0 1 1-16,-2-2 9 0,4 0 2 0,-2-2 1 15,0 0 4-15,0-4 0 0,4 1 1 16,-4-3-3-16,-2 1 4 0,2-4 1 0,-3-1 3 16,0-3-8-16,0-3-2 0,-2 1-1 0,0 1-4 0,-4-3-2 15,0 3-4-15,-2-4-8 0,1 0 4 0,-6 0-4 16,1 4-1-16,-3-1-3 0,2 1-1 0,-1 5 3 16,0 0-13-16,2 2 1 0,-2 1-6 15,3 3-20-15,-2-2-20 0,-2 2-32 0,8 4-35 16,-15 0-24-16,5 4-46 0,0 5-34 0,-5 2-167 0,0 1-408 15,1 3 181-15</inkml:trace>
  <inkml:trace contextRef="#ctx0" brushRef="#br0" timeOffset="20756.7">29551 7670 121 0,'0'0'225'0,"11"-5"11"0,-7 0 4 0,1 1-7 16,-3-2-9-16,2 0-14 0,4-3-13 0,-5 2-17 16,1-3-20-16,2 2-15 0,-1-5-16 0,0 3-11 15,2-7-8-15,0 2-15 0,-6-2-8 0,5-1-4 16,-2-1-14-16,-1 0-3 0,-2-2-4 0,0 4-9 16,-2 0 0-16,1 1-5 0,-2-2 1 0,-1 7-10 15,0-1-4-15,0 0 1 0,-3 2 0 0,0 1-5 16,0 1-1-16,1-1-3 0,1 5 0 15,4 4-5-15,-7-8-5 0,7 8-1 0,-6-6 1 0,6 6-6 16,-4-5-5-16,4 5 1 0,0 0-8 0,-4-6-6 16,4 6-10-16,0 0-5 0,0 0 1 0,0 0-2 15,0 0 0-15,0 0-3 0,0 0 6 0,22 4 1 16,-9-2 4-16,0-2-5 0,4 0 8 0,0 0-2 16,2 1-3-16,-5-1 4 0,4 3 0 0,-5-2 2 15,1 1 1-15,-4 0 2 0,2-1-2 0,-3-1 3 16,-3 1-2-16,-6-1-2 0,12 3 0 0,-6-2 2 15,2 2-2-15,-2 0 5 0,-1 2-1 0,0-1 0 16,-1 3 3-16,4 0 0 0,-3 1-3 0,-1 1 8 16,0-2-2-16,-1 2-3 0,0 2 4 0,1-1-2 15,0 2 6-15,1 1-18 0,-1 2-36 0,-4 0-32 16,1-3-56-16,1 5-42 0,0-2-76 0,-5 3-147 0,3-7-435 16,-2 6 193-16</inkml:trace>
  <inkml:trace contextRef="#ctx0" brushRef="#br0" timeOffset="21220.56">29185 7867 87 0,'-3'-9'241'16,"3"5"-2"-16,-5-5-12 0,3 2-16 0,2 7-19 15,-4-6-18-15,4 6-16 0,0 0-26 0,-7-7-13 0,7 7-13 16,0 0-9-16,-11 13-11 0,1 3-6 0,-3 6-8 16,-2 2-4-16,-1 5-6 0,2 0-6 0,1-1-8 15,3-3-7-15,1 2-4 0,4-4 0 0,2-2-4 16,1-3-5-16,2 0-2 0,0 0-5 0,0 0 4 15,1-8-6-15,4 7-15 0,-1-6-32 0,2 0-25 16,1 0-26-16,-2-1-31 0,1-2-30 0,2-2-31 16,0 0-27-16,-3 1-127 0,0-4-352 0,0-1 157 15</inkml:trace>
  <inkml:trace contextRef="#ctx0" brushRef="#br0" timeOffset="21497.27">29186 7852 75 0,'4'-7'217'0,"0"2"-20"0,-4 5-19 0,6-9-19 16,-1 3-20-16,-5 6-15 0,12-1-8 0,-12 1-16 16,11 1-6-16,-2 6-8 0,4 6-8 0,0 2-2 15,4 4-4-15,-5 4 7 0,3 3-6 0,-4 0-7 16,-1 0-3-16,-3 0-8 0,1 1 2 0,-4 0-7 15,0 0 7-15,-3 0-12 0,-1-3-5 0,-2 1-2 16,-1-6-4-16,0-1-3 0,-2 0-1 0,1-1-4 16,-2 1 2-16,0-1-11 0,-3-1-23 0,-3-1-30 15,2-1-33-15,-3-2-40 0,2-4-39 0,1-1-36 16,-7 1-141-16,0-3-352 0,0-2 156 0</inkml:trace>
  <inkml:trace contextRef="#ctx0" brushRef="#br0" timeOffset="21658.34">29016 8106 183 0,'0'-9'197'0,"0"9"-19"15,0 0-18-15,5-6-15 0,-5 6-16 0,12-4-14 16,-5 4-16-16,6 0 4 0,6-1-20 0,3 2-5 16,9-1-10-16,-1 2-17 0,1 0-46 0,-2 3-45 15,3-2-45-15,-1-1-53 0,-4 4-85 0,1-3-239 16,-6 0 106-16</inkml:trace>
  <inkml:trace contextRef="#ctx0" brushRef="#br0" timeOffset="21942.96">29821 7984 137 0,'3'-7'297'0,"-3"0"-15"0,0 7-9 15,1-14-2-15,-1 8-12 0,0 6-4 0,1-11-17 0,-1 11-13 16,3-7-14-16,-3 7-31 0,0 0-20 16,0 0-19-16,0 0-17 0,0 0-22 0,0 0-16 15,0 0-6-15,0 0-13 0,0 0-8 0,0 0-3 16,2 31-5-16,-2-14-4 0,2 9-2 0,-1 0-7 0,-1 2-8 16,2-2 15-16,0-2-19 0,-1 1-1 0,-1-6-4 15,0 1 2-15,0-1-3 0,1 0-17 0,-2 5-29 16,2-5-33-16,1-1-48 0,-1 0-47 15,-4-5-40-15,2-2-33 0,1 1-51 0,-1-1-194 0,1 0-512 16,-2-4 227-16</inkml:trace>
  <inkml:trace contextRef="#ctx0" brushRef="#br0" timeOffset="22208.86">29826 7954 211 0,'4'-7'201'0,"-3"-1"-15"0,2-2-13 0,-2 5-15 0,-1 5-15 16,5-9-16-16,-1 6-12 0,-4 3-18 0,13 0-6 15,-2 1-10-15,0 3-9 0,1-2-6 0,0 6-7 16,-2-2-6-16,3 7-3 0,-7-3-7 0,2 1-2 16,-3 0-6-16,-1 1 1 0,-2-2-4 0,-4 3-4 15,1-3 1-15,-4 2-2 0,-2-2-3 0,-1-1-7 16,1 0 6-16,-6 2-6 0,3-3 0 0,-4 1-6 15,0-1-18-15,0-2-33 0,3-1-19 0,0 0-39 16,0-2-38-16,3-1-45 0,-3 1-110 0,5-1-315 16,6-2 141-16</inkml:trace>
  <inkml:trace contextRef="#ctx0" brushRef="#br0" timeOffset="22504.77">30032 8074 103 0,'0'0'175'0,"0"0"-16"0,4 6-16 0,-4-6-16 16,4 5-8-16,-4-5-8 0,5 6-11 0,-1-2-4 15,-1 1-10-15,3-1 6 0,0 1-4 0,0-1-6 16,6-1 0-16,-2 0 1 0,4 0-1 0,-1-2-4 16,1 0-3-16,4-1 0 0,-2-2-4 0,2-1 1 15,0 0-2-15,-5 1 3 0,0-2 3 0,-6 0 6 16,0-1 1-16,-1 0-3 0,1-4-2 0,0 3-2 15,-3-5-3-15,-1 2-6 0,-3-4-7 0,-2-2-7 16,-1 4-2-16,-3-2-9 0,-1-1-5 0,-1 1-4 16,0 4-7-16,-2-1-9 0,3 2-12 0,-4 2-14 15,1 0-23-15,-1 2-33 0,-1 1-39 0,1 3-40 16,-1 1-37-16,2 3-43 0,-1 1-180 0,-1-1-438 16,3 0 195-16</inkml:trace>
  <inkml:trace contextRef="#ctx0" brushRef="#br0" timeOffset="22712.1">30303 7967 247 0,'0'0'240'0,"4"-4"-15"16,-4 4-9-16,0 0-13 0,0 0-22 0,8-5-16 16,-8 5-22-16,0 0-15 0,0 0-15 0,7 9-9 15,-7-9-12-15,4 15-10 0,-2-5-5 0,0 2-2 16,0-1-10-16,1 3-8 0,-1 2-6 0,0 0-14 0,-1-1-14 15,0 0-27-15,-1-1-30 0,2-3-34 16,-2-1-33-16,2 2-36 0,-2-3-42 0,0-1-155 16,0-8-362-16,0 0 161 0</inkml:trace>
  <inkml:trace contextRef="#ctx0" brushRef="#br0" timeOffset="22863.6">30409 7725 30 0,'0'0'76'0,"0"0"-22"15,0 0-21-15,0 24-43 0,-4-8-21 0,0 1-33 16,1 9 15-16</inkml:trace>
  <inkml:trace contextRef="#ctx0" brushRef="#br0" timeOffset="23109.03">30488 8095 219 0,'4'-8'231'0,"1"-3"-1"15,2-4-12-15,0-1 4 0,1 0-6 0,-4 6-3 16,2-3-8-16,2 2-19 0,-3 2-21 0,3-3-16 16,-3 5-18-16,0 1-16 0,5-3-11 0,-4 4-14 15,1 3-9-15,-2-2-11 0,-5 4-12 0,15-2-2 16,-7 4-8-16,-8-2-4 0,15 6-7 0,-7-1-3 15,0 3 0-15,-1 0-9 0,1 1-2 0,1 0 1 16,-3 1-3-16,1 2-11 0,-2-2-12 0,1-1-20 0,-2-1-29 16,1 2-32-16,-1-1-39 0,1-2-48 15,-1-1-52-15,-1 0-210 0,-3-6-467 0,6 4 208 16</inkml:trace>
  <inkml:trace contextRef="#ctx0" brushRef="#br0" timeOffset="23365.96">30970 7646 210 0,'-1'-11'277'0,"1"5"-1"0,0 6-11 0,-3-14-20 0,3 14-23 16,3-8-24-16,-3 8-25 0,0 0-22 16,0 0-20-16,0 0-14 0,0 0-12 0,5 24 0 15,-3-5-8-15,1 12-4 0,-3-3-9 0,0 3-6 16,-1 0-8-16,-1-2-4 0,1 3-5 0,0-4-2 15,-2-1-13-15,3 1 4 0,-2-1-8 0,2-1-3 0,-3-7 1 16,2 0-10-16,0-2-18 0,0-2-29 16,-2 1-37-16,2-5-33 0,-1 1-20 0,1-2-39 15,0-1-18-15,-1-1-30 0,2-8-22 0,-1 12-178 16,-3-10-425-16,4-2 189 0</inkml:trace>
  <inkml:trace contextRef="#ctx0" brushRef="#br0" timeOffset="23525.9">30852 7890 187 0,'7'-4'178'0,"-1"1"-19"16,4 0-7-16,2 0-23 0,2 2-17 16,7-2-25-16,-1 1-64 0,9-5-52 0,-1 3-67 15,-8-1-55-15,0 2-163 0,-3-3 73 0</inkml:trace>
  <inkml:trace contextRef="#ctx0" brushRef="#br0" timeOffset="23761.55">30603 7612 114 0,'0'0'259'0,"0"0"-59"15,0 0-34-15,0 0-22 0,0 0-30 0,0 0-28 16,0 0-40-16,0 0-44 0,0 0-35 0,11 13-57 16,-8-7-78-16,3-5-182 0,0 2 80 0</inkml:trace>
  <inkml:trace contextRef="#ctx0" brushRef="#br0" timeOffset="34285.06">29374 8574 58 0,'0'0'122'0,"0"0"-12"0,0 0-13 15,0 0 0-15,0 0-21 0,0 0-2 0,0 0-5 16,0 0-8-16,0 0-10 0,0 0 3 0,0 0-6 16,0 0-3-16,27 10-11 0,-18-5 2 0,1-1-9 15,3 2 0-15,-3-2-1 0,1 1 5 0,2-2-5 16,0 0 0-16,5 5-2 0,-5-5 0 0,4 5 4 16,1 0-11-16,0-3-5 0,0 3 8 0,-1-1-5 15,1 0-4-15,-2-1 12 0,2 0-12 0,-2 1-2 16,-3-2 1-16,-1 0-4 0,3-1 3 15,-3 1-4-15,0-2-1 0,-1 3-13 0,-2-2 12 0,0 1 4 16,2 2-6-16,-2-2-2 0,2 1 5 0,-1-1 2 16,-1 2-7-16,-2-2 6 0,1 1-2 0,-2 0 3 15,1-3-11-15,-1 0 7 0,-1 1 1 0,2-1-7 16,-1 1 8-16,-1-2 1 0,0 1-5 0,-5-3 9 16,8 7-5-16,-3-4-2 0,-5-3-1 0,8 4-2 15,-8-4-14-15,5 3 12 0,-5-3 4 0,0 0 9 16,4 5-14-16,-4-5 10 0,0 0-2 0,0 0 6 15,5 4-3-15,-5-4-13 0,0 0 3 0,0 0 1 16,0 0 5-16,0 0-11 0,0 10 7 0,0-10-1 16,-5 10 4-16,-1-3 7 0,0 2 1 0,-1 1 5 15,-2 4-6-15,-2 0-4 0,1-1 3 0,4-1 3 16,-6 1-4-16,1-2 3 0,2 5-1 0,1-7-3 0,-1 4-5 16,2-3-16-16,0-1-17 0,2 1-24 15,1-1-42-15,0-1-29 0,0 1-80 0,1-3-224 16,1 0 101-16</inkml:trace>
  <inkml:trace contextRef="#ctx0" brushRef="#br0" timeOffset="34493.95">29817 8664 149 0,'-19'-21'212'16,"-3"1"6"-16,-1 1-7 0,1 1-15 0,2 2-8 15,6 4-12-15,-1 2-14 0,1-2-17 0,4 5-14 16,-1-1-12-16,1 1-12 0,5 3-13 0,0 1-23 0,5 3-37 16,-9-4-35-16,9 4-52 0,0 0-26 0,0 0-14 15,0 0-18-15,0 0-16 0,0 0-20 0,17 18-120 16,-11-7-290-16,9 3 128 0</inkml:trace>
  <inkml:trace contextRef="#ctx0" brushRef="#br0" timeOffset="34919.08">29627 9397 118 0,'0'0'262'0,"1"-6"-14"0,-1 6-16 16,0 0-19-16,0 0-23 0,0-9-21 0,0 9-18 0,0 0-17 15,0 0-13-15,0 0-11 0,-20 17-11 0,7-2-9 16,-4 7-11-16,2 2-7 0,-4 2-7 16,3 1-11-16,1-1-2 0,2-2-5 0,3 3-7 15,1-1 0-15,3-2-8 0,3-6-2 0,2 1-1 0,1-2-6 16,3-2-2-16,-1 2-3 0,5-4-9 0,-1-1-18 16,-1-2-16-16,4-2-17 0,0 2-20 0,2-2-20 15,1-3-22-15,-1 0-32 0,2-1-30 0,0-2-36 16,0-2-118-16,1-2-347 0,-4-2 153 15</inkml:trace>
  <inkml:trace contextRef="#ctx0" brushRef="#br0" timeOffset="35180.46">29587 9417 118 0,'1'-7'187'0,"-1"7"-15"16,2-7-16-16,-2 7-15 0,4-10-11 0,-4 10-18 15,9-3 4-15,-9 3-7 0,20 3 4 0,-7 4 1 16,5 0-17-16,-2 4-3 0,6 6-8 0,-3 2-8 16,-3 0-7-16,-4-2-9 0,2 4-5 0,-7-1-5 15,0-2-7-15,-2 1-4 0,1 0 0 0,-4 7-4 16,-3-7-5-16,0 0-1 0,-1-1 0 0,-3 1-3 16,-2 0-3-16,0-2-2 0,0 0-3 0,-2-2-12 15,-3 1-23-15,1-5-22 0,-2 0-22 0,-2 2-29 16,5-6-40-16,-1 1-15 0,1-4-24 0,-3 1-132 15,-1-1-323-15,-1-3 143 0</inkml:trace>
  <inkml:trace contextRef="#ctx0" brushRef="#br0" timeOffset="35350.54">29461 9691 121 0,'0'0'168'0,"0"0"-15"0,0 0-10 0,0 0-15 16,3-12-13-16,-3 12-3 0,8-3-17 0,0 1 0 15,3 0-13-15,7 1-13 0,4 1-1 0,6-2-3 16,-7 2-12-16,7-1-30 0,2 1-24 0,0 0-33 0,-1 1-16 16,-8-1-32-16,0 0-27 0,0 2-94 15,-3-2-219-15,-3 0 97 0</inkml:trace>
  <inkml:trace contextRef="#ctx0" brushRef="#br0" timeOffset="35988.31">29902 9541 95 0,'0'0'202'0,"0"-13"-4"16,0 13 3-16,-2-11-2 0,2 11-10 0,2-8-12 0,-2 8-14 15,0 0-15-15,0 0-19 0,0-9-14 0,0 9-17 16,0 0-11-16,0 0-12 0,0 0-2 16,0 0-9-16,0 0-4 0,4 31-10 0,-2-15-2 15,-2 0-2-15,1 1-5 0,3 2-7 0,-2-3-4 0,0 1-2 16,2-2 0-16,0 2-6 0,-1-5 1 0,1 0-2 15,3-1-2-15,-1-1-2 0,2-2 6 0,-1-1-6 16,1 1-3-16,2-1-2 0,3-1-8 16,-3-3-7-16,4-1-2 0,-2-1-8 0,1-2 9 0,1-1-7 15,-1-1 1-15,3-3-3 0,-4 0 5 16,-1-1 2-16,-1 0 1 0,-2-2-2 0,1-1 3 0,-1-2 2 16,-3 1 1-16,2-4 14 0,-1 0-1 15,-3 1 4-15,0 0-1 0,1 2 5 0,-3-1 2 0,2 2 1 16,-3 2 7-16,1-1-4 0,-1 4 0 0,0 6 1 15,0-12 2-15,0 12-3 0,0-9-3 0,0 9-2 16,0 0-7-16,0 0-3 0,0-8-1 0,0 8-3 16,0 0 1-16,0 0-7 0,0 0 4 0,0 0-1 15,-4 32-1-15,1-22 3 0,1 1-3 0,2 0 0 16,0 3-3-16,-1-4 2 0,1 1-1 0,1 0 2 16,1-1-2-16,1-1-1 0,1 0 4 0,1 0 1 15,-1-2-3-15,2 1-2 0,-1-3 6 0,4 2 1 16,2-3 0-16,-2-1-4 0,3-1 5 0,1-2-1 15,0-2 1-15,0 2-1 0,-1-3 0 0,1 0 0 16,-1-2 1-16,0 0-2 0,1-1 0 0,-4-1-3 16,3-2 2-16,-3-4 3 0,0 1-3 0,-2 0 0 15,-1-1 1-15,0-2-3 0,-2 4 3 0,-1-7 0 16,-1 3-2-16,-5 2-4 0,3-2 5 0,0 3 4 16,-1 2 14-16,1 0 2 0,-1 1-1 0,1 9 4 15,0-9-5-15,0 9-4 0,-2-8-1 0,2 8-9 16,0 0-6-16,0 0-2 0,0 0 4 0,0 0 0 15,0 0-3-15,-8 22 1 0,7-11 1 0,-1 5-2 16,0-3 4-16,1 2-6 0,4 2-11 0,-1-2-20 16,-2-4-25-16,5 6-26 0,-1-7-34 0,-1 1-36 15,2 0-49-15,1-3-37 0,1 0-187 0,-2-2-459 16,-5-6 204-16</inkml:trace>
  <inkml:trace contextRef="#ctx0" brushRef="#br0" timeOffset="36177.21">30353 9335 2436 0,'-12'-16'78'0,"5"0"19"0,-2 1-34 0,1 7-20 16,3-1-19-16,1 5-2 0,2-2-6 0,2 6-4 16,-6-10-6-16,6 10 1 0,-5-5-7 0,5 5 6 15,0 0-11-15,0 0-25 0,0 0-34 0,0 0-45 16,9 21-66-16,-1-13-55 0,-3 0-137 0,5-1-396 15,0-1 175-15</inkml:trace>
  <inkml:trace contextRef="#ctx0" brushRef="#br0" timeOffset="39604.11">30500 9710 135 0,'0'0'142'0,"0"0"-9"15,0 0-3-15,0 0-17 0,0 0-5 0,29-13-2 16,-16 7-5-16,2-1-8 0,4 0-1 0,-3-1 0 16,2-2-14-16,-2 1 2 0,2-1-8 0,0 2-4 15,-3-3 6-15,-4 4 3 0,3-4-10 0,-1 0-8 16,-2-1-2-16,-1 0-5 0,-2-2-8 0,2-1-4 15,-5 4-6-15,3-3 2 0,-3 3-3 0,1-5-5 16,-3 6-1-16,-1-3-3 0,-2 2-1 0,2 1 0 16,-2-1 10-16,0 2-4 0,0 9 4 0,-4-13-1 15,4 13-5-15,-3-14-1 0,1 11 1 0,2 3 0 16,-5-9-5-16,5 9-1 0,-7-7-6 0,7 7-3 16,-7-3-1-16,7 3-4 0,-17 4 1 0,9 1-3 15,1 2-1-15,-2-1-1 0,0 5 7 0,1-4-7 0,-1 7 2 16,-2-1-1-16,4-3-1 0,0 2-4 15,-2-3 1-15,2 5 1 0,1-1-2 0,3-3 1 16,1 3-3-16,-1-4 0 0,4 2 0 0,-1-1 2 16,2-1 2-16,-1-1-2 0,4 1 3 0,2-1-2 0,0 0-1 15,3-1 5-15,-1 1-1 0,2-3-1 0,-1-1-1 16,1-1 0-16,1 0 1 0,-1-1 2 16,2 0 2-16,2-2-2 0,-2 0-2 0,1 0 1 15,-3-2 1-15,-1 2 1 0,2-3-2 0,-2 1 3 16,-1-3-4-16,1 2 0 0,-1 0 1 0,0-2 1 0,1-1-1 15,-5 3 4-15,0-3-4 0,0 2-1 0,0 0-2 16,2-3 5-16,-1 3-1 0,-2 0 0 16,-4 4-2-16,6-9 0 0,-2 3 2 0,0 1-5 15,-4 5 5-15,4-8-4 0,-2 4 4 0,-2 4-3 16,5-9 2-16,-5 9-4 0,4-6-1 0,-4 6 3 0,0 0 0 16,4-7 1-16,-4 7-1 0,0 0 2 0,3-6-2 15,-3 6-2-15,0 0-2 0,0 0 5 0,2-6-1 16,-2 6-2-16,0 0-2 0,0 0 2 15,0 0 3-15,0 0-5 0,0 0 3 0,0 0 0 0,0 0-2 16,0 0-2-16,0 0 4 0,0 0 0 0,0 0 0 16,0 0 0-16,0 0-1 0,4-7 3 0,-4 7-2 15,0 0-2-15,0 0 4 0,0 0-2 0,5-3-2 16,-5 3 1-16,0 0 3 0,5-6-1 0,-5 6 1 16,5-6-1-16,-5 6 3 0,5-4 3 0,-5 4 1 15,0 0 0-15,7-8-4 0,-5 5 7 0,-2 3 4 16,7-10 0-16,-5 5 1 0,2 1-2 0,-4 4-1 15,4-12 3-15,-3 7 5 0,-1 5-5 0,4-11 1 16,-3 4-5-16,-1 7 3 0,0-11-2 0,0 11-2 16,2-9 2-16,-2 9-3 0,1-11 1 0,-1 11-4 15,-1-8 2-15,1 8-1 0,0-10-1 0,0 10 1 16,0 0-2-16,-2-7 0 0,2 7 0 0,0 0-1 16,0 0 3-16,-2-8-4 0,2 8 1 0,0 0 0 15,0 0-2-15,0 0-2 0,0 0 3 16,0 0-2-16,0 0 2 0,-3-8-2 0,3 8 1 0,0 0 0 15,0 0-3-15,0 0-1 0,0 0 3 0,0 0 3 16,0 0 0-16,0 0-1 0,0 0-3 0,0 0 1 16,0 0 3-16,0 0-3 0,0 0-4 15,0 0 4-15,0 0-1 0,0 0-4 0,0 0 6 0,0 0-4 16,0 0 4-16,0 0 0 0,0 0-1 0,0 0-3 16,-1-9 4-16,1 9 0 0,0 0-2 0,0 0-3 15,0 0 3-15,0 0-1 0,-4-6 0 0,4 6-1 16,0 0-1-16,0 0 2 0,0 0-1 0,0 0 2 15,0 0 0-15,0 0-3 0,0 0 0 0,0 0 1 16,0 0-4-16,0 0 2 0,0 0-4 0,0 0-2 16,0 0 2-16,0 0 0 0,0 0 0 0,-14 12 0 15,12-7 6-15,-2 1-1 0,0 0-4 0,0 2-1 16,0 0 1-16,4-8 2 0,-2 15-1 0,1-8 0 16,1 0 4-16,0-7-5 0,0 15 2 0,1-7 3 15,1 1-2-15,5-1 1 0,-4-2 1 0,3 2-1 16,-3-3 1-16,5 2-1 0,-3-3 3 0,1 1 0 15,1-2-1-15,1 3 0 0,-1-1-1 0,2 0 0 16,-2-2 0-16,2 3-2 0,1 0 2 0,-3-1 2 16,1-1-4-16,-3 1 0 0,3 1 1 0,1-1-3 15,-4 0 3-15,0 0-1 0,-1 0-6 0,1-1 5 16,0 1-2-16,-5-5 0 0,5 8 4 0,-5-8-1 16,1 8 0-16,-1-8 1 0,3 7 4 0,-3-7-2 15,0 0-2-15,-1 9 3 0,1-9-1 0,0 0-2 16,-7 10 0-16,0-8-1 0,0 0-3 0,0 2-6 15,-2-2-3-15,-1 4-16 0,-1-5-9 0,1 1-9 16,4-1-10-16,6-1-10 0,-14 2-19 0,7 0-28 16,7-2-17-16,-12 2-24 0,12-2-24 0,-8 3-149 15,8-3-358-15,0 0 158 0</inkml:trace>
  <inkml:trace contextRef="#ctx0" brushRef="#br0" timeOffset="42380.25">31374 9374 88 0,'5'-6'205'0,"-5"6"-11"0,3-8-7 15,-3 8-12-15,0 0-8 0,0-8-10 0,0 8-7 16,0 0-6-16,0 0-13 0,0 0-15 0,0 0-11 16,0-9-7-16,0 9-11 0,0 0-15 0,0 0-6 15,0 0-9-15,-21 9 10 0,16-3-7 0,0 1-5 16,1 2-8-16,-1 1-6 0,0-1-4 0,0 3-1 16,1 0-7-16,1 0 1 0,2-2-5 0,1 2-5 15,1 1 1-15,-1-2-4 0,3 0 1 0,1-1-3 16,3 0 3-16,0-2 2 0,2 0-7 0,1-2 2 15,3-2 3-15,-2 1-5 0,7-1-1 0,0-3-1 16,0-1-2-16,1-1 2 0,-2-1-2 0,2-4 0 16,-4 0 0-16,-1 1-16 0,0-2 1 0,0 1-8 15,-3 0 1-15,-1-1 2 0,1-5-10 0,-2 2 6 16,0 1-4-16,-2-5 0 0,-2 2-7 0,-2-4 4 16,-1 0 0-16,-1 0 2 0,0 3 3 0,-2 3-6 15,0-1 11-15,1 1 5 0,-2 1 4 0,0 2 5 16,2 7-4-16,-8-12 3 0,7 8-7 0,-4 0 2 0,5 4-1 15,-6-4 2-15,6 4-4 0,0 0 0 0,-17 11-2 16,9-3 5-16,2 2-2 0,-3 5 3 16,1-5 0-16,3 3-1 0,3-1 2 0,-2 3-2 15,4-3 5-15,0 4-14 0,4-3-27 0,0-1-28 0,3 3-13 16,1-5-52-16,3 1-37 0,1-1-170 0,-3-3-368 16,2-1 163-16</inkml:trace>
  <inkml:trace contextRef="#ctx0" brushRef="#br0" timeOffset="42756.17">31794 9384 149 0,'0'0'159'0,"0"0"-12"0,0 0-17 0,0 0 5 15,9 12-5-15,-9-12-14 0,2 11-7 0,-2-1-8 16,1-3-10-16,-1 0-1 0,0-7-3 0,1 15-3 15,0-11-10-15,-1-4-11 0,0 11 1 16,0-11-9-16,2 8 8 0,-2-8 6 0,0 0 14 0,0 0 8 16,0 9 12-16,0-9 4 0,0 0-4 0,0 0-9 15,0 0-7-15,0 0-7 0,0 0-6 0,0 0-17 16,0 0 0-16,-7-27-5 0,6 21-5 0,1-6-6 16,0 1-4-16,1-1-5 0,3-3-4 0,-1-2-4 15,3 2-5-15,1-1-3 0,1 4-5 0,-1 1 0 16,1 3-4-16,-1 1-2 0,1-1-1 0,-2 4-4 15,1 4 1-15,0-1 0 0,-7 1-2 0,17 4-4 16,-8 1 4-16,-1 1-4 0,2-1 2 0,-4 3-2 16,-1 3 1-16,3 0 1 0,-2-2 1 0,1 4-1 15,-2-3-4-15,2 5-26 0,-3-3-28 0,-1-2-35 16,0 1-44-16,-2 2-31 0,1-4-29 0,1 1-208 16,-6-1-442-16,2-2 195 0</inkml:trace>
  <inkml:trace contextRef="#ctx0" brushRef="#br0" timeOffset="42977.75">32063 9165 29 0,'-2'-11'258'0,"2"4"-11"0,0 7-23 16,0-11-25-16,0 11-28 0,0 0-21 0,0 0-13 15,0 0-15-15,0 0-5 0,0 0-3 0,4 35-1 0,-2-12-4 16,-4 5-18-16,2-1-3 0,2 1-8 15,-2-4-7-15,-2 4-4 0,4-2-6 0,-1 0-9 16,0 0-3-16,1-9-14 0,-1 4-24 0,-1-5-41 16,0 1-39-16,0-5-41 0,0 1-48 0,-1-3-37 15,-2 0-151-15,2 0-370 0,-5-2 163 0</inkml:trace>
  <inkml:trace contextRef="#ctx0" brushRef="#br0" timeOffset="43124.28">32071 9317 42 0,'21'-2'5'0,"-2"0"-14"0,2-1-8 0,8-1 5 0</inkml:trace>
  <inkml:trace contextRef="#ctx0" brushRef="#br0" timeOffset="43364.78">32472 9154 122 0,'0'0'238'0,"0"-6"-13"0,0 6-21 16,0 0-16-16,0 0-23 0,0 0-24 0,0 0-14 0,0 0-12 16,0 0-7-16,2 23-3 0,-3-7-5 15,0 10-1-15,1 0-5 0,1 2-7 0,-6-1-6 0,5 1-3 16,-3-1-11-16,1-2-7 0,1-6-6 0,-2 7-2 15,2-6 3-15,2-1-13 0,-2 0-3 0,-1-2-2 16,2 0-4-16,0-5-12 0,-1 4-16 0,0-4-18 16,-1-2-22-16,0 0-27 0,1 0-33 0,1-1-34 15,-3-2-33-15,-1 0-23 0,4-7-159 0,-7 10-372 16,4-8 165-16</inkml:trace>
  <inkml:trace contextRef="#ctx0" brushRef="#br0" timeOffset="43614.21">32442 9183 148 0,'7'-2'144'0,"-7"2"-3"0,13 1-1 16,-3 0-10-16,-1 1-13 0,1 0-5 0,-1 5-15 15,0 2-11-15,0-3-9 0,0 4-5 0,-3-2-9 16,-1 4 0-16,-1-5-9 0,0 3-6 0,-3-1 3 15,0 1-4-15,-1-10-4 0,-4 15-2 0,-2-8 1 16,-1 3-3-16,0-1-2 0,1-1-6 0,-3-1 2 16,1 0-9-16,-1-3-15 0,0 3-30 0,3-2-35 15,-2-4-40-15,3 2-41 0,5-3-127 0,-10 6-285 16,10-6 127-16</inkml:trace>
  <inkml:trace contextRef="#ctx0" brushRef="#br0" timeOffset="43887.65">32602 9335 3 0,'0'0'160'15,"6"4"-12"-15,-6-4 5 0,0 0-7 0,8 2-2 16,-8-2-2-16,9 5 1 0,-3-4-6 0,3 3-5 16,-9-4-9-16,0 0-8 0,0 0-6 0,0 0-5 15,0 0-9-15,72 1-7 0,-72-1-2 0,0 0-1 16,0 0 7-16,42-9-7 0,-42 9-5 0,0 0-6 15,18-15-7-15,-18 15-4 0,0 0 0 0,15-25-2 16,-15 25-6-16,0 0-1 0,0 0-11 0,-5-40-3 16,5 40-5-16,0 0-1 0,0 0-9 0,-23-32-5 15,14 23-19-15,0 5-17 0,2 1-25 0,-4 2-22 16,-3 0-29-16,2 2-28 0,-2 3-18 0,2 0-55 16,1 2-198-16,-1 1-423 0,6-1 188 0</inkml:trace>
  <inkml:trace contextRef="#ctx0" brushRef="#br0" timeOffset="44108.53">32868 9223 70 0,'0'0'261'0,"0"0"-10"0,0 0-15 16,0 0-25-16,0 0-19 0,0 0-25 0,0 0-18 15,0 0-18-15,0 0-2 0,0 0-22 0,0 0-8 16,0 0-8-16,0 0-7 0,29 44-11 0,-29-44-5 15,0 0-5-15,9 39-3 0,-9-39 18 0,7 29-1 16,-7-29-12-16,0 0-4 0,7 36-11 0,-7-36-31 16,0 0-41-16,5 28-34 0,-5-28-40 0,0 0-55 15,0 0-56-15,0 0-170 0,2 32-409 0,-2-32 182 16</inkml:trace>
  <inkml:trace contextRef="#ctx0" brushRef="#br0" timeOffset="44259.52">32941 9026 11 0,'0'0'76'0,"0"0"-38"0,0 0-34 0,0 0-26 16,0 0-24-16,27 73 12 0</inkml:trace>
  <inkml:trace contextRef="#ctx0" brushRef="#br0" timeOffset="44496.68">33076 9360 224 0,'0'0'278'0,"0"0"-11"15,0 0-5-15,0 0 10 0,0 0-16 0,0 0-24 16,0 0-16-16,0 0-16 0,0 0-19 0,0 0-5 16,28-72-18-16,-28 72-21 0,14-20-23 0,-14 20-4 15,0 0-5-15,22-27-8 0,-22 27-15 0,0 0-15 16,19-23-7-16,-19 23-22 0,0 0 8 0,0 0-1 15,0 0-5-15,0 0-9 0,0 0-3 0,0 0 0 16,0 0-3-16,0 0-5 0,62 31-4 0,-62-31-1 16,0 0-2-16,15 32-4 0,-15-32-26 0,0 0-33 15,9 32-40-15,-9-32-42 0,0 0-57 0,5 27-59 16,-5-27-273-16,0 0-563 0,0 0 249 0</inkml:trace>
  <inkml:trace contextRef="#ctx0" brushRef="#br0" timeOffset="44734.6">33393 9016 294 0,'0'0'270'0,"0"0"-30"16,0 0-27-16,0 0-24 0,0 0-19 0,0 0-15 15,0 0-14-15,0 0-9 0,0 0-1 0,0 0-8 16,0 0-6-16,0 0-6 0,21 97-7 0,-21-71-12 15,0-26-8-15,2 50-7 0,-2-50-9 0,-1 44-8 16,1-44-2-16,1 38-8 0,-1-38-5 0,-1 34-20 16,1-34-46-16,0 0-47 0,-3 46-53 0,3-46-48 15,0 0-62-15,-4 27-160 0,4-27-421 0,0 0 187 16</inkml:trace>
  <inkml:trace contextRef="#ctx0" brushRef="#br0" timeOffset="44887.24">33446 9197 44 0,'0'0'223'15,"0"0"-20"-15,0 0-22 0,0 0-19 0,0 0-48 16,0 0-41-16,0 0-53 0,25-28-62 0,-25 28-121 16,0 0-178-16,36-11 79 0</inkml:trace>
  <inkml:trace contextRef="#ctx0" brushRef="#br0" timeOffset="52302.11">26176 7725 56 0,'0'0'58'16,"-2"-7"-12"-16,2 7-1 0,-3-8-4 0,3 8-5 16,0 0-3-16,-2-9 1 0,2 9-12 0,-4-11-8 15,4 11-5-15,-2-4-13 0,2 4-4 0,0 0-7 16,0 0-13-16,-6-5-6 0,6 5-18 0,0 0-54 15,0 0 24-15</inkml:trace>
  <inkml:trace contextRef="#ctx0" brushRef="#br0" timeOffset="70946.78">26102 7578 34 0,'0'0'62'0,"0"0"-6"0,0 0-3 16,-5-8 1-16,5 8-10 0,0 0-6 0,0 0 4 16,0 0-4-16,0 0-9 0,0 0-12 0,0 0 7 15,0 0 3-15,0 0-8 0,0 0-2 0,0-9 2 16,0 9-1-16,0 0 2 0,0 0-15 0,0 0 6 15,0 0 0-15,0 0-8 0,0 0 7 0,2-8-7 16,-2 8 11-16,0 0-11 0,0 0 2 0,0 0-3 16,0 0-3-16,0-9 2 0,0 9-4 0,0 0 4 15,0 0-10-15,0 0 5 0,0 0 0 0,0 0 0 16,3-6-1-16,-3 6 0 0,0 0-4 0,0 0 2 16,0 0-1-16,0 0 0 0,0 0 1 0,0 0 2 15,0 0 3-15,0 0-3 0,0 0-1 0,0 0-2 16,0 0 8-16,0 0 2 0,0 0-7 0,0 0 3 15,0 0-1-15,0 0 2 0,0 0 0 0,0 0-4 16,0 0-7-16,0 0 10 0,0 0 2 0,0 0 2 16,0 0-2-16,2-7-1 0,-2 7-7 0,0 0 6 15,0 0 2-15,0 0-4 0,0 0 8 0,0 0-3 0,0 0 4 16,0 0-9-16,0 0 6 0,0 0-2 16,0 0 0-16,0 0-2 0,0 0 0 0,0 0-3 15,0 0 7-15,0 0 5 0,1-7-4 0,-1 7 3 16,0 0 2-16,0 0-3 0,0 0 0 0,0 0 2 0,-1-10 4 15,1 10 6-15,0 0-5 0,0 0-4 0,-2-13-2 16,2 13 2-16,0 0 11 0,0-8 4 0,0 8-1 16,0 0 2-16,0 0-11 0,0-8 2 15,0 8-3-15,0 0-1 0,0 0 5 0,0 0-10 16,0 0 4-16,0 0 0 0,0-11-8 0,0 11 2 0,0 0 1 16,0 0-5-16,0 0 0 0,0 0 4 0,0 0-3 15,0 0-10-15,0 0 2 0,0 0-14 0,0 0-6 16,0 0-6-16,0 0-6 0,0 0 9 15,0 0 1-15,0 0 2 0,0 0-12 0,0 0-12 0,-5 26-38 16,5-16-94-16,0-2 42 0</inkml:trace>
  <inkml:trace contextRef="#ctx0" brushRef="#br0" timeOffset="72086.56">26130 9310 27 0,'0'0'38'0,"0"0"-11"0,0 0-2 0,0 0 1 15,0 0-5-15,0 0 6 0,0 0-10 0,0 0 0 16,0 0-6-16,0 0 6 0,0 0-3 0,0 0-1 16,0 0-1-16,0 0 5 0,0 0-3 0,0 0 8 15,0 0-3-15,0 0-4 0,0 0 1 0,0 0 4 16,0 0-2-16,0 0-12 0,0 0 16 0,0 0-7 16,0 0 2-16,0 0-1 0,0 0 1 0,0 0-1 15,0 0-4-15,0 0-3 0,0 0-3 0,0 0-1 16,0 0 2-16,0 0 3 0,0 0 0 0,0 0-10 15,0 0-1-15,0 0 9 0,0 0-1 0,0 0-3 16,0 0-1-16,0 0-2 0,0 0 1 0,0 0 0 16,0 0 4-16,0 0 1 0,0 0 3 0,0 0-2 15,0 0 1-15,0 0-1 0,0 0-2 0,0 0 4 16,0 0 4-16,0 0-10 0,0 0-3 0,0 0 15 16,0 0-7-16,0 0-5 0,0 0 5 0,0 0-10 15,0 0 2-15,0 0 3 0,0 0-1 0,0 0-4 16,0 0 7-16,0 0-4 0,0 0 4 0,0 0-5 15,0 0-7-15,0 0-5 0,0 0-7 0,0 0-1 0,0 0-12 16,0 0-6-16,0 0-20 0,0 0-42 0,0 0-107 16,-15-5 49-16</inkml:trace>
  <inkml:trace contextRef="#ctx0" brushRef="#br0" timeOffset="74508.42">26109 7570 77 0,'0'0'65'0,"0"0"0"15,0 0-22-15,0 0-2 0,0 0-13 0,0 0-6 0,0 0-16 16,0 0-16-16,0 0-12 0,0 0-31 16,0 0-57-16,0 0 26 0</inkml:trace>
  <inkml:trace contextRef="#ctx0" brushRef="#br0" timeOffset="76077.02">26046 7567 1 0</inkml:trace>
  <inkml:trace contextRef="#ctx0" brushRef="#br0" timeOffset="76347.81">26050 7603 58 0,'0'0'108'0,"0"0"-7"0,0 0-7 0,0 0 1 0,0 0-14 16,0 0 1-16,0 0-13 0,0 0-9 0,0 0 0 15,0 0-10-15,0 0-16 0,0 0-6 0,0 0 3 16,0 0-25-16,0 0-12 0,0 0-11 0,0 0-12 16,0 0-19-16,0 0-17 0,0 0-67 0,0 0-143 15,0 0 63-15</inkml:trace>
  <inkml:trace contextRef="#ctx0" brushRef="#br0" timeOffset="78232.17">26176 7646 19 0,'0'0'114'16,"0"0"-3"-16,0 0-4 0,0 0-5 0,0 0-7 15,0 0-2-15,0 0 2 0,0 0-9 0,0 0-26 16,0 0 5-16,0 0-2 0,0 0-7 0,0 0-2 15,0 0-12-15,0 0-2 0,0 0-4 0,0 0-9 16,0 0-11-16,0 0-8 0,0 0-16 0,0 0-16 16,0 0-23-16,-9-10-17 0,9 10-18 0,0 0-12 15,0 0-68-15,-11-1-175 0,11 1 77 0</inkml:trace>
  <inkml:trace contextRef="#ctx0" brushRef="#br0" timeOffset="79067.61">22594 7670 49 0,'-5'-6'88'0,"5"6"3"0,0 0-3 16,0 0-9-16,-4-7-4 0,4 7 1 0,0 0-5 16,0 0-12-16,0 0 2 0,0 0-9 0,-2-6-3 15,2 6 5-15,0 0 5 0,0 0-14 0,0 0 0 16,0 0-1-16,0 0-10 0,-1-9 5 0,1 9-1 16,0 0-10-16,0 0 0 0,0 0-11 0,0 0 1 15,0 0-3-15,0 0 5 0,0 0-13 0,0 0-12 16,0 0-19-16,0 0-23 0,0 0-7 0,0 0-8 15,0 0-13-15,7-4-2 0,-7 4-88 0,0 0-177 16,16 4 78-16</inkml:trace>
  <inkml:trace contextRef="#ctx0" brushRef="#br0" timeOffset="79656.18">26163 7544 14 0,'0'0'116'0,"0"0"-1"0,0 0-15 0,0 0-7 15,0 0-19-15,0 0 0 0,0 0-7 0,0 0-6 16,0 0-8-16,0 0-6 0,0 0-8 0,0 0-14 16,0 0-25-16,0 0-8 0,0 0-14 0,0 0-21 0,0 0-22 15,0 0-59-15,0 0-133 0,0 0 58 0</inkml:trace>
  <inkml:trace contextRef="#ctx0" brushRef="#br0" timeOffset="80197.98">22584 7599 42 0,'0'0'70'0,"0"0"-11"0,0 0 3 0,0 0-12 16,0 0-6-16,0 0-10 0,0 0-13 0,0 0-15 15,0 0-12-15,0 0-6 0,0 0-15 0,0 0-31 16,0 0-61-16,0 0 27 0</inkml:trace>
  <inkml:trace contextRef="#ctx0" brushRef="#br0" timeOffset="80968.57">26237 7595 43 0,'0'0'102'0,"0"0"-3"0,0 0-18 16,0 0-2-16,0 0-13 0,0 0-7 0,0 0-2 15,0 0-4-15,0 0-13 0,0 0-9 0,0 0-9 16,0 0-14-16,0 0-17 0,0 0-21 0,0 0-13 16,0 0-21-16,0 0-35 0,0 0-108 0,0 0 48 0</inkml:trace>
  <inkml:trace contextRef="#ctx0" brushRef="#br0" timeOffset="82709.89">25985 7557 14 0,'0'0'19'0,"0"0"-25"0,0 0-6 16,0 0 3-16</inkml:trace>
  <inkml:trace contextRef="#ctx0" brushRef="#br0" timeOffset="83423.64">22462 7684 17 0,'0'0'40'0,"0"0"-5"16,0 0-1-16,0 0-3 0,0 0-2 0,0 0-10 15,0 0-1-15,6-3-9 0,-6 3-7 0,0 0-8 16,0 0-11-16,0 0-19 0,0 0-38 0,0 0 18 15</inkml:trace>
  <inkml:trace contextRef="#ctx0" brushRef="#br0" timeOffset="83965.85">25659 7499 48 0,'0'0'70'0,"0"0"-8"0,0 0-9 15,0 0-1-15,0 0-9 0,0 0-17 0,0 0-12 16,0 0-15-16,0 0-3 0,0 0-6 0,0 0-11 16,0 0-35-16,0 0-59 0,0 0 26 0</inkml:trace>
  <inkml:trace contextRef="#ctx0" brushRef="#br0" timeOffset="85066">26130 9264 67 0,'0'0'87'0,"0"0"-8"0,0 0-1 0,0 0-15 16,0 0-1-16,0 0-9 0,0 0-8 0,0 0 4 16,0 0-13-16,0 0 1 0,0 0-4 0,0 0-3 15,0 0-3-15,0 0-4 0,0 0-4 0,0 0-3 16,0 0-1-16,0 0 7 0,0 0-10 0,0 0-5 0,0 0 2 16,0 0 0-16,0 0-8 0,0 0-1 15,0 0-9-15,0 0-1 0,0 0-16 0,0 0 2 16,0 0 0-16,0 0-7 0,0 0-6 0,0 0-7 15,0 0-3-15,0 0-5 0,0 0-45 0,0 0-103 16,0 0 46-16</inkml:trace>
  <inkml:trace contextRef="#ctx0" brushRef="#br0" timeOffset="96501.21">24230 12204 8 0,'0'0'125'0,"0"0"-2"15,-4-6-2-15,4 6 0 0,-5-7-3 0,5 7 3 0,0 0-5 16,-5-10-4-16,5 10-3 0,-4-9 0 0,2 4-5 15,2 5-3-15,-5-11-5 0,2 5 8 0,3 6-4 16,-5-9-4-16,2 4-5 0,3 5-3 0,-5-9-3 16,5 9-5-16,-3-5-3 0,3 5-5 0,-3-8-6 15,3 8-9-15,0 0-6 0,0 0-7 0,0 0-3 16,0 0-8-16,0 0-5 0,-2-7-5 0,2 7-8 16,0 0 2-16,0 0 1 0,0 0-8 15,0 0 1-15,8 30 3 0,-3-19-7 0,0 4 1 0,3 3 0 16,-4 1-1-16,1 6 1 0,-2-6-3 0,2-1 0 15,-1 0 1-15,-2 1-3 0,2-1-1 0,-1 0 1 16,0-1-3-16,1-3 3 0,0 2 0 0,0-7 0 16,0 3 2-16,-2-3 4 0,2 0-12 0,-1 0-5 15,-2-3-9-15,4-1 3 0,-5-5 2 0,4 9-2 16,-1-6 3-16,-3-3 3 0,7 3 1 0,-7-3 4 16,8 4-6-16,-8-4 2 0,9-1 0 0,-9 1 0 15,9-10-3-15,-3 5 1 0,0-3 3 0,2-2-1 16,0-5-1-16,3-1-7 0,-4-1 4 0,0-7-4 15,1 6 0-15,1-7-1 0,-1-1-3 0,-1 2 4 16,2-2-5-16,1 0 2 0,-4 1 2 0,1 0 3 16,-2 6 1-16,-1 1-4 0,0-1 2 0,-3 2 2 15,-1 0-1-15,-1 7 2 0,0 1-2 0,-2 2 3 16,-1 0-1-16,4 7 1 0,-9-8-5 0,3 6 6 16,6 2-1-16,-16 2 1 0,4 2-3 0,2 1 4 15,-4 7 1-15,-1-3-1 0,0 2-3 0,4 3 4 16,-1 1 2-16,2 0-3 0,5-4 4 0,0 0-3 0,2 0 0 15,2-1 6-15,3 2-2 0,2 2 2 16,3-2 0-16,4-1-2 0,1-1 0 0,3 0 4 16,4 0 2-16,0-6-2 0,8 3-4 0,0 1-12 15,-6-7-24-15,8 2-29 0,-1-2-31 0,-9-1-35 16,2 3-33-16,-7 0-112 0,2 0-301 0,-3-5 134 0</inkml:trace>
  <inkml:trace contextRef="#ctx0" brushRef="#br0" timeOffset="96969.04">24577 12477 111 0,'0'17'149'0,"-2"-8"-18"0,2 1-12 16,2 0-10-16,-4 0-3 0,2 1-7 0,-1 0-4 15,0-1-3-15,1 0-11 0,0 0-13 0,-2-1 8 16,2 1-3-16,-1-3-4 0,1-7-4 0,0 13-6 0,-3-7-7 16,3-6 2-16,-1 9 3 0,1-9 7 0,0 0 9 15,1 7 10-15,-1-7 3 0,0 0 4 0,0 0-7 16,0 0-6-16,0 0-9 0,0 0-6 16,0 0-5-16,0 0-6 0,8-20-5 0,-4 8-6 0,0 1 0 15,-1-1-7-15,-1-7-5 0,3 0-2 0,1 1-1 16,1-8-3-16,-2 7-1 0,5-6-3 0,-3 8 2 15,0 0-5-15,-2 0 0 0,1 1-2 0,-3 6 9 16,4 0 4-16,-3 1-4 0,-1 2-1 0,0 2-6 16,1-2 2-16,-4 7-5 0,6-7-4 0,-6 7 1 15,9-4-3-15,1 5 1 0,-10-1-3 0,16 7-2 16,-5 0 4-16,-1 5-6 0,3 3 3 0,-1 0-4 16,-1 1 5-16,0 1 1 0,-3 0-3 0,6 5 1 15,-6-4 20-15,-2 1-6 0,1-1-2 0,-1-1-4 16,-1 0 3-16,-1 1-1 0,1-1-2 0,0 0-1 15,-1-2-5-15,0-3-19 0,-1 1-20 0,-3-3-31 16,1 0-36-16,0 0-23 0,-1 0-37 0,0-4-13 16,0-6-30-16,0 12-172 0,0-12-408 0,-5 6 181 15</inkml:trace>
  <inkml:trace contextRef="#ctx0" brushRef="#br0" timeOffset="97129.71">24689 12557 92 0,'-8'-2'141'0,"8"2"-11"16,0 0-13-16,0 0 1 0,0 0-4 0,0 0-12 15,0 0-7-15,0 0-8 0,30 0-19 0,-11 1-32 16,1 0-33-16,1-4-51 0,11 2-129 0,-5-3-190 16,3-1 85-16</inkml:trace>
  <inkml:trace contextRef="#ctx0" brushRef="#br0" timeOffset="97278.23">25293 12471 168 0,'0'0'161'0,"9"-3"-17"0,-9 3-15 0,7-3-23 16,-7 3-35-16,0 0-44 0,11-3-45 0,-11 3-30 15,7 0-76-15,-7 0-133 0,0 0 58 0</inkml:trace>
  <inkml:trace contextRef="#ctx0" brushRef="#br0" timeOffset="97436.17">25268 12551 32 0,'-6'7'147'0,"6"-7"-3"0,-5 5-9 16,5-5-2-16,0 0 1 0,0 0-10 0,0 0-5 15,7 9-11-15,-7-9-8 0,20 0-14 0,-7 0-19 16,6-4-28-16,10 1-36 0,0-1-40 0,0 0-52 15,-2 1-119-15,-5-1-225 0,-2 0 100 0</inkml:trace>
  <inkml:trace contextRef="#ctx0" brushRef="#br0" timeOffset="98582.11">25913 12236 53 0,'0'0'168'0,"0"0"-18"0,0 0-17 16,0 0-8-16,0 0-17 0,0 0-1 0,0 0 1 15,0 0-7-15,14 22-3 0,-10-5 5 0,0 0 12 16,1 2-25-16,1 5-4 0,0 0-10 0,-2-6-8 16,0 6-4-16,-1-3-4 0,1-2-6 0,2 5-2 15,-3-5-6-15,2 0-1 0,-1 0-6 0,1-2 1 16,-1 0-7-16,0-5-2 0,-2-1-3 0,1 1-2 15,-1-3-1-15,0-1-2 0,3-2-6 0,-3 2 2 16,-2-8-2-16,3 8 3 0,-1-3 0 0,-2-5 8 16,2 6 9-16,-2-6 10 0,0 0 5 0,0 0-7 15,0 0-2-15,0 0-3 0,0 0-4 0,15-19-7 16,-10 10 0-16,0-3-2 0,1-3-3 0,-1-2-2 16,3 1-6-16,-5-2 4 0,6-2-6 0,0-4 1 15,0-4-3-15,-2 4-3 0,2-2 1 0,-2 0-2 0,3 1-1 16,-2-1-4-16,-2 1-10 0,-1 6-1 15,-1 0 2-15,-2 2 0 0,0 0 0 0,-2 8 2 16,0-1-1-16,0 3 0 0,0 7-2 0,-2-12 3 16,2 12-6-16,-6-7 1 0,6 7-3 0,-11-2 3 15,11 2 1-15,-19 9 0 0,4 1-1 0,1 1 1 0,3 2-1 16,-1-2 3-16,1 4 0 0,5-4-1 0,-2 3 1 16,4-3-1-16,0 1 3 0,0-2 1 15,6 1 0-15,0-1-2 0,6 0 5 0,2-1 0 16,-1 0 1-16,9-2-2 0,0-3 1 0,11 4 0 15,-8-6-14-15,8 2-29 0,2-1-31 0,-1-1-49 0,1-2-52 16,-4 0-55-16,-10-2-117 0,2 1-373 16,-8 1 165-16</inkml:trace>
  <inkml:trace contextRef="#ctx0" brushRef="#br0" timeOffset="98825.14">26335 12537 33 0,'0'0'206'0,"0"0"-11"0,0 0-16 0,0 0 2 15,4 7 0-15,-4-7-8 0,5 9-5 0,-3 0-5 16,1 0-4-16,0 0-11 0,-1 2-13 0,2-1-12 16,-4 2-13-16,2 1-12 0,0-2-11 15,0 2-6-15,-2-1-9 0,3-1-5 0,-1 2-11 16,-2-3-19-16,2 1-26 0,-2-1-29 0,0-2-37 0,0 3-41 15,-4-3-36-15,4-8-33 0,0 12-46 0,0-6-120 16,0-6-360-16,0 0 160 0</inkml:trace>
  <inkml:trace contextRef="#ctx0" brushRef="#br0" timeOffset="98980.37">26429 12335 36 0,'0'0'138'0,"0"0"-12"0,0 0-29 16,0 0-33-16,0 0-38 0,0 0-34 0,21 19-73 15,-17-9-86-15,1-2 39 0</inkml:trace>
  <inkml:trace contextRef="#ctx0" brushRef="#br0" timeOffset="99144.29">26758 12573 10 0,'0'0'218'0,"0"0"-16"0,0 0-2 16,0 0 3-16,0 0-6 0,10-1-14 15,-10 1-14-15,0 0-18 0,7-3-15 0,-7 3-9 16,12-1-15-16,-1 1-37 0,1-2-43 0,-1 4-53 0,2-4-71 16,3 2-53-16,1 0-149 0,2-2-317 15,3 1 142-15</inkml:trace>
  <inkml:trace contextRef="#ctx0" brushRef="#br0" timeOffset="100062.8">27195 12379 76 0,'0'0'123'0,"0"0"-16"0,0 0-4 16,0 0-11-16,0 0-6 0,0 0-12 0,0 0 5 15,0 0-14-15,0 0-9 0,0 0-5 0,0 0 3 0,0 0-7 16,0 0 1-16,0 0-7 0,0 0 0 0,0 0-2 16,0 0-3-16,0 0-1 0,0 0 7 0,0 0-4 15,0 0 1-15,0 0 5 0,0 0 3 16,0 0-4-16,0 0 3 0,0 0 4 0,0 0-2 0,0 0-1 15,0 0 0-15,0 0 2 0,0 0-5 0,0 0 2 16,0 0-1-16,0 0-1 0,0 0 1 0,0 0 2 16,0 0 5-16,0 0-1 0,0 0-3 0,0 0 4 15,0 0 2-15,0 0-2 0,0 0 3 0,0 0 2 16,0 0-4-16,0 0-2 0,0 0-6 0,0 0 0 16,2-13-4-16,-2 13 4 0,0 0 5 0,0 0 4 15,0 0-1-15,0 0 2 0,0 0 0 0,0 0-2 16,0 0-5-16,0 0 0 0,0 0-3 0,0 0 0 15,1-11-5-15,-1 11 2 0,0 0-5 0,0 0-1 16,0 0-8-16,0 0 0 0,0 0-2 0,0 0-2 16,0 0-6-16,0 0 0 0,0 0-2 0,0 0 0 15,0 0-1-15,0 0-2 0,0 0-5 0,0 0 0 16,0 0-3-16,0 0-2 0,0 0-3 0,0 0 2 16,0 0-3-16,0 0 0 0,0 0-2 0,0 0 2 15,0 0-4-15,0 0 7 0,0 0-4 0,0 0 5 16,-2 24-4-16,2-15 2 0,-1-1-3 0,-1 3 7 15,4-1-7-15,-2 0 3 0,-2 2 2 0,2-1-5 16,-2 6-2-16,-2-2 5 0,4-2 4 0,-2-1 1 16,2 3-8-16,-2 0-1 0,1-3 0 0,-4 1 4 15,5-2-2-15,-2 1 3 0,2-2-3 0,0 0 0 16,0-1 3-16,0 1 1 0,2-3-5 0,-2 1 2 16,0-8-3-16,0 13 1 0,0-6-2 0,0-7-13 15,3 10-24-15,-1-3-22 0,-2-7-26 0,0 9-30 16,0-9-29-16,0 0-20 0,1 9-22 0,-1-9-25 15,2 4-17-15,-2-4-162 0,0 0-427 0,0 0 190 16</inkml:trace>
  <inkml:trace contextRef="#ctx0" brushRef="#br0" timeOffset="100274.42">27139 12178 102 0,'0'0'185'0,"-4"-6"-19"15,4 6-13-15,-5-5-19 0,5 5-13 0,0 0-13 16,0 0-10-16,-4-5-15 0,4 5-25 0,0 0-31 16,0 0-29-16,0 0-49 0,27 11-41 0,-18-6-90 15,0 2-197-15,0-2 87 0</inkml:trace>
  <inkml:trace contextRef="#ctx0" brushRef="#br0" timeOffset="100794.43">27403 12622 47 0,'0'0'231'16,"0"0"-10"-16,0 0-15 0,0 0-13 0,0 0-19 0,0 0-17 15,0 0-15-15,0 0-18 0,0 0-15 0,0 0-9 16,0 0-5-16,0 0-10 0,0 0-5 16,-7 23-11-16,2-13-4 0,2 1-1 0,-1 2-8 15,0-2-3-15,-1 4-3 0,1-3-8 0,0-2 2 16,2 2-6-16,-2-2-5 0,2-1-4 0,0 0-2 0,0-3-5 15,0 0 1-15,2-6-4 0,-2 8 2 0,2-8 9 16,-3 8 9-16,3-8 15 0,0 0 15 16,0 0 2-16,0 0-6 0,0 0-7 0,0 0-6 15,0 0-5-15,0 0-1 0,0 0-8 0,3-28 0 0,-1 17-6 16,2-1-3-16,-2 0-4 0,0-2-2 0,6-3-3 16,-2 1-2-16,-1-3 0 0,4 2-2 15,0-6-5-15,0 5 1 0,1-4-5 0,2 5 1 0,-3 4 0 16,-3 1 2-16,1 3-5 0,-1 0-2 15,0 1-3-15,-2 1-1 0,1 5-2 0,-5 2 2 0,11-2-3 16,-11 2-1-16,13 4 2 0,-6 2-2 0,-1 2 2 16,-1 2 0-16,2 0 1 0,-4 1 1 0,3 1-1 15,-4 3 2-15,3 1-1 0,-1-4 0 0,0 0 0 16,0 0-2-16,0 0-1 0,-2-1-1 0,1 0-10 16,-1-1-25-16,2 0-25 0,0-1-24 0,-4-2-28 15,4 1-29-15,-1-2-37 0,-3-6-32 0,2 11-35 16,-2-11-135-16,0 6-415 0,0-6 184 0</inkml:trace>
  <inkml:trace contextRef="#ctx0" brushRef="#br0" timeOffset="100946.93">27361 12636 67 0,'-8'-5'145'0,"8"5"-9"0,0 0-2 0,0 0-11 0,0 0-11 16,0 0-10-16,23-5-9 0,-11 3-20 0,9 2-26 15,6-3-39-15,7 0-29 0,-3 2-41 0,3-3-98 16,-5 0-173-16,2-2 77 0</inkml:trace>
  <inkml:trace contextRef="#ctx0" brushRef="#br0" timeOffset="101168.78">27811 12430 128 0,'-3'-11'187'0,"3"11"8"0,-1-7-8 0,1 7-17 15,0 0-19-15,0 0-15 0,0 0-11 0,0 0 1 16,0 0 2-16,0 0 3 0,0 0-11 0,4 34-9 16,0-17-10-16,-3 2-5 0,0 2-9 0,-2 4-8 15,1-6-8-15,0 0-4 0,-1 1-7 16,3-1-4-16,-3 0-6 0,1-2-5 0,0 0-3 0,-1-2-6 16,-1-1-16-16,2-3-29 0,-2 0-32 15,2-1-33-15,0-3-39 0,-2 1-31 0,2-8-20 0,0 10-15 16,0-10-152-16,0 0-357 0,-1 9 158 0</inkml:trace>
  <inkml:trace contextRef="#ctx0" brushRef="#br0" timeOffset="101448.39">27816 12421 106 0,'0'0'130'0,"4"-8"-1"0,3 6-6 0,-7 2 5 16,13 0 4-16,-2 0-7 0,-4 3-9 0,-2 1-10 15,3 1-12-15,1 3 0 0,-4 2-8 0,2 0-3 16,-1 2-4-16,-3 0-6 0,-1 0-4 0,-2 2-5 16,0-2-3-16,-4 1 6 0,0 1-4 0,-1-1 2 15,-4-3 2-15,1 2 3 0,2-4-1 0,-2 0-4 16,0-2 2-16,1 0-4 0,3-1-3 0,4-5-9 16,-8 6-3-16,5-3-5 0,3-3-7 0,0 0-4 15,-5 9 1-15,5-9-2 0,0 0-6 0,14 7 0 16,-5-7-21-16,5 3-27 0,-1-2-28 0,5-1-35 15,2 0-34-15,2-1-37 0,-1 0-15 0,6-4-17 16,-6 3-142-16,-1-2-358 0,-5-1 158 0</inkml:trace>
  <inkml:trace contextRef="#ctx0" brushRef="#br0" timeOffset="101731.18">28148 12544 120 0,'0'0'142'0,"4"-8"11"0,-4 8 6 0,0 0 2 15,1-6-10-15,-1 6-7 0,0 0-12 0,0 0-16 16,0 0-9-16,0 0 5 0,0 0 10 0,0 0-10 15,0 0 6-15,10 19 9 0,-7-7-5 0,-2 2-5 16,-1 3-4-16,2 0-8 0,-1 0-4 0,-4 2 6 16,2-2-12-16,-4 2-4 0,3-4-4 0,2 2-11 15,-3-1-6-15,2-2-3 0,-1-3-6 0,1-2-6 16,-1 1-5-16,2 1-4 0,2-4 0 0,1 2 1 16,-1-5 2-16,2 3-3 0,6-1-2 0,-1-3-3 15,3-1-4-15,7-2-3 0,1-2-3 0,8-1-1 16,2-5-7-16,0 0 2 0,1 3-2 0,-2-4-1 15,0 3-3-15,-2-3-4 0,-7 3-6 0,-1 2-12 16,-6 1-25-16,-2-1-13 0,0 2-26 0,-4-1-32 16,0 1-35-16,-7 2-43 0,10-2-37 0,-10 2-43 15,0 0-220-15,0 0-517 0,0 0 229 0</inkml:trace>
  <inkml:trace contextRef="#ctx0" brushRef="#br0" timeOffset="106399.92">24370 13426 63 0,'0'0'170'0,"0"0"-16"15,0 0-7-15,0 0-12 0,1-8-19 0,-1 8-11 0,0 0-4 16,0 0-10-16,0 0-3 0,0 0-8 0,0 0-5 15,14 25-4-15,-10-13-6 0,1-1-9 16,2 5 1-16,-3-1-12 0,3 0 3 0,-4 3-6 16,3-1 2-16,1 0-5 0,-3-2-6 0,4 2-1 15,-4-5-3-15,1 1 6 0,0-3-13 0,1 5 0 0,-3-4 0 16,3-2-2-16,-1 1-1 0,-1-4-4 0,0-2-2 16,-2 0 0-16,-2-4-2 0,7 8 3 0,-4-5-2 15,-3-3 1-15,3 4 1 0,-3-4 3 0,0 0 0 16,0 0-1-16,0 0-7 0,14-7 4 15,-9 3-3-15,1-5-1 0,-1 0 1 0,2-1-2 0,2-5 1 16,-2 0-3-16,3 0 1 0,0-2-3 0,0-8 0 16,-1 9-4-16,3-10 3 0,-5 3 1 0,2 0 7 15,2 0-13-15,-6 4-4 0,1 0 0 16,-1-6 1-16,-1 7-1 0,-3 0-2 0,4 3 3 0,-5 4-2 16,0-1-1-16,2 3 3 0,-4 1-2 0,2 8 0 15,-5-11-2-15,2 6 1 0,3 5-2 0,-11 0 5 16,11 0 0-16,-19 6-6 0,11-2 4 0,-3 3-2 15,0 2 2-15,2 0 4 0,-1 5-4 16,3-3 6-16,1-1-3 0,0 3 1 0,3-2 0 0,1 1 2 16,2-1 1-16,0 1 1 0,5-2-1 0,3 0 7 15,2-1 1-15,4-1-2 0,4 1-3 0,1-3 3 16,3 0-4-16,8-1-2 0,-1 0-29 0,-2-1-37 16,-4-2-30-16,-3 1-28 0,2 1-38 0,-4-1-119 15,-8 0-302-15,0-1 134 0</inkml:trace>
  <inkml:trace contextRef="#ctx0" brushRef="#br0" timeOffset="106629.02">24846 13641 83 0,'0'0'198'0,"0"0"-6"15,0 0-12-15,0 0-15 0,0 0-16 0,0 0-8 16,4 9-1-16,-4-9-10 0,1 7-8 0,-1-7-7 15,4 11-7-15,-1-2-12 0,-1 0-6 0,1 2-11 16,-2-1-3-16,1 5-9 0,-2-3-4 0,2 1-8 16,-2-2-3-16,2 2-7 0,-2 0-6 0,0 1-18 15,2-1-20-15,-2-2-36 0,0 3-44 0,0-3-32 16,0-3-42-16,1 3-38 0,-4-2-116 0,3-9-332 16,-2 11 148-16</inkml:trace>
  <inkml:trace contextRef="#ctx0" brushRef="#br0" timeOffset="106810.06">24799 13491 75 0,'0'0'141'0,"0"0"-9"0,0 0-13 0,5-10-17 16,-5 10-37-16,11 1-28 0,-11-1-39 0,17 7-40 15,-7-2-63-15,-3 1-113 0,2 1 50 0</inkml:trace>
  <inkml:trace contextRef="#ctx0" brushRef="#br0" timeOffset="106961.58">25232 13623 132 0,'0'0'160'0,"8"-1"-22"0,-8 1-10 15,10 0-19-15,-10 0-24 0,10 0-41 0,-10 0-18 16,13 1-42-16,-9 1-20 0,-4-2-16 0,9 5-68 16,-9-5-130-16,4 6 58 0</inkml:trace>
  <inkml:trace contextRef="#ctx0" brushRef="#br0" timeOffset="107105.9">25273 13701 11 0,'-8'2'162'0,"8"-2"-17"0,-6 6-5 16,2-4-10-16,4-2-15 0,0 0-4 0,-9 4-14 15,9-4-2-15,0 0-2 0,0 0-4 0,0 0-8 16,11 8-5-16,-4-6-11 0,2-1-19 0,0-1-31 16,2-1-38-16,3 1-45 0,3-3-48 0,1 3-95 15,0-4-228-15,2 1 100 0</inkml:trace>
  <inkml:trace contextRef="#ctx0" brushRef="#br0" timeOffset="114439.34">25902 13401 53 0,'0'0'107'0,"0"0"2"0,0 0-14 0,0 0 0 16,0 0-3-16,0 0 3 0,0 0 1 0,0 0-11 15,0 0 1-15,0 0 0 0,0 0-3 0,0 0-3 16,0 0 1-16,0 0-4 0,0 0-1 0,0 0 0 16,0 0-5-16,0 0 6 0,0 0-8 0,0 0-4 15,0 0-8-15,0-10-5 0,0 10-4 0,0 0 0 16,0 0-11-16,-4-9-1 0,4 9-3 0,0 0-2 16,-3-10-2-16,3 10-6 0,0 0 7 0,-2-6-1 15,2 6-10-15,0 0 1 0,-2-7 1 0,2 7-1 16,0 0 1-16,0 0-5 0,-2-8 1 0,2 8-5 15,0 0-2-15,0 0-4 0,0 0 1 0,0 0-2 0,0 0-3 16,0 0 2-16,0 0-1 0,0 0-1 16,10 26 2-16,-5-13-2 0,-1 1-3 0,-1 4 3 15,-1 1-2-15,5 1 2 0,-2 4-1 0,1-7-2 16,-4 3 4-16,1-2-1 0,1-1-3 0,2-2-3 16,-2 1 7-16,0-4-2 0,0 0 1 0,0-1-4 15,1 0 4-15,-3-2 1 0,2-1-3 0,-1-1 5 16,2 0-2-16,-3-4-5 0,-2-3 1 0,4 11 1 15,-4-11 1-15,2 5 1 0,-2-5 3 0,1 6 1 16,-1-6 0-16,0 0 3 0,0 0-5 0,6 4 3 0,-6-4 1 16,0 0 0-16,0 0-2 0,0 0 2 0,9-19-4 15,-4 10 2-15,-1-2 1 0,-1 0-3 16,1-1-2-16,2-1-1 0,1-2 1 0,1-1 1 0,0-3 0 16,1 2 0-16,-1-7-1 0,0 7-4 15,-1-8-5-15,1 7-1 0,-1-1-3 0,-2 0 3 0,0 2-2 16,-1 0 2-16,0 5 1 0,-4-1 2 0,3 2-3 15,-3 1 1-15,0 3-2 0,0 7 4 0,1-12-1 16,-1 12-3-16,-2-7-2 0,2 7 5 16,0 0-2-16,-10-2 3 0,10 2-5 0,0 0 3 0,-15 10-2 15,7-2 6-15,3 0-3 0,-3 2 2 0,2-1 3 16,2 3-5-16,-2-4 5 0,4 4 2 0,-1-2-3 16,3 1 2-16,0-1-3 0,0-1-1 15,2-3 4-15,3 3 1 0,1-4-1 0,-1 2 0 16,6-1-9-16,0-2-25 0,3 0-28 0,2-1-32 0,2-3-33 15,0 2-40-15,4-1-140 0,-6 0-330 0,-3-1 146 16</inkml:trace>
  <inkml:trace contextRef="#ctx0" brushRef="#br0" timeOffset="114866.69">26291 13650 91 0,'0'12'161'0,"0"-6"-10"0,0-6-9 0,0 11-6 16,0-11-3-16,0 11-8 0,0-11-5 0,2 11-6 0,0-5-6 15,-2-6-13-15,0 10-7 0,0-10-7 0,2 8-9 16,-2-8-6-16,0 0-2 0,-2 11-2 0,2-11-2 16,0 0 4-16,4 5 7 0,-4-5 4 0,0 0 10 15,0 0 4-15,0 0 6 0,0 0-3 0,0 0-8 16,0 0-11-16,0 0-6 0,0 0-4 0,0 0-9 15,0 0-4-15,0 0-4 0,-6-28-6 0,6 18-3 16,2-2-6-16,0 0 1 0,0 1-6 0,1-6-5 16,-1 0-3-16,2 1-4 0,1-1-2 0,2 1-3 15,-1-1 2-15,-1 2-3 0,-1 5 1 0,1-2-7 16,4 4-1-16,-4-1-2 0,3 3-1 0,-6 0-1 16,5 3 0-16,-1 1-1 0,-6 2 1 0,14 2 2 15,-5 1-5-15,-4 6 1 0,4-1 1 0,-2 1 2 16,1 6 2-16,-1-1-2 0,-2 0-2 0,0 1 2 15,-1-3-2-15,0-1 3 0,1 2 1 0,-3-1-1 16,-2 0-2-16,2 0 2 0,0-1 2 0,0 2-14 16,-2-1-19-16,1-2-29 0,2 4-33 0,-3-6-35 15,0 2-24-15,0-3-33 0,2-1-20 0,-2-6-165 16,-2 10-401-16,2-10 178 0</inkml:trace>
  <inkml:trace contextRef="#ctx0" brushRef="#br0" timeOffset="115032.02">26335 13657 10 0,'0'0'159'0,"-4"-6"-9"0,4 6-22 16,0 0-5-16,0 0-22 0,0 0-27 0,0 0-25 16,21-4-19-16,-11 3-24 0,1 1-30 0,3-3-18 15,6 3-16-15,0 0-60 0,-1 0-127 0,0-3 55 16</inkml:trace>
  <inkml:trace contextRef="#ctx0" brushRef="#br0" timeOffset="115192.62">26712 13614 112 0,'0'0'135'0,"0"0"-13"16,0 0-4-16,10-1-15 0,-10 1 5 0,7-1-10 16,-7 1-2-16,12-4 0 0,-4 3-7 0,1-1-7 15,2-1-5-15,3 1-10 0,-3 2-9 0,1 0-9 16,0-2-25-16,-1 2-27 0,-4 0-26 0,3-2-28 15,-10 2-18-15,13 0-30 0,-13 0-90 0,8-1-210 16,-8 1 94-16</inkml:trace>
  <inkml:trace contextRef="#ctx0" brushRef="#br0" timeOffset="115382.63">26764 13509 83 0,'0'0'172'16,"0"0"-14"-16,0 0-20 0,0 0-11 0,0 0 4 15,0 0 4-15,0 0 10 0,0 0 4 0,0 25-12 16,4-14-8-16,-3-1-10 0,3 4-11 0,-4 0-7 16,4 4-12-16,0-1-6 0,-4-1-9 0,2 1-8 15,-2 0-9-15,2-1-20 0,-2 1-36 0,-2-1-46 16,4-5-41-16,-2 0-51 0,0-1-41 0,-2 0-122 16,2-3-323-16,0-7 144 0</inkml:trace>
  <inkml:trace contextRef="#ctx0" brushRef="#br0" timeOffset="115704.87">27038 13684 185 0,'5'-5'188'0,"-1"-1"9"16,0 1-15-16,2-1-9 0,0-2-14 15,1 0-13-15,-1 1-10 0,1-2-13 0,5 1-7 16,-1-5-9-16,2 2 3 0,-2 3-5 0,-4-1-2 15,0 0-6-15,2-1-3 0,-2 0-6 0,-1-3 4 0,1 4-8 16,-3-2-6-16,1 3-3 0,0-2 2 16,-3 4 2-16,-2 6 3 0,2-9-3 0,-2 9-3 15,2-7-10-15,-2 7-3 0,0 0-6 0,3-7-10 16,-3 7-7-16,0 0-7 0,0 0-3 0,0 0-5 16,0 0 1-16,-11 26-6 0,9-15-1 0,-4 3-2 0,2-1-5 15,-1 1 5-15,1 0-4 0,2 1-3 16,2-3 0-16,0 1 3 0,2-3-14 0,0 0-16 15,3 0-25-15,-1-1-33 0,6-2-45 0,-4 0-46 16,5-2-48-16,1-2-46 0,-1 0-183 0,0-3-479 16,1 0 212-16</inkml:trace>
  <inkml:trace contextRef="#ctx0" brushRef="#br0" timeOffset="115877.38">27231 13348 1703 0,'-17'-21'0'0,"3"8"13"0,1 3 28 0,3 0-16 16,-1 3 5-16,3-1-1 0,-1 2-2 0,3 2-3 16,2 1-5-16,4 3-3 0,-8-4 0 15,8 4-1-15,0 0-13 0,0 0-20 0,-7 10-27 16,7-10-36-16,0 0-39 0,15 24-163 0,-10-15-306 0,4 3 135 16</inkml:trace>
  <inkml:trace contextRef="#ctx0" brushRef="#br0" timeOffset="116316.95">27403 13582 17 0,'0'0'192'0,"0"0"-19"15,0 0-6-15,-5 6 3 0,5-6-2 0,-2 10-16 0,-1 1-9 16,1 1-8-16,-1 3-8 0,-1-3-9 0,0 3-10 15,2 2-8-15,-3 0-10 0,3-6-8 0,0 6-6 16,-1-6-5-16,-2 0-3 0,3 0-7 16,2-1-2-16,-2-5-6 0,0 3-5 0,-1-2 3 15,3-6 10-15,-1 8 16 0,1-8 11 0,0 0 5 0,0 0-6 16,0 0-14-16,0 0-5 0,0 0-14 0,0 0 2 16,1-26-8-16,2 14-5 0,-3 0-1 15,6-3-8-15,0-1-4 0,0-3-1 0,0 1-7 0,1-6-4 16,5 2 1-16,-1-2-7 0,4 2-2 0,-5 6 1 15,-1 0-4-15,-1 2-3 0,2 3 2 0,-3 4-2 16,-1-3-4-16,0 6-2 0,-1-2 0 0,3 3-1 16,-2 2-3-16,-6 1 6 0,13 0-8 0,-4 3 3 15,-4 2-2-15,1 2 5 0,1 2-1 0,-2 1 2 16,0 3-2-16,1-3 2 0,-2 2-1 0,-1 4 2 16,3-2-1-16,-2-2 2 0,-3 1-1 0,1-3 1 15,0 2-1-15,3-4 3 0,-2 3-14 0,-2-1-26 16,0-3-31-16,1 0-27 0,0-1-26 0,0 3-44 15,-2-2-39-15,0-7-33 0,-2 10-171 0,2-10-442 16,-6 8 196-16</inkml:trace>
  <inkml:trace contextRef="#ctx0" brushRef="#br0" timeOffset="116471.73">27417 13662 60 0,'0'0'143'0,"0"0"-12"15,0 0-15-15,15-13-12 0,-3 12-8 0,7-4-8 16,1 1-13-16,0-1-29 0,12 0-28 0,-3-1-40 16,0 2-34-16,0-3-78 0,-11 3-144 0,5-2 64 15</inkml:trace>
  <inkml:trace contextRef="#ctx0" brushRef="#br0" timeOffset="116684.95">27838 13450 9 0,'0'0'163'15,"-2"-13"10"-15,2 13 9 0,-2-7-5 0,2 7-9 16,0-8-14-16,0 8-14 0,0 0-19 0,0 0-9 16,0 0-4-16,0 0-2 0,0 0 2 0,0 0 3 15,0 28-6-15,2-16-4 0,-2 5-13 0,0-1-7 16,2 1-5-16,-4 1-8 0,2-1-9 16,0 2-3-16,0-2-5 0,-2-2-7 0,2 1-4 0,0-4-3 15,0-1-23-15,2 1-20 0,-2-2-19 0,0-3-29 16,-2 2-29-16,2-9-34 0,2 11-31 0,-2-11-25 15,-2 11-168-15,2-11-370 0,-4 4 163 0</inkml:trace>
  <inkml:trace contextRef="#ctx0" brushRef="#br0" timeOffset="116977.17">27865 13385 78 0,'8'-6'177'0,"-3"0"-12"15,2 4-9-15,0-1-5 0,-7 3-3 0,0 0-9 16,17 5-5-16,-10 3-9 0,-1 0-13 0,-3 2-8 16,-2 4-8-16,-1 1-11 0,0 2-4 0,-1-1-4 15,-3-1-2-15,-5 0-6 0,2-2 0 0,1-1-4 16,2 0-1-16,-1-3-2 0,-2 3-3 0,0-6-4 16,4 1 0-16,1-3-5 0,2-4-2 0,-4 9-3 15,4-9-4-15,-6 6-2 0,6-6-5 0,0 0-2 16,0 0-3-16,9 8 0 0,-3-7 2 0,3-1-10 15,4-1-2-15,-2 1-27 0,8-3-24 0,1 3-27 16,-2-1-29-16,3-2-30 0,-4 0-17 0,-3 1-19 16,-3 1-13-16,3-2-4 0,-2 1-7 0,0 0-108 15,-1 1-308-15,-2-3 137 0</inkml:trace>
  <inkml:trace contextRef="#ctx0" brushRef="#br0" timeOffset="117207.84">28215 13473 54 0,'6'-7'171'15,"-6"7"5"-15,3-4-8 0,-3 4-5 0,0 0-12 16,0 0-12-16,9-3-10 0,-9 3 17 0,0 0 18 16,0 0-1-16,-4 24 0 0,-1-13-6 0,5 3-3 15,-4 1-8-15,-1 2-11 0,1 2-6 0,0-1-2 16,1-1-5-16,-3 1-13 0,6-1-9 0,-1-3-11 16,-3-3-9-16,4 1 0 0,1-1-4 0,2-2-4 15,-2 2-8-15,5-4 6 0,0-2-14 0,1 1-3 16,6-1-5-16,-1-4-1 0,5 0-14 0,0-1-17 15,3-2-30-15,0 0-34 0,-2-1-42 0,-1-3-59 16,-1 0-57-16,1-2-60 0,-1 2-231 0,1-3-537 16,-2-3 238-16</inkml:trace>
  <inkml:trace contextRef="#ctx0" brushRef="#br0" timeOffset="117367.86">28676 13534 26 0,'0'0'234'0,"4"3"-22"0,-4-3-1 15,0 0 4-15,0 0 12 0,0 0-4 0,0 0-11 0,0 0-18 16,9 3-21-16,-9-3-22 0,0 0-10 16,0 0-33-16,0 0-29 0,0 0-41 0,0 0-50 15,0 0-48-15,0 0-63 0,0 0-56 0,0 0-166 16,0 0-374-16,0 0 165 0</inkml:trace>
  <inkml:trace contextRef="#ctx0" brushRef="#br0" timeOffset="120956.96">25569 10586 14 0,'0'0'142'0,"0"0"-11"0,0 0-9 0,0 0-10 0,0 0-2 16,0 0-7-16,4-4-7 0,-4 4-13 0,0 0-3 16,0 0-4-16,0 0-14 0,0 0-8 0,0 0-5 15,0 0-8-15,0 0-16 0,0 0-2 0,0 0-10 16,0 0-9-16,0 0-6 0,0 0-19 0,0 0-2 15,0 0 1-15,0 0-7 0,0 0-18 0,0 0-11 0,0 0-14 16,0 0-12-16,8 12-80 0,-8-12-178 16,0 0 80-16</inkml:trace>
  <inkml:trace contextRef="#ctx0" brushRef="#br0" timeOffset="121557.58">25671 10659 9 0,'0'0'41'0,"0"0"-5"0,0 0-5 0,0 0-2 15,0 0-7-15,0 0-1 0,0 0-8 0,0 0-4 16,0 0-7-16,0 0 5 0,0 0-14 0,0 0-1 16,0 0-1-16,0 0 7 0,0 0-1 0,0 0 2 15,0 0 5-15,0 0 6 0,0 0-1 0,0 0 9 16,0 0-6-16,0 0 3 0,0 0 0 0,0 0 4 16,0 0-5-16,0 0 2 0,0 0-7 0,0 0 4 15,0 0-5-15,0 0 3 0,0 0-5 0,0 0-8 16,0 0-2-16,0 0-15 0,0 0-16 0,0 0-17 15,-8-4-56-15,8 4 25 0</inkml:trace>
  <inkml:trace contextRef="#ctx0" brushRef="#br0" timeOffset="123866.14">24455 10103 113 0,'0'0'120'0,"0"0"-7"16,0 0-7-16,0 0-7 0,0 0-3 0,0 0-14 15,0 0 7-15,0 0-9 0,0 0-4 0,0 0-6 16,0 0-6-16,0 0-6 0,0 0-1 0,0 0-9 16,0 0 2-16,0 0-6 0,0 0-1 0,0 0-7 15,0 0-9-15,0 0 2 0,0 0-4 0,0 0-6 16,0 0 8-16,0 0-6 0,0 0 0 0,0 0-4 15,0 0-3-15,0 0-3 0,0 0 2 0,0 0 5 16,0 0-4-16,0 0-2 0,0 0 3 0,0 0 1 16,0 0 1-16,0 0 1 0,0 0 0 0,0 0-2 15,0 0-1-15,0 0-1 0,0 0 0 0,0 0 0 16,0 0 1-16,0 0 2 0,0 0-2 0,0 0-4 0,0 0 2 16,0 0 0-16,0 0-3 0,0 0-2 15,0 0 0-15,0 0-4 0,0 0 3 0,0 0-1 16,0 0 0-16,0 0 2 0,0 0-7 0,0 0 1 0,0 0-1 15,0 0 3-15,0 0-1 0,0 0-3 0,0 0 1 16,0 0 3-16,0 0-4 0,0 0-14 0,0 0-18 16,0 0-22-16,0 0-13 0,0 0-19 15,9 10-15-15,-9-10-13 0,0 0-30 0,9 5-92 0,-9-5-256 16,7 2 114-16</inkml:trace>
  <inkml:trace contextRef="#ctx0" brushRef="#br0" timeOffset="124712.23">27254 10065 110 0,'0'0'118'0,"0"0"-3"16,0 0-18-16,0 0 3 0,0 0 1 0,0 0-14 16,0 0-10-16,0 0-4 0,0 0 2 0,0 0-13 15,0 0-5-15,0 0-6 0,0 0-3 0,0 0-1 0,0 0-10 16,0 0 0-16,0 0-6 0,0 0 0 0,0 0-6 16,0 0 2-16,0 0-4 0,0 0-8 0,0 0 1 15,0 0-3-15,0 0 3 0,0 0-4 0,0 0 1 16,0 0-2-16,0 0-10 0,0 0 4 0,0 0-19 15,0 0-14-15,0 0-9 0,0 0-23 0,0 0-12 16,0 0-12-16,0 0-16 0,0 7-90 0,0-7-205 16,0 0 91-16</inkml:trace>
  <inkml:trace contextRef="#ctx0" brushRef="#br0" timeOffset="125404.17">28078 10007 20 0,'0'0'91'16,"0"0"-5"-16,0 0-5 0,0 0-6 0,0 0-3 15,0 0-5-15,0 0-10 0,0 0 2 0,0 0 2 16,0 0-2-16,0 0-7 0,0 0-2 0,0 0 4 15,0 0-3-15,0 0-4 0,0 0-7 0,0 0-7 16,0 0 4-16,0 0-9 0,0 0-2 0,0 0 3 16,0 0-4-16,0 0-6 0,0 0-1 0,0 0-2 15,0 0 0-15,0 0-7 0,0 0 2 0,0 0 5 16,0 0-11-16,0 0-14 0,0 0-17 0,0 0-13 16,0 0-3-16,0 0-17 0,0 0-15 0,0 0-16 15,0 0-73-15,-15 13-174 0,15-13 77 0</inkml:trace>
  <inkml:trace contextRef="#ctx0" brushRef="#br0" timeOffset="125860.5">27218 9974 41 0,'0'0'90'0,"0"0"-4"15,0 0-13-15,0 0-10 0,0 0-1 0,0 0-12 16,0 0-6-16,0 0-2 0,0 0-14 0,0 0-9 16,0 0-2-16,0 0-19 0,0 0-17 0,0 0-19 15,0 0-55-15,0 0-101 0,18 8 45 0</inkml:trace>
  <inkml:trace contextRef="#ctx0" brushRef="#br0" timeOffset="126203.08">28248 9939 40 0,'0'0'93'0,"0"0"-7"0,0 0-5 0,0 0-10 0,0 0-11 16,0 0 1-16,0 0-13 0,0 0-3 0,0 0 0 15,0 0-12-15,0 0 7 0,0 0 3 0,0 0-22 16,0 0-3-16,0 0-7 0,0 0-8 15,0 0-19-15,0 0-19 0,0 0-9 0,-12 16-74 0,12-16-127 16,-9 4 57-16</inkml:trace>
  <inkml:trace contextRef="#ctx0" brushRef="#br0" timeOffset="126504.45">27016 10010 55 0,'0'0'83'0,"0"0"-11"15,0 0-9-15,0 0-10 0,0 0-13 0,0 0-18 16,24 4-17-16,-24-4-20 0,11 1-48 0,-11-1-69 16,16 4 30-16</inkml:trace>
  <inkml:trace contextRef="#ctx0" brushRef="#br0" timeOffset="126785.2">28123 10012 19 0,'0'0'115'0,"0"0"-9"0,5 5-7 15,-5-5-12-15,0 0-4 0,0 0-17 0,0 0-3 16,0 0-10-16,0 0 2 0,0 0 0 0,0 0-18 16,0 0-20-16,0 0-4 0,0 0-21 0,-14 9-25 15,14-9-26-15,-9 2-69 0,2-1-139 0,7-1 61 16</inkml:trace>
  <inkml:trace contextRef="#ctx0" brushRef="#br0" timeOffset="127016.65">27146 10032 47 0,'0'0'70'16,"0"0"-10"-16,0 0-13 0,0 0-15 0,0 0-16 16,0 0-24-16,0 0-36 0,29 7-48 0,-17-7 21 0</inkml:trace>
  <inkml:trace contextRef="#ctx0" brushRef="#br0" timeOffset="127268.8">28259 10031 108 0,'0'0'95'16,"0"0"-3"-16,0 0-10 0,0 0-6 0,0 0-4 15,0 0-12-15,0 0-2 0,4 5-3 0,-4-5-11 16,0 0 0-16,0 0-17 0,0 0-20 0,0 0-22 16,-12 10-39-16,12-10-72 0,-13 3-135 0,13-3 60 15</inkml:trace>
  <inkml:trace contextRef="#ctx0" brushRef="#br0" timeOffset="127496.29">27052 10043 31 0,'0'0'56'0,"27"6"-13"0,-16-6-23 0,4 1-29 16,-2 0-15-16,4 2-25 0,3-3 11 0</inkml:trace>
  <inkml:trace contextRef="#ctx0" brushRef="#br0" timeOffset="127718.93">28058 10037 38 0,'0'0'154'0,"0"0"-2"16,0 0-15-16,0 0-13 0,0 0-10 15,0 0-12-15,9 2-14 0,-9-2-6 0,0 0-17 0,0 0-4 16,0 0-16-16,0 0-36 0,0 0-34 0,0 0-40 16,0 0-116-16,-22 10-194 0,13-10 86 0</inkml:trace>
  <inkml:trace contextRef="#ctx0" brushRef="#br0" timeOffset="129298.25">28167 10048 25 0,'0'0'61'0,"0"0"1"15,0 0-11-15,0 0-13 0,0 0-3 0,0 0-17 16,3 6-14-16,-3-6-53 0,0 0-54 0,1 7 24 15</inkml:trace>
  <inkml:trace contextRef="#ctx0" brushRef="#br0" timeOffset="134072.43">27200 10893 8 0,'2'10'56'0,"-2"-10"-6"0,4 7 2 16,-4-7-3-16,6 3 11 0,-6-3-12 0,10 2-3 16,-10-2-3-16,13 0 0 0,-13 0-3 0,17-2-9 15,-2 1-2-15,-3-3-2 0,5 1 12 0,4-2-4 16,0 2-5-16,0 2 0 0,4-2-7 16,4 0 6-16,1 3-7 0,-1-2-1 0,2 0-2 15,-3-1 1-15,1 3 1 0,0-2 2 0,0 2-11 0,0-3-2 16,-9 3 0-16,9 0 1 0,-10 0 10 0,3-1-7 15,-2 1 3-15,1-1 3 0,-1 0-9 0,-3 1 6 16,0-1 4-16,0-1-5 0,-3 2 3 0,-4-1-8 16,-2 1 3-16,-8 0-6 0,14 0 0 0,-14 0 4 15,8 1-3-15,-8-1-3 0,0 0 3 0,9 3 6 16,-9-3-4-16,0 6 2 0,0-6 0 0,0 0-2 16,-7 12 7-16,1-9-4 0,1 4-4 0,-5 0 7 15,2-3-4-15,-1 4-5 0,1-1 0 0,-2 1-1 16,3 0 0-16,-3-2-3 0,2 2-24 0,1-2-12 15,1-2-21-15,-1 2-23 0,1 0-21 0,0-1-70 16,0-1-180-16,2 0 81 0</inkml:trace>
  <inkml:trace contextRef="#ctx0" brushRef="#br0" timeOffset="134276.62">27834 10807 110 0,'0'-10'140'0,"-3"0"-20"0,-4 0-2 0,5 1 5 0,-1-1-7 16,0 3-2-16,-2 1-2 0,5 6-10 0,-4-9-18 15,1 3-12-15,3 6-4 0,-4-7-15 0,4 7-21 16,0 0-22-16,-6-4-16 0,6 4-22 16,0 0-21-16,0 0-31 0,-13 7-41 0,13-7-61 0,-6 9-197 15,6-9 87-15</inkml:trace>
  <inkml:trace contextRef="#ctx0" brushRef="#br0" timeOffset="134946.07">26394 10314 25 0,'0'0'76'0,"0"0"-6"16,0 0-8-16,0 0-6 0,0 0-7 15,-7 23-16-15,7-23-7 0,-2 16-31 0,4-5-61 16,-2-2-71-16,0 3 32 0</inkml:trace>
  <inkml:trace contextRef="#ctx0" brushRef="#br0" timeOffset="135689.37">26777 10494 80 0,'-2'-7'113'0,"2"7"-8"0,-4-9-6 0,1 6-7 16,3 3-4-16,-4-10-6 0,4 10-4 0,-2-7-14 15,2 7 16-15,0 0-1 0,0-9 4 0,0 9-3 16,0 0-5-16,0 0-8 0,0 0-4 0,0-10-8 16,0 10-8-16,0 0 3 0,0 0-16 0,0 0-3 15,0 0 0-15,-9 19 1 0,9-6 6 0,-4 4-3 16,-3 8 1-16,0-1-3 0,0 8 5 0,1 0-6 15,-4 3 0-15,2 0-1 0,1-1-3 0,-2 11-2 16,0-13-1-16,2 0-7 0,1-1 3 0,-1-1-1 0,0-1-6 16,2-1 0-16,1-2 3 0,2 0-6 15,0-9 1-15,2 1 0 0,0 0-6 0,0-2 1 16,0-6-1-16,0 2 5 0,0-2-6 0,4-3 4 16,-4 1-4-16,4-1 2 0,3 0 4 0,0-2-6 0,2 0-2 15,0-1 3-15,11 0 1 0,-7-3-3 0,8-1 3 16,1-4 0-16,10 1-2 0,-1 0 1 15,1-3 1-15,4 0-8 0,1 0 4 0,11-5 2 16,-10 3-3-16,12-5 3 0,-14 4-3 0,2 3-2 0,14-6 3 16,-15 6 1-16,14-2 0 0,-16 2-5 0,5 1 3 15,-2-1-1-15,0 0 0 0,1 0-1 16,1 0 1-16,-4 0 1 0,0 0-3 0,-5 3 0 0,0-2 1 16,-4 1 1-16,-4 3 0 0,-2-2 2 0,-1 1-6 15,-2 0 3-15,-5 2-1 0,1-3-1 0,-3 3 0 16,3-2-1-16,-4 1 4 0,-1 0-3 0,-2 1-2 15,-7 0 6-15,14-2-6 0,-5 1 3 0,-9 1 0 16,14-1 0-16,-14 1 2 0,11-1 2 0,-11 1-6 16,8 0 0-16,-8 0-8 0,0 0 2 0,10 0-1 15,-10 0-5-15,0 0 2 0,0 0 0 0,0 0-3 16,9 0 5-16,-9 0-1 0,0 0-5 0,0 0-2 16,0 0 0-16,0 0-2 0,0 0-6 0,0 0-9 15,0 0-10-15,0 0-7 0,0 0-8 0,0 0-14 16,0 0-8-16,0 0-6 0,0 0-15 0,6-4-4 15,-6 4-17-15,0 0-83 0,0 0-225 0,0 0 100 16</inkml:trace>
  <inkml:trace contextRef="#ctx0" brushRef="#br0" timeOffset="137594.07">28518 10704 59 0,'0'0'146'0,"0"-10"-9"0,0 10-22 0,0 0-7 15,3-4 0-15,-3 4-7 0,0 0-14 16,0 0 1-16,16 11-8 0,-9-3 3 0,-1 3 1 16,3 5-8-16,-2-1-14 0,-1 2 3 0,-1 0-3 15,2 1-8-15,-3 0-1 0,2 1-11 0,1-1 0 0,-4-5-5 16,3 4-6-16,-3 0-2 0,3-2-1 15,-3 0-9-15,2-4 2 0,-1 1-5 0,-2-3 3 16,0-1 1-16,1-2-5 0,-1-1-4 0,0 0 2 16,-2-5 4-16,5 8 15 0,-5-8 16 0,4 2 0 15,-4-2-4-15,0 0 0 0,0 0-2 0,13-14-5 0,-7 6 0 16,0-3-5-16,3-6-2 0,0 2-3 16,0-3 1-16,4-4-2 0,-3-2 0 0,-2 1-6 0,2 0 5 15,-1-2-7-15,0 7-1 0,1-7 2 0,-1 11-8 16,-3-1 3-16,-1 6-1 0,-2 0-6 0,1 2-6 15,-2 3-18-15,-2 4-25 0,3-10-28 0,-3 10-23 16,0 0-21-16,0 0-4 0,0 0-19 0,0 0-11 16,0 0-11-16,0 0-121 0,0 0-302 0,-10 24 133 15</inkml:trace>
  <inkml:trace contextRef="#ctx0" brushRef="#br0" timeOffset="137871.81">28914 10849 125 0,'0'0'134'16,"5"5"-9"-16,-5-5-4 0,0 0-7 0,0 0-11 16,0 0-4-16,1 8-7 0,-1-8-4 0,0 0-5 15,4 6-9-15,-4-6-6 0,4 4 0 0,-4-4-5 16,0 0-8-16,11 3 8 0,-6-2 2 0,-5-1-3 16,15-1-7-16,-5-3-6 0,0 1-4 0,-1-1-1 15,2 0-4-15,-3-2-6 0,2 3-1 0,-6-1 2 16,2-1-1-16,-2-2-6 0,-4 7-2 0,3-12-2 15,-3 12-8-15,-1-9 2 0,1 9-4 0,-9-10-6 16,1 3 2-16,2 4-8 0,-3-1-2 0,0 2-16 16,9 2-16-16,-16 0-9 0,6 2-11 0,10-2-28 15,-14 2-12-15,9 0-27 0,5-2-9 0,-8 6-7 16,8-6-102-16,-4 7-257 0,4-7 113 0</inkml:trace>
  <inkml:trace contextRef="#ctx0" brushRef="#br0" timeOffset="138071.2">29251 10626 142 0,'5'-12'167'0,"-1"3"-9"0,0-1 4 0,-1 1-3 15,0 2-6-15,1 2-20 0,-4 5-13 16,5-7-11-16,-5 7-11 0,0 0-7 0,0 0-10 0,8 11-5 16,-7-1-6-16,1 7-4 0,-2 0-14 0,-2 2-1 15,1 5-4-15,1-4-3 0,-1 8-2 0,-1-4-8 16,2-5 1-16,0 5-26 0,-1-7-29 0,2 2-24 15,1-2-42-15,-1-5-36 0,0 0-37 16,1 0-119-16,-1-3-302 0,1-1 134 0</inkml:trace>
  <inkml:trace contextRef="#ctx0" brushRef="#br0" timeOffset="138277.29">29489 10596 42 0,'1'-6'176'15,"0"-1"-14"-15,-1 7-19 0,3-7-16 0,-3 7-6 16,0 0-8-16,0 0-1 0,0 0 8 0,0 0-14 16,1 23-9-16,-2-12-5 0,0 5-7 0,-1 0-6 15,2 4-10-15,-1-3-7 0,2 3-4 0,-1-5-6 16,3 10-10-16,-4-8-14 0,1 0-27 0,0 0-30 16,-2 0-25-16,1-6-22 0,0 0-29 0,-2-1-14 15,1 0-132-15,-2-2-272 0,3-3 121 0</inkml:trace>
  <inkml:trace contextRef="#ctx0" brushRef="#br0" timeOffset="139082.54">29462 10720 49 0,'9'-5'110'0,"0"-2"-13"0,4 0-16 0,3 5-1 15,3-5-4-15,1 2-3 0,1 2-12 0,8-2-1 0,-8 1 1 16,6-2-7-16,-6 5-12 0,-2 0-5 15,-3 1-3-15,-4-2 2 0,-1 2-8 0,-3 0 4 16,0-1-2-16,-8 1 11 0,10 0-8 0,-10 0 14 16,0 0-2-16,9-2 8 0,-9 2-11 0,0 0 8 0,0 0-6 15,0 0-2-15,0 0 11 0,-28 10-4 0,16-4 1 16,2 1-3-16,-4 2 2 0,1 1-6 0,0 1-3 16,2 1 1-16,2-2-10 0,-1-1-3 0,3 1 1 15,2-1-9-15,1 1 4 0,2-2 2 0,0 1-4 16,1-2-2-16,1-7-4 0,3 14 2 0,-1-9 0 15,3 1-3-15,1-4 0 0,2 2-2 0,-1-2-1 16,-7-2-6-16,14-2 7 0,-3 0-6 0,0 0 1 16,-5-1 2-16,2-2-1 0,-1 1-1 0,-7 4-5 15,11-10 2-15,-6 3-3 0,-3 1 3 0,2-4-2 16,-1 2-3-16,-1-2 0 0,1 3 3 0,-2 0-1 16,-1 7 1-16,1-10-1 0,-1 10-2 0,2-10 1 15,-2 10-10-15,0 0 7 0,2-6 2 0,-2 6-2 16,0 0 3-16,0 0-1 0,0 0-1 0,0 0-3 15,12 19 4-15,-8-14-1 0,1 1-2 0,2-1 9 16,0-2-11-16,-1 0 3 0,2-2-7 0,2 2-1 16,0-2 1-16,2-1 0 0,0 0 3 0,0-2-2 15,-1-1 1-15,0 1 0 0,-2-2 2 0,-3 0-1 16,2-4-4-16,-2 4 5 0,-1-2 4 0,-3-1 0 16,-2 7-4-16,5-9-1 0,-5 9 6 0,1-6-4 15,-1 6 2-15,0 0 0 0,0 0-1 0,0 0 4 16,0 0-4-16,0 0 0 0,0 0 10 0,-10 28-1 15,6-12 1-15,-1 1-1 0,-4 2 3 0,1 3 2 16,0-3-2-16,1 5-1 0,0-5-1 0,4 0 5 0,-3-1-8 16,5-1 1-16,-4 0-1 0,0-1 1 15,1-2 0-15,0-4 4 0,2 2-3 0,1-6-4 16,-1 0 5-16,2-6 0 0,-1 8 3 0,1-8-1 16,-4 6-2-16,4-6-1 0,0 0-11 0,0 0-17 0,0 0 14 15,0 0-8-15,0 0 0 0,4-26-3 16,-1 15-6-16,0 0-4 0,6-4 9 0,3-3-3 15,2-4 1-15,-1-1-2 0,1 0 5 0,2 2 4 16,-3-1-4-16,2 1 10 0,2 1 1 0,0-1-1 0,-3 1 2 16,-3 6 7-16,-2-2 7 0,1 2-5 0,-1 5 18 15,-4 0 7-15,2 0 3 0,-2 4 7 0,-2-1-2 16,-1 0-1-16,-2 6-5 0,6-9-4 0,-6 9-5 16,2-5-2-16,-2 5 2 0,0 0-7 0,0 0 4 15,0 0-3-15,-14 21 1 0,7-11-6 0,-1 0 1 16,3 5 1-16,-3-2-13 0,1-3-13 0,5 2-14 15,0 1-25-15,2-3-26 0,3 2-30 0,2-3-11 16,4 1-28-16,0-2-21 0,6 2-94 0,7-6-285 16,5 0 126-16</inkml:trace>
  <inkml:trace contextRef="#ctx0" brushRef="#br0" timeOffset="139436.87">30486 10641 10 0,'-3'-12'164'0,"1"3"-3"0,-4 1-4 15,-1 0-8-15,-1 1-4 0,0 3-16 0,-3-1-8 16,-1 5-8-16,0 2-7 0,-2 3-5 0,-3 4-7 16,-5 6 3-16,-1 1-11 0,4 2-9 0,-3 0-5 15,8-3-2-15,3 0-13 0,1 1-1 0,-1 2-8 16,8-3-3-16,0 0-5 0,3-3-1 0,1-1-7 16,1-2 0-16,1-1-4 0,6 3-2 0,0-5-1 15,2-2-8-15,1 0 1 0,1-2-7 0,1-4-4 16,-1 0 1-16,5-3-1 0,-7 1 0 0,0-2-3 15,2-3-7-15,-2 1 9 0,-2-2 0 0,1 1-6 16,-1-6 7-16,0 2-4 0,-4 1 3 0,1 1-2 16,-1-1 3-16,-2-1-1 0,1 4 13 0,-2 3 7 15,1 1 2-15,-3 5-4 0,4-10-2 0,-4 10-11 16,4-6 3-16,-4 6-6 0,0 0 0 0,0 0-1 16,0 0 3-16,0 0-1 0,-2 29-3 0,2-14-1 15,-1-4 1-15,0 1-13 0,0 5-21 0,1-7-27 0,-2 4-18 16,2-2-37-16,2-3-25 0,-1 2-15 15,1-2-25-15,3-1-138 0,-2-2-337 0,2-1 150 16</inkml:trace>
  <inkml:trace contextRef="#ctx0" brushRef="#br0" timeOffset="140473.09">30707 10645 123 0,'1'-8'170'0,"-1"0"6"16,0 8-12-16,0-10-16 0,0 10-17 0,0 0-13 15,0 0-11-15,0 0-3 0,0 0-4 0,-18 12 3 16,8 3-4-16,0 1-11 0,-3 1-2 16,-1 5-11-16,5-4-9 0,0 0-3 0,1-2-11 0,3 2-4 15,1-4-2-15,2-2-2 0,2 0-4 0,0-4-6 16,0 4-2-16,2-4 0 0,2-2-6 0,1 1 2 16,1-4-6-16,4 1-2 0,-3-3-4 15,1-1 6-15,1 0-5 0,2-3-4 0,-2-1-2 0,2 0 1 16,0-1-1-16,-3-1 0 0,1-4-3 0,1 3-5 15,-4-3 3-15,3 1-3 0,-2 0 2 0,2-1-2 16,-3-6-2-16,0 6 3 0,2-3 0 0,0 3-2 16,-3 3-2-16,0 1 0 0,-1 1-2 0,-2-1 0 15,-2 6-2-15,7-7-3 0,-7 7 0 0,0 0-2 16,0 0 5-16,0 0 0 0,16 13 3 0,-14-7-2 16,2 4 1-16,-2-1 8 0,1 2-7 0,-1 0 0 15,2-1 3-15,0-1-1 0,-2 1 1 0,2-1 0 16,0-3-2-16,0-1-10 0,1-1-11 0,0 0 0 15,-5-4-8-15,15 6-3 0,-8-4-2 0,3-2-1 16,3-2-5-16,-3-1 9 0,0 1-3 0,2-1 3 16,-3-2 6-16,-1 1 2 0,0-4 5 0,-1 1-3 0,-2-2 7 15,3 1-3-15,-5 0 6 0,5 0 5 16,-4 2 10-16,-2 0 12 0,-2 6 0 0,6-7 4 16,-6 7-3-16,5-5-10 0,-5 5 3 0,0 0 2 15,5-5 0-15,-5 5-5 0,0 0 0 0,0 0 1 16,6 15 3-16,-6-15 1 0,3 11-6 0,0-6-1 15,0-1 2-15,-3-4 3 0,6 10-3 0,-2-7-1 16,3 0 3-16,0-2-1 0,0 2-1 0,-7-3 0 16,14 0-1-16,-14 0-3 0,16-4 3 0,-8 1-2 15,0 0-1-15,-1-1 3 0,0-3-2 0,-2 2 0 16,1-1 2-16,0-3-3 0,-3 2 0 0,4-3 6 0,-6 3-6 16,1-3 0-16,0 1-4 0,-1-1 1 15,0 3 1-15,-1 7-2 0,-1-12 2 0,1 12-2 16,-3-10-5-16,3 10 1 0,-5-7 3 0,5 7-4 15,0 0 5-15,-18 3-5 0,9 1 7 0,-3 3-7 0,-1 6 6 16,-2-1-1-16,-1 1-2 0,2 0 2 0,1 0-6 16,6-4 10-16,-1 5-7 0,1-5 6 15,4 1 0-15,3 0 2 0,0-3-6 0,0-7 8 16,4 9-2-16,1-3-2 0,0-3 7 0,5 1 4 0,2-2-7 16,-1-4 7-16,3 2-5 0,0-1 1 15,-2-5-4-15,4-1 0 0,-4 3 0 0,0-1 4 0,0-1-4 16,0-1-4-16,-2 0 4 0,0-3-2 15,0-4-3-15,-3 4 6 0,4-5-3 0,-4 1-1 0,0 3-3 16,1-3 2-16,1 3-3 0,1-1 5 0,-3 2-3 16,-3 5 0-16,2-1-3 0,-4 2-3 0,-2 4 0 15,7-6 0-15,-7 6-5 0,0 0 3 16,0 0 3-16,9 10 2 0,-9-10 3 0,1 16-2 0,-1-6 2 16,-1 3 1-16,-2-1 4 0,2-1-3 0,1 3 0 15,0-6 0-15,1 2 1 0,0-1 0 0,2 0 2 16,-2-4 2-16,-1-5-7 0,5 9 1 0,2-6 5 15,0 0 0-15,1-2-2 0,-8-1 3 0,18-3-2 16,-5 2-5-16,-3-4 3 0,0 1 1 0,2 0-1 16,-3-2 0-16,0-3-3 0,1 1 4 0,-1 1-2 15,0-4 0-15,-2 1 1 0,0 0 0 0,-1 2-6 16,-2-1 3-16,4 1-3 0,-5 3 1 0,3 0-1 16,-6 5 0-16,6-9-3 0,-6 9 1 0,4-4 1 15,-4 4-8-15,0 0 10 0,0 0-2 0,0 0 0 16,0 0 9-16,-5 29 3 0,1-18-6 0,0 4 5 15,-2 2-2-15,-2-2 0 0,0 1 3 0,3-1-11 16,1 2-16-16,0-4-23 0,2-2-28 0,2 2-23 16,0-2-41-16,1-1-30 0,0 1-151 0,2-4-340 15,2-4 151-15</inkml:trace>
  <inkml:trace contextRef="#ctx0" brushRef="#br0" timeOffset="141047.04">31907 10671 11 0,'2'-7'194'16,"-3"-2"0"-16,1 9 10 0,-1-14-11 0,1 14-15 15,-7-8-10-15,1 4-10 0,-3 4-10 0,9 0-7 16,-23 4-6-16,4 2-8 0,-5 6-9 0,-2 5-9 0,2-2-12 16,-1 3-9-16,5-1-9 0,0 0-5 0,7-2-6 15,4-1-10-15,-1 2-4 0,5 0 1 0,1-5-6 16,4 0-11-16,1 0-2 0,2-1-1 15,2-2-6-15,4-2-2 0,-2 0 1 0,4 0-7 16,3-3 1-16,5-3-24 0,0-1 2 0,0-4 2 0,0-3-2 16,0 3 2-16,1-4-1 0,-2-2 1 15,-3-4 2-15,-2 1-3 0,-2-3 1 0,1-1 1 0,2-5-4 16,-2 0 2-16,-7-5 1 0,3 1-2 16,-4 0 2-16,0 3-4 0,0-2 3 0,-2-1 0 0,2 0-2 15,-1 1 2-15,-3-1-1 0,0 2 1 0,0 7-4 16,1 6 0-16,0 1 12 0,-1 5 1 0,0-1-9 15,0 7-4-15,0-9 0 0,0 9-5 0,0 0 5 16,0 0-2-16,-5 28 2 0,-1-9-3 0,1 9 5 16,-3 1 7-16,0-1-7 0,1 3 0 0,-1-1 1 15,2-5 0-15,2 1 0 0,1 0 3 0,3-3-1 16,0-7 3-16,4 2-2 0,0-1 3 0,4-2 2 16,-5-4-4-16,7 0 7 0,0-3-3 0,-1-1-2 15,3-1 8-15,0-3-7 0,2 1-2 0,-1-4 3 16,4-2-2-16,-5-1-1 0,1 1 1 0,1-2 2 15,-4-1-5-15,-1-2 1 0,2 1-3 0,-2-5 3 16,5-3-1-16,-7 4-1 0,-2-1-2 0,0 3 4 16,2-2-4-16,-4 2 1 0,4-1-1 0,-5 4-1 15,-2 5-4-15,4-9 2 0,-4 9-2 0,0 0-5 16,0 0 1-16,0 0 2 0,0 0-2 0,0 0 3 16,-6 24 7-16,3-14-3 0,-3 1-11 0,2 0-19 15,0-2-29-15,2 4-38 0,-2-1-36 0,4-2-32 16,-2-1-44-16,2-1-174 0,-2 1-415 0,2-9 184 15</inkml:trace>
  <inkml:trace contextRef="#ctx0" brushRef="#br0" timeOffset="141426.76">32125 10522 9 0,'0'-8'157'0,"0"8"-10"0,2-9-23 0,-2 9-12 0,0 0-14 15,2-6-16-15,-2 6-20 0,0 0-27 0,0 0-27 16,0 0-20-16,9 27-14 0,-6-17-13 0,2 6-4 16,3 0-14-16,-2-2 5 0,7 1-2 0,-4-2 11 15,1 0 6-15,3 0 11 0,-3 0 7 0,-4-2 12 0,6 2 11 16,-6-5 8-16,1 0 41 0,0 2-15 16,-3-1 7-16,1-3-4 0,-1 1 4 0,-2-1 2 15,2 2 28-15,1-3 1 0,-2 0-4 0,-3-5 7 16,8 10-6-16,-3-7-2 0,0 1-1 0,-5-4 5 0,11 5-2 15,-3-3-8-15,0 1 8 0,2 0-5 0,-1-3-4 16,2-2 3-16,-11 2 5 0,16-4 4 0,-6 0-4 16,-1 0 10-16,-4 1 0 0,1-5-3 15,-2 3-6-15,0-4 3 0,-1 1-14 0,-2-1-2 16,-1 1-6-16,0 8-4 0,0-12-8 0,-3 2-6 0,3 10-8 16,-3-12-15-16,-3 7-15 0,6 5-10 0,-9-7-23 15,3 6-22-15,6 1-22 0,-13-2-22 16,13 2-32-16,0 0-30 0,-10 10-25 0,10-10-128 15,0 10-341-15,0-10 150 0</inkml:trace>
  <inkml:trace contextRef="#ctx0" brushRef="#br0" timeOffset="141972.44">32608 10687 72 0,'2'-6'189'0,"-2"6"6"0,2-12-1 0,-2 5 0 0,0 7-10 15,-1-9-7-15,1 9-20 0,-4-10-14 0,4 10-14 16,-5-6-14-16,5 6-8 0,-14 2-9 0,4 1-10 15,-2 1-6-15,-2 8-10 0,1-2 0 0,-1 4-9 16,2-5-9-16,0 5-4 0,3 1-4 0,3 0-4 16,2-6-6-16,0 2 2 0,5-2-5 0,-1 2-3 15,3-1-1-15,2-3-4 0,1 0 3 0,5-2-4 16,1-2 0-16,1-3-4 0,5-2 1 0,-1 0-4 16,1-1 1-16,-7 0 16 0,2 0 5 0,1-4-2 15,0-2 0-15,-2-4-4 0,-12 13-5 0,0 0-5 16,31-44-1-16,-31 44-6 0,20-38 5 0,-15 19-4 15,-5 19 0-15,13-54-2 0,-8 31 0 0,-5 23-5 16,7-51 3-16,-3 25 24 0,-4 26 0 0,5-43-5 16,-5 43 3-16,4-37-10 0,-4 37 6 0,0 0 4 15,5-29-5-15,-5 29-7 0,0 0-1 0,0 0-6 16,0 0-7-16,0 0-4 0,0 0 2 0,0 0 1 16,0 0-5-16,0 0 0 0,0 0 3 0,0 0 0 15,-7 110-2-15,7-110-9 0,-3 44 6 0,3-44 7 16,0 46-3-16,0-46-3 0,5 38 1 0,-5-38 12 15,14 34-12-15,-14-34 3 0,16 27 2 0,-16-27 0 16,20 22 0-16,-20-22-3 0,22 14 0 0,-22-14-4 16,0 0 0-16,39 6-7 0,-39-6-1 0,0 0-6 15,40-2 0-15,-40 2-4 0,0 0-1 0,40-19 3 16,-40 19 3-16,20-20 2 0,-20 20-5 0,17-18-1 16,-17 18 3-16,0 0 5 0,10-27-1 0,-10 27 6 15,0 0 0-15,0 0 1 0,0 0-4 0,0 0 1 16,0 0 1-16,0 0-3 0,0 0 7 0,0 0-1 15,0 0-2-15,0 0-2 0,0 0-1 0,0 0-7 16,0 0-22-16,0 0-38 0,0 0-43 0,0 0-45 16,0 0-55-16,0 0-58 0,0 0-157 0,5 79-468 15,24-72 208-15</inkml:trace>
  <inkml:trace contextRef="#ctx0" brushRef="#br0" timeOffset="-110881.91">7719 5143 100 0,'0'0'105'0,"2"-7"-6"0,-2 7 5 0,4-4 2 16,-4 4 5-16,0 0-13 0,3-7-12 0,-3 7-6 15,0 0-7-15,0 0-6 0,0 0-6 0,0 0-4 16,0 0-8-16,0 0-6 0,0 0-7 0,0 0 1 16,0 0-6-16,-31 13-9 0,17-2 10 0,0 3-15 15,-7 1 9-15,2 4-10 0,-1 2 7 0,-2 1-10 16,4-1 14-16,0 4-6 0,2-2-3 16,-2-1-2-16,4 3-1 0,1-3-10 0,3 2 8 0,3-6-4 15,0-2-1-15,3 1 0 0,4-1 0 0,0-3 2 16,0 0-6-16,5 1 9 0,-1-2 2 0,2-1-13 15,3 2 12-15,3-2-12 0,3-1 9 0,-1-2-6 16,0-4 1-16,3 0-2 0,1 0 0 0,1-3 3 16,-3-1 0-16,3-1 3 0,-1-3-2 0,0 0 4 15,-5 0-1-15,1-1 7 0,2-1-9 0,-4 0 0 16,-3 0 16-16,-1 0-9 0,-2-1-3 0,0-3 1 16,-2 1-2-16,-2-1-2 0,-1 0 2 0,0-2-4 15,-3 0-2-15,-1 3 2 0,-2-2-1 0,-3 0 3 16,1 3-9-16,0-1 3 0,-2 1 2 0,-1 2 1 15,0 0-3-15,0 2-3 0,0 2 1 0,-1 1 4 16,1 2-8-16,-1 3 2 0,-1 0-14 0,2 2-4 16,-2 2-11-16,5-2-23 0,0 4-17 0,1 1-19 15,2 0-20-15,3 1-31 0,0 2-107 0,2-2-266 16,0-2 118-16</inkml:trace>
  <inkml:trace contextRef="#ctx0" brushRef="#br0" timeOffset="-110446.05">7949 5218 51 0,'0'-10'183'15,"0"10"-19"-15,0 0-10 0,0-9-17 0,0 9-18 16,0 0-17-16,2-7-10 0,-2 7-17 0,0 0 0 15,0 0-9-15,0 0-6 0,0 0-14 0,12 23 1 16,-7-11 1-16,0-1-3 0,1 7-12 0,2-1 3 16,0 1-1-16,-2 0-6 0,0-2-3 0,2 2 1 15,1 0-2-15,-3 2-3 0,1-5-5 16,-2-3 3-16,0 4 1 0,0-4-3 0,0-2-6 0,-2 1 2 16,1-2-3-16,0 0 4 0,-2-2-5 0,1 0-3 15,-2-3 0-15,-1-4 4 0,4 9-2 0,-3-5 4 16,-1-4-1-16,0 0 13 0,6 7 18 0,-6-7 13 15,0 0 18-15,0 0-1 0,0 0-5 0,0 0-12 16,12-12 0-16,-6 0-10 0,2-4-1 0,1-2-6 16,0-8 0-16,-1 3-5 0,2-2-1 0,0 1-5 15,-2-2-2-15,1 2-1 0,1 2-4 0,-1 3-3 16,0-4 0-16,-2 7-3 0,-3 2 1 0,-1 2-1 16,2 0-1-16,-3 5 2 0,1 0-10 0,0 1-18 15,-3 6-30-15,2-8-36 0,-2 8-38 0,3-5-28 16,-3 5-17-16,0 0-22 0,0 0-162 0,0 0-372 15,11 21 166-15</inkml:trace>
  <inkml:trace contextRef="#ctx0" brushRef="#br0" timeOffset="-106939.71">14779 5628 13 0,'0'0'155'0,"0"0"-5"0,0 0-18 0,0 0-6 0,0 0-5 16,0 0-3-16,0 0-19 0,0 0-5 0,0 0-13 15,0 0-4-15,0 0-13 0,0 0-3 16,0 0-9-16,9 3-7 0,-9-3 2 0,9 1-4 0,-9-1-5 16,16 2-5-16,-7-2-8 0,3 2-2 0,-1-2-22 15,0 1-28-15,-1 0-15 0,0 2-18 0,1-2-23 16,-1 0-9-16,-2 2-19 0,-1-2-87 15,0 2-213-15,-7-3 94 0</inkml:trace>
  <inkml:trace contextRef="#ctx0" brushRef="#br0" timeOffset="-106754.47">14861 5742 65 0,'0'0'114'15,"0"0"-19"-15,0 0 4 0,0 0-15 0,0 0-11 0,0 0-8 16,0 0-2-16,0 0-3 0,0 0-15 0,0 0 5 16,0 0-13-16,13 8-3 0,-13-8-29 0,13 1-36 15,-7-1-12-15,-6 0-21 0,15 0-62 0,-9 0-135 16,-6 0 60-16</inkml:trace>
  <inkml:trace contextRef="#ctx0" brushRef="#br0" timeOffset="-106471.63">15029 5511 36 0,'0'0'184'0,"-2"-9"-5"16,2 9-7-16,0 0-14 0,-2-9-15 0,2 9-13 16,0 0-15-16,0 0-12 0,-2-7-17 0,2 7-7 15,0 0-12-15,0 0-2 0,0 0-9 0,0 0-3 16,3 25 8-16,-3-13-4 0,1 0-3 15,1 4-8-15,-2 1-1 0,2-2-3 0,-2 2-5 0,3-2-4 16,-3 2-1-16,1 1-4 0,-1-7 3 0,1 1-7 16,1 1 2-16,-2-3 0 0,2 0-12 0,-2-1 3 15,1 1-3-15,0 1 4 0,2-4-9 16,-3 0-21-16,3 3-25 0,-3-3-17 0,1 0-43 16,-1-7 8-16,1 12-30 0,-1-12-30 0,1 10-15 15,1-5-90-15,-2-5-274 0,0 0 122 0</inkml:trace>
  <inkml:trace contextRef="#ctx0" brushRef="#br0" timeOffset="-106205.96">15223 5538 106 0,'0'0'175'0,"0"0"-18"15,1-6-11-15,-1 6-10 0,0 0-15 16,0 0-15-16,0 0-12 0,0 0-9 0,0 0-7 15,0 0-1-15,0 0-2 0,0 0-1 0,-4 29-7 16,2-19-5-16,-1 1-5 0,1 2-5 0,0-3-5 0,1 2-5 16,0-1 0-16,-1-2-3 0,2 4-5 0,-2-4-5 15,3 1 1-15,-1-1-8 0,0 1 0 16,1-2-5-16,-1 2 7 0,0-10-5 0,-1 13-2 16,2-7-18-16,-1 3-20 0,0-9-24 0,3 10-20 15,-2-5-34-15,-1-5-11 0,0 8-20 0,0-8-15 0,0 0-95 16,0 11-259-16,0-11 115 0</inkml:trace>
  <inkml:trace contextRef="#ctx0" brushRef="#br0" timeOffset="-105958.77">15366 5586 171 0,'0'0'164'0,"0"0"-4"0,0 0-14 0,0 0-12 16,0 0-14-16,-5-8-10 0,5 8-15 15,0 0-7-15,-12 0-9 0,12 0-6 0,0 0-8 16,-11 7-6-16,3-3-2 0,-1 2-4 0,2-2-8 16,3 1-4-16,-3 2-4 0,2 1-3 0,1 0-6 0,-1-1 2 15,3 4-2-15,-1-3-6 0,2 3 1 16,1-2-4-16,1 1-5 0,2-1 3 0,-1-1-4 16,5 1-14-16,-2-1-24 0,4-3-22 0,0 2-29 15,2 0-32-15,-1-2-18 0,4-1-20 0,-2 0-87 16,0 0-253-16,1-4 113 0</inkml:trace>
  <inkml:trace contextRef="#ctx0" brushRef="#br0" timeOffset="-105653.85">15505 5787 12 0,'0'0'164'0,"0"0"3"15,0 0-7-15,13-9-5 0,-13 9-5 16,3-8-9-16,-1 2-7 0,-2 6-9 0,3-9-5 15,-3 9-12-15,4-14-10 0,-4 7-4 0,0-2-7 16,0 9 6-16,1-12-4 0,0 5-2 0,0-3-13 16,1 0-4-16,-2 10-8 0,1-16-5 0,3 10-6 15,-3-1-1-15,-1 7-9 0,2-9-6 0,-2 9-4 16,3-6-5-16,-3 6-4 0,8-4-3 0,-8 4-3 16,0 0-3-16,16 7-3 0,-11-4 1 0,2 2-7 15,-1 3 4-15,0 1-4 0,1 2 3 0,-1-1-1 16,-2 2 1-16,0-1-2 0,-1 0 2 0,1 2-3 15,-1-2 10-15,1 0-6 0,0-1-8 0,-1 2-18 0,0-2-26 16,1-1-29-16,3 0-62 0,-2-1-41 0,2-2-33 16,0 1-124-16,2-4-359 0,1 0 160 15</inkml:trace>
  <inkml:trace contextRef="#ctx0" brushRef="#br0" timeOffset="-105518.19">15953 5742 160 0,'0'0'209'16,"0"0"-21"-16,5-4-20 0,-5 4-21 0,0 0-40 16,0 0-56-16,6-4-57 0,-6 4-64 0,6-7-89 15,-6 7-173-15,11-12 76 0</inkml:trace>
  <inkml:trace contextRef="#ctx0" brushRef="#br0" timeOffset="163577.37">26220 7647 45 0,'0'0'53'0,"-4"-9"-5"0,4 9-4 0,0 0-1 16,0 0-12-16,0 0-7 0,0-7-4 0,0 7-5 15,0 0-14-15,0 0-6 0,0 0-14 0,-4-9-11 16,4 9-15-16,-11 0-49 0,11 0 21 0</inkml:trace>
  <inkml:trace contextRef="#ctx0" brushRef="#br0" timeOffset="164082.79">26095 7590 40 0,'0'0'57'0,"0"0"1"0,2-7-10 0,-2 7-2 15,0 0-5-15,2-6-5 0,-2 6-6 0,0 0 3 16,3-10-9-16,-3 10-1 0,0 0 1 0,0 0-6 16,0 0-1-16,3-6-6 0,-3 6 9 0,0 0-2 15,0 0-6-15,0 0 5 0,0 0-8 0,0 0 3 16,0 0-1-16,0 0 3 0,0 0 1 0,4-7-5 15,-4 7-4-15,0 0 1 0,0 0-4 0,0 0 11 16,0 0-11-16,0 0 2 0,0 0-2 0,0 0 1 16,0 0 4-16,0 0-1 0,0 0 5 0,0 0-7 15,0 0 8-15,0 0-2 0,0 0-1 0,0 0 3 16,0 0 7-16,0 0-9 0,0 0 0 0,0 0-3 16,0 0-4-16,0 0 3 0,0 0-7 0,0 0-11 15,0 0 15-15,0 0-2 0,0 0-2 0,0 0 2 0,0 0-2 16,0 0 1-16,0 0-5 0,0 0 6 15,0 0-6-15,6 16 8 0,-6-16 2 0,0 12-4 16,3-4-1-16,-2-1-3 0,2 3-2 0,-1-2 1 16,0 2 2-16,-2 1 2 0,0 0-5 0,2 1 5 15,-2-1-1-15,0 1-7 0,0-1-1 0,-2 1 0 0,0-2 3 16,0 2 0-16,-1-1-1 0,2 2 4 16,-2-3-10-16,-1 3-6 0,2-3 4 0,-1 5-5 15,1-4 1-15,0 1 7 0,-3-1-3 0,3 1-1 0,-1 0-9 16,1 2 4-16,-2-3 5 0,4 2-4 0,-4 3-2 15,1 0-4-15,3 0-2 0,-4-2-4 0,2 3-6 16,0-1-2-16,-4 0-28 0,4 1-74 0,-2-1 33 16</inkml:trace>
  <inkml:trace contextRef="#ctx0" brushRef="#br0" timeOffset="164870.41">26061 9031 6 0,'2'5'10'0,"0"2"3"16,0 1-6-16,2-2 1 0,-4-6 1 0,4 12-3 16,-2-7-3-16,0 0 5 0,0 2-7 0,-2-7 2 15,3 11 3-15,-1-3-4 0,0-3 2 0,0 2-4 0,-2-7 1 16,2 12-6-16,1-5-2 0,-3-7 2 0,0 11 3 16,0-5 0-16,0-6-2 0,2 12 6 0,-2-6-13 15,0-6 12-15,0 11-4 0,0-11-2 16,2 8 6-16,-2-8 1 0,0 11-6 0,3-6 1 0,-3-5 1 15,-3 12 6-15,3-12-1 0,0 14 2 0,-2-7 6 16,2 0 1-16,0 1-4 0,0-8-1 0,-2 13-1 16,2-7 2-16,2 2-3 0,-2-8 1 15,0 16 0-15,0-10 3 0,0 1-5 0,0 0-1 0,0-7 0 16,5 11 1-16,-5-4-1 0,0-7 1 0,2 11-3 16,-2-6 2-16,0-5-2 0,1 8 3 0,-1-8 2 15,0 10-3-15,0-10 7 0,-1 9 4 0,1-9 12 16,-2 9 0-16,2-9-2 0,-5 8-2 0,5-8-1 15,-2 6 1-15,2-6 4 0,-3 6-3 0,3-6-1 16,-4 5 0-16,4-5 4 0,0 0-6 0,-7 5-2 16,7-5 3-16,0 0-14 0,0 0 1 0,0 0-5 15,0 0-11-15,-8 1-5 0,8-1-29 0,0 0-37 16,0 0-83-16,-10-11 37 0</inkml:trace>
  <inkml:trace contextRef="#ctx0" brushRef="#br0" timeOffset="165936.23">26111 7538 2 0,'0'0'35'0,"0"0"1"0,0 0-9 0,-21 0 3 0,21 0-9 16,0 0 6-16,-15 0-8 0,15 0 2 16,-12 1-5-16,12-1 2 0,-15 3-7 0,7-3 9 0,0 0-8 15,-3 0 0-15,2 3-4 0,-3-3 3 16,1 0-2-16,1 2-9 0,-2-2 5 0,3 0-4 0,-5-2 4 15,3 4 4-15,0-2-3 0,-3 0-3 0,3-2 4 16,-2 1-1-16,1 1-3 0,0-2 2 0,-2 2 1 16,-2-1 2-16,0 1-6 0,-1 1-4 15,2-1 1-15,-2 2 11 0,-1-1-10 0,-1 2 2 0,2-3-2 16,3 1-5-16,-4 1 0 0,3-2 6 0,2 2-3 16,-6-2 0-16,6 1-1 0,-1-1 0 0,3 1-1 15,-2-2 2-15,-3 1-3 0,3 0 4 0,-1-1-3 16,1 1 2-16,1-2 3 0,-1 1 0 0,2 0-2 15,-1 0-2-15,1 1 4 0,-3-3-5 0,1 2 3 16,0 1-8-16,-5 0 4 0,1 0 1 0,0 0-2 16,-1 1-3-16,0-1 1 0,0 2-4 0,-1-2 7 15,0 2-4-15,-1-1-3 0,4 2 2 0,-4-2 2 16,3 0-1-16,0-1 0 0,-2 4-1 0,7-4 1 16,-1 0 1-16,-1 1 0 0,2 0-1 0,0-1 2 15,-1 2-1-15,1-1 1 0,-2 2 4 0,1-3-8 16,1 3 2-16,1-3 3 0,-3 0-8 0,1 0 4 15,2 2-13-15,-3-2-24 0,1 1 11 0</inkml:trace>
  <inkml:trace contextRef="#ctx0" brushRef="#br0" timeOffset="166718.51">22843 7596 14 0,'0'0'13'0,"-17"-1"3"0,8-1 0 15,9 2 2-15,-17 0 4 0,9-1-6 0,8 1 8 0,-12-2-4 16,4 2-2-16,8 0-1 0,-15-2 3 15,8 2-4-15,7 0 7 0,-16-3-12 0,9 1 13 16,7 2-7-16,-10-1 1 0,10 1-6 0,-15-3 4 0,8 3-2 16,7 0 1-16,-14-2-5 0,7 1 1 0,7 1-2 15,-15 0-1-15,15 0 7 0,-13 0-2 0,13 0 1 16,-15 0-3-16,10 1 2 0,5-1-3 0,0 0 11 16,-14 0-5-16,14 0 2 0,0 0 3 0,-9 0 2 15,9 0-3-15,0 0-14 0,0 0 3 0,0 0 1 16,0 0-2-16,-9-3 4 0,9 3-4 0,0 0-4 15,0 0-1-15,0 0 1 0,0 0-16 0,0 0 4 16,0 0-8-16,0 0-12 0,0 0-9 0,0 0-18 16,0 0-33-16,0 0-93 0,0 0 42 0</inkml:trace>
  <inkml:trace contextRef="#ctx0" brushRef="#br0" timeOffset="214290.39">26065 7590 50 0,'0'0'87'0,"0"0"-4"0,0 0-2 15,0 0-6-15,0 0-25 0,0 0 5 0,0 0-10 16,0 0-3-16,0 0-5 0,0 0-6 0,0 0-12 16,0 0-10-16,0 0-12 0,0 0-10 0,0 0-12 15,0 0-10-15,0 0-12 0,10 21-44 0,-8-14-97 16,-4 3 43-16</inkml:trace>
  <inkml:trace contextRef="#ctx0" brushRef="#br0" timeOffset="-214735.63">26038 9211 81 0,'4'6'89'0,"-4"-6"-9"0,0 0-7 16,0 0-2-16,0 0-11 0,0 0-6 15,0 0-13-15,0 0-5 0,0 0-10 0,0 0-25 16,0 0-10-16,0 0-9 0,0 0-22 0,0 0-52 0,-10 8-97 16,10-8 43-16</inkml:trace>
  <inkml:trace contextRef="#ctx0" brushRef="#br0" timeOffset="-213582.84">22484 7629 4 0,'0'0'9'0,"0"0"-12"0,0 0-2 16,0 0 2-16</inkml:trace>
  <inkml:trace contextRef="#ctx0" brushRef="#br0" timeOffset="-201589.46">6482 6166 36 0,'-7'-6'53'0,"7"6"-4"15,0 0-2-15,-5-3-3 0,5 3-9 0,0 0 1 16,0 0-7-16,0 0-1 0,0 0 1 0,0 0 2 0,0 0 3 16,0 0-1-16,7-17 3 0,-7 17-4 15,2-6-4-15,-2 6 0 0,0 0 8 0,1-6-2 16,-1 6 14-16,0 0 9 0,4-7 4 0,-4 7-5 15,0 0 3-15,3-8 5 0,-3 8-7 0,0 0-2 16,1-11 8-16,-1 11-6 0,0 0 0 0,1-7-1 0,-1 7-5 16,0 0-1-16,3-9-2 0,-3 9-5 0,0 0-2 15,0 0-6-15,0 0-6 0,0-7 3 0,0 7-7 16,0 0 6-16,0 0-11 0,0 0-6 0,0 0-2 16,0 0 1-16,0 0 2 0,0 0-9 0,0 0 2 15,0 0-2-15,0 0 0 0,0 0-5 0,0 0 2 16,0 0 2-16,0 0-3 0,0 0-7 15,0 0 4-15,0 0 3 0,0 0-1 0,-15 13-9 0,12-5 10 16,-1-2-5-16,0 3 3 0,0-1 2 0,-1 3-4 16,-2 2 2-16,-1 3 0 0,0-3-2 0,0 3 0 15,0-1 1-15,-1 2 12 0,1 0-3 0,0 1-1 16,-1 0 2-16,2 1 0 0,0-2 0 0,1-1-4 16,-2 0 0-16,2 2 1 0,0-4-5 0,2 0 1 15,1-3 0-15,-1 0 5 0,2 0-5 0,-2 0 2 16,3-1 2-16,1 2-4 0,0-3-4 0,0 1 3 15,1 0 0-15,0-6-4 0,3 3-2 0,-2 0 3 16,4-1-2-16,-1-1-1 0,0-1 1 0,1 1 2 16,3-2 0-16,0 1 0 0,0-3-4 0,5 1 7 15,-4-2-9-15,-2 0 8 0,3-3-3 0,-3 3 4 16,1-4 1-16,3 1 1 0,-6 0-2 0,0 1 1 16,2-2-2-16,-8 4 5 0,10-4-1 0,-6 2-2 15,-4 2 3-15,4-7-3 0,-4 7 1 0,3-7 2 16,-3 7 4-16,1-8-2 0,-1 8 2 0,0 0-1 15,-5-13-5-15,5 13 4 0,-8-7-5 0,2 1 0 16,6 6 11-16,-12-4-8 0,6 3-1 0,6 1-4 16,-15-2 0-16,7 0-2 0,8 2 2 0,-13 0-4 15,4-1 3-15,9 1 5 0,-13 3-13 0,13-3-12 16,-11 3-10-16,4-3-12 0,7 0-18 0,-9 7-15 16,9-7-17-16,-7 3-6 0,7-3-22 0,-5 6-14 15,5-6-84-15,-4 6-236 0,4-6 105 0</inkml:trace>
  <inkml:trace contextRef="#ctx0" brushRef="#br0" timeOffset="-201387.3">6622 6383 97 0,'4'-5'192'0,"-4"5"-22"0,0 0-15 0,0 0-10 15,0 0-14-15,0 0-11 0,0 0-14 0,0 0-7 16,0 0-14-16,0 0-17 0,0 0-30 0,0 0-40 16,5-4-33-16,-5 4-33 0,0 0-14 0,0 0-18 15,0 0-87-15,10 11-202 0,-10-11 89 0</inkml:trace>
  <inkml:trace contextRef="#ctx0" brushRef="#br0" timeOffset="-200903.83">6908 6284 8 0,'0'0'147'0,"0"0"-7"0,0-8-9 15,0 8-7-15,0 0-4 0,0 0-8 0,0 0-11 16,0 0-9-16,0 0-10 0,0 0-9 0,0 0-7 15,0 0-10-15,0 0-5 0,0 0-3 0,0 0-5 16,0 0-7-16,0 0-3 0,0 0-6 0,0 0 0 16,0 0-6-16,0 0 1 0,0 0-8 0,-14 20 2 15,13-13 1-15,-2 4-3 0,2-1-4 0,0 1 2 16,0-2-1-16,-1 2-5 0,2-2-1 0,2-1 2 16,-1 2-2-16,0-1-1 0,2-3-7 0,-1 3 7 15,2-1-3-15,1-3-1 0,2 3-4 0,2-1 2 16,-4-3 2-16,4 0-2 0,0 1 0 0,1-2-2 15,-2-1 1-15,-2 0 4 0,2 0 1 0,3-2 5 16,-11 0-5-16,15-2 3 0,-6-1-5 0,-2-1 6 16,-1 1 2-16,2-3-2 0,-3-1-3 0,1-3 4 0,-1 3-3 15,-2-2 1-15,0-4 4 0,-2 1-3 16,-1 0 2-16,0-3-5 0,-1 2 2 0,-1 0 1 16,-2 1 0-16,2-1 2 0,-3-1 2 0,0 2 0 15,0 1-2-15,-2 0 0 0,2 2-4 0,-1 2 2 16,-1 0 1-16,2 1-3 0,1 0-1 0,4 6-9 0,-6-6-5 15,6 6-23-15,-7-4-25 0,7 4-3 16,0 0-11-16,0 0-14 0,0 0-10 0,-13 10-24 16,10-4-94-16,2 1-230 0,1-7 101 0</inkml:trace>
  <inkml:trace contextRef="#ctx0" brushRef="#br0" timeOffset="-200507.25">7382 6111 154 0,'2'-6'152'0,"-2"6"-11"0,0 0-16 0,0 0-10 16,0 0-17-16,0 0-9 0,0 0-6 0,0 0-13 16,0 0-5-16,-17 23-3 0,8-6-4 0,-6 6-6 15,2 2-13-15,-2 1 3 0,-1 1-5 0,4 0-4 0,0-1-4 16,3 0-3-16,1-1-1 0,1-2-8 15,3-5-1-15,3-1 3 0,1 0-4 0,-1-4-3 0,2-1 0 16,1-2 0-16,2 0-6 0,1 1 1 16,0-3-3-16,2-1 2 0,-2-1-8 0,3 1 7 15,-2-4 2-15,2 0 0 0,-2-1-3 0,2-1 1 0,-8-1 3 16,15 1-1-16,-7-2-5 0,-8 1 9 0,10-5-6 16,-3 2 9-16,-1-2 1 0,-1-4-2 15,-1 3 6-15,1-3-7 0,-1-1 0 0,1 0 3 16,-3 0 2-16,-1-1-3 0,-2 0 3 0,1 0-1 0,0 3 1 15,-1-2 0-15,1 10-1 0,-1-11 1 0,1 11-4 16,-4-10 0-16,4 10-6 0,-6-6-7 0,6 6-20 16,-9-1-7-16,9 1-26 0,-13 3-26 15,4 2-29-15,1 1-32 0,-1 3-114 0,-2-2-273 16,2-1 122-16</inkml:trace>
  <inkml:trace contextRef="#ctx0" brushRef="#br0" timeOffset="-199961.5">7609 6196 131 0,'0'-8'173'0,"0"8"-12"0,0-7-8 0,0 7-3 15,0 0 1-15,0-12-9 0,0 12-3 0,0 0-8 16,-2-12-4-16,2 12-6 0,0 0-14 0,0-7-10 16,0 7-11-16,0 0-7 0,0 0-11 15,0 0-8-15,0 0-8 0,0 0-7 0,-1-9 2 16,1 9-12-16,0 0-7 0,0 0-5 0,0 0-4 0,0 0-2 16,0 0-2-16,0 0 1 0,9 18-1 0,-6-11 1 15,2 0-2-15,-1 2-3 0,2 2-1 0,-2 1-1 16,2 0 1-16,2 2-3 0,-2-3 2 0,1 0-4 15,-2 1 1-15,4 1-1 0,-4-3 0 0,2 1 0 16,-1-2-2-16,0 1 3 0,-1-3-3 0,4 2 2 16,-4-1-3-16,-1-3-1 0,1 2 2 0,0-1-1 15,-1-2-1-15,1 2 1 0,0-1 1 0,-1 0-1 16,0-1-1-16,-4-4 2 0,6 7 1 16,-2-3-1-16,-4-4 1 0,3 4 1 0,-3-4-2 0,0 0 3 15,5 3-1-15,-5-3 6 0,0 0-1 0,0 0 7 16,0 0-3-16,0 0-2 0,0 0-3 0,10-11-1 15,-7 0 0-15,0 1-1 0,1-1 2 0,-1-5-5 16,1 0 2-16,3 0-2 0,-2-2 3 0,1 1-6 16,0 0 1-16,0 0 2 0,2-2-3 0,-3 3-1 15,0 0 2-15,0 0-1 0,1 0 1 0,-4 4-5 16,1 3 2-16,-1-1-1 0,2 3-11 0,-3 1-15 16,-1 6-29-16,1-9-36 0,-1 9-35 0,3-6-39 15,-3 6-34-15,0 0-135 0,0 0-363 0,0 0 160 16</inkml:trace>
  <inkml:trace contextRef="#ctx0" brushRef="#br0" timeOffset="-199667.4">6950 6738 37 0,'0'0'117'0,"0"0"-16"16,0 0-13-16,0 0-8 0,0 0 0 0,0 0 9 15,0 0-3-15,39-3 4 0,-7 1-8 0,4 0-11 16,17-2-10-16,7-3-4 0,-3-2-10 0,5 0-22 15,28-4-26-15,-29 3-25 0,2 0-34 0,27-5-21 16,-28 6-77-16,-3-4-170 0,4-1 76 0</inkml:trace>
  <inkml:trace contextRef="#ctx0" brushRef="#br0" timeOffset="-191430.32">15184 5942 40 0,'0'0'64'0,"0"0"-2"0,0 0-10 0,0 0-10 16,0 0-1-16,0 0-2 0,0 0-2 0,0 0-10 15,0 0 2-15,0 0-8 0,0 0 3 0,0 0-1 16,0 0-9-16,0 0 4 0,0 0-3 0,0 0 2 16,0 0 2-16,0 0-2 0,0 0-2 0,0 0-1 15,0 0 6-15,0 0-8 0,0 0 0 0,0 0 13 16,0 0-13-16,0 0-7 0,0 0 3 0,-23-5 2 16,23 5-7-16,0 0 3 0,0 0-1 0,0 0 3 15,0 0 2-15,0 0-5 0,0 0-3 16,0 0 15-16,0 0-16 0,0 0-1 0,0 0-14 0,-8-1-17 15,8 1-25-15,0 0-59 0,0 0-126 0,0 0 56 16</inkml:trace>
  <inkml:trace contextRef="#ctx0" brushRef="#br0" timeOffset="-163721.32">7947 5220 33 0,'0'0'83'0,"0"0"-4"0,0 0-12 0,0 0-5 15,0 0-6-15,0 0-3 0,0 0-5 0,0 0-6 16,0 0-14-16,0 0 9 0,0 0-6 0,0 0-3 15,0 0 0-15,0 0 1 0,0 0-6 0,0 0-12 0,0 0-1 16,0 0 9-16,0 0-7 0,0 0 5 0,0 0-4 16,0 0-11-16,0 0 3 0,0 0-9 15,0 0 8-15,0 0-4 0,0 0 5 0,0 0 1 16,0 0-7-16,0 0-10 0,0 0-11 0,0 0-1 16,0 0-10-16,0 0-10 0,0 0-26 0,0 0-36 15,8 1-112-15,-8-1 49 0</inkml:trace>
  <inkml:trace contextRef="#ctx0" brushRef="#br0" timeOffset="-162776.4">7789 6660 30 0,'0'0'64'0,"0"0"-18"0,0 0-23 0,0 0-26 16,0 0-24-16,0 0-29 0,8-3 13 0</inkml:trace>
  <inkml:trace contextRef="#ctx0" brushRef="#br0" timeOffset="-162260.1">8089 6553 76 0,'0'0'101'0,"0"0"-4"0,0 0-11 0,0 0-5 15,0 0-8-15,0 0-5 0,0 0-14 0,0 0-4 16,0 0-2-16,10-6 0 0,-10 6-15 0,0 0 0 16,0 0-6-16,0 0 0 0,0 0-6 0,0 0-1 15,0 0-1-15,0 0-4 0,0 0 5 0,0 0-9 16,0 0 0-16,0 0-1 0,0 0-4 0,0 0 5 16,0 0-7-16,0 0 2 0,0 0-4 0,0 0-3 15,0 0 3-15,0 0 5 0,0 0-4 0,0 0 2 16,0 0 1-16,0 0-3 0,0 0 8 0,0 0-12 15,0 0 6-15,0 0 0 0,0 0-3 0,0 0-1 16,0 0 0-16,0 0 4 0,0 0 3 0,0 0-8 16,0 0 0-16,0 0 6 0,0 0-3 0,0 0-1 15,10 3-7-15,-10-3 8 0,0 0 5 0,0 0-5 16,0 0-2-16,0 0 0 0,0 0 0 0,0 0 2 16,0 0-3-16,0 0 5 0,0 0 1 0,0 0-3 15,0 0-1-15,0 0-2 0,0 0 1 0,0 0 0 16,0 0-1-16,0 0 1 0,0 0 1 0,0 0 0 15,0 0-3-15,0 0-3 0,0 0 5 0,0 0-7 16,0 0-2-16,0 0 2 0,0 0-10 0,0 0-9 16,0 0-10-16,0 0-11 0,0 0-10 0,0 0-5 15,0 0-17-15,0 0-60 0,0 0-150 0,0 0 66 0</inkml:trace>
  <inkml:trace contextRef="#ctx0" brushRef="#br0" timeOffset="-156007.54">13562 3315 2 0,'0'0'23'0,"0"0"-5"16,0 0-5-16,0 0 1 0,0 0 1 0,0 0-2 15,0 0-5-15,0 0 0 0,0 0-1 0,0 0 0 16,0 0 0-16,0 0 0 0,0 0-3 0,0 0 2 0,0 0-2 15,0 0-1-15,0 0 0 0,0 0-3 16,0 0 1-16,0 0 2 0,0 0-1 0,0 0 1 16,0 0-3-16,0 0 5 0,0 0-4 0,0 0 2 15,0 0 1-15,0 0-3 0,0 0-1 0,0 0 3 16,0 0 3-16,0 0-3 0,0 0 0 0,0 0 3 16,0 0-1-16,0 0-2 0,0 0 1 0,0 0 4 15,0 0-6-15,0 0 3 0,0 0-5 0,0 0 3 16,0 0 0-16,0 0 1 0,0 0-3 0,0 0 1 15,0 0-1-15,0 0-2 0,0 0 2 0,0 0-3 16,0 0 1-16,0 0 3 0,0 0-1 0,0 0-1 16,0 0-1-16,0 0 0 0,0 0 0 0,0 0-2 15,0 0-15-15,0 0-20 0,7 4-40 0,-7-4 18 16</inkml:trace>
  <inkml:trace contextRef="#ctx0" brushRef="#br0" timeOffset="-149332.29">11891 6231 22 0,'0'0'28'0,"0"0"-2"0,0 0 0 15,0 0-1-15,0 0 6 0,0 0-1 16,0 0-3-16,0 0-3 0,0 0 2 0,0 0-1 0,0 0 7 16,0 0-2-16,-7 3 2 0,7-3-9 15,0 0 9-15,0 0-4 0,0 0-1 0,0 0-1 16,0 0 0-16,0 0 2 0,0 0-3 0,0 0-8 16,0 0 1-16,0 0 0 0,0 0-6 0,0 0 7 15,0 0-4-15,0 0-2 0,0 0-4 0,0 0-4 16,-14-5 3-16,14 5 2 0,0 0-6 0,0 0 5 15,0 0-4-15,0 0 2 0,-9-2 0 0,9 2 0 16,0 0-4-16,0 0 2 0,0 0 1 0,0 0 0 16,0 0 0-16,0 0 0 0,0 0-1 0,0 0-2 0,0 0 3 15,0 0-3-15,0 0-2 0,0 0 1 16,0 0 4-16,0 0-5 0,0 0 0 0,0 0-3 16,0 0 6-16,0 0-2 0,0 0 5 0,0 0-8 15,0 0-3-15,0 0 1 0,0 0 8 0,0 0-7 16,0 0 6-16,0 0 3 0,0 0-2 0,0 0 1 15,0 0 2-15,-8 0-5 0,8 0 2 0,0 0 0 16,0 0 2-16,0 0-4 0,0 0 5 0,-9 2 3 16,9-2 3-16,0 0 0 0,0 0 5 0,0 0-9 15,-9 2 1-15,9-2 9 0,0 0-9 0,0 0-5 0,0 0 0 16,0 0 1-16,0 0-1 0,0 0-3 16,0 0 5-16,0 0-7 0,0 0 3 0,0 0-1 0,0 0 5 15,0 0-7-15,0 0 2 0,0 0 4 16,0 0-2-16,0 0 3 0,0 0-5 0,0 0 1 15,0 0 7-15,0 0-4 0,0 0 2 0,0 0-2 0,0 0 3 16,0 0-3-16,0 0 5 0,0 0-6 16,0 0-1-16,0 0 0 0,0 0-1 0,0 0-4 15,0 0 6-15,0 0-1 0,0 0 2 0,0 0-9 16,0 0-1-16,0 0 1 0,0 0 8 0,0 0-10 16,0 0 3-16,0 0-3 0,0 0 3 0,0 0 0 15,0 0-6-15,0 0 5 0,0 0 0 0,27-6 3 16,-27 6 4-16,11-4-7 0,-6 2 3 0,-5 2-4 0,17-6 5 15,-10 3-10-15,4 0 11 0,-2 1-6 16,2 1 6-16,-4-1-8 0,1 1 8 0,0-1-5 0,0-2 1 16,2 2 1-16,1 0 1 0,-2-1-1 0,3 0 3 15,1-1-2-15,-3 0 0 0,2 1-2 16,-2-1 1-16,3 2-4 0,-2-2 5 0,-2 1-5 16,1-1 11-16,-2 1-12 0,-1 0 1 0,-1 1 3 0,0-2 0 15,5 0-2-15,-5 1 4 0,-1 0 6 0,-5 3-7 16,15-6-4-16,-8 5 3 0,-1-3 2 0,1-1-2 15,0 1 1-15,-2 2-6 0,-5 2 9 0,11-5-1 16,-5 2-7-16,-6 3 5 0,8-3-2 16,-8 3 5-16,6-3-4 0,-6 3-3 0,7-3 0 0,-7 3 4 15,0 0 4-15,6-4 6 0,-6 4-11 0,0 0-1 16,0 0 7-16,0 0 0 0,7-3-4 0,-7 3 4 16,0 0-1-16,0 0 4 0,0 0-4 0,0 0 5 15,0 0-4-15,0 0 8 0,0 0-4 0,0 0 0 16,0 0-3-16,0 0 3 0,0 0-1 0,0 0 1 15,0 0-8-15,0 0 7 0,0 0 7 0,0 0-8 16,0 0-3-16,0 0 1 0,0 0-8 0,0 0-3 16,0 0-6-16,0 0-3 0,0 0-12 0,0 0-13 15,0 0-1-15,0 0-4 0,0 0-10 0,0 0-2 16,0 0-4-16,0 0 1 0,0 0 0 0,0 0 2 16,0 0 5-16,-29 2 0 0,29-2 1 0,-7 2 2 15,7-2-4-15,-10 6 6 0,5-5-30 0,0 3-84 16,5-4 38-16</inkml:trace>
  <inkml:trace contextRef="#ctx0" brushRef="#br0" timeOffset="-149166.25">12066 6157 7 0,'-10'3'7'0,"10"-3"9"0,-8 3 4 16,8-3 3-16,-8 3 5 0,8-3 2 0,-7 1 0 16,7-1 2-16,0 0 2 0,0 0-5 0,0 0-6 15,-10 1 2-15,10-1-6 0,0 0 1 0,0 0-3 16,0 0 0-16,0 0-1 0,0 0-7 0,0 0 0 15,0 0 2-15,0 0-8 0,0 0-16 0,23-11-11 16,-14 6-41-16,1 2-71 0,0-4 32 0</inkml:trace>
  <inkml:trace contextRef="#ctx0" brushRef="#br0" timeOffset="-142773.07">744 11259 25 0,'0'0'120'0,"0"0"-4"0,0 0-12 0,0 0-12 15,0 0-3-15,0 0 5 0,0 0-8 0,0 0 0 0,0 0-11 16,0 0-2-16,0 0 0 0,0 0-9 0,0 0-2 16,0 0 4-16,0 0 1 0,0 0 7 15,0 0 4-15,0 0 8 0,0 0 3 0,0 0 4 16,0 0 8-16,0 0 22 0,0 0-4 0,0 0-2 0,0 0-8 15,0 0-1-15,0 0-8 0,0 0-12 16,0 0-7-16,0 0-11 0,0 0-9 0,0 0-12 16,6-81 0-16,-6 81-5 0,0-54-5 0,2 25-5 15,-2 29-3-15,1-56-14 0,-1 24-9 0,0 32-5 16,3-61-8-16,-1 35 0 0,-2 26-2 0,-2-51-1 16,2 51-1-16,2-40-2 0,-2 40-1 0,-2-32-4 15,2 32-1-15,0 0-2 0,0 0 0 0,-4-33 1 16,4 33-6-16,0 0-5 0,0 0 0 0,0 0-2 15,0 0-3-15,0 0-5 0,0 0-12 0,0 0-7 16,0 0-13-16,-4-34-19 0,4 34-23 0,0 0-42 16,0 0-44-16,0 0-134 0,0 0-360 0,0 0 160 15</inkml:trace>
  <inkml:trace contextRef="#ctx0" brushRef="#br0" timeOffset="-141294.16">1778 11975 146 0,'0'0'135'0,"0"0"-11"0,2-22-15 16,2 4-6-16,2-8-9 0,-1-2-1 0,7-4-5 15,-5 0 3-15,4 0 7 0,0-2-9 0,-1 0-8 16,4-12-3-16,-2 12-10 0,-1-2-7 16,1 3-4-16,-3-2-4 0,-1 3-9 0,-1-1 2 15,2 0-6-15,-5 2-2 0,0 2 3 0,-3-2-12 16,1 4-2-16,-2 0-3 0,-2-1-3 0,-1 9-5 15,-1 2 1-15,-3-1 0 0,4 3-3 0,-2 3-2 0,-1 2 0 16,-1 1 1-16,1 1-7 0,-3 0 5 0,4 3-3 16,0 1 2-16,-2 2-5 0,7 2-2 15,-12-2-1-15,12 2 0 0,-16 10-4 0,7-2 2 16,-2 3-3-16,-2 4 2 0,3 2 2 0,1-1-6 16,1 0 2-16,2 1 1 0,0 0-2 0,2-2-1 15,4-1 2-15,0-3-2 0,1-1-7 0,2 2 1 0,2-4 5 16,0 1-4-16,1-2-3 0,1 1 8 0,5-3-3 15,-1 0 2-15,0-2-7 0,8 1 9 16,-7-3-3-16,8 0 2 0,-2 2 5 0,0-1-3 16,1-2-2-16,0 2 3 0,-2 0 1 0,1 1-2 15,-5 2-5-15,1-1 3 0,1 2 2 0,-4 1-1 16,5 5 1-16,-5 2 4 0,2 3-7 0,-1 0 3 16,1 4 3-16,-1 1-4 0,-3 3 5 0,0-1-3 0,-1-5 7 15,-1 6-4-15,1 0-3 0,-3 0-3 16,0-7-18-16,2-1-17 0,-2 2-7 0,-1 0-18 15,3-4-23-15,-1-1-14 0,2 0-13 0,-2 2-14 16,1-6-77-16,-3-1-223 0,2-1 98 0</inkml:trace>
  <inkml:trace contextRef="#ctx0" brushRef="#br0" timeOffset="-140848.26">2429 11537 149 0,'0'0'128'0,"-20"-5"0"16,20 5-10-16,-23 3-13 0,11 1-7 0,0 3-10 16,-3 2-11-16,1 3-8 0,1 3-6 0,2 1-5 15,-2 7-1-15,0-1-13 0,2 3-5 0,4 2-2 16,-1-4-14-16,4-4 8 0,4 1-9 0,-2-4 1 16,5 2-6-16,0-2-7 0,2-4 8 0,1-1-12 15,0-2 1-15,2-2 8 0,0 0-9 0,2-2 4 16,0-1-6-16,0-4 1 0,-10 0 0 0,22 0 2 15,-12-3 5-15,2-2-6 0,-2-3 10 0,-1 1 2 16,4-6-1-16,-3 1 1 0,0-4-2 0,-2 3 10 16,-1-4-3-16,0-8-4 0,-3-1-1 0,-2 0 2 15,-2-1-4-15,-1-1-4 0,-1 0 4 0,-2-1-3 16,-3-1 7-16,2 0-14 0,-4 0 10 0,-1 1-3 16,-4 2-4-16,4 1 7 0,2 2 4 0,0 5 13 15,3 4 3-15,-1 3 3 0,2 2 7 0,0 2-6 16,4 8-3-16,-4-11-5 0,4 11-11 0,-3-10-7 15,3 10 0-15,0 0 3 0,0 0-9 0,0 0 2 16,0 0-1-16,2 34-2 0,2-8 4 0,-1 3-3 16,2 2-2-16,2 3 1 0,-2 1-1 0,2-3 0 15,1 2 3-15,2-1-2 0,-3 1 0 0,0 0-21 16,0-5-20-16,-2 1-17 0,7 0-21 0,-6-4-29 16,2 1-31-16,1-4-24 0,-3-3-129 0,-2-4-307 15,1-4 137-15</inkml:trace>
  <inkml:trace contextRef="#ctx0" brushRef="#br0" timeOffset="-140592.56">2820 11510 22 0,'6'-3'26'0,"-6"3"-10"0,0 0-5 0,12-2-5 15,-12 2 1-15,0 0-4 0,0 0-4 0,0 0 3 16,18 5 1-16,-18-5 5 0,4 8-6 0,-4-8 3 0,0 0 0 16,4 11 11-16,-4-11 7 0,1 10 3 0,-1-10 2 15,0 0-4-15,0 14-3 0,0-14-4 0,0 9 2 16,0-9-1-16,1 11-5 0,-1-11 0 16,4 11-1-16,-4-11 0 0,11 5-14 0,-4 0-14 0,-7-5-41 15,20 3-61-15,-7-6 27 0</inkml:trace>
  <inkml:trace contextRef="#ctx0" brushRef="#br0" timeOffset="-140050.05">3679 10778 130 0,'0'0'170'0,"0"0"-16"16,0 0-18-16,0 0-12 0,0 0-8 0,0 0-18 16,0 0-4-16,-18 31-13 0,8-3-2 0,-4 6-11 15,-3 10-7-15,-2 1-6 0,0-1-5 0,1 1-3 16,3-11-6-16,2-1-3 0,-4 0-4 0,3-3 4 16,-2 1-10-16,1-5-1 0,1 0-8 0,3-2-10 15,1-7 11-15,-2-2-7 0,4-5 2 0,2-2 1 16,2-2-1-16,4-6 0 0,-5 9-6 0,5-9 4 15,-5 8 0-15,5-8 2 0,0 0 1 0,-6 8 2 16,6-8-7-16,0 0 0 0,0 0-5 0,0 0 4 16,0 0-5-16,0 0 0 0,0 0-8 0,37-22 8 15,-21 14-2-15,1 1 0 0,1 0-1 0,3 1-13 16,6-4 12-16,-2 3-1 0,2-1 2 0,-2 0 1 16,3-1-1-16,0 1-5 0,-2 1 7 0,2-4-4 15,-4 2 5-15,6-1-2 0,-6-1 1 0,-5 4-2 16,-2-2 23-16,-2-1-26 0,-1 2 2 0,-1 0-1 15,-4 2 6-15,-3-3 2 0,2 1-2 0,-2 1 11 16,-1-3 11-16,-1 1 1 0,-3-1-1 0,-1 10 0 16,-2-19-8-16,-2 10 0 0,-2-3-1 0,-4-2 3 15,-5 3-1-15,-2-3-4 0,-5-2-3 16,-4 2-1-16,-1 4 0 0,-2-2-1 0,0 4-5 0,-2 0 1 16,-2 1 2-16,5-1-2 0,-2 6 1 0,2-1-3 15,9 1 2-15,2 1-4 0,3-1-2 0,4 2-23 16,10 0-32-16,-14 0-36 0,14 0-25 0,0 0-16 15,-9 7-14-15,9-7-18 0,0 0-112 0,0 0-296 16,26 12 132-16</inkml:trace>
  <inkml:trace contextRef="#ctx0" brushRef="#br0" timeOffset="-139660.82">3989 10737 17 0,'0'0'205'16,"-10"-9"-5"-16,10 9-5 0,-9-6-13 0,9 6-20 15,0 0-20-15,0 0-13 0,-9-5-19 0,9 5-11 0,0 0-7 16,0 0-12-16,0 0-7 0,0 0-5 16,30 28-9-16,-20-15-6 0,7 6-4 0,-6-2-4 0,6 3-7 15,1-1-2-15,1 1-5 0,-3 2 1 16,2-4-5-16,-6-3-3 0,2-1-3 0,-3-1 2 15,-2 0-8-15,0-2 2 0,0-3-3 0,-1 0 0 16,1 3-1-16,0-3-3 0,-2-1-2 0,-2-1-2 0,1-2 2 16,-6-4 3-16,6 9-2 0,-6-9 4 15,9 6 6-15,-9-6 9 0,0 0 2 0,0 0-5 16,0 0-3-16,0 0 0 0,0 0-6 0,4-25 3 16,-7 9-6-16,2-2 0 0,-3-6-2 0,-2-2 0 15,3-3-1-15,-1-1-8 0,2 1 0 0,-1 0-2 16,1 1-8-16,2 0-9 0,-2 11-8 0,1-1-23 0,0 0-20 15,2 2-21-15,-1 16-2 0,3-26-62 16,0 16-19-16,0 0-145 0,-3 10-344 0,10-19 152 16</inkml:trace>
  <inkml:trace contextRef="#ctx0" brushRef="#br0" timeOffset="-139127.75">3788 11769 52 0,'-11'0'222'0,"11"0"-15"0,-14 0-21 16,14 0-23-16,0 0-15 0,-9-4-17 0,9 4-12 15,0 0-14-15,27-25-11 0,-1 6-14 0,17-12-11 16,7-8-10-16,25-15-14 0,5 0 1 0,-5 4-30 16,2 7-9-16,-24 14-28 0,2-1-28 0,3 3-26 15,-3 3-20-15,-7 4-30 0,-14 7-106 0,-6 3-250 16,0 3 111-16</inkml:trace>
  <inkml:trace contextRef="#ctx0" brushRef="#br0" timeOffset="-138639.65">4110 11885 37 0,'-9'24'135'0,"0"2"-18"16,-4 1-10-16,3-1-3 0,1 0-14 0,0-1-5 15,0-2-6-15,2 4-5 0,2-3-4 0,0-7-8 16,1-1-9-16,1-4-2 0,0-2 7 0,1 1-6 16,2-11 2-16,-4 13 7 0,4-13 6 0,-2 9 6 15,2-9 11-15,-2 10-3 0,2-10-3 16,0 0-2-16,0 0-6 0,-3 9-6 0,3-9-9 16,0 0-5-16,0 0-5 0,0 0-11 0,0 0-9 0,0 0-4 15,0 0 7-15,22-26-12 0,-12 14 2 0,2-1-11 16,0 2 2-16,4-1-5 0,0 2 1 0,-1 0-6 15,0 1 7-15,1 3-6 0,1-1 3 0,-2-1 0 16,3 1 0-16,-1 1-3 0,1-1 2 0,-7 2-7 16,6 0 5-16,-4 1-3 0,-1 0 1 15,-1 0-1-15,-4 3 5 0,1-2 5 0,-3 2-6 0,-5 1 2 16,8-6 2-16,-6 2 1 0,-2 4 2 0,0 0-2 16,3-12 5-16,-3 12 4 0,-9-11-1 0,4 6 6 15,-2-2-1-15,-4 1-4 0,-1 0 0 0,-4 0-4 16,-1-2-2-16,-1 5 2 0,-2-3 0 0,-1 0-6 15,0 1 2-15,0 2-2 0,5 1-3 0,2-1-2 16,1 0-14-16,1 2-19 0,0 0-23 0,12 1-27 16,-17-1-30-16,5 0-33 0,12 1-30 0,-9 1-123 15,9-1-323-15,0 0 144 0</inkml:trace>
  <inkml:trace contextRef="#ctx0" brushRef="#br0" timeOffset="-138435.88">4341 11836 103 0,'0'0'183'0,"0"0"-17"16,-10-23-16-16,12 18-19 0,3-3-14 0,4-2-11 15,3-3-18-15,6-7-12 0,5-1-19 0,0 1-21 0,0 1-36 16,2 3-36-16,0-1-26 0,-8 6-40 0,0 0-68 15,-3-1-182-15,-4 3 81 0</inkml:trace>
  <inkml:trace contextRef="#ctx0" brushRef="#br0" timeOffset="-138101.91">4513 11714 48 0,'2'10'126'15,"1"1"-8"-15,3 4-6 0,-1 4-2 0,0-1-8 16,0 2-3-16,5 3-9 0,-5 1-9 0,2-5-4 16,-3 0-10-16,1 0-7 0,1 0-7 15,-2-2-2-15,0-5-7 0,0 1-4 0,-1-2-1 0,0 0-7 0,1 0-1 16,-2-2-5-16,1-1-1 0,-1-2-1 16,0 1-10-16,0-2 4 0,-2-5-2 0,1 9 4 15,-1-9 3-15,2 6-10 0,-2-6 5 0,0 0-2 16,0 0-2-16,1 7 3 0,-1-7-5 0,0 0 0 15,0 0 17-15,0 0-15 0,0 0-10 0,0 0-1 16,0 0-1-16,0 0 2 0,-18-12 1 0,18 12-2 16,0 0 2-16,0 0-1 0,0 0-3 0,13-15-2 15,-3 10 4-15,1-3 3 0,6 0-5 0,-3-2 0 16,6 0-23-16,-5-2-16 0,5 2-35 0,-1-1-28 16,-2-1-31-16,1 2-96 0,-4-2-247 0,0 0 109 15</inkml:trace>
  <inkml:trace contextRef="#ctx0" brushRef="#br0" timeOffset="-137931.89">4547 11633 112 0,'0'0'133'0,"0"0"-30"16,0 0-15-16,19-24-43 0,-4 12-28 0,-1 0-50 15,4 2-45-15,-4 0-84 0,1-2 38 0</inkml:trace>
  <inkml:trace contextRef="#ctx0" brushRef="#br0" timeOffset="-137056.13">3528 12926 12 0,'-32'14'21'0,"-5"0"-1"15,-12 1 7-15,1-1 20 0,-2-3 5 16,-4 3-1-16,3 0-3 0,-6-5 17 0,-4 1 9 0,-1-1 10 16,-29 4 3-16,28-4 1 0,-3-2-4 0,-28 4 5 15,31-7 2-15,-28 0-12 0,27-2 6 0,0-4-7 16,-25-5-4-16,26 0-10 0,5-4-3 0,-6-3-11 15,-1 1-3-15,-21-18-6 0,27 10-8 0,-21-13 0 16,22 7-4-16,-17-19-1 0,2-5-6 16,5-3 0-16,8-6-1 0,-1-5 27 0,2-3-7 0,8-1-6 15,17 17 6-15,-15-20-6 0,18 21 6 0,-15-32-6 16,6 3-1-16,1-1-7 0,4 2-2 0,1-3-8 16,2 1 0-16,9-3-2 0,0 0-5 0,9 4 1 15,5 22-4-15,0-24 0 0,5 25-3 0,1-2 1 16,6 0-3-16,1-1-3 0,5-22 1 0,0 28-4 15,2-2 1-15,3-1-5 0,4 2 4 0,4 2-1 16,5 0-3-16,4 0 0 0,1 2-1 0,21-20-2 16,-14 27 2-16,24-21 3 0,-1 8-3 0,8-1 13 15,5 3-12-15,10-3-1 0,5 3-1 0,8 1 4 16,3 5-4-16,3-3 2 0,-1 10-7 0,7 3 4 16,6 2-2-16,1 5-5 0,4 6 2 0,-1 3-9 15,-2 6 5-15,-1 2 0 0,-3 3-1 0,2 3 1 16,1 3 0-16,0 4 2 0,0 0-2 0,-2 4-5 15,-2 0 0-15,-4 4-3 0,3 3-4 0,-7 4 5 16,1-5 4-16,-3 9 0 0,0 0-7 0,-6 8 7 16,-5-1 0-16,-9 10 10 0,-22-9-2 0,20 19 1 15,-8 6 3-15,-25-14-1 0,22 23 6 16,-29-12-6-16,14 22 7 0,-9 7 1 0,-24-20-2 0,7 24 3 16,-8 5-5-16,-6 3 11 0,-9-3-9 0,1 1 9 15,-3 1-3-15,-2-4 3 0,-4-24-1 0,-1-1 0 16,-3 26-1-16,1-29 0 0,-2 3 1 0,-3 27 10 15,1-26-9-15,-5 25-1 0,0-5-2 16,-4-25 1-16,-6 26 4 0,5-25 0 0,-12 21 0 16,-2 0 5-16,6-24-1 0,-12 22 3 0,10-19-1 15,-15 23-1-15,-1-4 0 0,-4 2-3 0,-3-4 8 0,-6-7-3 16,1 2-3-16,11-24 0 0,-19 21 2 16,18-22 8-16,-23 16-1 0,22-19-1 0,-2-1-1 15,-18 17 2-15,23-19-2 0,-1 2 6 0,0 1-18 16,4-3-24-16,1-4-16 0,4-1-13 0,9-12-38 15,0 2-16-15,-1-3-136 0,-2-4-258 0,0-4 114 16</inkml:trace>
  <inkml:trace contextRef="#ctx0" brushRef="#br0" timeOffset="-136768.92">5178 10865 1768 0,'13'-14'-7'0,"-6"-2"4"0,0 7-10 16,-2 2-6-16,-1 2-6 0,0 1-2 0,-4 4 10 15,10-3-1-15,-10 3 3 0,0 0-3 0,14 4 0 16,-14-4 5-16,8 3 1 0,-8-3-1 0,8 0 0 15,-8 0-1-15,12 0 5 0,-3-3-1 0,4-1 3 16,5-7 2-16,9-7-19 0,13-11-25 0,3-5-22 16,1-6-21-16,4-2-21 0,15-17-78 0,-23 18-206 15,5-4 91-15</inkml:trace>
  <inkml:trace contextRef="#ctx0" brushRef="#br0" timeOffset="-117449.89">11570 5937 24 0,'0'0'51'0,"0"0"-3"16,0 0-3-16,0 0 5 0,0 0-2 0,0 0-6 0,0 0 1 15,0 0 2-15,0 0-2 0,0 0 5 0,0 0-4 16,0 0-1-16,0 0-1 0,0 0 0 16,0 0-4-16,0 0-2 0,0 0-8 0,0 0 4 15,0 0-6-15,0 0-1 0,0 0-4 0,0 0-1 16,0 0 4-16,0 0-3 0,0 0-4 0,0 0-3 0,0 0 0 16,0 0-17-16,0 0-2 0,0 0-13 0,0 0-11 15,0 0-15-15,0 0-19 0,0 0-11 0,0 0-49 16,0 0-134-16,0 0 59 0</inkml:trace>
  <inkml:trace contextRef="#ctx0" brushRef="#br0" timeOffset="-116449.22">13503 2862 17 0,'0'0'47'0,"0"0"-2"0,0 0 2 0,0 0 3 15,0 0-9-15,0 0 2 0,0 0 4 16,0 0-4-16,0 0-6 0,0 0 2 0,0 0 3 15,0 0-5-15,0 0 4 0,0 0 2 0,0 0 0 16,0 0-2-16,0 0 3 0,0 0-3 0,0 0 6 16,0 0-1-16,0 0-6 0,0 0 4 0,0 0 3 15,0 0 2-15,0 0 1 0,0 0-4 0,0 0 0 16,0 0-2-16,0 0-8 0,0 0 1 0,0 0-3 16,0 0-2-16,0 0-16 0,0 0 0 0,0 0-14 15,0 0-18-15,0 0-27 0,0 0-37 0,0 0-35 16,0 0-80-16,0 0-211 0,0 0 95 0</inkml:trace>
  <inkml:trace contextRef="#ctx0" brushRef="#br0" timeOffset="-110808.26">14939 10594 51 0,'0'0'70'0,"0"0"-10"0,0 0 3 16,5-6-9-16,-5 6-6 0,0 0-6 0,0 0 3 16,0 0-20-16,0 0 4 0,0 0-8 0,0 0-7 15,0 0-4-15,0 0-5 0,0 0-5 0,0 0-5 16,0 0-11-16,0 0 0 0,0 0-10 0,0 0-11 15,0 0-37-15,0 0-78 0,0 0 35 0</inkml:trace>
  <inkml:trace contextRef="#ctx0" brushRef="#br0" timeOffset="-108697.25">28267 9335 41 0,'0'0'68'0,"0"0"0"0,0 0-15 0,0 0-2 15,0 0 1-15,0 0-8 0,0 0-3 0,0 0-6 16,0 0-4-16,0 0 4 0,0 0-9 0,0 0-2 16,0 0 3-16,0 0-8 0,0 0 4 0,0 0-4 15,0 0-15-15,0 0 13 0,0 0-13 0,0 0-2 16,0 0 10-16,0 0-21 0,0 0 6 0,0 0 0 16,0 0-2-16,0 0-14 0,0 0 3 0,0 0-11 15,0 0-5-15,0 0-12 0,0 0 14 0,0 0-11 0,0 0-2 16,0 0-28-16,0 0-77 0,0 0 35 15</inkml:trace>
  <inkml:trace contextRef="#ctx0" brushRef="#br0" timeOffset="-107853.99">28327 9310 39 0,'0'0'101'0,"0"0"-2"0,0 0-15 0,0 0-2 15,0 0 0-15,0 0-7 0,0 0-15 0,0 0-1 16,0 0-10-16,0 0 1 0,0 0-4 0,0 0 0 16,0 0-1-16,0 0-5 0,0 0-4 0,0 0-3 15,0 0-4-15,0 0-2 0,0 0 3 0,0 0-2 0,0 0 0 16,0 0-6-16,0 0 3 0,0 0 2 0,0 0-5 16,0 0-8-16,0 0 0 0,0 0 1 15,0 0-1-15,0 0-2 0,0 0 0 0,0 0-3 16,0 0 1-16,0 0-4 0,0 0 1 0,0 0 1 0,0 0 1 15,0 0-7-15,0 0-1 0,0 0 2 0,0 0-4 16,3 6 10-16,-3-6-5 0,0 0-6 16,0 0 11-16,0 0-11 0,0 0 6 0,0 0-6 0,0 0 4 15,0 0-9-15,0 0 9 0,0 0-3 0,0 0 4 16,0 0-1-16,0 0-1 0,0 0-2 0,0 0 2 16,0 0-6-16,0 0 0 0,0 0 6 0,0 0-5 15,0 0 1-15,0 0 7 0,0 0 0 0,0 0 2 16,0 0-10-16,0 0 2 0,0 0 3 0,0 0-2 15,0 0-1-15,0 0-3 0,0 0 15 0,0 0-7 16,0 0-13-16,0 0 7 0,0 0 1 0,0 0-2 16,0 0 0-16,0 0 1 0,0 0-5 0,0 0-11 15,0 0-1-15,0 0-10 0,0 0-10 0,0 0 1 16,0 0-17-16,0 0-6 0,0 0-14 0,2 6-9 16,-2-6-6-16,0 0-54 0,0 0-157 0,0 0 71 15</inkml:trace>
  <inkml:trace contextRef="#ctx0" brushRef="#br0" timeOffset="-92108.95">26124 7525 8 0,'0'0'73'0,"0"0"-12"16,0 0-5-16,0 0-2 0,0 0-5 0,0 0-2 15,0 0-7-15,0 0 2 0,0 0-7 0,0 0 6 16,0 0-14-16,0 0 3 0,0 0-11 0,0 0 7 15,0 0-6-15,0 0 8 0,0 0-9 0,0 0-2 16,0 0-1-16,0 0-2 0,0 0-9 0,0 0 14 16,0 0-11-16,0 0 1 0,0 0 0 0,0 0 5 0,0 0-3 15,0 0 1-15,0 0-2 0,0 0 5 16,0 0-5-16,0 0 0 0,0 0-3 0,0 0 4 16,0 0-5-16,0 0-1 0,0 0 0 0,0 0 2 15,0 0-2-15,0 0 0 0,0 0-6 0,0 0 9 0,0 0 4 16,0 0-9-16,0 0-4 0,0 0-2 15,0 0 4-15,0 0 2 0,0 0-10 0,0 0 10 16,0 0 3-16,0 0-3 0,0 0-3 0,0 0-1 16,0 0 2-16,0 0 2 0,0 0-5 0,0 0 2 0,0 0-2 15,0 0-17-15,0 0 1 0,0 0-3 16,0 0-8-16,0 0-18 0,0 0-16 0,0 0-60 16,0 0-133-16,0 0 60 0</inkml:trace>
  <inkml:trace contextRef="#ctx0" brushRef="#br0" timeOffset="-88886.51">26144 7516 7 0,'0'0'58'0,"0"0"0"15,0 0-6-15,0 0-6 0,0 0-4 0,0 0 1 16,0 0-6-16,0 0 3 0,0 0-7 0,0 0-5 16,0 0-2-16,0 0-3 0,0 0 2 0,0 0-13 15,0 0 9-15,0 0-4 0,0 0 1 0,0 0-6 16,0 0 3-16,0 0-3 0,0 0-4 0,0 0-10 16,0 0-1-16,0 0 18 0,0 0-8 0,0 0 0 15,0 0 2-15,0 0-4 0,0 0 3 0,0 0-2 16,0 0 2-16,0 0-3 0,0 0-2 0,0 0-8 15,0 0 8-15,0 0-4 0,0 0 1 0,0 0 0 16,0 0-6-16,0 0-2 0,0 0-5 0,0 0-4 16,0 0-11-16,0 0-11 0,0 0-3 0,0 0-11 15,0 0-29-15,0 0-90 0,0 0 40 0</inkml:trace>
  <inkml:trace contextRef="#ctx0" brushRef="#br0" timeOffset="-88318.44">29851 7603 25 0,'0'0'65'0,"0"0"-12"0,0 0-2 15,0 0-7-15,0 0-1 0,0 0-11 0,0 0-30 16,12 0-27-16,-12 0-24 0,0 0-52 0,0 0 24 15</inkml:trace>
  <inkml:trace contextRef="#ctx0" brushRef="#br0" timeOffset="-85364.69">26059 7610 14 0,'0'0'68'0,"0"0"-5"0,0 0-5 0,0 0-5 15,0 0-12-15,0 0-1 0,-2-9 2 0,2 9-12 16,0 0-3-16,0 0-5 0,0 0 1 0,0 0-20 16,0 0 0-16,0 0-6 0,0 0-2 0,0 0-3 15,0 0-13-15,0 0-4 0,0 0-3 0,0 0-39 16,0 0-71-16,0 0 32 0</inkml:trace>
  <inkml:trace contextRef="#ctx0" brushRef="#br0" timeOffset="-84053.14">26180 9319 21 0,'0'0'73'0,"0"0"2"0,0 0-10 0,0 0-4 0,0-9-8 15,0 9-1-15,0 0-4 0,0 0 4 16,0 0-8-16,0 0 4 0,0 0-4 0,0 0-3 16,0 0-2-16,0 0-1 0,0 0-5 0,0 0 7 0,0 0-18 15,0 0 15-15,0 0-6 0,0 0-2 0,0 0-7 16,0 0-8-16,0 0 12 0,0 0 5 16,0 0-10-16,0 0 1 0,-6-13-5 0,6 13-1 0,0 0-7 15,0 0 1-15,0 0-8 0,0 0 1 0,0 0-11 16,0 0-15-16,0 0-4 0,0 0-13 0,0 0-13 15,0 0-23-15,0 0-76 0,0 0-165 0,0 0 72 16</inkml:trace>
  <inkml:trace contextRef="#ctx0" brushRef="#br0" timeOffset="-82020.83">22607 7603 10 0,'0'0'22'0,"0"0"-1"0,0 0-4 15,0 0-1-15,0 0-5 0,0 0 2 0,0 0 1 0,0 0-9 16,0 0 4-16,0 0 5 0,0 0-9 0,0 0 4 16,0 0 2-16,0 0-3 0,0 0-2 0,0 0-2 15,0 0 0-15,0 0-1 0,0 0 1 16,0 0 2-16,0 0-1 0,0 0-3 0,0 0-2 0,0 0 6 16,0 0-4-16,0 0 0 0,0 0 0 0,0 0 1 15,0 0-2-15,0 0 0 0,0 0 0 0,0 0 0 16,0 0-1-16,0 0-1 0,0 0 0 0,0 0-1 15,0 0 0-15,0 0 4 0,0 0-1 0,0 0-8 16,0 0 2-16,0 0-2 0,0 0-7 0,0 0-5 16,0 0-12-16,0 0-33 0,0 0 15 0</inkml:trace>
  <inkml:trace contextRef="#ctx0" brushRef="#br0" timeOffset="-81208.23">26077 9282 73 0,'0'0'64'0,"0"0"-4"0,0 0-10 0,0 0 4 15,0 0-13-15,0 0-4 0,0 0-4 0,0 0 3 16,0 0-3-16,0 0-6 0,0 0 1 0,0 0-4 16,0 0-2-16,0 0-2 0,0 0 0 0,0 0-2 15,0 0-3-15,0 0-1 0,0 0-4 0,0 0-6 16,0 0 2-16,0 0 2 0,0 0-10 0,0 0 6 16,0 0-13-16,0 0 3 0,0 0-12 0,0 0-9 15,0 0-6-15,0 0-13 0,0 0-48 0,0 0-101 0,0 0 45 16</inkml:trace>
  <inkml:trace contextRef="#ctx0" brushRef="#br0" timeOffset="-79444.05">24366 6193 4 0,'0'0'16'0,"0"0"8"15,0 0-12-15,0 0 8 0,0 0-3 0,0 0-4 0,0 0-4 16,0 0 2-16,0 0 0 0,0 0-5 15,0 0 6-15,0 0-5 0,0 0-1 0,0 0 0 16,0 0 1-16,0 0-3 0,0 0 0 0,0 0-2 16,0 0 4-16,0 0 1 0,0 0-9 0,0 0 11 0,-3 6-7 15,3-6 3-15,0 0-3 0,0 0-3 0,0 0 1 16,0 0 3-16,0 0-2 0,0 0 4 16,0 0 5-16,0 0-1 0,0 0 3 0,0 0-1 15,0 0 3-15,0 0 2 0,0 0 4 0,0 0-8 0,0 0 5 16,0 0 0-16,0 0-3 0,0 0 3 0,0 0 0 15,0 0-4-15,0 0 4 0,0 0 6 0,0 0-3 16,0 0-5-16,0 0 3 0,0 0 2 0,0 0-6 16,0 0-4-16,0 0 5 0,0 0-2 15,0 0 0-15,0 0-5 0,0 0 5 0,0 0-3 0,0 0 1 16,0 0-2-16,0 0 3 0,0 0-5 0,0 0 13 16,0 0-5-16,0 0 2 0,0 0-3 0,0 0-1 15,0 0-2-15,0 0 7 0,0 0 6 0,0 0-6 16,0 0 4-16,0 0 0 0,0 0-1 0,0 0 6 15,0 0-9-15,0 0 9 0,0 0-7 0,0 0-1 16,0 0 3-16,0 0-1 0,0 0-8 0,0 0 8 16,0 0-1-16,0 0-5 0,0 0-5 0,0 0 1 15,0 0-1-15,0 0-3 0,0 0 5 0,0 0 5 16,0 0-15-16,0 0 2 0,0 0 0 0,0 0 2 16,0 0-1-16,0 0 0 0,0 0-4 0,0 0 5 15,0 0-2-15,0 0-8 0,0 0 5 0,0 0-2 16,0 0 0-16,0 0 1 0,0 0-2 0,0 0 10 15,0 0-4-15,0 0-1 0,0 0-1 0,0 0 4 16,0 0-7-16,0 0-3 0,0 0 8 0,0 0 0 16,0 0 1-16,0 0-2 0,0 0 0 0,0 0-4 15,0 0 8-15,0 0-10 0,0 0 0 0,0 0 0 16,0 0-7-16,0 0 12 0,0 0 0 0,0 0-1 16,0 0-8-16,0 0-1 0,0 0-5 0,0 0-12 15,0 0-3-15,0 0-10 0,0 0-11 0,0 0-15 16,0 0-6-16,0 0-6 0,-5 3-68 0,5-3-155 0,0 0 68 15</inkml:trace>
  <inkml:trace contextRef="#ctx0" brushRef="#br0" timeOffset="-74344.19">30263 9290 84 0,'11'0'70'0,"-11"0"-11"0,0 0 4 0,10 0-10 16,-10 0-14-16,0 0 2 0,10 0-6 0,-10 0-14 0,8-3-11 16,-8 3-21-16,0 0-30 0,6-5-30 15,-6 5-76-15,0 0 34 0</inkml:trace>
  <inkml:trace contextRef="#ctx0" brushRef="#br0" timeOffset="-72864.42">26533 6395 23 0,'0'0'52'0,"0"0"-4"0,0 0 4 15,0 0-2-15,0 0-3 0,0 0 1 0,0 0-5 16,0 0 4-16,0 0-7 0,0 0 2 0,0 0 2 16,0 0 0-16,0 0-8 0,0 0-3 0,0 0 2 15,0 0 0-15,0 0-3 0,0 0-2 0,0 0-17 16,0 0 21-16,0 0-11 0,0 0-1 0,0 0 9 15,0 0-9-15,0 0-9 0,0 0 5 0,0 0-7 16,0 0 3-16,0 0 0 0,0 0-9 0,0 0 17 0,0 0-15 16,0 0-1-16,0 0-8 0,0 0-4 15,0 0-6-15,0 0 3 0,0 0-23 0,0 0-8 16,0 0-14-16,0 0-17 0,0 0-64 0,0 0-147 16,0 0 65-16</inkml:trace>
  <inkml:trace contextRef="#ctx0" brushRef="#br0" timeOffset="-71574.8">22385 6229 47 0,'0'0'51'16,"0"0"0"-16,-8-2 1 0,8 2-9 0,0 0 2 15,0 0-6-15,0 0-7 0,0 0-1 0,0 0-2 16,0 0-4-16,0 0-4 0,0 0-1 0,0 0 0 16,0 0-6-16,0 0 3 0,0 0-4 0,0 0-2 15,0 0-9-15,0 0-12 0,0 0-12 0,0 0-18 16,0 0-43-16,0 0-87 0,0 0 38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04:50:21.1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13946 13034 7 0,'0'0'46'0,"0"0"-18"0,0 0-9 0,0 0-13 15,0 0-11-15,0 0-13 0,0 0-18 0,0 0 9 16</inkml:trace>
  <inkml:trace contextRef="#ctx0" brushRef="#br0" timeOffset="722.61">14607 14997 7 0,'0'0'4'0,"0"0"4"0,0 0-4 0,0 0 1 16,0 0-6-16,0 0 4 0,0 0 7 15,0 0-2-15,0 0-2 0,0 0-3 0,0 0 1 16,0 0-5-16,0 0 4 0,0 0 1 0,0 0-3 16,0 0 0-16,0 0 1 0,0 0-4 0,0 0 4 15,0 0-1-15,0 0 1 0,0 0-2 0,0 0 0 16,0 0-1-16,0 0 1 0,0 0-3 0,0 0 0 16,0 0 0-16,0 0 3 0,0 0-5 0,0 0 5 15,0 0-3-15,0 0-3 0,0 0-3 0,2-7-9 16,-2 7 4-16</inkml:trace>
  <inkml:trace contextRef="#ctx0" brushRef="#br0" timeOffset="65524.02">22636 4976 29 0,'0'0'36'0,"0"0"-6"0,0 0 1 0,0 0-3 16,0 0-5-16,0 0 2 0,0 0-4 0,0 0-4 15,0 0-4-15,0 0 2 0,0 0-1 0,0 0 2 16,0 0-8-16,0 0 1 0,0 0-9 0,0 0 3 15,0 0-8-15,0 0 1 0,0 0-7 0,0 0-2 16,0 0-10-16,0 0-2 0,0 0-15 0,0 0-43 16,0 0 19-16</inkml:trace>
  <inkml:trace contextRef="#ctx0" brushRef="#br0" timeOffset="66787.25">28404 9278 95 0,'0'0'90'0,"0"0"-7"0,0 0-5 0,0 0-4 0,0 0-4 15,0 0-6-15,0 0-5 0,0 0-8 0,0 0-8 16,0 0-3-16,0 0-2 0,0 0-4 0,0 0-3 16,0 0-6-16,0 0 3 0,0 0-2 0,0 0 4 15,0 0-10-15,0 0 3 0,0 0 0 0,0 0-4 16,0 0-3-16,0 0 2 0,0 0-7 0,0 0 8 15,0 0-7-15,0 0-1 0,0 0-3 0,0 0-3 16,0 0-12-16,0 0-12 0,0 0-20 0,0 0-8 16,-11-11-20-16,11 11-22 0,-6-7-57 0,1 2-159 15,-4-5 71-15</inkml:trace>
  <inkml:trace contextRef="#ctx0" brushRef="#br0" timeOffset="68338.23">27681 9079 41 0,'0'0'56'0,"10"3"4"0,-10-3-1 0,5 4-8 16,-5-4-4-16,8 4-10 0,-8-4 3 0,6 3-2 16,-1 0-26-16,-5-3-13 0,1 9-12 0,-1-9-23 0,-2 13-30 15,-6-7-70-15,2 2 31 0</inkml:trace>
  <inkml:trace contextRef="#ctx0" brushRef="#br0" timeOffset="70164.35">26106 7638 7 0,'0'0'44'0,"0"0"-7"0,0 0-4 0,0 0-5 16,0 0-3-16,0 0-1 0,0 0-4 0,0 0-7 15,0 0 1-15,0 0-3 0,0 0-5 0,0 0 7 16,0 0-14-16,0 0 6 0,0 0-6 0,0 0 4 15,0 0-5-15,0 0-1 0,0 0 3 0,0 0-2 16,0 0 5-16,0 0-2 0,0 0-2 0,0 0-1 0,0 0-2 16,0 0 3-16,0 0 1 0,0 0-2 15,0 0 9-15,0 0-7 0,0 0 12 0,0 0-7 16,0 0 4-16,0 0 2 0,0 0 2 0,0 0 1 16,0 0-4-16,0 0 0 0,0 0-1 0,0 0-2 0,0 0-1 15,0 0 1-15,0 0 4 0,0 0-4 0,0 0-1 16,0 0 0-16,-9-20 1 0,9 20-7 15,0 0 3-15,0 0 1 0,0 0-4 0,0 0-5 0,0 0 3 16,0 0-4-16,0 0-3 0,0 0-4 0,0 0 0 16,0 0-6-16,0 0-5 0,0 0-8 15,0 0-20-15,0 0-56 0,0 0 25 0</inkml:trace>
  <inkml:trace contextRef="#ctx0" brushRef="#br0" timeOffset="72749.07">26097 7618 5 0,'0'0'13'0,"0"0"-1"0,-9-2-2 0,9 2 6 0,0 0-6 16,0 0 2-16,0 0-3 0,0 0-4 0,0 0-1 16,-2-5-8-16,2 5 4 0,0 0-1 0,0 0-2 15,0 0 0-15,0 0 2 0,0 0 1 0,0 0-1 16,0 0 10-16,0 0-1 0,0 0-2 0,0 0 0 16,0 0 0-16,-13 9 2 0,13-9-8 0,0 0 4 15,0 0-2-15,-5 8 2 0,5-8-2 0,-3 4 3 0,3-4-2 16,0 0 0-16,0 0 3 0,-6 6-2 0,6-6 3 15,0 0-4-15,0 0-1 0,0 0 2 16,0 0 1-16,0 0 0 0,0 0-3 0,0 7-3 0,0-7-3 16,0 0 2-16,0 0-1 0,0 0 0 15,0 0-1-15,0 0 2 0,0 0-1 0,0 0 3 16,0 0-4-16,0 0 5 0,0 0-6 0,0 0 5 16,0 0 1-16,0 0 3 0,0 0-1 0,0 0-6 0,0 0 1 15,6-21 6-15,-6 21 2 0,0 0-3 0,0 0 9 16,0 0-9-16,0 0 7 0,0 0-3 0,0 0 0 15,0 0 0-15,0 0 1 0,0 0-7 0,0 0 1 16,0 0 3-16,-6-8-3 0,6 8 1 0,0 0 1 16,0 0-2-16,0 0-1 0,0 0-8 0,0 0 8 15,0 0 7-15,0 0-4 0,0 0-2 0,0 0-3 16,0 0-1-16,0 0 0 0,0 0 0 0,0 0-1 16,0 0 0-16,0 0-4 0,0 0-5 0,0 0 6 15,0 0-1-15,16 2-4 0,-16-2-3 0,0 0 4 16,6-3 1-16,-6 3-7 0,0 0 6 0,0 0-4 15,5-4 8-15,-5 4-4 0,0 0 6 0,0 0 0 16,0 0 8-16,0 0-4 0,0 0 2 0,0-8 2 16,0 8-1-16,0 0 8 0,0 0 1 0,0 0 2 15,0 0-11-15,0 0 11 0,0 0 0 0,-7-11 2 0,7 11 3 16,0 0-2-16,0 0 2 0,-6-2-4 16,6 2-1-16,0 0-4 0,0 0-1 0,0 0 2 15,0 0 3-15,-10 0-4 0,10 0 2 0,0 0-4 16,0 0-5-16,0 0 3 0,0 0 2 0,0 0 0 0,0 0-5 15,0 0-3-15,0 0-3 0,-8 7 0 16,8-7-8-16,0 0 3 0,0 0 0 0,0 0-4 16,0 0 5-16,0 0-5 0,0 0-5 0,0 0 2 15,0 0-1-15,0 0-7 0,0 0 4 0,0 0 3 0,0 0 2 16,0 0 4-16,0 0 5 0,0 0 4 0,0 0 6 16,0 0 2-16,0 0 1 0,0 0-5 15,0 0 4-15,0 0-3 0,0 0 5 0,0 0 2 0,0 0 4 16,0 0 2-16,0 0 3 0,0 0 2 0,0 0-7 15,0 0-3-15,0 0 0 0,0 0 1 0,-11-6-7 16,11 6 5-16,0 0-4 0,0 0 3 0,0 0 3 16,0 0-2-16,0 0-3 0,0 0-5 0,0 0-1 15,0 0 4-15,0 0-3 0,0 0-4 0,0 0 5 16,0 0-10-16,0 0 2 0,0 0 1 0,0 0 3 16,0 0-8-16,0 0 3 0,0 0-3 0,0 0 1 15,0 0 2-15,0 0-1 0,0 0 1 0,0 0-1 16,0 0 6-16,0 0-6 0,0 0 4 0,0 0 2 15,0 0 0-15,0 0 7 0,0 0-11 0,0 0 7 16,0 0-3-16,0 0 2 0,0 0 12 0,0 0-6 0,0 0-1 16,2-12 0-16,-2 12 1 0,0 0-3 15,0 0 3-15,-4-7-2 0,4 7 4 0,0 0-7 16,0 0-1-16,0 0 8 0,0 0-2 0,0 0 5 16,-4-7-8-16,4 7 0 0,0 0-1 0,0 0 0 0,0 0-1 15,0 0-1-15,0 0-1 0,0 0 3 16,0 0-3-16,0 0 2 0,0 0-3 0,0 0 2 15,0 0-6-15,0 0 1 0,8 23 2 0,-8-23-2 16,0 0-5-16,7 4 6 0,-7-4-5 0,6 1 2 0,-6-1-1 16,0 0 1-16,6 3 1 0,-6-3-4 15,0 0-3-15,0 0 6 0,12-1-3 0,-12 1 4 16,0 0 2-16,0 0-4 0,0 0-3 0,0 0 8 0,7-5-6 16,-7 5 7-16,0 0 3 0,0 0-8 0,0 0 1 15,0-11 7-15,0 11 0 0,0 0-3 0,0 0 3 16,0 0 8-16,0 0-4 0,0 0-3 15,0 0 8-15,0 0-4 0,-7-9-1 0,7 9-5 0,0 0 2 16,0 0-1-16,0 0 1 0,0 0-6 0,0 0 12 16,0 0-8-16,0 0 2 0,0 0-1 0,0 0-2 15,0 0-2-15,0 0 1 0,0 0 4 0,0 0-4 16,0 0 1-16,0 0-5 0,0 0 8 0,0 0-4 16,0 0-5-16,0 0-4 0,0 0 12 0,0 0-15 15,0 0 11-15,0 0-4 0,0 0-1 0,0 0 5 16,0 0-4-16,0 0-1 0,0 0 3 0,0 0 0 15,0 0-1-15,18 4 2 0,-18-4-9 0,0 0 4 16,0 0-2-16,0 0 8 0,0-9 1 0,0 9-5 16,0 0 12-16,0 0-11 0,0 0 6 0,-3-14 2 15,3 14 9-15,0 0 2 0,0 0-3 0,-4-7 1 16,4 7 4-16,0 0-6 0,0 0-4 0,0 0 3 16,0 0 0-16,0 0-12 0,0 0 6 0,0 0 3 15,-4-5-4-15,4 5-2 0,0 0 8 0,0 0-8 16,0 0 7-16,0 0-11 0,0 0 3 0,0 0-2 0,0 0-1 15,0 0 5-15,0 0-4 0,0 0 1 0,0 0 2 16,0 0 1-16,0 0 0 0,0 0-6 16,0 0 1-16,0 0-3 0,0 0-2 0,0 0 1 0,0 0 4 15,0 0-3-15,0 0-4 0,0 0 2 0,0 0 0 16,0 0 1-16,0 0 0 0,0 0 1 0,0 0-8 16,0 0 3-16,0 0 0 0,0 0 2 0,15 0 4 15,-15 0 5-15,0 0 2 0,0 0 4 0,0 0-2 16,0 0 3-16,0 0 2 0,0 0-2 0,-13-8 6 15,13 8-6-15,0 0-3 0,0 0 6 0,0 0-7 16,0 0 4-16,0 0-2 0,-9-2-5 0,9 2 5 16,0 0-1-16,0 0 3 0,0 0-1 0,0 0-3 15,0 0-1-15,0 0-1 0,-2 13 2 0,2-13-8 16,0 0-1-16,0 0 10 0,0 0-3 0,0 0 1 16,4 15-1-16,-4-15-1 0,7 3 2 0,-7-3-5 15,0 0 4-15,6 1-4 0,-6-1-6 0,0 0 10 16,0 0 2-16,0 0 0 0,0 0-1 0,0 0 1 15,0 0-2-15,0 0-3 0,0 0 11 0,0 0-8 16,0 0 4-16,5-11-9 0,-5 11 14 0,0 0-5 16,0 0 2-16,0 0 0 0,0 0-1 0,-7-14 0 15,7 14-4-15,0 0 12 0,0 0-8 0,-6-5-5 16,6 5 3-16,0 0 0 0,0 0-2 0,0 0 2 0,-7-2 1 16,7 2-8-16,0 0 4 0,0 0-2 15,0 0 4-15,0 0-3 0,0 0-3 0,-10 10-5 16,10-10-1-16,0 0 2 0,0 9 2 0,0-9-5 15,0 0 4-15,0 0-3 0,0 0 1 0,0 0-3 0,10 9-5 16,-10-9 9-16,0 0-5 0,0 0 4 0,0 0 3 16,0 0 0-16,0 0 0 0,0 0 4 0,0 0 3 15,0 0-4-15,0 0-1 0,0 0 0 0,11-13 1 16,-11 13 1-16,0 0-3 0,0 0 1 0,0 0 0 16,0 0 7-16,0 0 0 0,0 0-4 0,0 0 0 15,0 0 2-15,-9-15-3 0,9 15 5 0,0 0-4 16,0 0 9-16,0 0-3 0,0 0-7 0,0 0 7 15,0 0 0-15,0 0-3 0,0 0 1 0,0 0-2 16,0 0 4-16,0 0-7 0,0 0-3 0,0 0 4 16,0 0 5-16,0 0-6 0,0 0-4 0,0 0 3 15,0 0 7-15,0 0-4 0,0 0-2 0,3 24-6 16,-3-24-1-16,0 0 11 0,8 2-6 0,-8-2 4 16,0 0-2-16,0 0 1 0,0 0 3 0,0 0-9 15,0 0 4-15,0 0-4 0,0 0 9 0,0 0-1 16,0 0-5-16,0 0 7 0,0 0-4 0,0 0-6 0,0 0 6 15,0 0 3-15,0 0 2 0,0 0 2 16,0 0 1-16,7-13-5 0,-7 13 3 0,0 0-4 16,0 0 3-16,0 0-2 0,0 0 4 0,0 0-1 0,0 0-5 15,0 0 2-15,0 0 4 0,0 0-8 0,0 0 3 16,0 0-4-16,0 0 3 0,0 0 0 16,0 0-5-16,0 0 4 0,0 0-2 0,-5 19 1 0,5-19 2 15,0 0 0-15,0 0-1 0,3 9 1 0,-3-9-6 16,0 0-3-16,7 0 10 0,-7 0-4 0,0 0 2 15,0 0 0-15,0 0 2 0,0 0-4 0,7 3-2 16,-7-3 6-16,0 0-8 0,0 0 9 0,0 0-3 16,0 0 1-16,0 0-8 0,0 0 13 0,0 0-11 15,0 0 1-15,0-16 6 0,0 16-1 0,0 0 8 16,0 0-4-16,0 0-3 0,0 0 7 0,0 0-9 16,0 0 9-16,0 0 0 0,0 0 0 0,0 0-2 15,0 0-9-15,0 0 7 0,0 0-2 0,-10-7-1 16,10 7 3-16,0 0-6 0,0 0 3 0,0 0-9 15,0 0 10-15,0 0 4 0,0 0-9 0,0 0 4 16,0 0-2-16,0 0-3 0,0 0 1 0,0 0 5 16,0 0-6-16,0 0-3 0,0 0 2 0,0 0 5 15,0 0-4-15,0 0 6 0,0 0-7 0,0 0 2 16,0 0-3-16,20 9 5 0,-20-9-4 0,0 0 4 0,0 0 0 16,0 0-2-16,0 0 2 0,0 0 1 15,0 0 1-15,0 0 0 0,0 0-7 0,0 0 8 16,0 0-3-16,0 0 9 0,0 0-5 0,0 0 8 0,0 0-9 15,0 0 1-15,0 0 1 0,0 0-10 0,0 0 15 16,0 0-8-16,0 0 0 0,0 0 3 16,0 0-6-16,0 0 12 0,0 0-13 0,0 0 2 15,0 0-2-15,0 0-2 0,0 0 2 0,0 0-3 0,0 0 7 16,-24 2-8-16,24-2-2 0,0 0 8 0,0 0-5 16,0 0 4-16,0 0-4 0,0 0 2 0,0 0-3 15,0 0 9-15,0 0-8 0,0 0 2 16,0 0 7-16,0 0-11 0,0 0 1 0,0 0 7 0,0 0 4 15,0 0-4-15,0 0 0 0,0 0 2 0,0 0-6 16,0 0 9-16,0 0-5 0,0 0 2 16,0 0 6-16,0 0-8 0,0 0 7 0,0 0-3 0,0 0-2 15,0 0 9-15,0 0-3 0,0 0-2 0,0 0-2 16,0 0-7-16,0 0 9 0,0 0-13 0,0 0 4 16,0 0 2-16,0 0 0 0,0 0-1 0,0 0 0 15,0 0-4-15,0 0 5 0,0 0-9 0,0 0-1 16,0 0 7-16,0 0-18 0,0 0-5 0,0 0-9 15,0 0-18-15,0 0-30 0,0 0-91 0,0 0 41 16</inkml:trace>
  <inkml:trace contextRef="#ctx0" brushRef="#br0" timeOffset="73464.2">26184 7587 6 0,'0'0'-1'0,"0"0"-2"0</inkml:trace>
  <inkml:trace contextRef="#ctx0" brushRef="#br0" timeOffset="80784.05">26130 7595 19 0,'0'0'37'0,"0"0"-5"0,0 0 0 15,0 0-9-15,0 0-1 0,0 0-7 0,0 0-3 16,0 0-3-16,0 0-5 0,0 0-11 0,0 0-2 16,0 0-9-16,0 0-11 0,0 0-31 15,0 0 14-15</inkml:trace>
  <inkml:trace contextRef="#ctx0" brushRef="#br0" timeOffset="81502.16">26128 7574 5 0,'0'0'0'0,"0"0"-2"0,0 0 0 16</inkml:trace>
  <inkml:trace contextRef="#ctx0" brushRef="#br0" timeOffset="82626.89">29825 6573 14 0,'0'0'33'0,"0"0"-2"15,0 0-3-15,0 0 3 0,0 0-7 16,0 0 6-16,0 0 1 0,0 0-8 0,0 0-4 15,0 0 5-15,0 0 3 0,0 0-7 0,0 0-3 16,0 0-3-16,0 0 0 0,0 0 1 0,0 0-1 16,0 0-3-16,0 0-4 0,0 0-1 0,0 0 2 15,0 0 1-15,0 0-1 0,0 0-5 0,0 0 3 16,0 0-4-16,0 0 7 0,0 0-8 0,0 0 2 16,0 0 1-16,0 0 2 0,0 0 0 0,0 0-6 0,0 0 5 15,0 0-6-15,0 0 3 0,0 0 0 0,0 0-3 16,0 0 1-16,0 0-4 0,0 0-10 15,0 0-8-15,0 0-10 0,0 0-41 0,0 0-77 16,0 0 34-16</inkml:trace>
  <inkml:trace contextRef="#ctx0" brushRef="#br0" timeOffset="86966.67">26128 7553 3 0,'0'0'65'0,"0"0"-8"0,0 0-11 0,0 0 5 16,0 0-10-16,0 0-3 0,0 0-5 0,0 0-7 15,0 0-6-15,-2-8 1 0,2 8-12 0,0 0 5 0,0 0-9 16,0 0 1-16,0 0-8 0,0 0 3 0,0 0-7 16,0 0-4-16,0 0-5 0,0 0-6 15,0 0-15-15,0 0-22 0,0 0-62 0,0 0 27 16</inkml:trace>
  <inkml:trace contextRef="#ctx0" brushRef="#br0" timeOffset="88338.23">26134 7538 15 0,'0'0'30'0,"0"0"5"0,0 0-6 0,0 0 3 16,0 0 1-16,0 0-1 0,0 0 6 0,0 0-12 15,0 0 3-15,0 0 3 0,0 0-2 0,0 0-6 16,0 0 0-16,0 0 6 0,0 0-10 0,0 0 2 15,0 0-1-15,0 0 3 0,0 0-1 0,0 0-5 16,0 0-5-16,0 0-5 0,0 0 6 0,0 0 0 16,0 0 0-16,0 0 3 0,0 0-10 0,0 0-3 15,0 0 5-15,0 0-1 0,0 0-5 0,0 0-11 16,0 0 10-16,0 0-1 0,0 0-4 0,0 0-8 16,0 0 0-16,0 0-9 0,0 0-12 0,0 0-10 15,0 26-51-15,0-26-100 0,-2 17 45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5T07:34:24.4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22739 9233 29 0,'0'0'47'0,"0"0"-6"0,0 0-1 0,-7 3-6 15,7-3-4-15,0 0-1 0,0 0-6 0,-6 6-2 16,6-6-2-16,-3 5-4 0,3-5-1 0,-4 5-4 15,4-5-2-15,0 0 6 0,-3 6-7 0,3-6-6 16,0 0 5-16,0 0-3 0,0 0-6 0,-2 6 0 16,2-6-5-16,0 0-3 0,0 0 9 0,0 0-5 15,0 0 5-15,0 0 4 0,0 0-9 0,0 0 0 16,0 0-2-16,0 0-3 0,0 0 2 0,13 3-1 16,-13-3 1-16,0 0-6 0,9 4 4 0,-9-4-3 15,7 2 9-15,-7-2-7 0,7 4 6 0,0-3 0 16,-7-1-6-16,10 4-1 0,-5-1 0 0,3-2 4 15,-1 0-5-15,-7-1-11 0,16 3-26 0,-4-3 12 16</inkml:trace>
  <inkml:trace contextRef="#ctx0" brushRef="#br0" timeOffset="18.07">22840 9290 85 0,'12'0'-15'0,"1"0"-15"16,4 0 8-16</inkml:trace>
  <inkml:trace contextRef="#ctx0" brushRef="#br0" timeOffset="10424.08">28362 9296 8 0,'0'0'105'16,"8"-2"-20"-16,-8 2-5 0,0 0 0 0,7-2-12 0,-7 2-6 16,0 0-4-16,0 0-21 0,5-4-15 15,-5 4-36-15,0 0-31 0,0 0-46 0,0 0-100 16,-22-7 45-16</inkml:trace>
  <inkml:trace contextRef="#ctx0" brushRef="#br0" timeOffset="12397.53">26132 7529 8 0,'0'0'35'16,"0"0"-5"-16,0 0 0 0,0 0-5 0,0 0-5 15,0 0-2-15,0 0 1 0,0 0-1 0,0 0-5 0,0 0 0 16,0 0 2-16,0 0-6 0,0 0-1 0,0 0-2 15,-4-7 2-15,4 7 1 0,0 0-5 16,0 0-4-16,0 0-9 0,0 0-8 0,0 0-3 16,0 0 0-16,0 0-17 0,0 0-41 0,0 0 18 0</inkml:trace>
  <inkml:trace contextRef="#ctx0" brushRef="#br0" timeOffset="17055.53">26133 7579 42 0,'0'0'48'0,"0"0"-24"16,0 0-23-16,0 0-21 0,0 0-21 0,0 0 10 16</inkml:trace>
  <inkml:trace contextRef="#ctx0" brushRef="#br0" timeOffset="17877.91">22501 7577 68 0,'0'0'67'0,"0"0"-5"16,0 0-3-16,0 0-8 0,0 0 4 0,0 0-2 0,0 0-5 16,0 0-7-16,0 0-7 0,0 0-4 15,0 0 1-15,0 0-11 0,0 0-3 0,0 0-4 16,0 0 6-16,0 0-7 0,0 0-3 0,0 0-14 15,0 0-13-15,0 0-9 0,0 0-13 0,0 0-16 0,0 0-35 16,0 0-98-16,0 0 43 0</inkml:trace>
  <inkml:trace contextRef="#ctx0" brushRef="#br0" timeOffset="18638.46">26214 7573 3 0,'0'0'95'0,"0"0"-12"15,0 0-6-15,0 0-3 0,0 0-15 0,0 0-3 0,0 0 0 16,0 0-8-16,0 0-14 0,0 0-3 0,0 0-14 15,0 0-10-15,-20-10-17 0,20 10-12 0,0 0-21 16,0 0-52-16,0 0-102 0,-14 7 46 16</inkml:trace>
  <inkml:trace contextRef="#ctx0" brushRef="#br0" timeOffset="25865.39">10405 9724 56 0,'0'0'79'0,"0"0"-6"0,0 0 2 16,0 0-10-16,0 0 0 0,0 0-17 0,0 0 12 15,0 0 2-15,0 0-7 0,0 0-8 0,0 0-3 16,0 0-8-16,0 0 0 0,0 0 5 0,0 0-5 16,0 0-12-16,0 0 2 0,0 0-4 0,0 0 3 15,0 0-9-15,0 0-5 0,0 0 8 0,0 0 7 0,0 0-23 16,0 0 15-16,0 0-1 0,0 0-7 0,0 0 4 16,0 0-2-16,0 0 0 0,0 0 1 15,0 0 1-15,0 0-13 0,0 0 0 0,0 0-15 16,0 0-4-16,0 0-14 0,0 0-8 0,0 0-20 0,0 0-15 15,0 0-80-15,0 0-165 0,0 0 73 0</inkml:trace>
  <inkml:trace contextRef="#ctx0" brushRef="#br0" timeOffset="27798.69">12672 9533 99 0,'0'0'135'0,"10"-7"-16"0,-8 3-11 16,-2 4-5-16,5-5-17 0,-5 5-13 0,4-6-2 16,-4 6-13-16,0 0 2 0,4-5-41 0,-4 5-13 15,0 0-32-15,0 0-40 0,0 0-76 0,0 0-152 16,0 0 68-16</inkml:trace>
  <inkml:trace contextRef="#ctx0" brushRef="#br0" timeOffset="31864.78">10585 10857 4 0,'0'0'85'0,"0"0"-7"0,0 0-6 16,0 0 5-16,0 0-18 0,3-6-4 0,-3 6-3 15,0 0-15-15,0 0 2 0,0 0-1 0,0 0-6 16,0 0-7-16,0 0 7 0,0 0-11 0,0 0-5 16,0 0-1-16,0 0-3 0,0 0 7 0,0 0-7 0,0 0 0 15,0 0-8-15,0 0-6 0,0 0-13 16,0 0-9-16,0 0-13 0,0 0-11 0,0 0-64 15,0 0-121-15,0 0 54 0</inkml:trace>
  <inkml:trace contextRef="#ctx0" brushRef="#br0" timeOffset="32534.65">11750 10699 85 0,'0'0'89'15,"0"0"-7"-15,0 0-5 0,0 0-6 0,0 0-11 16,0 0-15-16,6-3 1 0,-6 3-13 0,0 0-10 16,0 0-11-16,0 0-13 0,0 0-24 0,0 0-12 15,0 0-57-15,0 0-101 0,0 0 45 0</inkml:trace>
  <inkml:trace contextRef="#ctx0" brushRef="#br0" timeOffset="32892.03">12659 10810 14 0,'0'0'63'0,"0"0"-6"0,0 0-14 0,0 0-11 16,0 0-11-16,0 0-7 0,0 0-19 0,0 0-36 16,0 0-42-16,0 0 19 0</inkml:trace>
  <inkml:trace contextRef="#ctx0" brushRef="#br0" timeOffset="33175.53">13275 10865 22 0,'0'0'19'16,"0"0"-27"-16,0 0-6 0,10 0 2 0</inkml:trace>
  <inkml:trace contextRef="#ctx0" brushRef="#br0" timeOffset="42331.12">11991 10924 26 0,'0'0'29'0,"0"0"-3"15,0 0-4-15,0 0-1 0,0 0-5 0,0 0-2 16,0 0-9-16,0 0 5 0,0 0 4 0,0 0-12 16,0 0 3-16,0 0-4 0,0 0 4 0,0 0 1 15,0 0-2-15,0 0 3 0,0 0-5 0,0 0 1 16,0 0-1-16,0 0 3 0,0 0-1 0,0 0-4 0,0 0 0 16,0 0-4-16,0 0-8 0,0 0-9 15,0 0-11-15,0 0-35 0,0 0 15 0</inkml:trace>
  <inkml:trace contextRef="#ctx0" brushRef="#br0" timeOffset="100343.64">18875 11549 32 0,'0'0'35'0,"0"0"-12"0,0 0-8 15,0 0-12-15,0 0-10 0,0 0-11 16,0 0-18-16,0 0 9 0</inkml:trace>
  <inkml:trace contextRef="#ctx0" brushRef="#br0" timeOffset="101772.88">24849 15799 38 0,'0'0'43'0,"0"0"0"15,0 0-3-15,0 0-5 0,0 0-4 0,0 0-8 16,0 0 2-16,0 0-13 0,0 0 6 0,0 0 2 15,0 0-6-15,0 0-5 0,0 0 3 0,0 0 7 16,0 0-9-16,0 0 1 0,0 0 3 0,0 0 4 16,0 0 1-16,0 0 0 0,0 0 0 0,0 0-2 15,0 0 3-15,0 0-7 0,0 0-5 0,0 0 6 16,0 0 2-16,0 0-8 0,0 0-2 0,0 0 2 16,0 0 2-16,0 0-7 0,0 0 5 0,0 0-8 15,0 0 26-15,0 0-23 0,0 0 3 0,0 0-3 16,0 0-1-16,0 0 2 0,0 0-2 0,0 0 3 15,0 0-7-15,0 0 2 0,0 0 0 0,0 0 3 16,0 0-3-16,0 0-8 0,0 0 0 0,0 0 2 16,0 0 8-16,0 0-4 0,0 0-3 0,0 0-4 15,0 0 8-15,0 0-4 0,0 0 2 0,0 0 0 16,0 0 4-16,0 0 1 0,0 0-5 0,0 0 1 16,0 0-1-16,0 0 0 0,0 0 3 15,0 0-3-15,0 0 1 0,0 0-2 0,0 0 5 16,0 0-5-16,0 0 5 0,0 0-4 0,0 0-3 15,0 0 3-15,0 0 1 0,0 0 0 0,0 0-6 0,0 0-3 16,0 0-8-16,0 0-1 0,0 0-15 0,0 0-8 16,0 0-33-16,0 0-83 0,0 0 37 0</inkml:trace>
  <inkml:trace contextRef="#ctx0" brushRef="#br0" timeOffset="106896.45">14299 11003 50 0,'0'0'62'0,"0"0"-8"0,4-4-9 16,-4 4-8-16,0 0-15 0,0 0-12 0,0 0-26 16,5-5-28-16,-5 5-48 0,0 0 21 0</inkml:trace>
  <inkml:trace contextRef="#ctx0" brushRef="#br0" timeOffset="110163.81">12336 11025 11 0,'0'0'21'15,"0"0"-16"-15,0 0-12 0,0 0-6 0,0 0 3 16</inkml:trace>
  <inkml:trace contextRef="#ctx0" brushRef="#br0" timeOffset="111521.31">22579 16144 50 0,'0'0'76'0,"0"0"-5"0,0 0-14 0,0 0 0 16,0 0-5-16,0 0-5 0,0 0-8 0,-1-9 1 15,1 9 3-15,0 0 5 0,0 0-10 0,0 0-7 0,0 0 2 16,0 0-3-16,-5-8 3 0,5 8-4 0,0 0-7 16,0 0-5-16,0 0 6 0,0 0 0 0,0 0 4 15,0 0-2-15,0 0 4 0,0 0-1 16,0 0-7-16,0 0 0 0,-7-3-5 0,7 3 3 16,0 0-2-16,0 0-4 0,0 0 0 0,0 0-6 15,0 0-4-15,0 0 5 0,0 0-14 0,0 0 4 0,0 0-10 16,0 0 5-16,0 0-14 0,0 0-1 15,0 0-12-15,0 0-3 0,0 0 4 0,0 0-24 16,0 0-2-16,0 0-11 0,0 0-4 0,-2-7-38 16,2 7-122-16,0 0 54 0</inkml:trace>
  <inkml:trace contextRef="#ctx0" brushRef="#br0" timeOffset="112333.16">18576 15476 29 0,'0'0'48'0,"9"-4"1"0,-9 4-8 0,0 0-11 16,0 0-15-16,0 0 2 0,0 0-13 0,0 0-15 15,0 0-26-15,0 0-41 0,0 0 18 0</inkml:trace>
  <inkml:trace contextRef="#ctx0" brushRef="#br0" timeOffset="113223.68">25429 15713 30 0,'4'-5'178'0,"0"-1"-20"0,3-2-13 0,-3 3-9 16,0 1-15-16,2 0-8 0,0-2-10 0,0 4-12 16,-6 2-13-16,9-7-4 0,-9 7-8 0,5-4-12 15,-5 4-31-15,0 0-31 0,0 0-38 0,5-8-32 16,-5 8-129-16,0 0-224 0,-27 0 101 0</inkml:trace>
  <inkml:trace contextRef="#ctx0" brushRef="#br0" timeOffset="114964.25">22551 16121 44 0,'0'0'96'15,"0"0"-8"-15,0 0-16 0,0 0-4 0,10-22-14 16,-10 22-9-16,0 0 3 0,0 0-9 0,0 0-6 16,0 0-6-16,0 0-2 0,0 0-4 0,0 0 3 15,0 0-5-15,0 0 4 0,0 0-12 0,0 0 8 16,0 0-6-16,0 0 3 0,0 0 7 0,0 0-18 15,0 0-1-15,0 0-2 0,0 0 3 0,0 0-2 16,0 0-5-16,0 0-2 0,0 0-12 0,0 0 7 16,0 0-3-16,0 0-1 0,0 0 2 0,0 0-4 15,0 0-2-15,0 0-5 0,0 0 5 0,0 0-6 16,0 0 7-16,0 0 3 0,0 0-1 0,0 0-1 16,0 0-5-16,1-6-4 0,-1 6-6 0,0 0 2 15,0 0-14-15,0 0-2 0,0 0-26 16,0 0-77-16,0 0 34 0</inkml:trace>
  <inkml:trace contextRef="#ctx0" brushRef="#br0" timeOffset="132448.81">12307 10975 24 0,'0'0'32'0,"0"0"-14"16,0 0-2-16,0 0-20 0,0 0-11 0,0 0-16 15,0 0 9-15</inkml:trace>
  <inkml:trace contextRef="#ctx0" brushRef="#br0" timeOffset="134894.94">14231 11317 22 0,'0'0'66'0,"0"0"0"0,7-17-29 0,-7 17 8 15,0 0 1-15,0 0 2 0,0 0-10 0,0 0-4 16,0 0 4-16,2-6-9 0,-2 6-2 0,0 0-6 15,0 0-2-15,0 0-2 0,0 0 3 0,0 0-11 16,0 0 5-16,0 0-3 0,0 0 1 0,0 0-4 16,0 0 0-16,0 0-2 0,0 0 6 0,0 0-2 15,0 0-9-15,0 0 1 0,0 0 3 0,0 0 2 16,0 0-4-16,0 0-1 0,0 0-2 0,0 0 4 0,0 0-4 16,0 0 0-16,0 0 8 0,0 0-1 15,0 0-16-15,0 0 11 0,0 0 2 0,0 0 0 16,0 0-6-16,0 0 5 0,0 0-1 0,0 0 0 15,0 0-5-15,0 0 5 0,0 0 0 0,0 0-2 16,0 0 0-16,0 0 3 0,0 0-7 0,0 0 7 16,0 0 1-16,0 0-9 0,0 0 7 0,0 0-2 15,0 0 2-15,0 0 0 0,0 0 2 0,0 0-4 16,0 0 0-16,0 0 1 0,0 0-7 0,0 0 6 16,0 0 1-16,0 0-2 0,0 0-3 0,0 0 7 0,0 0-5 15,0 0 4-15,0 0 1 0,0 0-9 0,0 0 4 16,0 0 0-16,0 0 1 0,0 0-5 0,0 0 4 15,0 0 4-15,0 0-7 0,0 0 8 16,0 0-3-16,0 0-2 0,0 0 4 0,0 0 0 0,5-8-1 16,-5 8-1-16,0 0-3 0,0 0 0 0,0 0 0 15,0 0-1-15,0 0 1 0,0 0-8 0,0 0 3 16,0 0 4-16,0 0 2 0,0 0 1 16,0 0-5-16,0 0 6 0,0 0-6 0,0 0 3 0,0 0-5 15,0 0 5-15,0 0-3 0,0 0 5 0,0 0-5 16,0 0 4-16,0 0-2 0,0 0-2 0,0 0 0 15,0 0-8-15,0 0 4 0,0 0 3 0,0 0-12 16,0 0 4-16,0 0-4 0,0 0-10 0,0 0-13 16,0 0-33-16,0 0-80 0,0 0 35 0</inkml:trace>
  <inkml:trace contextRef="#ctx0" brushRef="#br0" timeOffset="135306.79">14222 11314 19 0,'0'0'17'0,"0"0"6"0,0 0-11 16,0 0-1-16,0 0-1 0,0 0-9 0,0 0 1 15,0 0-3-15,0 0 5 0,0 0-5 0,0 0-1 16,0 0-3-16,0 0-1 0,0 0-8 0,0 0-16 0,0 0 8 16</inkml:trace>
  <inkml:trace contextRef="#ctx0" brushRef="#br0" timeOffset="135517.57">14221 11321 2 0,'0'0'6'16,"0"0"-4"-16,0 0 2 0,0 0-7 0,0 0-3 0,0 0 3 16</inkml:trace>
  <inkml:trace contextRef="#ctx0" brushRef="#br0" timeOffset="136808.49">12419 14031 30 0,'0'0'52'15,"6"-3"1"-15,-6 3-6 0,0 0-4 0,0 0 1 16,0 0-1-16,0 0-3 0,0 0 7 0,0 0-7 16,0 0 4-16,6-6-5 0,-6 6 10 0,0 0-7 15,0 0-3-15,2-5-7 0,-2 5 7 0,0 0-6 16,0 0-3-16,0 0-1 0,0 0 3 15,0 0-4-15,0 0 3 0,0 0-7 0,4-8 13 0,-4 8-19 16,0 0-1-16,0 0-4 0,5-5 6 0,-5 5-6 16,0 0 5-16,0 0-5 0,4-6 7 0,-4 6-6 15,0 0 3-15,0 0-4 0,0 0-1 0,0 0-7 16,0 0 4-16,0 0-3 0,0 0-6 0,0 0 5 16,0 0 0-16,0 0-2 0,0 0 6 0,0 0-6 15,0 0 1-15,0 0-2 0,0 0 6 0,0 0-8 16,0 0-6-16,4-4 10 0,-4 4-1 0,0 0-1 15,0 0 4-15,0 0-7 0,0 0 5 0,0 0-5 16,0 0 3-16,0 0-1 0,0 0 2 0,0 0-6 16,0 0 0-16,0 0-1 0,0 0 1 0,0 0-12 15,0 0-4-15,0 0-13 0,0 0-12 0,0 0-12 16,0 0-15-16,0 0-6 0,0 0-74 0,0 0-163 16,0 0 72-16</inkml:trace>
  <inkml:trace contextRef="#ctx0" brushRef="#br0" timeOffset="137412.6">13984 13398 38 0,'11'3'70'0,"-11"-3"-6"16,0 0-6-16,0 0-7 0,0 0-3 0,6 4-12 16,-6-4-15-16,0 0-13 0,0 0-14 0,2 8-25 15,-2-8-29-15,0 0-64 0,-8 10 28 0</inkml:trace>
  <inkml:trace contextRef="#ctx0" brushRef="#br0" timeOffset="137912.66">13966 14507 8 0,'0'0'110'0,"0"0"-3"0,0 0-8 0,0 0-1 0,0 0-12 16,0 0 0-16,0 0-11 0,0 0-1 0,0 0-10 15,0 0-16-15,0 0-5 0,0 0-9 0,0 0-18 16,0 0-14-16,0 0-15 0,0 0-6 0,0 0-17 16,0 0-6-16,0 0-8 0,0 0-9 0,0 0-12 15,0 0-39-15,0 0-120 0,-22-5 54 0</inkml:trace>
  <inkml:trace contextRef="#ctx0" brushRef="#br0" timeOffset="138959.79">17915 12475 38 0,'0'0'50'0,"0"0"-6"15,0 0 1-15,0 0-4 0,0 0-3 0,0 0-7 16,0 0-6-16,0 0-7 0,0 0 3 0,0 0-15 16,0 0-1-16,0 0-4 0,0 0-9 0,0 0-12 15,3 9-37-15,-3-9-60 0,0 0 28 0</inkml:trace>
  <inkml:trace contextRef="#ctx0" brushRef="#br0" timeOffset="139544.71">18144 13609 25 0,'0'0'90'0,"0"0"-2"16,0 0-4-16,0 0-5 0,0 0 1 0,0 0-8 16,0 0-2-16,0 0-5 0,0 0-4 0,0 0-15 15,0 0 7-15,0 0-5 0,0 0-8 0,0 0 1 16,9-18-4-16,-9 18-3 0,0 0-6 0,0 0-11 15,0 0 5-15,0 0 2 0,0 0-7 0,0 0-1 16,0 0-2-16,0 0-9 0,0 0-15 0,0 0-7 16,0 0-20-16,0 0-9 0,5-5-1 0,-5 5-20 15,0 0-12-15,0 0-64 0,-1-11-154 0,1 11 69 16</inkml:trace>
  <inkml:trace contextRef="#ctx0" brushRef="#br0" timeOffset="145569.47">18732 15503 22 0,'0'0'27'0,"0"0"0"0,0 0-1 16,0 0 1-16,0 0 5 0,0 0-12 15,0 0-2-15,0 0 2 0,0 0-6 0,0 0 0 16,0 0 6-16,0 0-8 0,0 0 5 0,0 0-9 15,0 0 5-15,0 0 5 0,0 0-8 0,0 0 0 16,0 0 8-16,0 0-1 0,0 0-1 0,0 0 4 16,0 0-4-16,0 0 0 0,0 0-12 0,0 0 8 15,0 0-2-15,0 0-2 0,0 0 2 0,0 0-3 16,0 0 0-16,0 0-4 0,0 0 3 0,0 0 1 16,0 0 0-16,0 0-8 0,0 0 8 0,0 0-1 15,0 0 0-15,0 0 2 0,0 0-5 0,0 0-3 16,0 0 0-16,0 0 0 0,0 0 3 0,0 0 2 15,0 0 2-15,0 0-5 0,0 0 0 0,0 0-1 16,0 0 9-16,0 0-10 0,0 0 8 0,0 0-8 16,0 0 1-16,0 0-5 0,0 0 5 0,0 0 4 0,0 0-9 15,0 0 1-15,0 0-7 0,0 0-3 16,0 0-2-16,0 0-9 0,0 0-2 0,0 0-13 16,0 0-41-16,0 0-86 0,0 0 39 0</inkml:trace>
  <inkml:trace contextRef="#ctx0" brushRef="#br0" timeOffset="145883.87">18702 15527 11 0,'0'0'84'0,"0"0"-4"0,0 0-13 0,0 0-6 16,0 0 3-16,0 0-12 0,0 0-6 0,0 0 4 15,0 0-9-15,0 0-10 0,0 0 1 0,0 0-7 16,0 0 5-16,0 0-12 0,0 0-4 0,0 0-1 15,0 0-3-15,0 0-16 0,0 0-8 0,0 0-14 16,0 0-12-16,0 0-14 0,0 0-45 0,0 0-105 16,0 0 47-16</inkml:trace>
  <inkml:trace contextRef="#ctx0" brushRef="#br0" timeOffset="147198.79">18682 15499 14 0,'0'0'59'0,"0"0"-7"0,0 0-6 0,0 0-7 0,0 0-6 16,0 0-10-16,0 0-11 0,0 0 4 0,0 0-11 16,0 0-13-16,0 0-16 0,0 0-21 0,0 0-48 15,0 0 21-15</inkml:trace>
  <inkml:trace contextRef="#ctx0" brushRef="#br0" timeOffset="148933.79">22787 15553 13 0,'0'0'45'0,"0"0"0"0,0 0-6 0,0 0-7 16,0 0-2-16,0 0-3 0,0 0-14 0,0 0 10 15,0 0 0-15,0 0 1 0,0 0-9 0,0 0 5 16,0 0 11-16,0 0-11 0,0 0-1 0,0 0-1 15,0 0-3-15,0 0 0 0,0 0-4 0,0 0 0 16,0 0 0-16,0 0-1 0,0 0 0 0,0 0 2 16,0 0-7-16,0 0 1 0,0 0-5 0,0 0-11 0,0 0-2 15,0 0-6-15,0 0-7 0,0 0-2 16,0 0-10-16,0 0-33 0,0 0-74 0,0 0 33 16</inkml:trace>
  <inkml:trace contextRef="#ctx0" brushRef="#br0" timeOffset="154299.81">23293 16267 1 0,'0'0'7'0,"0"0"-7"16,0 0-2-16,0 0-1 0</inkml:trace>
  <inkml:trace contextRef="#ctx0" brushRef="#br0" timeOffset="157333.72">18860 12101 31 0,'0'0'32'0,"0"0"-2"0,0 0-4 15,0 0 4-15,0 0-12 0,0 0 3 0,0 0 0 16,0 0 0-16,0 0-9 0,0 0 4 0,0 0-5 16,0 0-4-16,0 0 7 0,0 0-5 0,0 0 1 15,0 0 1-15,0 0-5 0,0 0-3 0,0 0 3 16,0 0-2-16,0 0 2 0,0 0-3 0,0 0 1 16,0 0 0-16,0 0-1 0,0 0 2 0,0 0-3 15,0 0-3-15,0 0 4 0,0 0-1 0,0 0 0 16,0 0 2-16,0 0-6 0,0 0 5 0,0 0-1 15,0 0-3-15,0 0 4 0,0 0-6 0,0 0 0 16,0 0 3-16,0 0-1 0,0 0 1 0,0 0-2 16,0 0-4-16,0 0 6 0,0 0 8 0,0 0 0 15,0 0-7-15,0 0-5 0,0 0 10 0,0 0-6 16,0 0 3-16,0 0-5 0,0 0 5 0,0 0-3 16,0 0 0-16,0 0-2 0,0 0 2 0,0 0 1 15,0 0 2-15,0 0-2 0,0 0-5 0,0 0 8 16,0 0-1-16,0 0-3 0,0 0 3 15,0 0-1-15,0 0-4 0,0-8 2 0,0 8 1 0,0 0 1 16,0 0-9-16,0 0 3 0,0 0 11 0,0 0-9 16,0 0 3-16,0 0-2 0,0 0 0 0,0 0-2 15,0 0 3-15,0 0-6 0,0 0 4 0,0 0-1 16,0 0-7-16,0 0 8 0,0 0-1 0,0 0 3 16,0 0-10-16,0 0-8 0,0 0-5 0,0 0-30 15,0 0-56-15,0 0 25 0</inkml:trace>
  <inkml:trace contextRef="#ctx0" brushRef="#br0" timeOffset="162081.78">28450 9313 8 0,'0'0'39'0,"0"0"-2"0,0 0-2 0,0 0-3 15,0 0-3-15,0 0 2 0,0 0-3 16,0 0-3-16,0 0-1 0,0 0-7 0,0 0-10 16,0 0-7-16,0 0-12 0,0 0-12 0,0 0-22 0,0 0-51 15,0 0 23-15</inkml:trace>
  <inkml:trace contextRef="#ctx0" brushRef="#br0" timeOffset="196246.45">18915 11483 21 0,'0'0'10'0,"0"0"-16"0,0 0-5 16,0 0 2-16</inkml:trace>
  <inkml:trace contextRef="#ctx0" brushRef="#br0" timeOffset="196715.7">18811 11469 7 0,'0'0'52'0,"0"0"1"0,0 0-10 0,0 0-6 15,0 0-9-15,0 0 2 0,0 0 1 0,0 0-6 16,0 0-2-16,0 0 1 0,0 0-6 0,0 0-4 16,0 0-11-16,0 0-11 0,0 0 5 0,0 0-18 15,0 0-5-15,0 0-29 0,0 0-61 0,0 0 27 16</inkml:trace>
  <inkml:trace contextRef="#ctx0" brushRef="#br0" timeOffset="-209907.83">28366 9381 35 0,'0'0'103'0,"0"0"4"0,0 0-13 16,0 0-8-16,0 0-8 0,0 0-18 0,0 0-3 16,0 0-24-16,0 0-12 0,0 0-19 0,0 0-22 15,0 0-20-15,0 0-63 0,0 0-111 0,0 0 48 16</inkml:trace>
  <inkml:trace contextRef="#ctx0" brushRef="#br0" timeOffset="-209698.88">28311 9414 32 0,'0'0'67'0,"0"0"-20"0,0 0-15 0,0 0-26 16,0 0-37-16,0 0-33 0,0 0 14 0</inkml:trace>
  <inkml:trace contextRef="#ctx0" brushRef="#br0" timeOffset="-209524.19">28311 9414 33 0,'0'0'94'0,"0"0"-22"0,0 0-9 15,0 0-21-15,0 0-21 0,0 0-33 16,0 0-41-16,0 0-56 0,-11-17 25 0</inkml:trace>
  <inkml:trace contextRef="#ctx0" brushRef="#br0" timeOffset="-207368.72">28265 9435 3 0,'0'0'115'0,"0"0"-8"0,0 0-14 15,0 0 10-15,0 0-1 0,0 0 1 0,0 0-5 16,0 0 5-16,0 0-4 0,0 0-9 0,0 0-1 16,0 0-3-16,0 0 4 0,0 0-3 15,0 0 3-15,0 0-8 0,0 0-1 0,0 0-11 0,0 0-2 16,0 0-9-16,0 0 2 0,0 0-4 0,0 0-5 15,0 0-3-15,15-15-6 0,-15 15-4 0,0 0-5 16,0 0-1-16,3-7-6 0,-3 7-1 0,0 0-2 16,0 0-9-16,0 0-2 0,0 0-5 0,0 0-8 15,0 0-5-15,0 0-4 0,0 0-1 0,0 0-2 16,0 0-3-16,0 0 2 0,7-3-7 0,-7 3-8 16,0 0 2-16,0 0-13 0,0 0 4 0,0 0-8 15,0 0-11-15,0 0-9 0,0 0 1 0,0 0-15 16,0 0-8-16,0 0-8 0,0 0-5 0,0 0-8 15,0 0-3-15,0 0-108 0,0 0-233 0,0 0 103 16</inkml:trace>
  <inkml:trace contextRef="#ctx0" brushRef="#br0" timeOffset="-205129.99">22437 4866 29 0,'0'0'35'0,"0"0"-4"0,0 0-3 0,0 0 6 16,0 0-6-16,0 0 3 0,0 0 6 0,0 0-3 15,0 0-6-15,0 0 1 0,0 0 3 0,0 0-1 16,0 0-10-16,0 0-2 0,0 0-2 0,0 0 13 16,0 0-12-16,0 0-4 0,0 0-4 0,0 0 1 15,0 0 10-15,0 0-13 0,0 0 3 16,0 0-7-16,0 0 0 0,0 0 2 0,0 0 0 16,0 0-2-16,0 0-2 0,0 0 4 0,0 0-3 0,0 0 1 15,0 0-5-15,0 0-1 0,0 0-6 16,0 0-5-16,0 0-10 0,0 0-6 0,0 0-6 0,0 0-5 15,0 0-40-15,0 0-86 0,0 0 39 0</inkml:trace>
  <inkml:trace contextRef="#ctx0" brushRef="#br0" timeOffset="-203495.8">28599 9592 55 0,'0'0'65'0,"0"0"-8"16,0 0-3-16,0 0-9 0,0 0 1 0,0 0-10 15,0 0-4-15,0 0-8 0,0 0-5 0,0 0-5 16,0 0 1-16,0 0-10 0,0 0-8 0,0 0 3 16,0 0-1-16,0 0-12 0,0 0-1 0,0 0 0 15,0 0-3-15,0 0-3 0,-6-14-8 0,6 14-32 16,0 0-64-16,0 0 28 0</inkml:trace>
  <inkml:trace contextRef="#ctx0" brushRef="#br0" timeOffset="-194194.49">28372 9306 117 0,'0'0'119'0,"0"0"-7"0,0 0-10 15,0 0 2-15,0 0-10 0,0 0-2 0,0 0-10 16,0 0-12-16,0 0 12 0,0 0-20 0,0 0-3 16,0 0-12-16,0 0-1 0,0 0-4 0,0 0-3 15,0 0-7-15,6-3-2 0,-6 3-5 0,0 0-1 16,0 0 0-16,0 0-6 0,0 0 0 0,0 0-5 15,0 0 3-15,0 0-2 0,0 0-3 0,0 0-1 0,0 0-2 16,0 0 4-16,0 0-3 0,0 0-5 16,0 0 4-16,0 0-5 0,0 0-1 0,0 0-4 15,0 0-3-15,0 0 13 0,0 0-3 0,0 0 3 0,0 0-7 16,0 0 1-16,0 0-1 0,0 0 4 0,0 0-4 16,0 0-1-16,0 0 2 0,0 0-2 0,0 0-2 15,0 0-4-15,0 0 5 0,0 0-10 16,0 0-1-16,0 0-6 0,0 0 0 0,0 0 2 0,0 0 0 15,0 0-8-15,0 0-2 0,0 0-6 0,0 0 0 16,0 0-2-16,0 0-5 0,0 0 3 0,0 0-4 16,0 0-4-16,0 0 3 0,0 0-6 0,0 0-4 15,0 0-8-15,0 0 1 0,0 0-8 0,0 0-10 16,0 0-53-16,0 0-139 0,0 0 61 0</inkml:trace>
  <inkml:trace contextRef="#ctx0" brushRef="#br0" timeOffset="-191993.19">22299 9523 86 0,'0'0'119'0,"5"-5"-18"16,-5 5 9-16,0 0-14 0,0 0 3 0,3-7-13 0,-3 7-6 16,0 0-9-16,0 0-10 0,2-7-7 0,-2 7-4 15,0 0-8-15,0 0-15 0,0 0-16 16,0 0-14-16,0 0-12 0,0 0-10 0,0 0-10 15,0 0-21-15,0 0-1 0,0 0-13 0,0 0-69 0,0 0-150 16,0 0 66-16</inkml:trace>
  <inkml:trace contextRef="#ctx0" brushRef="#br0" timeOffset="-185854.22">10287 14004 53 0,'0'0'73'0,"0"0"-11"0,0 0-4 16,0 0-8-16,0 0-2 0,0 0-5 0,0 0-3 15,0 0-13-15,0 0-8 0,0 0-6 0,0 0-21 16,0 0-13-16,0 0-20 0,0 0-29 0,0 0-75 16,12 14 34-16</inkml:trace>
  <inkml:trace contextRef="#ctx0" brushRef="#br0" timeOffset="-184232.91">14130 13149 51 0,'0'0'50'0,"0"0"-13"0,0 0-9 0,0 0-11 16,0 0-7-16,0 0-13 0,0 0-29 0,0 0-35 16,0 0 16-16</inkml:trace>
  <inkml:trace contextRef="#ctx0" brushRef="#br0" timeOffset="-182173.33">22341 5457 37 0,'0'0'35'0,"0"0"-13"0,0 0-13 0,0 0-8 16,0 0-7-16,0 0-2 0,0 0-7 0,0 0-17 15,0 0 7-15</inkml:trace>
  <inkml:trace contextRef="#ctx0" brushRef="#br0" timeOffset="-180698.03">28330 9350 61 0,'0'0'59'15,"0"0"-1"-15,0 0-11 0,0 0-3 0,0 0 1 16,0 0-12-16,0 0-2 0,0 0 4 0,0 0-6 16,0 0-8-16,0 0 3 0,0 0-12 0,0 0-7 15,0 0-12-15,0 0-12 0,0 0-9 0,0 0-47 16,0 0-82-16,0 0 36 0</inkml:trace>
  <inkml:trace contextRef="#ctx0" brushRef="#br0" timeOffset="-173070.38">25615 10736 64 0,'0'0'69'0,"0"0"-14"15,0 0-12-15,0 0-18 0,0 0-21 0,0 0-25 16,0 0-20-16,0 0-42 0,0 0 19 0</inkml:trace>
  <inkml:trace contextRef="#ctx0" brushRef="#br0" timeOffset="-171581.79">24428 10089 106 0,'0'0'106'15,"0"0"-7"-15,0 0 1 0,0 0-10 0,0 0-8 16,0 0-9-16,0 0-4 0,0 0-9 0,0 0-4 15,0 0-8-15,0 0-5 0,-10 7-3 0,10-7-7 0,0 0-19 16,0 0-4-16,0 0-17 0,0 0-21 0,0 0-8 16,0 0-2-16,0 0-10 0,0 0-17 15,0 0-70-15,6 7-145 0,-6-7 64 0</inkml:trace>
  <inkml:trace contextRef="#ctx0" brushRef="#br0" timeOffset="-155380.84">26335 7533 64 0,'0'0'65'0,"0"0"-21"0,0 0 15 0,0 0-8 16,0 0-19-16,0 0-7 0,0 0-19 0,0 0-17 0,0 0-16 15,0 0-25-15,0 0-55 0,0 0 24 0</inkml:trace>
  <inkml:trace contextRef="#ctx0" brushRef="#br0" timeOffset="-149132.93">22732 4899 16 0,'0'0'19'0,"0"0"2"0,0 0-7 0,0 0-5 0,0 0-12 15,0 0-10-15,0 0-14 0,0 0 7 0</inkml:trace>
  <inkml:trace contextRef="#ctx0" brushRef="#br0" timeOffset="-148086.78">28323 9239 45 0,'0'0'58'0,"0"0"-9"15,0 0-1-15,0 0-18 0,0 0 1 0,0 0 0 16,0 0-3-16,0 0-8 0,-2 8-2 0,2-8-10 16,-9 2-12-16,9-2-14 0,-10 1-9 0,10-1-27 15,-12 2-57-15,6 0 27 0</inkml:trace>
  <inkml:trace contextRef="#ctx0" brushRef="#br0" timeOffset="-140257.45">9328 4889 1 0,'0'0'30'0,"0"0"-5"0,0 0-1 0,0 0-7 0,0 0-8 15,0 0-27-15,0 0-19 0,0 0 8 0</inkml:trace>
  <inkml:trace contextRef="#ctx0" brushRef="#br0" timeOffset="-133584.79">28431 9299 15 0,'0'0'21'0,"0"0"6"0,0 0-4 0,0 0 2 16,0 0-5-16,0 0 2 0,0 0-7 16,0 0 0-16,0 0 2 0,0 0 3 0,0 0-5 15,0 0 0-15,0 0 3 0,0 0 1 0,0 0-2 0,0 0 2 16,0 0-7-16,0 0 1 0,0 0-3 0,0 0-1 15,0 0-1-15,0 0 2 0,0 0-7 16,0 0 3-16,0 0 5 0,-20-9-8 0,20 9 0 16,0 0 4-16,0 0-3 0,0 0-7 0,-7-4-9 0,7 4-17 15,0 0-34-15,0 0-69 0,0 0 30 0</inkml:trace>
  <inkml:trace contextRef="#ctx0" brushRef="#br0" timeOffset="-127443.65">26207 7452 11 0,'0'0'69'0,"0"0"-9"0,0 0-6 0,0 0-6 15,0 0-9-15,0 0-22 0,0 0-6 0,0 0-17 16,-4 5-45-16,4-5-54 0,-6 6 23 0</inkml:trace>
  <inkml:trace contextRef="#ctx0" brushRef="#br0" timeOffset="-126129.24">26174 7555 51 0,'0'0'55'0,"0"0"-9"16,0 0-1-16,0 0-3 0,0 0 4 0,0 0-5 15,0 0 5-15,0 0 0 0,0 0-6 0,0 0-6 16,0 0 6-16,0 0-1 0,0 0-1 0,0 0-1 16,0 0 1-16,0 0-4 0,0 0-12 0,0 0 6 15,0 0-6-15,0 0 5 0,0 0 8 0,0 0-9 16,0 0-5-16,0 0-4 0,0 0 2 0,0 0 3 16,0 0-2-16,0 0-4 0,0 0-3 0,0 0-2 15,0 0 5-15,0 0-2 0,0 0-12 0,0 0 11 16,0 0 0-16,0 0 2 0,0 0-7 0,0 0 2 15,0 0-1-15,0 0 8 0,0 0-9 0,0 0-6 16,0 0 10-16,0 0-4 0,0 0 2 0,0 0-7 16,0 0 0-16,0 0-1 0,0 0 4 0,0 0-1 15,0 0-2-15,0 0-4 0,0 0-1 0,0 0-3 16,0 0 6-16,0 0-2 0,0 0-2 0,0 0 1 16,0 0-5-16,0 0-1 0,0 0-3 0,0 0-9 15,0 0-5-15,0 0-6 0,0 0-5 0,0 0-7 16,0 0 3-16,0 0-17 0,0 0-1 0,0 0-4 15,0 28 0-15,0-28-59 0,0 7-131 0,0-7 59 16</inkml:trace>
  <inkml:trace contextRef="#ctx0" brushRef="#br0" timeOffset="-124810.95">26126 9321 103 0,'0'0'104'0,"0"0"2"0,0 0-8 15,-2-11-12-15,2 11-13 0,0 0 6 0,0 0-1 16,0 0-27-16,0 0 10 0,0 0-1 0,0 0-10 15,0 0-9-15,0 0-2 0,0 0-7 0,0 0 2 16,0 0-3-16,0 0 8 0,0 0-16 0,0 0-3 16,0 0 16-16,0 0-16 0,0 0-10 0,0 0-10 15,0 0-7-15,0 0-12 0,0 0-10 0,0 0-8 16,0 0-16-16,-2-10-16 0,2 10-15 0,0 0-79 0,0 0-176 16,2-10 77-16</inkml:trace>
  <inkml:trace contextRef="#ctx0" brushRef="#br0" timeOffset="-124262.85">26145 7609 2 0,'0'0'57'0,"6"-6"-4"0,-6 6-2 0,0 0-9 16,0 0-3-16,0 0-7 0,0 0 4 0,0 0-9 15,0 0-9-15,0 0-3 0,0 0-10 0,0 0-14 16,0 0-2-16,0 0-11 0,0 0-35 0,-23 0-60 15,23 0 28-15</inkml:trace>
  <inkml:trace contextRef="#ctx0" brushRef="#br0" timeOffset="-123474.36">22321 7625 1 0,'0'0'75'0,"0"0"-11"16,0 0-11-16,0 0 3 0,0 0-8 0,0 0-4 15,0 0 1-15,0 0-12 0,0 0 3 0,0 0-6 16,0 0-6-16,0 0-2 0,0 0-2 0,0 0-3 16,0 0 4-16,0 0-5 0,0 0-4 0,0 0 6 15,0 0-10-15,0 0 2 0,0 0 0 0,0 0 1 16,0 0 4-16,0 0-1 0,0 0-11 0,0 0 6 15,0 0-4-15,0 0-5 0,0 0-3 0,0 0-8 16,4-5-6-16,-4 5-7 0,0 0-1 0,0 0-10 16,0 0-9-16,0 0-50 0,0 0-102 0,0 0 46 15</inkml:trace>
  <inkml:trace contextRef="#ctx0" brushRef="#br0" timeOffset="-122767.84">26102 7616 54 0,'0'0'109'0,"0"0"-8"0,2-6-2 16,-2 6-9-16,0 0 3 0,0 0-20 0,0 0 7 15,0 0-16-15,0 0-14 0,0 0 2 0,1-9-11 16,-1 9-1-16,0 0-4 0,0 0-14 0,0 0-7 16,0 0-4-16,0 0-5 0,0 0-19 0,0 0 0 0,0 0-10 15,0 0-7-15,0 0-7 0,0 0 2 0,0 0-14 16,0 0-11-16,0 0-70 0,0 0-140 15,0 0 63-15</inkml:trace>
  <inkml:trace contextRef="#ctx0" brushRef="#br0" timeOffset="-121489.85">26115 9351 39 0,'0'0'67'16,"0"0"-14"-16,0 0 1 0,0 0-4 0,0 0-1 15,0 0 1-15,0 0-11 0,0 0-5 0,0 0 0 16,0 0-6-16,0 0-5 0,0 0 4 0,0 0-6 16,0 0 0-16,0 0-5 0,0 0 4 0,0 0 5 15,0 0 0-15,0 0 1 0,0 0-6 0,0 0-7 16,0 0 3-16,0 0 3 0,0 0-8 0,0 0 4 16,0 0-11-16,0 0 5 0,0 0 5 0,0 0 0 15,0 0-3-15,0 0 9 0,0 0-10 0,0 0-5 16,0 0-6-16,0 0 18 0,0 0-12 0,0 0 0 15,0 0 4-15,0 0-3 0,0 0-5 0,0 0-9 16,0 0 15-16,0 0-4 0,0 0 0 0,0 0 2 0,0 0 1 16,0 0-3-16,0 0-1 0,0 0 6 0,0 0-7 15,0 0-2-15,0 0 6 0,0 0-5 0,0 0-1 16,0 0 7-16,0 0-5 0,0 0 14 16,0 0-18-16,0 0 1 0,0 0 8 0,0 0-8 0,0 0 4 15,0 0-9-15,0 0 5 0,0 0 2 0,0 0 0 16,0 0-1-16,0 0-6 0,0 0 8 0,0 0-5 15,0 0-5-15,0 0 6 0,0 0 1 0,0 0 5 16,0 0-5-16,0 0 4 0,0 0-9 0,0 0 0 16,0 0 6-16,0 0 10 0,0 0-13 0,0 0 7 15,0 0-8-15,0 0 0 0,0 0 8 0,0 0-4 16,0 0 4-16,0 0-7 0,0 0 3 0,0 0 4 16,0 0 2-16,0 0-6 0,0 0 5 0,0 0-14 15,0 0 4-15,0 0-5 0,0 0-5 0,0 0-3 16,0 0-4-16,0 0-4 0,0 0-4 15,0 0-3-15,0 0-9 0,0 0-2 0,0 0-19 0,0 0-39 16,0 0-111-16,0 0 50 0</inkml:trace>
  <inkml:trace contextRef="#ctx0" brushRef="#br0" timeOffset="-118113.79">26107 7599 53 0,'0'0'65'16,"0"0"-3"-16,0 0-7 0,0 0-1 0,0 0-3 0,0 0-5 16,0 0 4-16,0 0-14 0,0 0 2 0,0 0-6 15,0 0 3-15,0 0-9 0,0 0-5 16,0 0 9-16,0 0-6 0,0 0-1 0,0 0-1 16,0 0-6-16,0 0 7 0,0 0-6 0,0 0-9 0,0 0 7 15,0 0 1-15,0 0-12 0,0 0 3 0,0 0-3 16,0 0 7-16,0 0-3 0,0 0-10 0,0 0-7 15,0 0-7-15,0 0-13 0,0 0-5 0,0 0-18 16,0 0-10-16,0 0-46 0,0 0-117 0,0 0 51 16</inkml:trace>
  <inkml:trace contextRef="#ctx0" brushRef="#br0" timeOffset="-98115.31">22617 9374 5 0,'0'0'51'0,"0"0"-14"0,0 0 2 0,0 0 3 15,0 0-8-15,0 0 0 0,0 0-1 0,0 0-20 0,0 0-26 16,0 0-34-16,0 0-48 0,0 0 21 16</inkml:trace>
  <inkml:trace contextRef="#ctx0" brushRef="#br0" timeOffset="-89899.5">9857 11011 61 0,'-9'-1'70'0,"9"1"-14"15,-10-1-7-15,10 1-12 0,0 0-23 0,-13 1-20 16,13-1-42-16,-12 3-50 0,5-1 23 0</inkml:trace>
  <inkml:trace contextRef="#ctx0" brushRef="#br0" timeOffset="-88096.19">9659 11231 42 0,'0'0'58'0,"0"0"1"0,-2-11 7 0,2 11-9 0,0 0 0 15,0 0-1-15,0 0 5 0,0 0-5 16,0 0 6-16,0 0-9 0,0 0-19 0,0 0 20 16,0 0-11-16,0 0 2 0,0 0-4 0,0 0 1 0,0 0-5 15,0 0-8-15,0 0-3 0,0 0-1 0,0 0-6 16,0 0 10-16,0 0-9 0,0 0-7 0,0 0-5 15,0 0-5-15,0 0-8 0,0 0 7 16,0 0-9-16,0 0 3 0,0 0-3 0,0 0 5 0,-18 6-3 16,18-6 8-16,0 0-8 0,0 0 4 0,-10 0 1 15,10 0 8-15,-7 1-10 0,7-1 1 0,0 0 5 16,-11 0 4-16,11 0-6 0,0 0 15 0,-9 0 3 16,9 0-4-16,0 0-4 0,-7 2 7 0,7-2-2 15,0 0 8-15,0 0-5 0,0 0 7 0,0 0 3 16,0 0 4-16,0 0-3 0,-12-3 1 0,12 3-4 15,0 0-2-15,0 0-7 0,0 0 8 0,0 0-6 16,0 0 1-16,0 0 0 0,0 0-3 0,0 0-3 16,0 0 0-16,0 0-1 0,0 0-2 0,0 0 0 15,0 0-5-15,0 0-9 0,0 0 6 0,0 0 4 16,0 0-5-16,0 0 1 0,0 0 0 0,0 0-2 16,0 0 1-16,0 0 9 0,0 0-6 15,0 0-3-15,0 0 7 0,32 4-5 0,-24-3 3 0,1-2 0 16,1 1 4-16,0 0 1 0,3 0-4 0,-1 0-1 15,2 0 2-15,0 0 4 0,3-1-3 0,0-1 1 16,2 2 1-16,-2-3-1 0,1 2-7 0,-5 1 5 16,6-3 0-16,-6 3-1 0,3-1-5 0,-2 1 3 15,4 0-4-15,-6 1 4 0,0-1-4 0,0 0-3 16,1 0-1-16,-2 2 1 0,2-2 1 0,1 2 1 16,-4 0 5-16,4-2-7 0,-2 0-1 0,-1 3 2 15,3-3-1-15,-1 1 0 0,0 1 6 0,0-1-2 16,1 1-7-16,-1-1 8 0,-2 0-2 0,3 1-3 15,3-2 1-15,-2-2 5 0,-1 2-4 0,3 0-2 16,1-1 9-16,0 1-1 0,-1-1 0 0,-4 2-2 16,0-2-1-16,0 2 2 0,0 0-1 0,-1 1 0 0,0-2-2 15,-2 1-2-15,3-1 4 0,-2 0-1 16,0 1-2-16,1-1 0 0,-3 2-1 0,4 0 0 0,-3-1-2 16,1 2 2-16,0-2 0 0,2 2 0 15,0-1-1-15,1-1 1 0,-2 1-2 0,2 0-1 0,4-2 0 16,0 2 6-16,-1 1-7 0,2-3 2 0,-1 2 2 15,0-1 5-15,1 0-9 0,3 2 2 16,-3-2-1-16,1 1 1 0,1 0-2 0,-2 2 0 16,0-3 1-16,0 4 4 0,2-1-3 0,-1 1-2 15,1-3 2-15,0 1 1 0,1 0-6 0,-3 1-7 16,8 1 3-16,-6-1 2 0,-1-2 1 0,1-2-5 16,0 1-3-16,1-1 5 0,0 0-1 0,-2-1 5 0,8 1-5 15,-6-1 3-15,0 0 3 0,-2-1-7 0,3 1 3 16,4-3 2-16,0 1-4 0,-5-1 5 0,6 1 3 15,-2-3-3-15,-4 4-2 0,6-1 4 0,0-2 4 16,-2-1-7-16,2 1 5 0,-6 0 0 0,-1 2-1 16,0 0 1-16,11 0-4 0,-5-2 4 0,-6 2-6 15,10 0 5-15,-10 1-2 0,-1 2-3 0,2-1 10 16,1-1-7-16,-3 0 0 0,2 2 5 0,-2-2-5 16,1 3 7-16,1-1-5 0,-2 0-4 0,-2-1 3 15,2-2-3-15,1 3 3 0,-3 0-5 0,2 1 0 16,-2-1 5-16,0-1 3 0,1 2-4 0,-1-2 2 15,3 2 2-15,0-2-1 0,-3 2-3 0,4-1 4 16,-4 0-1-16,2 2 2 0,1-1-8 0,-1 0 4 16,-2-1 7-16,2 2-7 0,0-2-3 0,0 3 6 15,-3-3 1-15,2 0 2 0,-3 3-1 0,-3-3-6 16,5 1 3-16,0 0-1 0,0 1 1 0,-5-1-2 16,1-1 9-16,-1 0-7 0,2 1 2 0,4 0-2 15,-1-1 2-15,-3 2-2 0,4-2-5 0,-1 0 4 16,0 0-2-16,2-2 7 0,3 1-1 0,-4 0-1 15,2 1-2-15,2-3 1 0,-4 2-2 0,2-1 1 16,-1 0 0-16,0 1 0 0,3-1-6 0,-2 0 12 16,0 0-5-16,0 0 1 0,1 1-3 0,1 0-1 15,-5-2 2-15,4 2 3 0,-2 2-3 0,2-1 1 16,1-1 0-16,-4 0 0 0,0 1-4 0,4-1 7 0,-2 2-6 16,0-4 3-16,6 3-1 0,-6 0 3 15,8 0 0-15,-2-1 7 0,-7 2-2 0,7 1 7 16,-4-1-11-16,4-1 4 0,0 1-2 0,2-2 2 0,0 2 3 15,3-2-1-15,-1 2 2 0,1-1-2 0,1 1 3 16,-1-1 4-16,1 1-10 0,1-2-4 0,-1 1 1 16,3-1 2-16,0 1 1 0,0 0 0 15,0 0-3-15,0-2 2 0,0 0-6 0,-2 1 2 0,3 1 3 16,2 0 0-16,-3-2-4 0,0 2 4 0,0 2-2 16,-2-2 1-16,-1 0 0 0,0 1-3 0,-1 3-6 15,-3-3 9-15,1 3-4 0,1 0 1 16,-2 2-2-16,2-3 3 0,-5 1-2 0,3-3 0 15,0 1 1-15,-2 1-1 0,-4-2-1 0,-3 1-1 0,2-2-5 16,0 0 2-16,-2 0 4 0,1 0-6 0,0 0 3 16,-4-2 3-16,6 1-2 0,-5-3 0 0,1 2-1 15,0-1 2-15,-1 1 0 0,0-1-2 16,-5 1 2-16,1 0 2 0,-1 0-3 0,1 0 1 0,-1 0-1 16,-1 0 0-16,1 1 6 0,0 0-6 0,-3 0 1 15,0 0-9-15,-3-2-11 0,3 3-9 0,-10 0-7 16,13 0-1-16,-13 0-7 0,9 0-1 0,-9 0-5 15,0 0-7-15,11 0-12 0,-11 0-5 0,0 0-16 16,0 0-14-16,0 0-19 0,0 0-87 0,0 0-230 16,-24-9 101-16</inkml:trace>
  <inkml:trace contextRef="#ctx0" brushRef="#br0" timeOffset="-87431.96">14669 10403 41 0,'0'0'53'0,"0"0"-10"0,-6 4-11 0,6-4-13 0,0 0-19 16,-3 7-32-16,3-7-33 0,-4 6 14 0</inkml:trace>
  <inkml:trace contextRef="#ctx0" brushRef="#br0" timeOffset="-74146.83">26086 7557 39 0,'0'0'35'0,"0"0"-17"0,0 0-18 16,0 0-16-16,0 0-16 0,0 0 7 0</inkml:trace>
  <inkml:trace contextRef="#ctx0" brushRef="#br0" timeOffset="-72483.71">22363 7601 16 0,'0'0'64'0,"0"0"-5"15,0 0-10-15,0 0-3 0,0 0-10 0,0 0 1 16,0 0-15-16,0 0 12 0,0 0-9 0,0 0-7 15,0 0-6-15,0 0-8 0,0 0-9 0,0 0-13 16,0 0-8-16,0 0-6 0,0 0-26 0,0 0-61 16,0 0 28-16</inkml:trace>
  <inkml:trace contextRef="#ctx0" brushRef="#br0" timeOffset="-71025.14">26028 9395 38 0,'0'0'62'0,"0"0"-19"0,0 0-28 0,0 0-42 16,0 0-29-16,0 0 14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6T09:44:22.5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28309 9278 46 0,'0'0'77'0,"0"0"-10"0,0 0-6 16,2-7-5-16,-2 7-3 0,0 0-9 0,0 0-5 15,0 0-4-15,0 0-7 0,0 0-11 0,0 0-3 16,0 0-14-16,0 0-8 0,0 0-9 0,0 0-14 16,0 0-12-16,0 0-30 0,0 0-80 0,0 0 36 15</inkml:trace>
  <inkml:trace contextRef="#ctx0" brushRef="#br0" timeOffset="2949.92">28366 9264 54 0,'1'-8'76'15,"-1"8"-9"-15,0 0-16 0,0 0-26 0,0 0-31 16,0 0-39-16,0 0-48 0,0 0 21 0</inkml:trace>
  <inkml:trace contextRef="#ctx0" brushRef="#br0" timeOffset="9059.99">26095 7545 14 0,'0'0'16'0,"0"0"-8"0,0 0-10 15,0 0-4-15,0 0-7 0,0 0 3 0</inkml:trace>
  <inkml:trace contextRef="#ctx0" brushRef="#br0" timeOffset="49860.99">27108 9086 34 0,'0'0'115'0,"0"-9"-17"0,0 9-1 16,0 0-9-16,0 0-11 0,0 0-6 0,0 0-11 16,0 0-5-16,0 0-2 0,0 0-12 0,0 0-5 15,0 0-4-15,0 0-4 0,0 0-7 0,0 0-1 16,0 0 0-16,0 0 0 0,0 0-9 0,0 0 4 16,2 26 3-16,0-10-1 0,-4 8 3 0,4 1 0 0,-2 6-1 15,-4 1-4-15,2 2-12 0,-5 12-20 16,3 1-40-16,-3 2-42 0,-5-2-57 0,-1 2-168 15,1-5 75-15</inkml:trace>
  <inkml:trace contextRef="#ctx0" brushRef="#br0" timeOffset="56539.9">27080 9247 57 0,'0'0'54'0,"0"0"-5"0,0 0-4 16,0 0-6-16,0 0 0 0,0 0-9 0,0 0 1 15,0 0-7-15,0 0-2 0,0 0 0 0,0 0-1 0,0 0-1 16,0 0-5-16,0 0-1 0,0 0-2 16,0 0 0-16,0 0 0 0,0 0 1 0,0 0-5 0,0 0 4 15,0 0-2-15,0 0 3 0,0 0-5 0,0 0 3 16,0 0 1-16,0 0 3 0,0 0-7 0,0 0 3 15,0 0-6-15,0 0 7 0,0 0-4 0,0 0-2 16,0 0 2-16,0 0-6 0,0 0-2 0,0 0 1 16,0 0 5-16,0 0-8 0,0 0 2 0,0 0 2 15,0 0-1-15,0 0-13 0,0 0-8 0,0 0-6 16,0 0-9-16,0 0-5 0,0 0-9 0,0 0-36 16,0 0-91-16,0 0 41 0</inkml:trace>
  <inkml:trace contextRef="#ctx0" brushRef="#br0" timeOffset="60972.38">27162 9311 37 0,'0'0'52'0,"0"0"-3"0,0 0-12 15,0 0-22-15,0 0-20 0,0 0-27 0,0 0-32 16,0 0 14-16</inkml:trace>
  <inkml:trace contextRef="#ctx0" brushRef="#br0" timeOffset="65806.27">27275 9414 36 0,'0'0'50'0,"0"0"-15"16,0 0-7-16,0 0-14 0,0 0-21 0,0 0-19 15,0 0-29-15,0 0 13 0</inkml:trace>
  <inkml:trace contextRef="#ctx0" brushRef="#br0" timeOffset="67032.25">27288 9368 7 0,'-7'-3'81'0,"7"3"-17"0,0 0-4 15,-7-2-6-15,7 2-8 0,0 0-4 0,-7-4-28 16,7 4-18-16,0 0-57 0,-11-1-66 0,11 1 30 16</inkml:trace>
  <inkml:trace contextRef="#ctx0" brushRef="#br0" timeOffset="71338.84">26403 6813 131 0,'0'0'137'0,"0"0"3"0,0 0-4 0,0 0-4 16,0 0-4-16,0 0-10 0,0 0 8 0,0 0-6 16,0 0-5-16,0 0-1 0,0 0-4 15,0 0-9-15,0 0-11 0,0 0-1 0,0 0-6 16,0 0-8-16,0 0-4 0,0 0-6 0,0 0-5 16,0 0-10-16,0 0-3 0,0 0-6 0,0 0-5 15,0 0-18-15,0 0-14 0,0 0-30 0,0 0-30 16,0 0-41-16,0 0-34 0,0 0-43 0,0 0-136 0,0 0-334 15,0 0 148-15</inkml:trace>
  <inkml:trace contextRef="#ctx0" brushRef="#br0" timeOffset="71918.23">26052 7479 93 0,'9'0'147'16,"-9"0"3"-16,0 0 1 0,0 0-6 0,0 0-5 16,0 0-6-16,0 0-13 0,0 0-13 0,0 0-11 15,0 0-7-15,0 0-21 0,0 0-19 0,0 0-32 0,0 0-27 16,0 0-36-16,0 0-32 0,0 0-13 16,0 0-126-16,0 0-233 0,0 0 103 0</inkml:trace>
  <inkml:trace contextRef="#ctx0" brushRef="#br0" timeOffset="113892.86">25232 8709 1852 0</inkml:trace>
  <inkml:trace contextRef="#ctx0" brushRef="#br0" timeOffset="126670.93">9562 6292 116 0,'5'-4'128'0,"-5"4"-6"0,0 0-15 0,5-5-23 15,-5 5-2-15,0 0-29 0,0 0 0 0,5-4-18 16,-5 4-17-16,0 0-37 0,0 0-23 0,0 0-25 16,0 0-45-16,0 0-121 0,0 0 54 0</inkml:trace>
  <inkml:trace contextRef="#ctx0" brushRef="#br0" timeOffset="127304.18">9526 4632 11 0,'0'0'24'0,"0"0"0"0,0 0-7 16,0 0-11-16,0 0-13 0,0 0-6 15,0 0-14-15,0 0 7 0</inkml:trace>
  <inkml:trace contextRef="#ctx0" brushRef="#br0" timeOffset="129186.53">9591 4717 27 0,'0'0'62'0,"0"0"-4"0,0 0-9 0,0 0-8 16,0 0-3-16,0 0-7 0,0 0 3 16,0 0-5-16,0 0-12 0,0 0-13 0,0 0-12 0,0 0-16 15,0 0-36-15,0 0-65 0,0 0 29 0</inkml:trace>
  <inkml:trace contextRef="#ctx0" brushRef="#br0" timeOffset="130281.22">9587 4587 7 0,'0'0'28'0,"0"0"-7"15,0 0-10-15,0 0-5 0,0 0-8 0,8 2-4 16,-8-2-6-16,0 0-11 0,-3 13 6 0</inkml:trace>
  <inkml:trace contextRef="#ctx0" brushRef="#br0" timeOffset="131038.43">9611 6442 17 0,'0'0'30'0,"0"0"-21"0,0 0-19 0,0 0-10 16,0 0 5-16</inkml:trace>
  <inkml:trace contextRef="#ctx0" brushRef="#br0" timeOffset="131728.93">9628 4827 19 0,'0'0'29'0,"0"0"1"0,0 0-4 0,0 0 1 16,0 0 2-16,0 0-4 0,0 0 1 0,0 0-5 16,0 0-4-16,0 0 4 0,0 0-4 0,0 0-2 15,0 0-4-15,0 0 0 0,0 0 0 0,0 0-6 16,0 0-4-16,0 0-2 0,0 0-6 0,0 0-2 15,0 0-6-15,0 0-8 0,0 0-25 0,0 0-52 16,0 0 23-16</inkml:trace>
  <inkml:trace contextRef="#ctx0" brushRef="#br0" timeOffset="160820.01">8625 5651 10 0,'-2'-9'77'16,"2"9"-10"-16,0 0-8 0,0 0-3 0,0 0-2 15,-5-8-6-15,5 8-9 0,0 0-2 0,0 0-9 16,0 0-18-16,0 0-6 0,0 0-10 0,0 0 4 16,-6-3 5-16,6 3-10 0,0 0 6 15,0 0 1-15,0 0 0 0,0 0-3 0,0 0 2 0,0 0-3 16,0 0 3-16,0 0 0 0,0 0-1 0,0 0-3 15,0 0 7-15,0 0-3 0,0 0 0 0,0 0-5 16,0 0 5-16,0 0-4 0,0 0 0 16,0 0 0-16,0 0 1 0,0 0 1 0,0 0-1 15,0 0-1-15,0 0-1 0,0 0 6 0,0 0-2 0,0 0 0 16,0 0-1-16,0 0 0 0,0 0 3 0,0 0 3 16,0 0 2-16,0 0 1 0,0 0 3 0,0 0-5 15,0 0 8-15,0 0-5 0,0 0 6 16,0 0 0-16,0 0 4 0,0 0-7 0,0 0 4 0,0 0 2 15,0 0-1-15,0 0-4 0,0 0 2 0,0 0-4 16,0 0 0-16,0 0-1 0,0 0 9 0,0 0-4 16,0 0-1-16,0 0 3 0,0 0-13 0,0 0 6 15,0 0-2-15,0 0 5 0,0 0-4 0,0 0 3 16,0 0-4-16,-8-4 6 0,8 4-6 16,0 0 4-16,0 0-1 0,0 0 1 0,0 0-3 0,0 0 0 15,0 0-2-15,0 0-2 0,0 0 1 16,0 0 3-16,0 0-3 0,0 0 5 0,0 0-1 0,0 0-5 15,0 0 8-15,0 0 0 0,0 0-13 0,0 0 5 16,0 0 4-16,0 0-6 0,0 0 5 16,0 0-1-16,-1-9 1 0,1 9-10 0,0 0 8 15,0 0 0-15,0 0 1 0,0 0-5 0,0 0 3 16,0 0-1-16,0 0 1 0,0 0-4 0,-2-7 6 0,2 7 0 16,0 0 3-16,0 0 0 0,0 0-7 0,0 0 2 15,0 0 8-15,0 0-6 0,0 0-8 0,0 0 5 16,0 0 3-16,0 0 0 0,0 0-9 0,-2-9 5 15,2 9 2-15,0 0-3 0,0 0-1 16,0 0-1-16,0 0 3 0,0 0-2 0,0 0 7 16,0 0-8-16,0 0 3 0,0 0-2 0,0 0-2 0,0 0-1 15,0 0 12-15,0 0-7 0,0 0 0 0,0 0-5 16,0 0 5-16,0 0-2 0,0 0 17 0,0 0-29 16,0 0-9-16,0 0-7 0,0 0-12 15,0 0-10-15,0 0-7 0,0 0-6 0,0 0-48 0,0 0-120 16,0 0 53-16</inkml:trace>
  <inkml:trace contextRef="#ctx0" brushRef="#br0" timeOffset="162138.09">11518 8244 1639 0,'13'0'22'0,"-1"0"-26"0,-1-2 29 15,-6 2-12-15,-5 0-4 0,11 0-18 0,-11 0-25 16,9-1-14-16,-9 1-27 0,10 1 16 0,-10-1-9 16,0 0-7-16,8 5-3 0,-8-5-10 0,-3 7-8 15,3-7-83-15,0 0-195 0,-11 13 87 0</inkml:trace>
  <inkml:trace contextRef="#ctx0" brushRef="#br0" timeOffset="164816.67">11038 10082 48 0,'-3'-7'70'0,"3"7"3"0,0 0-20 0,-1-8 11 0,1 8-11 16,0 0-12-16,0 0 9 0,0 0-11 0,3-11-7 16,-3 11-15-16,0 0-3 0,0 0-14 0,0 0-12 15,1-8-14-15,-1 8-60 0,0 0-94 16,1-7 42-16</inkml:trace>
  <inkml:trace contextRef="#ctx0" brushRef="#br0" timeOffset="167375.88">12783 9737 113 0,'0'0'145'16,"0"0"-13"-16,0 0-16 0,0 0-5 0,0 0-22 15,0 0-1-15,0 0-12 0,-7-11-8 0,7 11-4 16,0 0-16-16,0 0-12 0,0 0-36 0,0 0-36 16,0 0-43-16,0 0-84 0,0 0-174 0,0 0 77 15</inkml:trace>
  <inkml:trace contextRef="#ctx0" brushRef="#br0" timeOffset="168496.9">13724 4201 61 0,'5'-8'69'0,"-5"8"-3"0,4-4-1 16,-4 4-7-16,0 0-2 0,4-5-11 0,-4 5-9 15,0 0 1-15,0 0-4 0,0 0-6 0,0 0-5 16,7-2 0-16,-7 2 0 0,0 0-5 15,0 0-5-15,0 0-6 0,0 0 9 0,12 7-20 16,-12-7 21-16,6 7 5 0,-2-2-5 0,1 0 12 16,-1-1 1-16,6 3 2 0,-2 0-6 0,-1 1-6 0,0-2 4 15,2 2-2-15,0-1-10 0,0 0-1 0,-3-2 3 16,4 1-8-16,-2 0 6 0,-1-1 4 16,0 0-4-16,-2-1 13 0,1 1-16 0,-3-2-4 0,-3-3 3 15,9 6 5-15,-7-2-11 0,-2-4 1 16,6 6 2-16,-6-6-2 0,7 2 3 0,-7-2-1 0,3 4 1 15,-3-4-5-15,0 0 14 0,0 0-14 0,0 0 6 16,6 3 2-16,-6-3-2 0,0 0-3 16,0 0 7-16,0 0-3 0,0 0-3 0,0 0 1 15,0 0-3-15,0 0 6 0,0 0 9 0,0 0-6 16,0 0 9-16,0 0 2 0,0 0-4 0,0 0-4 16,11-11 5-16,-4 4-6 0,-2 0-2 0,2-1-5 15,1-1-5-15,1 0-1 0,0 1 3 0,0-2-6 0,-2 1-7 16,4-1-1-16,-4 1 4 0,2-1-27 0,3-1-22 15,-3 1 0-15,-1 1-5 0,3-4-10 0,-3 4 7 16,0 0-14-16,-1 0-60 0,1 2-149 16,0 0 66-16</inkml:trace>
  <inkml:trace contextRef="#ctx0" brushRef="#br0" timeOffset="170832">13315 9723 95 0,'0'0'147'16,"0"0"-16"-16,-3-9-10 0,3 9-17 0,0 0-7 16,0 0-12-16,0 0-4 0,0 0-11 0,0 0-12 15,-2-5-16-15,2 5-20 0,0 0-34 0,0 0-22 16,0 0-25-16,0 0-24 0,0 0-62 0,0 0-155 15,0 0 69-15</inkml:trace>
  <inkml:trace contextRef="#ctx0" brushRef="#br0" timeOffset="171307.76">14036 9750 41 0,'0'0'67'16,"0"0"-7"-16,0 0-6 0,0 0-9 0,0 0-8 0,0 0-13 16,0 0-12-16,0 0-16 0,0 0-17 15,0 0-32-15,0 0-57 0,0 0 26 0</inkml:trace>
  <inkml:trace contextRef="#ctx0" brushRef="#br0" timeOffset="178284.26">10368 11059 68 0,'0'0'65'0,"0"0"0"0,0 0-13 0,0 0-4 16,0 0-2-16,0 0-9 0,0 0-2 0,0 0-5 15,0 0-2-15,0 0 0 0,0 0-3 0,0 0-3 16,0 0-4-16,0 0 3 0,0 0-8 0,0 0 4 15,0 0-10-15,0 0 6 0,0 0-9 0,0 0 5 16,0 0 0-16,0 0 1 0,0 0 5 0,0 0-3 16,0 0-1-16,0 0-1 0,0 0-3 0,0 0 0 15,0 0-1-15,0 0 1 0,0 0 0 0,0 0-1 16,0 0 2-16,0 0-3 0,0 0-4 0,0 0 5 16,0 0 6-16,0 0-7 0,0 0-15 0,0 0 15 15,0 0-3-15,0 0 5 0,0 0 2 0,0 0-8 16,0 0 1-16,0 0-8 0,0 0 7 0,0 0 0 15,0 0 1-15,0 0 0 0,0 0-2 0,0 0 3 16,0 0-4-16,0 0-3 0,0 0-6 0,0 0-5 16,0 0-4-16,0 0-3 0,0 0 0 0,0 0-5 15,0 0-3-15,0 0-7 0,0 0-3 0,0 0-8 16,0 0-6-16,0 0-28 0,0 0-87 0,0 0 39 16</inkml:trace>
  <inkml:trace contextRef="#ctx0" brushRef="#br0" timeOffset="179154.01">12142 11087 32 0,'0'0'67'0,"0"0"-3"0,0 0-14 15,0 0-9-15,0 0-20 0,0 0-23 0,0 0-10 16,0 0-32-16,0 0-47 0,0 0 21 0</inkml:trace>
  <inkml:trace contextRef="#ctx0" brushRef="#br0" timeOffset="203295.45">10340 12322 54 0,'0'0'54'0,"0"0"-13"16,0 0-7-16,5-4-15 0,-5 4-13 0,0 0-12 16,0 0-28-16,0 0-36 0,0 0 15 0</inkml:trace>
  <inkml:trace contextRef="#ctx0" brushRef="#br0" timeOffset="205867.05">22649 9223 3 0,'0'0'70'15,"0"0"0"-15,4-6-2 0,-4 6-1 0,0 0-2 16,0 0-5-16,0 0-7 0,0 0 0 0,0 0-4 16,0 0-4-16,0 0-9 0,0 0 3 0,0 0-11 15,8-3 4-15,-8 3 6 0,0 0-6 0,0 0-11 16,0 0 0-16,0 0-3 0,0 0 2 0,0 0 1 16,0 0-4-16,0 0 1 0,0 0 3 0,0 0-5 15,0 0 2-15,0 0-1 0,0 0-1 0,0 0-1 16,0 0 5-16,0 0 4 0,0 0-3 0,0 0 0 15,0 0 4-15,0 0 2 0,0 0-2 0,0 0-1 0,0 0-3 16,0 0 2-16,0 0-1 0,0 0-3 16,0 0 5-16,0 0-6 0,0 0 6 0,0 0-7 15,0 0-5-15,0 0-3 0,0 0 1 0,0 0-2 16,0 0 5-16,0 0-6 0,0 0 0 0,0 0-2 0,0 0-3 16,0 0 1-16,0 0 2 0,0 0-4 15,0 0 2-15,0 0 0 0,0 0-4 0,0 0 7 16,0 0-4-16,0 0 1 0,0 0 6 0,0 0-9 15,0 0 0-15,0 0 2 0,0 0-4 0,0 0-12 0,0 0-25 16,0 0-28-16,0 0-45 0,0 0-102 0,0 0-230 16,0 0 102-16</inkml:trace>
  <inkml:trace contextRef="#ctx0" brushRef="#br0" timeOffset="211298.77">14281 12426 135 0,'0'0'130'0,"0"0"-13"0,0 0-12 16,0 0-4-16,0 0-10 0,0 0-13 0,2-8 5 15,-2 8-13-15,0 0-12 0,0 0-9 0,0 0-27 16,0 0-3-16,0 0-20 0,0 0-24 0,0 0-30 16,0 0-16-16,0 0-80 0,0 0-165 0,0 0 73 15</inkml:trace>
  <inkml:trace contextRef="#ctx0" brushRef="#br0" timeOffset="211720.26">12886 12241 74 0,'0'0'90'0,"0"0"-4"0,0 0-10 15,0 0-5-15,0 0-3 0,0 0-14 0,0 0-2 16,0 0-8-16,0 0-22 0,0 0-16 0,0 0-22 15,0 0-30-15,0 0-52 0,0 0-104 0,0 0 47 16</inkml:trace>
  <inkml:trace contextRef="#ctx0" brushRef="#br0" timeOffset="-210129.56">18772 15498 6 0,'-19'0'34'0,"19"0"-8"0,0 0 4 16,0 0 0-16,0 0-7 0,0 0 5 0,0 0 3 15,0 0-2-15,-11-4-4 0,11 4 0 0,0 0-3 16,0 0-2-16,0 0 0 0,0 0-6 0,0 0 2 15,0 0-9-15,0 0-1 0,0 0 6 0,0 0-15 16,0 0 0-16,0 0-16 0,0 0-9 0,0 0-31 16,0 0-63-16,0 0 28 0</inkml:trace>
  <inkml:trace contextRef="#ctx0" brushRef="#br0" timeOffset="-209300.37">22719 15566 3 0,'0'0'-1'0</inkml:trace>
  <inkml:trace contextRef="#ctx0" brushRef="#br0" timeOffset="-207612.62">10075 13879 53 0,'0'0'97'16,"0"0"-7"-16,0-8-9 0,0 8-9 0,0 0-9 16,0 0-24-16,0 0-26 0,0 0-33 0,0 0-62 15,0 0-88-15,0 0 40 0</inkml:trace>
  <inkml:trace contextRef="#ctx0" brushRef="#br0" timeOffset="-200186.81">12328 13718 62 0,'0'0'63'0,"0"0"-7"0,0 0-7 0,0 0-4 15,0 0-5-15,0 0-2 0,0 0-5 0,0 0 0 16,0 0-12-16,0 0-3 0,0 0-1 0,0 0-18 16,0 0-6-16,0 0-14 0,0 0-9 0,0 0-7 15,0 0-27-15,0 0-68 0,0 0 30 0</inkml:trace>
  <inkml:trace contextRef="#ctx0" brushRef="#br0" timeOffset="-197542.82">13971 13043 23 0,'0'0'83'16,"0"0"-4"-16,2-7-9 0,-2 7-3 0,0 0-15 15,0 0-2-15,5-5-13 0,-5 5-7 0,0 0-32 16,0 0-26-16,0 0-50 0,0 0-83 0,0 0 38 15</inkml:trace>
  <inkml:trace contextRef="#ctx0" brushRef="#br0" timeOffset="-190586.68">18769 12314 48 0,'0'0'60'0,"0"0"-1"16,0 0-9-16,0 0-1 0,0 0-5 0,0 0-4 15,0 0-7-15,-6-5 3 0,6 5-8 0,0 0-1 16,0 0-6-16,0 0 1 0,0 0 1 0,0 0-2 16,0 0-1-16,0 0 0 0,0 0 3 0,0 0 0 15,0 0-3-15,0 0 8 0,0 0-1 0,0 0-3 16,0 0-2-16,0 0 4 0,0 0-4 0,-5-4-4 16,5 4 12-16,0 0-5 0,0 0-8 0,0 0 9 15,0 0 2-15,0 0 2 0,0 0 2 0,0 0 1 16,0 0 0-16,0 0-5 0,0 0 7 0,0 0-1 15,0 0 4-15,0 0 8 0,0 0-2 0,1-11 3 16,-1 11-9-16,14-8-20 0,-2 0 1 0,4-1-1 16,10-6 0-16,2 0-3 0,4-3 2 0,15-8-12 15,1 3-8-15,4 0-33 0,0 0-21 0,4-2-38 0,-3-3-37 16,-3 2-66-16,2 0-214 0,-3-1 95 16</inkml:trace>
  <inkml:trace contextRef="#ctx0" brushRef="#br0" timeOffset="-189419.54">22695 15694 71 0,'0'0'112'0,"0"0"-4"16,0-8-6-16,0 8-9 0,0-10-16 0,0 10-8 15,0-8 6-15,0 8-7 0,-1-11-7 0,1 11 0 16,1-9-4-16,-1 9-9 0,0-11-3 0,0 11-11 16,-1-8 6-16,1 8-1 0,0 0-6 0,0-11-2 15,0 11-1-15,0 0-4 0,-1-7 2 0,1 7-9 16,0 0-1-16,0 0 9 0,-2-9-9 0,2 9 11 16,0 0-9-16,0 0-7 0,0 0 16 0,0 0-8 15,0 0-7-15,0 0 10 0,0 0-5 0,0 0-2 16,0 0 9-16,0 0 1 0,0 0-4 0,0 0 5 15,0 0 2-15,0 0-3 0,0 0 9 0,0 0-1 16,0 0 4-16,0 0 3 0,0 0 6 0,0 0 0 16,-2-8 2-16,2 8 5 0,0 0-8 0,0 0 1 15,0 0-6-15,0-9 3 0,0 9-9 0,4-12-3 16,1 3-6-16,1-2-5 0,6-5-11 0,7-3-20 16,3-6-16-16,2-1-22 0,9-11-38 0,7 0-33 15,10-3-40-15,20-18-169 0,-4 4-353 0,8-6 156 16</inkml:trace>
  <inkml:trace contextRef="#ctx0" brushRef="#br0" timeOffset="-158165.52">26452 6878 10 0,'0'0'25'16,"0"0"-24"-16,0 0-7 0,0 0-7 0,0 0 3 15</inkml:trace>
  <inkml:trace contextRef="#ctx0" brushRef="#br0" timeOffset="-157688.96">26118 7497 36 0,'0'0'72'0,"0"-10"-11"0,0 10 1 0,0 0-11 0,0 0-13 16,0 0 4-16,0-9-2 0,0 9-6 0,0 0-6 16,0 0-14-16,0 0-19 0,0 0-22 15,0 0-48-15,0 0-81 0,0 0 37 0</inkml:trace>
  <inkml:trace contextRef="#ctx0" brushRef="#br0" timeOffset="-157308.31">25765 7989 53 0,'0'-18'66'0,"0"18"6"15,0 0-4-15,0 0-10 0,0 0-7 0,0 0 0 16,0 0-3-16,3-11-4 0,-3 11-6 0,0 0-7 16,0 0-1-16,0 0-7 0,0 0-8 0,2-6-22 15,-2 6-25-15,0 0-70 0,0 0-110 0,0 0 49 16</inkml:trace>
  <inkml:trace contextRef="#ctx0" brushRef="#br0" timeOffset="-154025.8">26257 7106 17 0,'4'-6'13'0,"-4"6"-4"0,0 0-9 15,0 0 1-15,0 0-8 0,0 0-7 0,0 0 2 16</inkml:trace>
  <inkml:trace contextRef="#ctx0" brushRef="#br0" timeOffset="-142781.58">26036 7548 16 0,'0'0'34'0,"0"0"-18"0,0 0-27 15,0 0-13-15,0 0 6 0</inkml:trace>
  <inkml:trace contextRef="#ctx0" brushRef="#br0" timeOffset="-129053.99">28832 9499 33 0,'0'0'48'0,"0"0"-3"16,0-8-1-16,0 8-6 0,0 0-2 0,0 0-11 16,0 0-15-16,0 0-8 0,0 0-5 0,0 0-8 15,0 0-10-15,0 0 0 0,0 0-17 0,0 0-41 16,0 0 19-16</inkml:trace>
  <inkml:trace contextRef="#ctx0" brushRef="#br0" timeOffset="-78612.71">18837 12220 64 0,'4'-6'67'0,"-4"6"-15"0,0 0-1 16,4-6-7-16,-4 6-7 0,0 0-9 0,0 0-9 16,0 0-11-16,13 3-13 0,-13-3-18 0,10 10-34 15,-7-5-62-15,3-1 27 0</inkml:trace>
  <inkml:trace contextRef="#ctx0" brushRef="#br0" timeOffset="-77038.84">22847 15466 75 0,'0'0'93'0,"0"0"-16"0,0 0 1 15,0 0-19-15,0 0 0 0,0 0-20 0,9 0 13 16,-9 0-9-16,0 0 4 0,0 0-9 0,0 0-15 16,0 0 5-16,0 0 1 0,0 0-12 0,0 0 2 15,0 0 4-15,0 0-8 0,0 0 4 0,0 0-9 16,0 0 16-16,0 0-17 0,0 0 2 0,0 0 4 15,0 0-15-15,0 0 7 0,0 0 7 0,0 0-6 16,0 0-12-16,0 0 15 0,0 0-12 0,0 0 10 16,0 0-6-16,0 0-1 0,0 0-4 0,0 0 8 15,0 0-6-15,0 0 5 0,0 0 4 0,0 0-8 16,0 0 5-16,0 0-4 0,0 0-3 0,0 0 4 16,0 0 2-16,0 0 1 0,0 0-10 0,0 0 7 15,0 0-6-15,0 0 3 0,0 0-1 0,0 0 6 16,0 0-7-16,0 0 7 0,0 0-9 0,0 0 0 15,0 0 2-15,0 0 6 0,0 0-9 0,0 0 12 16,0 0-9-16,0 0-1 0,0 0 7 0,0 0-11 16,0 0-3-16,0 0-4 0,0 0 8 0,0 0 3 15,0 0-1-15,0 0 2 0,0 0 0 0,0 0-2 16,0 0 3-16,0 0-3 0,0 0-3 0,0 0 3 16,0 0-5-16,0 0-2 0,0 0-10 0,0 0-1 15,0 0-5-15,0 0-6 0,0 0-4 0,0 0-6 16,0 0-5-16,0 0-12 0,0 0-42 0,0 0-111 15,0 0 49-15</inkml:trace>
  <inkml:trace contextRef="#ctx0" brushRef="#br0" timeOffset="-74850.18">22739 15537 53 0,'0'0'96'16,"0"0"6"-16,0 0-11 0,0 0-5 0,6-4-5 15,-6 4-13-15,0 0-5 0,0 0 3 0,0 0-17 16,0 0 6-16,0 0-5 0,0 0-3 0,0 0-2 16,0 0-3-16,0 0-6 0,0 0 5 0,0 0-10 15,0 0 13-15,0 0-17 0,4-6 0 0,-4 6 1 16,0 0 11-16,0 0-10 0,0 0 7 0,0 0-2 16,0 0-5-16,0 0 3 0,0 0 0 0,0 0-6 15,0 0 5-15,0 0-6 0,0 0 2 0,0 0-5 16,0 0-5-16,0 0-1 0,0 0-1 0,0 0 13 15,0 0-16-15,0 0-4 0,0 0 3 0,0 0-3 16,0 0 1-16,0 0-6 0,0 0 3 0,0 0-1 16,0 0 0-16,0 0 0 0,0 0-3 0,0 0-3 15,0 0 4-15,0 0-2 0,0 0-6 0,0 0 1 16,0 0 1-16,0 0-1 0,0 0 3 0,0 0-3 16,0 0 5-16,0 0-4 0,0 0 1 0,0 0 2 15,0 0-7-15,0 0 2 0,0 0-1 0,0 0-9 0,0 0-4 16,0 0 3-16,0 0-8 0,0 0-3 15,0 0-1-15,0 0 2 0,0 0-1 0,0 0-5 16,0 0-5-16,0 0-2 0,0 0 2 0,0 0-14 16,0 0 1-16,0 0-6 0,0 0-7 0,8 10-3 15,-8-10-5-15,0 0-5 0,0 0-8 0,0 0-59 16,0 0-155-16,0 0 69 0</inkml:trace>
  <inkml:trace contextRef="#ctx0" brushRef="#br0" timeOffset="-49358.64">23570 9082 36 0,'0'0'32'0,"3"-5"-5"0,-3 5-14 0,0 0-13 15,0 0-18-15,0 0-20 0,0 0 9 0</inkml:trace>
  <inkml:trace contextRef="#ctx0" brushRef="#br0" timeOffset="-45103.94">26128 9290 31 0,'0'0'105'0,"2"-7"-11"0,-2 7-6 0,0 0-9 16,0-9-12-16,0 9 10 0,0 0-15 0,0 0 0 15,-2-11-6-15,2 11 0 0,0 0-8 0,0 0-2 0,0 0-11 16,2-8-1-16,-2 8-3 0,0 0-1 16,0 0-7-16,0 0 2 0,0 0-3 0,0 0-4 15,0 0-5-15,0 0 7 0,0 0-11 0,0 0 2 0,0 0 4 16,0 0-10-16,0 0 10 0,0 0-10 0,0 0 2 16,0 0 9-16,0 0-12 0,0 0 5 0,0 0-3 15,0 0-10-15,0 0 3 0,0 0 6 0,0 0 1 16,0 0-2-16,0 0 3 0,0 0 2 0,0 0-8 15,0 0 9-15,0 0-4 0,0 0-1 0,0 0 1 16,0 0-5-16,0 0 3 0,0 0 2 0,-4-8-3 16,4 8-2-16,0 0 1 0,0 0-5 0,0 0 5 15,0 0 4-15,0 0 0 0,0 0-9 0,0 0 2 16,0 0 5-16,0 0-7 0,0 0 4 0,0 0 0 16,0 0 0-16,0 0-4 0,0 0 0 0,0 0 2 15,0 0 6-15,0 0-2 0,0 0-5 0,0 0 9 16,0 0-7-16,0 0-14 0,0 0 12 0,0 0 4 15,0 0 6-15,0 0-11 0,0 0 0 0,0 0-7 16,0 0-14-16,0 0-10 0,0 0 0 0,0 0-7 16,0 0 0-16,0 0-3 0,0 0-11 0,0 0-11 15,0 0-18-15,-20 13-61 0,13-12-157 0,-2 2 71 16</inkml:trace>
  <inkml:trace contextRef="#ctx0" brushRef="#br0" timeOffset="-39469.77">26097 9283 50 0,'0'0'67'0,"0"0"-13"0,0 0-6 16,0 0 7-16,-5-12-3 0,5 12-6 0,0 0-5 15,0 0-4-15,0 0-8 0,0 0 4 0,0 0 1 16,0 0-11-16,0 0 2 0,0 0 4 0,0 0-8 16,0 0-4-16,0 0 2 0,0-10-7 0,0 10 2 15,0 0-2-15,0 0-1 0,0 0-3 0,0 0 1 0,0 0 2 16,0 0-3-16,0-9-5 0,0 9 7 15,0 0-10-15,0 0 4 0,0 0 0 0,0 0 1 16,0 0 0-16,0 0-2 0,0 0-1 0,0 0 9 0,0 0-14 16,0 0 1-16,0 0-6 0,0 0-3 0,0 0-8 15,0 0-8-15,0 0-4 0,0 0-16 0,0 0-64 16,0 0-120-16,0 0 53 0</inkml:trace>
  <inkml:trace contextRef="#ctx0" brushRef="#br0" timeOffset="167897.67">14497 10278 52 0,'0'0'71'0,"0"0"3"0,0 0-8 15,0 0-6-15,-4-4-2 0,4 4-6 0,0 0-4 16,0 0-6-16,0 0-11 0,0 0 3 0,0 0 5 16,0 0 4-16,0 0-7 0,0 0 2 0,0 0-3 15,0 0 3-15,4 26-2 0,-4-19-2 0,0 3-5 16,0-1-8-16,2 0 4 0,-2-1 0 0,0 0-4 16,0-1 0-16,0-7 0 0,2 11-14 0,-2-11 8 0,0 8 4 15,0-8 3-15,0 7 9 0,0-7-1 16,0 0 3-16,4 6-3 0,-4-6 1 0,0 0-7 15,0 0-4-15,0 0-8 0,0 0-1 0,28-15-5 16,-13 4-17-16,16-5-5 0,13-12-12 0,6 2-15 16,4-1-18-16,3-4-18 0,22-8-22 0,-20 13-66 15,-4-3-182-15,24-10 81 0</inkml:trace>
  <inkml:trace contextRef="#ctx0" brushRef="#br0" timeOffset="-174242.75">10613 11191 2 0,'0'0'37'0,"0"0"-6"0,0 0-5 0,0 0-3 16,0 0 0-16,0 0-14 0,0 0-14 0,0 0-20 16,0 0-26-16,0 0 12 0</inkml:trace>
  <inkml:trace contextRef="#ctx0" brushRef="#br0" timeOffset="-174009.76">10611 11158 53 0,'0'0'62'0,"0"0"-12"0,0 0-8 0,0 0-7 0,0 0-8 15,0 0-13-15,0 0-13 0,0 0-10 0,0 0-38 16,0 0-48-16,0 0 21 0</inkml:trace>
  <inkml:trace contextRef="#ctx0" brushRef="#br0" timeOffset="-173838.36">10618 11154 5 0,'0'0'30'0,"0"0"-18"0,0 0-11 0,0 0-9 16,0 0-9-16,0 0 3 0</inkml:trace>
  <inkml:trace contextRef="#ctx0" brushRef="#br0" timeOffset="-173656.93">10618 11177 64 0,'0'0'62'0,"0"0"-7"0,0 0-1 0,0 0-9 0,0 0-5 15,0 0-9-15,0 0-8 0,0 0-15 0,0 0-8 0,0 0-18 16,0 0-43-16,0 0-66 0,-15 2 30 15</inkml:trace>
  <inkml:trace contextRef="#ctx0" brushRef="#br0" timeOffset="-173162.2">10641 11207 43 0,'0'0'55'15,"0"0"-3"-15,0 0-4 0,0 0 0 0,0 0-7 16,0 0-8-16,0 0 4 0,0 0-6 0,0 0-8 16,0 0 3-16,0 0-2 0,0 0 2 0,0 0-3 15,0 0-4-15,0 0-7 0,0 0 6 0,0 0-19 16,0 0 14-16,0 0-6 0,0 0 1 0,0 0-10 16,0 0-2-16,0 0 1 0,0 0-4 0,0 0-8 15,0 0-3-15,0 0-9 0,0 0-3 0,0 0-11 16,0 0-33-16,0 0-79 0,0 0 36 0</inkml:trace>
  <inkml:trace contextRef="#ctx0" brushRef="#br0" timeOffset="-172198.39">11977 10797 41 0,'6'-3'62'0,"-6"3"-6"0,0 0-2 16,0 0-6-16,0 0-5 0,0 0 4 0,0 0-12 16,0 0-5-16,0 0 3 0,0 0-13 0,0 0-3 15,0 0-3-15,0 0-9 0,0 0-1 0,0 0-17 0,0 0 1 16,0 0-12-16,0 0-5 0,0 0-44 16,0 0-77-16,0 0 35 0</inkml:trace>
  <inkml:trace contextRef="#ctx0" brushRef="#br0" timeOffset="-170674.08">14546 10971 7 0,'0'0'70'16,"0"0"-2"-16,0 0-8 0,0 0-1 0,0 0-3 15,0 0-5-15,0 0 0 0,0 0-10 0,0 0-6 16,0 0 1-16,0 0-13 0,0 0 5 0,0 0-7 16,0 0 3-16,0 0-18 0,0 0-8 0,0 0-17 15,0 0-19-15,0 0-59 0,0 0-103 0,0 0 46 16</inkml:trace>
  <inkml:trace contextRef="#ctx0" brushRef="#br0" timeOffset="-166879.13">12976 12232 35 0,'-5'4'61'0,"5"-4"-4"0,0 0-8 15,0 0-10-15,0 0-12 0,0 0-11 0,0 0-15 16,0 0-17-16,0 0-30 0,0 0-48 0,0 0 22 0</inkml:trace>
  <inkml:trace contextRef="#ctx0" brushRef="#br0" timeOffset="-166560.36">13220 12311 90 0,'0'0'89'0,"0"0"-21"0,0 0-7 16,0 0-11-16,0 0-8 0,0 0-19 0,0 0-13 16,0 0-17-16,0 0-27 0,0 0-32 0,0 0-71 15,0 0 32-15</inkml:trace>
  <inkml:trace contextRef="#ctx0" brushRef="#br0" timeOffset="-166284.29">14070 12305 33 0,'0'0'101'0,"0"0"-16"0,0 0-5 0,0 0-22 15,0 0-11-15,0 0-24 0,0 0-20 16,0 0-32-16,0 0-39 0,0 0-71 0,0 0 31 15</inkml:trace>
  <inkml:trace contextRef="#ctx0" brushRef="#br0" timeOffset="-162522.15">13147 12427 46 0,'0'-8'61'0,"0"8"0"0,0 0-13 0,0 0-3 0,0 0-7 16,0 0-7-16,0 0-18 0,0 0-40 15,0 0-26-15,-5-8-58 0,5 8 27 0</inkml:trace>
  <inkml:trace contextRef="#ctx0" brushRef="#br0" timeOffset="-160898.25">13461 12153 91 0,'0'0'106'0,"0"0"-10"0,0 0-7 0,-21-9-13 15,21 9-16-15,0 0-20 0,0 0-12 0,0 0-21 16,0 0-26-16,0 0-16 0,0 0-56 0,0 0-96 15,-10 7 43-15</inkml:trace>
  <inkml:trace contextRef="#ctx0" brushRef="#br0" timeOffset="-160498.72">14187 12156 67 0,'0'0'121'0,"0"0"-11"0,0 0-2 0,0 0-10 0,0 0-11 15,0 0-12-15,0 0 1 0,0 0-13 0,0 0-3 16,0 0-10-16,0 0-3 0,0 0-5 0,0 0-4 16,0 0-4-16,0 0-5 0,0 0-6 0,0 0 9 15,0 0-7-15,0 0-4 0,0 0-3 0,0 0 0 16,0 0-2-16,0 0 1 0,0 0-4 0,0 0-2 16,0 0-1-16,0 0-1 0,0 0-4 0,0 0 3 15,0 0-13-15,0 0 10 0,0 0-7 0,0 0 5 16,0 0-10-16,0 0 3 0,0 0-8 0,0 0-11 15,0 0-11-15,0 0-3 0,0 0-11 0,0 0-11 16,4 6-17-16,-4-6-16 0,0 0-65 0,0 0-170 16,0 0 76-16</inkml:trace>
  <inkml:trace contextRef="#ctx0" brushRef="#br0" timeOffset="-159462.18">14001 12189 12 0,'0'0'63'0,"0"0"-19"15,0 0-14-15,0 0-15 0,0 0-14 0,0 0-29 16,0 0-30-16,0 0 13 0</inkml:trace>
  <inkml:trace contextRef="#ctx0" brushRef="#br0" timeOffset="-154521.74">13300 13617 28 0,'-17'17'60'0,"17"-17"-9"0,-6 3 1 0,6-3-13 16,-5 4-8-16,5-4-13 0,0 0-15 0,0 0-24 15,-6 6-23-15,6-6-47 0,0 0 21 0</inkml:trace>
  <inkml:trace contextRef="#ctx0" brushRef="#br0" timeOffset="-154191.87">13890 13279 29 0,'0'-10'97'0,"0"10"-5"0,0 0-15 15,0 0-12-15,0 0-2 0,0 0-15 0,9 0-13 16,-9 0-18-16,0 0-8 0,0 0-15 0,0 0-31 16,0 0-45-16,4 17-89 0,-4-17 41 0</inkml:trace>
  <inkml:trace contextRef="#ctx0" brushRef="#br0" timeOffset="-153593.18">14214 14602 33 0,'0'0'24'15,"0"0"-12"-15,0 0-18 0,0 0-5 0,0 0-11 16,0 0 5-16</inkml:trace>
  <inkml:trace contextRef="#ctx0" brushRef="#br0" timeOffset="-152205.51">14415 13372 46 0,'0'0'101'0,"0"0"-2"16,0 0-1-16,0 0-17 0,0 0 6 0,0 0-4 16,0 0 3-16,0 0-13 0,0 0-8 0,0 0-6 15,0 0-8-15,0 0-6 0,0 0-14 0,0 0 8 16,0 0-13-16,0 0 1 0,0 0-17 0,0 0-7 15,0 0-13-15,0 0 8 0,0 0-7 0,0 0-6 16,0 0-1-16,0 0-16 0,0 0-6 0,0 0-10 16,0 0-12-16,0 0-25 0,0 0-48 0,-10 9-144 15,10-9 65-15</inkml:trace>
  <inkml:trace contextRef="#ctx0" brushRef="#br0" timeOffset="-151778.22">14223 13969 45 0,'0'0'77'0,"0"0"-7"0,0 0-15 0,0 0 1 15,0 0-12-15,0 0-11 0,0 0-17 0,0 0-19 16,0 0-10-16,0 0-19 0,0 0-26 0,0 0-64 15,0 0 29-15</inkml:trace>
  <inkml:trace contextRef="#ctx0" brushRef="#br0" timeOffset="-151253.07">14068 14718 42 0,'0'0'44'0,"0"0"-16"16,0 0-18-16,0 0-31 0,0 0-23 0,0 0 10 0</inkml:trace>
  <inkml:trace contextRef="#ctx0" brushRef="#br0" timeOffset="-149373.43">14126 13647 8 0,'0'0'57'0,"0"0"-4"0,3-8-3 0,-3 8-1 15,2-7-9-15,-2 7-2 0,0 0-9 0,0 0-13 16,0-8-27-16,0 8-45 0,0 0-58 16,0 0 25-16</inkml:trace>
  <inkml:trace contextRef="#ctx0" brushRef="#br0" timeOffset="-149064.71">14568 13258 82 0,'0'0'86'0,"0"0"-14"16,0 0-13-16,-2-15-23 0,2 15-22 0,0 0 0 16,0 0-21-16,0 0-53 0,0 0-64 0,0 0 29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9T10:40:04.8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6001 4033 112 0,'-1'-13'142'0,"-1"7"1"0,2 6 7 15,-2-12-2-15,2 12-9 0,-1-10-11 16,-1 3-6-16,2 7-9 0,-2-8 2 0,2 8-3 16,0-9-6-16,0 9-7 0,-3-9-5 0,3 9-7 0,0 0-7 15,-1-9-7-15,1 9-6 0,0 0-8 0,0 0-12 16,0 0 1-16,0 0-7 0,0 0-4 15,0 0-5-15,0-11-13 0,0 11 5 0,0 0-7 16,0 0-1-16,0 0-1 0,0 0-4 0,0 0-1 16,0 0-1-16,0 0-3 0,0 0 2 0,0 0 0 15,1 27-1-15,-1-16-2 0,0-3 2 0,3 4-2 16,-2 0 0-16,-2 0-3 0,1 0 2 0,1 1 0 0,-1 3 2 16,0 0 1-16,1 1-5 0,-2-5 1 15,1 5-1-15,0 0-2 0,0-1 4 0,-1 2-4 16,-2 0 1-16,2-2 0 0,0 3 0 0,1-3-3 15,0 1 7-15,-2 1-3 0,1 0 4 0,0-2-1 16,-2-1-1-16,1-2-4 0,2 3 5 0,-2-4-5 16,2-2 3-16,2 0 3 0,-2-1-7 0,0-1 4 15,1 0 2-15,2-3-3 0,-2 4 1 0,-1-9 1 16,2 9 0-16,1-5 3 0,3 0-3 0,-6-4 6 16,8 5-8-16,-3-2-1 0,2-1-6 0,-7-2-20 15,15-2-21-15,-15 2-37 0,17-3-32 0,-6-2-36 16,-1-3-29-16,-1 0-150 0,0-3-357 0,3-3 158 15</inkml:trace>
  <inkml:trace contextRef="#ctx0" brushRef="#br0" timeOffset="291.54">5832 3698 118 0,'-7'-2'177'0,"0"-3"-4"0,1 2-19 16,6 3-9-16,-10-3-11 0,10 3-17 0,-8-3-9 15,8 3-11-15,0 0-15 0,-8-3-6 0,8 3-9 16,0 0-9-16,0 0-2 0,0 0-5 0,0 0 0 16,0 0-14-16,0 0 1 0,0 0 0 0,0 0-6 15,-2 10 0-15,2-10-5 0,0 0-3 0,0 0-1 16,0 0-2-16,14 6-1 0,-14-6-12 0,0 0-6 15,10 0-7-15,-10 0-7 0,10-6-20 0,-1 4-26 16,4-1-24-16,-2-2-23 0,6-1-26 0,0 1-127 16,-1-2-278-16,1 1 124 0</inkml:trace>
  <inkml:trace contextRef="#ctx0" brushRef="#br0" timeOffset="895.33">6746 4178 218 0,'0'0'217'0,"0"0"-6"0,0 0-10 16,0 0-17-16,0 0-15 0,0 0-13 16,0 0-23-16,0 0-18 0,0 0-21 0,0 0-21 15,9-4-12-15,-9 4-27 0,13-1-20 0,-3-1-31 16,2 1-35-16,5 0-29 0,3-1-36 0,-2 2-25 0,-1 2-104 15,-4-1-265-15,1 0 117 0</inkml:trace>
  <inkml:trace contextRef="#ctx0" brushRef="#br0" timeOffset="1059.49">6778 4328 133 0,'0'0'148'0,"0"0"-16"16,-5 4-3-16,5-4-11 0,0 0-14 0,0 0-7 15,0 0-15-15,0 0 5 0,0 0-22 0,0 0 2 16,17 8-5-16,-5-6-14 0,5-3-23 0,2 1-17 16,9-2-20-16,4-2-44 0,0 1-23 0,1-1-22 15,4-1-76-15,-2-2-190 0,3-2 84 0</inkml:trace>
  <inkml:trace contextRef="#ctx0" brushRef="#br0" timeOffset="1661.44">7637 3941 218 0,'0'-9'234'0,"0"9"-9"15,0-8-7-15,0 8-10 0,0 0-7 0,0-9-19 16,0 9-13-16,0 0-17 0,0 0-12 0,0 0-19 15,0 0-11-15,0 0-17 0,0 0-10 0,0 0-10 16,0 0-11-16,0 0-4 0,0 0-10 0,0 0-5 16,0 0-5-16,13 23-1 0,-3-8-7 0,-4 4 0 15,5 4-3-15,-3-1-1 0,0 3-5 0,-3 2-1 16,0-8-1-16,2 7-4 0,-3-6 0 0,1-2-3 16,-3 0 2-16,1-1-2 0,-2-1 0 0,2 0-4 15,-1-4 5-15,1-1-4 0,-1-3-3 16,-2-1 1-16,2 1 2 0,-2-8-3 0,2 9 1 15,-2-9-1-15,0 8 0 0,0-8 3 0,1 6-1 0,-1-6 1 16,0 0 5-16,3 7 0 0,-3-7 10 0,0 0 3 16,0 0-1-16,0 0 0 0,0 0 4 0,7-20 0 15,-4 10-7-15,4-6-4 0,5-6-4 16,4-3-7-16,-1-2-8 0,5-3-9 0,9-8-2 16,-9 9-2-16,3-2 1 0,9-7-3 0,-10 9 4 0,-2 0-3 15,1 1-8-15,-4-2 1 0,-4 3 3 0,1 3 3 16,-6 5 0-16,-2 1 2 0,1 1 5 0,-2 2-3 15,-1 1 1-15,-3 2 8 0,2 2 0 0,-3 3-3 16,0-2 0-16,0 9 0 0,-3-8-2 0,3 8 34 16,-5-9-7-16,0 6-3 0,5 3 0 0,-19 0-3 15,7 3 3-15,-5 2-9 0,0 3-2 0,3 0-5 16,2 0 5-16,1 0-9 0,2 1 5 0,1 0-2 16,-1-2 0-16,6 0 1 0,-2 1 0 0,3 0 0 15,0-1 1-15,1 3-2 0,4-2 0 16,1 1 0-16,2-3 1 0,5 1-8 0,6 0-14 0,1 0-22 15,2-4-24-15,1 1-21 0,6-2-36 16,1 2-31-16,0-3-45 0,3 1-27 0,-11-1-155 16,-3 3-412-16,-6-1 182 0</inkml:trace>
  <inkml:trace contextRef="#ctx0" brushRef="#br0" timeOffset="2049.48">7325 4597 19 0,'0'0'155'0,"0"0"-16"0,0 0-4 0,0 0-2 15,0 0 19-15,0 0-21 0,32-2-7 0,-9-1-6 16,14 0-9-16,13 1-10 0,6-3-8 0,-1-4-15 15,6 5-2-15,2-4-13 0,1 2-5 16,-4 0-22-16,-2-2-26 0,-5 3-37 0,0-1-39 0,-14 4-29 16,-3 1-35-16,-3-1-100 0,-3 1-250 0,-11 0 110 15</inkml:trace>
  <inkml:trace contextRef="#ctx0" brushRef="#br0" timeOffset="2402.39">7619 4805 161 0,'-8'-9'244'15,"8"9"-7"-15,-2-4-16 0,2 4-15 0,0 0-19 16,0 0-18-16,0 0-18 0,-7-3-18 0,7 3-18 0,0 0-16 16,0 0-8-16,0 0-8 0,0 0-10 0,7 29-4 15,-6-13 2-15,2 9-2 0,-5-1-7 0,4 4-6 16,0-2-4-16,-2-2-5 0,0 2-5 16,-4 1-5-16,4-3-4 0,0-6-2 0,-1 1-3 15,2-1 1-15,-3 2-5 0,2-2-2 0,-2 0-4 16,0-3-6-16,2 1-15 0,-1-4-37 0,1-2-24 0,0-10-23 15,0 19-17-15,0-19-38 0,-2 21-37 16,2-21-197-16,-4 14-407 0,4-14 180 0</inkml:trace>
  <inkml:trace contextRef="#ctx0" brushRef="#br0" timeOffset="2854.22">7645 4800 217 0,'2'-11'213'0,"-1"6"-18"0,1-2-17 16,3 2-9-16,-3-3-11 0,1 3-7 0,-1-3-16 16,2 4-11-16,-4 4-19 0,7-9-8 0,-7 9-10 15,5-5-12-15,-5 5-7 0,5-2-10 0,-5 2-2 16,11 0-11-16,-11 0-1 0,13 3-5 0,-3 0-6 15,-2 5-3-15,1-3-3 0,-1 0-1 0,-1 3-3 16,-2-1-1-16,1 4-4 0,-1-3 0 0,-1 3-1 16,-2-1-1-16,-1 1 0 0,1 0 0 0,-4 1-1 15,-3 0 0-15,0 0 2 0,-3-2-4 0,-3 3-1 16,-1-2 1-16,1 1 0 0,0-5-3 0,-1 0-1 16,3-1 1-16,-1-1 2 0,0-2-2 0,0 1 0 15,2-3-2-15,1 1 4 0,7-2-1 0,-13 2 2 16,7-1 1-16,6-1 0 0,0 0-1 0,-9 1-1 15,9-1-8-15,0 0-3 0,-6 4-1 0,6-4-3 16,0 0 1-16,0 0 1 0,5 14-2 16,0-9 3-16,3 2 4 0,-1 2 8 0,2-1 0 0,6 6 3 15,-2-4 4-15,5 0-3 0,-2-1-2 0,9 3-1 16,1-2 0-16,0-1-5 0,4-1-33 0,1-1-39 16,0 0-47-16,3-3-54 0,-1-3-53 0,-4 1-161 15,-1 1-410-15,1-3 181 0</inkml:trace>
  <inkml:trace contextRef="#ctx0" brushRef="#br0" timeOffset="2992.74">8277 5125 91 0,'0'0'253'0,"0"0"-23"0,0 0-19 0,0 0-27 16,0 0-21-16,0 0-42 0,0 0-60 0,0 0-52 15,9 4-49-15,-9-4-57 0,0 0-101 0,0 0-214 16,0 0 95-16</inkml:trace>
  <inkml:trace contextRef="#ctx0" brushRef="#br0" timeOffset="5630.03">7602 3908 9 0,'0'0'47'0,"-6"-6"-6"0,6 6 3 0,-5-6-8 15,5 6 5-15,0 0-1 0,-5-8 0 0,5 8 0 16,-3-6 5-16,3 6-1 0,0 0 4 0,-4-7-3 16,4 7-5-16,0 0 3 0,0 0-8 0,-1-8 3 15,1 8-7-15,0 0 4 0,0 0-6 0,-1-11 2 16,1 11 0-16,0 0-7 0,0 0 0 0,-4-6 4 16,4 6-3-16,0 0 6 0,-1-8 1 0,1 8 7 15,0 0-2-15,0 0-3 0,-2-8 0 0,2 8 2 16,0 0-2-16,0 0-7 0,-1-10-6 0,1 10 4 15,-1-9 0-15,1 9 3 0,-2-6 1 0,2 6-2 16,0 0 2-16,-2-11-7 0,2 11 1 0,0 0-2 16,-1-7 6-16,1 7-3 0,0 0-6 0,0 0 4 15,1-12-3-15,-1 12 2 0,0 0-2 0,0 0-1 16,0 0-8-16,0 0 7 0,-1-8-7 0,1 8-3 16,0 0 0-16,0 0-2 0,0 0 3 0,0 0-1 15,0 0 0-15,0 0-4 0,0 0-1 0,0 0 0 16,0 0 2-16,0 0-1 0,0 0-1 0,0 0 5 15,0 0-13-15,0 0-2 0,0 0 6 0,0 0 1 16,0 0 1-16,0 0-12 0,0 0 4 0,0 0 5 16,0 0-2-16,0 0 4 0,0 0 1 0,0 0 2 15,0 0-5-15,0 0-1 0,0 0 1 0,14 20 1 16,-12-16 4-16,1 2-2 0,0 0-6 0,0 1 4 16,0-2 2-16,3 4 1 0,-1 1-4 0,0 0 4 15,3 5-4-15,-3-5 0 0,3 5 7 0,-2 0-6 16,-1-3 2-16,2 3-2 0,-1 1 9 0,2-2-7 15,-4-4 6-15,2 5-1 0,-1 2-3 0,-1-2 0 16,2-2-4-16,-2-2 5 0,0 1-3 0,-1-2 6 16,0 1-6-16,4-2 3 0,-3 1-5 0,-2-2 6 15,2 0-10-15,-3-2 9 0,2 0 3 0,-3-6-8 16,4 10 5-16,-4-10 1 0,2 7-6 0,-2-7 5 16,2 9-1-16,-2-9 3 0,1 6-6 0,-1-6-13 15,0 0-20-15,2 6-21 0,-2-6-15 0,0 0-23 16,0 0-18-16,0 0-20 0,0 0-75 0,0 0-221 15,0 0 99-15</inkml:trace>
  <inkml:trace contextRef="#ctx0" brushRef="#br0" timeOffset="7137.67">8120 4181 97 0,'0'0'122'15,"0"0"0"-15,-3-10-1 0,3 10-29 0,0 0 2 16,0 0-6-16,-1-8-5 0,1 8-4 0,0 0-3 16,0 0-9-16,0 0-1 0,0 0-13 0,0 0-3 15,0 0-11-15,0 0-7 0,0 0-2 0,0 0-5 16,0 0-4-16,0 0 0 0,0 0 2 0,0 0-5 15,0 0-2-15,0 0-2 0,0 0-2 0,-9 30-4 16,8-18 4-16,-2 0 4 0,1-1-1 0,-1 7 4 16,2-3-6-16,-2 1-4 0,1-1 6 0,0-2-2 15,0-1-6-15,1 1 4 0,-1-1-6 0,0-1 15 16,2 2-10-16,0-4-6 0,-1 1 3 0,2 0 2 16,-1 0-1-16,0-3 5 0,2-1-2 0,-2-6-8 15,4 10 3-15,-1-5-4 0,-3-5-14 0,7 7-18 16,-7-7-15-16,12 1-28 0,-3-4-19 0,1 1-30 15,2-3-99-15,-2-1-239 0,1-2 106 0</inkml:trace>
  <inkml:trace contextRef="#ctx0" brushRef="#br0" timeOffset="7350.07">8208 4004 61 0,'0'0'187'0,"0"0"-4"0,-4-8-5 16,4 8 1-16,0 0-8 0,0 0-13 0,0 0-11 16,0 0-18-16,0 0-11 0,-3-7-11 0,3 7-11 15,0 0-12-15,0 0-1 0,0 0-19 0,0 0-21 16,0 0-34-16,0 0-33 0,0 0-44 0,0 0-24 16,0 0-26-16,0 0-23 0,0 0-118 0,0 0-282 15,0 0 125-15</inkml:trace>
  <inkml:trace contextRef="#ctx0" brushRef="#br0" timeOffset="12155.53">6029 5965 7 0,'0'0'86'0,"-3"-8"4"15,3 8-7-15,0 0-3 0,-2-6 1 0,2 6-4 16,0 0 1-16,-4-6-2 0,4 6 0 0,0 0-5 15,-4-9-8-15,4 9 2 0,0 0 1 0,-2-8 7 16,2 8 4-16,0 0-2 0,-3-9-1 0,3 9-2 16,0 0-8-16,-2-6 2 0,2 6-4 0,0 0-6 15,0 0-8-15,-3-8-2 0,3 8 1 0,0 0-8 16,0 0 1-16,0 0-2 0,0-9-1 0,0 9 1 16,0 0-4-16,0 0 1 0,0 0-3 0,-4-7-4 15,4 7 0-15,0 0-2 0,0 0-1 0,0 0-2 16,-1-7 3-16,1 7-9 0,0 0 1 0,0 0-3 15,0 0-1-15,0 0 3 0,0 0-6 0,0 0 0 16,-3-8-2-16,3 8-1 0,0 0 3 0,0 0-3 16,0 0-4-16,0 0 1 0,0 0 1 0,0 0-3 0,0 0 0 15,0 0-3-15,0 0 0 0,0 0 2 16,0 0-1-16,0 0-1 0,0 0 0 0,0 0-5 16,0 0 1-16,0 0 0 0,-3 21 1 0,3-21 1 15,-2 12 0-15,2-6 1 0,-1 5-3 0,0-1 3 16,1 2 2-16,0 1-3 0,0 4 1 0,-4-1 1 15,3 5 2-15,-1 3-3 0,1 2 4 0,0-9-2 16,-2 2 2-16,1 0 4 0,0 1 0 0,-1-1-1 16,0 0 2-16,3-3-3 0,-1 2 0 0,1 0 0 15,-2-3-1-15,2-1-3 0,2-4 6 0,-2 2-3 0,1-2 3 16,0-2 0-16,1 1-5 0,0-4 1 16,1 2 0-16,-3-7 0 0,5 11 2 0,-1-5 0 15,2-3 1-15,0 1-1 0,0-1-5 0,0-1 2 16,2 1-12-16,0-3-11 0,-8 0-13 0,17-1-16 15,-5-1-19-15,-2-1-33 0,5-3-19 0,1-1-28 16,0-2-25-16,1-2-114 0,-3 0-312 0,8-7 138 16</inkml:trace>
  <inkml:trace contextRef="#ctx0" brushRef="#br0" timeOffset="12387.46">5829 5672 121 0,'-6'-2'149'0,"6"2"-13"0,-10-5-15 15,5 3-9-15,5 2-12 0,0 0-23 0,-10-3-29 16,10 3-24-16,0 0-28 0,0 0-23 0,0 0-24 0,0 0-84 15,25-7-146-15,-14 4 66 0</inkml:trace>
  <inkml:trace contextRef="#ctx0" brushRef="#br0" timeOffset="13679.34">6626 6054 134 0,'0'0'136'16,"0"0"-1"-16,0 0 1 0,0 0-11 0,0 0-4 15,0 0-8-15,0 0 2 0,0 0-4 0,0 0-5 0,-3 6-1 16,3-6-5-16,0 0-1 0,0 0-5 0,0 0 1 16,0 0-7-16,0 0-5 0,0 0-3 15,0 0-4-15,0 0-3 0,0 0-3 0,0 0-12 16,0 0-4-16,0 0-6 0,0 0-7 0,0 0-10 0,0 0 3 15,0 0-1-15,0 0-12 0,32-7-11 0,-18 4-17 16,6 0-20-16,1 0-27 0,1 1-32 16,-1-1-34-16,7 0-22 0,-7 3-35 0,0-2-142 15,-7 2-345-15,0-2 152 0</inkml:trace>
  <inkml:trace contextRef="#ctx0" brushRef="#br0" timeOffset="13905.43">6681 6254 89 0,'0'0'98'0,"0"0"-7"0,0 0-15 0,0 0-8 16,0 0-2-16,24 3-17 0,-12-5-12 0,-1 2-6 15,5-2-15-15,3 0-22 0,-1 1-18 16,2-1-16-16,2 0-53 0,-3-1-99 0,4 1 45 16</inkml:trace>
  <inkml:trace contextRef="#ctx0" brushRef="#br0" timeOffset="15767.8">7593 5708 119 0,'0'0'118'0,"-6"-5"8"0,6 5-3 16,0 0 3-16,-5-5 0 0,5 5-3 15,0 0-8-15,0 0-11 0,-5-6-2 0,5 6-5 0,0 0-9 16,0 0-3-16,0 0-4 0,0 0-6 0,-4-4-8 16,4 4-3-16,0 0-4 0,0 0-8 0,0 0-5 15,0 0-3-15,0 0-9 0,0 0-1 16,0 0-4-16,0 0-7 0,0 0-4 0,0 0-5 16,0 0-1-16,0 0-1 0,0 0-1 0,0 0-2 0,0 0 8 15,0 0-8-15,0 0-3 0,9 22 1 0,-5-14-2 16,0-1 1-16,2 5-1 0,-2 0 0 15,1 3-3-15,0 0 0 0,0 2 1 0,0-2 2 16,2-1-4-16,-2 2 4 0,0 0-1 0,0-2-1 0,0 6 0 16,0-5-3-16,1 0 13 0,0 1-11 0,-1 0-1 15,0-5 0-15,-1 1-2 0,1 0 3 0,0-1-1 16,-1-2 1-16,1 1-2 0,-3-3 2 0,2 2-3 16,0-1 4-16,-1-3-3 0,-3-5 3 15,4 9-3-15,-1-5 1 0,-3-4 3 0,4 8-3 0,-4-8 1 16,4 6 0-16,-4-6-1 0,0 0 2 0,1 8 3 15,-1-8-4-15,0 0 3 0,0 0 1 0,0 0-3 16,0 0 0-16,0 0 0 0,2 7 0 0,-2-7-1 16,0 0 0-16,0 0 1 0,0 0 3 0,0 0-2 15,0 0-2-15,0 0 2 0,0 0 1 0,0 0-3 16,0 0 2-16,0 0-2 0,0 0 1 0,0 0-1 16,0 0 2-16,0 0-4 0,0 0 1 0,0 0 3 15,0 0-3-15,0 0-2 0,0 0 4 0,0 0-2 16,0 0 4-16,0 0-3 0,0 0 0 0,0 0 0 15,0 0 0-15,0 0-1 0,0 0-1 0,0 0 2 16,0 0 0-16,0 0-1 0,0 0 4 0,0 0-1 16,0 0 0-16,0 0 2 0,0 0-2 0,0 0 1 15,0 0 2-15,0 0-1 0,0 0-2 0,0 0 4 16,0 0-2-16,0 0-1 0,0 0 4 0,0 0-5 16,0 0 1-16,0 0-3 0,0 0-2 0,10-16 2 15,-10 16-2-15,4-9 1 0,-4 9 2 0,7-8-3 16,-4 2 1-16,1 0-1 0,1-1-1 0,-1 1 2 15,2-4 2-15,2 0-5 0,-2 0-2 0,2 0 3 16,-2 0-2-16,1-1-2 0,0-2 2 0,-2 1 1 16,4-2-2-16,-4 2 1 0,3-3-1 0,-3 3-14 15,-1 1 5-15,0 0 0 0,-2-2-3 0,4-2-1 16,-4 0-3-16,1 3 3 0,-2-4-2 0,0 0 6 16,-1 5 2-16,4-1 0 0,-3-1 3 0,-2 3 0 15,2 0 0-15,-1 2-1 0,0 8 2 0,-1-13 1 16,0 7 2-16,1 6 0 0,0-11 0 0,0 11-1 15,1-7-1-15,-1 7-3 0,0 0 5 0,0 0 0 16,-1-10 3-16,1 10-3 0,0 0 6 0,0 0-8 16,0 0 3-16,0 0-3 0,0 0 1 0,0 0 3 15,-3-8 0-15,3 8-1 0,0 0-1 0,0 0 2 16,0 0-3-16,0 0 0 0,0 0 0 0,0 0 0 16,0 0 1-16,0 0-3 0,0 0-11 0,0 0 4 15,0 0-17-15,0 0-12 0,0 0-20 0,0 0-12 16,0 0-23-16,0 0 8 0,0 0-14 0,0 0-19 15,0 0-13-15,0 0-85 0,0 0-239 0,5 25 106 16</inkml:trace>
  <inkml:trace contextRef="#ctx0" brushRef="#br0" timeOffset="16555.28">7996 5976 66 0,'-3'-7'168'0,"3"7"1"0,0 0-6 16,-3-12-16-16,3 12-7 0,-2-7-11 0,2 7-5 16,0 0-11-16,0 0-15 0,-3-8-8 0,3 8-8 15,0 0-6-15,0 0-10 0,0 0-8 0,0 0-2 16,0 0-13-16,0 0 0 0,0 0-10 0,0 0-3 16,0 0-2-16,0 0-5 0,0 0 0 0,1 25-3 15,-1-25 0-15,0 16-2 0,0-10-2 0,0 4-2 16,0-10-4-16,1 14 2 0,-1-7-3 0,0 0 4 15,1 0-3-15,-1-7-4 0,2 13 0 0,-2-13-10 16,3 16-14-16,-3-16-12 0,3 11-23 0,-1-5-24 16,-2-6-30-16,8 9-28 0,-8-9-27 0,8 7-94 15,-8-7-278-15,0 0 123 0</inkml:trace>
  <inkml:trace contextRef="#ctx0" brushRef="#br0" timeOffset="16753.08">8050 5708 102 0,'0'0'175'0,"-3"-8"-16"0,3 8-13 0,0 0-18 16,-4-5-13-16,4 5-14 0,0 0-11 0,0 0-26 15,0 0-28-15,0 0-27 0,0 0-27 0,0 0-27 16,0 0-26-16,25 13-95 0,-15-6-178 0,5 0 79 15</inkml:trace>
  <inkml:trace contextRef="#ctx0" brushRef="#br0" timeOffset="16933.56">8261 5983 169 0,'0'8'210'0,"0"-8"-4"0,0 0-11 16,0 0-4-16,1 5-15 0,-1-5-10 0,0 0-15 15,0 0-15-15,0 0-13 0,4 5-27 16,-4-5-33-16,0 0-32 0,0 0-37 0,0 0-35 16,0 0-17-16,0 0-33 0,37-10-28 0,-26 7-9 15,7-1-117-15,-5-1-266 0,7 0 117 0</inkml:trace>
  <inkml:trace contextRef="#ctx0" brushRef="#br0" timeOffset="22842.97">8592 5824 14 0,'0'0'30'0,"0"0"1"0,0 0 3 15,-8-3-9-15,8 3 1 0,0 0-6 0,0 0 2 16,-4-6 6-16,4 6 13 0,0 0 2 0,0 0 6 15,0 0-5-15,0 0 8 0,0 0 7 0,-4-7-9 16,4 7 13-16,0 0-9 0,0 0 3 0,0 0 3 16,0 0-3-16,0 0 2 0,-5-6 5 0,5 6-2 15,0 0 1-15,0 0-11 0,0 0-4 0,0 0 9 16,0 0-9-16,0 0-10 0,0 0 3 16,0 0-4-16,0 0-7 0,0 0-3 0,0 0-6 0,0 0-4 15,0 0 0-15,0 0-3 0,0 0-2 0,0 0-9 16,0 0 9-16,0 0-5 0,-11 13 2 0,11-13-2 15,-6 10-1-15,4-2-6 0,-2 0 3 0,0 1-1 16,-1 0 2-16,3-1-4 0,-2 2 5 0,-1 0-1 16,1 2-11-16,-1-1 12 0,0 0 1 0,1 2 0 15,-1-2-8-15,2-2-7 0,-1 7 16 0,3-3-8 16,0-5 4-16,-1 2-1 0,4 0 3 0,-2 0-7 16,1-3-4-16,0 3 12 0,1-1 0 0,1 0-1 15,1-1-4-15,-1-2 1 0,1-1-2 0,2 0 2 16,-1 0 4-16,1-1 0 0,0-1-2 0,0 1 3 15,2-1-3-15,-2-2-4 0,-6-1 1 0,13 4 8 16,-4-4-2-16,-9 0-3 0,14-2 7 0,-6 0-2 16,-2 1 8-16,1-2 1 0,-7 3-2 0,12-9-2 15,-7 4-1-15,0 0-1 0,0-4 0 0,-1 1-1 16,0-2-2-16,0-1 2 0,-3 0-2 0,0 0 6 16,-1-1-5-16,0-1-2 0,0-3 1 0,-1 0-10 15,0-1 7-15,-2 5 6 0,1-4-4 0,-2 1 2 16,1 3-1-16,-3 0-6 0,0 2-5 0,-1-2 2 15,1 1 6-15,-1 3-9 0,1 2 5 0,1-2-4 16,0 5 4-16,1-1-6 0,-3 0 0 0,7 4-2 16,-12-4 1-16,12 4 4 0,-10-1-4 0,10 1-10 15,-17 8-12-15,8-3-18 0,0 1-10 0,1 3-17 16,0-1-28-16,0 2-4 0,1 0-8 0,1 2-13 16,2-2-89-16,0 2-230 0,3-3 102 0</inkml:trace>
  <inkml:trace contextRef="#ctx0" brushRef="#br0" timeOffset="23041.15">8728 6020 29 0,'10'0'139'16,"-10"0"-6"-16,0 0-4 0,0 0-4 0,0 0-11 15,0 0-8-15,0 0-11 0,0 0-5 0,0 0-14 16,0 0-3-16,0 0-14 0,9-1-14 0,-9 1-19 15,0 0-35-15,0 0 1 0,0 0-7 0,4 6-46 16,-4-6-22-16,0 0-95 0,4 4-191 0,-4-4 85 16</inkml:trace>
  <inkml:trace contextRef="#ctx0" brushRef="#br0" timeOffset="23469.53">8925 5789 16 0,'0'0'161'0,"0"0"-10"0,0 0-20 15,0 0-1-15,0 0-14 0,0-10-10 0,0 10-6 16,0 0-5-16,0 0-11 0,0 0-10 0,0 0-10 16,0 0-8-16,0 0-6 0,5-5-8 0,-5 5 1 15,0 0-8-15,14 1 3 0,0-1-9 0,-1 0 1 16,6-1 3-16,3 2-11 0,-1-1-4 0,9-2 10 15,-2 2-6-15,-7 0-6 0,-1-1 0 0,-2 1-7 16,-4 0-1-16,3 0 0 0,-7 0-14 0,-1 1 12 16,-9-1 3-16,13-1-4 0,-8 2-3 0,-5-1 6 15,9 1-8-15,-9-1 1 0,7 3 0 0,-7-3-2 16,5 3 1-16,-5-3 1 0,4 3-1 0,-4-3 3 16,0 0-6-16,3 12 0 0,0-6 3 0,-2-1 5 15,0 3-4-15,-1 1-4 0,0 2 5 0,-1 1 1 16,1 2 6-16,-1 2-3 0,1-4-1 0,-2 4 4 15,0-1-3-15,0 2 6 0,2 0 3 0,-2-3-1 16,0 2-3-16,0-2 1 0,-1 4-4 0,2-6 1 16,-2 0-2-16,2 4 0 0,-1-5 5 0,-3 5-4 15,1-5-7-15,1 0-20 0,2 0-17 0,0 2-16 16,-1-3-28-16,1 1-13 0,-1-3-20 0,-1 3-7 16,-1-2-18-16,0 0-73 0,-2-2-228 0,6-7 102 15</inkml:trace>
  <inkml:trace contextRef="#ctx0" brushRef="#br0" timeOffset="23635.12">9105 6049 22 0,'0'-10'138'0,"0"10"-15"0,0 0-12 15,0 0-10-15,0 0-16 0,13-8-15 0,-3 4-21 16,9 1-30-16,-1 0-28 0,13 2-36 0,-4-4-66 15,-5 3-120-15,7-1 53 0</inkml:trace>
  <inkml:trace contextRef="#ctx0" brushRef="#br0" timeOffset="24247.78">7515 6623 85 0,'-10'-1'160'0,"5"-2"-15"0,5 3-16 15,-13-2-12-15,13 2-8 0,-9-3-18 0,9 3-7 16,0 0-12-16,0 0-2 0,0 0-2 0,30 0 1 16,3 0-1-16,21-4-4 0,11 0 4 0,35 0-9 15,1-5-5-15,6 0-4 0,2-1-1 0,-1-1-6 16,1-5 3-16,-1 7-5 0,-5-2-4 0,-5 2 3 15,-7 4-9-15,-27 1-2 0,-3 0-1 0,0 1-1 16,-2 3-4-16,-1-2-3 0,-7 2-4 0,-14 2-1 16,15-2 0-16,-17 0 0 0,1 3-3 0,-6 2 0 15,-2-3-1-15,-6-1-2 0,-4 0-1 0,-3 0 1 16,-3 2-4-16,-2-2 3 0,-1 1-7 0,-4 0-5 16,-5-2-7-16,10-2-10 0,-10 2-17 0,8 3-12 15,-8-3-24-15,0 0-25 0,8 3-13 0,-8-3-29 16,0 0-120-16,0 0-282 0,0 0 125 0</inkml:trace>
  <inkml:trace contextRef="#ctx0" brushRef="#br0" timeOffset="25175.69">8291 6899 109 0,'0'0'178'15,"0"-12"-11"-15,-1 6-13 0,1 6 1 0,0-11-6 16,0 11-10-16,0 0-9 0,1-10-11 0,-1 10-14 15,0 0-11-15,0 0-15 0,0 0-11 0,0 0-10 16,0 0-5-16,0-7-9 0,0 7-4 0,0 0-1 16,0 0-3-16,0 29-6 0,2-15 0 0,-1 0-5 15,0 5-1-15,3 1 0 0,1 5-6 0,-4 0 2 16,0-8-3-16,1 8-1 0,0-7-4 0,-2 1-2 0,3-4 4 16,-1 3-2-16,0-2-4 0,-1-1 3 15,2-1-1-15,-1-3-3 0,1 1-1 0,1-2 2 16,-1 3 2-16,1-3-3 0,-3 0-2 0,2 0 1 15,-2-1-3-15,2-3 0 0,-2 1-21 0,2 0-21 0,-2 0-19 16,-1-7-7-16,1 10-30 0,-1-10-18 0,-1 8-22 16,1-8-20-16,-8 7-108 0,8-7-284 15,-12 0 126-15</inkml:trace>
  <inkml:trace contextRef="#ctx0" brushRef="#br0" timeOffset="25535.86">8289 6838 23 0,'7'-9'130'0,"5"4"-16"0,-1-2-4 16,0 1-14-16,1 2-12 0,-1 1-7 0,1 1-11 16,-1 2-7-16,0 4 10 0,-1 0-10 0,-1 1-9 0,-1 4 6 15,-2 2-5-15,3 2-3 0,-6 3-9 0,-2 2-3 16,-1 1-1-16,-4 0-4 0,-1 5 0 0,-1-5-6 15,-3 0 3-15,2-2-5 0,-4 0 3 0,-2-1-2 16,1-2-7-16,0 0 6 0,3-5-2 0,0 0-6 16,-1 1 2-16,1-2 11 0,2-5-7 0,2 3 7 15,-2-2-5-15,0-2 11 0,7-2 4 0,-7 3-2 16,7-3 12-16,-8 3 2 0,8-3-1 0,0 0-3 16,-9 2 1-16,9-2-2 0,0 0-13 0,0 0-3 15,0 0-4-15,0 0-6 0,0 0-1 0,0 0-3 16,0 0-6-16,0 0-12 0,15 9-9 0,-7-6-21 15,5 1-28-15,-1-1-17 0,8 0-26 0,-2 2-8 16,2 0-20-16,0 0-11 0,0-1-99 0,-6 0-260 16,-2-3 116-16</inkml:trace>
  <inkml:trace contextRef="#ctx0" brushRef="#br0" timeOffset="25807.59">8638 7106 77 0,'5'-7'190'0,"-5"7"-3"15,3-6-3-15,-3 6-12 0,0 0-14 0,0 0-19 16,0 0-16-16,3-6-14 0,-3 6-15 0,0 0-12 0,0 0-7 16,4 18-7-16,0-9 7 0,0 8 14 15,-2 1 7-15,1 7 7 0,-3 0-5 0,2-1-6 16,-2-5-6-16,-2 0-7 0,4-2-7 0,-2 0-7 16,0-6-4-16,3 2 0 0,-1-1-2 0,-1-2-8 15,2 0-6-15,-2-3-2 0,2 2-5 0,0-5-2 16,-3-4-3-16,6 11-4 0,-3-6-4 0,2-1 1 15,1-2 3-15,2 0-4 0,1-1 2 0,6-2-8 16,2-1-7-16,4-1-21 0,10-5-28 0,0-1-32 16,-1-1-40-16,4-1-41 0,-3 0-50 0,4-3-44 0,-8 0-142 15,1-3-418-15,-1 1 185 0</inkml:trace>
  <inkml:trace contextRef="#ctx0" brushRef="#br0" timeOffset="26632.5">8112 4952 141 0,'0'0'169'15,"5"-3"-4"-15,-5 3-7 0,0 0-6 0,0 0-11 16,0 0-17-16,0 0-10 0,4-6-17 0,-4 6-11 16,0 0-14-16,0 0-6 0,0 0-10 0,0 0-6 15,4 16 2-15,-3-9-9 0,2 1-4 0,-1 3-5 16,1 3 0-16,1-3 0 0,-2 2-10 0,0 4 3 15,0-4-2-15,1 1-3 0,-2-2 2 0,2 0-4 16,-1 0 4-16,-1-1-3 0,2 0-8 0,0 0 7 16,-2-3-1-16,-1 1-6 0,0-9 0 0,2 11 0 15,0-3-4-15,-1-3-7 0,-1-5 11 0,4 12-4 16,-3-9 3-16,-1-3-6 0,5 7 7 0,0-4-5 16,0 1 4-16,3-1 3 0,1-2 2 0,4-1-5 15,5-2-1-15,2-1-23 0,8-3-24 0,3 0-35 16,6-4-51-16,13-5-43 0,-2 0-142 0,2-1-332 15,1-1 148-15</inkml:trace>
  <inkml:trace contextRef="#ctx0" brushRef="#br0" timeOffset="31068.57">9549 4285 39 0,'0'0'152'0,"0"0"-4"0,0 0-11 0,0 0-5 0,0 0-16 16,0 0-8-16,0 0-11 0,0 0-12 0,0 0-9 15,0 0-5-15,0 0-12 0,0 0-5 0,0 0 0 16,16-3-11-16,-16 3-4 0,11 0-9 0,-2-2-18 16,2 2-19-16,1-1-13 0,0 0-17 0,2-2-21 15,-1 2-23-15,1 1-17 0,-2-1-95 0,3 1-207 16,-5 0 92-16</inkml:trace>
  <inkml:trace contextRef="#ctx0" brushRef="#br0" timeOffset="31255.87">9476 4424 19 0,'0'0'125'0,"0"0"-3"0,0 0-23 0,-5 3-6 16,5-3-14-16,0 0-6 0,0 0-11 0,0 0 1 15,24 2-7-15,-10-3-14 0,5 1-29 0,4 0-28 16,7-1-22-16,2 1-33 0,0-3-51 0,1 3-131 15,-1-3 58-15</inkml:trace>
  <inkml:trace contextRef="#ctx0" brushRef="#br0" timeOffset="44798.98">5960 8210 54 0,'1'-7'98'0,"-1"7"3"0,0 0-5 15,0 0-8-15,2-11-2 0,-2 11 3 0,0 0-9 16,0 0 11-16,0 0 4 0,-2-9-5 0,2 9-8 16,0 0 0-16,0 0 2 0,0 0-5 0,0 0 0 15,0 0-6-15,0 0-3 0,-1-10-6 0,1 10 2 16,0 0-5-16,0 0-1 0,0 0 4 0,0 0-4 15,0 0-1-15,0 0-3 0,0 0 0 0,0 0-2 16,0 0-6-16,0 0-2 0,0 0-3 0,0 0-1 16,0 0-4-16,0 0-6 0,0 0-3 0,0 0-6 15,0 0 5-15,0 0-8 0,0 0-4 0,0 0-4 16,0 0 1-16,0 0-4 0,0 0-2 0,0 0-5 16,0 0-2-16,0 0-2 0,0 0 1 0,0 0-3 15,0 0 0-15,0 0 4 0,0 0-2 0,0 0 3 16,0 0-2-16,-5 32 2 0,4-25-1 0,0 3 1 15,-1 3-1-15,0-2 0 0,-2 0-2 0,1 2 1 16,-2-1 1-16,2 3 1 0,0 1-1 0,-1-6 1 16,0 5 0-16,0-3 0 0,2 1 0 0,-2 3 0 15,1-5 0-15,1 2-1 0,-2 0-1 0,1-1 4 16,1-2-6-16,-1 3 0 0,2-3 7 0,-2 2-8 16,2-3 6-16,0-1-2 0,0 1-2 0,1 1 4 15,-2-4-4-15,2-6 5 0,3 13 0 0,-2-8-2 16,-1-5 2-16,3 12 1 0,2-7 2 0,-3-1-2 15,-2-4 3-15,8 6-1 0,-3-2-6 0,2-3-14 16,-7-1-17-16,13 3-29 0,-2-4-25 0,-2-1-22 16,3-2-33-16,-1-1-29 0,4-2-156 0,-2-4-350 0,-2 0 155 15</inkml:trace>
  <inkml:trace contextRef="#ctx0" brushRef="#br0" timeOffset="45228">5991 7967 51 0,'0'0'161'0,"0"0"-3"16,0 0-11-16,0 0-6 0,0 0-9 0,0 0-2 15,0 0-10-15,0 0-9 0,-12 0 0 0,12 0-3 16,0 0-1-16,0 0 1 0,0 0 3 0,0 0 0 16,0 0 2-16,0 0-3 0,0 0 2 0,0 0 4 15,0 0 0-15,0 0-6 0,0 0-8 0,0 0-14 16,-2-11-3-16,2 11-14 0,-3-9-2 0,3 9-12 15,-2-10-1-15,2 10-3 0,-3-10-4 0,3 10-13 16,-4-9 0-16,4 9-7 0,-1-6 1 0,1 6-2 16,0 0-10-16,-3-9 5 0,3 9-10 0,0 0-4 15,0 0-4-15,0 0-7 0,0 0-12 0,0 0-11 16,0 0-7-16,0 0-15 0,0 0-26 0,0 0-29 16,-14 24-35-16,13-13-22 0,1 0-51 0,-1 3-214 15,-1-4-458-15,5 3 202 0</inkml:trace>
  <inkml:trace contextRef="#ctx0" brushRef="#br0" timeOffset="45448.02">6411 8286 225 0,'0'0'214'0,"5"2"-26"16,-5-2-13-16,0 0-31 0,9 2-30 0,-9-2-21 16,9 0-29-16,-9 0-31 0,14 1-28 0,-5-1-25 15,1 1-33-15,2-2-22 0,1 2-27 0,-4 2-66 16,-2 1-181-16,1-3 80 0</inkml:trace>
  <inkml:trace contextRef="#ctx0" brushRef="#br0" timeOffset="45605.62">6410 8441 39 0,'0'0'206'0,"-9"2"-7"0,9-2-7 0,0 0-10 0,0 0-9 15,0 0-20-15,0 0-9 0,0 0-21 16,0 0-6-16,0 0-13 0,0 0-22 0,0 0-27 0,0 0-34 16,31-1-33-16,-20 1-46 0,6-1-46 15,0-2-166-15,0 3-292 0,1-5 130 0</inkml:trace>
  <inkml:trace contextRef="#ctx0" brushRef="#br0" timeOffset="46153.39">7233 8248 173 0,'-5'-4'182'0,"5"4"-5"0,0 0-8 0,0 0-12 16,0 0-8-16,0 0-13 0,0 0-10 0,0 0-17 16,0 0-6-16,0 0-14 0,0 0-7 0,0 0-8 15,14-9-10-15,-1 6-3 0,5 0-9 0,3-1-4 16,9-1-12-16,2 2-11 0,-2-2-33 0,4 2-23 15,-6 0-36-15,1 0-34 0,-8 3-15 16,-2-2-23-16,-1 2-120 0,-6 0-280 0,0 0 125 0</inkml:trace>
  <inkml:trace contextRef="#ctx0" brushRef="#br0" timeOffset="46585.45">7418 8210 36 0,'0'0'181'0,"0"0"-7"0,-7-4-14 16,7 4-13-16,0 0-26 0,0 0-1 0,0 0-13 16,-9-1-20-16,9 1-4 0,0 0-16 0,-4 8 1 15,4-8 3-15,-3 16-9 0,2-3 2 0,0 4-10 16,1 2 2-16,-4 6-6 0,3 0 1 0,-1 5 8 16,1-6-3-16,4 1-4 0,-5 1 0 0,0-1-8 15,3-6-8-15,-1 5 3 0,0-6-7 0,1 1 1 16,-2-3-6-16,1-3-2 0,0-2 0 0,0 1-1 15,0-2-7-15,1 0 6 0,-1-1-6 0,0-3-5 16,0-6 3-16,2 14-1 0,-2-14-2 0,-2 7 0 16,2-7 0-16,0 0 1 0,-1 9 0 0,1-9-1 15,0 0-6-15,0 0-2 0,-6 3-1 0,6-3-5 16,0 0-4-16,0 0-2 0,-21-8-2 0,21 8 1 16,-16-5-3-16,8 3 5 0,0 1 0 0,8 1 2 15,-18-5-2-15,8 3 1 0,2 2 3 0,8 0 0 16,-13 0 2-16,13 0 4 0,-9-2-6 0,9 2-3 15,0 0 3-15,-8-2-3 0,8 2 1 0,0 0 6 16,0 0-3-16,0 0 0 0,0 0 2 0,0 0 0 16,0 0 4-16,0 0-4 0,36 1 0 0,-17-2 0 15,0 1-15-15,3-3-25 0,6 0-29 0,-1 0-19 0,4 1-33 16,-2-4-18-16,-4 2-20 0,5 0-127 16,-9 1-309-16,1 0 137 0</inkml:trace>
  <inkml:trace contextRef="#ctx0" brushRef="#br0" timeOffset="46891.97">7733 8536 36 0,'0'0'157'0,"0"0"-1"0,2-5-6 16,-2 5-1-16,0 0-15 0,0 0-13 15,0 0-11-15,0 0-8 0,0 0-12 0,0 0 0 0,0 0-7 16,0 0-3-16,-13 20-4 0,10-10-7 0,-2 0-8 16,2 0 1-16,1-1-3 0,0 1-7 0,1 1-2 15,1 1 1-15,0-2-7 0,3-1 3 16,0 1-5-16,2-1-3 0,0-2 3 0,2 0-2 0,1-1-2 15,2-1-4-15,-1-1 8 0,2-1-2 0,2-1-3 16,0-4 2-16,-2 1-3 0,3-4-3 16,-1 3-2-16,0-1 4 0,-3-2-3 0,-1-1 3 15,1-4-4-15,-5 3-4 0,-2-4-4 0,0 3 2 16,-2-4-6-16,-4 0-4 0,-2-2-3 0,0-1-2 0,-5 0-2 16,0 1-2-16,-2-1-8 0,-1 2-4 0,0 0-3 15,-2 2-4-15,1 3-14 0,1 2-11 0,2 1-22 16,-1 2-23-16,1 3-20 0,2 2-36 0,0 3-24 15,0-1-34-15,3 1-130 0,2-1-354 0,0 1 157 16</inkml:trace>
  <inkml:trace contextRef="#ctx0" brushRef="#br0" timeOffset="49066.82">8567 8158 86 0,'0'0'86'0,"0"0"-5"0,0 0 6 0,0 0-11 16,0 0 12-16,0 0-9 0,2-10-3 0,-2 10-6 15,0 0-5-15,0 0-1 0,0 0 3 0,0 0-11 16,0 0-5-16,0 0 1 0,0 0-3 0,0 0-8 16,0 0 0-16,0 0-3 0,0 0-5 0,0 0-2 15,0 0-3-15,0 0 1 0,0 0-8 0,0 0 7 16,0 0-5-16,0 0 2 0,0 0-7 0,0 0 3 15,0 0 0-15,0 0 0 0,0 0-1 0,0 0-3 16,0 0-8-16,0 0-2 0,0 0-5 0,0 0 12 16,0 0 1-16,0 0-4 0,0 0-5 0,0 0 4 15,0 0-3-15,0 0-1 0,0 0 9 0,0 0-6 16,0 0 7-16,0 0-9 0,0 0 9 0,0 0 0 16,0 0-4-16,0 0 6 0,0 0-4 0,0 0 0 15,0 0 0-15,0 0 3 0,0 0-3 0,0 0 2 16,0 0 4-16,0 0 0 0,0 0-2 0,0 0 5 15,0 0-2-15,0 0 2 0,0 0 1 0,0 0-3 16,0 0-1-16,0 0 3 0,0 0-5 0,1-7-1 16,-1 7 0-16,0 0-2 0,0 0 2 0,0 0-1 15,0 0 2-15,0 0 2 0,0 0-1 0,0 0-2 0,0 0-1 16,0 0 4-16,0 0-2 0,0 0-2 16,0 0 1-16,0 0-2 0,-4-9 4 0,4 9-2 15,0 0-2-15,0 0 0 0,0 0-3 0,0 0 2 16,0 0 1-16,0 0-2 0,0 0-2 0,0 0-2 0,0 0-1 15,0 0-8-15,0 0 1 0,0 0-3 0,0 0 0 16,0 0 2-16,0 0-5 0,0 0 2 16,-13 15 4-16,8-8-2 0,-3 2-2 0,2 2 3 15,-3 3-1-15,-4 1 3 0,3 1-4 0,-5 6 4 0,1 2-2 16,0 3-4-16,-2 0 4 0,3 0 0 0,0 1 3 16,1-2 1-16,2 3-5 0,-4-1 5 15,3-1 0-15,4 1 1 0,-6-1-1 0,7 1-1 0,0-3 1 16,4-6 0-16,-1 7-1 0,2-7 1 15,1 0 0-15,1 1 0 0,3-2 0 0,0-3 2 0,2 0-3 16,2 2 0-16,1-3-14 0,-1-2-11 0,2-1-20 16,-1-1-24-16,2-2-31 0,-2-1-21 0,4 0-27 15,4-3-32-15,-3 0-137 0,-1-2-340 0,1-2 151 16</inkml:trace>
  <inkml:trace contextRef="#ctx0" brushRef="#br0" timeOffset="49906.68">8787 8526 126 0,'0'0'152'0,"0"0"-6"0,0 0-11 16,0 0-4-16,11-1-4 0,-11 1-10 0,11-6-10 15,-5 2-1-15,6-2-10 0,-2-2-2 0,1 2-12 16,3 1 1-16,2-6-8 0,-5 5-5 0,5-4-2 16,0-1-4-16,-3 1-6 0,2 0-6 0,-6 3 3 15,0 0-6-15,0-1-4 0,-1 1-3 0,-2 0-2 16,1-1 1-16,-3 3-3 0,-1-1-3 0,2 0-3 16,-1-1-6-16,-1 2-2 0,-3 5 5 0,2-8-7 15,-2 8-2-15,0-9 0 0,0 9-4 0,0 0-4 16,0 0 3-16,-6-13-5 0,6 13-1 0,-10-4-3 15,10 4 0-15,-12 0-4 0,12 0-1 0,-15 0 0 16,5 4-1-16,-1 3-3 0,-4 3 4 0,4 0-2 16,-5 2-2-16,4 1 1 0,0 2 2 0,-1-1-4 15,3 4 1-15,4-1 2 0,-5 7 3 0,6-7 0 16,3 0 2-16,-2-1-4 0,4 2 6 0,0-1 5 0,1 0 0 16,2-1-2-16,3 0 2 0,-1-4 0 15,3 0-2-15,0-2 0 0,-1-1 1 0,5 0-1 0,1 3-2 16,1-5 3-16,3 1-12 0,1-3-19 15,0 0-20-15,4-2-30 0,-2-3-37 0,9 0-32 16,-9 0-37-16,2-3-162 0,4-4-367 0,1 0 164 16</inkml:trace>
  <inkml:trace contextRef="#ctx0" brushRef="#br0" timeOffset="53713.92">9118 8041 124 0,'0'0'178'0,"-10"-2"-12"0,10 2-11 0,0 0-20 16,-10-1-9-16,10 1-12 0,0 0-11 0,0 0-5 0,0 0-3 15,0 0-6-15,38 0-5 0,-20 0 0 0,13-1-4 16,2-1-7-16,5 0-1 0,-4 2-8 15,5-1-4-15,-1-2 2 0,16-1-5 0,0 2-1 16,-4 2-5-16,-10-3-3 0,-3 1-3 0,3-1-3 0,0 2-3 16,-3 0-2-16,-4-1-3 0,-1 2-9 15,-12 0 3-15,2 0-4 0,0-1-2 0,-5 0 3 16,-4 1-4-16,0-1 3 0,1 2-2 0,-3-2-1 16,-2 2 1-16,-1-1-2 0,-8 0 3 0,12 0-3 15,-12 0-1-15,13 0-1 0,-13 0 0 0,7 0 0 0,-7 0-1 16,8 0-1-16,-8 0 1 0,0 0-2 0,0 0 0 15,0 0-1-15,0 0-3 0,0 0 0 16,0 0-3-16,6 2 2 0,-6-2-1 0,0 0-2 0,0 0-1 16,0 0-9-16,0 0-10 0,0 0-16 0,0 0-24 15,0 0-18-15,0 0-38 0,0 0-9 0,0 0-30 16,0 0-25-16,0 0-4 0,0 0-9 0,0 0-118 16,0 0-327-16,0 0 145 0</inkml:trace>
  <inkml:trace contextRef="#ctx0" brushRef="#br0" timeOffset="57167.02">9542 7818 1767 0</inkml:trace>
  <inkml:trace contextRef="#ctx0" brushRef="#br0" timeOffset="59827.18">9478 7553 106 0,'0'0'153'0,"0"0"-10"0,0 0-13 15,0 0-15-15,0 0 1 0,0 0-18 16,0 0-7-16,2-11-11 0,-2 11-3 0,0 0-16 0,0 0-7 15,0 0-4-15,0 0-7 0,0 0-6 0,0 0-5 16,0 0-2-16,0 0 5 0,0 0 8 16,7 22-13-16,-4-13-4 0,0 3 4 0,-1-2 2 0,2 6 2 15,0-2-5-15,-2 3-4 0,1-6 2 0,1 5-1 16,0-3 6-16,-1-2-2 0,1 5-5 0,0-3-4 16,0-3-1-16,1 3-1 0,-1-2 4 0,0 1-1 15,-1-1-6-15,1-2 2 0,0 2-2 0,-1-4 1 16,1 3 0-16,-2-3-2 0,1 1-2 0,0-4-1 15,0 2 0-15,-3-6 2 0,3 6-3 0,-3-6 1 16,3 9-1-16,-3-9 8 0,4 4 12 0,-4-4 8 16,0 0 11-16,0 0 10 0,0 0 7 0,0 0-8 0,0 0-10 15,0 0 1-15,14-8-9 0,-10-1-4 16,1 1-3-16,2-3 4 0,-3 0-12 0,1 1 0 16,6-6-8-16,-3 0 4 0,-2 1-7 0,3-3 3 15,0-1-8-15,0-7 2 0,-1 8 1 0,1-6-1 16,-2 6-2-16,1-1-2 0,-3 5-3 0,0-3-1 15,0 7 7-15,-2 0-6 0,1 4-4 0,-3-1-1 16,1 1-1-16,-2 6-9 0,3-8-21 0,-3 8-17 16,3-7-19-16,-3 7-23 0,0 0 10 0,0 0 2 15,0 0-21-15,0 0-47 0,11 15 0 0,-10-5-21 16,1 0-7-16,-1 7-123 0,-2-1-322 0,1 2 142 0</inkml:trace>
  <inkml:trace contextRef="#ctx0" brushRef="#br0" timeOffset="60354.3">9273 8263 170 0,'0'0'184'0,"0"0"-13"0,0 0-7 16,1-7-23-16,-1 7-11 0,0 0-12 0,0 0-15 15,0 0-14-15,0 0-16 0,0 0 3 0,0 0-15 16,0 0 0-16,6 16-3 0,-6-16-5 0,4 11-5 0,0-3-2 15,-3 0-3-15,0-1-5 0,2 1-2 16,-3-8-2-16,4 11-6 0,-4-5 1 0,3-1-9 16,-3-5 0-16,2 8 7 0,-2-8-4 0,0 0 8 15,0 7 14-15,0-7 4 0,0 0 12 0,0 0 11 0,0 0 3 16,0 0-1-16,0 0-3 0,0 0-9 0,0 0-11 16,0 0-6-16,9-22-3 0,-6 15-2 15,3-4-4-15,0 0-5 0,2-3-7 0,0 0-3 16,1-2-3-16,2 2 0 0,-2 1-4 0,0 3 0 0,-1 1-5 15,-1 0-2-15,1 3 0 0,-3 1-4 0,0 0-7 16,2 3-5-16,-1 0 3 0,-6 2 2 0,14 2-3 16,-8 3 4-16,3-1 0 0,-1 4-8 0,1 2 2 15,-3-1-2-15,0 1-1 0,0 2-11 0,2 2-12 16,-1 1-19-16,0 1-19 0,-3-5-20 0,2 3-14 16,-1-3-33-16,3 3-19 0,-3-4-19 0,-1 2-160 15,-3-5-365-15,-1-7 162 0</inkml:trace>
  <inkml:trace contextRef="#ctx0" brushRef="#br0" timeOffset="60684.23">9609 8220 126 0,'0'0'206'0,"-3"-10"-18"0,3 10-23 15,0-7-9-15,0 7-20 0,0 0-18 0,0 0-12 16,0 0-11-16,0 0-12 0,0 0-6 0,0 0-9 15,0 0-7-15,0 0-3 0,12 23-5 0,-8-14-7 16,-1 2-7-16,1-1-1 0,-1-2-2 0,-1 1-6 16,2 0-7-16,1 0 1 0,-2 0 0 0,2-2 0 15,-2 0 4-15,2-1-4 0,-2-3-6 16,-3-3 1-16,7 6 0 0,-7-6 4 0,4 7 8 0,-4-7 9 16,4 6 10-16,-4-6 1 0,0 0 3 0,0 0-1 15,0 0-1-15,0 0-3 0,16-13-6 0,-13 9-2 16,1-4-3-16,-1-3-8 0,1 1 2 0,-1 0-4 15,1-5-4-15,-2 1-6 0,4 3 2 0,-2-2-1 16,0 2-5-16,0 2-13 0,-1-1-19 0,-1 3-27 16,0 1-35-16,0-1-45 0,3 1-62 0,0 2-40 15,0-1-127-15,0 0-382 0,-5 5 170 0</inkml:trace>
  <inkml:trace contextRef="#ctx0" brushRef="#br0" timeOffset="61041.62">9863 8242 126 0,'9'-3'205'0,"0"0"-2"0,3 0-9 0,-1-1-21 16,1 0-11-16,-2 1-20 0,8-1-16 0,-2-1-13 16,-2 2-6-16,4 0-23 0,0 1-26 0,0-2-18 15,-7 3-39-15,1 0-32 0,-12 1-15 0,20-2-18 16,-13 1-23-16,-7 1-9 0,11 0-5 0,-11 0 5 15,0 0 10-15,5 3 3 0,-5-3 4 0,0 0 9 16,0 0 10-16,0 0 10 0,-21 6 4 0,21-6 13 16,-14 2 14-16,6-2 7 0,8 0 7 0,0 0 19 15,-15 0 11-15,15 0 16 0,-8 2 5 0,8-2 5 16,0 0 8-16,-11 0 9 0,11 0-11 0,0 0-7 16,0 0-5-16,-6 3-6 0,6-3 9 0,0 0 13 0,-3 12 7 15,3-7-2-15,0-5-4 0,-2 18-4 0,2-7-4 16,0 1-2-16,-1 0-5 0,1 1-2 15,0 2-4-15,0 2-8 0,-3 1 0 0,3-2-18 16,-1 3-37-16,1-3-28 0,0 1-38 0,3-6-23 16,-3 3-153-16,-2-3-284 0,2-11 127 0</inkml:trace>
  <inkml:trace contextRef="#ctx0" brushRef="#br0" timeOffset="61237.9">10286 8487 55 0,'0'0'240'0,"4"-4"-17"0,-4 4-15 15,0 0-21-15,0 0-19 0,5-5-19 0,-5 5-15 16,10-3-14-16,-2 2-24 0,2-2-21 0,2 3-33 0,0-2-33 16,1 2-34-16,8-2-28 0,0 0-27 0,-3 0-21 15,4-2-21-15,-3 4-100 0,-1-1-239 0,1-2 107 16</inkml:trace>
  <inkml:trace contextRef="#ctx0" brushRef="#br0" timeOffset="61471.6">10787 8264 100 0,'4'-17'165'0,"0"-1"7"0,-2 3 7 16,1 0 11-16,-3 3 8 0,2 2 10 0,0 1-1 0,-2 2-8 15,0 7-13-15,2-10-22 0,-2 10-25 0,3-9-11 16,-3 9-12-16,0 0-17 0,0 0-10 0,0 0-10 15,0 0-9-15,8 22-9 0,-7-5-2 0,0 1-6 16,0 7-6-16,-1 0-1 0,2 1-6 0,-2 0-3 16,2 0-7-16,2 2 0 0,-2-2-4 0,2 2-2 15,2-5-4-15,-4-4-18 0,-2-1-27 0,0 0-25 16,0 1-27-16,1-1-36 0,1-1-38 16,0-5-32-16,0-1-35 0,-2 0-173 0,0-11-425 15,-3 17 188-15</inkml:trace>
  <inkml:trace contextRef="#ctx0" brushRef="#br0" timeOffset="61719.63">11273 8031 2505 0,'16'-23'8'0,"-3"6"32"0,-3 4-23 15,3 2-11-15,-2 4 2 0,0 4-6 0,3 2-2 16,3 3 3-16,4 5-2 0,4 2 4 0,-1 8 0 15,3 3 5-15,-5 4 2 0,2 2 5 0,-4 2-1 16,-3 5 4-16,4 8-3 0,-8-7 0 0,-3 1-1 16,-3 1 2-16,-2 10-6 0,-5 1 6 0,-5 1-3 15,-5 0-2-15,-6-2-6 0,-9 1-11 0,-6-2-21 16,-3-1-26-16,-8-2-30 0,-23 16-28 0,17-21-31 16,-2-3-43-16,-27 11-187 0,23-17-399 0,-5-5 177 15</inkml:trace>
  <inkml:trace contextRef="#ctx0" brushRef="#br0" timeOffset="72019.7">5943 9599 59 0,'0'0'102'0,"0"0"-4"0,0 0-11 16,0 0-8-16,-3-6-9 0,3 6 2 0,0 0-15 15,0 0-3-15,0 0-1 0,0 0-10 0,0 0-3 16,0 0-2-16,-6-5-13 0,6 5-2 0,0 0 14 16,0 0-6-16,0 0-8 0,0 0 3 0,0 0 1 0,0 0-7 15,-5-5 1-15,5 5-9 0,0 0 6 0,0 0-13 16,0 0 11-16,0 0-7 0,0 0-4 16,0 0 6-16,0 0-3 0,0 0-1 0,0 0-8 15,0 0 10-15,0 0-5 0,0 0 8 0,0 0-5 0,0 0-3 16,0 0-4-16,0 0 5 0,0 0-1 0,0 0-3 15,0 0 1-15,0 0 1 0,0 0 2 16,0 0-9-16,0 0 2 0,0 0-11 0,0 0 16 16,0 0 4-16,0 0-10 0,0 0 4 0,0 0-5 15,0 0 2-15,0 0-2 0,0 0 7 0,0 0 0 16,0 0 3-16,0 0-14 0,0 0 10 0,0 0-8 0,0 0 4 16,0 0 1-16,0 0-7 0,0 0 11 15,0 0-5-15,0 0 3 0,0 0 0 0,0 0-1 16,0 0 2-16,0 0-4 0,0 0 2 0,0 0-6 0,0 0 3 15,0 0 11-15,0 0-13 0,0 0 6 0,0 0-5 16,0 0 0-16,0 0 3 0,0 0 1 0,0 0 0 16,0 0 3-16,0 0 2 0,0 0-4 0,0 0-2 15,0 0 0-15,0 0 1 0,0 0 7 0,0 0-11 16,0 0 8-16,0 0-7 0,0 0 5 0,0 0 4 16,0 0-14-16,0 0 5 0,0 0 5 0,0 0-3 15,0 0-3-15,0 0 4 0,0 0-2 0,0 0 7 16,0 0 0-16,0 0-1 0,0 0 2 0,0 0-7 15,0 0 1-15,0 0 4 0,0 0-5 0,0 0-2 16,0 0 2-16,0 0 0 0,0 0 9 0,0 0-14 16,0 0 3-16,0 0 3 0,0 0 3 0,0 0 0 15,0 0-5-15,0 0 5 0,0 0 10 0,0 0-7 16,0 0 2-16,0 0 0 0,0 0 1 0,0 0 3 16,0 0-4-16,0 0-5 0,0 0 9 0,0 0 5 15,0 0-5-15,0 0 0 0,0 0 5 0,0 0-12 16,0 0 3-16,0 0-5 0,0 0 10 0,0 0-3 15,0 0 4-15,0 0-5 0,0 0-3 0,0 0 2 16,0 0-5-16,0 0-5 0,0 0 5 0,0 0 1 16,0 0-5-16,0 0 4 0,0 0-3 0,0 0-3 15,0 0 9-15,0 0-5 0,0 0-1 0,0 0 3 16,0 0 0-16,0 0-5 0,18 0 4 0,-18 0-2 16,0 0-3-16,0 0-3 0,0 0 7 0,0 0-4 15,9 5 4-15,-9-5 3 0,0 0-7 0,0 0 1 16,0 0 10-16,0 0-11 0,0 0 4 0,0 0-7 0,0 0 13 15,0 0-3-15,0 0-1 0,0 0-3 0,0 0 2 16,0 0 1-16,0 0 1 0,0 0-2 0,0 0 11 16,0 0-1-16,0 0-2 0,0 0 6 15,0 0 8-15,0 0-1 0,0 0 7 0,0 0 1 16,0 0 3-16,0 0-5 0,0 0 2 0,0 0-6 0,0 0 2 16,0 0-3-16,0 0-4 0,0 0 5 15,0 0-4-15,0 0-2 0,0 0 4 0,0 0-1 16,-3-14 0-16,3 14-2 0,0 0 4 0,0 0-6 15,-4-11 1-15,4 11 7 0,0 0 1 0,-4-5-2 0,4 5 2 16,0 0-4-16,-4-9-4 0,4 9 7 0,-4-5-1 16,4 5 2-16,0 0 0 0,0 0-2 0,0 0 0 15,-3-7-5-15,3 7 0 0,0 0-1 16,0 0-1-16,0 0-4 0,0 0-7 0,0 0 1 0,0 0-7 16,0 0 1-16,0 0-1 0,0 0 2 0,0 0-2 15,0 0 4-15,0 0-7 0,-10 24 5 0,7-11-4 16,-4 3 3-16,-1 3 0 0,-2-2-2 0,1-1 2 15,0 2 3-15,0-1-5 0,2 2 1 0,0-1-3 16,-3 5 5-16,5-6 1 0,-5 1-2 0,3-1-3 16,1-3 3-16,1 2-3 0,2-3-1 0,1-3 2 15,-1 2 1-15,2-1 2 0,2-1-2 0,-1-2 0 16,0 3 1-16,4-1-4 0,-3-3 4 0,3-1-3 16,0-1 4-16,2 2 3 0,3-3-3 0,1 2 0 15,1-4-9-15,0-2-22 0,2 2-14 0,0-2-14 16,5 0-29-16,-5-1-22 0,0 0-26 0,2-3-15 15,1 0-9-15,-4-3-12 0,-1 3-90 0,-1-2-280 16,2-3 123-16</inkml:trace>
  <inkml:trace contextRef="#ctx0" brushRef="#br0" timeOffset="72239.55">5979 9391 22 0,'-6'-3'153'0,"1"-2"-7"16,5 5-9-16,-13-6-10 0,8 3-9 0,5 3-11 15,-9-5-8-15,9 5-12 0,-7-4-11 0,7 4-6 16,0 0-10-16,0 0-16 0,0 0-23 0,0 0-12 16,0 0-14-16,0 0-28 0,0 0-17 0,0 0-19 15,24 9-14-15,-7-6-13 0,4 3-61 0,-2-1-170 16,3 0 76-16</inkml:trace>
  <inkml:trace contextRef="#ctx0" brushRef="#br0" timeOffset="72437.39">6387 9639 144 0,'0'0'173'16,"0"0"3"-16,9 1-20 0,-9-1-9 0,11-4-16 15,-3 3-12-15,5-3-10 0,-2-1-13 0,1 2-16 16,2 1-33-16,-2-2-25 0,1 2-32 0,-1 1-17 16,-2 1-24-16,3 0-17 0,-5 0-15 0,1 1-10 15,-1 1-13-15,0-1-55 0,-3 2-173 0,1 2 76 16</inkml:trace>
  <inkml:trace contextRef="#ctx0" brushRef="#br0" timeOffset="72589.63">6466 9781 128 0,'0'0'160'0,"0"0"-4"0,-5 3-7 0,5-3-13 0,0 0-15 16,0 0-11-16,0 0-10 0,0 0-12 0,0 0-3 15,0 0-9-15,36-2-21 0,-17-2-17 0,10-1-27 16,3 1-34-16,2 0-43 0,0 0-41 0,-1 1-97 16,2 0-219-16,-2-2 98 0</inkml:trace>
  <inkml:trace contextRef="#ctx0" brushRef="#br0" timeOffset="74057.63">6429 9696 40 0,'0'0'119'0,"0"0"-2"0,0 0-8 0,0 0-8 15,-1-8-1-15,1 8-15 0,0 0-2 0,0 0-4 16,0 0-3-16,0 0-13 0,0 0 2 0,0 0-4 16,-4-6-7-16,4 6 0 0,0 0-7 0,0 0-7 15,0 0 1-15,0 0-4 0,0 0-1 0,-5-6-6 16,5 6 5-16,0 0-6 0,0 0 1 0,-8-5-15 15,8 5 6-15,-6-4 2 0,6 4-3 0,0 0 0 16,-9-7-3-16,9 7 0 0,-8-6-1 0,3 4 0 16,5 2-1-16,-5-6 6 0,5 6 1 0,-4-6-5 15,4 6 2-15,0 0-1 0,0 0-1 0,-5-7-2 16,5 7-1-16,0 0-7 0,0 0 1 0,0 0-3 16,0 0-1-16,0 0 2 0,0 0-7 0,17-2 5 15,-17 2-2-15,15 4 1 0,-6 0-3 0,1 0-3 16,2 2 2-16,-2-2 0 0,-1 1-3 0,1-1 7 15,0 2 0-15,-1-3-1 0,1 0 1 0,1 2 0 16,-5-2 1-16,2-1 0 0,-2 0 1 0,-6-2 4 16,13 0 2-16,-13 0 1 0,14-4 14 0,-8 0-7 15,1 0 15-15,-1-1 4 0,4-3-2 0,-3 0-8 16,-1 0 3-16,1 0 5 0,-1 0-5 0,0 0 1 16,-3 2-5-16,1-4-4 0,-2 4-2 0,1 0 3 0,-1 0-7 15,-2 6 2-15,6-9 1 0,-6 9-7 16,2-7-3-16,-2 7 3 0,0 0-6 0,1-7-4 15,-1 7-2-15,0 0-6 0,0 0 1 0,0 0-13 16,0 0 1-16,0 0-14 0,0 0-18 0,7 18-20 16,-7-18-23-16,-5 18-15 0,2-5-30 0,2-2-21 15,-3 4-139-15,1 0-320 0,2-2 142 0</inkml:trace>
  <inkml:trace contextRef="#ctx0" brushRef="#br0" timeOffset="74601.06">6485 9929 61 0,'0'0'127'15,"0"0"7"-15,0 0 2 0,0 0-3 0,0 0 2 16,-5 4-5-16,5-4-3 0,0 0-7 0,0 0-6 0,0 0-11 15,0 0-1-15,0 0-6 0,0 0-5 0,-14-10-9 16,14 10-5-16,-6-7-7 0,2 4-1 0,4 3-8 16,-6-8 0-16,6 8-4 0,-5-8-5 0,2 5-4 15,3 3-7-15,-5-9-1 0,2 2-1 16,3 7-9-16,-5-9-1 0,5 9-1 0,-3-10-3 0,3 10 1 16,-1-8 0-16,1 8-5 0,-1-9-4 0,1 9 6 15,0 0-9-15,-4-7-4 0,4 7 2 0,0 0-4 16,0 0-4-16,-2-8 1 0,2 8-2 15,0 0 0-15,0 0 1 0,0 0-4 0,12-4-1 0,-12 4 6 16,13 0-3-16,-5 0-1 0,-8 0-2 0,18 3-1 16,-7-1 5-16,3-2 0 0,-3 1-1 0,0 1-1 15,-1-1 4-15,2-1-2 0,0 1 0 0,-3-1 0 16,3 0-3-16,-2 2 2 0,-2-2-3 0,-8 0 3 16,14 1 1-16,-14-1-4 0,13-1 4 0,-13 1-2 15,10 1 1-15,-10-1 0 0,9 0-1 0,-9 0-1 16,10 0 1-16,-10 0 3 0,0 0-1 0,8-3 0 15,-8 3 5-15,0 0 4 0,0 0 8 0,9-1-2 16,-9 1 5-16,0 0-4 0,7-4 1 0,-7 4 0 16,0 0-2-16,4-8 0 0,-4 8-5 0,3-6-2 15,-3 6 0-15,1-7-2 0,-1 7-6 0,0 0-20 16,0-11-17-16,0 11-21 0,0 0-28 0,0 0-28 16,-1-9-30-16,1 9-18 0,0 0-27 0,0 0-162 15,0 0-376-15,1-8 167 0</inkml:trace>
  <inkml:trace contextRef="#ctx0" brushRef="#br0" timeOffset="75080.12">6501 9642 8 0,'0'0'118'0,"-16"4"0"16,9-1-8-16,0 0-9 0,0 2-11 0,-1-2-10 0,0 1-7 15,3-1 2-15,5-3-13 0,-10 4-3 0,6-1 4 16,4-3 15-16,-9 2 4 0,9-2 9 16,0 0 4-16,0 0-2 0,-7 1-5 0,7-1-6 15,0 0-9-15,0 0-9 0,-4-13-7 0,4 13-10 16,-2-12 4-16,2 5-11 0,0 7 2 0,3-17-9 0,-2 11-2 15,3-2-6-15,-1 1-5 0,-3 7-2 0,8-10-3 16,-2 6-7-16,-1 1 5 0,1 0-6 16,4 1 3-16,-1 2-2 0,2-2-1 0,1 2-3 15,1 3 2-15,0 1 0 0,5 0-2 0,0-1 2 0,1 1-1 16,-1 0 1-16,0 0-2 0,0-2 1 0,-4 0-1 16,0 0 2-16,-1-2-1 0,0-1 4 0,-1 0 3 15,-4-1 14-15,1 0 6 0,0-2-8 16,-3 0 5-16,-1 0-3 0,-5 4 4 0,10-7-1 0,-6 3-1 15,-1-1-4-15,-3 5 0 0,2-10-5 0,-2 10-1 16,0-10-2-16,0 10-2 0,0 0-14 0,-5-12-11 16,5 12-20-16,-9-7-18 0,5 4-20 15,4 3-24-15,-10-3-16 0,10 3-19 0,-11 5-12 0,0 1-21 16,5 3-13-16,-4 4-92 0,-2 0-287 0,1 2 128 16</inkml:trace>
  <inkml:trace contextRef="#ctx0" brushRef="#br0" timeOffset="75667.84">6488 9904 131 0,'0'0'123'16,"-10"-3"-3"-16,10 3-1 0,-12-4 5 0,7 3-8 15,5 1-5-15,-13-5-1 0,7 2-3 0,6 3-6 16,-12-3 0-16,6-1-13 0,-2 1-3 0,2 0-4 15,6 3 1-15,-13-4 3 0,8-2-5 0,5 6-3 16,-11-4-8-16,7 1-6 0,4 3-5 0,-8-4 1 16,8 4-9-16,-6-3-1 0,6 3-6 0,0 0-6 15,-7-6-3-15,7 6-4 0,0 0-4 0,0 0-3 16,0 0-4-16,0 0-5 0,-6-3-5 0,6 3 5 0,0 0-3 16,0 0-3-16,0 0 2 0,0 0 0 15,0 0-8-15,0 0 4 0,0 0-2 0,20 10 1 16,-20-10 1-16,7 3 2 0,-7-3-2 0,6 1 0 15,-6-1-4-15,8 2 3 0,-8-2 0 0,0 0 0 16,0 0 1-16,7 3-3 0,-7-3-1 0,0 0 6 16,0 0 1-16,0 0 0 0,0 0 2 0,0 0-2 15,12-5-1-15,-12 5 0 0,4-5-5 0,-4 5 3 16,5-7-1-16,-5 7 8 0,7-8-7 0,-4 4 1 16,-3 4-3-16,4-10-1 0,-4 10 6 0,5-5-4 15,-5 5-4-15,4-7 4 0,-4 7-4 0,5-4 1 16,-5 4-1-16,6-3 2 0,-6 3-8 0,0 0 5 15,8-3-4-15,-8 3 1 0,0 0 1 0,14 3-1 16,-14-3 2-16,15 1 1 0,-8 1 3 0,1 0-1 16,3 0-1-16,-2 1 0 0,-1-2-2 0,2 0 1 0,-3 1 2 15,2-1 1-15,-9-1-1 0,18-1 1 16,-11 1 0-16,0 0-2 0,-7 0 0 0,12-3 0 16,-12 3 2-16,14-1 3 0,-14 1 0 0,8-2-1 15,-8 2-6-15,0 0 3 0,0 0-6 0,7-1 3 0,-7 1-8 16,0 0-9-16,0 0-15 0,0 0-8 0,8 4-6 15,-8-4-13-15,0 0-12 0,8 5-15 0,-8-5-14 16,13 3-18-16,-1-2-33 0,2 1-8 16,8-1-142-16,7-2-325 0,2-1 145 0</inkml:trace>
  <inkml:trace contextRef="#ctx0" brushRef="#br0" timeOffset="80766.47">7813 9477 65 0,'-9'-6'132'15,"7"0"-11"-15,2 6-1 0,-12-5-10 0,4 3-3 16,1-2-5-16,1 1-3 0,-2 0 2 0,0 1-5 16,8 2-3-16,-14-5-6 0,8 3 0 0,1-2-2 15,5 4-4-15,-9-3-7 0,9 3-1 0,-8-3-7 16,8 3-11-16,0 0-7 0,0 0-1 0,-5-5-7 16,5 5-2-16,0 0-7 0,22-9-4 0,-3 4-5 0,6-2-5 15,5 1-10-15,0 0-26 0,1 2-31 0,-3-1-11 16,-6 1-24-16,-2 4-22 0,-2-1-11 15,-5 0-15-15,-1 2-110 0,-2 0-264 0,-3 0 117 16</inkml:trace>
  <inkml:trace contextRef="#ctx0" brushRef="#br0" timeOffset="81487">7840 9381 53 0,'0'0'144'0,"-6"-4"-9"0,6 4-27 15,0 0 4-15,0 0-19 0,0 0-10 16,0 0-8-16,0 0-3 0,-8 10-9 0,9-1 7 0,-2 9 0 16,0 7-1-16,-2 3 8 0,-2 5-9 15,0-1-2-15,-1 1-5 0,1-1-12 0,-1 0-2 0,1-2-1 16,3 1 0-16,-4-6-6 0,3 2-9 0,-1-8-2 16,3-1 0-16,-1-1 0 0,0 1-5 0,1-5-1 15,1-1-4-15,-2 0-2 0,2-2-1 0,-1-3 2 16,1-7-3-16,0 13 1 0,-1-7-5 0,1-6 1 15,0 0-3-15,-2 9 14 0,2-9-2 0,0 0 5 16,-1 7 3-16,1-7-2 0,0 0-1 0,0 0 0 16,0 0-5-16,0 0 0 0,0 0-2 0,-19-9-7 15,19 9 4-15,-6-7-4 0,0 3 2 0,6 4-9 16,-7-5 6-16,7 5 0 0,-8-4-5 0,8 4 3 16,-9-5-1-16,9 5-1 0,-6-2 3 0,6 2-3 15,0 0 0-15,0 0 2 0,-8-4-3 0,8 4 3 16,0 0-6-16,0 0 2 0,0 0-1 0,0 0-3 15,0 0 4-15,0 0-4 0,0 0 2 0,0 0 2 16,18-5-3-16,-4 2-1 0,4-1-9 0,2 0-15 16,10-1-10-16,-1-1-14 0,1 1-21 0,-1 0-6 15,0-1-17-15,-7 3 2 0,-1-3-2 0,-2 3-1 16,0-1 8-16,-1 1 1 0,-5 1 10 0,-1-1 3 16,-1 1 13-16,0 0 1 0,-2-1 9 0,-1 0 10 15,-3 1-6-15,-5 2 12 0,12-5 11 0,-8 3 10 16,-4 2 1-16,7-5 14 0,-7 5-4 0,4-4 8 15,-4 4 5-15,0 0 13 0,0 0-4 0,0 0 13 16,5-3-17-16,-5 3-1 0,0 0-4 0,0 0 11 16,0 0-6-16,0 0 9 0,0 0-1 0,0 0 2 15,-4 21-3-15,4-21 2 0,-1 11 7 0,1-11-1 16,1 12 3-16,0-6 4 0,2 1-8 0,1-2 2 16,-1 1-1-16,2 0 6 0,1-3-14 0,-1 1 6 15,-5-4 3-15,11 6-4 0,1-3 1 0,-6-2-5 16,6-1 3-16,-2-1 1 0,-1-2 1 0,0 0-2 15,0 0-2-15,-2 1 1 0,1-3 5 0,-2 1 0 16,-2-2-1-16,3-1-8 0,-5 2-2 0,1-2-8 16,-3 7 7-16,-2-14-3 0,2 14-7 0,-3-15 4 15,-4 6-1-15,3 2-7 0,-2 0-2 0,0 0-3 16,-2 2-4-16,-1 2-7 0,1 1-10 0,8 2-15 0,-14-2-15 16,5 2-19-16,9 0-18 0,-11 6-20 0,7-3-32 15,-1 0-22-15,5-3-132 0,-3 10-314 16,3-10 140-16</inkml:trace>
  <inkml:trace contextRef="#ctx0" brushRef="#br0" timeOffset="81871.84">8592 9775 74 0,'6'-2'201'0,"-6"2"0"0,9-4-7 0,-3 2-11 16,-6 2-11-16,8-9-17 0,-2 6-12 0,3-2-14 15,0 0-13-15,0-1-9 0,1 0-10 0,2 1-4 16,2-4-10-16,-1 3-1 0,-2 0-10 16,0-2-2-16,1 0-7 0,0 3-6 0,-2-3-2 0,0 1-1 15,-1 1-3-15,-4 1 4 0,0 0-3 0,2 0-7 16,-5-2 0-16,2 1-8 0,-1 1-5 0,-3 5 3 16,-2-13-11-16,2 13-4 0,-5-9-1 15,0 4 0-15,-1 1-3 0,6 4-6 0,-17-4 0 0,4 4-3 16,-1 0-2-16,-3 3 0 0,-2 4 0 0,-1 0-4 15,0 1 2-15,-3 5-5 0,3-1 3 0,-1 5 0 16,7-3 1-16,-2 1-2 0,7 1-2 0,2-2 2 16,2 2-1-16,-2-5-1 0,5 4 2 0,3-1 2 15,3-3 6-15,1 2-1 0,3-5-2 0,6 4 4 16,5 0-3-16,8-5 2 0,2 3 1 0,3-4 0 16,1 0-10-16,0-5-18 0,3 2-23 0,-4-3-29 15,-1-1-40-15,-2 1-31 0,-6 0-33 0,4 0-17 16,-8-2-176-16,-1 0-397 0,0-2 175 0</inkml:trace>
  <inkml:trace contextRef="#ctx0" brushRef="#br0" timeOffset="82757.58">9209 8925 179 0,'-5'-7'189'0,"2"2"-13"0,3 5-6 16,-5-12-10-16,5 12-11 0,-4-8-10 15,4 8-16-15,0 0-11 0,-2-8-13 0,2 8-13 16,0 0-6-16,0 0-8 0,0 0-10 0,0 0-2 0,0 0-7 16,14 21-3-16,-9-9-5 0,1-2 2 0,2 7-4 15,2-1-5-15,-4 0 0 0,4-1-5 16,-2 2-3-16,1-3-2 0,-2 2-2 0,-1-1-1 15,3 0 2-15,-4-3-5 0,0-3-1 0,-1 2 1 0,1-2-4 16,-1 0-6-16,-1-2 0 0,0-1 3 0,0 1-4 16,1-3-2-16,-4-4 1 0,5 10 5 0,-3-5-6 15,-2-5 1-15,6 7-3 0,-6-7 2 16,0 0 1-16,2 6-3 0,-2-6 2 0,0 0 0 0,4 4-1 16,-4-4 12-16,0 0 15 0,0 0 2 0,0 0-5 15,0 0 4-15,0 0-5 0,13-17-4 0,-8 9-2 16,0-3 2-16,3-2-7 0,-1-3-1 0,1-1-4 15,0 1 2-15,1-2-8 0,1 0 0 0,1-4 3 16,-2 6 0-16,1-2-6 0,2-6 0 0,-4 7 2 16,1 0-4-16,-3 0-1 0,-1 3 4 0,-1 2-6 15,0 2 3-15,0 3-4 0,-2-2 1 0,2 1 2 16,-2 4-3-16,-2 4-4 0,4-9-9 0,-4 9-20 16,4-6-13-16,-4 6-12 0,0 0-13 0,0 0-7 15,0 0-5-15,0 0-10 0,11 14-16 0,-9-8-26 16,2 4-9-16,2 0-11 0,-2 2-18 0,1 4-130 15,-2-5-327-15,2 1 144 0</inkml:trace>
  <inkml:trace contextRef="#ctx0" brushRef="#br0" timeOffset="83041.2">9155 9336 22 0,'-8'2'120'0,"8"-2"-9"0,-9 1-11 0,9-1-5 16,0 0 9-16,0 0-6 0,0 0 9 0,0 0 11 16,0 0-2-16,36 1-7 0,-8-5-4 0,3 0-10 15,5-2-5-15,1 2-8 0,3-1-7 0,-1 1-6 0,-1-2-10 16,1 3-6-16,-1-1-1 0,-2 1-8 15,-4 0-9-15,-3 1-23 0,-8 0-33 0,0 2-25 16,-1-2-26-16,-4 4-36 0,-3 1-25 0,-4 0-116 16,-3-2-269-16,0 1 119 0</inkml:trace>
  <inkml:trace contextRef="#ctx0" brushRef="#br0" timeOffset="83452.77">9325 9479 132 0,'0'0'144'0,"0"0"-8"0,1 14-8 0,-1-14-4 16,0 11-10-16,-1-4 3 0,1-7-10 0,1 12-9 0,1-4-11 16,-2-8-9-16,-2 11-3 0,2-11-3 15,2 9-3-15,-2-9-3 0,0 0 3 0,0 10-2 0,0-10 5 16,0 0 1-16,0 0 1 0,0 0 3 15,-2 8 4-15,2-8-2 0,0 0 7 0,0 0 0 16,0 0-5-16,0 0-1 0,0 0-6 0,0 0-8 0,0 0-4 16,0 0-8-16,0 0-7 0,0 0-6 0,7-23 0 15,-5 14-5-15,2-1-4 0,1 0-3 16,3-1-5-16,-2 1-1 0,-2-1 0 0,3 3-9 16,0 0 0-16,2 2-3 0,-1-2 0 0,-3 4-2 0,4 0-5 15,-2 2 0-15,-7 2-2 0,9-3-4 0,-9 3 5 16,12 4-3-16,-6 0 0 0,1 2 0 15,-2 1 3-15,0 1-3 0,0 2 0 0,0-1 1 16,2 2 2-16,-2 1-6 0,-1-2-15 0,-2 2-16 0,2-1-17 16,0 1-30-16,0-2-41 0,1 0-10 0,-2 2-9 15,1-3-30-15,0-1-15 0,1 1-12 0,-1-3-130 16,0 0-354-16,2-2 156 0</inkml:trace>
  <inkml:trace contextRef="#ctx0" brushRef="#br0" timeOffset="83769.73">9622 9525 95 0,'0'-12'147'0,"-2"0"1"0,1 1 5 0,1 2 13 16,0 9 7-16,-1-14-14 0,1 14-9 0,0-9-21 15,0 9-12-15,0 0-11 0,1-8-8 0,-1 8-12 16,0 0-9-16,0 0-3 0,0 0-9 0,10 19-8 16,-6-10-5-16,0 0-4 0,0 3-3 0,-2-2-3 15,1 3-7-15,1-3 1 0,0 2-4 0,-1-1-2 16,1-3-6-16,1 2 2 0,-2-3 0 0,1 0-4 15,-2-1 0-15,1-2-2 0,1 2-2 0,-4-6 2 16,6 7 7-16,-6-7 7 0,5 5 5 0,-5-5 7 16,0 0-3-16,0 0-3 0,0 0-5 0,13-8-6 15,-8 1 1-15,0-3-2 0,3 0 1 0,-2-1-4 16,-1-4-5-16,1-2-2 0,1 2 0 0,-1-4 8 16,0 2-15-16,-1 3 0 0,-1 2-1 0,1 0-8 15,-3 1-19-15,2 3-19 0,-1 2-20 0,-2-2-29 0,-1 8-21 16,4-8-33-16,0 4-28 0,-4 4-12 15,6-6-6-15,-6 6-8 0,8-1-117 0,-8 1-335 16,0 0 149-16</inkml:trace>
  <inkml:trace contextRef="#ctx0" brushRef="#br0" timeOffset="83964.7">9875 9507 56 0,'0'0'174'16,"6"2"-2"-16,-6-2 6 0,13-1-10 0,-13 1-4 15,20-4-12-15,-8 1-12 0,3 1-10 0,2-4-12 0,4 2-11 16,1 0-11-16,-3 0-6 0,0 1-13 16,1-1-21-16,-8 2-27 0,0 1-21 0,1-1-26 15,-4 1-21-15,-2 1-26 0,-7 0-16 0,12-3-18 16,-12 3-10-16,10 0-3 0,-10 0-5 0,0 0-2 0,0 0-74 16,0 0-209-16,0 0 93 0</inkml:trace>
  <inkml:trace contextRef="#ctx0" brushRef="#br0" timeOffset="84141.9">10134 9465 373 0,'-36'0'-10'0,"30"-1"15"16,6 1 19-16,-14 0 11 0,14 0 8 15,-12 1 6-15,12-1-5 0,-6 0 1 0,6 0 0 0,0 0 10 16,-9 7 7-16,9-7 5 0,-4 10 16 0,2-5 7 16,-1 5-6-16,-1 0 7 0,2 1 5 15,0 0 3-15,1 6 0 0,0-2-2 0,-2 4-5 16,2-3-4-16,0 2-11 0,-4 0-10 0,1-1-3 0,1 2-9 16,-2-3-5-16,1 1-3 0,2-1-2 0,-1 0-6 15,2 0-6-15,-2-4-13 0,3 0-30 0,-2-1-28 16,2 1-28-16,-3-4-28 0,3 2-28 0,-1-2-28 15,1-8-25-15,0 11-92 0,0-11-289 16,0 0 129-16</inkml:trace>
  <inkml:trace contextRef="#ctx0" brushRef="#br0" timeOffset="84310.97">10017 9467 118 0,'3'-4'161'0,"-3"4"-36"0,10-5 5 0,-3 5-5 16,-7 0-26-16,19 0-35 0,-6 2-51 0,5-2-54 15,1 1-92-15,1 1-143 0,1-4 64 0</inkml:trace>
  <inkml:trace contextRef="#ctx0" brushRef="#br0" timeOffset="87895.16">6480 9621 31 0,'0'0'76'0,"0"0"-14"16,0 0-17-16,0 7-18 0,0-7-6 0,0 0-13 15,0 0-14-15,-2 7-14 0,2-7-21 0,0 0-45 0,-3 7 21 16</inkml:trace>
  <inkml:trace contextRef="#ctx0" brushRef="#br0" timeOffset="88346.12">6439 9746 94 0,'0'0'127'0,"-5"-4"-15"0,5 4-8 0,-5-7-4 16,5 7-3-16,-4-6 3 0,4 6-8 16,-5-6-8-16,5 6-4 0,-5-6-3 0,5 6-3 15,-4-7-8-15,4 7 0 0,-2-7 5 0,2 7-18 0,-2-10-1 16,2 10-6-16,2-11-6 0,-2 11-9 0,4-13-2 15,-2 6 0-15,2 0-6 0,3 1 2 0,0-3-4 16,-2 4-5-16,0 1-5 0,0-1 6 16,2 2-9-16,-7 3 0 0,11-5 1 0,-4 5 0 0,-7 0-6 15,14-1 1-15,-7 3 0 0,1 1 4 0,1 1-8 16,2 1 3-16,-2-1 1 0,2 1-2 0,-1 0 3 16,-1 2-10-16,2-2 7 0,-1-2 1 0,-1 2-2 15,-2-1-2-15,2-2 2 0,0 1 5 0,0-1 0 16,-2-1-3-16,5-1 4 0,-12 0-1 0,18 0-2 15,-11 0 0-15,-7 0-5 0,13-1 3 0,-13 1 1 16,10-4 4-16,-3 3-3 0,-7 1-2 0,7-6 1 16,-7 6 1-16,7-6 3 0,-7 6 0 0,5-5-2 15,-5 5-3-15,4-7-12 0,-4 7-14 0,2-11-7 16,-2 11-4-16,2-8-23 0,-2 8-16 0,5-6-12 16,-5 6-31-16,2-6-126 0,-2 6-261 0,0 0 116 15</inkml:trace>
  <inkml:trace contextRef="#ctx0" brushRef="#br0" timeOffset="88845.73">6467 10019 72 0,'0'0'184'0,"0"0"4"0,-10-2-15 16,10 2-14-16,-9-3-1 0,9 3-5 0,-9-4-2 16,9 4-10-16,-6-3-8 0,6 3-12 0,-9-7-12 15,9 7-7-15,-6-7-4 0,3 4-3 0,3 3-5 16,-6-11-7-16,3 6-5 0,1 0-10 0,2 5-9 0,-4-10-2 16,4 10-11-16,-4-8-2 0,4 8-4 15,-1-9-4-15,1 9-4 0,0 0-5 0,-2-9-2 16,2 9 0-16,0 0-7 0,-1-7-4 0,1 7 2 15,0 0-5-15,0 0 3 0,0 0-6 0,0 0 2 16,4-10-4-16,-4 10-1 0,8-6-3 0,-5 3 4 16,-3 3-3-16,11-4 0 0,-4 1-2 0,1 0 4 15,-3 0-3-15,-5 3-1 0,10-4 1 0,-2 2-1 16,-8 2 1-16,11-3 0 0,-5-1-1 0,-6 4 1 16,11-4-7-16,-3 2 7 0,-2 1-1 0,-6 1-2 15,19-3-4-15,-11 1 3 0,2 4-1 0,3-2 2 0,-3 0-7 16,1 3 5-16,1 0 2 0,-2-2-3 15,1 3 3-15,1 0 1 0,-5 0-3 0,3 0 4 16,3-1-5-16,-3 3-9 0,0-4-4 0,3-2-5 0,1-1-7 16,5 0-10-16,2-5-8 0,-1 0-10 0,10-4-8 15,-5 0-3-15,-1-2-13 0,-6 5 3 16,0 0-2-16,-7 1-6 0,-1 0-25 0,-1 1-29 16,-4 2-3-16,-1 0-19 0,-4 3-107 0,2-7-289 0,-2 7 129 15</inkml:trace>
  <inkml:trace contextRef="#ctx0" brushRef="#br0" timeOffset="114623.56">6406 10913 95 0,'0'0'134'0,"-1"-6"-4"0,1 6 13 0,-3-11-3 16,3 11-8-16,-2-11-3 0,0 4-4 0,2 7-5 16,-1-11-1-16,0 4 7 0,1 7 0 0,0-10-10 15,0 10-8-15,-4-9-11 0,4 9-12 0,-4-11-6 16,4 11-5-16,-2-7-10 0,2 7 2 0,-3-7-8 16,3 7-4-16,0 0-8 0,-2-11 0 0,2 11-4 15,0 0-9-15,0 0-5 0,0 0-4 0,0 0-6 16,0 0 1-16,0 0-7 0,0 0 1 0,0 0-2 15,0 0 0-15,0 0-3 0,11 25 2 0,-6-10 4 16,-1 2-2-16,0-1-4 0,0 3 2 0,1 1-4 16,0 6 2-16,1-2-4 0,-2 3-3 0,0-11 6 15,0 2-3-15,0 3 2 0,-2-3-3 0,1-2 0 16,2 0 4-16,1 1-7 0,1-1 5 0,-4-5-2 16,1-1 1-16,0 2-6 0,0-4 3 0,1 2 5 15,0-2-5-15,-1-3-1 0,0 2-2 0,0-3 2 16,-2-1 3-16,-2-3-1 0,12 5 3 0,-7-5-3 15,-5 0 3-15,0 0-4 0,22-8 4 0,-12 2-2 16,-1-2-4-16,-1 0 5 0,5-6-2 0,-4-3-2 16,2 0 3-16,3-6-7 0,-3-1 4 0,3-3-1 15,-3 0 5-15,0-1-4 0,2 1-4 0,-6-3 4 16,4 3-2-16,-2-1 4 0,0 1-2 0,-3 0-2 16,0 2-1-16,-3 5-1 0,-2-4 4 0,-2 9-2 15,2 3 4-15,-2 1-2 0,-3 1-2 0,2 2-2 0,-2 1 2 16,0 2-2-16,4 5 2 0,-12-6-1 15,12 6 1-15,-12 0 0 0,1 1-4 0,2 3 1 16,1 2 3-16,0 3-5 0,-1-1 5 0,0 1 1 16,1 0-3-16,1 1-5 0,1-1 8 0,3 0-3 0,1-2-1 15,1 4 3-15,1-2 2 0,3 2-4 16,-1-1 4-16,3-2-1 0,3 0 0 0,2 0 0 16,3-2-7-16,5 1-17 0,1-1-17 0,3-2-31 15,6-1-11-15,1-2-34 0,1-1-10 0,-2-1-27 0,2-2-22 16,-4 0-137-16,2 2-341 0,-9-1 151 0</inkml:trace>
  <inkml:trace contextRef="#ctx0" brushRef="#br0" timeOffset="114773.47">7150 10891 79 0,'11'2'149'0,"-11"-2"-7"0,9-2-6 0,-9 2-7 15,12-1-8-15,-4-1-11 0,-8 2-8 16,17-5-15-16,-6 3-19 0,0 0-31 0,-1 1-33 0,3-1-31 15,-1 0-38-15,-3 2-42 0,-9 0-55 0,0 0-174 16,20 0 78-16</inkml:trace>
  <inkml:trace contextRef="#ctx0" brushRef="#br0" timeOffset="114905.1">7260 11058 38 0,'4'5'98'0,"-4"-5"-8"0,7 4 2 15,-7-4-20-15,17 1-19 0,-7-2-29 0,3-3-38 16,2 2-62-16,-2-1-82 0,4-2 36 0</inkml:trace>
  <inkml:trace contextRef="#ctx0" brushRef="#br0" timeOffset="115463.13">8056 10703 55 0,'0'-11'200'0,"1"2"-15"0,0 1-16 0,-1 8-20 16,2-11-17-16,-2 11-14 0,2-8-11 0,-2 8-12 16,0 0-10-16,0 0 0 0,11 16-1 0,-5-3-3 0,3 3 4 15,-1 2-4-15,3 5-3 0,2 0-9 16,-3-1-4-16,-1-2-9 0,3 1-3 0,-5-3-7 15,2-2-1-15,0 0-4 0,-1-1 1 0,0-1-7 16,-3-3-4-16,0 0 0 0,-1-1 0 0,-1-3-1 0,1 2-5 16,-1-2 1-16,1-1-3 0,-3 1-1 15,-1-7-1-15,4 9-5 0,-4-9 2 0,4 5 1 0,-4-5 4 16,0 0 13-16,3 5 2 0,-3-5 8 16,0 0 0-16,0 0 1 0,0 0-7 0,0 0-2 0,0 0-5 15,4-29-3-15,0 12-6 0,0-2 0 0,0-6-6 16,2 0 2-16,2-1-4 0,-4 1 0 0,2 0 4 15,-4 5-9-15,2 0-1 0,-1 2 0 0,1 0-4 16,0 2 2-16,0 1 0 0,-3 5-2 0,0 5-3 16,0-3 1-16,-1 8-24 0,0-9-18 0,0 9-19 15,0 0-24-15,-1-10-20 0,1 10-20 0,0 0-7 16,0 0-11-16,0 0-28 0,0 0-30 16,-5 28-148-16,2-16-373 0,2 1 165 0</inkml:trace>
  <inkml:trace contextRef="#ctx0" brushRef="#br0" timeOffset="115649.99">8429 10983 165 0,'0'0'173'0,"7"1"0"0,-7-1-8 0,0 0-11 0,14-5-9 15,-5 3-10-15,3-2-13 0,5-1-14 0,4-1-17 16,0 2-5-16,6-4-26 0,-5 4-27 0,-4 1-45 15,-1 3-27-15,-4-2-33 0,0 0-32 0,-3 2-127 16,-2 0-249-16,-8 0 110 0</inkml:trace>
  <inkml:trace contextRef="#ctx0" brushRef="#br0" timeOffset="115839.59">8614 10977 71 0,'0'0'161'15,"0"0"3"-15,-3 6-8 0,3-6 1 0,0 0-13 16,0 0-6-16,5 18 2 0,-3-8 3 0,0 2-13 16,0 1-11-16,1 4-12 0,-2-1-11 0,0 1-8 15,1 1-8-15,-1 1-13 0,0-2-32 0,1-2-35 16,0 1-42-16,1 0-32 0,0-5-45 0,1 1-51 16,-4 1-96-16,5-3-287 0,-2 2 128 0</inkml:trace>
  <inkml:trace contextRef="#ctx0" brushRef="#br0" timeOffset="116135.99">9260 10756 2382 0,'9'-29'35'0,"-5"1"9"0,-2 8 26 16,1 3-19-16,-1 5-2 0,1 3-12 0,-2-1-6 0,3 3-10 15,-4 7-2-15,1-11-2 0,-1 11 0 0,4-6-6 16,-4 6 12-16,0 0 7 0,0 0 18 0,9 17 4 16,-5 1 4-16,1 5-8 0,-2 4-3 0,0-1-3 15,1 0-6-15,0-2-4 0,-3 2 2 0,1-2-7 16,0-5-3-16,1 1-2 0,-2-1-3 0,-1 6 3 16,1-6-5-16,-2 0 0 0,2 0-17 0,-1 0-27 15,-1-2-24-15,0 0-34 0,-1 0-33 0,0 1-23 16,-2-2-25-16,1-5-31 0,0 2-20 0,1-2-179 15,-1-1-429-15,1-3 189 0</inkml:trace>
  <inkml:trace contextRef="#ctx0" brushRef="#br0" timeOffset="116498.03">9526 10919 136 0,'2'-7'213'0,"1"3"-18"0,-3 4-14 0,5-7-19 16,-5 7-15-16,0 0-8 0,0 0-3 0,0 0 13 15,0 0-13-15,0 0-9 0,10 14-9 0,-7-2-6 16,-2 0-9-16,0 0-9 0,2 4-10 0,0 1-7 16,-2-5-4-16,0 0-8 0,0 0-6 0,3-3-7 15,-1 2-3-15,-2-4-4 0,-1 2-7 0,1-3-1 16,-1-6-2-16,3 11-3 0,-3-11 5 0,1 7 10 16,-1-7 10-16,0 0 9 0,0 0-3 0,0 0-2 15,0 0 1-15,0 0-11 0,0 0-4 0,0 0-4 16,0 0 0-16,-3-33-7 0,6 16-4 0,1-2-5 0,2 2-2 15,2-6 0-15,3-2-12 0,2 5 2 0,2-2 0 16,-4 5-4-16,2 4-3 0,-1-2 1 16,1 5-4-16,0-3 1 0,-3 7-2 0,2 2 0 15,2 1-6-15,-3 2 4 0,2 1-1 0,-3 4-1 0,2 0 1 16,-1 2 0-16,-2 3-2 0,0 0-1 0,-1 2 0 16,1 2 2-16,-3 4 1 0,1-2-20 0,-2 2-37 15,-2 1-37-15,-3 1-61 0,0-1-53 0,3-6-37 16,-2 7-228-16,0-7-512 0,-1 0 227 0</inkml:trace>
  <inkml:trace contextRef="#ctx0" brushRef="#br0" timeOffset="119603.62">10512 10669 14 0,'0'0'77'0,"0"0"0"16,0 0-10-16,0 0-2 0,0 0-7 0,0 0 0 16,0 0-5-16,-11-10-2 0,11 10-8 0,0 0-7 15,0 0-11-15,0 0 0 0,0 0 1 0,0 0-8 16,0 0 4-16,0 0-11 0,0 0 3 0,0 0 1 16,0 0-10-16,0 0 8 0,0 0-1 0,0 0-1 15,0 0-5-15,0 0 5 0,0 0-6 0,0 0 4 16,0 0-2-16,0 0 1 0,-4 9-3 0,4-9-7 15,0 0 12-15,0 0 5 0,0 0 1 0,-4 7 1 16,4-7-2-16,0 0 1 0,0 0 2 0,0 0 9 16,0 0-7-16,-5 6 11 0,5-6-2 0,0 0 7 15,0 0 2-15,0 0 6 0,0 0 6 0,0 0-2 16,0 0 0-16,0 0 2 0,0 0-5 0,0 0-5 16,0 0 2-16,0 0 3 0,0 0 3 0,0 0-4 15,0 0 2-15,-6-16-8 0,6 16-2 0,0 0-3 16,0-11 7-16,0 11 5 0,-2-8-3 0,2 8-3 15,0 0 1-15,2-14 4 0,-2 14 8 0,0-8-2 16,0 8-1-16,0 0 3 0,1-9-10 0,-1 9-5 16,0 0 0-16,0 0-4 0,0 0-4 0,0 0-8 15,0 0-3-15,-1-8-4 0,1 8 1 0,0 0-3 16,0 0-2-16,0 0-5 0,0 0 4 0,0 0-1 16,1 32-1-16,0-21 9 0,2 4 0 0,-3 3-1 15,-3-1 2-15,3 2 1 0,0 1-2 0,-1-3-1 16,0 2 3-16,1-3-4 0,-2 2 5 0,2-1-1 15,0-1 4-15,0 1-6 0,-2 0 1 0,1-5-1 16,1-1-2-16,1-2-2 0,-1 2-2 0,0-1-2 0,2 0 2 16,0-1-2-16,-2-3 0 0,2 0-3 0,2-1 3 15,-4-5-1-15,4 12 2 0,0-8-2 16,0 0-8-16,-4-4-19 0,10 6-25 0,-5-5-28 16,-5-1-40-16,13 2-27 0,-13-2-38 0,16-7-18 0,-8 5-160 15,-3-2-385-15,3-4 171 0</inkml:trace>
  <inkml:trace contextRef="#ctx0" brushRef="#br0" timeOffset="119811.71">10506 10419 154 0,'-3'-5'231'16,"0"-1"-21"-16,3 6-17 0,-4-7-21 0,4 7-15 0,-3-7-15 15,3 7-16-15,0 0-14 0,-4-9-16 0,4 9-26 16,0 0-27-16,0 0-26 0,0 0-31 0,0 0-15 16,0 0-16-16,0 0-36 0,17 14-24 0,-8-9-27 15,0 2-88-15,-1 1-238 0,4 0 105 0</inkml:trace>
  <inkml:trace contextRef="#ctx0" brushRef="#br0" timeOffset="120225.71">10337 11241 25 0,'-10'-1'200'0,"2"0"-1"0,8 1 3 0,-14 0-11 16,8-3-11-16,6 3-17 0,0 0-11 0,-13 1-17 16,13-1-17-16,0 0-11 0,0 0-7 0,0 0-4 15,0 0-8-15,0 0 2 0,0 0-8 0,35 4-6 16,-7-6-4-16,8 2-4 0,16-7-8 0,0 2-4 15,5-2-7-15,3 1-6 0,4-1 1 0,-2 0-5 16,5 0-5-16,-2-1-3 0,-5 0-4 0,-4 2-4 16,-5 0-3-16,-14 3-1 0,3 1-4 0,-6 1 4 15,-2 1-12-15,-2 0-8 0,-10 3-14 0,0-3-16 16,-6 3-18-16,-1-1-30 0,-2 2-16 0,-5-2-10 0,-1 1-28 16,-1 2-23-16,-4-5-39 0,1 9-134 15,-1-9-356-15,-10 11 158 0</inkml:trace>
  <inkml:trace contextRef="#ctx0" brushRef="#br0" timeOffset="120753.32">10593 11345 106 0,'-7'-2'192'0,"-1"-1"-9"0,8 3 1 16,-11-4-5-16,6 0-8 0,5 4-10 0,-6-4-14 15,6 4-14-15,0 0-15 0,-7-2-14 0,7 2-11 16,0 0-7-16,18-6-8 0,1 4-6 0,2-2-5 16,16-2-13-16,-5-1-4 0,4 3-19 0,1-3-27 0,-1 2-28 15,-3 2-24-15,-1-1-37 0,-3 1-29 16,-7 0-32-16,-2 2-26 0,-7 2-99 0,-2-1-293 15,-3 0 129-15</inkml:trace>
  <inkml:trace contextRef="#ctx0" brushRef="#br0" timeOffset="121526.04">10800 11310 46 0,'0'0'152'0,"-4"8"-13"0,4-8 4 0,-1 9-4 15,1 1-2-15,-3-1-10 0,2 3-7 0,2 5 1 16,-2-1 5-16,1 2-14 0,1 0-15 16,-3 2-4-16,0 4-12 0,1 0-6 0,0-7-6 0,1 2 3 15,0-2-5-15,1 0-9 0,-1 0-9 0,1-5 1 16,-2 4-7-16,2-3-4 0,2-1-3 0,-3-5 1 16,0 2-7-16,1 1 0 0,-1-2-10 15,3-1 6-15,-3-7-7 0,0 12 1 0,1-6-4 0,-1-6 1 16,0 7-1-16,0-7-2 0,0 0-4 0,0 0 0 15,-4 13 3-15,4-13 1 0,0 0-6 0,-4 4 1 16,4-4-1-16,0 0 0 0,-7 4-2 0,7-4 2 16,-11 2-1-16,11-2-2 0,-11 2-2 0,5-1 0 15,-2 2 0-15,8-3-1 0,-17 0 3 0,10 0 2 16,-2 2-5-16,9-2-1 0,-16-2-1 0,10 4 3 16,6-2-2-16,-13-2 3 0,13 2-4 0,-11 0 3 15,11 0 1-15,-9 0 0 0,9 0-1 0,0 0 3 16,-11 0 4-16,11 0-1 0,0 0-3 0,0 0 2 15,0 0-6-15,-8-4-1 0,8 4 1 0,0 0-1 16,0 0 2-16,0 0-3 0,0 0 3 0,0 0 0 16,35-2-1-16,-18 1 1 0,2 0-3 0,0-4 0 15,1 2-8-15,1 2-20 0,-3-1-13 0,0 0-19 16,0 0-12-16,-3 2-20 0,2-2-7 0,2 1-12 16,1-3-3-16,-4 1-30 0,-2 0 23 0,3 0-3 15,-4-1 6-15,0 3 11 0,1-3 10 0,-2 2 11 16,-1-3 1-16,2 3 15 0,-3-3 3 0,0 1 14 15,-2 1 7-15,0-3 13 0,-2 0 12 0,0 2 12 16,-1-1 28-16,-5 5 10 0,7-4 4 0,-7 4 2 16,5-8 6-16,-5 8 20 0,4-6 21 0,-4 6-6 0,0 0 4 15,3-5 7-15,-3 5-9 0,0 0-5 0,0 0-8 16,0 0-6-16,0 0-6 0,0 0 0 0,0 0-2 16,0 0 3-16,0 0 5 0,-11 27-3 15,9-16 1-15,-3-1-4 0,1 6-5 0,0 0-4 0,4-4-3 16,-1 1-3-16,4-2-4 0,-1 1-6 0,4-2-2 15,-2 2 1-15,4-3-3 0,1 0 1 16,2-1-5-16,2-5 1 0,-1 4-8 0,3-6 4 16,2 0-2-16,2-2-2 0,-4-2 1 0,2-3 0 0,1 2-3 15,-3-2-1-15,-1-1 0 0,-1-2 1 0,-4 2-2 16,1-3-1-16,-2 3 0 0,-3-5 1 0,-3 1-2 16,0 0 0-16,-4-1-2 0,-3-4-1 15,-1 8 1-15,-6-6-2 0,2 2-9 0,-4 2-4 0,-2 1-3 16,0 2-16-16,-1 3-14 0,0 0-22 0,4 4-18 15,-5-1-34-15,4 2-37 0,1 2-38 0,-4 1-134 16,6 0-353-16,-1 0 156 0</inkml:trace>
  <inkml:trace contextRef="#ctx0" brushRef="#br0" timeOffset="121665.33">11300 11653 28 0,'0'0'38'0,"0"0"-49"16,-21-13-13-16,21 13 6 0</inkml:trace>
  <inkml:trace contextRef="#ctx0" brushRef="#br0" timeOffset="129652.12">8478 10967 1 0,'-3'-7'57'0,"3"7"-4"0,0 0-4 15,0 0-7-15,0 0 0 0,-1-10-3 0,1 10-4 16,0 0-10-16,0 0 5 0,0 0-3 0,0-7-5 16,0 7 1-16,0 0 1 0,0 0-8 0,0 0 1 15,0 0 0-15,0 0-4 0,-4-7 0 0,4 7 1 16,0 0-4-16,0 0-4 0,0 0 7 0,0 0-6 15,0 0-3-15,0 0-3 0,0 0 7 0,0 0 0 16,0 0 6-16,0 0-8 0,0 0-3 0,0 0 3 16,0 0-1-16,0 0-2 0,0 0 0 0,0 0 0 15,0 0 7-15,0 0-2 0,0 0-5 0,0 0 6 16,0 0-6-16,-4-7-2 0,4 7 3 0,0 0-3 16,0 0-5-16,0 0 1 0,0 0 4 0,0 0 2 15,0 0-1-15,0 0 5 0,17 14-4 0,-10-14 2 16,4 3-5-16,0 1 6 0,3-1 0 0,-1-1-2 15,5 2 7-15,0-1-2 0,0-1 3 0,1-1-8 16,0-1 2-16,0 2 0 0,3-1 1 0,-4-1 0 16,0 0-4-16,-1 0 5 0,-4 0-4 0,0 0-1 15,-1 0-4-15,-2 0 4 0,0 0 3 0,-2 0-6 0,-8 0 9 16,14 0-6-16,-14 0-3 0,9 1 2 16,-9-1 1-16,10 0-1 0,-10 0 0 0,0 0 2 15,0 0-3-15,8 0-4 0,-8 0 5 0,0 0-4 16,0 0 2-16,0 0-14 0,0 0-8 0,0 0-4 15,0 0-4-15,0 0-11 0,0 0-12 0,0 0-12 16,0 0-33-16,0 0-107 0,0 0 48 0</inkml:trace>
  <inkml:trace contextRef="#ctx0" brushRef="#br0" timeOffset="130316.52">8630 10984 8 0,'0'0'79'0,"-7"-2"-7"16,7 2-1-16,0 0 0 0,0 0-7 0,0 0-6 16,0 0-6-16,0 0-4 0,0 0 12 0,0 0-10 15,0 0-2-15,0 0-14 0,-5-5 11 0,5 5-17 16,0 0 10-16,0 0-13 0,0 0 1 0,0 0-5 15,0 0-7-15,0 0 6 0,0 0-4 0,0 0 6 16,0 0-17-16,0 0 5 0,0 0-2 0,0 0 7 16,0 0-3-16,0 0-3 0,0 0-2 0,0 0-10 15,0 0 9-15,0 0 1 0,0 0 2 0,0 0 5 16,0 0 1-16,0 0-8 0,0 0 6 0,0 0 5 16,0 0-2-16,0 0-6 0,0 0 1 0,0 0-5 15,0 0 4-15,0 0 1 0,0 0 0 0,0 0-3 16,0 0 1-16,0 0-1 0,0 0-5 0,0 0-4 15,0 0 8-15,0 0-3 0,0 0 2 0,0 0-3 16,0 0 7-16,0 0-2 0,0 0-2 0,0 0 2 16,0 0-7-16,0 0-1 0,0 0-2 0,0 0 1 15,0 0 2-15,0 0-10 0,0 0 16 0,0 0-8 16,0 0 6-16,0 0-1 0,0 0-5 0,0 17 0 16,0-17-14-16,0 11 19 0,2-2-8 0,-4 0 9 15,2 3-12-15,0-1 11 0,-1 4-6 0,0-3 15 16,1 6-7-16,-2-2-6 0,2 0 5 0,-1-4-3 15,2 5 4-15,-2-1-2 0,1 1 4 0,0-5-1 16,0 3-4-16,0 0 0 0,-1 1-1 0,2-4 3 16,-1-2 2-16,0 0-1 0,1 1-3 0,-1 0-1 15,2-5 6-15,-1 1-5 0,-1-7 2 0,1 15-9 16,-1-10 8-16,0-5 2 0,2 9-3 0,-2-9 3 16,0 7-4-16,0-7 0 0,0 0 7 0,0 0 6 0,1 9 4 15,-1-9 7-15,0 0-4 0,0 0 3 16,0 0-2-16,0 0 2 0,0 0-2 0,0 0-1 15,0 0-2-15,0 0-3 0,0 0-2 0,0 0 1 16,0 0-2-16,0 0-11 0,0 0-12 0,0 0-13 0,-20-10-15 16,20 10-22-16,0 0 3 0,-4-8-27 0,4 8-6 15,-4-7-19-15,4 7-94 0,-4-8-220 0,4 8 98 16</inkml:trace>
  <inkml:trace contextRef="#ctx0" brushRef="#br0" timeOffset="132359.41">12610 10136 129 0,'-1'-26'135'0,"1"-1"2"0,0 2 3 16,3 0-5-16,-2 9 5 0,1 0-6 15,-4 0-8-15,4 2-8 0,0 4-3 0,-2 3-8 0,0 7-12 16,0-12-13-16,0 7-10 0,0 5-6 0,0 0-10 16,0 0-2-16,17 10-6 0,-10 1-4 0,0 3-7 15,4 9-2-15,-2 0-2 0,-1 1-4 0,2 1-1 16,-3 2-4-16,1-1 1 0,0 1-4 0,-1-1 0 15,-1-2-5-15,-1-6-3 0,-1-2 3 0,3-1-1 16,-5-3 1-16,0-3-6 0,1 0-1 0,-3-4 1 16,2 1 1-16,-2-6 7 0,2 9 4 0,-2-9 18 15,2 8-1-15,-2-8-3 0,0 0-4 0,0 0-4 16,0 0-4-16,0 0 2 0,0 0-5 0,-4-36-2 16,4 20-4-16,2-1 1 0,0 0-4 0,0-4-1 15,3 2-2-15,1-7 2 0,4 1-7 0,3 1 2 0,1 0 1 16,-1 7-3-16,3-2-1 0,-3 5-3 15,3 3-1-15,-2 2 0 0,-1-1-1 0,-1 5-1 16,0 2 1-16,1 2-5 0,-3 4 6 0,1-1-1 0,1 7-2 16,-1-1 2-16,-2 6-3 0,2 3 7 0,-4 2-9 15,-3 1 6-15,1 4 1 0,-5-4-3 0,2-1 2 16,-2 7 0-16,2-5 0 0,-4 3-9 0,2 1-25 16,0-8-30-16,0 2-30 0,2-1-44 0,2-1-45 15,-1-5-173-15,0 0-385 0,1-5 172 16</inkml:trace>
  <inkml:trace contextRef="#ctx0" brushRef="#br0" timeOffset="132525.07">13308 10079 47 0,'0'0'150'0,"5"-7"-18"0,-1 3-4 0,3 1-25 16,-7 3-4-16,13-3-26 0,-6 2-30 0,5 1-33 15,-3 1-26-15,3-1-23 0,0 3-32 0,-3 3-40 16,0-2-118-16,1 0 52 0</inkml:trace>
  <inkml:trace contextRef="#ctx0" brushRef="#br0" timeOffset="132680.53">13421 10187 105 0,'0'0'137'0,"-10"3"-5"0,10-3-8 0,0 0 7 16,0 0-21-16,-4 2-5 0,4-2-14 0,0 0-7 15,0 0-9-15,0 0-6 0,0 0-8 0,0 0-13 16,37-2-29-16,-22 0-22 0,7-1-38 0,5 0-23 16,1 1-17-16,-7 0-27 0,6-1-58 0,-8 1-179 15,2-2 78-15</inkml:trace>
  <inkml:trace contextRef="#ctx0" brushRef="#br0" timeOffset="132845.75">13823 9981 42 0,'2'-10'154'0,"-2"-3"-10"0,0 1 1 15,0 2 5-15,0 3 7 0,0 7-8 16,-2-10-18-16,2 10-21 0,0 0-12 0,2-8-9 0,-2 8-8 16,0 0-11-16,0 0 0 0,0 28-10 15,0-9-6-15,0 6-4 0,0 2-5 0,0 4-6 16,0-3-27-16,-2 3-28 0,0 0-33 0,4-1-23 0,-2-1-31 16,4-1-27-16,-2 0-117 0,-2-2-267 0,5-2 117 15</inkml:trace>
  <inkml:trace contextRef="#ctx0" brushRef="#br0" timeOffset="133029.34">14191 10183 1583 0,'4'-16'-15'0,"-1"0"46"15,-1 7-24-15,-2-2-7 0,2 2 27 0,-2 2-25 16,0 7-10-16,4-9-17 0,-2 4-4 0,-2 5-8 15,10-10-8-15,-5 6-16 0,3 0-23 0,-1 3-11 16,5 0-114-16,-3 1-226 0,3 0 100 0</inkml:trace>
  <inkml:trace contextRef="#ctx0" brushRef="#br0" timeOffset="133417.41">12783 10771 15 0,'-11'1'190'0,"-3"0"-6"15,1 1-9-15,1-2 3 0,-1 0-5 0,6-2-8 16,7 2-16-16,-16 2-16 0,16-2-12 0,0 0-9 16,0 0-12-16,0 0-9 0,0 0-8 0,43-4-8 15,-5 4-8-15,17-4-4 0,8-2-13 0,28-1-4 16,-28 2-9-16,2-4-17 0,25 4-17 0,-29 2-20 15,-3-3-31-15,-4 3-22 0,-13 3-10 0,8 0-24 16,-11 0-14-16,-4 0-4 0,-2 2-21 0,-3-2-112 16,-7 3-276-16,0-4 122 0</inkml:trace>
  <inkml:trace contextRef="#ctx0" brushRef="#br0" timeOffset="133930.41">12659 10794 16 0,'-50'-7'107'0,"-1"-2"-7"0,13 3 3 16,-1-3-18-16,-10-1 5 0,2-7-6 0,3-5 8 16,-2 0-6-16,13 5-13 0,-10-10 16 0,10 6-1 15,-7-10-11-15,3 0-5 0,3-5 3 0,5-2-10 16,8 6-5-16,2-13-9 0,5-4-4 0,11 1-2 0,5-4-5 16,8-2-6-16,8-3-3 0,6 2-1 15,12-20-4-15,0 28-6 0,3-1-7 0,1 2-2 16,5 3 2-16,21-15-2 0,-18 22-5 0,27-14 1 0,-21 18-3 15,31-14 4-15,5 10-1 0,0 5-1 0,6 5-10 16,-1 4 5-16,1 3-3 0,-2 4-13 0,-4 9-1 16,-27 3 7-16,31 3 7 0,-29 5 0 0,3 5-4 15,19 7 7-15,-28 2-5 0,-3-1 5 0,-2 11 0 16,0 0-3-16,-9 3-2 0,1 3-2 0,-9 2 2 16,-5 1-5-16,-1 4 7 0,-6 1 1 0,-5 2-5 15,-4 1-4-15,-3 0 4 0,-7 0-3 0,-3 0-2 16,-6 0 3-16,-3-12 6 0,-3 12-2 0,-4-12-1 15,-7 9-9-15,-3-2 5 0,6-13 3 0,-13 10-4 16,5-13 1-16,-2 1-4 0,-2-2-22 0,0-1-9 16,0-2-26-16,1-3-17 0,-1-1-24 0,0-1-93 15,5-3-220-15,-1-3 98 0</inkml:trace>
  <inkml:trace contextRef="#ctx0" brushRef="#br0" timeOffset="157365.97">14944 3547 58 0,'-1'-9'176'16,"1"9"1"-16,0 0-19 0,1-9-12 0,-1 9-12 16,0 0-12-16,0 0-11 0,0 0-14 0,2-8-9 15,-2 8-11-15,0 0-13 0,0 0-7 0,0 0-5 16,0 0-5-16,0 0-9 0,10 16 1 0,-7-6-7 15,4 5-2-15,1 1-1 0,-3 2-3 0,5 6-7 16,-4 0 0-16,3 0 5 0,0 1-4 0,-1 0-3 16,-2 2-2-16,-2-8-1 0,1 2-5 0,-2-2 2 15,3-2 0-15,-3 3-2 0,0-4 2 0,0-2-4 16,1 0 3-16,0-1-3 0,-3-3-2 0,3-1 1 16,-4 1 1-16,2-4-1 0,-2-6 0 0,2 10 1 15,0-6 1-15,-2-4-1 0,3 8 4 0,-3-8 9 16,0 0 10-16,0 0-2 0,7 2-4 0,-7-2 1 15,0 0 0-15,17-16-4 0,-7 2 0 0,-1-2-6 16,2 0 3-16,0-1-5 0,3-9 3 0,1-2-2 16,-2 4-3-16,0-3-2 0,1 3-4 0,-4-4 1 15,0 3 2-15,5-3-6 0,-5 1 2 0,-2 1-2 16,2 0 2-16,-3 1-3 0,-1 6-2 16,-3-1-3-16,0 4 3 0,-1-1 1 0,-2 3 2 0,0 4-2 15,0 1 0-15,2-1 3 0,-2 10-2 0,-2-11-10 16,2 11 9-16,0-8-3 0,0 8-3 0,0 0-3 15,-2-10 4-15,2 10-1 0,0 0-2 0,0 0-1 16,-19 17 2-16,11-9 2 0,-6 6 2 0,9-4-4 16,-3 4 4-16,4-2-1 0,0-2 0 0,-2 2 2 15,4-2-1-15,2 1 4 0,2-1-3 16,6 1 5-16,-2-1-5 0,7 3 2 0,5-3-9 0,5 3-17 16,4-4-22-16,1 2-22 0,4-4-19 0,5 0-35 15,-4-3-24-15,-1 2-11 0,1-2-105 0,-5 3-285 16,-10-2 126-16</inkml:trace>
  <inkml:trace contextRef="#ctx0" brushRef="#br0" timeOffset="157566.71">15629 3785 36 0,'0'0'109'0,"0"0"-2"0,-4 10 4 15,4-10 1-15,-2 10-5 0,2-10 2 16,-4 16 3-16,3-4-10 0,-2 0-11 0,1-1-6 15,-2 5-7-15,0 0-10 0,3 2-4 0,-3 0-2 16,-1-1-6-16,4 1-7 0,-1 0-7 0,2 0 2 16,2-2-12-16,-2 0-21 0,1-3-30 0,1-1-35 15,2-1-32-15,0 0-26 0,1 0-108 0,-2-1-237 0,-3-10 104 16</inkml:trace>
  <inkml:trace contextRef="#ctx0" brushRef="#br0" timeOffset="157749.53">15730 3646 164 0,'4'-10'154'0,"-4"10"-19"0,0 0-12 0,1-9-29 15,-1 9-38-15,4-4-30 0,-4 4-41 0,12 0-44 16,-12 0-54-16,0 0-123 0,28 4 54 0</inkml:trace>
  <inkml:trace contextRef="#ctx0" brushRef="#br0" timeOffset="157926.01">16006 3836 109 0,'0'0'152'0,"18"0"-1"15,-18 0-22-15,22-2-17 0,-9 1-11 16,1-2 0-16,2 3-23 0,2-1-30 0,-5 2-37 16,6 0-43-16,-1 2-33 0,0-1-85 0,-4-1-161 15,-3 0 71-15</inkml:trace>
  <inkml:trace contextRef="#ctx0" brushRef="#br0" timeOffset="158082.31">16084 4002 89 0,'0'0'161'0,"0"0"-10"16,0 0-5-16,0 0-4 0,-5 7-7 0,5-7-11 16,0 0-11-16,0 0-3 0,0 0-17 0,0 0-12 15,0 0-2-15,33 1-8 0,-12-5-22 0,9 0-48 16,6-2-46-16,3-3-49 0,12-1-141 0,-13 2-254 16,16-4 113-16</inkml:trace>
  <inkml:trace contextRef="#ctx0" brushRef="#br0" timeOffset="158455.44">17027 3647 1861 0,'3'-6'-11'0,"-2"-3"27"0,0 4 23 16,-1 5 2-16,2-13 0 0,-2 13 1 0,0-7-14 16,0 7-10-16,0 0-2 0,0 0-1 0,0 0-1 15,0 0 9-15,0 0-4 0,-24 21 10 0,8-2 1 16,-4 4 1-16,-1 3-4 0,1-1 4 0,1 5 3 15,3 0-10-15,2-2 0 0,1-3-3 0,2 1 1 16,5-8-9-16,3 0 2 0,0 0-1 0,1-2-1 16,2-3 0-16,1-3-3 0,0 3 2 0,3-4-2 15,4 5 2-15,-2-6 0 0,3-1-1 0,-1-1 3 16,5-1-4-16,3 1 3 0,-4-4-2 0,-2-4 3 16,2 2-4-16,2-3 1 0,-2 1 3 0,0-4-5 15,1 0 1-15,1-6-2 0,-4 5 3 0,-4-4-2 16,2 0-3-16,-3-3 2 0,-2-3-4 0,-2 5 3 15,-1-5-4-15,-1 5 6 0,-1-1-3 0,-1 1 1 16,-1-1-3-16,0 8 3 0,4 5-5 16,-9-14 1-16,4 11-2 0,5 3-5 0,-13-3-7 0,0 3-25 15,13 0-24-15,-21 6-37 0,9 0-35 0,1 1-32 16,2-1-31-16,-2 4-152 0,1-4-377 0,10-6 167 16</inkml:trace>
  <inkml:trace contextRef="#ctx0" brushRef="#br0" timeOffset="158867.57">17318 3714 1902 0,'11'-13'7'0,"-5"4"76"0,-1-1-11 16,1 2-14-16,-1 0-4 0,-3 3 14 0,2 0-15 15,-4 5-1-15,3-9-9 0,-3 9-1 0,5-5-8 16,-5 5-4-16,0 0-6 0,4-4-3 0,-4 4-4 15,0 0 0-15,10 11-2 0,-6-4-2 0,2 3 0 16,0 6-2-16,3 7-1 0,-3-7 0 0,5 9-1 16,-2-2-2-16,-3-7 2 0,0 4 2 0,1-5 1 15,-1 1-6-15,0 0 1 0,0-1 0 0,0 1-2 16,1-4 1-16,-1-1 1 0,-1 0-1 0,0-3-3 16,2-1 1-16,-1 2 4 0,-2-4-1 0,0 0-3 15,1 1 0-15,-1-2 0 0,-4-4 5 0,5 5 8 16,-5-5 16-16,5 4 11 0,-5-4 5 0,0 0-6 15,13-7 16-15,-13 7 1 0,13-19 2 0,-3 5-6 16,0-3-8-16,0 0-5 0,2-9-1 0,1-3-2 16,-3 0-9-16,1 0-2 0,-1 2-2 0,-2-2-5 15,0 1-2-15,-1 2-1 0,4 2-3 0,-6 5-2 16,2 3-2-16,-2 0-3 0,-2 7 1 0,0 1-15 16,-1 0-25-16,2 2-39 0,-4 6-38 0,0 0-49 15,0 0-38-15,5-10-20 0,-5 10-22 0,0 0-194 16,0 0-465-16,0 0 205 0</inkml:trace>
  <inkml:trace contextRef="#ctx0" brushRef="#br0" timeOffset="159057.96">17842 4004 83 0,'2'9'174'15,"-2"-2"12"-15,0-7-7 0,-4 17-11 0,-2-4-19 0,-2 3-11 16,0-3-13-16,-2 4-12 0,-1-1-16 0,-6 5-33 16,2-2-58-16,-2 1-73 0,-1 1-69 0,-3-5-78 15,4-1-230-15,0-3 102 0</inkml:trace>
  <inkml:trace contextRef="#ctx0" brushRef="#br0" timeOffset="159918.41">19210 3627 121 0,'-1'-6'209'0,"1"6"24"0,0-12-19 0,0 12-22 16,0 0-18-16,0-11-22 0,0 11-17 0,0 0-17 16,0 0-15-16,0 0-12 0,0 0-6 0,9 22-6 15,-7-8-9-15,1 12-2 0,3-1-10 0,1 4-1 16,-2 2-6-16,0 2-4 0,1-4-3 16,-2 0-5-16,0 2-2 0,-1-6-2 0,-1-6-4 15,-1 0-3-15,3 1-4 0,-3-4 0 0,3 3-4 16,0-2 0-16,-3-3 0 0,-1 3-8 0,2-3-7 15,-2-2-28-15,1-1-16 0,0-2-29 0,-1-9-24 16,0 16-21-16,0-16-26 0,2 12-31 0,0-7-17 16,-2-5-108-16,0 0-318 0,0 0 141 0</inkml:trace>
  <inkml:trace contextRef="#ctx0" brushRef="#br0" timeOffset="160223.06">19315 3567 26 0,'1'-5'176'0,"1"-4"-20"0,1 5-18 16,-3 4-16-16,9-7-9 0,-9 7-14 0,9 0 0 15,-9 0-22-15,11 8-5 0,-6 1-13 0,1 2 2 16,-4 4-10-16,1 3 0 0,-4 2-10 0,-3 6-1 16,-5 3-6-16,-2-3 0 0,-2 4-1 0,0-2 1 15,-1-3-5-15,-3-2-3 0,6-8-3 0,-6 6 1 16,6-7-5-16,0-2 19 0,1-3-4 0,4-1-2 15,-2-1 10-15,3-1-3 0,0-3 0 0,1 1 7 16,4-4-13-16,-5 8-5 0,5-8-8 0,-4 6 5 16,4-6-7-16,0 0 3 0,0 0-1 0,10 7 0 15,2-5-6-15,5-1 11 0,2 0-12 0,2 1-7 16,11-1-25-16,-4-4-22 0,3 2-50 0,1-2-27 16,-4 3-27-16,4 0-23 0,-5-3-94 0,-5 3-283 15,-4-6 126-15</inkml:trace>
  <inkml:trace contextRef="#ctx0" brushRef="#br0" timeOffset="160459.53">19614 3812 170 0,'0'0'164'0,"0"0"-14"16,0 0-24-16,0 0-15 0,0 0-7 0,0 0-9 16,0 0-7-16,0 0 9 0,0 0 8 0,9 24 6 0,-9-7-5 15,1 2-6-15,2 5 3 0,-6 3 3 0,3-4-8 16,-1-3-1-16,-2-3-13 0,1 2-7 0,2-1-7 15,0-3-4-15,-1 1-3 0,1-1-3 0,0-3-5 16,1-1-2-16,1 2-5 0,0-1-4 16,2-2-4-16,-1 0-1 0,0-1-3 0,4 0-1 15,0-2-7-15,1-1-16 0,3 1-24 0,-1-2-25 16,7-3-45-16,2 1-59 0,9-3-52 0,-6-3-187 0,5-4-410 16,2-3 181-16</inkml:trace>
  <inkml:trace contextRef="#ctx0" brushRef="#br0" timeOffset="160627.5">20234 3924 2393 0,'0'0'19'0,"11"-5"-17"0,-11 5-17 0,13-5 8 16,-13 5-1-16,9-4 6 0,-9 4 1 0,12-3-3 16,-4 1 3-16,-8 2-2 0,20-2 1 0,-8 2-17 15,0-2-27-15,1 2-32 0,-2 2-32 0,1 0-27 16,0 1-37-16,-1 0-128 0,-6 3-326 0,-5-6 145 15</inkml:trace>
  <inkml:trace contextRef="#ctx0" brushRef="#br0" timeOffset="160781.65">20326 4030 162 0,'0'0'175'0,"0"0"-13"0,-5 5-5 0,5-5-12 0,0 0-9 15,0 0-7-15,0 0-19 0,0 0-11 0,0 0-10 16,0 0-9-16,0 0-10 0,27 5-34 0,-11-6-24 15,6-1-42-15,6-2-34 0,4-1-39 0,1 1-26 16,2 0-77-16,-3-2-224 0,1-3 100 0</inkml:trace>
  <inkml:trace contextRef="#ctx0" brushRef="#br0" timeOffset="161007.72">20938 3745 65 0,'1'-18'194'15,"1"-2"1"-15,-5 2-13 0,3 2 19 0,-3 4-2 16,2-2 6-16,0 4 7 0,0 0-4 0,1 4-14 15,0 6-17-15,-3-11-22 0,3 11-17 0,0-8-21 16,0 8-16-16,0 0-11 0,0 0-2 16,0 0-17-16,0 0-5 0,0 37-1 0,1-19-7 15,1 0-6-15,-2 9 1 0,1 1-9 0,1 2-1 0,0-2-7 16,-1 1 1-16,0-1-5 0,1-3-2 0,0 1-5 16,-2-1 3-16,1-5-3 0,-1-2-4 0,4 1-16 15,-2 1-36-15,-2-3-34 0,1 0-30 0,1-2-34 16,0 2-38-16,1-3-61 0,-1-4-222 15,-2 0-487-15,0-10 216 0</inkml:trace>
  <inkml:trace contextRef="#ctx0" brushRef="#br0" timeOffset="161244.04">21274 3798 2052 0,'14'-27'17'0,"-2"-1"52"15,-5 6-20-15,-2 5 8 0,-1 1 22 0,-1 6 16 16,0 0-2-16,-2 3-6 0,0 1-11 0,-1 6-1 15,1-9-12-15,-1 9-10 0,5-7-5 0,-5 7-7 16,0 0-3-16,0 0-5 0,0 0 2 0,0 26 10 16,-2-9 3-16,-1 0-14 0,2 2 6 0,-1 8-14 15,-1 1 17-15,-1-3-11 0,1 0-1 0,2 0-5 16,-3-6 1-16,2 2-2 0,-1-2-5 0,1-2-13 16,-5 2-26-16,5-2-36 0,-1-4-40 0,2 2-49 15,0-5-45-15,1 1-28 0,0-11-34 0,-2 16-165 16,2-16-451-16,0 10 200 0</inkml:trace>
  <inkml:trace contextRef="#ctx0" brushRef="#br0" timeOffset="161459.5">21527 3711 191 0,'5'-9'225'0,"-3"4"-13"0,0 0-22 0,-2 5-19 15,3-7-20-15,-3 7-16 0,0 0-15 0,0 0 2 16,0 0 1-16,-28 19 1 0,12-5-1 0,1-2-4 15,-6 9-7-15,2-1-11 0,5-4-14 16,-1-2-7-16,2 0-5 0,3 1-8 0,0-2-5 16,5-1-7-16,-1-1-3 0,1 0-10 0,4 0-4 0,-3-1-18 15,4-1-24-15,4-1-30 0,-4-8-32 0,14 15-42 16,-2-9-59-16,8 0-41 0,2-2-161 0,7-1-399 16,2-3 177-16</inkml:trace>
  <inkml:trace contextRef="#ctx0" brushRef="#br0" timeOffset="161821.84">21812 3999 50 0,'0'0'245'0,"0"0"-6"15,7 3-2-15,-7-3-4 0,0 0-10 16,8 0-9-16,-8 0-5 0,0 0-23 0,0 0-4 16,17-9-15-16,-7 5-13 0,1-2-10 0,0 1-17 15,0-1-23-15,4-3 10 0,1 1-17 0,-8 0-3 16,6 0-10-16,-3 1 0 0,2-5-5 0,-4 2-21 15,1 1 11-15,-2-4-3 0,0 2 1 0,-4-1-1 16,2-3-6-16,-4-4-13 0,0 0-2 0,-2 0-10 16,2 1 9-16,-2-1-12 0,2 0-5 0,-2-1-2 15,2 1-7-15,2 3-2 0,0-1-6 0,1 1-3 16,1 5 5-16,1 0-6 0,0 1-7 0,4 3 1 16,5 0-2-16,1 2 2 0,2 5-7 0,0 3 3 15,1 1-2-15,6 4-2 0,-1 4-1 0,-8 1 3 16,-1 0-1-16,-1 2 0 0,-3 1-4 0,-1 6 9 15,-7-5 1-15,5 5-5 0,-7-2-12 0,1 5 15 16,-2-7 5-16,2 0 0 0,-2-6 3 0,-1 4-7 16,0-4 0-16,1-1-27 0,1 2-28 0,0-1-43 15,5-4-45-15,4-1-62 0,7 1-64 0,10-1-242 16,8-5-555-16,3-4 246 0</inkml:trace>
  <inkml:trace contextRef="#ctx0" brushRef="#br0" timeOffset="167933.83">11125 3953 137 0,'0'0'139'0,"0"0"-1"16,0 0-3-16,0 0-4 0,0 0-17 0,-3-10-10 15,3 10-8-15,0 0-9 0,0 0-5 0,0 0-18 16,0 0-2-16,0 0-8 0,0 0-12 0,0 0-3 16,-18 12-5-16,9-1 6 0,-1 1-4 0,-4 3-2 15,-4 6-6-15,0 0 5 0,0 3-9 0,2 0 5 16,-2 4-5-16,1-3 0 0,4-2-3 0,-1-1 0 16,4 2-3-16,0-2-6 0,2-3 4 0,2-2-4 15,2 0 2-15,-1-1-5 0,3-5 2 0,2 6-2 16,-2-1 1-16,4-4-1 0,1 0 1 0,2-1-1 15,2-1-2-15,-1 0 3 0,3-4-2 0,0 0 0 16,0 1 3-16,3-2-3 0,0-1 2 0,2 0 2 16,-1-2 1-16,-2 0 6 0,5-4-1 0,-2 2 5 15,-2-1-3-15,0-2 4 0,-2 1 1 0,0-2 1 16,-1 0 3-16,0-1 0 0,0 0-1 0,-4-2 0 16,-1 2-2-16,0 0-1 0,-1-2-6 0,-2-4-2 15,-2 2 2-15,1 9-8 0,-7-15-2 0,1 7-4 16,-3 1 1-16,0 0-6 0,1 3 2 0,-1 0-3 15,-2 3-3-15,-2 0 2 0,-2 2-1 0,2 0-6 16,-1 3-10-16,-4 3-15 0,-1-1-23 0,8 0-12 0,-2-2-41 16,2 3-23-16,1-1-23 0,1 1-18 15,3 1-99-15,1 0-295 0,2-2 130 0</inkml:trace>
  <inkml:trace contextRef="#ctx0" brushRef="#br0" timeOffset="168517.97">11289 4249 10 0,'0'0'152'0,"0"0"-24"0,0 0-26 0,0 0 3 16,0 0-12-16,0 0-8 0,9 12-3 0,-7-7-11 15,-2-5-11-15,3 16-4 0,-1-5-3 0,0-2-5 16,1-1-2-16,-3-1-6 0,1 0-11 0,2 0 4 15,-3-7-4-15,2 8-3 0,-2-8-8 0,3 7 11 16,-3-7 6-16,0 0 18 0,2 9 10 0,-2-9 25 16,0 0 14-16,0 0 12 0,0 0 7 0,0 0-7 15,0 0-10-15,0 0-3 0,0 0-19 0,0 0-7 16,0 0-5-16,0 0-9 0,-14-22-8 0,13 12-3 16,1 10-9-16,0-19-5 0,3 8-5 0,-3 0-3 15,3-6-5-15,8-2-4 0,-4 3-1 0,1-1-3 16,1 4-2-16,-2 2-1 0,-3 5-6 0,3-2-3 15,2 3-2-15,-4 2-1 0,4 1-1 0,2 2-3 16,-2 2-1-16,-1 1-3 0,2 4 5 0,-1 1-2 16,2 3 1-16,-1 2-2 0,0 1 2 0,-1 0 1 15,-4-2 3-15,0 0-4 0,-1-2 4 0,0 1-1 16,0-1 0-16,-1-1-2 0,2-5 0 0,-5 2 4 16,0-6 4-16,3 9-4 0,-3-9 6 0,2 7 1 15,-2-7 2-15,0 0 0 0,0 0-2 0,0 0-3 16,0 0 1-16,0 0 0 0,0 0 1 0,0 0-1 15,0 0-3-15,0 0-1 0,-3-29-2 0,3 19 0 16,3-1 2-16,0 0-3 0,3-5 3 0,1 2-5 16,2-1 0-16,-3 1-3 0,2 5-1 0,0-1-2 15,-2 3 4-15,1 1-4 0,-4 3 5 0,3 1-9 16,-6 2 1-16,13 0 0 0,-13 0 0 0,16 5-2 16,-9 2 2-16,2 0 2 0,2 2-1 0,-5 1-1 15,1 1-7-15,5 1-18 0,-4 3-12 0,-3-4-24 16,0 1-23-16,-2 1-19 0,0-2-32 0,2-2-27 15,-3 3-20-15,0-3-107 0,-2 1-325 0,1-1 144 16</inkml:trace>
  <inkml:trace contextRef="#ctx0" brushRef="#br0" timeOffset="168926.54">11831 4255 121 0,'0'0'191'0,"0"-9"-12"16,0 9-10-16,0 0-26 0,3-8-17 0,-3 8-12 15,0 0-17-15,0 0-10 0,0 0-5 16,0 0-8-16,0 0-2 0,0 0-7 0,-4 31-5 0,4-20-4 16,0 0-7-16,-4 0-1 0,0 1-3 0,4-5-7 15,-2 3-7-15,2-3 5 0,0-7-5 0,-3 11 4 16,3-11 15-16,0 8 17 0,0-8 18 0,-4 7 12 16,4-7 21-16,0 0 9 0,0 0-5 15,0 0-13-15,0 0-13 0,0 0-9 0,0 0-15 16,4-25-5-16,-6 13-2 0,5-2-8 0,3-2-11 15,-2-2-3-15,2-1-2 0,5-7 3 0,0 0-12 0,1 0-8 16,0-1 3-16,1 1-8 0,-1 1 2 0,3 3-4 16,-8 6-5-16,2 6-1 0,-2-1-7 0,-3 5 1 15,-1 1-5-15,3 1-8 0,-6 4 2 16,8 0 1-16,-8 0-2 0,14 13 2 0,-9-1 2 16,1 4 1-16,2 8-1 0,-3 0 8 0,-1 2-8 15,0-6 0-15,-1 4 0 0,-2-5 0 0,2 0 5 0,-1-2-6 16,0 2 5-16,0-2 3 0,0-1-1 0,0-1-22 15,-1-2-25-15,0-2-23 0,3 0-27 0,-4-2-23 16,2 2-29-16,-2-11-25 0,2 12-27 16,-2-12-16-16,1 11-3 0,-1-11-148 0,-3 6-395 15,3-6 175-15</inkml:trace>
  <inkml:trace contextRef="#ctx0" brushRef="#br0" timeOffset="169063.06">11945 4289 163 0,'0'0'179'0,"-5"-7"-9"0,5 7-15 15,0 0-12-15,-5-3-15 0,5 3-8 0,0 0-15 16,0 0-6-16,0 0-17 0,0 0-9 0,0 0-4 16,12-13-18-16,-5 13-37 0,7 0-36 0,4-1-42 15,-4-1-50-15,3 2-112 0,-5 2-243 0,0-1 108 0</inkml:trace>
  <inkml:trace contextRef="#ctx0" brushRef="#br0" timeOffset="170915.1">16181 3647 90 0,'0'0'100'0,"0"0"-7"16,0 0-15-16,0 0-6 0,0 0-7 0,0 0-9 15,0 0 12-15,0 0-27 0,0 0-1 0,0 0-41 16,0 0-10-16,0 0-17 0,0 0-25 0,0 0-49 16,0 0-110-16,-11 9 49 0</inkml:trace>
  <inkml:trace contextRef="#ctx0" brushRef="#br0" timeOffset="171649.14">8372 5270 29 0,'0'0'62'15,"0"0"-14"-15,0 0-4 0,0 0-5 0,0 0 3 16,0 0-14-16,0 0 3 0,0 0-10 16,0 0 3-16,0 0-6 0,0 0 1 0,0 0-8 15,0 0 3-15,0 0-3 0,0 0 5 0,0 0-11 16,0 0-3-16,0 0-7 0,0 0-7 0,-2 9-5 0,2-9 0 15,0 0-8-15,0 0-7 0,0 0-28 0,0 0-64 16,0 0 29-16</inkml:trace>
  <inkml:trace contextRef="#ctx0" brushRef="#br0" timeOffset="183257.52">10285 6169 69 0,'0'0'108'0,"0"0"-5"0,0 0-8 0,0 0-5 0,0 0 2 16,0 0-11-16,9 1-15 0,-9-1 4 0,0 0 0 16,13-1-18-16,-13 1 0 0,11-1 2 0,-3 1-11 15,4-1-9-15,-1 1-35 0,0-1-12 16,3 1-19-16,-1 0-16 0,1-2-25 0,-1 2-79 0,-3-1-165 15,-1 1 72-15</inkml:trace>
  <inkml:trace contextRef="#ctx0" brushRef="#br0" timeOffset="183439.4">10225 6325 112 0,'-4'4'165'0,"4"-4"-10"0,0 0-10 15,-5 5-4-15,5-5-14 0,0 0-9 0,0 0-6 16,0 0-8-16,0 0-5 0,17 2-10 0,-5-2-13 16,5 0-22-16,5-1-30 0,6-2-42 0,2 0-37 15,4 1-50-15,-2 0-120 0,-3-1-242 16,-1 0 108-16</inkml:trace>
  <inkml:trace contextRef="#ctx0" brushRef="#br0" timeOffset="187152.66">11473 5861 147 0,'0'0'148'15,"0"0"-3"-15,0 0-7 0,0 0-8 0,0 0-5 16,0 0-5-16,0 0-8 0,0 0-6 0,0 0-10 16,0 0-5-16,0 0-2 0,0 0-3 0,0 0-8 15,0 0-6-15,0 0-7 0,0 0-4 0,0 0-6 16,0 0-5-16,0 0-2 0,0 0-2 0,0 0-7 15,0 0-3-15,0 0-3 0,0 0-1 0,0 0-1 16,0 0-6-16,0 0-2 0,0 0-1 0,0 0-4 16,0 0-1-16,0 0 0 0,0 0-4 0,0 0 1 15,0 0-2-15,0 0-1 0,0 0-3 0,0 0 3 16,0 0-4-16,0 0-2 0,0 0 2 0,0 0-2 16,0 0 1-16,0 0 5 0,0 0-7 0,0 0-4 0,0 0 2 15,0 0 0-15,0 0 2 0,0 0-3 16,0 0 2-16,0 0-2 0,0 0 2 0,0 0-1 15,0 0-1-15,0 0 0 0,0 0 1 0,0 0 0 16,0 0 0-16,0 0 2 0,0 0 3 0,0 0 1 16,0 0 1-16,0 0 4 0,0 0 1 0,0 0 1 0,0 0-2 15,0 0 0-15,0 0-1 0,0 0 1 0,0 0-4 16,0 0 2-16,25-5-4 0,-14 3-1 0,1 0 0 16,6-1 2-16,-7 0-3 0,2 0 0 15,0 1-2-15,3-1-6 0,-2 0-10 0,-3 2-13 16,-1 0-13-16,0-1-11 0,-1 0-17 0,-3 1-35 0,-6 1-9 15,16-3-27-15,-9 3-13 0,-7 0-23 16,0 0-118-16,11-1-315 0,-11 1 139 0</inkml:trace>
  <inkml:trace contextRef="#ctx0" brushRef="#br0" timeOffset="187637.78">11498 5851 112 0,'0'0'106'0,"-7"2"-6"0,7-2-5 0,-5 4-8 0,5-4-1 15,-6 11-4-15,2-5-6 0,-1 5-1 0,1-1 10 16,1 0 2-16,-3 4-11 0,4-2-6 16,-1-3-8-16,-1 1-6 0,0 0-5 15,2-3-3-15,2 0-2 0,-4 1-1 0,4-8 1 0,0 14-5 0,-2-7 0 16,2-7-4-16,-2 11-3 0,1-6-6 0,1-5 6 15,0 8-4-15,0-8-4 0,0 0-4 0,-1 11 1 16,1-11-3-16,0 0-1 0,-2 7 1 16,2-7 4-16,0 0-2 0,0 0 6 0,0 0-2 15,0 0 3-15,0 0 0 0,0 0 3 0,0 0 1 0,0 0 6 16,0 0-2-16,0 0 3 0,4 6-1 0,-4-6 3 16,0 0-3-16,0 0-6 0,0 0 1 0,0 0-9 15,18-6 1-15,-18 6-8 0,17-3 1 16,-5 0-5-16,-3 1 1 0,5-1-2 0,-1 3-4 0,0 0-3 15,-1 0 3-15,1 2-3 0,-1 0-2 0,-1 3 3 16,0-3-6-16,0 3-3 0,-2 1 2 0,0-1 0 16,-1 2-3-16,-2 3 1 0,-2-5-1 0,0 4 0 15,1 1 6-15,-2-1-4 0,-2 1 1 0,0 0-1 16,-3-1 0-16,-1 1 1 0,-1-1 1 0,-2 1 3 16,-3-2-1-16,-1 0 0 0,1 0 6 0,-2 0-7 15,-3-3-5-15,3-1-8 0,-2 0-14 0,2 0-15 16,0 0-29-16,0-3-22 0,3-1-34 0,8 0-38 15,-13-1-178-15,3-3-370 0,6 0 163 0</inkml:trace>
  <inkml:trace contextRef="#ctx0" brushRef="#br0" timeOffset="187807.98">11794 6056 70 0,'0'0'227'0,"11"0"-25"15,-11 0-21-15,0 0-20 0,0 0-16 0,8 1-15 16,-8-1-19-16,0 0-28 0,0 0-35 0,0 0-42 16,0 0-41-16,8 3-28 0,-8-3-29 0,5 3-104 15,-5-3-212-15,0 0 94 0</inkml:trace>
  <inkml:trace contextRef="#ctx0" brushRef="#br0" timeOffset="188179.48">11997 5895 76 0,'4'-6'180'0,"-4"6"-11"0,11-8-5 15,-4 6-3-15,-1 0-18 0,-6 2-1 0,15 1-4 16,-5 0-12-16,0 1-15 0,-2 0-10 0,1 3-8 16,-2 2-11-16,3 0-4 0,-2 0-12 0,-1-1-7 15,-1 3-2-15,-3-1-9 0,0 0-1 0,-1 2-6 16,-2-5-2-16,0 4-2 0,0-9-5 0,-7 14-3 15,6-3-2-15,-3-5-5 0,0 1-1 0,0-1-2 16,3 0-9-16,-3-1-8 0,4-5-7 0,-7 6-2 16,7-6-7-16,-5 7-5 0,5-7-8 0,-2 6-5 15,2-6 0-15,0 0 6 0,0 0-1 0,2 12 2 16,-2-12-2-16,7 6 5 0,-2-2 1 0,-5-4 6 16,8 8-5-16,-3-3 6 0,0 0 0 0,0 0-3 15,-1 1 7-15,0 1 1 0,-4-7-3 0,3 10 0 16,-3-2 4-16,0-8 6 0,-3 14 0 0,1-5 5 15,-4-4 2-15,0 2-3 0,-4 0 0 0,1-2 4 16,-1 3-2-16,-1-2-1 0,-4 0-16 0,-3 1-26 16,3-2-36-16,1-2-42 0,2 2-48 0,-2-4-89 15,3 1-273-15,-2-1 122 0</inkml:trace>
  <inkml:trace contextRef="#ctx0" brushRef="#br0" timeOffset="188717.76">12239 6055 19 0,'9'-2'187'15,"-9"2"-20"-15,0 0-9 0,11 0-19 0,-11 0-13 16,7 3-12-16,-7-3-9 0,6 7-5 0,-2-3-9 16,0-1-12-16,-2 4-3 0,-2-7-1 0,6 9-11 15,-3-4-2-15,-3-5-3 0,2 9 4 0,-2-9-6 16,2 8 6-16,-2-8 7 0,0 6 15 0,0-6 11 15,0 0 14-15,0 0 14 0,0 0 7 0,0 0 5 16,2 7-11-16,-2-7-13 0,0 0-8 0,0 0-11 16,0 0-11-16,-6-26 0 0,4 18-11 0,2-1-7 15,-1 1 13-15,1-5-30 0,3 1-1 0,1 1-8 16,-4-3-7-16,3 3-2 0,4-1-1 0,-3 1-6 16,3 3-8-16,1 0-3 0,1 3-6 0,-1 0-2 15,2 2-4-15,-1 1 1 0,5 4-3 0,-1 2 1 16,-3 2-1-16,-2 1-2 0,5 5 2 0,0-2-5 15,-3 3 2-15,-1-1-3 0,-3-2 5 0,0 2-5 16,-2-1-1-16,0-1-2 0,1 1 1 0,-1-1-4 16,-4-3-6-16,2 0-6 0,-1-2 6 0,-1-5 1 15,0 0 8-15,0 11 0 0,0-11 0 0,1 6 6 16,-1-6 5-16,0 0-1 0,0 0-2 0,0 0 1 0,0 0 0 16,0 0 4-16,0 0 1 0,-2-32-2 15,4 21 6-15,4 0-3 0,-2-5-4 0,3-1 2 16,2 1-2-16,5 0 1 0,-3 0-2 0,-1 3-2 15,6 1-1-15,-5 1 2 0,1 3-3 0,-3 2-2 16,-2 4-1-16,1-1 1 0,4 3 0 0,-3 1 3 16,-1 3-1-16,4 2 2 0,-3 2-1 0,0-1-3 15,-3 5 4-15,0-4-12 0,-2 3-20 0,0 2-21 16,-1-3-30-16,-2 6-32 0,0 0-41 0,-1-4-31 16,-1 0-43-16,-1 1-170 0,0-4-437 0,2-9 194 0</inkml:trace>
  <inkml:trace contextRef="#ctx0" brushRef="#br0" timeOffset="189107.67">12846 6011 136 0,'0'0'199'0,"4"-5"-22"0,-4 5-19 0,0 0-18 16,0 0-13-16,0 0-4 0,0 0-10 0,2 18-12 15,-2-11-11-15,0 3-7 0,0 2-7 0,0-2-8 0,0-3-4 16,-2 3-8-16,2-10-5 0,0 15-4 0,0-11-6 15,0-4 1-15,0 10-4 0,0-10 5 0,0 0 19 16,0 9 18-16,0-9 21 0,0 0 20 16,0 0 9-16,0 0-9 0,0 0-12 0,0 0-11 15,0 0-9-15,0 0-6 0,0 0 3 0,-4-36-11 0,4 24-4 16,2-3-2-16,0-1-7 0,2-2-5 0,1 0 4 16,2-1-13-16,0 2 1 0,-1-2-16 15,1 2 4-15,3 0-9 0,0 5 0 0,1-2-2 16,-3 5-6-16,0 1-4 0,1 3-1 0,-3 0-10 0,0 4-5 15,-6 1-1-15,13 3-1 0,-6 2 0 0,4 3 2 16,0 5-2-16,-4 2 2 0,1-1 1 0,0 2 7 16,-2 1-8-16,1 1 0 0,-1-1-2 15,-5 2 3-15,4-2 0 0,-1 2-3 0,-2-1 6 16,1 0-3-16,-1-6-19 0,0 4-18 0,-2-3-38 0,0-3-28 16,0-1-36-16,0 0-36 0,-2-1-32 0,-3-2-39 15,3 1-217-15,-8-4-499 0,2 1 222 0</inkml:trace>
  <inkml:trace contextRef="#ctx0" brushRef="#br0" timeOffset="189251.45">12799 6096 177 0,'-7'-5'239'0,"7"5"-20"0,0 0-18 0,0 0-15 0,-1-6-17 16,1 6-17-16,0 0-10 0,0 0-6 0,23-3-15 15,-6 0-12-15,4 1-17 0,10-2-48 0,1-2-75 16,5-2-84-16,-4 0-193 0,3 0-331 0,-5-3 146 15</inkml:trace>
  <inkml:trace contextRef="#ctx0" brushRef="#br0" timeOffset="207451.24">10801 10836 74 0,'0'0'114'0,"0"0"-24"15,0 0-36-15,0 0-25 0,0 0-10 0,3 6-26 16,-3-6-56-16,0 0-67 0,0 0 31 0</inkml:trace>
  <inkml:trace contextRef="#ctx0" brushRef="#br0" timeOffset="208695.16">6588 11330 87 0,'0'0'81'0,"0"0"-19"0,0 0 1 0,0 0-11 0,0 0-15 15,0 0-22-15,0 0-31 0,0 0-48 0,0 0-69 16,0 0 31-16</inkml:trace>
  <inkml:trace contextRef="#ctx0" brushRef="#br0" timeOffset="210689.67">6626 11375 71 0,'0'0'90'0,"0"0"2"0,0 0-13 16,0 0-10-16,0 0 3 0,0 0-8 0,0 0-2 15,0 0-21-15,0 0-1 0,0 0 0 0,0 0-5 16,0 0 6-16,0 0-15 0,0 0 2 0,0 0-3 15,0 0-8-15,0 0-2 0,0 0 1 0,0 0-5 16,0 0 4-16,0 0 5 0,0 0-12 0,0 0-3 16,0 0 1-16,0 0 7 0,0 0-4 0,0 0-6 15,0 0 5-15,0 0 1 0,0 0-4 0,0 0 6 16,0 0-7-16,0 0-4 0,0 0-3 0,0 0 11 16,0 0-10-16,0 0 6 0,0 0 2 0,0 0-8 15,0 0 0-15,0 0 8 0,0 0 2 0,0 0-11 16,0 0 8-16,0 0-5 0,0 0 10 0,0 0-9 15,0 0 3-15,0 0 2 0,0 0-8 0,0 0-2 16,0 0 1-16,0 0 3 0,0 0 2 0,0 0 0 0,0 0-9 16,0 0-6-16,0 0 8 0,0 0-6 0,0 0 5 15,0 0 1-15,0 0-13 0,0 0 15 16,0 0-4-16,0 0-1 0,0 0-2 0,0 0-2 16,0 0 14-16,0 0-5 0,0 0-4 0,0 0 0 0,0 0 3 15,0 0-4-15,0 0 5 0,0 0-4 0,0 7-1 16,0-7-3-16,0 0 1 0,0 0-1 0,0 0 11 15,0 0-8-15,0 0-1 0,0 0-4 16,0 0-5-16,1 8 4 0,-1-8-4 0,0 0-1 0,0 0-6 16,2 7-1-16,-2-7-9 0,0 0-4 0,0 0-7 15,0 8-11-15,0-8-40 0,0 0-106 0,-2 9 47 16</inkml:trace>
  <inkml:trace contextRef="#ctx0" brushRef="#br0" timeOffset="211309.37">6579 11433 16 0,'0'0'102'0,"0"0"-5"0,0 0 3 0,0 0-7 15,0 0 1-15,0 0-6 0,0 0-1 0,0 0-7 16,0 0-2-16,0 0-8 0,0 0-7 0,0 0-8 15,0 0-20-15,0 0 6 0,0 0-6 0,0 0-8 16,0 0-17-16,0 0-13 0,0 0-15 0,0 0-13 16,0 0-13-16,0 0-9 0,0 0-21 0,0 0-20 0,0 0-49 15,0 0-154-15,0 0 68 0</inkml:trace>
  <inkml:trace contextRef="#ctx0" brushRef="#br0" timeOffset="-208714.61">14198 10629 81 0,'-2'-11'169'0,"-1"0"-6"0,-1 0-5 0,0 1-1 16,0 0-6-16,2-1-5 0,-4 1-11 0,4 4-2 15,1-2-7-15,1 8-7 0,-4-12-14 0,2 7-11 16,2 5-13-16,0 0-14 0,-4-6-9 0,4 6-5 0,0 0-3 15,0 0-7-15,-6 23-4 0,2-7-5 16,0 8-5-16,-3 3-2 0,3 4 1 0,-1 2-2 16,1 0-3-16,-3 2 1 0,5-2-4 0,-3-1-2 15,1-2-5-15,2 0 4 0,1-2-5 0,-1-2 2 0,4-6-5 16,-2-3 0-16,1 0 1 0,-1-1-2 0,0-1-5 16,0-4 3-16,2-1-2 0,-2-3 0 0,2 0 3 15,-2-7-4-15,2 10 4 0,-2-10-1 16,2 6-2-16,-2-6 4 0,3 4-2 0,-3-4 2 0,0 0-3 15,20-10-1-15,-11 5-2 0,7-4 1 0,-3-1-4 16,3-1 2-16,1 2 1 0,0 1 0 0,3 0-2 16,-2 1-1-16,9-4 2 0,-2 2 0 0,-5 3 0 15,8-1-5-15,-9 1 6 0,10 0 1 0,-8 0-3 16,5 1 1-16,-1-2 0 0,-3 2 0 0,-1-1 0 16,6 2 3-16,-5-3-6 0,3 0 2 0,-4 0-1 15,-2-1 5-15,1 2-4 0,-2-4-2 0,-2 2 1 16,2-1 2-16,-6 0-3 0,4-1 2 0,-5 0-2 15,-3 0-4-15,2 1 1 0,-2-7 1 0,-4 5-2 16,-1-1 2-16,-1-1 0 0,-2 3-1 0,-2-7 3 16,0 2-1-16,-1-1-2 0,-3 4 4 0,1 2-2 15,-1-1-2-15,-1 3 2 0,-2 1 3 0,4 2-1 16,-6 0-6-16,2 3 1 0,0 1 3 0,-4 4-3 16,1 2 0-16,-3 5 3 0,-1 0 3 0,0 6-2 15,5-1 7-15,-2 2-4 0,5 1 2 0,2-2-1 0,2 4 0 16,4-2-4-16,1-3 4 0,4 2-20 15,2-1-19-15,5-2-25 0,3 0-34 0,1-4-33 16,13-2-36-16,0-1-162 0,1-3-352 0,1-3 156 16</inkml:trace>
  <inkml:trace contextRef="#ctx0" brushRef="#br0" timeOffset="-208506.38">15072 10546 130 0,'-3'-6'223'0,"3"6"-28"16,0-11-30-16,0 11-11 0,0 0-21 16,0 0-10-16,0 0-10 0,0 0-2 0,0 0-1 15,7 33-10-15,-7-14-11 0,1 7-7 0,0 0-8 0,2 1-8 16,-3 0-2-16,0-3-6 0,4 1-20 0,-3-6-31 16,0-1-31-16,2 3-28 0,-2-5-35 15,2 0-46-15,-3 0-34 0,0-3-95 0,4-1-285 16,-3-1 126-16</inkml:trace>
  <inkml:trace contextRef="#ctx0" brushRef="#br0" timeOffset="-208355.4">15011 10755 59 0,'-5'-8'172'15,"5"8"-21"-15,0 0-16 0,7-8-11 0,1 6-10 16,2-2-15-16,4-1-27 0,7 0-36 0,7 0-29 15,10-4-42-15,12-3-121 0,0 4-169 0,1-4 75 16</inkml:trace>
  <inkml:trace contextRef="#ctx0" brushRef="#br0" timeOffset="-208169.1">15830 10471 18 0,'-4'-4'244'0,"4"4"-12"0,-8-6-15 0,8 6-20 16,-5-5-22-16,5 5-20 0,0 0-11 0,16-11-15 16,-4 6-19-16,9 0-23 0,7-3-30 0,3 2-32 15,1 3-30-15,1-2-40 0,-4-1-27 0,-1 2-34 16,-9 1-12-16,1 2-123 0,-6-1-261 0,-4 2 116 0</inkml:trace>
  <inkml:trace contextRef="#ctx0" brushRef="#br0" timeOffset="-207545.15">16016 10413 73 0,'0'0'126'0,"-5"5"-10"0,5-5 5 15,-4 11 4-15,3-1-1 0,0 3 10 16,0 4-6-16,1-1-5 0,0 0-13 0,1 2-9 16,-1 0-11-16,0 2-9 0,1-2-2 0,-1-3-9 0,1 3-10 15,1 0 2-15,-2 1-12 0,1-2-1 16,-2-4-11-16,-1 2 5 0,0-4-9 0,-1 2 0 15,3-4-6-15,-2 0 0 0,-3 1-3 0,4-3-5 16,-3-1-3-16,-2 0-14 0,3-2-11 0,-3 0-6 0,1 2-1 16,-2-3 0-16,0 1 2 0,7-4-4 15,-12 4 0-15,5-4 6 0,7 0-1 0,-11 1 3 16,11-1-1-16,0 0 7 0,-11 0 6 0,11 0-1 16,0 0-1-16,-7 3 2 0,7-3-5 0,0 0 1 0,0 0-2 15,0 0 6-15,0 0-1 0,0 0 3 0,0 0-2 16,0 0-2-16,0 0 2 0,32-2 3 0,-17 1 2 15,12-6-3-15,1 4-5 0,0-2 2 16,3 1-8-16,-2-1-10 0,-2-3-9 0,2-1-3 0,-2 2-1 16,-5 1-6-16,5-2 9 0,-8 2-4 0,-1 0 2 15,0-3 3-15,-3-1 2 0,0 3 2 0,0-1 5 16,-4 0-1-16,-3-1 8 0,-1 2 10 16,0-2 9-16,0 2 10 0,-2 1 17 0,-2 2 4 0,-3 4 8 15,5-7-1-15,-5 7 1 0,3-7-3 0,-3 7-8 16,0 0-7-16,0 0 5 0,0 0 3 0,0 0 6 15,0 0 3-15,-14 31-3 0,7-17 0 0,-2 3-3 16,3-3-3-16,1 2-2 0,2 0-5 0,1 0-3 16,2-2 0-16,2 2 0 0,2-7-7 0,1 7 0 15,3-6-2-15,0-1 0 0,2-4-1 0,1 3-3 16,3-4 3-16,0-4-3 0,4 0-2 0,-1-1-2 16,-3 0 7-16,1-6-7 0,-2 2-1 0,-3 0-2 15,1-2 5-15,-1-1-4 0,-4-1 3 0,-1-1-4 16,-2 0 1-16,-2-2-2 0,-3-4-1 0,-1 4-2 15,-2 0 0-15,-5-3-3 0,-1 1-8 0,0 3-10 16,-3-4-4-16,1 3-5 0,-1 3-7 0,3 2-7 16,-1 1-14-16,-1 0-19 0,2 3-25 0,-1 0-4 15,1 2-42-15,3 1-4 0,8 0-12 0,-14 5-18 16,8-3-115-16,6-2-315 0,-7 7 140 0</inkml:trace>
  <inkml:trace contextRef="#ctx0" brushRef="#br0" timeOffset="-207403.82">16622 10659 109 0,'7'-3'183'0,"-7"3"-9"0,12-3-2 16,-4 0-8-16,1-1-15 0,0 1-13 0,-1 1-16 15,-1 0-13-15,0-1-23 0,-7 3-29 0,13-4-42 16,-6 1-25-16,-1 1-43 0,-6 2-25 16,13-1-27-16,-8-1-95 0,-5 2-220 0,0 0 98 15</inkml:trace>
  <inkml:trace contextRef="#ctx0" brushRef="#br0" timeOffset="-207262.83">16749 10725 25 0,'-3'8'129'16,"-2"1"5"-16,0 0-7 0,2-2-2 0,1-1-1 0,-1 1-12 15,3-7-10-15,-4 9-7 0,4-9-13 0,2 12-7 16,0-7-9-16,3-2-25 0,6 1-40 16,1-3-52-16,6-1-55 0,-1-4-75 0,2 0-194 0,9-2 86 15</inkml:trace>
  <inkml:trace contextRef="#ctx0" brushRef="#br0" timeOffset="-206869.26">17150 10405 188 0,'3'-5'241'0,"-1"-1"-17"0,-2 6-18 0,3-9-25 16,-3 9-20-16,4-3-19 0,-4 3-16 0,0 0-10 0,8 15-6 16,-5-3-6-16,1 7-8 0,0 5 2 0,0 2-14 15,-2 0-6-15,1 2-7 0,-2 0-10 0,3 0-5 16,-3-3-4-16,-1 3-6 0,1-4-3 16,1-4-5-16,1 0-4 0,0-2-30 0,-1 1-29 0,1-3-27 15,1 1-35-15,-3-5-32 0,3-2-27 0,-1 0-27 16,1-1-19-16,-2-2-103 0,2-4-319 0,1 1 142 15</inkml:trace>
  <inkml:trace contextRef="#ctx0" brushRef="#br0" timeOffset="-206604.43">17380 10692 92 0,'0'0'172'0,"4"-6"-17"0,-4 6-11 16,4-5-9-16,-4 5-11 0,0 0-8 0,0 0-4 15,0 0-2-15,7-2-6 0,-7 2-8 0,0 0-4 16,12 0-4-16,-12 0-6 0,18 3-1 0,-7-3-3 15,3 0-5-15,3-1-1 0,2-1-2 0,-1-2-3 16,0 0-4-16,-3-2-3 0,3 0-4 0,-6 0-2 16,-1-1-2-16,-2 0-1 0,1-1 3 0,-3 0-7 15,-2-2-3-15,-3 2-4 0,-2-3-6 0,-1 4-4 16,-4-4-6-16,-3 2-1 0,-1-1-3 0,-1 3-2 16,-5-2-6-16,-3 1 0 0,1 5-5 0,-2 3-12 15,0-1-9-15,-1 2-21 0,-7 6-17 0,6 1-22 16,2-2-20-16,2 2-23 0,1 1-28 0,7-2-25 15,0-1-19-15,4 3-123 0,4-4-337 0,1-5 149 16</inkml:trace>
  <inkml:trace contextRef="#ctx0" brushRef="#br0" timeOffset="-206361.17">17827 10514 113 0,'11'-11'175'0,"-1"2"4"0,-4-3 18 0,-1 5 11 16,0-4-5-16,-1 5 0 0,1-1-12 15,-1 2-10-15,0 1-21 0,-4 4-19 0,6-6-11 16,-6 6-20-16,0 0-11 0,0 0-7 0,9 9 3 0,-5 1-5 16,1 4-4-16,0 4-1 0,-1 2-5 15,0 5-15-15,-1 1-3 0,-1 1 2 0,1-2-17 16,-1 2-3-16,-2 0-3 0,2-2-3 0,-1-6-2 16,2 6-4-16,-2-5-4 0,0-4-1 0,0-3-17 0,3 2-21 15,-3-2-29-15,1-1-33 0,-1-1-32 0,-1-1-36 16,0-1-27-16,1-3-37 0,-1-6-27 0,1 11-158 15,-1-11-422-15,0 0 187 0</inkml:trace>
  <inkml:trace contextRef="#ctx0" brushRef="#br0" timeOffset="-206143.22">17969 10461 95 0,'9'-9'174'0,"1"1"-4"0,-1 3-12 0,3-2-10 15,-2 5-6-15,0 2-6 0,3 2-14 0,-3 2-14 16,2 0-9-16,-3 2-12 0,-2 2-6 0,1 2-9 16,0 1-6-16,-3 2-6 0,-4 3-5 0,2-4-5 15,-5 5-7-15,0-1 1 0,-2-1-5 0,-4-1-11 16,3-2-18-16,-2 1-21 0,-2-1-13 0,0-1-34 16,1-1-36-16,0-1-29 0,2-1-31 0,-3-2-101 15,0 0-274-15,4-2 121 0</inkml:trace>
  <inkml:trace contextRef="#ctx0" brushRef="#br0" timeOffset="-205761.01">18183 10672 165 0,'9'6'184'0,"-6"-2"0"15,-3-4-8-15,6 7-12 0,-6-7-12 0,5 3-13 16,-3 2-11-16,-2-5 1 0,5 6-5 0,-5-6-10 15,0 0-1-15,5 5-7 0,-5-5 6 0,0 0-5 16,3 5 6-16,-3-5 8 0,0 0 0 0,0 0-8 16,0 0-11-16,0 0-7 0,0 0-11 0,2-23-11 15,0 14-5-15,0-3-5 0,1 1-11 0,-1-5-3 0,4 0-2 16,-2-3-5-16,2 0-2 0,-2 2-15 16,3-8 3-16,-2 7 0 0,4-6-5 0,0 6 1 15,-1 3-5-15,0 0-5 0,-2 4 1 0,4 2-2 16,-2-1-3-16,-2 3-1 0,3 1-2 0,0 3-4 0,0 1 1 15,3 4-4-15,-2 2 4 0,5 4 0 16,-1 2 0-16,-3 4 0 0,-1-1 1 0,0 3 5 0,0 3-1 16,-2-3 10-16,1 0-7 0,-4 0-7 15,3-1 1-15,-5 0 3 0,0 3-1 0,2-4 4 0,-1 1-6 16,0-3 1-16,-2 0-10 0,2 0-32 0,0 0-37 16,-3-4-47-16,1 1-40 0,-2-3-46 0,2 0-27 15,-2-6-41-15,0 8-149 0,0-8-456 0,0 0 202 16</inkml:trace>
  <inkml:trace contextRef="#ctx0" brushRef="#br0" timeOffset="-205614.03">18319 10586 11 0,'-9'-3'193'0,"9"3"-17"16,0 0-20-16,-6-5 0 0,6 5-12 0,0 0-17 15,0 0-5-15,24-6-15 0,-2 3-21 0,10-2-36 16,4-2-61-16,17-4-57 0,-3 2-141 0,3-2-225 15,-16 1 100-15</inkml:trace>
  <inkml:trace contextRef="#ctx0" brushRef="#br0" timeOffset="-197586.82">7225 12313 64 0,'0'0'86'0,"0"0"-7"15,0 0-1-15,4-5-16 0,-4 5-2 0,0 0-7 16,0 0-3-16,0 0 2 0,0 0-3 0,0 0-22 15,0 0 11-15,0 0-4 0,0 0-5 0,0 0 2 16,0 0-7-16,0 0-1 0,0 0-6 16,0 0-6-16,0 0 5 0,0 0 7 0,0 0-6 0,0 0-4 15,0 0 7-15,0 0-5 0,0 0 4 0,0 0-7 16,0 0 8-16,0 0-3 0,0 0 5 0,0 0 1 16,-10 22 1-16,10-22-10 0,0 0 4 0,-5 3-1 15,5-3-7-15,0 0-4 0,-7 4-5 0,7-4 10 16,0 0 9-16,-7 6-9 0,7-6 1 0,-7 4-4 15,7-4 6-15,-10 3 13 0,10-3-15 0,-5 3 9 16,5-3 2-16,0 0-4 0,0 0 5 0,-10 2-4 16,10-2 3-16,0 0-1 0,0 0-1 0,-5 3 4 15,5-3-9-15,0 0 0 0,0 0 3 0,0 0-5 16,0 0 1-16,0 0-5 0,0 0-3 0,0 0 4 16,0 0-2-16,0 0-6 0,0 0 9 0,0 0-11 15,0 0 15-15,0 0-5 0,14 7 0 0,-4-8-5 16,0 2 2-16,0-1-2 0,1 1 2 0,3 1-11 15,-1-2-11-15,0 1-17 0,-2-2-17 0,2-1-30 0,-1 2-18 16,1-2-30-16,-1 0-89 0,-2 0-234 16,3 1 104-16</inkml:trace>
  <inkml:trace contextRef="#ctx0" brushRef="#br0" timeOffset="-197378.42">7114 12549 64 0,'0'0'130'16,"0"0"-6"-16,0 0-12 0,19 0-7 0,-8 0-14 16,0-2-5-16,3 1-12 0,3 0-7 0,2 0-25 15,0-2-31-15,0 2-48 0,-1 0-37 0,-2-1-59 16,-3 2-144-16,-1-1 65 0</inkml:trace>
  <inkml:trace contextRef="#ctx0" brushRef="#br0" timeOffset="-194107.19">8213 12227 11 0,'0'0'143'0,"-10"-4"-10"15,10 4-12-15,-8-3 8 0,8 3-8 0,0 0-2 16,-11-1 2-16,11 1-5 0,0 0 1 0,-5-4-5 16,5 4-4-16,0 0-4 0,0 0-13 0,0 0 1 15,0 0-10-15,-4-7-6 0,4 7-8 0,0 0-9 16,0 0-7-16,18-12-3 0,-10 7-10 0,4 1 0 15,-2 1-8-15,3 3-4 0,1 0-1 0,-3 1-6 16,2 1-3-16,-1 5-4 0,0 0 3 0,0 5-6 16,0 2 5-16,-4 3-1 0,-2 1-2 0,-2 7-1 15,0 1-7-15,-7 0 5 0,-2 3-5 0,-1-2 3 16,-2-1-1-16,-2-3-2 0,-4 0-4 0,1 0-6 16,0-8-2-16,-2 6 2 0,2-7 4 0,-2 0 1 15,0-3-2-15,0 0-3 0,0-1 1 0,2-4 2 16,2-3 1-16,-1 2 2 0,3-2 1 0,-1-2-2 15,2-1 2-15,8 0 0 0,-12-5 0 0,5 1-2 16,3-1 0-16,0-2 2 0,0-1 1 0,3 1-6 0,1 7 2 16,0-13-1-16,0 13 1 0,4-15 0 0,0 10 0 15,1 0-1-15,-1 0-4 0,2 1 2 16,4 0 2-16,-2 1-2 0,1 3 4 0,3-1-1 16,-1 1 4-16,2 1-4 0,1 0 2 0,-2 1-2 15,0 0 0-15,0 1 1 0,2 1 1 0,-3 0-11 0,0 1-16 16,0-3-27-16,2 4-39 0,0-3-22 0,1 0-38 15,-1-2-150-15,-2 3-326 0,-1-3 144 0</inkml:trace>
  <inkml:trace contextRef="#ctx0" brushRef="#br0" timeOffset="-193732.61">8714 12190 127 0,'3'-6'225'0,"-3"6"-19"0,1-7-18 16,-1 7-12-16,0 0-26 0,0 0-16 0,0 0-5 15,-28 18-14-15,15-4-7 0,-3 10-8 16,-2 0-7-16,0 5-3 0,0-2-10 0,3-3-3 16,-3 1-8-16,5 1-8 0,-1-3-6 0,5-5-4 0,2 1-8 15,4-2-3-15,1-5-4 0,1 1-5 0,2-2-2 16,2-1 2-16,2 0-4 0,1-1 0 0,3 0-2 15,-1-3 0-15,5-2-3 0,1 0 1 0,-1-3-2 16,1-1-3-16,2-1 4 0,2-2-4 0,-1-2-4 16,-5 1 1-16,0 0 3 0,-2-1-1 0,-1 0 6 15,-4 0-1-15,0 1 2 0,-2-3-3 0,-3 7-1 16,1-11-3-16,-1 11-1 0,-6-14-4 0,-1 7-3 16,-1 1-1-16,-1 2-2 0,0 0-6 15,-3 4-8-15,1-2-12 0,-2 4-16 0,-1 0-16 16,0 2-23-16,-1 0-30 0,2 2-32 0,4-2-44 0,-1 2-30 15,2 1-138-15,1-4-376 0,2 0 166 0</inkml:trace>
  <inkml:trace contextRef="#ctx0" brushRef="#br0" timeOffset="-192987.31">8949 12369 84 0,'-5'-5'185'0,"0"0"-4"16,5 5-7-16,-9-9-2 0,7 5-3 0,2 4-3 15,-6-6-6-15,6 6-14 0,0 0-10 0,-7-7-16 16,7 7-13-16,0 0-13 0,0 0-12 0,0 0-9 16,0 0-4-16,0 0 2 0,27 13-3 0,-9-4-8 15,-2 4 0-15,2-2-8 0,1-1-6 0,-2 2 0 16,6 4-5-16,-1-2-7 0,-7-1-3 0,-1-2-2 16,1-1-2-16,1 4-4 0,-4-4 1 0,4 1-2 15,-3 0-14-15,-4-3-36 0,2 3-42 0,-3-2-50 16,-2-2-50-16,-1 0-23 0,-1-3-24 0,-1 1-110 15,-3-5-355-15,3 6 157 0</inkml:trace>
  <inkml:trace contextRef="#ctx0" brushRef="#br0" timeOffset="-192757.46">9173 12291 174 0,'-1'-10'235'0,"1"10"0"0,-2-10-11 15,2 10-20-15,-1-10-18 0,1 10-22 0,0 0-16 16,0 0-15-16,0 0-13 0,0 0 10 0,-10 21-4 16,4-2-8-16,-3 4-14 0,-2 5-7 0,-3-1-11 15,3 1-5-15,-4 0-9 0,3 0-6 0,-1 0-7 16,3-1-6-16,-3-1-8 0,1-1-27 0,1 0-22 16,2-6-28-16,2-2-32 0,0-2-37 0,2 0-34 15,3-3-39-15,-1-1-39 0,2-1-147 0,-1-5-389 16,2-5 173-16</inkml:trace>
  <inkml:trace contextRef="#ctx0" brushRef="#br0" timeOffset="-192552.81">9314 12346 233 0,'1'-5'226'0,"3"-1"-22"15,-1 1-22-15,-3 5-14 0,0 0-6 0,0 0 0 16,0 0 0-16,0 0-8 0,12 11-6 0,-7-2-18 15,-2 1-13-15,-2 1-11 0,2 1-7 0,-1 5-10 16,1 0-10-16,-3-2-7 0,2 4-11 0,1-3-32 16,-3 2-38-16,2-3-29 0,-2 2-36 0,2-4-40 15,1-2-44-15,1-1-36 0,-1 1-139 0,-1-5-361 16,1 1 160-16</inkml:trace>
  <inkml:trace contextRef="#ctx0" brushRef="#br0" timeOffset="-192272.31">9508 12460 113 0,'0'0'179'0,"4"-4"-10"0,-4 4-6 0,0 0-5 0,0 0-3 15,0 0-7-15,11 2-3 0,-11-2-10 0,0 0-5 16,14 4-6-16,-9-3-6 0,4 1-6 0,0-2-5 16,4 0-4-16,0-3-5 0,6-1-5 0,-4-1-9 15,2-2-3-15,-2-2-8 0,-2 3 0 0,-3-2-5 16,2 0-4-16,-5 1-3 0,2-1-3 0,-3-1 1 15,-3 4-1-15,-1-2 0 0,0-3-10 0,-2 1-9 16,0 9 2-16,-5-15-8 0,1 6-2 0,-1 3-4 16,-1 0-1-16,-2 1-9 0,-2 0 0 0,1 4-9 15,-1-1-5-15,-2 5-14 0,1-1-16 0,-6 4-17 16,6 0-23-16,-6 1-28 0,5-1-41 0,2 2-33 16,0-2-28-16,2 1-33 0,2 0-154 0,1-3-415 15,5-4 183-15</inkml:trace>
  <inkml:trace contextRef="#ctx0" brushRef="#br0" timeOffset="-192094.75">9730 12198 198 0,'0'0'213'15,"0"0"-18"-15,0 0-22 0,1-8-13 0,-1 8-15 16,7-6-17-16,-2 4-28 0,-5 2-35 0,13-7-36 15,-7 4-41-15,4-2-45 0,2 0-41 0,-2 1-109 16,-1-3-223-16,1-1 98 0</inkml:trace>
  <inkml:trace contextRef="#ctx0" brushRef="#br0" timeOffset="-191734.67">9890 11894 39 0,'5'-8'194'0,"5"3"-2"0,-1-1-7 0,0 3-11 16,3 0 0-16,-2 2-26 0,2 0-10 0,-1 3-12 16,-2 0-12-16,1 2-12 0,-1-1-14 0,-1 3-4 15,-2-1-8-15,-1 3-9 0,-1 2-6 0,-1-2-5 16,-2 3-4-16,-4-1-5 0,1 0-6 0,-3 2-3 16,0-1-4-16,1 0-3 0,-3-1-1 0,2-1-2 15,-1 1-10-15,1-2-10 0,1-2-8 0,0 1-6 16,0-1-6-16,2-1-2 0,2-5-11 0,-3 12-2 15,1-6 1-15,2-6 2 0,6 10 0 0,-2-2 5 16,2-3-2-16,-1 0 3 0,4 1 2 0,4 1 3 16,-1 0 1-16,-1-2 0 0,-1 1-2 0,1 2 6 15,-4-2-3-15,-1-1 0 0,2 1 3 0,-3-1 0 16,-1 1 8-16,-4-6 5 0,3 9 4 0,-3-9 8 16,0 0-1-16,-7 15-2 0,3-12-2 0,-2 0 2 15,-2 0-2-15,-2 2-5 0,1-1-7 0,-1-2-17 16,-4 1-41-16,2 1-34 0,12-4-34 0,-20 3-28 15,10-2-126-15,10-1-302 0,-17 0 134 0</inkml:trace>
  <inkml:trace contextRef="#ctx0" brushRef="#br0" timeOffset="-190892.97">10171 12429 12 0,'-2'-6'224'0,"2"6"-4"0,-6-9-8 0,6 9-7 15,-2-7-12-15,2 7-18 0,0 0-14 16,-4-9-21-16,4 9-16 0,0 0-10 0,0 0-14 0,0 0 3 15,0 0-8-15,0 0-8 0,23 17-4 0,-14-9-9 16,-1 1-3-16,3 2-7 0,2 1-7 0,-1 0-3 16,-4-2-6-16,5 0-2 0,-5 1-8 0,3-4-1 15,-3 2-7-15,1-1 2 0,0 0-4 0,2 1-4 16,-3 1-5-16,-1-3-21 0,1 1-37 0,-1-1-36 16,-1-3-37-16,1 2-49 0,-2-1-42 0,-1-1-177 15,-4-4-412-15,6 5 183 0</inkml:trace>
  <inkml:trace contextRef="#ctx0" brushRef="#br0" timeOffset="-190289.22">10355 12381 130 0,'0'0'193'0,"2"-10"-1"0,-2 10-10 0,1-9-8 16,-1 9-14-16,0 0-15 0,1-9-15 0,-1 9-14 15,0 0-12-15,0 0-14 0,0 0-7 0,0 0-11 16,0 0-7-16,0 0-4 0,0 0-7 0,0 0 4 16,0 0-10-16,0 0-2 0,0 0-7 0,0 0-4 15,0 0-1-15,0 0-2 0,-18 12-5 0,18-12-2 16,0 0-2-16,-4 4-2 0,4-4-3 0,0 0-1 16,0 0-3-16,0 0-1 0,0 0 0 0,0 0-3 15,-4 7-1-15,4-7 2 0,0 0-4 0,0 0 1 16,0 0 3-16,0 0-3 0,0 0-2 0,0 0-1 15,0 0 3-15,0 0 0 0,0 0-2 0,0 0 0 16,0 0-3-16,0 0-1 0,0 0 4 0,0 0 0 16,0 0-5-16,0 0 0 0,0 0-4 0,0 0-5 15,0 0 3-15,0 0-4 0,0 0-1 0,0 0 0 16,0 0-2-16,0 0-2 0,0 0-6 0,0 0-7 16,0 0-8-16,0 0-9 0,0 0-3 0,0 0-22 15,0 0-3-15,0 0-8 0,0 0-1 0,0 0 5 16,0 0 0-16,0 0 5 0,0 0 1 0,0 0 6 15,0 0 1-15,0 0 5 0,0 0 6 0,0 0 1 16,0 0 7-16,0 0 6 0,0 0 3 0,8 11 1 16,-8-11 5-16,0 0 2 0,0 0 13 0,0 0-3 15,0 0 10-15,0 0 5 0,0 0 11 0,0 0-2 16,0 0 15-16,0 0-8 0,0 0 5 0,0 0 0 16,0 0 6-16,0 0 4 0,0 0 15 0,0 0 10 15,0 0-3-15,0 0-4 0,0 0-1 0,0 0-4 16,0 0-6-16,0 0-6 0,1 6 3 0,-1-6 2 15,0 0 1-15,-5 14 1 0,3-3 1 0,-3 0 1 16,-3 3-4-16,2 1-1 0,-2 0-7 0,-1 1 3 0,0 2-6 16,1 0-1-16,-4 3-4 0,3-3 1 15,0 0-15-15,-2-2-27 0,1 0-32 0,3 1-41 16,-3-1-29-16,2-1-37 0,-1 0-112 0,1-4-295 16,0-1 130-16</inkml:trace>
  <inkml:trace contextRef="#ctx0" brushRef="#br0" timeOffset="-187557.02">10325 12365 2 0,'0'-10'87'0,"0"10"-6"0,0 0-2 0,-3-10-8 15,3 10 6-15,-3-6 1 0,3 6-5 0,-2-7-6 0,2 7 3 16,-3-8-8-16,3 8 0 0,0 0 0 16,0 0 0-16,-1-10 0 0,1 10 2 0,0 0-6 15,0 0 0-15,0-7-6 0,0 7 2 0,0 0-5 16,0 0 3-16,0 0-3 0,-3-10-2 0,3 10-1 0,0 0-5 15,0 0-3-15,0 0-3 0,3-11 2 16,-3 11 2-16,0 0-2 0,0 0 4 0,0-8 0 0,0 8 3 16,0 0-1-16,0 0-2 0,0-9-2 15,0 9-3-15,0 0 4 0,1-11-3 0,-1 11 4 0,0 0-2 16,-1-8-5-16,1 8 0 0,0 0 4 0,-1-10-5 16,1 10-4-16,0 0 3 0,0 0-2 0,-2-10 0 15,2 10-3-15,0 0 0 0,0 0-7 16,0 0-2-16,-2-7-4 0,2 7 0 0,0 0-5 0,0 0-1 15,0 0-2-15,0 0-6 0,0 0 4 0,0 27 1 16,2-11-2-16,0 4-4 0,2 10 6 0,-3 3 1 16,1 1 11-16,0 0 1 0,-2-1-2 15,0 2-2-15,0-1 0 0,2-4-1 0,-2 1 0 0,3-2 0 16,-1-3-1-16,3-1 0 0,-2 0 0 0,-1-7-3 16,2 0 2-16,-1-2-1 0,1-2-2 0,-2-2-1 15,1 1 3-15,1-2-4 0,-2 0 1 0,3 0 3 16,-2-2-5-16,-2 0 5 0,0 1-6 0,2-4 1 15,-2 1-1-15,2-1 1 0,-3-6 0 0,2 10-6 16,-2-10 1-16,3 7-13 0,-3-7-9 0,0 0-14 16,0 0-27-16,0 7-33 0,0-7-47 0,0 0-40 15,0 0-34-15,0 0-136 0,0 0-381 0,0 0 168 16</inkml:trace>
  <inkml:trace contextRef="#ctx0" brushRef="#br0" timeOffset="-187172.45">10561 12545 89 0,'9'-2'153'0,"-9"2"3"0,0 0-7 0,13 7-7 16,-10-2-16-16,1 1-7 0,1 2-3 0,-2-1-13 15,1 2-7-15,-2 0-8 0,1 0-6 0,1 1-1 16,-3-4 3-16,0 3 1 0,-1 2 3 0,0-4-12 15,0-7-1-15,-2 16-2 0,2-10-4 0,0-6-1 16,-3 9 0-16,3-9 0 0,-4 8 0 0,4-8 1 16,-1 6 2-16,1-6-2 0,0 0-1 0,0 0-7 15,-5 4-2-15,5-4-10 0,0 0-3 0,0 0-7 16,0 0-4-16,-6-20-4 0,7 10 0 0,0-2-2 16,3-2-5-16,1-4-4 0,3 0-4 0,1 0-2 15,5-4 1-15,-2 5-6 0,1 1 3 0,1 3-4 16,-1-1-3-16,1 3 3 0,2 3-5 0,-4 3-2 15,2 5-1-15,-1 0 3 0,1 3-3 0,-1 1-3 16,2 5 0-16,-4-1-3 0,1 7 5 0,1 2-4 16,-4-2-11-16,-2 3-15 0,-1 6-23 0,-1-5-33 15,-3 1-53-15,4-1-46 0,-3 0-50 0,-3-2-156 16,2-5-424-16,0 1 188 0</inkml:trace>
  <inkml:trace contextRef="#ctx0" brushRef="#br0" timeOffset="-182734.52">11114 4618 10 0,'-7'-4'74'16,"7"4"-5"-16,-8-4 2 0,8 4 3 0,-8-5-12 16,8 5-9-16,-10-1-8 0,10 1 1 0,-14-2 5 15,14 2 0-15,-9 0-10 0,9 0-5 0,-10-3 1 16,10 3 10-16,-13 0-12 0,13 0-3 0,-9-1 1 15,9 1-8-15,-11 4-1 0,11-4-6 0,-12 0 4 16,12 0-7-16,-11 2 4 0,11-2-10 0,-8 1 9 16,8-1-9-16,-6 3-2 0,6-3 4 0,0 0 2 15,-8 2-11-15,8-2 2 0,0 0 11 0,0 0 5 16,0 0 9-16,0 0 7 0,36 1-1 0,-7-3-1 16,7-1-3-16,24-4 3 0,6-1-1 0,29-6-3 15,-3-2 2-15,0 1-5 0,-5-7 4 0,-21 8-11 16,26-4-1-16,-27 7 4 0,24-5 5 0,-33 7-2 15,-2 3-2-15,-2-4-6 0,-16 4-1 0,2 3-1 16,-5-1 1-16,-3-2-9 0,-9 4 0 0,1-2 6 16,-5 3 2-16,-4-2 4 0,-3 2-7 0,-1 0-4 15,-3-1 11-15,-6 2 7 0,12-1 4 0,-12 1 2 16,0 0 4-16,9-1 3 0,-9 1-10 0,0 0-2 16,0 0-7-16,0 0 2 0,0 0-6 0,0 0-1 15,0 0-3-15,0 0-2 0,0 0-21 0,0 0-20 16,0 0-30-16,0 0-26 0,-17 20-28 0,9-11-43 15,-1 5-116-15,0 1-296 0,-2 0 131 0</inkml:trace>
  <inkml:trace contextRef="#ctx0" brushRef="#br0" timeOffset="-181436.34">11651 12105 38 0,'0'0'174'0,"0"0"-1"16,0-11-15-16,0 11-3 0,0 0-17 0,0 0-5 16,-3-9-11-16,3 9-11 0,0 0-14 0,0 0-5 15,0 0-13-15,-7-3-5 0,7 3-5 16,0 0-8-16,-17 14-4 0,12-3-6 0,-5 1 0 0,0 5-5 16,0 1-5-16,-2 5-4 0,0 0 1 0,4-4-6 15,0 6-1-15,2-7-5 0,-1 0-1 0,2 1 0 16,0-1-4-16,2-2-5 0,2 1 0 0,1-2 3 15,1-2-7-15,1-1-2 0,2 1 2 0,-1-3-2 16,4-2 2-16,-3 0 0 0,2-1-4 0,-1-2-1 16,1-2 0-16,4 1 0 0,-4-2 1 0,4-1 1 15,1 1 2-15,-2-4-1 0,2 1 0 0,-1 0-1 16,-1-2-3-16,-4 0 3 0,0-1 0 0,1-2 6 16,2 3 4-16,-8 3-2 0,2-11-2 0,-2 11-2 15,0-11-1-15,0 11-5 0,-7-10 0 0,2 6-2 16,1-1-2-16,-6 1 1 0,1 0 0 0,1 2-5 15,-2 1 0-15,0 0 1 0,-2 2 1 0,12-1-9 16,-17 4-5-16,6-1-21 0,3-1-15 0,8-2-22 16,-10 6-17-16,5-3-34 0,5-3-27 0,-9 8-24 15,5-4-127-15,4-4-324 0,-2 6 143 0</inkml:trace>
  <inkml:trace contextRef="#ctx0" brushRef="#br0" timeOffset="-181193.43">11868 12198 33 0,'3'-4'211'15,"1"-5"-9"-15,-1 5-6 0,-3 4-6 0,4-6-17 16,-4 6-17-16,3-6-17 0,-3 6-10 0,0 0-6 16,10-2-1-16,-10 2-11 0,19 4-1 0,-11 0-12 15,3 0-8-15,1 2-9 0,1 1-4 0,-1-1-10 16,4 0-4-16,-1 4-7 0,-2-4-1 0,4 0-9 15,0 3-3-15,-3-3-7 0,2 3-24 0,-1-2-28 16,-5 0-31-16,2 2-34 0,-4-2-34 0,-1 0-27 16,1 1-25-16,-4-2-18 0,0 4-126 0,-3-5-338 0,-1-5 150 15</inkml:trace>
  <inkml:trace contextRef="#ctx0" brushRef="#br0" timeOffset="-180991.16">12092 12136 85 0,'-1'-10'213'0,"-1"5"-5"0,2 5-13 0,-5-10-15 16,5 10-20-16,0-8-14 0,0 8-14 15,0 0-9-15,0 0 2 0,-11 15 6 0,0-2-13 0,1 4-9 16,1 7-10-16,-1 2-8 0,-4-2-3 0,1 1-14 16,-2 3-9-16,5-4-8 0,-1 1-15 15,1-6-25-15,1-2-28 0,3 1-28 0,-3-3-33 16,4 0-37-16,1-4-18 0,0-1-36 0,4-3-161 0,-3 0-349 15,3-7 156-15</inkml:trace>
  <inkml:trace contextRef="#ctx0" brushRef="#br0" timeOffset="-180776.13">12259 12076 82 0,'0'0'192'0,"4"-7"-16"0,-4 7 5 15,0 0 11-15,0 0 7 0,13 13-11 16,-11-7-17-16,2 4-12 0,0 4-11 0,-1 0-17 0,1 3-10 16,0 0-12-16,-1 1-10 0,2 0-12 0,-3 1 0 15,0-1-13-15,-2-1-18 0,3-4-26 0,-3 4-26 16,0 1-44-16,0-2-49 0,-1-2-35 0,1-2-31 16,0-2-41-16,-2 0-118 0,2-2-340 0,0-8 150 15</inkml:trace>
  <inkml:trace contextRef="#ctx0" brushRef="#br0" timeOffset="-180496.77">12437 12249 117 0,'0'0'176'16,"6"-4"-6"-16,-6 4-11 0,0 0-10 0,0 0 2 16,0 0 2-16,17 6-9 0,-11-3-9 0,1-2-10 15,-7-1-16-15,16 1-9 0,-5 0-3 0,6-2-8 16,1-4-7-16,-1 0-3 0,-2-2-5 0,2 1-1 15,-5-1-2-15,-1 2-3 0,1-1-7 0,-1 0-2 16,-5-2-3-16,2-1 0 0,-3 2-4 0,-4 0-3 16,4-2-2-16,-7 2-5 0,2 7-7 0,-5-16 3 15,1 9-13-15,-4-2 3 0,2 2-3 0,-1 3-5 16,-3-2-5-16,0 3 0 0,1 1-7 0,-2 1 3 16,-1 1-12-16,-1 3-10 0,1-1-18 0,0 1-27 15,3 1-28-15,-3 1-43 0,3 1-17 0,3-1-30 16,1 0-30-16,1-2-152 0,4-3-385 0,0 0 171 15</inkml:trace>
  <inkml:trace contextRef="#ctx0" brushRef="#br0" timeOffset="-180093.15">12770 11875 32 0,'-12'0'155'0,"12"0"-2"16,-9 0 0-16,9 0-10 0,-11 0-3 0,11 0-14 15,-14 0-4-15,14 0-12 0,-8 0-6 0,8 0-5 0,-9 2-6 16,9-2-12-16,0 0-6 0,0 0-5 0,-12 0-11 16,12 0-3-16,0 0-3 0,0 0-2 0,0 0 2 15,0 0 4-15,0 0-1 0,0 0-1 16,0 0-6-16,23 9 2 0,-15-9-5 0,2-1-8 0,-10 1-1 16,18-1-3-16,-8-1-3 0,-2 2-5 0,-8 0-2 15,15 0-3-15,-10 0 0 0,-5 0-9 16,13-1-21-16,-13 1-13 0,9 0-20 0,-9 0-22 15,0 0-21-15,9 0-21 0,-9 0-16 0,0 0-19 0,0 0-25 16,9 3-123-16,-9-3-311 0,0 0 138 0</inkml:trace>
  <inkml:trace contextRef="#ctx0" brushRef="#br0" timeOffset="-179272.47">12915 11721 51 0,'0'0'144'0,"0"0"-10"0,0 0-6 16,0 0-3-16,10-12-5 0,-10 12-2 0,6-5-11 15,-6 5-1-15,9-4-3 0,-9 4-4 16,8-5-2-16,-2 4-10 0,-6 1 2 0,8-4-10 16,-8 4-11-16,9-3-4 0,-9 3-4 0,9-2-6 15,-9 2-6-15,10-2-7 0,-10 2 6 0,0 0-6 0,13 4 1 16,-9-3-6-16,-4-1-1 0,10 7-3 0,-6-5-2 16,1 4-2-16,-1 0-4 0,0-1-1 0,0 3-4 15,-3-2 3-15,1-1-5 0,-2-5-3 16,0 14 2-16,-3-6-3 0,1 2 1 0,0-4-2 0,-2 1-1 15,-1 2-2-15,1-3 2 0,0 1-3 0,1 0-4 16,-2-2 4-16,5-5-2 0,-6 11-1 0,4-7 0 16,2-4-4-16,-3 9 3 0,3-9-3 15,-4 10 0-15,4-10 1 0,0 8-1 0,0-8 3 0,0 8 0 16,0-8-4-16,4 7 3 0,-4-7-2 0,5 6 3 16,-3 0 0-16,-2-6-3 0,9 8 4 0,-6-5-4 15,1 1 1-15,-4-4-1 0,6 7-4 0,-6-7 2 16,7 6 2-16,-7-1-1 0,0-5-3 0,4 8 3 15,-4-8 1-15,1 6-1 0,-1-6-1 0,0 0-1 16,-1 12 3-16,1-12 2 0,-4 9-1 0,4-9-1 16,-4 6 3-16,4-6-2 0,-9 6-1 0,5-4 0 15,4-2-2-15,-8 6 4 0,2-3-14 0,6-3-10 16,-9 4-19-16,3-2-15 0,6-2-19 0,-10 5-40 16,5-3-16-16,5-2-39 0,-11 3-147 0,11-3-340 15,-14 2 151-15</inkml:trace>
  <inkml:trace contextRef="#ctx0" brushRef="#br0" timeOffset="-178632.55">11475 12847 76 0,'-13'-2'165'0,"4"0"2"0,-1-1-8 15,2 2-6-15,8 1-10 0,-11-3-14 0,11 3-13 16,-7-2-18-16,7 2-5 0,0 0-7 0,0 0-3 16,41-7-6-16,-6 2-9 0,17-3-3 0,12 1-14 15,27-9-1-15,2 7-2 0,0-2-9 0,6 0 6 16,0-3 7-16,-2 4-8 0,-3 1 1 0,-30 3-8 16,29-3-3-16,0 2-1 0,-30 0 2 0,1 4-2 15,0-2-2-15,0 3 1 0,-3 0-2 0,-2-1-2 16,-3 1-2-16,-18 0-1 0,2 2-2 0,-6-2-1 15,1 4 3-15,-5-2-7 0,-8 2-2 0,-1-1-3 16,-4-1-1-16,-5 1-3 0,-3 1 3 0,0-1-3 16,-9-1-3-16,14 1 0 0,-10 0 0 0,-4-1 0 15,9 1 3-15,-9-1-4 0,0 0 0 0,9 0-2 16,-9 0 5-16,0 0-6 0,0 0-7 0,0 0-17 16,0 0-21-16,0 0-21 0,0 0-31 0,-22 9-32 15,15-9-32-15,-3 2-42 0,-2-1-116 0,-1-1-341 16,0 2 152-16</inkml:trace>
  <inkml:trace contextRef="#ctx0" brushRef="#br0" timeOffset="-177484.13">11675 13273 5 0,'0'0'200'0,"0"-10"-9"16,0 10-1-16,0-10-6 0,0 10-5 0,2-8-16 15,-2 8-12-15,0 0-16 0,0-9-17 0,0 9-16 16,0 0-7-16,0 0-14 0,0 0-3 0,0 0-8 16,0 0 1-16,12 28-6 0,-5-13-2 0,-2 1-5 15,-3 2 1-15,2 0-4 0,-2 8-6 0,0-7 13 16,-2-1-4-16,0 1 0 0,0-2-10 0,0 2-4 16,0-2-7-16,-4 2-3 0,2-4-3 0,2 3 2 15,-2 0-9-15,2-2-15 0,-1-4-28 0,1 0-37 16,-1-2-36-16,0 2-36 0,-1-2-40 0,2-3-42 15,0 2-145-15,0-9-384 0,-2 10 170 0</inkml:trace>
  <inkml:trace contextRef="#ctx0" brushRef="#br0" timeOffset="-177184.97">11931 13492 22 0,'0'0'152'0,"0"0"-6"0,0 0 4 0,10 7-7 16,-6-4-6-16,-4-3-6 0,6 6 1 16,1-3-5-16,-7-3-7 0,14 3-11 0,-5-3 2 15,-1 2-5-15,3-2-3 0,-1-2-1 0,1 0-10 16,1 1-5-16,1-5-2 0,-5 3-4 0,3-1-2 0,-1-1 0 16,-4 2-2-16,-1-2-3 0,1 0-4 15,-6 5-4-15,4-11-8 0,-2 5-7 0,-2 6-7 16,-5-16-4-16,1 10-7 0,-4-1-2 0,-4 0-3 15,3 2-4-15,-3 0-3 0,-1-1-5 0,1 3-10 16,-1-1-10-16,0 3-14 0,-1 1-21 0,3 1-15 0,-1 3-26 16,0-1-23-16,1 3-26 0,0-2-39 0,5 1-38 15,-4 2-150-15,5-3-384 0,0 0 170 0</inkml:trace>
  <inkml:trace contextRef="#ctx0" brushRef="#br0" timeOffset="-176954.95">12257 13323 202 0,'0'0'221'0,"4"-5"-17"0,-4 5-14 0,0 0-10 16,7-1-8-16,-7 1-4 0,0 0-24 0,16 8-1 16,-9-2-3-16,0 3 1 0,4-1-8 15,-2 1-14-15,-1 0-10 0,6 4-10 0,-5-5-9 16,0 1-9-16,5 2-4 0,-5-1-10 0,2 0-7 15,-1-1-10-15,-2-1-30 0,-1-1-32 0,-1 1-47 0,-1-1-45 16,-1-1-47-16,1-2-36 0,-1 2-30 0,-4-6-130 16,0 9-376-16,0-9 167 0</inkml:trace>
  <inkml:trace contextRef="#ctx0" brushRef="#br0" timeOffset="-176757.13">12401 13330 56 0,'0'0'215'16,"-2"-6"-16"-16,2 6-16 0,0 0-6 16,0 0-7-16,0 0-5 0,0 0-1 0,-10 19-9 0,4-8-9 15,0 4-15-15,-3 1-11 0,1 0-12 0,-2 1-10 16,5 1-8-16,-4-1-12 0,-1 2-9 0,2-2-21 16,2-1-34-16,1-2-35 0,0 2-27 15,0-1-50-15,3-3-44 0,0-3-32 0,0 1-144 16,-1-5-343-16,3-5 152 0</inkml:trace>
  <inkml:trace contextRef="#ctx0" brushRef="#br0" timeOffset="-176541.19">12511 13286 170 0,'4'-7'234'0,"-4"3"-18"0,0 4-20 16,5-6-18-16,-5 6 2 0,0 0 0 0,0 0-8 15,14 8-9-15,-10-2-14 0,0 2-12 0,1 4-15 16,0-1-4-16,-3 2-17 0,2 4-13 0,-2 1-3 16,-1-1-12-16,3 0-9 0,-4-2-23 0,2 1-30 15,-2 0-36-15,0-4-27 0,2-1-47 0,0 0-45 16,1-1-48-16,-3 0-169 0,0-3-392 0,2 0 174 16</inkml:trace>
  <inkml:trace contextRef="#ctx0" brushRef="#br0" timeOffset="-176244.63">12705 13405 2 0,'0'0'197'0,"6"15"-3"16,-6-15-6-16,3 8-11 0,1-2-15 0,0-1-6 16,0 0-12-16,1 0-11 0,2-3-13 0,4 2-5 15,-2-2-12-15,3-1-3 0,3-3-5 0,3-1-10 16,0-3-7-16,0-1-3 0,-1 1-6 0,-3 0-2 15,-3 1-2-15,1-1 3 0,-3-2-4 0,-2 0-7 16,-1 1-6-16,-1-2-1 0,-2 1-8 0,-1-2-2 16,-5 1-5-16,1-1-5 0,-3 1-3 0,-4 0-2 15,3 1-4-15,-3 0 3 0,1 3-9 0,0 1-1 16,-3 2-5-16,-1 0 1 0,3-1-5 0,-2 5 2 16,0 1-5-16,0-1-9 0,2 2-17 0,-3 1-19 15,4-1-29-15,-1 2-36 0,4-3-35 0,-2 1-29 16,7-4-36-16,-6 9-150 0,6-9-387 0,-3 3 172 15</inkml:trace>
  <inkml:trace contextRef="#ctx0" brushRef="#br0" timeOffset="-176064.88">12942 13120 192 0,'0'0'201'15,"14"-9"-17"-15,-5 1-17 0,2 3-18 0,3-1-15 16,1-1-16-16,5-1-25 0,3-4-36 0,-5 2-39 16,2 1-36-16,-1 0-33 0,2 2-41 0,-5 1-100 15,-5 3-208-15,0-3 92 0</inkml:trace>
  <inkml:trace contextRef="#ctx0" brushRef="#br0" timeOffset="-175480.82">13283 12943 81 0,'5'-8'189'0,"-5"8"1"0,9-5-6 0,-7 2-5 0,-2 3-11 16,7-5-14-16,-7 5-9 0,7-1-14 0,-7 1-9 15,14-2-6-15,-14 2-11 0,15 3-10 0,-5-2-9 16,-4 0-4-16,3 2-11 0,-5 0-8 0,-4-3-3 16,14 3-11-16,-10 1-4 0,1-1 2 0,-5-3-8 15,6 9-4-15,-4-5 0 0,-2 3-9 0,0-7-2 16,0 15-1-16,0-4-2 0,-4-1-4 0,4 1 0 15,-4-1-3-15,4-1-3 0,-4 2 1 0,3-4 0 16,-3 3-5-16,2-1-1 0,-1 0-1 0,3-2 2 16,-2 3-4-16,-1-4-2 0,3 0-1 0,0-6 0 15,0 17-3-15,0-12-1 0,0-5-3 0,-2 11-2 16,0-5 3-16,2-6-1 0,-2 11 1 0,2-11 0 16,-2 7 4-16,2-7-5 0,0 0 6 0,0 10 5 15,0-10-4-15,0 0 9 0,-5 7 1 0,5-7 3 16,0 0-1-16,0 0 4 0,-4 4 7 0,4-4-1 15,0 0 3-15,0 0 0 0,-4 3-1 0,4-3 3 16,0 0-2-16,0 0-2 0,0 0 0 0,0 0 2 16,0 0-8-16,0 0-2 0,0 0-2 0,0 0 0 15,0 0-3-15,0 0 3 0,0 0-5 0,0 0-1 16,0 0 1-16,0 0-1 0,0 0-2 0,0 0 2 16,0 0-2-16,0 0-1 0,26-7 0 0,-17 5-1 15,0 0 0-15,4-1 1 0,1 1 2 0,-1-1 0 16,3-2-1-16,2 2-1 0,0-1-3 0,0 0 3 15,-7 1-1-15,8 0 2 0,-4 1-4 0,-1-1 2 16,-5 0-3-16,2 0 1 0,-3 0 2 0,2 2 2 16,-10 1 1-16,11-3 3 0,-11 3 6 0,9-3 5 15,-9 3 2-15,7 0 6 0,-7 0 0 0,0 0 7 16,0 0-5-16,0 0-2 0,9-2-3 0,-9 2 0 16,0 0-5-16,0 0 0 0,0 0-5 0,0 0-1 15,0 0-4-15,0 0-28 0,0 0-21 0,0 0-24 16,0 0-33-16,0 0-37 0,0 0-41 0,0 0-37 15,-36 2-48-15,24 0-154 0,1-1-447 0,-2-1 198 16</inkml:trace>
  <inkml:trace contextRef="#ctx0" brushRef="#br0" timeOffset="-174985.47">13164 12958 51 0,'-6'-8'134'0,"-1"3"-10"0,3 0-11 0,-3-2-9 16,3 4-14-16,4 3-6 0,-10-7-6 0,6 3-10 0,4 4-2 15,-7-5-9-15,7 5-4 0,0 0-5 16,-6-5-9-16,6 5 2 0,0 0-11 0,-6-4 2 15,6 4-6-15,0 0-4 0,0 0 1 0,0 0-2 16,0 0 4-16,0 0-5 0,0 0 0 0,0 0 8 0,0 0 12 16,-6-5 1-16,6 5 9 0,0 0 7 0,0 0 1 15,0 0 3-15,0 0 3 0,0 0-2 16,0 0 2-16,0 0 0 0,0 0-1 0,0 0-4 0,0 0-2 16,0 0-3-16,0 0-7 0,0 0-1 15,0 0 0-15,0 0 3 0,0 0 2 0,0 0-5 0,0 0 6 16,25 14-2-16,-21-7-2 0,6 2 3 0,-4 4-2 15,1-3 1-15,-1 6-4 0,-1 3 3 0,2 5 7 16,-2-5-2-16,-3 0-3 0,2-1-5 16,0 1 3-16,-3-2-6 0,5 1-5 0,-4-3-2 15,-2-2-4-15,4 1 0 0,-3 0-4 0,2-5 0 0,-1 2 0 16,-2 0 0-16,0-3-5 0,2 2-1 0,-2-2-4 16,0 0-2-16,0-8-6 0,2 10 0 0,-2-10-14 15,2 10-21-15,-2-10-24 0,0 0-28 0,-2 8-37 16,2-8-36-16,0 0-39 0,0 0-48 0,0 0-209 15,0 0-483-15,0 0 213 0</inkml:trace>
  <inkml:trace contextRef="#ctx0" brushRef="#br0" timeOffset="-174505.36">14000 12662 117 0,'0'0'182'0,"0"0"-11"0,0 0-11 0,0 0-4 16,9-10-12-16,-2 8-12 0,4-2-13 0,1 1-8 0,3 3-14 16,1-4-13-16,1 1-12 0,2 0-37 0,-1 1-28 15,-7 1-57-15,8-1-46 0,-7 2-145 16,-7-1-259-16,8 1 115 0</inkml:trace>
  <inkml:trace contextRef="#ctx0" brushRef="#br0" timeOffset="-174334.61">14027 12807 167 0,'0'6'161'0,"0"-6"3"16,0 0-12-16,7 7-11 0,-7-7-10 0,17 1-15 15,-3-1-9-15,0-1-27 0,0-1-41 16,3 2-39-16,3-1-46 0,-2-1-49 0,1 0-92 0,1-2-201 16,-3 0 89-16</inkml:trace>
  <inkml:trace contextRef="#ctx0" brushRef="#br0" timeOffset="-170747.19">15481 12021 111 0,'0'0'121'0,"-10"1"-12"16,10-1 8-16,0 0-21 0,0 0-3 0,-8 1-2 16,8-1-6-16,0 0-7 0,0 0 6 0,0 0 0 15,0 0-4-15,0 0-4 0,0 0 5 0,29 1-8 16,-11-2-3-16,2-1-9 0,0 0-5 0,0-1-4 16,1 1-6-16,1-1-11 0,-2 1-6 0,-1 0-19 0,-1-1-20 15,-5 2-23-15,1-2-32 0,-4 2-26 16,-2 1-33-16,-8 0-113 0,13 0-255 0,-13 0 114 15</inkml:trace>
  <inkml:trace contextRef="#ctx0" brushRef="#br0" timeOffset="-170304.66">15466 12032 15 0,'0'0'150'0,"0"0"-16"0,0 0-1 16,0 0-8-16,0 0 4 0,-9 15-10 0,9-7-3 16,-3 5-11-16,0-3-11 0,1 6-3 0,-3 1-3 0,1-2-8 15,2 2-9-15,-1-5-1 0,-1 0-5 0,3 5-5 16,-2-3-6-16,2-5-8 0,0 1 0 0,1 1-4 16,0-4-6-16,0-7 3 0,-2 11-10 15,2-11 0-15,0 9 0 0,0-9-1 0,0 0 4 0,0 8 6 16,0-8 5-16,0 0 11 0,0 0-3 0,0 0-3 15,0 0-2-15,0 0-10 0,0 0-2 0,18-10-2 16,-9 3-4-16,2 0-3 0,-1 1-5 0,2 0 2 16,4-2-6-16,3 2 0 0,-2-2-4 0,1 4-2 15,-2 1 2-15,1 1-7 0,-3 2-1 0,-3 2 3 16,1-2-5-16,-1 3 0 0,-2 0-2 0,0 4 1 16,-2 0 1-16,0 0 0 0,-2 1-2 0,0-2 1 15,-3 4-1-15,0 0 3 0,-2 2-3 0,0-3 1 16,-2 2 3-16,2-1-4 0,-4 0-1 0,-3-2 3 15,2 3-3-15,-3-2 1 0,0-2 1 0,-1 0 1 16,1-3-5-16,2-1-3 0,-4 2-2 0,3-1-19 16,-2-1-20-16,2 0-17 0,0-2-26 0,7-1-37 15,-13 1-24-15,13-1-34 0,-11-2-137 0,11 2-347 16,-5-6 154-16</inkml:trace>
  <inkml:trace contextRef="#ctx0" brushRef="#br0" timeOffset="-169963.07">16006 12046 78 0,'10'6'152'0,"-2"-1"-4"16,0 3-8-16,-3 0-6 0,-1 2-11 15,-2 5-3-15,-3 2-12 0,-2 1-2 0,-7 0-19 16,4 2-10-16,-1-2-5 0,0-3-8 0,-2 1-5 0,-1-4-2 15,-1 2-4-15,1-2-4 0,1-2-4 0,0-2 0 16,2-3 0-16,-2 3-6 0,4-3 14 16,-1-1 3-16,6-4 10 0,-7 3 1 0,7-3-2 15,-8 2-8-15,8-2-1 0,0 0-2 0,0 0 1 0,0 0-5 16,0 0-5-16,0 0-8 0,-5-12-2 16,5 12-3-16,0 0-6 0,0 0 0 0,17-10-2 15,-11 9-4-15,2-1-2 0,3 2-2 0,-2 0-1 16,1 0-3-16,4 2 0 0,-2-1-16 0,-1 0-18 0,1 3-23 15,1-1-34-15,-1-1-23 0,1 1-33 0,0 0-30 16,0-2-27-16,-3 0-134 0,3-1-353 0,-2 0 156 16</inkml:trace>
  <inkml:trace contextRef="#ctx0" brushRef="#br0" timeOffset="-169636.01">16294 12093 135 0,'1'-8'215'0,"-1"8"-16"16,3-6-22-16,-3 6-23 0,0 0-12 0,0 0-15 16,0 0-11-16,0 0-13 0,0 0-12 0,0 0-2 15,0 0-11-15,4 19-4 0,-3-9-10 16,-1 1-1-16,2-1-10 0,2 0-1 0,0-1-2 0,-2 3-3 16,2-4-6-16,1 3 0 0,1 0-4 0,-1-1-3 15,4-1 5-15,-3 1-5 0,2-1 1 0,-2-1-1 16,2 1-2-16,-2 0-4 0,2-2 5 0,-2-2-4 15,-2 2 0-15,2-2-6 0,-1-2 4 0,-1 1-2 16,-4-4 1-16,5 7-3 0,-5-7 3 0,4 8 3 16,-4-8 0-16,0 0 4 0,-2 11-2 0,2-11-5 15,-8 3 1-15,2 0-1 0,6-3-6 0,-17 6-3 16,8-3-8-16,-2-3-16 0,0 1-22 0,1-1-21 16,-1-1-25-16,-2 1-35 0,3-3-33 0,-2-2-37 15,3 3-28-15,0-1-137 0,-1-3-374 0,1-1 165 16</inkml:trace>
  <inkml:trace contextRef="#ctx0" brushRef="#br0" timeOffset="-169492.97">16321 12045 147 0,'9'-8'156'0,"3"3"-6"0,-1-3 3 16,4 0-25-16,2 3-8 0,0-2-20 15,-1 2-2-15,3 3-27 0,-1-1-38 0,0-1-40 16,-2 2-44-16,-2 1-34 0,-3 1-85 0,0 0-182 15,-3 0 81-15</inkml:trace>
  <inkml:trace contextRef="#ctx0" brushRef="#br0" timeOffset="-167963.09">16772 12211 183 0,'0'0'198'0,"0"0"-8"15,0 0-10-15,0 0-7 0,0 0-12 0,0 0-15 0,0 0-15 16,0 0-12-16,0 0-10 0,0 0-13 0,0 0-7 16,0 0-11-16,0 0-7 0,0 0-8 15,0 0-9-15,0 0-4 0,3 3-6 0,-3-3-5 0,0 0-3 16,0 0-5-16,0 12-6 0,0-12-20 0,0 10-20 15,0-10-21-15,0 0-28 0,0 11-35 0,0-11-30 16,3 7-41-16,-3-7-123 0,0 0-318 0,3 5 140 16</inkml:trace>
  <inkml:trace contextRef="#ctx0" brushRef="#br0" timeOffset="-167657.12">16931 12077 149 0,'2'-8'176'0,"-2"8"-9"0,0 0-16 16,0 0-8-16,0 0-20 0,0 0-8 0,0 0-4 15,0 0-13-15,0 0-5 0,0 0-6 0,16 16-7 16,-9-10-3-16,-3 1-9 0,2 0-3 0,-1 0-5 16,3 3-2-16,-3-1-9 0,4 1-2 0,-1-1-8 15,-2-1-2-15,3-1 2 0,-4 3-6 0,3-3-9 16,-2 3 1-16,0 1 1 0,1-1 0 0,-2-2 3 15,0 1-8-15,-1-2 1 0,0 0 0 0,0-2-6 16,-2 2 0-16,1-2 2 0,-3-5-5 0,5 10 2 16,-4-6-5-16,-1-4 2 0,0 8 1 0,0-8 0 0,-5 9-1 15,5-9 2-15,-8 6-14 0,3-3-19 16,-1 1-19-16,6-4-47 0,-13 4-39 0,7-2-35 16,-5-2-173-16,0-3-359 0,-1 0 160 0</inkml:trace>
  <inkml:trace contextRef="#ctx0" brushRef="#br0" timeOffset="-167502.47">16965 12059 127 0,'7'-6'151'16,"4"-1"-10"-16,1 0-12 0,5 0-16 0,2 1-9 16,-1 1-19-16,0 2-26 0,2-1-36 0,-2 3-21 15,0 1-30-15,1 0-28 0,-2 1-25 16,-2-1-48-16,-2 2-138 0,2-1 61 0</inkml:trace>
  <inkml:trace contextRef="#ctx0" brushRef="#br0" timeOffset="-166987.25">17371 12110 140 0,'1'7'143'0,"-1"-7"-2"15,2 7-5-15,-2-7-9 0,1 8-6 0,-1-8 0 16,0 9-3-16,0-9-3 0,0 9 1 0,0-9-1 15,0 8-5-15,0-8-4 0,0 0-3 0,0 0 3 16,0 0-1-16,-3 11 1 0,3-11 6 16,0 0 13-16,0 0-9 0,0 0 5 0,0 0-4 0,0 0-3 15,0 0-8-15,0 0-10 0,0 0-9 0,0 0-6 16,0 0-14-16,0 0-3 0,0 0-7 0,0 0-5 16,-1-29-11-16,4 19 0 0,-1 1-4 0,3-2-6 15,2-1-2-15,-2 1-6 0,3 0 0 0,1-3-11 16,-1 5 5-16,0 1-3 0,1 0 2 0,1 1-7 15,0 3-1-15,-3 1 2 0,4 1-2 0,1 3-7 16,-3 0-5-16,1 3 7 0,-1 2-2 0,-1-2 0 16,-1 4-1-16,0 1 1 0,-1-1-1 0,-1 3 0 15,-2-1 0-15,-1 0 0 0,1 0-2 0,-2-3 5 0,-1 0 1 16,0-7-3-16,1 10 1 0,-1-10 0 0,2 8 1 16,-2-8 2-16,1 8 3 0,-1-8 0 15,0 0-3-15,0 0-1 0,0 0 3 0,0 0-1 16,0 0 0-16,0 0 11 0,0 0-13 0,6-25-5 0,-3 19 2 15,3-3 3-15,1-1-6 0,-1 0 4 16,2-1-2-16,3-2-1 0,0 4 2 0,-4 0-4 16,5 1 0-16,-5 1 0 0,2 0 3 0,3 2-4 15,-3 2-5-15,-3 0 3 0,2 3 1 0,-8 0-7 0,18 3 8 16,-12 0-3-16,2 5 6 0,-1 0-5 0,1-2 2 16,0 4 2-16,-3-2 0 0,1 2-1 15,-1-2 4-15,-1 2-25 0,0-1-24 0,-3 1-30 16,2 0-34-16,-1 0-33 0,1-4-50 0,-2 2-40 0,-1-8-240 15,2 8-512-15,0-3 227 0</inkml:trace>
  <inkml:trace contextRef="#ctx0" brushRef="#br0" timeOffset="-166446.96">17942 11933 216 0,'0'0'214'0,"4"-5"-14"15,-4 5-10-15,0 0 7 0,0 0 1 0,0 0-8 16,0 0-15-16,17 13-9 0,-13-4-10 0,2 0-5 16,0 3-9-16,-2-1-9 0,4 5-3 0,-3 0-10 15,-1 0-7-15,2 0-6 0,-2 0-11 0,1 0-2 16,0 1-5-16,-2-2-10 0,1-3-6 0,-2-3-14 16,2 1 3-16,-1 0-10 0,-1-1-3 0,1-2-3 15,-1 1-5-15,1-1-6 0,-2 0-6 0,-1-7-2 16,3 9 5-16,-3-9-2 0,1 6-2 0,-1-6-2 15,4 5-2-15,-4-5 1 0,0 0 5 0,0 0-2 16,0 0-8-16,0 0 4 0,0 0 1 0,14-9-4 16,-12 3 2-16,1-2-8 0,1 3 0 0,-3-4-4 15,2-1 1-15,-2-3 1 0,2 1-10 0,0-3 8 16,4-2-2-16,-2 1-3 0,0-1 3 0,1-1-7 16,5-4 7-16,0-1-9 0,-1 5 1 0,-1 0 17 15,1 1-14-15,-1 0-1 0,-1 0-1 0,1 3 0 16,-3 0 1-16,0 2-8 0,-1 3 7 0,0-1-2 0,-1 2-1 15,-1-1 2-15,0 4 4 0,-1-1-6 16,-2 6-2-16,4-9 0 0,-4 9 3 0,3-9 2 16,-3 9-5-16,0 0 2 0,0 0 0 0,0 0-7 15,0 0 5-15,0 0 0 0,0 0-3 0,0 0 3 0,0 0-5 16,0 0 3-16,-28 12 0 0,23-6 4 0,1 0-8 16,0-1 9-16,-1 2-9 0,2 2-4 0,0-4-1 15,3-5-5-15,-2 12 2 0,2-12 0 16,2 11-5-16,0-7 2 0,-2-4-5 0,12 9-1 0,-6-7-2 15,2-2-12-15,4 3-14 0,1-3-14 0,1 1-23 16,0-2-32-16,4 0-37 0,0-2-40 0,0 0-31 16,-1-1-46-16,-5 1-157 0,1-1-469 15,0 0 207-15</inkml:trace>
  <inkml:trace contextRef="#ctx0" brushRef="#br0" timeOffset="-166276">18516 11859 2 0,'0'0'170'0,"0"0"-16"0,0 0-15 0,0 0-19 16,0 0-22-16,0 0-34 0,0 0-26 0,0 0-35 16,0 0-38-16,0 0-91 0,0 0-136 0,0 0 61 15</inkml:trace>
  <inkml:trace contextRef="#ctx0" brushRef="#br0" timeOffset="-162998.86">16745 12366 65 0,'0'0'109'0,"0"0"-22"16,0 0 6-16,0 0-15 0,0 0-9 0,10 7-21 15,-10-7 6-15,1 6-9 0,-1-6 3 0,0 0-10 16,-2 14-1-16,2-14-6 0,0 0-4 0,-3 8 5 16,3-8-12-16,0 0 10 0,-5 6-4 0,5-6-10 15,0 0 16-15,-2 5-10 0,2-5 6 0,0 0 4 16,0 0 7-16,0 0 2 0,0 0-3 0,0 0-4 15,0 0 2-15,-2 7 3 0,2-7-6 0,0 0-2 16,0 0-2-16,0 0-11 0,0 0 6 0,0 0-13 16,0 0 6-16,0 0-8 0,0 0 7 0,0 0-3 15,0 0-6-15,0 0 4 0,0 0-2 0,0 0-4 16,0 0 13-16,0 0-18 0,0 0-19 0,0 0 0 0,0 0-5 16,0 0-18-16,0 0 1 0,0 0-11 15,0 0-14-15,0 0-4 0,0 0-11 0,0 0-9 16,0 0-84-16,0 0-188 0,0 10 84 0</inkml:trace>
  <inkml:trace contextRef="#ctx0" brushRef="#br0" timeOffset="-159203.65">7998 6039 38 0,'0'0'65'0,"0"0"-8"0,0 0-1 0,0 0-10 16,0 0-6-16,0 0 0 0,0 0-2 0,0 0-4 16,0 0-4-16,0 0-7 0,0 0 7 0,0 0-2 15,0 0 1-15,0 0 3 0,0 0-2 0,0 0-10 16,9 0-3-16,-9 0 10 0,0 0 1 0,0 0-6 15,0 0 5-15,0 0-5 0,0 0-6 0,0 0 3 16,0 0 1-16,0 0-9 0,0 0 8 0,0 0-5 16,0 0 1-16,0 0-4 0,0 0 5 0,0 0-2 15,0 0-5-15,0 0 5 0,0 0 1 0,0 0-10 0,0 0 14 16,0 0-13-16,0 0 11 0,0 0-5 16,0 0 0-16,0 0-7 0,0 0 8 0,0 0-6 15,0 0-5-15,0 0 6 0,0 0-4 0,0 0 11 16,0 0-6-16,0 0-10 0,0 0 2 0,0 0 5 15,0 0-5-15,0 0 6 0,0 0-4 0,0 0-9 0,0 0 4 16,0 0 3-16,0 0-8 0,0 0-1 16,0 0 10-16,0 0-5 0,0 0 11 0,0 0-12 15,0 0 6-15,0 0 1 0,0 0-9 0,0 0 15 16,0 0-5-16,0 0-11 0,0 0 10 0,0 0 3 0,0 0-7 16,0 0-4-16,0 0-4 0,0 0 2 15,0 0 3-15,0 0-10 0,0 0 3 0,0 0-10 16,3 6 3-16,-3-6-5 0,0 0 8 0,0 0-10 15,0 0-4-15,0 0-2 0,0 0-7 0,0 0-1 0,0 0-3 16,0 0-3-16,0 0-5 0,0 0-12 0,0 0-44 16,0 0-113-16,0 0 51 0</inkml:trace>
  <inkml:trace contextRef="#ctx0" brushRef="#br0" timeOffset="-157018.95">12340 6344 56 0,'0'0'50'0,"0"0"-2"0,0 0-15 0,0 0-10 16,0 0-22-16,0 0-19 0,0 0-15 15,0 0-34-15,-9 5 15 0</inkml:trace>
  <inkml:trace contextRef="#ctx0" brushRef="#br0" timeOffset="-153364.22">10710 10813 118 0,'0'0'118'0,"0"0"-3"0,0 0-10 0,0 0-10 16,0 0-3-16,0 0-9 0,0 0-5 0,0 0-7 16,0 0 2-16,0 0-5 0,0 0 4 0,0 0-9 0,0 0 1 15,0 0 1-15,0 0-5 0,0 0 2 16,3 5-1-16,-3-5 2 0,0 0-6 0,0 0 4 15,0 0-5-15,0 0 4 0,0 0-2 0,0 0 0 0,0 0-2 16,0 0-3-16,0 0 0 0,0 0 1 0,0 0-5 16,0 0-1-16,0 0-3 0,0 0-4 0,0 0 1 15,0 0 0-15,0 0-6 0,0 0-2 16,0 0 0-16,0 0-2 0,0 0 1 0,0 0-3 0,0 0 5 16,0 0-2-16,0 0 1 0,0 0-1 0,0 0-1 15,0 0-4-15,0 0 3 0,0 0-2 16,0 0-1-16,0 0-1 0,0 0 0 0,0 0-5 0,0 0-1 15,0 0-1-15,0 0-2 0,0 0-1 0,0 0 1 16,0 0-4-16,0 0 2 0,0 0-4 0,0 0-1 16,0 0-3-16,0 0 2 0,0 0-3 0,0 0 3 15,0 0-2-15,0 0-1 0,0 0-1 0,0 0 1 16,0 0-1-16,0 0 4 0,0 0 0 0,0 0 4 16,0 0-5-16,0 0 3 0,0 0 1 0,0 0 0 15,0 0-1-15,0 0-7 0,0 0-5 0,0 0 4 16,0 0-4-16,0 0 3 0,0 0-3 0,0 0 4 15,0 0-5-15,0 0 3 0,0 0 0 0,0 0 0 16,0 0-2-16,0 0 1 0,0 0 0 0,0 0 2 16,0 0-5-16,0 0 4 0,0 0-2 0,0 0 5 0,0 0-5 15,0 0-1-15,0 0 0 0,0 0 5 0,0 0-7 16,0 0-2-16,0 0-14 0,0 0-20 16,0 0-21-16,0 0-16 0,0 0 2 0,0 0-3 0,0 0-8 15,-9-21-26-15,9 21-23 0,-8-6-20 0,5 1-1 16,3 5-15-16,-7-6-21 0,3 3-127 0,4 3-344 15,-9-9 152-15</inkml:trace>
  <inkml:trace contextRef="#ctx0" brushRef="#br0" timeOffset="-140667.22">6525 14388 45 0,'-3'-9'123'0,"3"9"-3"0,-1-10-9 0,1 2-6 0,0 8 6 15,-1-16-1-15,1 10 0 0,-1-2-1 0,1 8 5 16,0-13-1-16,0 13-9 0,1-13-8 0,-1 13-5 16,0-9-8-16,0 9-8 0,0-8-2 0,0 8-10 15,0 0-3-15,0-9-6 0,0 9-7 0,0 0-10 16,0 0-4-16,0 0-6 0,0 0-1 0,0 0-3 16,0 0-4-16,0 0 1 0,15 17-4 0,-8-6 3 15,1 4-3-15,0 0-1 0,0 2 1 0,-2 8-7 16,2-7 5-16,0-1-8 0,-2 1 0 0,2 0 1 15,-2-1-1-15,0 0 0 0,0 1 0 0,0-5-1 16,-1 2 0-16,-1-4-2 0,2 2 3 0,-1-4 0 16,-1 1-3-16,1-1 0 0,-1 0 1 0,1 0-3 15,-3-4 2-15,3 2-1 0,-5-7 2 0,3 9 1 16,-3-9-1-16,3 4 4 0,-3-4-1 0,5 2-3 16,-5-2 5-16,0 0-1 0,12-6-4 0,-7-2 2 15,0-1-2-15,1 1 3 0,-2-2-1 16,1-1-2-16,0-5-1 0,2 0 2 0,-2 0-3 0,1-3 0 15,1-1 0-15,2-3-3 0,-2-1-3 0,-2-1-5 16,0 1-5-16,1-2 2 0,-4 5-2 0,0 2 3 16,0 0 0-16,-1 2 5 0,-1 2-1 0,-1-2-5 15,0 6 7-15,0 1 3 0,-1 4-6 0,-2 0-2 16,4 6 1-16,-6-8-2 0,6 8-1 0,-10-1-2 16,10 1 6-16,-14 5 0 0,5 0-7 0,-3 4 7 15,1 1 5-15,-1 2-5 0,1 0 2 0,0 1 1 16,4 3-1-16,-2-2 3 0,4-3-7 0,2 0 6 15,2-1 1-15,1 0-1 0,1 0-4 0,3 1 6 16,-1-1 10-16,4 0-11 0,1-1 2 0,0 0 4 16,4-3-2-16,4 2 1 0,5-1-4 0,0-4-12 15,8 0-23-15,1 0-24 0,-1-3-23 0,2-2-20 16,-1 0-53-16,2 0-120 0,-10 0-298 0,7-1 132 16</inkml:trace>
  <inkml:trace contextRef="#ctx0" brushRef="#br0" timeOffset="-140510.02">7218 14430 33 0,'14'-2'97'0,"-4"2"-19"0,-2 0-13 15,-8 0-32-15,19 2-35 0,-9 0-49 0,-1 0-55 16,-9-2 24-16</inkml:trace>
  <inkml:trace contextRef="#ctx0" brushRef="#br0" timeOffset="-140356.93">7271 14591 165 0,'0'0'151'16,"0"0"3"-16,0 0-6 0,6 9-6 0,-6-9-4 15,0 0-4-15,13 0-20 0,-1 0-7 0,2-1-11 0,4-2-21 16,2 1-40-16,10-5-56 0,-3 1-44 0,2-3-55 15,-8 4-90-15,5-2-226 0,-5 1 101 16</inkml:trace>
  <inkml:trace contextRef="#ctx0" brushRef="#br0" timeOffset="-139454.95">8220 14189 135 0,'-3'-7'168'0,"3"7"-1"0,0 0-7 15,-1-7-22-15,1 7-12 0,0 0-18 0,0 0-18 16,0 0-6-16,0 0-6 0,0 0-11 0,0 0-6 16,0 0-5-16,19 26 4 0,-9-11-3 0,2 8-7 15,-1-1-3-15,1 3 3 0,-1 1-10 0,-1 1-1 16,-1-4-4-16,2 0-1 0,-2 1-6 0,2-1 2 16,-3 1-9-16,2-1 3 0,-4-5-2 0,2-4-2 15,-3 1 0-15,2-4-4 0,-4 0 1 0,4-2 2 16,-1 0-4-16,-2-3 0 0,0 2-5 0,-2-3 3 15,2-1 1-15,-4-4 20 0,5 5 12 0,-5-5 0 16,0 0-3-16,0 0-6 0,0 0 5 16,0 0 1-16,12-17-4 0,-10 7 5 0,1 0-5 0,-2-2-2 15,0 1-3-15,3-8-1 0,-1 1-4 0,1-8-3 16,1 7-2-16,-1-7-3 0,-1 7-1 0,4-8-4 16,2 0 1-16,-3 0-2 0,4 0-2 15,-2 3 3-15,-3 7-9 0,0-1 1 0,0 2 1 16,0 4-1-16,-2 1-5 0,0 3-25 0,-1 1-29 0,-2 7-14 15,4-7-14-15,-4 7-17 0,0 0-19 0,0 0-23 16,0 0-17-16,15 14-14 0,-11-5-16 0,1 3-117 16,-1 3-326-16,-1-1 144 0</inkml:trace>
  <inkml:trace contextRef="#ctx0" brushRef="#br0" timeOffset="-139270.8">8672 14415 66 0,'0'0'135'0,"8"1"4"0,-8-1-9 0,11 0-5 0,-1-3-10 16,2 3-4-16,5-2-12 0,3-2-6 15,2 1-7-15,-2 2-10 0,2-2-4 0,-2 2-10 0,2-1-24 16,-4 2-25-16,0 0-25 0,-7 1-22 0,1 0-30 16,-3 0-19-16,-3 1-21 0,-6-2-74 0,11 5-191 15,-11-5 85-15</inkml:trace>
  <inkml:trace contextRef="#ctx0" brushRef="#br0" timeOffset="-139070.83">8848 14393 90 0,'0'0'134'0,"0"0"9"16,0 0-6-16,0 0-6 0,14 23 8 15,-10-11-7-15,1 4-6 0,-2 0-7 0,2 0-9 16,-1 2-9-16,1 6-2 0,-3-5-10 0,0 2-9 0,0 3-7 15,0 2-11-15,-2-7-1 0,0-1-14 0,0 2-13 16,-2-2-24-16,2 1-23 0,-1-3-40 16,1-4-41-16,0-2-44 0,0 0-133 0,0-10-291 15,-1 14 129-15</inkml:trace>
  <inkml:trace contextRef="#ctx0" brushRef="#br0" timeOffset="-138823.31">9338 14133 40 0,'0'0'205'0,"4"-12"-26"16,-4 12-17-16,0 0-11 0,4-3 12 0,-4 3-1 16,0 0-6-16,10 26-8 0,-6-11-8 0,-2 3-8 15,1 7-11-15,-1-5-13 0,2 5-9 0,-1 0-11 16,2-1-7-16,-4-3-10 0,2-2-3 0,-2 7-11 15,1 1-1-15,-2-8-17 0,2 5-32 0,-1-9-25 16,-1 3-27-16,-1-1-37 0,1-5-38 0,0 2-24 16,0 0-34-16,-3 1-130 0,3-15-334 0,-2 20 149 15</inkml:trace>
  <inkml:trace contextRef="#ctx0" brushRef="#br0" timeOffset="-138494.33">9527 14423 82 0,'6'-6'149'0,"-6"6"17"16,0 0 5-16,12 5-5 0,-12-5-12 0,0 0-9 16,9 10-4-16,-6-6-11 0,-1 3-4 0,3-2-5 15,-1 1-11-15,-3 2-9 0,2-3-2 0,1 1-11 16,-1 0-7-16,-3-6-6 0,2 9-4 0,-2-9-5 16,5 6 11-16,-5-6 10 0,0 0 10 0,0 0 1 15,0 0-5-15,0 0-10 0,0 0-7 0,0 0-9 16,0 0-5-16,11-13-9 0,-10 3-7 0,2-1-2 15,2-1-3-15,3-4-7 0,1-1-1 0,2 1-3 16,4-6-5-16,-3 5-1 0,0 1 0 0,-1 2-4 16,2 1-5-16,-1 0-2 0,-5 5-4 0,2 1-4 15,-3 4 0-15,1-1-4 0,-1 2 1 0,-6 2 2 16,16 2-4-16,-9 6 1 0,1-2 8 16,1 3-6-16,-3 2 0 0,2 1 1 0,-4 0-4 0,-2 4-7 15,1 0-27-15,-2 2-36 0,3-1-45 0,-4-1-40 16,2-2-77-16,2 5-238 0,-2-8-509 0,3 1 226 15</inkml:trace>
  <inkml:trace contextRef="#ctx0" brushRef="#br0" timeOffset="-136522.22">11799 6447 81 0,'0'0'116'0,"0"0"-1"15,-9 0 0-15,9 0-2 0,-12 0-4 0,12 0-13 16,-13 2 9-16,5-2-7 0,-2 1-6 0,-3-1 2 16,0 1-10-16,1-2-2 0,-1 3-3 0,-1-2 3 15,3 2-6-15,-2 0-2 0,3-2-1 0,-1 0-5 16,2 1-4-16,9-1-11 0,-11 2 1 0,11-2 8 16,-11 0-7-16,11 0-7 0,0 0-4 0,0 0-2 15,0 0 2-15,0 0-2 0,0 0-2 0,52 2-2 16,-14-3-1-16,20-5 3 0,8 1-3 15,35-9-1-15,5 0-2 0,-4 5-3 0,2-4-2 0,-9 0 1 16,2 0-1-16,-33 6-1 0,31-4 3 0,-30 2 3 16,-1 4-3-16,-3-4-2 0,-4 4 3 0,-5 0-8 15,-13 1 0-15,-5 1-1 0,0 2-2 0,-5-2 4 16,-10 0-5-16,-4 3-3 0,-2-2 2 0,-2 2 8 16,-4-1 4-16,-7 1 9 0,11-2 1 15,-11 2 6-15,8 0 6 0,-8 0 3 0,0 0 0 16,0 0-5-16,0 0-2 0,0 0-8 0,0 0-9 0,0 0-7 15,0 0-5-15,-26-4-7 0,15 5-9 0,-7 0-12 16,0 0-15-16,-3 3-15 0,0-2-11 0,-7 1-20 16,6 1-21-16,-5 2-19 0,7-2-16 0,-1 2-13 15,1-1-25-15,1 0-8 0,-2 1-4 16,0 0-6-16,2-2-1 0,-2 2 2 0,3-2 10 0,-2 2 8 16,0 0 8-16,1 0 14 0,0 0-70 0,0-2-227 15,2 0 100-15</inkml:trace>
  <inkml:trace contextRef="#ctx0" brushRef="#br0" timeOffset="-134736.05">10459 14214 85 0,'0'0'122'15,"0"0"-6"-15,0 0-7 0,0 0-8 0,0 0-12 16,0 0-12-16,0 0 3 0,0 0-20 0,0 0 4 15,0 0-1-15,0 0-5 0,0 0-5 0,0 0-4 16,0 0-7-16,0 0-4 0,0 0 3 0,0 0-10 16,0 0 0-16,0 0-3 0,0 0-1 0,0 0-6 15,0 0-6-15,0 0 12 0,0 0 6 0,0 0-8 16,0 0-1-16,0 0 1 0,0 0 0 0,0 0-2 16,0 0 5-16,0 0-5 0,0 0 3 0,0 0-4 0,0 0-3 15,0 0 1-15,0 0-2 0,0 0 0 16,0 0 2-16,0 0-3 0,0 0 6 0,0 0-2 15,0 0 3-15,0 0-2 0,0 0 1 0,0 0-6 16,0 0 4-16,0 0 0 0,0 0-4 0,0 0 0 16,0 0-3-16,0 0-3 0,0 0 0 0,0 0 1 15,0 0 0-15,0 0 0 0,0 0-2 0,0 0 0 16,0 0 0-16,0 0-2 0,0 0-2 0,0 0-1 16,0 0 2-16,0 0 0 0,0 0 1 0,0 0-4 15,0 0 1-15,0 0-1 0,0 0-3 0,0 0 2 16,0 0-2-16,0 0 1 0,0 0-2 0,0 0-3 15,0 0 5-15,0 0-3 0,0 0 3 0,0 0-2 16,0 0 5-16,0 0-2 0,0 0 0 0,0 0-4 16,0 0 2-16,0 0-5 0,0 0 6 0,0 0 0 15,0 0-3-15,0 0-1 0,0 0 2 0,0 0 3 16,0 0 0-16,0 0 3 0,0 0-5 0,0 0-2 16,0 0 4-16,0 0-6 0,0 0 0 0,0 0 4 0,0 0-2 15,0 0 3-15,0 0-6 0,0 0 4 16,0 0 3-16,0 0-3 0,0 0 2 0,0 0-1 15,0 0 0-15,0 0-4 0,0 0-1 0,0 0 3 16,0 0 2-16,0 0 2 0,0 0-2 0,0 0 5 16,0 0-3-16,0 0 2 0,0 0-2 0,0 0 3 0,0 0 3 15,0 0-4-15,0 0 8 0,0 0-3 16,0 0 2-16,0 0-3 0,0 0 2 0,0 0-1 16,0 0 1-16,0 0-1 0,0 0-1 0,0 0-2 15,0 0 1-15,0 0 1 0,0 0-2 0,0 0 5 16,0 0-4-16,0 0 2 0,0 0 0 0,0 0 2 15,0 0-1-15,0 0-1 0,0 0 1 0,0 0-1 16,0 0-2-16,0 0-2 0,0 0 6 0,12-9-4 16,-4 8 3-16,4-2-3 0,-1 3 3 0,2-5-5 15,6 1 1-15,0 0-1 0,1 1 0 0,0-1-4 16,-1 0 3-16,-2 2 0 0,-1-1-2 0,-3 1 3 16,-3-1-6-16,-1 3-6 0,-2-1-4 0,-7 1-17 0,12 0-18 15,-12 0-18-15,13 0-16 0,-13 0-26 16,8 0-33-16,-8 0-19 0,6 3-23 0,-6-3-110 15,0 0-314-15,2 7 139 0</inkml:trace>
  <inkml:trace contextRef="#ctx0" brushRef="#br0" timeOffset="-134008.4">10454 14207 32 0,'0'0'143'0,"0"0"-3"16,0 0-3-16,0 0-11 0,0 0-10 0,0 0-5 16,0 0-5-16,-7-3-4 0,7 3-7 0,0 0-10 15,0 0 1-15,0 0-8 0,0 0-1 0,0 0-8 16,0 0-8-16,0 0-8 0,0 0-4 0,0 0-1 15,0 0-8-15,0 0-6 0,0 0 2 0,0 0-8 16,0 0 1-16,0 0-4 0,0 0-5 0,0 0 0 16,0 0-4-16,0 0 0 0,0 0-1 0,0 0-2 15,0 0 0-15,0 0-3 0,0 0-3 0,0 0 1 16,0 0 2-16,0 0-6 0,0 0 2 0,0 0 1 16,0 0 0-16,0 0 0 0,0 0-8 0,0 0-4 15,0 0 4-15,0 0 3 0,0 0 1 0,0 0-3 16,0 0 4-16,0 0 8 0,5 20 5 0,-5-20 1 15,2 13 1-15,-2-2-1 0,0-1-2 0,0-1 0 16,0 4 5-16,0-3-3 0,1 1 3 0,-2 0-7 16,2-2 3-16,-1 2-3 0,4 0 0 0,-3-3-4 15,-2 0-1-15,1 2 5 0,0-4-4 0,0-6-6 16,1 13 0-16,-1-13-2 0,1 9 3 0,-1-9 0 16,0 6 1-16,0-6-1 0,0 0-1 0,0 9 0 15,0-9 5-15,0 0-7 0,0 0 0 0,0 0-1 16,0 7 3-16,0-7-1 0,0 0 7 0,0 0-2 15,0 0 7-15,0 0 4 0,0 0 13 0,0 0 1 16,0 0 3-16,0 0 7 0,0 0 9 0,0 0-6 16,0 0-2-16,0 0 0 0,0 0-4 0,0 0-7 15,0 0-2-15,0 0-5 0,0 0 8 0,17-16-21 16,-7 12 4-16,0-1-2 0,2 1-2 0,2 0-3 16,-1 0 2-16,4 1-6 0,0 0 10 0,-3 4-12 15,3-1-1-15,-3 0-2 0,-3 2 3 0,3 3-4 16,-3 0 2-16,0-2-4 0,-1 3 3 0,1 0-1 15,-5 1 1-15,0 0-1 0,-2 2 3 0,0-1-2 16,-3 2-1-16,-1-1-3 0,-2 2 2 0,-3-3 2 16,0 4 2-16,-1-3 6 0,-1-1-1 0,-1 1-11 15,-2 1 3-15,1-1-3 0,0-2 3 0,-2 0-3 16,-2 3 1-16,1-3-8 0,3-5-11 0,2 4-19 16,0-2-24-16,0 2-23 0,2-4-25 0,5-2-26 15,-11 1-55-15,11-1-213 0,0 0-439 0,0 0 195 16</inkml:trace>
  <inkml:trace contextRef="#ctx0" brushRef="#br0" timeOffset="-133832.79">10866 14373 150 0,'0'0'176'0,"7"-4"-3"15,-7 4-1-15,0 0-8 0,0 0-6 0,5-6-22 16,-5 6-14-16,0 0-13 0,5-3-14 0,-5 3-16 15,0 0-17-15,0 0-23 0,0 0-43 0,0 0-34 16,0 0-41-16,9 13-49 0,-9-13-103 0,0 0-251 16,4 9 111-16</inkml:trace>
  <inkml:trace contextRef="#ctx0" brushRef="#br0" timeOffset="-133454.47">11116 14194 75 0,'11'-8'197'0,"-1"3"-11"0,1-3 1 0,-2 2-11 16,3 3-9-16,-2-1-9 0,-2 3-5 0,4 1-8 15,-3-1-12-15,0 2-11 0,-2 2-12 16,5-1-9-16,-7 1-10 0,1 2-12 0,-1-1-3 16,2 2-6-16,-5 0-10 0,-1 4-2 0,-1 0-4 0,0 1-9 15,-3 1-2-15,-2 0-7 0,-2 2 1 0,2-4-3 16,-1 2 2-16,-2-2-10 0,0 0-9 15,2 0-11-15,0-1-16 0,0-1-6 0,3 0-2 16,0-2 2-16,-1 3 0 0,2-2-3 0,2-7 0 16,2 13 1-16,-2-7 1 0,5 1 2 0,-1-3-2 0,1 1 2 15,0-1-3-15,1 0 9 0,1 2 1 0,1 0 3 16,-3-2-2-16,-1-2 0 0,1 2-3 0,-5-4 1 16,4 6 4-16,-4-6 0 0,4 8 2 0,-4-8 0 15,0 0 3-15,-7 12-3 0,7-12 3 16,-10 9-1-16,2-5 0 0,-2 2-6 0,-1 0 10 0,-5 3-5 15,0-4 2-15,-1 3-5 0,2 0-13 16,-2-2-23-16,0 1-40 0,3-1-31 0,-1 0-41 16,1-1-176-16,3 2-357 0,11-7 159 0</inkml:trace>
  <inkml:trace contextRef="#ctx0" brushRef="#br0" timeOffset="-132812.83">11468 14272 30 0,'0'0'195'0,"-2"-8"1"0,2 8-7 16,-4-7-5-16,4 7-22 0,0 0-9 0,0 0-24 15,0 0-10-15,5-9-3 0,-5 9-9 0,0 0 1 16,22 7-13-16,-9-1-3 0,3 2-4 0,3 2-14 15,0 0-8-15,-2 0-7 0,7 6-6 0,-7-5-2 16,2 2-6-16,0 1-6 0,-2-1-19 16,-2-2-35-16,-1 1-31 0,1 1-36 0,-2-3-59 0,-1 1-50 15,-6-2-126-15,3-1-341 0,-9-8 152 0</inkml:trace>
  <inkml:trace contextRef="#ctx0" brushRef="#br0" timeOffset="-132607.53">11776 14231 157 0,'0'0'158'15,"0"0"-2"-15,0 0 6 0,0 0-2 0,0 0 2 16,-7 18-4-16,3-7-16 0,0 1-13 0,-3 4-8 16,3 1-14-16,-3 1-10 0,2 0-11 0,1 2-6 15,-1 4-10-15,1 3-6 0,-5-11-37 0,6 8-19 16,-3-5-34-16,2-2-38 0,2-1-60 0,1-1-44 15,-1 2-109-15,0-8-301 0,2 3 133 0</inkml:trace>
  <inkml:trace contextRef="#ctx0" brushRef="#br0" timeOffset="-132394.1">12002 14240 41 0,'3'-3'175'0,"-3"3"0"15,8-1 5-15,-8 1 3 0,8 9-14 0,-4-4-10 16,2 4-13-16,-2 1-9 0,-1 3-3 0,1-1-12 16,2 3-10-16,-4 1-13 0,-1 0-11 15,2 3 0-15,-1-3-17 0,2 1-9 0,-2-3-18 0,0 2-25 16,0-4-41-16,1 1-29 0,-1-1-42 0,0-3-35 16,0 1-31-16,-2-3-134 0,0-7-315 0,2 12 140 15</inkml:trace>
  <inkml:trace contextRef="#ctx0" brushRef="#br0" timeOffset="-132146.72">12233 14411 169 0,'0'0'153'0,"0"0"-15"0,8-2-14 0,-8 2-13 16,0 0 4-16,0 0-7 0,0 0-2 0,12 3-4 16,-12-3 2-16,8 1-4 0,-8-1-3 0,9 3-1 15,-9-3-9-15,12 0 0 0,-12 0-4 16,9-1-3-16,-9 1-3 0,11-1-2 0,-11 1-3 0,7-2 1 15,-7 2-5-15,7-5-5 0,-7 5-10 0,4-7 2 16,-4 7-5-16,0-8-8 0,0 8-5 0,0 0-5 16,-4-12-6-16,4 12-4 0,-7-7-2 0,3 4-2 15,4 3-11-15,-14-4-12 0,7 4-11 0,7 0-21 16,-22 3-19-16,10 0-28 0,1-2-28 0,2 2-21 16,-2 1-28-16,-1-2-21 0,4 1-129 0,8-3-337 15,-14 5 150-15</inkml:trace>
  <inkml:trace contextRef="#ctx0" brushRef="#br0" timeOffset="-131991.72">12341 14253 136 0,'0'0'131'0,"9"-3"-6"0,-1 2-25 15,4-1-1-15,1 0-20 0,5 0-34 16,-2-1-34-16,2-1-39 0,-1 0-89 0,1 2-126 15,1-3 56-15</inkml:trace>
  <inkml:trace contextRef="#ctx0" brushRef="#br0" timeOffset="-131657">12680 13986 154 0,'6'-7'153'0,"-3"3"0"0,3 0-2 16,-6 4-9-16,8-4 0 0,-8 4-7 0,13-1-7 0,-5 2-3 15,-8-1-9-15,12 5-6 0,-6-2-8 16,1 1-7-16,-1 1-11 0,-1 0-2 0,-1 1-11 0,2 3-7 16,-2 0-4-16,-4-1-10 0,0 2-4 15,-2-1-3-15,-2 2-2 0,-2-1-2 0,4 1-6 16,-5-2-7-16,3 1-8 0,0-1-12 0,0-1-9 16,3-1-14-16,1-7-1 0,-2 12 0 0,2-6 5 15,0-6-5-15,2 15-3 0,0-10 3 0,1 1 3 16,1 1 4-16,1-1-3 0,-1-1-2 0,0 0 8 15,2 1 5-15,0 0-5 0,-2-2-2 0,1 0 1 16,-5-4 2-16,8 7-4 0,-7-2 7 0,-1-5-2 16,5 8-1-16,-5-8 2 0,0 8 2 0,0-8 1 0,-6 9-2 15,0-4-3-15,-1 1-14 0,-1-1-17 16,-2 2-25-16,1 0-22 0,-1-1-30 0,0-2-32 16,-1 3-124-16,-8-1-293 0,2 0 129 0</inkml:trace>
  <inkml:trace contextRef="#ctx0" brushRef="#br0" timeOffset="-131124.58">10590 14966 44 0,'-9'0'171'0,"9"0"-3"0,0 0-9 0,0 0 4 16,0 0-10-16,41 6-16 0,-9-8-7 0,23 1-8 16,8-2-10-16,29-3-4 0,4-4-4 0,7 0-14 15,6 1-6-15,3-4-5 0,1 4-11 0,-1-5-5 16,-4 5-4-16,-2 0-4 0,1-2-1 15,-6 6 0-15,1-5 1 0,-5 2 4 0,1 1 0 0,-1 1-2 16,-4 0 3-16,-4-2-7 0,-25 4 4 0,3 0-7 16,-3-2-4-16,-2 2-2 0,2-1-3 0,-6 3-2 15,-6 0-4-15,-16-1-4 0,-3 0 0 0,-10 3-5 16,-3 2-3-16,-7-2-4 0,-4-2 0 0,3 2-6 16,-6 0-7-16,-6 0-14 0,11 0-12 0,-11 0-35 15,0 0-30-15,0 0-42 0,0 0-36 0,0 0-54 16,-29 3-171-16,7-3-420 0,-5 4 186 0</inkml:trace>
  <inkml:trace contextRef="#ctx0" brushRef="#br0" timeOffset="-130672.27">10763 15265 47 0,'2'-11'217'0,"-2"0"-3"16,0 5 0-16,2-1-11 0,-2 7-14 0,0 0-18 15,0-13-18-15,0 13-14 0,0 0-19 0,0 0-12 16,0 0 1-16,0 0-10 0,11 20-2 0,-8-1-13 15,-1 5-4-15,1 4-11 0,-1-3-3 0,0 4-7 16,5 0 0-16,-4-2-9 0,2-1-4 0,-5 0-10 16,0 2 1-16,3-5-19 0,-2-4-28 0,0-1-32 0,0-1-33 15,-1-2-36-15,3-4-43 0,-2 0-41 16,2-2-155-16,-3-9-379 0,2 13 168 0</inkml:trace>
  <inkml:trace contextRef="#ctx0" brushRef="#br0" timeOffset="-130398.4">11103 15434 164 0,'0'0'176'15,"0"0"-21"-15,0 0-12 0,0 0-2 0,0 0-18 16,0 0-12-16,0 0-7 0,-12 23-9 0,12-17-7 16,0-6-9-16,2 10 0 0,0-3-3 0,1-1-2 15,-3-6 5-15,6 8-8 0,-1-4-2 0,0 0-2 16,2-1 0-16,0-3 2 0,-7 0-2 0,14 0 4 15,-14 0 2-15,13-6-1 0,-2 2-8 0,-5-2-3 16,-1 0 5-16,-1-2-15 0,0-1 1 0,-2 2-3 16,-2 7-4-16,-2-15-2 0,-2 6-11 0,-4 0-5 15,2 1-9-15,-6 1-15 0,-1 3-6 0,-1 1-11 16,-2 1-17-16,-3 2-31 0,2 3-32 0,-3 1-34 16,1 0-27-16,2 3-47 0,-1-1-155 0,5-1-385 15,2-1 172-15</inkml:trace>
  <inkml:trace contextRef="#ctx0" brushRef="#br0" timeOffset="-130192.71">11388 15344 1974 0,'11'-7'95'16,"-3"1"-30"-16,1 3-44 0,1 0-14 0,-7 0-3 16,-3 3-11-16,11-4 19 0,-11 4 22 0,13 0 11 15,-13 0 13-15,13 2 2 0,-6-1 1 0,0 2 1 16,0-2-5-16,3 3-3 0,2 1-5 0,2 8-7 15,-2-8-1-15,2 5-4 0,-5-2-11 0,7 1-13 16,0-1-42-16,-7-1-32 0,-2 1-30 0,1-1-25 16,1 2-55-16,-3-5-23 0,1 2-164 0,-7-6-389 15,1 9 172-15</inkml:trace>
  <inkml:trace contextRef="#ctx0" brushRef="#br0" timeOffset="-130020.77">11633 15277 126 0,'0'0'189'0,"-6"-6"-6"0,6 6-12 0,-6-5-9 0,6 5-2 16,0 0 0-16,-20 18-5 0,8-4-9 0,-7 10-10 15,-1 1-13-15,1 0-11 0,-4 5-12 0,0-2-10 16,-4 10-8-16,8-8-26 0,1-3-41 0,1-1-47 16,1 0-52-16,4-4-62 0,2 1-172 15,2-6-344-15,2-2 153 0</inkml:trace>
  <inkml:trace contextRef="#ctx0" brushRef="#br0" timeOffset="-129808.27">11767 15269 61 0,'4'-8'242'0,"1"3"-10"15,-5 5-13-15,3-9-20 0,-3 9-9 0,0 0 5 0,0 0 4 16,0 0 3-16,16 15-13 0,-12-5-15 0,-2 5-15 15,0 5-13-15,-2-3-20 0,2 3-11 16,-1-1-12-16,1 5-16 0,-3-4-39 0,0 3-37 0,1-4-38 16,0-2-56-16,-1 0-49 0,-1-5-51 15,2 0-62-15,-4-1-127 0,2-2-402 0,2-9 179 16</inkml:trace>
  <inkml:trace contextRef="#ctx0" brushRef="#br0" timeOffset="-129554.96">11958 15429 92 0,'0'0'203'0,"0"0"-9"0,0 0-8 0,0 0-3 15,5 8-5-15,-5-8-20 0,5 4-11 0,-5-4-13 16,9 2-6-16,0-1-15 0,-1-1-13 0,-8 0-9 0,20-5-5 16,-6 3-9-16,-2-4-8 0,-1 1-5 15,2 1-6-15,-4 0-5 0,-1-2-3 0,0 1-5 16,1-3-6-16,-5 3-4 0,-3 1-1 0,2-3-9 15,-3 7 0-15,1-11-5 0,-1 11 0 0,-2-10-12 16,2 10-7-16,-12-6-14 0,12 6-15 0,-18-4-13 0,7 4-15 16,11 0-20-16,-31 5-9 0,17 0-39 15,1-2-25-15,1-1-37 0,-1 3-124 0,2-4-335 16,11-1 147-16</inkml:trace>
  <inkml:trace contextRef="#ctx0" brushRef="#br0" timeOffset="-129387.52">12203 15179 173 0,'5'-4'194'0,"-5"4"-17"0,9-3-6 0,-9 3-11 16,11-3-19-16,-4 1-12 0,4 1-21 0,0-2-38 16,-11 3-45-16,25-2-42 0,-12 0-56 0,-1 0-45 15,-12 2-72-15,15-3-207 0,-15 3 92 0</inkml:trace>
  <inkml:trace contextRef="#ctx0" brushRef="#br0" timeOffset="-129221.14">12412 15003 125 0,'2'-8'194'0,"-1"3"2"16,-1 5 2-16,3-7-10 0,-3 7-20 0,5-8-15 16,-5 8-18-16,0 0-2 0,0 0 3 15,0 0-10-15,6 15-9 0,-4-4-10 0,0 4-11 0,0 1-8 16,0 0-15-16,-2 2-38 0,0-1-49 0,0 1-41 15,-5-2-50-15,4 1-39 0,-2-1-50 16,-6-1-99-16,5-4-318 0,1-1 142 0</inkml:trace>
  <inkml:trace contextRef="#ctx0" brushRef="#br0" timeOffset="-128970.97">12648 15073 169 0,'9'-3'184'0,"-9"3"2"0,9 3 2 16,-9-3-1-16,10 10-13 0,-8-4-3 0,2 4-4 16,-4 6-5-16,-6-1-8 0,-2 2-5 0,1-1-12 15,-2 1-9-15,1 0-8 0,0 1-14 0,4-2-10 0,-3 0-10 16,6-2-7-16,0 1-7 0,2-4-7 0,0-2-4 16,8-1-5-16,1 0-5 0,3-4-6 15,5-4-1-15,9-1-8 0,7-6-3 0,2-1-13 16,0-1-13-16,1 2-17 0,-1-1-19 0,3-1-30 15,-5-4-35-15,-3 3-35 0,-2 0-43 0,-5 2-55 16,-7 3-176-16,-7-3-435 0,2 0 193 0</inkml:trace>
  <inkml:trace contextRef="#ctx0" brushRef="#br0" timeOffset="-127258.92">12509 15083 41 0,'0'0'74'0,"0"0"5"0,-3-8-3 0,3 8-1 0,0 0-8 15,0 0 2-15,0 0 0 0,0 0-10 0,-4-5-3 16,4 5 2-16,0 0-5 0,0 0-3 0,-8-4-2 16,8 4 4-16,0 0 3 0,-8-2 3 0,8 2-8 15,0 0 5-15,0 0-9 0,-7-4 2 0,7 4-5 16,0 0 3-16,0 0-5 0,-6-2 4 0,6 2 0 15,0 0-7-15,0 0 0 0,-7-4-1 0,7 4-4 16,0 0 5-16,0 0-5 0,0 0 0 0,-11-1-8 16,11 1 1-16,0 0-2 0,0 0-3 0,0 0-4 15,0 0 0-15,-12 1-3 0,12-1-1 0,0 0-3 16,-8 2-5-16,8-2 7 0,0 0-4 0,-7 6 0 16,7-6 0-16,-5 4-2 0,5-4-5 0,0 0 10 15,-6 6-12-15,6-6 4 0,-7 1-5 0,7-1-1 16,-8 6 5-16,8-6-4 0,-8 5-1 0,8-5 3 15,-4 2 0-15,4-2-3 0,0 0-1 0,-7 4 0 16,7-4 4-16,0 0-1 0,0 0-1 0,-5 4 2 16,5-4 2-16,0 0 0 0,0 0-4 0,0 0 8 15,0 0 7-15,0 0-1 0,0 0 2 0,0 0 3 16,0 0 1-16,0 0 1 0,0 0 0 0,0 0-4 16,0 0-1-16,0 0 1 0,0 0-1 0,0 0-3 15,0 0-3-15,0 0 7 0,0 0 1 16,16 4 1-16,-16-4 4 0,11 9 0 0,-4-3-3 0,-2 2 3 15,-1 1 6-15,3 2 8 0,-3 0-4 0,1 2-2 16,-1 2-1-16,1 0 0 0,-3-1-1 0,0 3 0 16,0 1-6-16,-2 0-3 0,0-1 4 0,2-5-1 15,-1 5-2-15,0-1-4 0,-1-1 2 0,4-4-5 16,-4 0-3-16,0 0-6 0,0-3-12 0,2-1-19 16,-2-7-31-16,0 0-25 0,0 18-45 0,0-18-32 15,4 8-44-15,-4-8-121 0,0 0-353 0,0 0 156 16</inkml:trace>
  <inkml:trace contextRef="#ctx0" brushRef="#br0" timeOffset="-126908.48">13634 14686 164 0,'0'0'207'0,"0"0"-7"16,0 0-8-16,9-4-15 0,-9 4-8 0,4-2-14 16,-4 2-6-16,11-3-14 0,-3 3-19 0,3-2-13 0,2 2-9 15,-1-2-12-15,5 2-31 0,-3 0-41 16,-1-3-49-16,1 3-57 0,-1-2-43 0,-1 1-150 16,-3 2-312-16,-9-1 139 0</inkml:trace>
  <inkml:trace contextRef="#ctx0" brushRef="#br0" timeOffset="-126761.95">13726 14755 129 0,'0'0'135'0,"0"0"-7"0,0 0-16 16,18 6-10-16,-6-6-32 0,1 0-28 0,5-2-57 15,-1 0-52-15,2-3-39 0,2 2-116 0,-4-1 52 16</inkml:trace>
  <inkml:trace contextRef="#ctx0" brushRef="#br0" timeOffset="-124792.39">15523 14340 81 0,'0'0'154'0,"0"0"-7"0,0-10 0 16,0 10-15-16,0 0 1 0,0 0-5 15,0 0-11-15,0 0-4 0,0 0-5 0,0 0 2 16,0 0-23-16,0 0-2 0,0 0-12 0,0 0-6 0,0 0-9 15,0 0-4-15,0 0-1 0,0 0-7 0,0 0-5 16,0 0-7-16,0 0-1 0,0 0-4 0,0 0 1 16,-15 1-7-16,15-1-3 0,-13 0 0 0,13 0-3 15,-12 3 0-15,4-3-1 0,8 0 0 16,-14 0-2-16,7 0-4 0,7 0 4 0,-15 0 0 0,7 0 3 16,8 0 5-16,-11-2 4 0,11 2 3 0,-11 0 1 15,11 0 6-15,0 0-5 0,-9-1-2 16,9 1 0-16,0 0-4 0,0 0-3 0,0 0-2 15,0 0-2-15,0 0-1 0,0 0-4 0,0 0 2 16,30-9-3-16,-10 4 1 0,8-1-1 0,-8 3-4 0,8-2-1 16,-7 3-14-16,-4 2-17 0,2-3-18 0,-6 3-24 15,1 0-31-15,-4 0-28 0,-1-2-39 0,0 2-21 16,-9 0-142-16,10 2-355 0,-10-2 157 16</inkml:trace>
  <inkml:trace contextRef="#ctx0" brushRef="#br0" timeOffset="-124355.34">15464 14276 37 0,'0'0'140'16,"0"0"0"-16,0 0-17 0,0 0 0 0,-13 4 2 16,10 2-5-16,-1 0 9 0,-1 4-8 0,1 1-10 0,-2 4 1 15,-1 2-2-15,2 0-6 0,0 3-13 0,2-2-2 16,0 0-11-16,3 0-1 0,0 2-9 0,-2-1-3 15,4-1-4-15,-4 0-7 0,4-1-5 16,0-1-6-16,1-3-3 0,-3-2-3 0,0 2-4 0,0-4-4 16,1-3-3-16,-1 3-1 0,0-9-1 0,0 12-3 15,1-7-1-15,-1-5 1 0,0 0-1 0,7 6-4 16,-7-6 2-16,9 0-9 0,-9 0 3 0,20-10 0 16,-8 7-2-16,4-5 1 0,-1 3 0 15,2-3-2-15,1 0-1 0,-2 3-4 0,1 0 2 16,1 0-2-16,-1 1 3 0,-3 3 0 0,-1 0-2 0,1 1 0 15,-3 1-3-15,1 1-1 0,-2 2 5 0,-3 1-3 16,0-1 4-16,-2 1-7 0,-1 2 5 0,1 2-3 16,-3 0 4-16,-2 1-1 0,-1 0 2 0,-3-1-4 15,-2 3-2-15,-2-3 5 0,-1 3 3 16,0-4-6-16,-2 1 4 0,0-1-1 0,-4 2-2 0,0 0-2 16,-1-2 4-16,4-3-2 0,-3 3 2 15,2-2-1-15,2-1-6 0,-1 0-20 0,2 1-19 0,1-4-21 16,0 1-33-16,1-1-38 0,8-2-22 0,-12-1-49 15,12 1-134-15,0 0-365 0,0 0 162 16</inkml:trace>
  <inkml:trace contextRef="#ctx0" brushRef="#br0" timeOffset="-123997.04">15942 14239 130 0,'5'-3'182'0,"-5"3"-12"0,12 1 8 0,-2 3-7 16,-4 0-8-16,5 2-8 0,-2 2-7 0,1 5-12 15,-1 1-12-15,-3-2-6 0,-2-1-10 16,0 6-8-16,-3 1-13 0,-2-1-5 0,-2 2-6 16,0-1-11-16,-4-1-2 0,1 0-9 0,-3 1-5 15,1-3-3-15,-2-1-5 0,3 1-1 0,-4-1-5 0,2-1-5 16,0-4-3-16,0-3-4 0,2 1 0 0,1-2-4 15,1-1 4-15,5-4-4 0,-7 6 0 16,7-6-1-16,-7 2-1 0,7-2-1 0,0 0-1 16,0 0-6-16,0 0 0 0,0 0 2 0,0 0 1 15,0 0-2-15,0 0 0 0,0 0-3 0,0 0 1 16,0 0-1-16,17-17 1 0,-8 15-3 0,-9 2 0 0,22 0 0 16,-10 0-3-16,6-1-17 0,-5 1-31 15,1 0-22-15,-2 1-37 0,0-1-39 0,2 2-29 16,-2-1-23-16,-1 0-160 0,-11-1-385 0,15 0 171 15</inkml:trace>
  <inkml:trace contextRef="#ctx0" brushRef="#br0" timeOffset="-123621.28">16264 14307 92 0,'14'-11'195'0,"2"1"-1"0,-1 1 0 0,-2 4-12 0,0 0-9 15,3-1-9-15,1 4-6 0,-2 2-14 0,1 1-11 16,-2 1-12-16,-4 2-9 0,3 2-12 0,-4 1-7 16,-2-2-12-16,-2 5 1 0,0-2-14 0,-2 3-6 15,-4 4-6-15,-4-3-3 0,1-1-9 0,-3 1-3 16,-2 1-4-16,2-1-3 0,-2-3-8 0,1 1-6 16,-2 1-6-16,2-2-12 0,2-1 3 0,1 0-9 0,1-1-3 15,0-3-1-15,1 2-2 0,1 0-3 16,2-6-1-16,0 0-2 0,4 13 4 0,-4-13 3 15,9 6 2-15,0-2-3 0,0 2 2 0,0-1 1 16,0-1 0-16,2 0-1 0,-5 0 2 0,3 1 2 16,-2-1-1-16,-2 1 0 0,0-1 0 0,-5-4 5 15,2 10 1-15,-2-10 3 0,-2 12 2 0,-4-7 0 16,-2 1 2-16,-1-1-4 0,0 4 3 0,-2-4 1 0,-5 2-2 16,-2 4 1-16,3-3 3 0,-3-1-17 15,-1 1-23-15,4 0-29 0,2-3-34 0,-3-2-34 16,6-1-41-16,-1 2-182 0,1-2-379 0,-1 1 167 15</inkml:trace>
  <inkml:trace contextRef="#ctx0" brushRef="#br0" timeOffset="-123389.1">16627 14475 2076 0,'16'-9'44'0,"-2"0"-12"15,-3 2-14-15,-1 2-4 0,-2 0-10 0,1 1 16 16,-4 0 27-16,0 0 24 0,3 2 20 0,-8 2 4 15,10-8 6-15,-6 6 3 0,-4 2 2 0,6-5 0 16,-2 1-4-16,-4 4 3 0,7-7 2 0,-7 7 4 16,0 0-13-16,5-7-2 0,-5 7-4 0,1-5-13 15,-1 5-6-15,0 0-5 0,0 0-14 0,3-6-8 16,-3 6-34-16,0 0-31 0,0 0-34 0,0 0-38 16,0 0-41-16,0 0-52 0,0 0-68 0,0 0-64 15,0 0-172-15,0 0-528 0,0 0 234 0</inkml:trace>
  <inkml:trace contextRef="#ctx0" brushRef="#br0" timeOffset="-121939.06">17168 14173 117 0,'0'0'182'0,"0"0"-11"16,0 0-14-16,-3-10-6 0,3 10-10 0,0 0-7 15,-1-6-12-15,1 6-12 0,0 0-7 0,0 0-7 16,0 0-8-16,0 0-10 0,0 0-4 0,0 0-13 15,0 0-3-15,0 0-4 0,0 0 8 0,0 0 0 16,0 0 6-16,0 0 2 0,0 31 0 0,0-18-3 16,-1 0-1-16,1-2-3 0,-1 7-5 0,1-3-2 15,-3 2-3-15,4-2-1 0,1 0-6 0,0 2 0 16,1-2 8-16,-2 1-4 0,1 0-2 0,0-3-11 16,-2-2 2-16,0 1-5 0,1 0-3 0,0-1-1 15,-1 1-5-15,-1-4 2 0,2 2-5 0,-1-2-6 16,-1 1 2-16,2-2-1 0,-1-7-3 0,-1 12 3 15,2-6-4-15,-1-6-4 0,-1 9-17 0,1-9-26 16,0 9-21-16,0-9-22 0,0 0-27 0,0 0-17 16,0 0-29-16,-1 8-41 0,1-8-19 0,0 0-172 15,0 0-412-15,0 0 182 0</inkml:trace>
  <inkml:trace contextRef="#ctx0" brushRef="#br0" timeOffset="-121678.28">17337 14232 123 0,'2'-5'171'0,"-2"5"-12"0,0 0-11 16,3-9-18-16,-3 9-13 0,0 0-12 0,0 0-1 15,0 0 4-15,0 0-4 0,0 0 3 0,10 18-11 16,-5-9-6-16,-2 4-5 0,-1-2 1 0,3 4-10 16,2 0-6-16,-1 1-7 0,0-5 2 0,-1 3-9 15,1-1 1-15,-1-3-11 0,0 6-2 0,0-4-9 16,1-1 1-16,-1 0-5 0,-2-2-3 0,0 3 1 15,-1-2-6-15,-3 0 0 0,0 1 0 0,-2-3-3 16,0 3-1-16,-2-2 2 0,-2-2-12 0,-1 1-20 16,-2-4-29-16,0 1-19 0,-2-1-35 0,2-1-27 15,-3 1-28-15,3-5-32 0,-2 0-128 0,-2-2-335 16,4-2 148-16</inkml:trace>
  <inkml:trace contextRef="#ctx0" brushRef="#br0" timeOffset="-121541.63">17443 14188 28 0,'16'-6'131'0,"1"3"-9"0,2-3-13 0,-4 5-4 15,2-1-15-15,2 1-30 0,-1 1-33 0,-4 1-43 16,0-1-30-16,-2 2-56 0,-2 1-110 0,-10-3 49 16</inkml:trace>
  <inkml:trace contextRef="#ctx0" brushRef="#br0" timeOffset="-121047.58">17750 14308 133 0,'3'10'151'16,"1"-7"-2"-16,-4-3-11 0,0 0 1 0,1 10-2 16,-1-10-14-16,0 0-1 0,0 9-6 0,0-9 1 15,0 0 5-15,0 0 5 0,0 0 5 0,2 7 2 16,-2-7-4-16,0 0-7 0,0 0-6 0,0 0-7 15,0 0-5-15,0 0-3 0,0 0-8 0,-14-15-10 16,14 15-9-16,-3-11-6 0,3 11-8 0,1-14-4 16,5 5 2-16,-3-3-13 0,2-1-10 15,2 2 3-15,-1 0-5 0,2-4-9 0,1 5 0 0,0 2-5 16,1 2-1-16,-2-1-7 0,3 3 0 0,-2 1-3 16,-1 3-3-16,-8 0 1 0,19 9-1 0,-11-2-3 15,2-2 1-15,-1 5-2 0,-3 0 0 0,-1 1 3 16,0 0-1-16,0 1 1 0,-2 1-4 0,-2-3 2 15,-1-1-1-15,-1 3 3 0,1-4-3 0,0-8 5 16,-1 14-7-16,-1-9 6 0,2-5 2 0,-3 10-2 16,3-10 2-16,-2 6-3 0,2-6 2 0,0 0-1 15,0 0-1-15,0 0 0 0,0 0 3 0,0 0-5 16,0 0 1-16,0 0-6 0,13-26 9 0,-8 17-3 16,3 0-5-16,1 0 4 0,2-3-4 0,1-1 2 15,2 0-1-15,-1 4-3 0,-3 2 7 0,3 1-5 16,-4 2-3-16,0-2 2 0,-1 5-5 0,-1 0 1 15,-7 1-1-15,15 4 4 0,-7 0-1 0,0 1 0 16,-2 2 1-16,-2 2-1 0,0 0-1 0,1 2-11 16,-3-1-13-16,-1-1-17 0,-1 3-36 0,-1-4-41 15,0 3-33-15,1-2-49 0,-3-3-38 0,-2 2-174 16,3-3-452-16,2-5 200 0</inkml:trace>
  <inkml:trace contextRef="#ctx0" brushRef="#br0" timeOffset="-120592.88">18298 14126 145 0,'0'0'195'16,"2"-6"-11"-16,-2 6-5 0,0 0 4 0,0 0-8 16,14 8 2-16,-7-1-10 0,-2 2-7 0,1 1-14 15,-1 5-5-15,2-3-10 0,-2 2 1 0,0 2-20 16,-1-1-1-16,1 3-14 0,0-4-5 0,0-2-2 15,-1 0-12-15,1 1-8 0,-1-4-10 0,0 2-3 16,2-3 4-16,-5 0-11 0,7 1-5 0,-6-2-3 16,1-1 0-16,1-3-5 0,-4-3-3 0,3 7 0 15,-3-7 2-15,5 7-3 0,-5-7 12 0,0 0 7 16,2 3-7-16,-2-3-3 0,0 0-9 0,0 0 1 16,12-11-5-16,-9 5 3 0,3-1-7 0,-1-2-5 15,-1 1-2-15,1-4 3 0,4-4-4 0,-2 1-2 16,1-4-3-16,5 3 2 0,-2-8-5 0,-3 6 3 15,0-6-6-15,-1 0-4 0,-4 5-11 16,4-6-2-16,-5 7-4 0,3 2 5 0,-6 1 0 0,2 3-3 16,-1 3-1-16,0-2 5 0,0 6-3 0,0 5 2 15,0-10-6-15,0 10 2 0,0 0 1 0,-7-6 0 16,7 6 5-16,0 0-2 0,-12 15 4 0,7-9-2 16,1 1 0-16,0 2-2 0,1 2 2 0,1-2 1 15,-1-1 3-15,3 2-4 0,-1-1 3 0,2 1-4 16,1-2-6-16,-2-8-19 0,6 10-27 0,0-5-32 15,4 0-45-15,1 0-42 0,7-3-37 0,1-2-42 16,1-2-162-16,3 0-455 0,4-2 202 0</inkml:trace>
  <inkml:trace contextRef="#ctx0" brushRef="#br0" timeOffset="-120455.23">18914 14062 33 0,'0'0'159'0,"9"-1"-10"0,-9 1-6 0,0 0 3 0,8-4-6 16,-8 4-5-16,0 0-9 0,8-1-6 0,-8 1-15 15,0 0-6-15,0 0-9 0,0 0-12 0,9 3-14 16,-9-3-31-16,0 0-51 0,5 5-65 0,-5-5-171 16,0 0-274-16,0 0 122 0</inkml:trace>
  <inkml:trace contextRef="#ctx0" brushRef="#br0" timeOffset="-119058.42">16558 12233 121 0,'0'0'166'0,"0"0"0"0,0 0-3 0,0 0-7 0,0 0-11 15,0 0-6-15,0 0-6 0,0 0-9 0,0 0-7 16,0 0-13-16,0 0-8 0,0 0-8 0,0 0-13 15,-1-7-5-15,1 7-10 0,0 0-6 0,0 0-6 16,0 0-6-16,0 0-10 0,0 0-17 0,0 0-15 16,0 0-26-16,0 0-31 0,0 0-40 0,0 0-30 15,0 0-52-15,-1 27-93 0,1-27-293 0,-4 5 129 16</inkml:trace>
  <inkml:trace contextRef="#ctx0" brushRef="#br0" timeOffset="-108797.97">8395 16257 79 0,'1'-8'174'0,"-1"8"-11"0,0 0-1 0,2-8-4 16,-2 8-7-16,3-7-8 0,-3 7-3 16,0 0-8-16,1-10-4 0,-1 10-9 0,5-6 0 15,-5 6-5-15,0-7-3 0,0 7-7 0,0 0-1 16,0 0-9-16,3-6-5 0,-3 6-10 0,0 0-2 16,0 0-5-16,0 0-13 0,0 0-4 0,3-8-7 15,-3 8-3-15,0 0-9 0,0 0-3 0,0 0-2 16,0 0-6-16,0 0-2 0,0 0 0 0,0 0-2 15,0 0-4-15,12 12-1 0,-12-12 2 0,0 12-8 16,2-4 12-16,-1 1-5 0,0 4 2 0,-1 2 1 16,-1 2 1-16,-3-1-4 0,0 4 2 0,-3-2-3 15,0 7-1-15,2-7-4 0,-6 7-1 0,2-8 1 16,0 6 0-16,1-5-1 0,-5 5 1 0,6-6-2 16,0-1-1-16,-2-1-2 0,3 0-28 0,1 2 1 15,1-6 2-15,1 1 2 0,2 0 1 0,0-2 6 16,2 0 2-16,2-1 2 0,-1 2-2 0,2-3 3 15,3 1 4-15,1-4 1 0,3-1 6 0,-2 2-9 16,4-3 5-16,-1 1-2 0,1-1-2 0,0 0-15 16,3-1-12-16,-2-1-25 0,-1 0-32 0,1-3-26 15,-4 3-26-15,-10-1-42 0,23-5-31 0,-15 4-168 16,-3-3-408-16,-5 4 181 0</inkml:trace>
  <inkml:trace contextRef="#ctx0" brushRef="#br0" timeOffset="-108484.54">8284 16033 117 0,'-8'-4'166'0,"8"4"-7"0,-13-3-10 16,13 3-12-16,-9-4-12 0,9 4-10 0,0 0-6 16,0 0-2-16,0 0-4 0,0 0-5 0,-15 9 0 15,15-9-12-15,0 0-1 0,-4 10-11 0,4-10-8 16,0 0-5-16,5 15-5 0,-5-15-5 0,0 0-4 16,3 14-2-16,-3-14-10 0,5 6-2 0,-5-6-1 15,4 12-7-15,-4-12-20 0,0 0-35 0,7 11-30 16,-7-11-43-16,7 8-27 0,-7-8-39 0,0 0-113 15,12 8-306-15,-12-8 135 0</inkml:trace>
  <inkml:trace contextRef="#ctx0" brushRef="#br0" timeOffset="-108213.18">9013 16438 180 0,'0'0'210'0,"0"0"8"0,0 0-10 16,0 0-6-16,-2 6-15 0,2-6-20 0,0 0-13 15,0 0-11-15,0 0-19 0,0 0-7 0,23-4-17 16,-12 2-5-16,-1-2-20 0,6 1-25 0,-3 2-38 15,-1 0-37-15,1-3-41 0,0 3-45 0,0-1-31 16,-3 1-25-16,-10 1-122 0,14 1-313 0,-14-1 140 16</inkml:trace>
  <inkml:trace contextRef="#ctx0" brushRef="#br0" timeOffset="-108051.18">9093 16565 48 0,'-3'3'174'0,"3"-3"-12"0,0 0-2 16,-4 5 0-16,4-5-10 0,0 0-12 16,0 0-11-16,0 0-14 0,33-5-19 0,-17 2-38 0,2-2-42 15,2 1-53-15,2-1-65 0,-3 1-106 0,8-6-226 16,-7 4 101-16</inkml:trace>
  <inkml:trace contextRef="#ctx0" brushRef="#br0" timeOffset="-106762.99">10386 16235 28 0,'0'0'174'0,"2"-6"-17"15,-2 6-11-15,0 0-15 0,0 0-20 0,0 0-2 16,0 0-10-16,0 0-10 0,-20 3-2 0,10 3 2 16,-3 5-6-16,-1-1-1 0,-1 4-4 0,-1-1-6 15,-2 5-1-15,1 1-7 0,0 2-3 16,4-4-4-16,-1 6 5 0,-1 0-4 0,2 0-5 0,3 1-1 15,1-1-8-15,0 1 1 0,4-6-5 0,-1 0 2 16,4-1-9-16,-1 0-2 0,0 1-1 0,4-3-5 16,3-1 0-16,-1-3-3 0,5 3-1 0,0-3 3 15,3 1-2-15,2-1-9 0,-1-4 4 0,6 1-1 16,-1-3 1-16,3-2 0 0,-1-1 0 0,1-2-3 16,-1 0 0-16,2-2-1 0,-8 1-2 0,4-1 0 15,-5-2 4-15,-2 1 3 0,2-1-1 0,-6 1 0 16,1 1 5-16,-1-2-5 0,-1-2 4 0,-5 6-3 15,5-10-1-15,-6 3-2 0,1 7-1 0,-5-10-1 16,-2 4-4-16,2 1 2 0,-6 0-6 0,-2 0 1 16,-4 3 0-16,0 0-3 0,0-1 0 0,-1 3-1 15,0 4 1-15,-1-2-4 0,1-1 1 0,0 5-6 16,2-1-15-16,3 0-11 0,1 1-18 16,1 0-25-16,2 0-33 0,-3 0-26 0,5 0-46 15,0 1-35-15,3 0-120 0,4-7-362 0,0 0 160 16</inkml:trace>
  <inkml:trace contextRef="#ctx0" brushRef="#br0" timeOffset="-106458.45">10725 16581 177 0,'10'-1'186'0,"-10"1"-9"15,13-4-7-15,-3 3-4 0,1-1-10 0,2-1-5 16,1 1-7-16,5-1-6 0,-1-1-8 0,-2-1-3 16,4 0-5-16,-3 2-3 0,0-2-5 0,1 2-4 15,-1 0-7-15,-4 1-6 0,-3 1-6 16,-4-1-7-16,2 1-3 0,0-1-10 0,-8 2-2 0,9-2-8 16,-9 2 0-16,9-3-6 0,-9 3-8 0,0 0-2 15,0 0-4-15,0 0-2 0,7-3-6 0,-7 3 0 16,0 0-5-16,0 0-2 0,0 0-12 0,0 0-25 15,0 0-26-15,-19 20-40 0,13-16-32 0,6-4-38 16,-14 6-48-16,14-6-50 0,-9 9-163 0,9-9-441 16,0 0 195-16</inkml:trace>
  <inkml:trace contextRef="#ctx0" brushRef="#br0" timeOffset="-105330.88">11516 16380 11 0,'0'0'159'16,"0"0"-5"-16,2-9 3 0,-2 9-8 0,0-6 6 16,0 6-12-16,0 0-9 0,0 0-7 0,0 0-10 15,0-9-9-15,0 9-7 0,0 0-12 0,0 0-5 16,0 0-8-16,-8-5-9 0,8 5-4 0,0 0-9 16,0 0-7-16,-17 11-4 0,13-7-6 0,0 3 2 15,-3 0-1-15,2 5-3 0,-1-2 5 0,-2 7-8 16,2-2 4-16,-1 2-2 0,4-2-2 15,-3 0-3-15,3 1 1 0,2 0-6 0,-1 0 2 16,2-5-4-16,0 2 1 0,3-1-2 0,0-2-1 0,3 2-3 16,-1-2 1-16,1-1-1 0,4 0 1 0,-3-3-2 15,6 1 0-15,-2 0 2 0,3-2-3 0,3-1 1 16,-2-1-2-16,0-1-3 0,3-2 2 0,-3-1-1 16,-2 0 1-16,2-1-3 0,-1 0-1 0,-1-2 0 15,-3-1 1-15,2-1-2 0,0 1 5 16,-1 1 0-16,-4-4-3 0,-1 1 2 0,3 0-2 15,-5 0-1-15,2-4-1 0,-2 0-2 0,-3 0 2 16,2 1-3-16,-3-2 2 0,0-3-3 0,-3 0 1 16,0 3-2-16,-4-5 1 0,2 4-3 0,1 3 4 0,-3-2-4 15,-2-2 2-15,0 6 5 0,1-2-8 16,0 3 2-16,2 0-1 0,-4 0-5 0,2 2 2 16,-1-1-1-16,-2 2 1 0,2 2 7 0,-2-2-7 15,1 3 2-15,-1 2-1 0,0-1-7 0,11 0 5 16,-16 2-6-16,6-1-5 0,2 2-5 0,1-1-15 15,-3 0-16-15,10-2-19 0,-11 6-18 0,11-6-20 16,-10 5-22-16,10-5-30 0,-5 7-26 0,5-7-161 16,-7 8-374-16,7-8 166 0</inkml:trace>
  <inkml:trace contextRef="#ctx0" brushRef="#br0" timeOffset="-105064.95">12005 16566 137 0,'1'-6'236'16,"-1"6"-2"-16,0 0-13 0,0-13-15 0,0 13-10 15,0-8-7-15,0 8-6 0,-4-8-13 0,4 8-15 16,0 0-12-16,-2-9-14 0,2 9-13 0,0 0-13 15,-3-6-10-15,3 6-13 0,0 0-11 0,0 0-18 16,0 0-25-16,0 0-32 0,0 0-40 0,0 0-49 0,-25 15-45 16,21-12-38-16,-1 2-39 0,5-5-126 15,-10 8-371-15,10-8 164 0</inkml:trace>
  <inkml:trace contextRef="#ctx0" brushRef="#br0" timeOffset="-104727.38">12298 16279 39 0,'0'0'189'0,"0"0"-15"0,0 0-12 16,0 0-12-16,0 0-10 0,-16 4-10 0,16-4-11 15,-12 14-13-15,8-5-9 0,0 1-10 0,-1 2-8 16,5 0-12-16,-2 4 0 0,0-5-7 0,2 2-9 15,4 0-6-15,-2-1-5 0,1 0-1 0,3 0-5 16,6 0-2-16,-3 4-1 0,0-3-3 16,2-2 3-16,2 1-4 0,1 0 1 0,-3-5-4 15,2 3 3-15,-3-2-2 0,1 0-6 0,-1-1 2 16,0 2 2-16,-3-1-7 0,-1 0 2 0,-1-1-7 16,-1 1 2-16,1-3 4 0,-4 2-11 0,-1-7 6 15,-1 12-4-15,-4-3-1 0,-3-2-9 0,1 1-16 16,-9-1-21-16,4-2-13 0,0-3-18 0,-6 2-35 15,1-3-29-15,4-1-24 0,-7-4-130 0,4 3-310 16,-2-3 138-16</inkml:trace>
  <inkml:trace contextRef="#ctx0" brushRef="#br0" timeOffset="-104569.16">12385 16235 1 0,'20'-8'167'0,"0"1"-9"0,5-1-10 0,-5 1-14 16,1 0-12-16,-1 4-13 0,0-2-19 0,1 3-38 16,-2 0-55-16,2-1-65 0,-4 6-84 0,-17-3-165 15,21-3 74-15</inkml:trace>
  <inkml:trace contextRef="#ctx0" brushRef="#br0" timeOffset="-104228.74">12850 16266 162 0,'14'-2'218'0,"-3"5"-7"16,0-2-14-16,1 4-8 0,-1-1-9 0,0 0-20 16,-2 5-8-16,-3-2-17 0,1 4-5 15,-3 1-19-15,2-1-7 0,-6 5-6 0,-4 1-13 16,0-1-4-16,2 2-10 0,-5 0-6 0,-3-1-9 15,0-2 0-15,-3-2-9 0,2 2-2 0,-1-3-5 16,-1-2-4-16,-3 1-5 0,3 0-2 0,4-4-2 16,-1-2-5-16,2 0 0 0,3-2-1 0,-3-2-1 15,8-1-5-15,-10 7 0 0,10-7-1 0,-4 3-2 16,4-3 3-16,0 0-6 0,0 0 2 0,0 0-7 16,0 0 4-16,0 0-4 0,22-14 3 0,-9 11-5 15,-1-2 3-15,-1 2-2 0,2-1 2 0,6 2-30 16,-4 1-23-16,-1-2-35 0,4 2-33 0,-5-2-34 15,2 0-41-15,-3-1-196 0,-12 4-418 0,16 0 186 16</inkml:trace>
  <inkml:trace contextRef="#ctx0" brushRef="#br0" timeOffset="-103746.22">13281 16232 69 0,'0'0'199'0,"10"-7"-11"0,-10 7-15 0,9-4-2 16,-9 4-6-16,13-1-7 0,-13 1-5 0,18 2-8 15,-7 1-16-15,1 1-9 0,-4-1-11 0,1 2 2 16,0 1-12-16,1 2-6 0,-2-3-7 0,1 3-6 15,0 1-8-15,-4-1-8 0,-1 3-3 0,-2-2-9 16,-2 1 1-16,3-1-2 0,-3-9-10 0,-5 20-6 16,1-10-1-16,0-1-5 0,-4 2-2 0,1-1-2 15,-1-4 4-15,-1 3-7 0,-1-2-4 0,0 0 1 16,3 0-5-16,1-4 1 0,0 2-2 0,0-2-2 16,6-3-4-16,-7 8 1 0,7-8-2 0,-4 5-4 15,4-5 7-15,0 0-4 0,0 0 0 0,0 0-1 16,6 11 0-16,-6-11-1 0,0 0 5 15,17 6-9-15,-9-3 4 0,1 0-2 0,-1 1 0 0,-8-4-1 16,15 10 0-16,-9-7-4 0,1 1 3 0,-7-4 1 16,12 9 2-16,-8-5 1 0,-4-4-3 0,4 11-1 15,-4-11 2-15,-4 11-1 0,0-5 0 0,-2 1 3 16,0-1 0-16,-1 1 0 0,-1-3-2 0,3 1-2 16,-5-1 0-16,0 0-12 0,1 1-18 15,-1-1-20-15,-1 0-25 0,3 0-28 0,8-4-47 16,-17 2-37-16,6 0-211 0,11-2-432 0,-24-2 191 15</inkml:trace>
  <inkml:trace contextRef="#ctx0" brushRef="#br0" timeOffset="-102397.38">10087 17052 100 0,'-35'1'108'0,"2"0"-14"0,1 2 9 0,4-2-5 16,7-2-1-16,1 2 6 0,7-2 2 0,1 1 2 15,1 0 0-15,4 0-14 0,7 0 2 0,0 0-18 16,0 0-6-16,0 0-1 0,0 0-6 0,0 0 0 15,37-4-4-15,-3 0-3 0,17-1 4 0,6 2-4 16,9 3 2-16,28-6-6 0,6 0 4 0,-3-4-4 16,4 8-3-16,2-2-7 0,-5 0 2 0,4-2-4 15,-1 5-3-15,5-3-7 0,0 3 9 0,3 1-3 16,1-3 1-16,-4 2 4 0,-1 0-2 0,1 2 5 16,0-4-1-16,2 8 0 0,0-6 2 0,-3 6-3 15,-2-2-4-15,-11 2-2 0,-1 3-3 0,-27-4-6 16,-1-2 2-16,-2 2-1 0,4 4-1 0,-5-3 2 15,-3 1-9-15,-7-1-1 0,3 1-2 0,-20-1 0 16,1 2-1-16,-3-5 0 0,-3 1-4 0,-8-1-1 16,-7 0 29-16,1-1-4 0,-5 1-5 0,-2-1-3 15,-7-1-7-15,11 1-2 0,-11-1-13 16,5 5-23-16,-5-5-29 0,0 0-30 0,0 0-33 0,-32 4-36 16,12-1-41-16,-3-1-41 0,-5 1-184 0,-4 1-445 15,0-1 197-15</inkml:trace>
  <inkml:trace contextRef="#ctx0" brushRef="#br0" timeOffset="-102013.93">11499 17383 45 0,'0'0'224'0,"0"0"-7"15,0-12-14-15,0 12-11 0,0 0-19 0,0 0-20 16,0 0-11-16,0 0-5 0,0 0-9 0,0 0-1 15,0 0-4-15,0 0 2 0,13 25-13 0,-9-13-5 16,-2 2-2-16,3 3-20 0,1-2 1 0,0 4-6 16,-2-2-6-16,0-1-7 0,1 8-7 0,1-7-6 15,-4-5-4-15,1 6-2 0,3-2-6 0,1 0-3 16,-2 0-14-16,1-3-36 0,0 1-30 0,-3-3-25 16,2 0-30-16,-1-2-38 0,-4-9-39 0,9 14-33 15,-5-9-177-15,-4-5-415 0,5 10 184 0</inkml:trace>
  <inkml:trace contextRef="#ctx0" brushRef="#br0" timeOffset="-101804.46">11878 17457 214 0,'0'0'225'0,"4"-10"-8"0,-4 10-20 0,4-8-15 15,-4 8-17-15,0 0-6 0,9-5 2 0,-9 5-8 16,0 0-11-16,0 0-11 0,0 0-12 0,12 18-9 15,-11-8-10-15,0-1-12 0,0 3-6 0,1-1-10 16,0 1-5-16,-2 1-10 0,0-2-21 0,2 3-27 16,-2-14-32-16,0 21-19 0,2-11-23 0,-2-10-39 15,0 18-33-15,0-18-49 0,3 13-170 0,-3-13-383 16,2 10 169-16</inkml:trace>
  <inkml:trace contextRef="#ctx0" brushRef="#br0" timeOffset="-101586.33">12152 17432 120 0,'2'-7'188'0,"-2"7"-7"16,0-10-18-16,0 10-13 0,0 0-11 0,0 0-8 15,-16-6-7-15,16 6-3 0,0 0-3 16,-23 15-6-16,14-7-6 0,1 1-3 0,-6 2-9 16,5 3 0-16,-1 0-11 0,1-1-8 0,4 0-7 15,0-4-3-15,2 2-7 0,2 0-7 0,1-11-4 16,4 17-1-16,-2-7-6 0,1-1-2 0,-3-9-8 15,15 10-15-15,-3-6-22 0,2-3-35 0,5 1-30 16,2-2-49-16,7-3-49 0,0 0-188 0,-1-4-389 16,4-1 172-16</inkml:trace>
  <inkml:trace contextRef="#ctx0" brushRef="#br0" timeOffset="-101352.8">14409 16906 3126 0,'15'-9'67'0,"-3"-3"50"0,-3 3-24 0,0 3-28 0,-2 1-28 16,-2 0-15-16,-1 1 1 0,6 0-11 0,-1 1-4 15,5 1 1-15,3-2 0 0,2 1-16 0,1 2-28 16,0 0-34-16,0 4-61 0,-1-3-42 0,1 3-39 15,-4 1-52-15,-5 2-188 0,-3-2-487 16,-2 0 216-16</inkml:trace>
  <inkml:trace contextRef="#ctx0" brushRef="#br0" timeOffset="-101207.83">14606 16987 172 0,'-4'5'161'0,"4"-5"0"16,0 0-7-16,-2 6-3 0,2-6-12 0,0 0-11 15,9 5-17-15,-9-5-5 0,18 2-15 0,-7-1-33 16,1-1-46-16,5-1-48 0,2-2-77 0,-6 1-104 16,7-3-233-16,2-3 104 0</inkml:trace>
  <inkml:trace contextRef="#ctx0" brushRef="#br0" timeOffset="-100358.83">15728 16358 12 0,'0'0'197'0,"0"0"-16"0,2-8 3 15,-2 8-8-15,0 0-10 0,0 0-10 16,3-7-17-16,-3 7-5 0,0 0-24 0,0 0-3 16,0 0-11-16,0 0-6 0,0 0-5 0,0 0-12 15,-18 16 0-15,10-8-6 0,2 1-10 0,-3 3-2 16,4-2-9-16,0 0-4 0,-1 1-5 0,1 0 0 16,3 0-6-16,0 1 0 0,2 1-3 0,2-2-3 15,2-2-2-15,-2 3 2 0,6-1-5 0,1-1 4 16,4 1-3-16,-1-1-3 0,6 1 3 0,-2-1-5 15,3-1-1-15,0-3-2 0,0 2-3 0,-2-2 1 16,-2 5-2-16,2-4 2 0,-6-2-4 0,4 5 4 16,-4-4-5-16,-3 2 1 0,-1-4-2 0,-2 2 0 15,-1 1-1-15,0 0 1 0,-4-1 1 0,0 3 0 16,-4 1 0-16,0-2 7 0,-5 0-8 0,-2 5 2 16,-5-3-2-16,0 3 1 0,-3-3-1 0,-4 2-4 15,1-5-12-15,0-1-1 0,2-2-26 0,-2 2-14 16,0-3-26-16,4-1-36 0,0-2-37 0,6-2-44 15,-6 0-161-15,-2-5-385 0,5-3 171 0</inkml:trace>
  <inkml:trace contextRef="#ctx0" brushRef="#br0" timeOffset="-100204.68">15748 16434 15 0,'18'-5'175'0,"2"1"-13"0,-2 1-10 0,5 0-15 15,4-4-10-15,0 4-11 0,-6 2-12 0,7 0-14 16,-7 1-30-16,1 1-41 0,0 0-50 0,-3 2-48 16,-6 1-96-16,-1-1-189 0,-3 0 84 0</inkml:trace>
  <inkml:trace contextRef="#ctx0" brushRef="#br0" timeOffset="-100007.08">16139 16681 143 0,'3'5'174'0,"-3"-5"-5"0,2 4-6 0,-2-4-4 15,0 0-17-15,0 0-14 0,0 0-12 0,4 7-10 16,-4-7-12-16,0 0-10 0,9 2-39 0,-9-2-30 16,0 0-36-16,0 0-41 0,8 6-28 0,-8-6-38 15,2 2-79-15,-2-2-223 0,0 0 100 0</inkml:trace>
  <inkml:trace contextRef="#ctx0" brushRef="#br0" timeOffset="-99088.39">16043 16400 99 0,'4'-11'174'0,"-4"11"-9"15,4-9 4-15,-4 9-9 0,4-7-10 0,-4 7-14 16,0 0-7-16,2-10-21 0,-2 10-6 16,0 0-15-16,0 0-7 0,0 0-5 0,0 0-10 0,16 17-3 15,-15-7-10-15,4 7 3 0,-2-2-3 0,1 4-10 16,1-3-2-16,-2 3-4 0,2-1-2 15,-2 0-7-15,2-1 5 0,2-2-3 0,-4 1-2 16,5-1-2-16,0-4-4 0,2 2-2 0,1-4-1 16,-2-1-1-16,3-1-1 0,1-2-2 0,-1 0 2 15,0-1-1-15,2-2-3 0,0-3 1 0,-1-2-1 16,4-3-1-16,-5 2-3 0,0-3-1 0,3-3 3 16,-2-4-1-16,-2 1-1 0,1-1-4 0,-2 0 3 15,-2-2-3-15,-1 1 1 0,-2 0 5 0,-2-3 0 16,0 2-2-16,-3 1 3 0,0 2-1 0,0-2 11 15,1 4-1-15,-1 11 11 0,-1-16-6 0,1 16-2 16,0 0-1-16,0-13-7 0,0 13-2 0,0 0-1 16,0 0-5-16,0 0 3 0,0 0-2 0,0 0-2 15,0 0-1-15,0 0 3 0,-4 43-4 0,5-25 2 16,-2 0-2-16,-1 1 0 0,1 0 9 0,1 0 0 16,3-1-5-16,-2-1 2 0,0 1-2 0,2-3 7 15,1 2-11-15,0-1 6 0,1 0-3 0,1-5 2 16,-1 0-9-16,-1 0-16 0,4-1-23 0,-3 2-17 15,0-3-27-15,3 0-27 0,-8-9-30 0,7 13-29 16,-2-8-38-16,-5-5-131 0,0 0-367 0,9 9 163 16</inkml:trace>
  <inkml:trace contextRef="#ctx0" brushRef="#br0" timeOffset="-98451.96">16089 16654 8 0,'0'0'177'0,"-3"-7"-12"16,3 7-13-16,0 0-17 0,0 0-10 15,0 0-12-15,0 0-20 0,0 0-23 0,0 0-22 16,0 0-31-16,34 14-26 0,-34-14-54 0,1 9-37 16,-1-9-56-16,0 0-168 0,0 0 75 0</inkml:trace>
  <inkml:trace contextRef="#ctx0" brushRef="#br0" timeOffset="-96930.22">16649 16398 25 0,'0'0'79'0,"0"0"7"16,0 0 2-16,0 0-9 0,0 0 8 0,0 0-3 16,0 0 4-16,0 0-6 0,0 0 2 15,0 0-10-15,0 0 5 0,0 0-6 0,0 0-5 0,0 0-15 16,0 0 2-16,0 0 5 0,0 0-16 0,0 0 0 16,0 0 3-16,0 0-13 0,0 0-1 0,0 0-6 15,0 0 0-15,0 0-2 0,0 0 0 0,0 0 1 16,0 0-3-16,0 0-1 0,0 0-1 0,0 0 1 15,0 0-3-15,0 0-5 0,0 0 1 0,0 0-1 16,0 0 5-16,0 0-13 0,0 0 10 0,0 0-4 16,0 0-5-16,0 0 4 0,0 0-5 15,0 0-1-15,-18-1 0 0,18 1-4 0,0 0 4 16,0 0 2-16,0 0-1 0,0 0 0 0,0 0 3 16,0 0 8-16,-13 1 0 0,13-1 2 0,0 0-2 15,0 0 8-15,0 0 0 0,0 0-5 0,0 0 6 16,0 0-4-16,0 0 0 0,0 0-1 0,0 0-3 15,0 0 4-15,0 0-6 0,0 0 2 0,0 0-1 16,0 0-8-16,0 0 0 0,0 0 3 0,0 0-8 16,0 0 3-16,0 0 1 0,0 0-5 0,0 0 6 15,0 0-5-15,0 0 0 0,-6 4 2 0,6-4-5 16,0 0 7-16,0 0-5 0,0 0 2 0,0 0 4 16,0 0 7-16,0 0-5 0,0 0 5 0,0 0-4 15,0 0 2-15,0 0-2 0,0 0 1 0,0 0 4 16,0 0-11-16,0 0 4 0,0 0 0 0,0 0-2 15,0 0 1-15,0 0-2 0,0 0 3 0,0 0 3 16,0 0-6-16,0 0 4 0,0 0-5 0,0 0 1 16,0 0 1-16,0 0 0 0,0 0-1 0,0 0-1 15,0 0 2-15,0 0-2 0,0 0 2 0,0 0-1 16,0 0 4-16,0 0 0 0,0 0 0 0,0 0 2 16,0 0 0-16,0 0-2 0,0 0 0 0,0 0-3 15,0 0 6-15,0 0-4 0,0 0 0 0,0 0-5 16,0 0 1-16,0 0-1 0,0 0-1 0,0 0 1 15,0 0 1-15,0 0-2 0,0 0-3 0,0 0 2 16,0 0-3-16,0 0 2 0,0 0 3 0,0 0-4 16,0 0 3-16,0 0-4 0,0 0 0 0,0 0 1 15,0 0 1-15,0 0-2 0,0 0 1 16,0 0 4-16,0 0-1 0,0 0-2 0,0 0-3 16,0 0 0-16,0 0 2 0,0 0-4 0,0 0 3 0,0 0-2 15,0 0 0-15,0 0 3 0,0 0 1 16,0 0-4-16,0 0 5 0,0 0-3 0,0 0-3 15,0 0 2-15,0 0 0 0,0 0 2 0,0 0-1 16,0 0 0-16,0 0 1 0,0 0 1 0,0 0-1 16,0 0-2-16,0 0 2 0,0 0-3 0,0 0 2 15,0 0 1-15,0 0 0 0,0 0-2 0,0 0 0 16,0 0 2-16,0 0 0 0,23-8 2 0,-23 8 0 16,8-2-8-16,-8 2 6 0,10-3-3 0,-5 0 6 0,-5 3-6 15,10-3 5-15,-5 0-4 0,-5 3 3 16,12-3-1-16,-6 1-1 0,1-2 0 0,0 0 3 15,5 2-3-15,-6 1-1 0,4-2 5 0,2 0-6 16,-3 1 2-16,1 2 2 0,1-2-4 0,0 1 2 16,-1-1 0-16,1 1 0 0,-11 1-3 0,19-2 4 15,-11 2-2-15,3 0 5 0,-4 0-6 0,-7 0 2 16,13-1 0-16,-13 1 0 0,12 0 3 0,-12 0-3 16,11 0 1-16,-11 0-1 0,11-2 1 0,-4 4-1 15,-7-2 1-15,8 1 0 0,-8-1 0 0,0 0 0 16,10-1 0-16,-10 1-3 0,0 0 5 0,0 0-5 15,7 3 3-15,-7-3-2 0,0 0 2 0,0 0-1 16,0 0-3-16,0 0-3 0,0 0 3 0,4 7 3 16,-4-7 0-16,0 10 6 0,-2-1-1 0,0 1 3 15,0 3-3-15,-3 3 8 0,-1-5-6 0,2 4 5 16,0 2-4-16,-1-2 3 0,1 1-4 0,0 0 2 16,-2-2-4-16,3-1 4 0,-1-2-1 0,4 2 0 15,-2-2 1-15,0 1-1 0,0-1-1 0,1-2-2 16,1 1 0-16,-2 1 3 0,2-1-2 0,2-1 1 15,-2-1-5-15,0 1 1 0,0-2-14 0,0-7-7 16,0 13-17-16,0-6-26 0,0-7-13 0,1 11-26 16,-1-11-15-16,0 8-33 0,0-8-16 15,0 0-13-15,0 7-19 0,0-7-107 0,0 0-329 16,0 0 145-16</inkml:trace>
  <inkml:trace contextRef="#ctx0" brushRef="#br0" timeOffset="-96771.63">16898 16543 1 0,'-1'-6'152'0,"1"6"-14"0,0 0-9 15,0 0-12-15,2-10-22 0,-2 10-15 0,0 0-11 16,9-3-25-16,-2 1-22 0,2 0-22 0,1 0-20 16,2-1-31-16,3 3-4 0,-4-6-66 0,5 2-129 15,-1 1 57-15</inkml:trace>
  <inkml:trace contextRef="#ctx0" brushRef="#br0" timeOffset="-96470.64">17201 16347 114 0,'0'-7'156'16,"0"7"-13"-16,0 0-12 0,0 0-18 0,0 0-9 16,1-9-16-16,-1 9-1 0,0 0-11 0,0 0 2 15,14 0-4-15,-14 0-5 0,20 2-7 16,-9-1 1-16,3 0-9 0,4 1-3 0,-5 0-5 15,6 0-1-15,1 1-3 0,0 0 3 0,-1 0-3 0,-1 1-5 16,0 0-1-16,-4 1-2 0,-3-2-2 0,1 4 4 16,-1-1-4-16,-4-1 3 0,0 4-2 0,1 0 4 15,-3 1 6-15,-4 0-4 0,2 2 1 0,-2-1-3 16,-1 4 5-16,-1 1-3 0,-2-4-2 16,-1 5-5-16,-1-6-2 0,0 4-5 0,-1 1 3 0,-2-1-3 15,4-4 2-15,-1 2-6 0,0-1 0 16,0-1-19-16,0 0-30 0,1-2-29 0,0 1-21 15,4-10-34-15,-7 17-14 0,3-11-35 0,0-1-20 0,4-5-109 16,-6 10-315-16,6-10 140 0</inkml:trace>
  <inkml:trace contextRef="#ctx0" brushRef="#br0" timeOffset="-96321.49">17351 16573 96 0,'9'-3'132'0,"-9"3"-17"0,16-5-13 16,-4 3-7-16,2 0-30 0,-14 2-22 0,30-5-41 16,-12 3-39-16,0 1-66 0,1-1-110 0,1-1 49 15</inkml:trace>
  <inkml:trace contextRef="#ctx0" brushRef="#br0" timeOffset="-95841.18">17802 16507 91 0,'0'0'142'0,"0"0"2"16,5 11-17-16,-5-11-6 0,3 9-9 0,-3-9-5 16,0 12 1-16,0-12-6 0,0 12-10 0,0-12-5 15,0 11-8-15,0-11-7 0,-2 11-5 0,2-11-6 16,0 0 9-16,-2 12-2 0,2-12 6 16,0 0 4-16,0 0 14 0,0 0 1 0,0 0-8 15,0 0-6-15,0 0-9 0,0 0 1 0,0 0-7 16,0 0-2-16,0 0-8 0,0 0-3 0,-8-32-5 15,8 19-6-15,0 13-4 0,6-21-4 0,-2 11-3 16,1-1-1-16,3 2-3 0,0-1-6 0,-2 1-4 16,3 1 4-16,0 3-8 0,-3 1 4 0,-6 4-7 15,16-8-2-15,-16 8 0 0,15 6 1 0,-15-6-6 16,17 8 4-16,-7-1-4 0,-3 0 2 0,1 1-1 16,-3 1-2-16,3-1 3 0,-4 1-3 0,1-1 0 15,-5-8 0-15,5 10 0 0,-5-10 0 0,3 9 3 16,-3-9 0-16,2 9 2 0,-2-9 0 0,0 0 2 15,0 0 6-15,3 8-10 0,-3-8 2 0,0 0-1 16,0 0 0-16,0 0 4 0,0 0-6 0,0 0-1 16,7-24 1-16,-3 15 1 0,1 0-2 0,0 1 6 15,3 0-4-15,1-1-3 0,-1 1 1 0,1 2 1 16,0-2-1-16,-1 4-4 0,-8 4 2 0,15-5 1 16,-5 4-2-16,-10 1 0 0,14 3-3 0,-5 3 3 15,0 0 0-15,-2 1 2 0,-1 2-1 0,-3 2-23 16,1-2-28-16,-1 3-21 0,-2 0-26 15,0 0-22-15,1-2-29 0,0 1-41 0,-2-1-26 16,0-10-120-16,0 0-364 0,-2 20 162 0</inkml:trace>
  <inkml:trace contextRef="#ctx0" brushRef="#br0" timeOffset="-95474.54">18317 16495 179 0,'0'0'172'0,"0"0"-21"15,4-6-18-15,-4 6-8 0,0 0-4 0,0 0 12 16,0 0-9-16,1 24-5 0,-1-24-7 0,-4 22-10 16,3-9-5-16,-2-1-9 0,-1-2-12 0,2 3-3 15,-1-3-10-15,2 1-6 0,1-11 0 16,-2 14-4-16,2-14-8 0,-2 10 9 0,2-10 13 0,0 0 23 16,-1 10-2-16,1-10-5 0,0 0-7 0,0 0-7 15,0 0 0-15,0 0-6 0,-1-39-9 0,5 27-4 16,-1-5-5-16,4 0 2 0,-2-2-2 0,3-4-7 15,2-2-1-15,1 4-2 0,2-3-4 0,1 2-7 16,-4 5-4-16,2 1 2 0,-1 3-2 0,0-1-3 16,-4 6-5-16,2 0 1 0,-4 3-4 0,-5 5 6 15,12-7-10-15,-12 7 2 0,0 0-3 0,21 14 1 16,-12-3 0-16,0 2 1 0,-2 4-3 16,-1 0 3-16,-2 2 6 0,0 0-10 0,0 6 1 0,-2-1 4 15,0-6-3-15,0 1 1 0,2 1-2 0,-2-4-14 16,0 1-28-16,0-5-34 0,-1-1-36 0,-1-11-43 15,3 18-34-15,-3-18-35 0,1 14-206 0,-1-14-462 16,0 0 204-16</inkml:trace>
  <inkml:trace contextRef="#ctx0" brushRef="#br0" timeOffset="-95328.42">18436 16505 96 0,'0'0'160'16,"10"-3"-6"-16,-10 3-14 0,19-4-6 0,-9 3-12 15,-10 1-13-15,25 1-11 0,-9-2-7 0,-16 1-16 16,31 4-32-16,-17-3-43 0,0-1-60 0,-1 3-134 16,-13-3-210-16,11 3 93 0</inkml:trace>
  <inkml:trace contextRef="#ctx0" brushRef="#br0" timeOffset="-95006.38">16227 17058 104 0,'-11'4'171'16,"6"-1"1"-16,5-3-3 0,0 0-5 0,29 7-9 0,25-5-12 15,8-5-10-15,42-6-11 0,11 0-10 0,8-5-13 16,7 0 1-16,7-2-11 0,3 4-12 16,7-1-8-16,3 2 0 0,-2 0-12 0,-12-3-1 15,7 4-5-15,-8-2-7 0,-5 5-14 0,-11-4-17 16,-6 5-15-16,-11-3-14 0,-37 5-11 0,31 1-17 16,-38-2-14-16,-6 4-5 0,-14-2-13 0,1 5-27 15,-10 0-29-15,-8 1-17 0,-6-2-107 0,-10 3-275 16,-5-4 122-16</inkml:trace>
  <inkml:trace contextRef="#ctx0" brushRef="#br0" timeOffset="-94318.68">15963 16595 128 0,'0'0'172'0,"0"0"-8"0,0 0-6 0,0 0-8 16,0 0 1-16,0 0-9 0,0 0-1 0,0 0-6 15,0 0 2-15,0 0-5 0,0 0-3 0,0 0-2 16,0 0-6-16,0 0-1 0,0 0-3 16,0 0-8-16,0 0-3 0,0 0-6 0,0 0-1 15,0 0-8-15,0 0-6 0,0 0-11 0,0 0-7 0,0 0-6 16,-8-15-4-16,8 15-5 0,0 0-1 0,-4-7-1 16,4 7-5-16,0 0 3 0,0 0-5 0,-4-8 6 15,4 8-4-15,0 0-7 0,0 0-5 0,0 0-4 16,0 0-10-16,0 0 3 0,0 0 0 0,0 0 6 15,0 0-9-15,0 0-5 0,-3 19-3 16,3-19-9-16,2 11-24 0,2-4-34 0,-3 0-48 16,6 0-43-16,-1-2-60 0,3 2-70 0,0-2-203 0,4-3-520 15,2 0 230-15</inkml:trace>
  <inkml:trace contextRef="#ctx0" brushRef="#br0" timeOffset="-86262.54">12791 4337 57 0,'0'0'54'0,"0"0"4"15,0 0-13-15,0 0-9 0,0 0 1 0,0 0-5 16,0 0 6-16,0 0-4 0,0 0 14 0,0 0 1 16,0 0 3-16,-8 18-10 0,5-14 0 0,3-4-16 15,-2 9 10-15,2-9 2 0,0 8-14 16,0-8 10-16,-4 7-8 0,4-7 12 0,0 0 3 15,0 0-16-15,0 9-1 0,0-9 7 0,0 0-5 0,0 0 3 16,0 0 7-16,0 0 6 0,0 0-18 16,0 8-3-16,0-8 13 0,0 0-8 0,0 0-1 0,0 0-7 15,0 0 0-15,0 0 4 0,0 0-8 0,0 0 4 16,31-21-5-16,-8 6-3 0,8-4-6 0,20-13-28 16,29-21-18-16,-2-1-20 0,9-4-22 0,1-1-24 15,9-3-64-15,1 1-185 0,8-7 82 16</inkml:trace>
  <inkml:trace contextRef="#ctx0" brushRef="#br0" timeOffset="-84072.88">12745 4193 30 0,'0'0'37'0,"-5"-4"-4"0,5 4 0 16,0 0-9-16,0 0 5 0,0 0 7 0,0 0-6 16,0 0 5-16,-9-4-3 0,9 4 6 0,0 0-4 15,0 0-5-15,0 0 5 0,0 0 0 0,0 0-9 16,0 0 3-16,-2-6 8 0,2 6-15 0,0 0-1 15,0 0-3-15,0 0 3 0,0 0-5 0,0 0 3 16,0 0-13-16,0 0 15 0,0 0-10 16,0 0-7-16,0 0 10 0,0 0-9 0,0 0 1 15,0 0-4-15,0 0-2 0,0 0 11 0,0 0-4 0,0 0-5 16,0 0 2-16,0 0-2 0,7 23 0 0,-5-17-2 16,0 0-2-16,0 1 8 0,1 3-7 0,1-2 4 15,-2 2-2-15,1-2 3 0,1 1-1 16,-2 2 1-16,2-3 4 0,-1 4-6 0,0-2 3 0,1 0 4 15,-2 3-2-15,2-4 5 0,-1 2-7 16,-1-1-2-16,2 0 9 0,-1-1-4 0,2 0 0 0,-3-2 0 16,0-1-2-16,0 0-3 0,-2-6 7 0,2 10-8 15,-1-4 9-15,-1-6 10 0,4 8-12 0,-4-8-2 16,4 5-3-16,-4-5 8 0,0 0 3 0,2 6 8 16,-2-6-11-16,0 0 16 0,0 0-6 15,2 6 19-15,-2-6-22 0,0 0 3 0,0 0-1 0,0 0 0 16,0 0-10-16,0 0 7 0,0 0 4 0,0 0 7 15,0 0-14-15,0 0 6 0,0 0 4 16,0 0-3-16,0 0-1 0,0 0-4 0,0 0-1 0,0 0 2 16,0 0-1-16,5 4-1 0,-5-4-4 15,0 0-3-15,0 0 1 0,0 0 1 0,0 0 0 16,0 0-8-16,0 0 1 0,10-15 4 0,-10 15-1 0,8-6 1 16,-4 3 1-16,1-4 3 0,-5 7-10 0,10-7 2 15,-4 3 3-15,1-2-7 0,3-2 6 16,0 1 0-16,6-4-4 0,4-4 5 0,7-3-9 0,2-2 5 15,11-7 1-15,3-2 3 0,2-3-21 16,4-2-12-16,1 1-10 0,4-4-12 0,18-13-22 0,-21 14-14 16,6 3-18-16,-4 2-87 0,1 1-205 0,0 0 91 15</inkml:trace>
  <inkml:trace contextRef="#ctx0" brushRef="#br0" timeOffset="-81359.03">12208 6346 8 0,'0'0'100'0,"0"0"-9"16,0 0-16-16,0 0-6 0,0 0 3 0,0 0-9 16,0 0-11-16,0 0 3 0,0 0-13 0,0 0-8 15,0 0-6-15,0 0 2 0,0 0-14 0,0 0-7 16,0 0 2-16,0 0-9 0,0 0 3 0,0 0 4 16,0 0-6-16,0 0 0 0,0 0-1 0,0 0-3 15,0 0-2-15,0 0 0 0,0 0-6 0,0 0 0 16,0 0-13-16,0 0-16 0,0 0-12 0,0 0-58 15,0 0-116-15,0 0 52 0</inkml:trace>
  <inkml:trace contextRef="#ctx0" brushRef="#br0" timeOffset="-78764.19">8567 6238 23 0,'0'0'81'0,"0"0"-17"0,0 0 1 16,0 0-6-16,0 0-6 0,0 0-3 0,0 0 0 15,0 0-8-15,0 0 3 0,0 0-2 16,0 0-11-16,0 0 1 0,0 0 0 0,0 0-3 0,0 0-3 16,0 0 1-16,0 0 2 0,0 0-3 0,0 0 1 15,0 0-7-15,0 0 3 0,0 0-2 0,0 0 2 16,0 0-7-16,0 0 9 0,0 0-1 0,0 0 3 15,0 0-14-15,0 0 2 0,0 0-5 0,0 0-5 16,0 0 3-16,0 0 1 0,0 0 3 0,0 0-4 16,0 0-4-16,0 0 1 0,0 0 3 0,0 0 1 15,0 0-4-15,0 0 0 0,0 0-12 0,0 0 6 16,0 0 3-16,0 0 9 0,0 0-10 0,0 0-6 16,0 0 2-16,0 0-6 0,0 0 2 15,0 0 4-15,0 0-3 0,0 0-5 0,0 0 4 0,0 0 5 16,19 13-6-16,-8-10 4 0,1 0 1 0,5 1 10 15,1 2-2-15,-1-3-12 0,3 0 5 0,0 2 3 16,1-2-7-16,2 0 7 0,-1-1-3 0,6 1 1 16,-8-3-1-16,7 4 0 0,-5-1 1 0,-2-2 2 15,1-1-2-15,0 2 3 0,-1-2-6 0,-1 0 5 16,-2-3-2-16,-4 3 3 0,-1 0-2 0,1 0-1 16,-3-3 0-16,0 3 8 0,-1 0-4 0,-9 0 1 15,13-1-3-15,-13 1 1 0,11 1-3 0,-11-1 0 16,0 0 7-16,11-1 3 0,-11 1 0 0,0 0-2 15,0 0 18-15,9 0-9 0,-9 0 0 0,0 0 2 16,0 0-2-16,0 0 9 0,0 0-1 0,0 0 1 16,0 0-7-16,0 0 6 0,0 0-4 0,0 0-1 15,0 0 2-15,0 0 1 0,7-1-2 0,-7 1-2 16,0 0-2-16,0 0 5 0,0 0 1 0,0 0 5 16,0 0 2-16,0 0-3 0,0 0-3 0,0 0 1 15,0 0-7-15,0 0 0 0,0 0-3 0,0 0-1 16,0 0-4-16,-23-5 2 0,23 5-5 0,-11 0-13 15,11 0-2-15,-14-4 0 0,6 4-9 0,8 0-4 16,-17-1-1-16,7 3-6 0,0-2-2 0,0 0 1 16,-1 0-4-16,0 0 0 0,1 3 2 0,-1-3-2 15,0 0 4-15,1 2 5 0,-2-1-6 0,1-1 1 16,1 2 3-16,-1 0 4 0,0 1 5 0,2-2-7 16,-1 2 8-16,2-2-7 0,8-1 15 0,-13 1-7 15,7 0-6-15,6-1 3 0,-10 2-1 0,10-2 7 16,-8 1-5-16,8-1 5 0,0 0-3 0,0 0 1 15,0 0 11-15,-9 0-16 0,9 0 3 0,0 0-1 16,0 0-2-16,0 0 3 0,0 0-1 0,0 0 1 16,0 0 6-16,0 0-1 0,0 0 2 0,0 0 7 15,0 0-9-15,29-5 12 0,-22 4-6 0,-7 1-12 16,14 0-5-16,-14 0-3 0,14 0-4 0,-8 1-5 16,2-1-9-16,1 1-4 0,-9-1-3 0,18 1-10 15,-9 1-46-15,1-2-113 0,-2 1 51 0</inkml:trace>
  <inkml:trace contextRef="#ctx0" brushRef="#br0" timeOffset="-73403.43">11916 6445 27 0,'0'0'51'0,"0"0"-2"0,0 0-2 15,0 0-6-15,0 0-9 0,0 0-8 16,-3 6-9-16,3-6-5 0,0 0-12 0,0 0-6 0,0 0-10 16,0 0-27-16,9 3-49 0,-9-3 22 0</inkml:trace>
  <inkml:trace contextRef="#ctx0" brushRef="#br0" timeOffset="-69637.3">6535 11382 9 0,'0'0'11'0,"0"0"-3"0,0 0-3 0,0 0-2 15,0 0-9-15,0 0-7 0,0 0 3 0</inkml:trace>
  <inkml:trace contextRef="#ctx0" brushRef="#br0" timeOffset="-67389.92">11039 8683 42 0,'0'0'93'0,"0"0"-15"0,0 0 10 0,0 0-16 16,0 0-12-16,0 0-6 0,0 0-3 0,0 0-4 15,0 0-5-15,0 0-10 0,5 4 7 0,-5-4-3 16,0 0-5-16,0 0-10 0,0 0-5 0,0 0-10 16,4 8-26-16,-4-8-7 0,0 0-18 0,2 6-26 15,-2-6-37-15,2 8-116 0,-2-8 51 0</inkml:trace>
  <inkml:trace contextRef="#ctx0" brushRef="#br0" timeOffset="-66029.48">6450 9751 19 0,'0'0'38'0,"0"0"-3"0,0 0-8 0,0 0-3 15,0 0 6-15,0 0-6 0,-22 2-3 0,22-2-3 16,0 0-3-16,-10 0-5 0,10 0 4 0,0 0 1 16,0 0-8-16,-13-3 0 0,13 3 4 0,-8-4-2 15,8 4 2-15,-6-4-3 0,6 4-3 0,-8-6 4 16,8 6-3-16,-5-8-2 0,1 3 0 0,4 5 2 16,-4-11 0-16,4 11 2 0,-1-9 4 0,1 9-2 15,-1-10-4-15,1 10-4 0,0-11-1 0,0 11 8 16,4-10-1-16,-2 6-1 0,2-3-8 0,0 3 6 15,2-2-6-15,3-2 5 0,-1 4-6 0,1 0 1 16,1 0 1-16,-1-1 0 0,0 2 2 0,-1 2 0 16,0 1 1-16,-8 0-7 0,17-1 7 0,-5 3-1 15,0-1-6-15,-3 1-9 0,3 1 5 0,-3 0-4 16,0 0-4-16,2-1-10 0,-1 1-7 0,1-1-25 16,1 2-62-16,0-3 27 0</inkml:trace>
  <inkml:trace contextRef="#ctx0" brushRef="#br0" timeOffset="-65703.83">6540 9965 2 0,'0'0'3'0,"0"0"-5"0,-10-18 0 0</inkml:trace>
  <inkml:trace contextRef="#ctx0" brushRef="#br0" timeOffset="-63519.58">6372 9746 22 0,'0'0'35'15,"0"0"-3"-15,0 0 2 0,0 0 2 0,0 0-3 0,0 0-6 16,0 0-2-16,0 0-3 0,0 0-10 0,0 0-7 16,0 0-16-16,0 0-11 0,0 0-20 15,0 0-45-15,0 0 20 0</inkml:trace>
  <inkml:trace contextRef="#ctx0" brushRef="#br0" timeOffset="-63064.36">6388 9750 19 0,'0'0'29'0,"0"0"2"15,0 0 9-15,0 0 0 0,0 0-5 0,-1-9-10 16,1 9 9-16,0 0 1 0,0 0-6 0,0 0-2 16,0 0-2-16,0 0-4 0,0 0 1 0,0 0-1 15,0 0-1-15,0 0 2 0,0 0-10 0,0 0 15 16,0 0 2-16,0 0 5 0,5-6 0 0,-5 6-1 15,0 0 3-15,0 0-1 0,0 0-8 0,0 0 1 16,0 0 9-16,3-7-3 0,-3 7-14 0,0 0 5 16,0 0 0-16,2-9-2 0,-2 9-2 0,4-9 6 15,-4 9-9-15,5-6-5 0,-2-1-3 0,2 3-10 16,0-1 16-16,2-2-1 0,3 2-8 16,-1-2 6-16,-1 0-9 0,3 0 10 0,3-2-8 0,-3 3 2 15,-1 1-6-15,3-2-3 0,-1 2 8 0,-1 0-1 16,2 2-3-16,-4 1-5 0,3 0-2 0,-4 1 4 15,-8 1 0-15,20 3-2 0,-14-1 2 16,2 1-1-16,-1 3-1 0,-2 1 5 0,1-3-1 0,0 4-2 16,-1-1-1-16,0-2 3 0,-1 1 1 0,0-2 1 15,0 2-1-15,-4-6-8 0,9 6 11 0,-4-4 2 16,-5-2-2-16,6 3 5 0,-6-3-8 0,0 0 5 16,12-8-11-16,-6 2 12 0,3-4-6 0,-4-1 6 15,5-3-6-15,-2 0 5 0,1 0-14 0,-1 1 5 16,-3 2 0-16,0 1 8 0,0-2-1 0,1 3-9 15,-1 1 1-15,-2 1-2 0,1 0 7 0,-4 7-7 16,4-6-2-16,-4 6-8 0,4-11-9 0,-4 11-21 16,0 0-10-16,0 0-4 0,0 0-16 0,0 0-79 15,0 0-166-15,0 0 74 0</inkml:trace>
  <inkml:trace contextRef="#ctx0" brushRef="#br0" timeOffset="-62740.7">6535 9982 57 0,'-5'3'103'0,"-3"-1"-5"0,1-1 1 0,7-1-3 15,-14 0-4-15,14 0-7 0,-12 0 0 0,12 0-2 16,-12 0-9-16,12 0-3 0,0 0-3 0,-12-3-5 0,12 3-14 15,-5-8 0-15,2 3-8 0,3 5 1 16,-1-11-9-16,1 11-1 0,2-11-5 0,2 1-3 16,1 1-2-16,-1 2-11 0,3 1-2 0,-1 1 1 15,0-1 5-15,1 3-4 0,2-2-9 0,2 2 6 0,0 1 0 16,-2 2 0-16,3-2-6 0,0 2 5 16,6 2-26-16,0-2 0 0,1 3-14 0,-1 0-15 15,1-2-5-15,0 3-12 0,-1 1-2 0,2-1 1 16,1-1-13-16,-3-1 3 0,2 2-11 0,-2-1-59 0,0 2-157 15,-3-3 69-15</inkml:trace>
  <inkml:trace contextRef="#ctx0" brushRef="#br0" timeOffset="-62586.87">6944 9965 104 0,'0'0'101'0,"0"0"-7"0,0 0-11 0,0 0-1 0,0 0-21 15,-11-18-22-15,11 18-18 0,0 0-20 0,0 0-16 16,0 0-23-16,0 0-52 0,0 0-96 0,0 0 44 16</inkml:trace>
  <inkml:trace contextRef="#ctx0" brushRef="#br0" timeOffset="-62085.37">7880 9937 23 0,'0'0'19'0,"0"0"-17"0,0 0-6 0,0 0-3 0,0 0-7 16,0 0 2-16</inkml:trace>
  <inkml:trace contextRef="#ctx0" brushRef="#br0" timeOffset="-61851.38">8475 9997 9 0,'0'0'48'0,"0"0"-18"0,0 0-24 15,0 0-13-15,0 0-8 0,0 0-16 16,0 0 9-16</inkml:trace>
  <inkml:trace contextRef="#ctx0" brushRef="#br0" timeOffset="-61645.29">8852 10014 39 0,'0'0'87'0,"0"0"-7"0,0 0-16 0,0 0-14 0,0 0-24 16,0 0-23-16,0 0-15 0,0 0-45 0,0 0-60 15,0 0 26-15</inkml:trace>
  <inkml:trace contextRef="#ctx0" brushRef="#br0" timeOffset="-61325.91">9618 9003 44 0,'0'0'60'0,"0"0"-10"0,0 0 2 0,0 0-6 16,0 0-6-16,0 0-3 0,0 0-9 0,0 0-24 0,12 23-20 16,-9-17-42-16,1 3-63 0,-2 1 29 15</inkml:trace>
  <inkml:trace contextRef="#ctx0" brushRef="#br0" timeOffset="-60989.02">9812 9822 42 0,'0'0'36'0,"-14"-5"-3"0,14 5-16 16,0 0-6-16,0 0-21 0,0 0-12 0,-4 8-24 15,4-8 12-15</inkml:trace>
  <inkml:trace contextRef="#ctx0" brushRef="#br0" timeOffset="-60764.9">10077 9990 44 0,'0'0'78'0,"0"0"-18"0,0 0-3 16,0 0-23-16,0 0-6 0,0 0-27 0,2 7-18 15,-2-7-31-15,3 6-51 0,-3-6 22 0</inkml:trace>
  <inkml:trace contextRef="#ctx0" brushRef="#br0" timeOffset="-60551.18">10433 10106 93 0,'0'0'87'0,"0"0"0"0,0 0-18 16,0 0-8-16,0 0-18 0,0 0-9 0,0 0-11 0,0 8-21 15,0-8-22-15,0 0-26 0,0 0-27 0,0 0-77 16,0 0 34-16</inkml:trace>
  <inkml:trace contextRef="#ctx0" brushRef="#br0" timeOffset="-59968.73">13023 10426 43 0,'0'0'75'0,"0"0"-13"0,0 0-6 16,0 0 6-16,0 0-23 0,0 0 0 0,0 0-10 15,0 0-17-15,16-8-23 0,-16 8-27 0,11 0-24 16,-11 0-66-16,11-3 29 0</inkml:trace>
  <inkml:trace contextRef="#ctx0" brushRef="#br0" timeOffset="-59645.53">14198 10177 25 0,'0'0'70'0,"0"0"-11"15,0 0-13-15,0 0 5 0,0 0-9 0,0 0-6 16,2 5-1-16,-2-5-8 0,0 0-5 0,0 0-11 16,0 0-17-16,0 0-27 0,0 0-32 0,0 0-69 15,0 0 31-15</inkml:trace>
  <inkml:trace contextRef="#ctx0" brushRef="#br0" timeOffset="-54740.7">6392 11210 18 0,'0'0'60'0,"0"0"-9"15,0 0-4-15,0 0-1 0,0 0-8 0,0 0-2 16,0 0-8-16,0 0 3 0,0 0-9 0,0 0 7 16,0 0-9-16,0 0 2 0,0 0 0 0,0 0-5 15,0 0 8-15,0 0 0 0,0 0-10 0,0 0 4 16,0 0-2-16,0 0 1 0,0 0 3 0,0 0 3 15,0 0-3-15,0 0-4 0,0 0 4 0,0 0 1 16,0 0-5-16,0 0-3 0,0 0-5 0,0 0 2 16,0 0-2-16,0 0-1 0,0 0-4 0,0 0 2 15,0 0 0-15,0 0 3 0,0 0-6 0,0 0 0 16,0 0-1-16,0 0 7 0,0 0-4 0,0 0 1 16,0 0-4-16,0 0-2 0,0 0 6 0,0 0-6 15,0 0-1-15,0 0-1 0,0 0 2 0,0 0-4 16,0 0 5-16,0 0-2 0,0 0 11 0,0 0-10 15,0 0 3-15,0 0-2 0,0 0-2 0,0 0 1 16,0 0 3-16,0 0-3 0,0 0-2 0,0 0 5 16,0 0-3-16,0 0-1 0,0 0 3 0,0 0-2 15,0 0 3-15,0 0-1 0,0 0-3 0,0 0 4 16,0 0-6-16,0 0 4 0,0 0 2 0,0 0-14 16,0 0-6-16,0 0-8 0,0 0-8 0,0 0-5 15,0 0-8-15,0 0-6 0,0 0 1 0,0 0-8 16,0 0-33-16,0 0-98 0,0 0 43 0</inkml:trace>
  <inkml:trace contextRef="#ctx0" brushRef="#br0" timeOffset="-51808.19">11635 12591 55 0,'-8'1'58'0,"8"-1"-3"0,0 0-9 0,0 0 3 0,0 0-5 16,0 0 0-16,0 0-19 0,0 0 10 0,0 0 3 16,0 0-2-16,0 0-6 0,0 0 4 0,0 0-6 15,0 0-2-15,0 0 1 0,0 0-7 0,0 0-5 16,0 0 6-16,0 0-1 0,0 0 0 0,0 0-7 16,0 0-1-16,0 0-3 0,0 0 0 0,0 0-2 15,0 0-5-15,0 0 8 0,0 0-4 0,0 0-4 16,0 0 8-16,0 0 0 0,0 0-4 0,0 0-12 15,0 0-1-15,0 0-1 0,0 0 3 0,0 0-8 16,0 0-1-16,0 0-4 0,0 0-5 0,0 0-2 16,0 0-3-16,0 0-3 0,0 0-11 0,0 0-6 15,0 0-45-15,0 0-100 0,0 0 45 0</inkml:trace>
  <inkml:trace contextRef="#ctx0" brushRef="#br0" timeOffset="-50724.54">12695 12313 28 0,'0'0'56'0,"-5"4"-9"0,5-4-3 0,0 0-7 16,0 0 6-16,0 0-6 0,0 0 0 16,0 0-10-16,0 0 4 0,0 0-4 0,0 0 1 15,0 0-3-15,0 0 1 0,0 0 4 0,0 0-5 16,0 0 7-16,0 0 1 0,0 0-10 0,0 0 7 15,0 0 5-15,0 0-7 0,0 0-6 0,0 0 13 0,0 0-2 16,0 0-5-16,0 0 6 0,0 0-8 16,-1 7 4-16,1-7-2 0,0 0-8 0,0 0 3 15,0 0-1-15,0 0-2 0,0 0-8 0,0 0 5 16,0 0-3-16,0 0 8 0,0 0-7 0,0 0 3 16,0 0-1-16,0 0-3 0,0 0-2 0,0 0 3 15,0 0-5-15,0 0 7 0,0 0-7 0,0 0 6 16,0 0-8-16,0 0-8 0,0 0 6 0,0 0 2 15,0 0-13-15,0 0 9 0,0 0-2 0,0 0 3 16,0 0-2-16,0 0 3 0,0 0-1 0,0 0 0 0,0 0-2 16,0 0 1-16,0 0-6 0,0 0 11 15,0 0-6-15,0 0 0 0,0 0 2 0,0 0-5 16,0 0-1-16,0 0 0 0,0 0 1 0,0 0 2 16,0 0 0-16,0 0 1 0,0 0-2 0,0 0 1 0,0 0-1 15,0 0-4-15,0 0-1 0,0 0 0 0,0 0 8 16,0 0-5-16,0 0 0 0,0 0 7 15,0 0-9-15,0 0 6 0,0 0-4 0,0 0-4 16,0 0 2-16,0 0 1 0,0 0 3 0,0 0 3 16,0 0-1-16,0 0-3 0,0 0-1 0,0 0 8 0,0 0-11 15,0 0 5-15,0 0-2 0,0 0-2 0,0 0 9 16,0 0-3-16,0 0-1 0,0 0 1 0,0 0 0 16,0 0 1-16,0 0-3 0,0 0 3 15,0 0-3-15,0 0-5 0,0 0 7 0,0 0-8 0,0 0-11 16,0 0-11-16,0 0-17 0,0 0-7 0,0 0-15 15,0 0-17-15,0 0-17 0,0 0-62 0,0 0-174 16,0 0 77-16</inkml:trace>
  <inkml:trace contextRef="#ctx0" brushRef="#br0" timeOffset="-49013.82">15927 12637 17 0,'0'0'52'0,"0"0"-3"0,0 0-4 15,-8 2-5-15,8-2-7 0,0 0-6 0,0 0 1 16,-6 2-4-16,6-2-3 0,0 0 1 0,-9 2-3 16,9-2 1-16,0 0 2 0,-9 3-9 0,9-3 1 15,-10 3-6-15,3-2 0 0,-1 2 4 0,1-2-2 16,7-1 1-16,-17 5-5 0,7-2 5 0,0 0-10 16,0 0 2-16,-2-2 4 0,2 2 0 0,-3 0-1 15,2-1 2-15,0 0 3 0,-2-2 4 0,1 2 0 16,-1 0 6-16,2 0 4 0,-1-1-2 0,0 0-2 15,-1-1 8-15,2 1-6 0,0-1 7 0,0 1-1 16,3 0-1-16,-2-1 0 0,-1 1-1 0,2-1 1 16,9 0-7-16,-19 2-1 0,11-1 2 0,8-1 0 15,-14 0 9-15,14 0-2 0,-8 0 11 0,8 0-5 16,-10 0 5-16,10 0-2 0,0 0 1 0,-10 0-3 0,10 0 4 16,0 0-6-16,0 0-2 0,0 0-3 15,-10 0-7-15,10 0 3 0,0 0-5 0,0 0-2 16,0 0 1-16,0 0-2 0,0 0-5 0,0 0-2 15,0 0 1-15,31-4-2 0,-18 2 3 0,6 1-4 16,1-3 5-16,8 0-5 0,3-2 0 0,0 2-4 16,2-1 4-16,1-1-4 0,0 0-1 0,0 1 0 15,2-2 3-15,1 2-5 0,3 0 3 0,-1-2-2 16,0 2 0-16,1 1-1 0,12-3 6 0,-15 1-5 16,15-1 1-16,-1 0 0 0,0 0 2 0,0 2 0 15,-1-4 2-15,-10 6 5 0,11-4-3 0,0 1 4 16,0-1 11-16,2 1 1 0,-3 1 2 0,6 0 3 15,4-1 1-15,-3 3-7 0,5-4 3 0,-1 1-1 16,4 2-5-16,0-2 2 0,2 2-2 0,-1-2-1 0,24 3 1 16,-31-2-4-16,1 0-2 0,1 4 0 0,-1-5-1 15,0 0 2-15,1 3 0 0,2 1 0 16,-3-1 0-16,-2-2-2 0,-1 3 2 0,-3-1-2 16,-2 3 0-16,-14-2 0 0,-2 0 3 0,1 0-1 0,-3 0 2 15,-1 1 4-15,-3-1 0 0,-8 2-2 0,6-1 0 16,-11 1-2-16,1 0 5 0,-7-2-7 15,1 1 2-15,-3 1-1 0,-9 0 4 0,13 0 10 16,-13 0 9-16,10 0 5 0,-10 0 1 0,7 0 0 16,-7 0 0-16,0 0-4 0,0 0-9 0,8-2-5 0,-8 2-5 15,0 0 0-15,0 0-6 0,0 0 2 0,0 0-20 16,0 0-22-16,0 0-19 0,0 0-30 0,0 0-34 16,-6 16-28-16,0-10-22 0,-1-1-25 15,-1 2-27-15,2 0-126 0,1-1-361 0,0-2 159 0</inkml:trace>
  <inkml:trace contextRef="#ctx0" brushRef="#br0" timeOffset="-48504.63">18774 12101 80 0,'0'0'150'0,"0"0"-1"0,-5-7-11 0,5 7-8 16,0 0-15-16,0 0-9 0,0 0-13 0,0 0-7 15,0 0-10-15,0 0-9 0,0 0-5 0,0 0-2 16,0 0-7-16,0 0-3 0,0 0-10 0,0 0 0 16,0 0-6-16,0 0-1 0,12 18-1 0,-12-18 1 15,5 11-1-15,-4-4-2 0,3 2 1 0,-1-2 6 16,-1 2 2-16,1 1 6 0,2 0-4 0,-3 0-5 16,1 1-3-16,-1-3-4 0,0-1-5 0,0 3 3 15,1-4-5-15,-1 2-2 0,2-3 1 0,-4-5-1 16,3 10 0-16,-3-10-6 0,4 6 3 0,-4-6-3 15,3 5 0-15,-3-5 17 0,3 5-3 0,-3-5 3 16,0 0 6-16,0 0 8 0,4 7 5 0,-4-7-1 0,0 0-4 16,0 0-4-16,0 0-1 0,17-15-4 15,-5 4-3-15,10-6-3 0,6-2-4 0,15-10-5 16,2 0 2-16,8 2-6 0,2-8-1 0,24-9-7 16,-3 1-13-16,3 2-23 0,-3-3-19 0,0 2-32 15,-21 14-31-15,25-14-36 0,-24 12-30 0,2 6-195 16,-7 1-401-16,-1-2 179 0</inkml:trace>
  <inkml:trace contextRef="#ctx0" brushRef="#br0" timeOffset="-44141.49">16970 4510 19 0,'0'0'81'0,"0"0"-12"0,0 0 8 0,0 0 16 16,0 0-28-16,4-8-8 0,-4 8 10 0,0 0-7 0,0 0-5 15,-4-13-10-15,4 13-4 0,-4-7 12 16,4 7-4-16,-4-8-4 0,4 8 14 0,-9-8-30 16,7 5 10-16,2 3-11 0,-12-7-2 0,3 3 1 15,3 2-5-15,-7-2 1 0,1 1-4 0,1 0 8 16,1-1 8-16,-1 2 2 0,0-1-4 0,0 3-2 0,2-2-4 16,-3 0 0-16,2 0 1 0,10 2-5 15,-13-2 5-15,4 0-1 0,9 2-3 0,-10-2 2 16,10 2-4-16,0 0 0 0,-12-1 0 0,12 1-1 15,0 0-5-15,-8-1-3 0,8 1-2 0,0 0 0 16,0 0 2-16,0 0-2 0,0 0 3 0,52-2 0 0,-15 1 0 16,18-2 0-16,6-2-4 0,29-6 4 15,-28 7-7-15,5-2-1 0,25-6-3 0,-35 5 0 16,2 0 4-16,-4 1-1 0,-15 4 1 0,12-3-3 0,-19 4 5 16,0-2-8-16,-2 0 4 0,-3 2-6 15,-8 0 2-15,-3 1 2 0,-4 0-1 0,0 0 5 16,-2-2-2-16,-4 2-7 0,-7 0 1 0,14-1-3 15,-14 1 1-15,10 1 2 0,-10-1-8 0,5 2 8 16,-5-2-2-16,0 0 3 0,0 0-4 0,0 0 1 16,-26 8-6-16,-1-6-4 0,-5 7 3 0,-4-4-6 15,-15 5-3-15,-4 1-4 0,-4 2 6 0,-1-3-1 16,-1-1-1-16,-1 2-3 0,5-2 0 0,1 0 0 0,-1 0 2 16,2-4 4-16,-1 4-2 0,2-1-5 15,6-1 8-15,10-4 1 0,3 2 7 0,3-2 6 16,1 5 1-16,10-7 9 0,3 1 5 0,4 0-6 15,3-1 9-15,4 0-3 0,0-1-3 0,7 0-2 16,-14 1-2-16,14-1-1 0,0 0 2 0,0 0 1 0,0 0 1 16,0 0 4-16,48 1 8 0,-11-4-7 0,23-5-2 15,6-1-3-15,34-5-12 0,0-1 9 16,-6 2-2-16,-6 3-2 0,-24 2 5 0,27-4 1 16,-32 2-7-16,-2 4 0 0,0-2 1 0,-1 2 1 15,-3 0-4-15,-18 3 3 0,-2 0 3 0,-1 1-4 16,-3 0-2-16,-11 1 2 0,-4 1 6 0,-2-2-12 0,-1 2 2 15,-4 0-2-15,-7 0 4 0,11 0-5 16,-11 0 4-16,0 0-1 0,0 0-4 0,0 0 3 16,0 0-2-16,-32 9 7 0,0-4-9 0,-5 2 4 15,-14 2 2-15,-2 3 1 0,-2-5 0 0,-2 0-6 16,-1 0 2-16,-1 2 9 0,-1-2-11 0,1 1 3 0,2 0 0 16,3-1-3-16,1 0 9 0,14-2-7 15,-14-1 2-15,15 2 0 0,2 0-1 0,9-2 3 16,6-1 0-16,4-1 3 0,6-2-3 0,2 1 0 15,2 0 0-15,7-1 8 0,0 0-9 0,0 0 13 16,0 0-9-16,0 0 1 0,42-2 3 0,-8-3-9 0,17-2 3 16,0 1 4-16,5-4-9 0,2 3 2 0,3-2 5 15,-2 1-8-15,-4 3 9 0,-2-4-3 16,0 5 2-16,-16 0-3 0,-1 2-3 0,2 0-22 16,-4 2-18-16,-2-1-27 0,-2 2-32 0,-2 1-21 15,-13 0-102-15,-2 1-242 0,-3 1 108 0</inkml:trace>
  <inkml:trace contextRef="#ctx0" brushRef="#br0" timeOffset="-42380.69">15908 12660 11 0,'0'0'31'15,"0"0"0"-15,-9 2-3 0,9-2-1 0,0 0-1 16,0 0-6-16,0 0-1 0,0 0 2 0,-10 0-6 15,10 0-4-15,0 0-2 0,-8 3 3 0,8-3-3 16,0 0 6-16,-11 3-13 0,11-3 8 0,-10 1 2 16,10-1 6-16,-6 2 4 0,6-2 0 0,-10 1 0 15,10-1-1-15,-9 0-2 0,9 0-2 0,0 0-6 16,-14 1 7-16,14-1-1 0,-10 0-5 0,10 0-6 16,-9 3 1-16,9-3 4 0,-9 1-4 0,4 1 6 15,5-2-3-15,-12 2 0 0,12-2 1 0,-9 2 1 16,9-2-2-16,-6 3 9 0,6-3-10 0,0 0 11 15,-13 1-3-15,13-1 0 0,0 0-2 0,0 0 1 16,-9 0 0-16,9 0 4 0,0 0-12 0,0 0 4 16,0 0 1-16,0 0-8 0,0 0-1 0,0 0 3 15,0 0 3-15,0 0-4 0,0 0 0 0,0 0-5 0,0 0 0 16,0 0 2-16,28 2 5 0,-9-2 0 0,-1 0-1 16,10-1 6-16,4 1-10 0,2-1 6 15,3-1 0-15,16-2 9 0,-2 0-1 0,1 2-5 0,0-2 8 16,2 1 3-16,3-1-9 0,-1 0-9 0,1 2 13 15,3 1 0-15,1-4-6 0,29 0 5 16,-29 3-5-16,2-2-1 0,3 0 0 0,25 0 3 16,-29 2-4-16,5 1 1 0,25-2 5 0,-27 0-8 15,0 1 1-15,24-1 2 0,-27 2-10 0,-1 1 1 0,0 0 4 16,2 1-2-16,-2-2-5 0,5 2 7 16,-5-1 3-16,3 0-2 0,-3 0-1 0,1-1-8 15,-2 1 7-15,-3-1-3 0,1 0 5 0,-2-1-6 16,-5 1 1-16,-14-1 5 0,3 2-5 0,-6-2 4 0,-2 1-3 15,1-2 0-15,-5 2-5 0,-7 2 4 0,-1-1-8 16,-2 0 9-16,-5-1-2 0,-1 1 3 0,-1 1-3 16,-4-1 3-16,-7 0-1 0,10 0-1 15,-10 0 0-15,0 0-7 0,9 0-5 0,-9 0 4 0,0 0-13 16,0 0 3-16,0 0-21 0,0 0 6 0,0 0 0 16,0 0-11-16,-41-1-6 0,28 2 0 0,-6 2-10 15,1-2-5-15,-4 1-10 0,1 1-57 0,-9 1-141 16,-3-1 64-16</inkml:trace>
  <inkml:trace contextRef="#ctx0" brushRef="#br0" timeOffset="-42066.92">16953 12665 73 0,'0'0'76'0,"30"3"-16"15,-9-5 4-15,11 1-7 0,7 0 3 0,18-3-10 16,3-1-6-16,4 2 1 0,4-2 0 0,-2-1-8 16,25-2-4-16,-30 3-2 0,2 1-7 0,2-1 6 15,2 0-1-15,-1 0 0 0,-1 1-6 0,1-2 0 16,-5 2-1-16,0 1-9 0,-5 0-3 0,-3-1 4 15,-16 2 0-15,0 0-8 0,-3 1 2 0,0 0 7 16,-5 1-16-16,-7 0-13 0,-2-1-6 0,-3 2-5 16,-3-1-17-16,-3 0-9 0,-3 1-16 0,0-1-53 15,-8 0-129-15,0 0 58 0</inkml:trace>
  <inkml:trace contextRef="#ctx0" brushRef="#br0" timeOffset="-41922.96">17951 12639 106 0,'36'-8'101'15,"16"-1"-13"-15,3 3-23 0,-1-2-29 0,2 1-39 16,1 5-63-16,-6-3-71 0,-14 1 32 0</inkml:trace>
  <inkml:trace contextRef="#ctx0" brushRef="#br0" timeOffset="-39576.39">13237 12568 615 0,'0'0'-140'0,"15"-21"17"16,1 13 64-16,-5 4-64 0,7-1 29 0</inkml:trace>
  <inkml:trace contextRef="#ctx0" brushRef="#br0" timeOffset="-36632.86">11981 6449 19 0,'0'0'72'0,"0"-8"-2"16,0 8-13-16,0 0-2 0,0 0-6 0,0 0-13 16,0 0-14-16,0 0-12 0,6-3-5 0,-6 3-18 15,0 0-9-15,12 0-38 0,-12 0-65 0,11 3 28 16</inkml:trace>
  <inkml:trace contextRef="#ctx0" brushRef="#br0" timeOffset="-35965.96">13411 5976 87 0,'0'0'83'0,"0"0"0"0,0 0-5 0,0 0 5 16,-6-9-5-16,6 9 1 0,-2-4-7 0,2 4-6 16,0 0-2-16,0 0-7 0,0 0-9 0,0 0-3 15,0 0-9-15,0 0 0 0,0 0 0 16,0 0-3-16,0 0-7 0,0 0-3 0,0 0-6 16,0 0 1-16,0 0-4 0,0 0 2 0,0 0-4 0,0 0-1 15,0 0 1-15,0 0-3 0,0 0-1 0,0 0 11 16,0 0-13-16,8 26 1 0,-8-26-4 15,0 0 12-15,6 12-8 0,-6-12 1 0,2 7 5 16,-2-7-10-16,2 10 6 0,-2-10-7 0,0 0 1 16,4 10 3-16,-4-10-8 0,2 9 10 0,-2-9-4 0,0 0 4 15,3 10 9-15,-3-10-7 0,4 8-7 0,-4-8-2 16,0 0-2-16,4 9 4 0,-4-9 3 0,0 0 6 16,0 0 11-16,0 0 14 0,0 0 15 15,0 0 4-15,8 4-3 0,-8-4-1 0,15-8-8 16,1-3-3-16,6-4-3 0,3-1-6 0,6-1-8 0,1-2-18 15,15-9-35-15,-2 5-18 0,5-6-35 0,0 3-45 16,0 1-136-16,-2-1-284 0,1 2 126 0</inkml:trace>
  <inkml:trace contextRef="#ctx0" brushRef="#br0" timeOffset="-32803.04">15444 14851 21 0,'0'0'55'0,"-13"-3"-3"0,13 3-2 15,0 0 8-15,-6-3-2 0,6 3-1 0,0 0-6 16,0 0 0-16,0 0-7 0,-7-2-4 0,7 2-12 16,0 0-3-16,0 0 1 0,0 0 1 0,0 0-2 15,0 0-5-15,0 0 4 0,0 0-6 0,0 0-1 16,0 0 2-16,31 4 3 0,-22-3-9 0,3 0 3 15,3-1-5-15,3 1 0 0,2 0 10 16,3 1-6-16,8 0 2 0,-1 1 2 0,0 0-3 0,3-1 8 16,2-1-2-16,-1 1 1 0,5-2-2 0,15 0 1 15,1 0 5-15,4 0-1 0,0 0 0 0,3 2 1 16,1-1-6-16,2-3 0 0,2 3 8 0,24 0-7 16,-29-1 8-16,1 1-11 0,1-1 5 15,1 0 3-15,1 0-6 0,26 3 4 0,-29-3 3 16,28-1-5-16,-27 1 0 0,26-2 7 0,-23 2-2 0,22 3-4 15,-24-1 2-15,-1-2 0 0,1 1-1 0,-1-5 8 16,0 4-9-16,3 1 4 0,-5 2 2 16,1-4 0-16,-3 1-9 0,3 0 1 0,-6-2 0 15,3-2 2-15,-1 4-4 0,-3 0 1 0,-2-1-1 0,-3 0-2 16,-14 0 0-16,4-1 1 0,-3 1 1 0,-3 1-1 16,-3-2-1-16,-1 0 2 0,-10 0-1 0,-3 0 4 15,0 0-1-15,-6 0 2 0,-1 1 4 0,-2 0 7 16,-1 1 2-16,-8 0 0 0,12 0-6 0,-12 0-3 15,11-1 5-15,-11 1-9 0,0 0-2 16,7 1 0-16,-7-1-6 0,0 0-9 0,0 0-16 0,0 0-18 16,0 0-18-16,0 0-36 0,0 0-23 0,0 0-26 15,0 0-14-15,-33 9-22 0,14-4-91 0,0-2-280 16,-9-2 123-16</inkml:trace>
  <inkml:trace contextRef="#ctx0" brushRef="#br0" timeOffset="-31208.79">19086 14248 68 0,'0'0'91'0,"0"0"-7"16,0 0-4-16,0 0-7 0,0 0-16 0,0 0 1 16,0 0-10-16,0 0-1 0,0 0 5 0,0 0-9 15,0 0-10-15,0 0-4 0,0 0-3 0,0 0-1 16,0 0 11-16,0 0-4 0,0 0-5 0,0 0-4 15,0 0 3-15,0 0-3 0,0 0 0 0,0 0 9 16,0 0 1-16,0 0-2 0,0 0 6 0,0 0 1 16,0 0-2-16,0 0 4 0,0 0-3 0,10 13 4 15,-10-13-8-15,0 0-1 0,0 0 2 0,0 0-3 16,0 0-12-16,0 0 5 0,0 0-2 0,0 0-2 16,0 0-6-16,0 0 3 0,0 0-1 0,0 0-4 15,0 0-4-15,0 0 5 0,0 0-4 0,0 0-1 16,0 0 1-16,0 0-7 0,0 0 1 0,0 0 3 15,0 0-1-15,0 0-5 0,6 5 4 0,-6-5 4 16,3 6-8-16,-3-6 2 0,7 7 4 0,-5-4-4 16,-2-3-6-16,4 10 6 0,0-4-7 0,-1-1 8 15,-3-5-1-15,2 10-5 0,1-5 4 0,-3-5 1 16,4 8-1-16,-2-3 1 0,-2-5-2 0,3 8-3 16,-3-8 9-16,0 0-6 0,3 6 11 0,-3-6-8 15,0 0-3-15,0 0-2 0,4 5 4 0,-4-5-3 16,0 0 3-16,0 0-4 0,0 0 6 0,0 0-4 15,0 0 1-15,0 0-1 0,0 0 0 0,1 7-1 16,-1-7 3-16,0 0-2 0,0 0-3 0,0 0 4 0,0 0 2 16,0 0-2-16,0 0 6 0,0 0-5 15,0 0 2-15,0 0-6 0,0 0 12 0,0 0-5 16,0 0 10-16,0 0-1 0,0 0 5 0,0 0 5 16,0 0 1-16,0 0-3 0,0 0 6 0,0 0-3 15,0 0 1-15,0 0 2 0,0 0-6 0,0 0 6 0,0 0-5 16,0 0-3-16,0 0 2 0,0 0-2 15,0 0-5-15,0 0-1 0,0 0-2 0,0 0-5 16,0 0 2-16,0 0 2 0,0 0-6 0,0 0 1 16,0 0 0-16,0 0-1 0,0 0 4 0,8 2 2 15,-8-2-4-15,0 0 0 0,0 0 1 0,0 0 1 0,0 0-2 16,0 0 3-16,0 0 4 0,0 0-4 0,0 0 1 16,0 0-1-16,0 0-1 0,0 0 1 15,0 0-3-15,0 0-2 0,0 0 2 0,0 0-4 16,0 0-1-16,0 0 0 0,0 0 4 0,0 0 1 15,0 0-3-15,0 0 3 0,0 0 3 0,0 0-2 0,0 0 4 16,0 0 0-16,0 0 2 0,0 0 1 16,0 0-1-16,0 0 1 0,0 0 1 0,0 0 0 0,0 0-2 15,0 0 0-15,0 0-4 0,0 0 1 16,0 0-3-16,0 0-1 0,0 0 5 0,0 0-5 16,0 0 4-16,0 0-1 0,0 0-5 0,0 0-1 0,0 0 3 15,0 0-4-15,0 0 2 0,0 0 0 16,0 0-2-16,0 0-3 0,0 0 3 0,0 0 2 0,0 0-4 15,0 0 2-15,0 0 2 0,0 0-2 16,0 0 5-16,0 0 0 0,0 0 2 0,0 0-1 16,0 0 2-16,0 0 6 0,0 0-4 0,0 0-1 0,0 0-3 15,0 0 1-15,0 0 4 0,0 0-2 0,0 0-1 16,0 0 0-16,0 0-1 0,0 0-3 0,0 0 3 16,0 0-3-16,5-14 2 0,-5 14-3 0,0 0 3 15,8-8-4-15,-2 5 1 0,-1-1 0 16,2-1-2-16,1-2-1 0,4 2 0 0,0-1-4 0,13-5-15 15,1 1-16-15,5 0-25 0,16-7-39 0,9 1-29 16,5-4-48-16,30-7-33 0,-27 13-160 0,27-10-396 16,-29 6 175-16</inkml:trace>
  <inkml:trace contextRef="#ctx0" brushRef="#br0" timeOffset="-25458.43">16240 12659 46 0,'0'0'32'0,"0"0"-6"16,0 0-15-16,0 0-13 0,0 0-18 0,-18 17-19 16,16-11 8-16</inkml:trace>
  <inkml:trace contextRef="#ctx0" brushRef="#br0" timeOffset="-24532.82">16172 12673 8 0,'0'0'28'0,"0"0"-14"0,0 13-19 0,0-13-3 16,-1 9-8-16,0-1 4 0</inkml:trace>
  <inkml:trace contextRef="#ctx0" brushRef="#br0" timeOffset="-23629.35">16213 12718 6 0,'0'0'2'0,"-1"13"-4"16,0-1-1-16</inkml:trace>
  <inkml:trace contextRef="#ctx0" brushRef="#br0" timeOffset="-22205.24">15889 14936 2 0,'0'0'5'0,"0"0"-1"0,0 0-2 0,0 0 1 15,0 0-2-15,0 0 6 0,0 0-8 0,3 5 5 16,-3-5 3-16,0 0-2 0,0 0-1 0,0 0 2 15,0 0-6-15,0 0 3 0,0 0 1 0,0 0-1 16,0 0 3-16,0 0-7 0,0 0 11 0,0 0-6 16,0 0-1-16,0 0 8 0,0 0-3 0,0 0-4 15,0 0-1-15,0 0 2 0,0 0 1 0,0 0-6 16,0 0 5-16,0 0 0 0,0 0 2 0,0 0-7 16,0 0 3-16,0 0 0 0,0 0 3 15,0 0-1-15,0 0 0 0,0 0-4 0,0 0 1 16,0 0 4-16,0 0-7 0,0 0 4 0,-5 12 1 15,5-12 3-15,0 0-6 0,0 0 3 0,0 0-3 0,0 0-3 16,0 0-7-16,0 0 2 0,0 0-4 0,0 0-15 16,0 0-29-16,0 0 13 0</inkml:trace>
  <inkml:trace contextRef="#ctx0" brushRef="#br0" timeOffset="-17070.47">24880 4338 61 0,'2'-10'127'0,"-2"3"18"0,1 0-4 0,-1 7-7 15,0-13 5-15,2 7-3 0,-2 6-7 0,0-10-7 16,0 10-17-16,1-7-9 0,-1 7-15 0,0 0-8 15,0 0-9-15,0-10-7 0,0 10-7 0,0 0-4 16,0 0-5-16,0 0-5 0,0 0-6 0,10 20 1 16,-5-9-5-16,-2 1-2 0,4 4-3 0,-2 2-4 15,4 8 4-15,0-6-2 0,-2 3-5 0,2 0 3 16,-1 1-4-16,0 0 2 0,0 0-4 0,-4-5-15 16,3 6 16-16,-4-9-3 0,3 2-1 0,-3-1 0 15,2-1-1-15,-2-3 5 0,0 1-6 0,1-1-6 16,-2-2 3-16,2 1 0 0,-3 0 1 15,1-5 6-15,3 3-8 0,-5-4 4 0,2 1-2 0,0 1-3 16,-2-8 0-16,1 8 4 0,-1-8 1 0,4 6-2 16,-4-6 3-16,0 0 6 0,0 0 5 0,0 0 3 15,2 6 2-15,-2-6-2 0,0 0-7 0,0 0 3 16,11-19-3-16,-8 8-3 0,3-5-2 0,6-6 2 16,-2-4-6-16,4-1 2 0,-1-3-2 0,3 0 1 15,-2-1-2-15,7-12-2 0,-6 12 3 0,0 0-8 16,-2-3 4-16,0 2-2 0,0 0 1 0,-3 0-6 15,4-13-4-15,-5 12 1 0,-3 1 0 0,2 3-3 16,-6 3 5-16,0 0-3 0,-1 9 0 0,-1-2 1 16,0 4 2-16,-1 3 0 0,-2 0-5 0,0 2 5 15,-3 1 1-15,3 3 1 0,-4 0-13 0,1 1 7 16,-1 3 0-16,-3 1-2 0,-1 1 6 0,-3 3-4 16,2 2 2-16,-2 2-4 0,-2 2 7 0,1 1-6 15,1 2 4-15,3 0-2 0,-1 0 6 0,5 2-4 16,1 1 1-16,4-1 6 0,1 3 0 15,2-3-2-15,5 0 0 0,3 2 4 0,12 2-7 0,1 0-12 16,5 1-25-16,5-3-34 0,4-3-28 0,17 1-28 16,-1-2-15-16,0 0-110 0,0-4-280 0,-12-3 124 15</inkml:trace>
  <inkml:trace contextRef="#ctx0" brushRef="#br0" timeOffset="-16928.72">25806 4346 8 0,'6'1'135'0,"-6"-1"-19"0,0 0-14 16,0 0-26-16,0 0-19 0,21-5-38 0,-9 4-29 15,3 0-29-15,4 2-39 0,-3-1-84 16,-1 1 38-16</inkml:trace>
  <inkml:trace contextRef="#ctx0" brushRef="#br0" timeOffset="-16778.03">25776 4582 83 0,'0'0'135'0,"13"5"-12"0,1-4-11 0,3 0-19 16,6-5-20-16,5-1-42 0,3 2-17 0,2-2-42 16,-1-1-78-16,1 4-116 0,3-6 52 0</inkml:trace>
  <inkml:trace contextRef="#ctx0" brushRef="#br0" timeOffset="-16459.39">26626 4169 125 0,'8'-4'152'0,"-1"3"-17"16,-7 1-13-16,16 1-14 0,-10 1-11 0,3 3-14 15,0 1-5-15,1 1-6 0,-4 3-11 0,3 4 7 16,-3 4-16-16,0 1 11 0,-4 0-14 0,0 7-3 0,-4-1 0 15,-4-1-8-15,0-5-9 0,-5 7 2 16,-1-1-8-16,-3-4 2 0,-3 0 0 0,4-7-2 16,-2 1 0-16,1-1-2 0,2-1-3 0,-1-2 1 15,5-5 8-15,0 0-6 0,4 1 6 0,-1-3 1 16,6-4 5-16,-7 5 2 0,1-1 9 0,6-4 2 16,-4 5 4-16,4-5 0 0,0 0-7 0,-8 5-4 15,8-5 6-15,0 0-14 0,0 0-7 0,0 0-3 16,-5 3-4-16,5-3 0 0,0 0-5 0,5 15-2 15,-3-6 0-15,6 4-11 0,0 4-25 0,3 6-24 16,3 2-41-16,1 2-27 0,-1 1-42 0,-1 1-143 16,-4 4-328-16,1 1 145 0</inkml:trace>
  <inkml:trace contextRef="#ctx0" brushRef="#br0" timeOffset="-16123.44">24698 5656 2197 0,'-44'-22'-41'0,"1"-2"50"0,10 5 8 0,2-1 2 16,3 3-2-16,4 3 1 0,10 6 4 0,5 1-6 15,-1 0-3-15,2 0 1 0,3 5-5 16,1-5-2-16,4 7 0 0,0 0-8 0,24-20-2 0,2 10-7 16,8-2 1-16,15-4-2 0,6 4-16 15,2-1-20-15,-2 3-29 0,3 3-23 0,-4 5-39 0,-4 0-35 16,-14 4-116-16,-2-3-312 0,-5 2 139 0</inkml:trace>
  <inkml:trace contextRef="#ctx0" brushRef="#br0" timeOffset="-15748.39">24887 5479 2004 0,'-5'3'67'15,"5"-3"-29"-15,-9 1-27 0,9-1-20 0,-7 6 6 0,4 0-8 16,0 1 9-16,1 2 0 0,-1 4 1 15,1 1-1-15,-1 5 0 0,-1 1 3 0,3 8-1 0,-2-1 0 16,-2-2 1-16,0 2 0 0,1 0-3 0,-2 1 5 16,3-1-1-16,-1-1-3 0,1 0 4 0,-1-6-2 15,-1 3 0-15,3-3 3 0,-1-5-1 16,-1 2-2-16,2-1 4 0,0 0-5 0,-1-4 3 0,1-2 0 16,0 1 0-16,0-1-1 0,1-1 1 0,-6 0-3 15,4 0 3-15,-2-2 0 0,1-2 2 0,0 2-3 16,-1-4 2-16,-2 2 1 0,7-5-1 0,-13 3 0 15,6-1 0-15,-5-2-3 0,2 2 1 16,0-4 0-16,-3 2 1 0,13 0 0 0,-14-2 3 0,6 1 7 16,8 1 3-16,-14-2 2 0,14 2 3 0,-6-1 2 15,6 1-2-15,-8-4-2 0,8 4-4 16,0 0 0-16,-9-1-2 0,9 1-1 0,0 0-2 16,0 0-2-16,0 0-2 0,0 0-9 0,27-8-10 0,-5 5-28 15,8 2-20-15,4-4-38 0,17-4-39 0,1 4-34 16,1-3-139-16,-15 0-334 0,14 1 147 0</inkml:trace>
  <inkml:trace contextRef="#ctx0" brushRef="#br0" timeOffset="-15583.44">25394 5818 1946 0,'7'-4'172'0,"-1"-4"-83"0,1 4-44 0,-1 1-17 0,-2-3-16 15,-4 6-6-15,9-6 2 0,-3 2-7 0,-1 1-1 16,1 0-7-16,4-1-4 0,0 1-16 0,3-1-3 15,-1 1-25-15,1 0-36 0,6 0-21 0,-4 2-24 16,-3 2-27-16,1 1-117 0,-7-1-302 16,2 2 134-16</inkml:trace>
  <inkml:trace contextRef="#ctx0" brushRef="#br0" timeOffset="-15459.82">25460 5905 22 0,'0'0'92'0,"0"0"-9"0,0 0-9 0,0 0 3 15,17 8-13-15,1-8-4 0,9-3-9 0,9-1-25 16,2-2-36-16,12-3-41 0,1 0-31 0,-1-4-88 16,2 0 40-16</inkml:trace>
  <inkml:trace contextRef="#ctx0" brushRef="#br0" timeOffset="-15136.85">26452 5395 117 0,'9'-6'204'16,"-3"5"-20"-16,6-3-23 0,-1 2-14 0,1 1-21 16,-3 2-11-16,2 3-11 0,0-1-11 0,-2 4-11 15,0 2-5-15,0 0-9 0,2 5-5 0,-4 2-8 16,-1 1-7-16,-1 2-3 0,-5 6-3 0,-2 2 3 16,-1-2-11-16,-1 0-2 0,-5 0-5 0,-3 0-2 15,-1-4-1-15,1 3-2 0,-1-9-3 0,1 0-1 16,0-1 1-16,-1-1-9 0,4-4 7 0,-1-1-5 15,1 1-3-15,1-2 0 0,3 0-1 0,-2-2-2 16,1-2 2-16,3 4-3 0,-3-4 0 0,6-3 2 16,-5 10-4-16,3-6-2 0,-2 4 3 0,-1-1-1 15,4 6-1-15,0-2 1 0,-2 1 0 0,3 6 3 16,2 2 1-16,-1 6-5 0,1 0-25 0,3 4-26 16,1-1-33-16,-1 2-25 0,-1 0-23 0,1 3-23 15,1 2-3-15,2 9-82 0,0-10-257 0,3 0 113 16</inkml:trace>
  <inkml:trace contextRef="#ctx0" brushRef="#br0" timeOffset="-15046.48">26524 6454 492 0,'6'32'-26'0,"-2"-4"26"16,-2 1 4-16,0-2 12 0,-6-8 13 0,3 0 2 16,-4-2 12-16,1-5 3 0,1 0 4 0,-3-2-3 15,4-2-8-15,0-1-2 0,0-2-25 0,-1 2-60 16,-1-2-81-16,4-5-140 0,0 0 62 0</inkml:trace>
  <inkml:trace contextRef="#ctx0" brushRef="#br0" timeOffset="12087.24">16324 16677 1 0,'0'0'66'16,"0"0"-26"-16,0 0-26 0,0 0-35 0,-25 3-21 16,25-3 9-16</inkml:trace>
  <inkml:trace contextRef="#ctx0" brushRef="#br0" timeOffset="12998.24">11931 14866 53 0,'6'4'110'0,"-6"-4"-8"16,6 6-25-16,-6-6 5 0,6 4-23 0,-6-4-13 16,5 8-15-16,-5-8-11 0,4 6-5 0,-4-6-19 15,0 7-19-15,0-7-14 0,0 0-14 0,-5 8-29 16,5-8-87-16,-5 7 38 0</inkml:trace>
  <inkml:trace contextRef="#ctx0" brushRef="#br0" timeOffset="13270.24">12040 14547 51 0,'-12'-2'108'0,"12"2"-11"0,-18 2-26 16,9-1-15-16,-1 1-17 0,2 1-19 0,-3 0-17 15,1 0-18-15,4 0-57 0,-3 1-78 0,-1-2 35 16</inkml:trace>
  <inkml:trace contextRef="#ctx0" brushRef="#br0" timeOffset="16533.09">19751 11687 70 0,'0'0'58'0,"11"-4"0"0,-11 4-11 16,14-1 1-16,-14 1-11 0,19 3 8 0,-8-2-5 15,0 3-10-15,5 0-2 0,-1 2-5 0,3 1 0 16,0 0-1-16,-3 2-5 0,3 1-3 0,-3 2 9 16,3 1 0-16,-4 1-1 0,7 4-5 0,-8-1 1 15,4 2-3-15,-3 3-4 0,0-1 5 0,-3 4-3 16,0-2 2-16,-2 0 3 0,-3 2 4 0,2 1-10 16,0-1 16-16,-4 2-4 0,1-2 5 0,-1 3-2 15,-3 0 9-15,0 2-8 0,-1 3 1 0,0-1-7 16,0 0 5-16,-1-1 5 0,1 3-6 0,-3 0 2 15,2-1-1-15,-2 2-3 0,0 1 3 0,1 8 1 16,-5 2 6-16,4-12 2 0,-3-1-3 0,1 1-1 16,-1 0 0-16,1 0-12 0,0 1 2 0,0-1 3 0,1 11-3 15,1-11 1-15,-3 13-4 0,1-12-1 16,0 1-1-16,3-2 5 0,-3 13-4 0,1-12 2 16,1 10-1-16,2-9 0 0,1 10-2 0,1 0-4 15,-1-11 0-15,1-1-3 0,1 13 2 0,0-13-4 16,0-1 3-16,1 2 0 0,0 1-2 0,1 0 0 0,-2-1-1 15,-2-1-1-15,2 16 0 0,-2-4-3 16,-3-11 8-16,-1 1-6 0,-1 11 4 0,-1-12-1 16,-1 12-5-16,-2-12 4 0,-6 11 1 0,3-1-6 15,-1-12 3-15,-2 1 4 0,-4 9-1 0,4-12-9 16,-2-2 1-16,3 0-2 0,-4 0 5 0,2-5 0 16,-2 0-2-16,-1 0 1 0,3-1 4 0,0-3-6 15,0 0-2-15,1-9 4 0,2 2 2 0,-1-2-5 16,1-1-1-16,-1-2 2 0,4-2 2 0,0 2-11 15,3-5-13-15,-3 4-25 0,4-3-32 0,1 0-31 16,5-4-29-16,-12 1-115 0,12-1-273 0,0 0 121 0</inkml:trace>
  <inkml:trace contextRef="#ctx0" brushRef="#br0" timeOffset="16754.49">20639 13451 2280 0,'14'-10'60'0,"-6"2"-47"0,-1 0 24 15,1 1-20-15,2 2-8 0,-3 3-2 0,3-2-5 16,3 2 5-16,3 4-3 0,2-2 1 0,3-3 1 16,8 0 0-16,7-3-4 0,-2-7 0 0,20-7-3 15,5-2-17-15,28-15-21 0,3-2-26 0,2-4-46 16,6 0-49-16,-3-3-185 0,-4-4-372 0,4 0 166 15</inkml:trace>
  <inkml:trace contextRef="#ctx0" brushRef="#br0" timeOffset="21210.6">15092 14448 7 0,'-5'-18'16'0,"-1"-9"4"0,-2 0-1 15,2 2-5-15,2-4 2 0,1 1-14 0,1 0 10 16,2-2-2-16,-4-2 4 0,6 0-4 0,0 0 7 15,2 0-4-15,0 1 3 0,1 3 0 0,4 1 3 16,0 0-7-16,1 1 6 0,3 1-9 0,-4 7-2 16,6-4 2-16,2 0 2 0,2 0 1 0,0 1-6 0,3 1 4 15,3 2-3-15,0-1-3 0,1 3-1 16,5-1 2-16,2 0 3 0,-1 2-2 0,3-3 0 16,2 5 5-16,10-5-7 0,-10 5 0 0,12-2 5 15,0 0-6-15,-10 5 0 0,12-5 0 0,0 1-2 16,0 1 1-16,7 3 13 0,-2-3-6 0,1 2-2 15,-2-2-8-15,4 1 4 0,-1 0 1 0,3 2-2 16,0-1 1-16,1 1 0 0,-1 1 8 0,0 0-1 16,-2-3-7-16,2 5 5 0,-2 1-4 0,1 1-4 15,0 0 0-15,-3 1 2 0,4 3 2 0,-2-1 1 16,-3 2-6-16,3 3 7 0,0 0-5 0,-1 0-3 16,2 2 0-16,-1 0 3 0,-1 1 5 0,-2-1-4 15,3 5 0-15,-2 0-6 0,2-2 7 0,-1 2 5 16,2 1-9-16,-2-1 2 0,0 4-2 0,-1 2 0 15,-2-2 6-15,2 0-4 0,-4 4 1 0,0-1-11 16,-5-1 8-16,2 2-9 0,0 2 3 0,-4 1-1 16,2-2-2-16,-5 5 2 0,4-1 0 0,-2-1 5 15,-3 2-3-15,4 0 5 0,-3 2-7 0,-11-7-3 16,0 1 2-16,1 1 9 0,-1 1-2 0,-1 0-7 16,-3-1 6-16,2 1 3 0,-5 0-1 0,1 1 1 15,-2 3-1-15,-2 1 1 0,-4-2 0 0,1 3-3 16,-2 1 6-16,-2 0-3 0,-4 3-5 0,2 0 10 15,-4 0 0-15,0 4 1 0,-3-1-6 0,1 0-3 16,-2-1 3-16,-1 1 3 0,-3-1-3 0,0 2-4 16,-1-3-8-16,-4 2-3 0,0-2-6 0,-1 0 2 15,-3-2 1-15,-1 2-3 0,-2-1-2 0,-3 1 1 16,-4 8-3-16,0-8 4 0,-7 5-14 0,-3 0-37 16,-7-3 17-16</inkml:trace>
  <inkml:trace contextRef="#ctx0" brushRef="#br0" timeOffset="26579.05">15471 16954 10 0,'-14'-2'23'16,"7"4"-1"-16,7-2-1 0,-12 0-2 0,12 0-4 15,-9 0-7-15,9 0 9 0,0 0 5 0,0 0-2 16,0 0-8-16,0 0 5 0,0 0-7 0,20 11 10 16,-11-7-8-16,11 0 4 0,1-1 1 0,7 1-3 15,3-1 6-15,3-3-14 0,6 1 4 0,11-2-1 16,1-1 7-16,2 4-9 0,3-5 7 0,6 0 6 15,1 1-20-15,2-2 10 0,25 3-4 0,-28 1-1 16,30 1-5-16,-29 4 2 0,32-2-9 0,-30 1 2 16,32-1 6-16,-6-2-5 0,-2 2 10 0,2 0-6 15,7 2-3-15,-4-1-10 0,1-1-12 0,-4 3-1 16,3-1-32-16,-3 1-62 0,-28 1 28 0</inkml:trace>
  <inkml:trace contextRef="#ctx0" brushRef="#br0" timeOffset="27013.2">19306 16369 92 0,'3'-6'139'0,"-3"6"-13"0,0 0-10 0,0 0-6 16,0 0-15-16,0 0-5 0,12 13-14 0,-12-13-5 16,9 4-16-16,-4 0 5 0,1-2-15 0,0 1 4 15,5 0-15-15,2-3-16 0,6-3-12 0,7-6-26 16,7-1-26-16,12-10-13 0,7-8-32 0,2-5-70 15,28-15-175-15,-6-7 77 0</inkml:trace>
  <inkml:trace contextRef="#ctx0" brushRef="#br0" timeOffset="33821.95">19935 14873 16 0,'-7'53'16'0,"2"-2"-1"16,1 3 0-16,1-5-2 0,-1 2 9 0,-1 3-8 16,5 1-4-16,-7-1 0 0,3 0-1 0,2 0 2 15,-2-3-5-15,3 1-1 0,-2 0 1 0,2-1-5 16,1-2 6-16,1-1-2 0,0-1-1 16,1 0 0-16,3-1-1 0,-1-12-4 0,2 2 0 0,3 10 5 15,-1-12-6-15,-1 1-2 0,2-1-1 0,1-3 1 16,1 0-5-16,-2-3 2 0,2-2 1 0,2-1-4 15,-3 0 1-15,2-2 10 0,-6-5 4 0,1 5-3 16,-4-4 9-16,-4 1-6 0,1 5 1 0,-4-6-1 16,-3 6 2-16,-2 0 7 0,-5-1-9 15,-1-1-5-15,0 0-5 0,-5 0 0 0,-1-2-27 0,-3 4-34 16,-3-1 15-16</inkml:trace>
  <inkml:trace contextRef="#ctx0" brushRef="#br0" timeOffset="34543.15">19619 14882 38 0,'8'16'61'0,"4"11"-3"15,-4 5-7-15,0 2-3 0,3 12-7 0,-3 3 2 16,-2 5-15-16,1 6 6 0,-2-1-5 0,-4 23-2 16,2-27-12-16,-7 29-4 0,-1-26-1 0,-4 22-5 15,0-23-3-15,-2 0-5 0,4 0 0 0,-2 2-2 16,4-5-1-16,-1-2 3 0,1 2 3 0,1-10-10 16,2 3-6-16,0-15 6 0,1 2-4 0,1-2 7 15,0 2 0-15,-2-3-3 0,1 0 1 0,1 1 6 16,0-6-1-16,3-1 10 0,-1 1-5 0,-1-2-2 15,1-5 2-15,0 7-5 0,1-2-7 0,-1-4-11 16,0-1-3-16,1-2-3 0,-1 2 1 0,-2 0-21 16,-2-2-50-16,2 0 23 0</inkml:trace>
  <inkml:trace contextRef="#ctx0" brushRef="#br0" timeOffset="35500.97">17958 16949 28 0,'0'0'110'0,"0"0"5"0,0 0 10 0,0 0-2 16,0 0 1-16,0 0-13 0,0 0-6 0,0 0-7 15,0 0-2-15,0 0-5 0,0 0-8 0,1 8-2 16,-1-8-4-16,0 0-9 0,0 0-5 0,0 0-3 16,0 0-6-16,0 0-5 0,0 0-4 0,0 0 4 15,0 0-11-15,0 0-1 0,0 0-9 0,0 0-3 16,0 0 10-16,0 0-11 0,0 0-5 0,0 0 0 16,0 0-11-16,0 0-9 0,0 0-18 0,0 0-16 0,0 0 0 15,0 0-39-15,0 0-38 0,0 0-35 16,0 0-115-16,0 0-282 0,0 0 125 0</inkml:trace>
  <inkml:trace contextRef="#ctx0" brushRef="#br0" timeOffset="197283.74">12819 4247 20 0,'0'0'36'0,"0"0"-6"16,0 0-6-16,0 0-8 0,0 0 7 0,0 0-4 16,0 0-4-16,0 0 2 0,0 0-1 0,0 0-5 15,0 0 0-15,0 0 3 0,0 0-2 0,0 0-6 16,-1-8 1-16,1 8-3 0,0 0 7 0,0 0-7 16,-4-5 4-16,4 5-3 0,0 0 1 0,-4-9-3 15,4 9-2-15,-5-6 9 0,5 6 1 0,0 0-2 16,-6-6-2-16,6 6 5 0,0 0 2 0,-7-7-9 15,7 7 4-15,0 0-3 0,-1-6-4 0,1 6 4 16,0 0 4-16,-6-8-7 0,6 8 7 0,-2-5-13 16,2 5 12-16,-5-8 0 0,5 8 7 0,-2-7-6 15,2 7-1-15,0 0 2 0,-4-9-8 0,4 9 8 16,-2-8-1-16,2 8-2 0,0 0 3 0,0-8 1 16,0 8-4-16,0 0 1 0,0 0-4 0,-6-6-5 15,6 6-1-15,0 0-2 0,0 0-2 0,0 0 3 16,0 0-2-16,0 0 5 0,0 0-1 0,0 0-1 15,0 0-2-15,0 0 4 0,6 30-2 0,-2-20-1 16,0 1-1-16,-1 2 6 0,-1-3 1 0,2 2-1 16,1 4 1-16,4-2-6 0,-5-3-1 0,1 1-3 15,-1-1 6-15,3 0 4 0,0 1 1 0,0-2-6 16,-1-1-1-16,-2 1 5 0,3-1-7 0,-3-2 2 16,4 0 3-16,-4-2 4 0,1 1-5 0,-3-1 0 15,2 0 0-15,-4-5 0 0,5 8 2 0,-1-5 1 16,-4-3-3-16,5 4 3 0,-5-4 0 0,0 0-9 15,5 5 4-15,-5-5 4 0,0 0 5 0,4 5-8 16,-4-5-1-16,0 0 10 0,0 0-1 0,0 0-3 16,4 3 3-16,-4-3 6 0,0 0-10 0,0 0 14 15,0 0-4-15,0 0 13 0,0 0-13 0,0 0 19 16,0 0-11-16,0 0-6 0,14-6 2 16,-11 1-7-16,7-4 3 0,1-1-10 0,6-2 2 0,5-5-5 15,2-2-11-15,3-3-1 0,0-1-7 0,3 0 5 16,12-9-9-16,3 2 5 0,-3 1 4 0,2-1 3 15,-2 1-2-15,0 1-1 0,-10 7 0 0,13-4 8 16,-13 7-7-16,-3 1 8 0,2-1 4 0,-6 5 4 16,2-1 5-16,-11 2-5 0,2 3 0 0,-3-2 5 15,-3 5-4-15,-1 0 12 0,-2-1 0 0,-3 3 13 16,-1 1 2-16,2-1 14 0,-7 4 8 0,8-3-2 16,-8 3 5-16,5-7-7 0,-5 7 0 0,4-4-4 15,-4 4-7-15,0 0 1 0,5-5-10 0,-5 5 1 16,0 0-7-16,0 0-18 0,0 0-8 0,0 0-13 15,0 0-15-15,0 0-28 0,0 0-18 0,0 0-19 16,0 0-65-16,0 0-172 0,0 0 77 16</inkml:trace>
  <inkml:trace contextRef="#ctx0" brushRef="#br0" timeOffset="200339.41">13454 5857 14 0,'0'0'29'0,"0"9"5"0,0-9-8 16,0 0 1-16,3 4-3 0,-3-4-4 0,0 0-5 15,2 11-5-15,-2-11 5 0,4 7-4 0,0-2 9 16,-4-5-11-16,3 11-2 0,-1-6 7 0,3 0-8 15,-3 0 5-15,-2-5-1 0,3 10-3 0,1-5 2 16,-4-5-4-16,4 8 1 0,-4-8 0 0,4 8-1 16,-4-8-2-16,5 5-3 0,-5-5 4 0,4 6 3 15,-4-6-4-15,3 6 2 0,-3-6-4 16,0 0 3-16,3 6-2 0,-3-6 5 0,2 5 5 0,-2-5-6 16,4 5-1-16,-4-5 6 0,0 0-5 0,0 0 0 15,-2 12 5-15,2-12-12 0,0 0 5 0,2 6 4 16,-2-6-4-16,0 0-1 0,2 5-2 0,-2-5 2 15,0 0 4-15,0 0-4 0,3 7-1 0,-3-7-1 16,0 0-2-16,0 0 4 0,4 5 0 0,-4-5-3 16,0 0 4-16,0 0 4 0,0 0-1 0,0 0 2 15,0 0 13-15,0 0-5 0,0 0 0 0,0 0-2 16,0 0-7-16,0 0 13 0,0 0-4 0,0 0-1 16,0 0-2-16,0 0 1 0,0 0-6 0,0 0 8 15,0 0 0-15,0 0-2 0,0 0 6 0,0 0-13 16,0 0 4-16,0 0-4 0,0 0-1 0,0 0 0 15,0 0 5-15,0 0-8 0,0 0-2 0,0 0 3 16,0 0-1-16,0 0-2 0,0 0-5 0,0 0 3 16,0 0 7-16,0 0-4 0,0 0 6 0,0 0-14 15,0 0 9-15,0 0-3 0,0 0 6 0,0 0-9 16,0 0-1-16,0 0 3 0,0 0-2 0,0 0 2 16,0 0 4-16,0 0-3 0,0 0 2 0,0 0 1 15,0 0-8-15,0 0 6 0,0 0 0 0,0 0-4 16,0 0 3-16,0 0 9 0,0 0-3 0,0 0 14 15,0 0 2-15,0 0-12 0,0 0 9 0,0 0 1 16,0 0 3-16,0 0-2 0,0 0-14 0,0 0 3 16,16-12 4-16,-10 8-12 0,1-2 8 0,0-2-2 15,9-1-8-15,-1 0-12 0,5-2-3 0,3-5-8 16,-1 2-25-16,5-1-12 0,2 1-18 0,1 0-62 16,-3-1-148-16,-2 1 66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04:52:40.0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1517 4263 48 0,'-2'-20'116'0,"1"2"7"15,-3 1-1-15,2 0 9 0,-1 3-1 16,-1-1-4-16,2 3-6 0,0 0-6 0,0 5-7 16,-1-4-3-16,2 5-10 0,1 6-2 0,-3-13-12 15,3 13-8-15,-3-9-10 0,3 9-8 0,0-7-9 16,0 7-1-16,0 0-5 0,-4-7-10 0,4 7-6 15,0 0-2-15,0 0 0 0,0 0-2 0,0 0-5 16,0 0 0-16,-2 32 4 0,1-15-6 0,-1 2 3 16,-4 7-3-16,1 3-1 0,-2 1-1 0,4 2 1 15,-2-3 2-15,2 2-4 0,-3-2-2 0,-4-2-1 16,4 1 0-16,-1-2 0 0,3-7-5 0,-1 7 4 16,-1-1 1-16,3-7-1 0,1 0 3 0,-1 2-8 15,3-4 5-15,-2 1-1 0,2-1-4 0,0-3-3 16,0-2 6-16,2-1-1 0,1 0 3 0,-2-1-2 15,4 0-5-15,-5-9-17 0,9 11-9 0,-4-3-24 16,-5-8-18-16,13 9-19 0,-2-7-32 0,-11-2-21 16,18 1-129-16,-18-1-292 0,0 0 129 0</inkml:trace>
  <inkml:trace contextRef="#ctx0" brushRef="#br0" timeOffset="906.19">1833 4363 117 0,'0'0'142'0,"0"0"-8"15,0 0-22-15,0 0-6 0,0 0-13 0,0 0-9 16,0 0-5-16,0 0-12 0,0 0-8 0,-24-7 1 16,24 7-10-16,0 0-16 0,-19 13 6 0,11-5-9 15,3 2-2-15,-6 3 2 0,4 1-10 0,-2 3-3 16,3 2 1-16,-2-2 0 0,2 2 1 0,2 5-8 16,-1 0 2-16,1-5 4 0,4-2-18 0,0-2 14 15,0-1-4-15,0-14-7 0,2 22 5 0,3-11-1 16,-5-11-5-16,3 14 1 0,-3-14 5 0,5 11-8 15,-5-11-2-15,9 4 3 0,-9-4 3 0,0 0-1 16,0 0 2-16,34-20 1 0,-23 10-6 0,-2-7-3 16,5-5 0-16,-1 0-3 0,-1-4-8 15,-1 1-3-15,-2-3-5 0,1 0 5 0,-4-2-4 0,2-5-5 16,-3 1 9-16,3-14 4 0,-3 1-1 0,-2 1-2 16,-1 0 7-16,-4 12-6 0,-1-2 2 0,-1 0 8 15,-1 3 4-15,-1 0 5 0,1 3 9 0,-1 6 1 16,1 6 0-16,0 8 5 0,0-3-6 0,3 4 1 15,-2 3 2-15,4 6-11 0,-5-14 3 0,5 14-5 16,0 0 1-16,0 0 3 0,0 0-4 0,-14 27 0 16,9-1 7-16,-2 6-5 0,2 4 3 15,1 15-5-15,0 3 6 0,-2-1 8 0,0 1-17 16,3 0 3-16,0-2-1 0,3-6 7 0,0-1 1 16,3-16-10-16,-2 0 5 0,1 0-2 0,3-6 7 15,0-5-7-15,-1 0 1 0,3-2 3 0,-3-6-5 16,3 2 4-16,1-5-9 0,-1 0 2 0,2-1 10 15,-9-6-10-15,20 6 3 0,-20-6 0 0,22-5-1 16,-8 0 9-16,1-4-8 0,2 2 3 0,0-6-5 16,3-6-3-16,-3-2 9 0,-6 4-8 0,8-3 1 15,-6-3 10-15,-5 6-9 0,1-1-6 0,-2 0 2 16,0 0 3-16,-2 2 0 0,-2 6 1 0,-1-2 1 16,1-1 4-16,0 4-4 0,0-1 13 0,-3 10-3 15,2-10 0-15,-2 10 5 0,0 0-5 0,0 0-2 16,0-13 0-16,0 13-4 0,0 0-2 0,0 0-3 15,0 0 4-15,0 0-3 0,0 0 0 0,0 0 2 16,-8 38-1-16,5-23-1 0,2 1 7 0,1 1-11 16,-1 0 3-16,2 2-12 0,-1-3-14 0,2-3-18 15,2-1-12-15,1-2-17 0,0 1-21 0,2 0-18 16,3-4-92-16,-1 1-221 0,-1-2 97 0</inkml:trace>
  <inkml:trace contextRef="#ctx0" brushRef="#br0" timeOffset="1306.08">2438 4250 135 0,'0'0'215'0,"-5"-16"-9"0,5 16-11 16,0 0-16-16,-8-9-17 0,8 9-22 0,0 0-15 16,0 0-15-16,0 0-13 0,0 0-9 0,0 0-9 15,-29 17-12-15,29-17-8 0,-10 15-7 0,6-6-2 16,0 2-8-16,4-11-5 0,-4 20-5 0,3-11-5 15,1-9-5-15,1 15-4 0,-1-15-6 0,4 14-7 16,-4-14-7-16,5 11-3 0,-5-11 0 0,0 0-4 16,10 10 1-16,-10-10 2 0,0 0-2 0,10 4 0 15,-10-4 4-15,0 0 2 0,0 0 5 0,14 0-5 16,-14 0 5-16,0 0-3 0,0 0 6 0,0 0-5 16,0 0 2-16,8-18-1 0,-8 18-1 0,0 0-1 15,0 0 2-15,0 0 1 0,0 0-5 0,-13-27 10 16,13 27 3-16,0 0 0 0,-5-9-11 0,5 9 7 15,0 0-7-15,0 0-3 0,0 0-3 0,0 0-2 16,0 0 2-16,0 0 0 0,0 0 4 0,0 0-4 16,0 0 1-16,0 0-5 0,0 0-3 15,0 0-15-15,0 40-6 0,0-40-16 0,7 13-13 16,-7-13-5-16,10 12-13 0,-10-12-16 0,7 8-11 16,-7-8-7-16,11 4-5 0,-11-4-6 0,0 0-75 15,19 0-216-15,-19 0 97 0</inkml:trace>
  <inkml:trace contextRef="#ctx0" brushRef="#br0" timeOffset="1503.44">2576 3937 81 0,'-5'-14'197'0,"5"14"-11"16,0 0-21-16,-4-15-20 0,4 15-15 0,0 0-18 15,0 0-16-15,0 0-1 0,0 0-25 0,0 0-1 16,0 0-12-16,10 36-4 0,-3-17-4 0,0 7 3 15,2 3-7-15,-1 2-5 0,0-2-5 0,1 3-15 16,-3-1-28-16,1 1-33 0,-1 2-30 0,0 2-44 16,-2-1-27-16,-3 11-78 0,-1-11-239 15,-6-3 106-15</inkml:trace>
  <inkml:trace contextRef="#ctx0" brushRef="#br0" timeOffset="5010.35">3577 4349 29 0,'-5'-9'148'0,"-1"1"2"0,0-1-13 15,-2 1-13-15,2-1 17 0,-2 4-7 0,3-3-16 16,-1 3-13-16,-3-1-8 0,2 2-8 0,0-1-11 16,2 3-2-16,5 2-9 0,-12-5-8 0,12 5-7 15,-7-3-9-15,7 3-5 0,0 0 2 0,-10 5-11 16,10-5-4-16,-10 11 0 0,8-3-3 16,-3 3-5-16,1 1-2 0,0 2-4 0,1 0 3 0,1 1 3 15,1-2-5-15,1 3 0 0,-2-5-9 0,2 0 1 16,0-1-1-16,2-1-6 0,0 2-2 0,-1-4 4 15,3 2-1-15,-1-6-1 0,-1 3-6 16,-2-6 7-16,7 6 0 0,-2-4 3 0,-5-2-1 16,13 0 0-16,-13 0 1 0,10-2 0 0,-4 0-2 15,3-6 2-15,-1 0-5 0,-2-3 4 0,1-4-5 0,2-1 4 16,-3-2-5-16,3-5 6 0,-4-3-6 0,-1 2 3 16,3-3-2-16,-3 3 0 0,-2-3 6 0,-1 0-2 15,-1 0-6-15,-3-2 5 0,1 4 0 0,-1-5-5 16,2 7 7-16,-3-1 2 0,0 6 1 15,1 6-6-15,0 1 2 0,0-1 4 0,2 2 3 16,-1 4 0-16,2 6 1 0,-3-13-5 0,3 13-2 16,-5-6 1-16,5 6-9 0,0 0 8 0,-1-8-5 0,1 8-4 15,0 0 6-15,0 0-7 0,0 0 5 16,0 0 1-16,7 25 7 0,-3-8-6 0,3 2 3 16,-1 6-3-16,1 4 1 0,-1 3 1 0,-1 2 1 15,3-3 8-15,-5 0-11 0,5 1 4 0,-3-3-2 16,0-3 5-16,0-7-5 0,1-2 3 0,-1 1 1 15,1-6-2-15,-1 3 4 0,0-6-5 0,0-1-1 16,2 1-1-16,0-3 4 0,0-2-1 0,-2-1 2 16,1-2 1-16,2 0 1 0,-8-1-4 0,15-2 4 15,-4-3-2-15,0-2-1 0,-2-3-2 0,1-3-2 16,2 0-1-16,-3-2 1 0,-2 0 4 0,0-2-8 16,-1 0 3-16,-2 2-2 0,0 0 7 0,0 5-4 15,-3 0 1-15,0 4 7 0,-1 6 2 0,1-10-12 16,-1 3-3-16,0 7 6 0,0 0-9 0,0 0 4 15,0 0 0-15,0 0 1 0,0 0-2 0,0 0 4 16,0 0-1-16,6 22-2 0,-3-13-11 0,-1 3-18 16,3 0-30-16,-3 0-23 0,5 3-34 0,-2 0-126 15,-3 1-268-15,1-3 119 0</inkml:trace>
  <inkml:trace contextRef="#ctx0" brushRef="#br0" timeOffset="5448.46">4011 4198 54 0,'0'0'81'0,"7"4"-9"15,-7-4-1-15,6 3-1 0,-6-3-6 0,10 0 2 16,-10 0-7-16,18-3 2 0,-6 1 1 0,-1-2-2 15,0 0-3-15,0 1-8 0,-1-2-1 0,1 0-2 16,-3 0-6-16,0 0 4 0,1-1-12 0,-3-4 7 16,-1 4-1-16,0-3 4 0,-2 2 9 0,0-3-9 15,-2 1-6-15,-1 9-6 0,-4-17-4 0,0 9-3 16,0-1-4-16,-1 4 3 0,1-2-5 0,-2 4-1 16,6 3-26-16,0 0-10 0,-15-6-20 0,8 8-15 15,7-2-16-15,-15 12-10 0,7-2-23 0,0 5-72 16,2 1-191-16,0-1 84 0</inkml:trace>
  <inkml:trace contextRef="#ctx0" brushRef="#br0" timeOffset="6030.96">4391 4027 5 0,'0'0'142'0,"0"0"-14"16,-14 1-12-16,14-1-12 0,-11 6-15 0,1 0-9 15,3 3-12-15,0 1-4 0,-3 4-2 0,2 1-8 16,2-1-4-16,1-2-8 0,2-1-2 0,1 0-4 16,2 1-4-16,1-3 1 0,0 1-7 0,2-3-6 15,-1 1-6-15,2-5 3 0,1 1 2 0,2-1 0 16,-1 1-11-16,2-2 7 0,2-2-4 0,1-3 4 16,-2-3-8-16,0 0 1 0,3-4 3 0,-2-3 0 15,-1 1-3-15,-1-3-2 0,-2-4 5 16,-2-6-6-16,-2 6 4 0,0 0-3 0,-5-9-3 15,3 2 6-15,-4-1-7 0,0-2-1 0,-1 1-5 0,-2-1 8 16,2 1 0-16,-3 2 13 0,3 0-4 0,-3 7 8 16,2 3 13-16,2-1 10 0,-1 5-1 15,2 2 3-15,-2 1 6 0,4 3-18 0,-2 1-6 16,3 5-5-16,0 0-5 0,-2-8-5 0,2 8-5 16,0 0 1-16,0 0-1 0,7 50-1 0,-4-19 3 15,1 16-1-15,-2-2 0 0,2 4 1 0,-2-13 1 16,-1 11-1-16,1-13-4 0,1 0 7 0,2-5 0 0,-1-2-9 15,1-8 12-15,0 0-11 0,2-4-1 16,0-1-1-16,1-4 1 0,-1-3-1 0,1-1-1 16,4 0 4-16,-1-5-1 0,2-2-2 0,7-1 1 15,-1-6 2-15,-2-1-4 0,7-8 2 0,-1-1-3 16,-2-2-2-16,1 0 2 0,-2-6 2 0,-3 2-4 16,-1-2 7-16,-3 2-9 0,-2-3 6 0,-3 3-6 15,-3 8 6-15,-1-3-1 0,0 2 4 0,-3 4 14 0,-2 3-1 16,0-1-1-16,-2 2-7 0,-1 4-6 15,0 0 4-15,4 5-4 0,-10-4 1 0,10 4 2 16,-19 10-3-16,8 3-7 0,-2 4 5 0,0 4-2 16,4 5 0-16,-1-1-6 0,6 0-16 0,1 0-24 15,5 0-14-15,0-6-31 0,6 6-32 0,3-2-33 16,0 0-116-16,-1-7-291 0,4 0 129 0</inkml:trace>
  <inkml:trace contextRef="#ctx0" brushRef="#br0" timeOffset="8427.78">2696 5950 68 0,'-4'-5'131'0,"4"5"-15"0,0 0-5 0,-6-7-2 16,6 7-3-16,-5-4-8 0,5 4-6 0,0 0-6 15,-8-6-1-15,8 6-11 0,0 0-4 0,-8-4-9 16,8 4-11-16,0 0-3 0,-10 0-2 0,10 0-6 16,-9 5-3-16,3-3-6 0,-3 1 4 0,0 4-10 15,-1 0-5-15,-3 5-2 0,0 0 0 0,0 0-2 0,-2 1-7 16,3 0 4-16,0 2-2 0,2-2-3 0,2-2 0 15,3-4-7-15,-3 1 8 0,6 2 1 16,-4-2-5-16,6-8-11 0,-3 14 13 0,4-8 2 16,-1-6-8-16,0 14 2 0,1-6 2 0,2 0-3 15,-1 1 1-15,3 0-5 0,2-5 11 0,0 3-3 16,4-1-2-16,-4 0 3 0,6 0-2 0,-1 1-3 16,3 2 3-16,-2-2-3 0,2 1-5 0,-1 0 5 15,0-1 0-15,-1-1 3 0,1 3-5 0,-1-2 2 16,-2 0-1-16,-2 0 0 0,1 1 0 0,-3-1 2 15,1 0 4-15,-5-1-13 0,4 1 9 0,-6-2-1 16,-1 2 4-16,0-7-3 0,-8 17 4 0,2-6-2 16,-6-1 0-16,0 3 2 0,-2-5 2 0,-3 0-2 15,3 2-5-15,-1-2 5 0,1-2 1 0,1 1-2 16,0-1-19-16,1-3-34 0,2 0-14 0,1 0-31 16,3 0-21-16,-2 0-26 0,2-1-75 0,6-2-232 15,0 0 103-15</inkml:trace>
  <inkml:trace contextRef="#ctx0" brushRef="#br0" timeOffset="8659.5">2892 6255 126 0,'0'0'211'0,"1"-7"-5"15,-1 7-10-15,0 0-12 0,0 0-19 0,0 0-19 16,0 0-16-16,0 0-14 0,0 0-17 0,0 0-9 15,0 0-12-15,0 0-9 0,0 0-7 0,0 0-3 16,0 0-6-16,4 19-8 0,-2-9-2 0,1 2-5 16,-2-1-7-16,2 0-16 0,-1 2-12 0,3-1-24 15,-2 1-25-15,-2-1-22 0,2 4-25 0,-1-1-37 16,0 1-36-16,-2-3-108 0,-2 1-297 0,1-4 133 16</inkml:trace>
  <inkml:trace contextRef="#ctx0" brushRef="#br0" timeOffset="8829.08">2870 5945 47 0,'0'-11'81'0,"0"11"-29"0,0 0-27 0,11 0-35 16,-11 0-23-16,16 4-35 0,-16-4 15 0</inkml:trace>
  <inkml:trace contextRef="#ctx0" brushRef="#br0" timeOffset="8995.34">3136 6121 82 0,'0'0'132'16,"16"-3"-6"-16,-16 3-22 0,16-8-2 0,-16 8-13 15,24-6-13-15,-14 4-16 0,2-1-35 0,0 3-28 16,-1 3-23-16,3 1-22 0,-4 3-19 0,2-1-42 16,-6 3-118-16,1-2 53 0</inkml:trace>
  <inkml:trace contextRef="#ctx0" brushRef="#br0" timeOffset="9139.4">3251 6274 131 0,'0'0'205'0,"0"0"-2"0,0 0-2 0,-8 4-9 15,8-4-8-15,0 0-17 0,0 0-14 0,0 0-20 16,0 0-15-16,0 0-15 0,0 0-16 0,0 0-28 16,0 0-46-16,0 0-47 0,0 0-63 0,0 0-42 15,43-8-142-15,-31 7-302 0,2-1 134 0</inkml:trace>
  <inkml:trace contextRef="#ctx0" brushRef="#br0" timeOffset="9578.34">3835 5904 1611 0,'4'-8'90'16,"-2"5"8"-16,-2 3-36 0,5-7-16 0,-5 7 6 15,3-7-5-15,-3 7-6 0,0 0-5 0,0 0-6 16,1-6-9-16,-1 6-8 0,0 0 5 0,0 0-4 16,-14 14 0-16,8-4-1 0,-1 6-5 0,0 0 4 15,0 1-4-15,-2 0 0 0,4 1-4 0,0-2 1 16,1 0-1-16,0 0-4 0,2 0 6 0,0 0-2 15,4 1-4-15,-1-6-1 0,2 5 5 0,-1-3-5 16,1-3 1-16,1 0-4 0,0-1 0 0,-1 0-6 16,2-4-1-16,-1 2 3 0,0-3 0 0,0 0 1 15,-4-4 1-15,9 6 0 0,-9-6-2 0,13 1 6 16,-13-1 0-16,16-4-2 0,-7 0 2 0,0-3-1 16,1-2-1-16,-2-1 2 0,2-1 0 0,0-2 2 15,0 1 3-15,0-2-1 0,-3-3 4 0,0 2-6 16,-2 1 4-16,0-1-3 0,0-1 2 0,-3 0-2 15,0-1 8-15,-4 1-8 0,1 3 8 0,-1-1 4 16,-2 2 1-16,0-1-4 0,-1-1 6 0,0 2 5 16,-2-2 6-16,-1 4 0 0,0-1-7 0,0 1 3 15,-2 1 1-15,1 2 5 0,1 1-5 0,3-1 0 16,-1 5-3-16,-2-2-5 0,1 2-8 0,7 2-9 16,-12-3-9-16,12 3-20 0,-14 3-18 0,6 2-28 15,1 1-26-15,1 3-31 0,1 1-17 0,-1 3-34 16,1 1-116-16,2-1-324 0,1-1 144 0</inkml:trace>
  <inkml:trace contextRef="#ctx0" brushRef="#br0" timeOffset="9763.27">4061 6006 87 0,'0'0'166'0,"13"2"-8"16,-13-2-6-16,0 0-20 0,0 0-10 0,0 0-15 15,0 0-13-15,0 0-8 0,0 0-12 16,0 0-12-16,0 0-16 0,0 0-17 0,0 0-18 0,0 0-32 16,14 5-28-16,-14-5-23 0,6 4-25 15,-6-4-85-15,0 0-196 0,0 0 87 0</inkml:trace>
  <inkml:trace contextRef="#ctx0" brushRef="#br0" timeOffset="10146.84">4255 5729 1 0,'-5'-1'193'16,"5"1"1"-16,0 0-8 0,0 0-15 0,0 0-13 16,0 0-12-16,0 0-16 0,0 0-14 0,-8-3-12 15,8 3-8-15,0 0-18 0,0 0-6 0,0 0-11 0,0 0-4 16,0 0-9-16,0 0-4 0,0 0-7 15,0 0 6-15,0 0-11 0,25-3-2 0,-18 5-4 16,4-4-5-16,1 2 4 0,0 0-4 0,1 0-6 16,-1 0 1-16,0 2-2 0,2-1-1 0,-4-1 1 15,2 0 1-15,-1 3-7 0,0-2-3 0,-2 2 3 16,-2-1-3-16,1 2-1 0,-1 1-4 0,2-1 3 16,2 5-3-16,-6-2 0 0,1 0 1 0,-1 2 1 15,2 1 0-15,-2 0 0 0,0 6-4 0,-3-4 3 16,0-1 2-16,0 5-5 0,0 1 3 0,-1-3 1 15,1 1-1-15,0-2-1 0,-1 2-2 0,2 2 7 16,-3-5-2-16,1 3 0 0,-2 1-1 0,1-4-14 16,2-2-18-16,-2-10-15 0,-1 21-11 0,0-9-34 15,-1-1-26-15,0-2-32 0,-1 3-142 0,-5-1-313 16,2 0 139-16</inkml:trace>
  <inkml:trace contextRef="#ctx0" brushRef="#br0" timeOffset="10328.81">4368 5995 145 0,'0'0'166'16,"2"-12"-19"-16,-2 12-4 0,4-7-25 0,1 1-15 16,2 0-13-16,4 1-13 0,-1-3-31 0,8 0-34 15,-1-1-22-15,2-1-31 0,6-2-19 0,-1 0-17 16,-4 3-67-16,4-3-155 0,-7 3 70 0</inkml:trace>
  <inkml:trace contextRef="#ctx0" brushRef="#br0" timeOffset="10793.49">4740 5681 58 0,'0'-8'184'16,"0"8"-2"-16,0-13 3 0,0 13 5 0,-2-10-1 16,2 10-6-16,0 0-17 0,0-10-22 0,0 10-15 15,0 0-20-15,0 0-6 0,0 0-14 16,0 0-13-16,0 0-5 0,13 16-10 0,-3-2-4 0,-1 2-6 15,2 1-1-15,-1 0-7 0,-3 0-5 0,5-3-5 16,-4 2 0-16,-1-1-4 0,2-1-4 0,-2 0 0 16,-1-3 0-16,2-1-7 0,-2-3 1 15,0 2-6-15,1-3 3 0,-3 0 2 0,2 1-5 0,-6-7-1 16,6 8 0-16,-6-8-1 0,8 7 3 0,-8-7-3 16,0 0 0-16,7 6 1 0,-7-6-3 0,0 0 8 15,0 0-6-15,0 0 0 0,0 0-2 0,0 0-3 16,0 0 2-16,11-14-5 0,-10 2 8 0,3 0-10 15,1-5-5-15,-2 0 4 0,2-1 3 16,3-7-3-16,-1 0-1 0,-2-1-5 0,2 3-1 16,-2 3 0-16,4 2 1 0,-5 1-5 0,-1 1 6 0,0 4-2 15,-2 2 4-15,2 0-3 0,-3 3 8 0,0 7-5 16,1-13 3-16,-1 13-3 0,0 0-1 0,-2-16-1 16,2 16-2-16,0 0 2 0,-3-10 0 15,3 10 1-15,0 0-2 0,0 0 0 0,-4-7-3 0,4 7-1 16,0 0 3-16,0 0-4 0,0 0-2 15,0 0-1-15,0 0 8 0,0 0-2 0,0 0 2 0,-11 22 0 16,12-16 1-16,-1-6 0 0,5 11 2 0,0-5 3 16,-1 0 1-16,2 0-2 0,2 0 3 15,5 1-3-15,-3-1-18 0,8-1-14 0,-3-1-30 16,6 0-28-16,-3-1-38 0,2-3-35 0,-1 2-18 16,-2-1-136-16,-3 0-344 0,-1-1 153 0</inkml:trace>
  <inkml:trace contextRef="#ctx0" brushRef="#br0" timeOffset="10922.62">5218 5692 17 0,'0'0'160'0,"-5"6"-14"0,5-6-19 0,0 0-24 16,-8 5-15-16,8-5-31 0,0 0-29 0,-7 11-51 16,3-6-44-16,-3 4-39 0,1 1-116 0,0-2 52 0</inkml:trace>
  <inkml:trace contextRef="#ctx0" brushRef="#br0" timeOffset="14356.48">4140 8301 71 0,'0'0'116'0,"-7"-1"-12"16,7 1-6-16,0 0 3 0,0 0-11 0,-9-1-10 15,9 1-6-15,0 0-8 0,0 0-3 0,0 0-12 16,0 0-8-16,0 0 0 0,0 0 1 0,0 0-13 15,0 0-3-15,0 0 0 0,0 0-10 0,0 0-4 16,0 0 1-16,0 0-2 0,0 0-4 0,0 0 1 16,0 0-1-16,0 0 5 0,0 0-3 0,28 4-2 15,-17-1-4-15,4-3 0 0,5 0 3 0,1 1-11 16,1 1 8-16,-1-1-6 0,2-2 10 0,3-1-15 16,-5 1 7-16,1 1 3 0,-1 0-1 0,0-3 9 15,-2 3-11-15,0-2 2 0,0 2 8 0,-3 0-12 16,-5 0 1-16,2-1 2 0,-1 2-6 0,-1-2 4 15,-1 1 4-15,-10 0 4 0,14-1-5 0,-5-1-5 16,-9 2 0-16,12 2-2 0,-12-2 7 0,10 1-4 16,-10-1 2-16,0 0 0 0,11-1 4 0,-11 1-6 15,0 0 8-15,8 1-2 0,-8-1-3 0,0 0-7 16,0 0-1-16,8 1 2 0,-8-1 3 0,0 0 4 16,0 0-8-16,0 0 1 0,4 6-5 0,-4-6 4 15,0 10 0-15,0-10 4 0,-2 12-4 0,0-3 0 16,1 4 6-16,-5 1-5 0,5 3 6 0,-4 0-4 15,1 1-4-15,-1-2-23 0,-1 5-14 0,1-2-34 0,-3-2-111 16,0 6-204-16,-1-8 91 0</inkml:trace>
  <inkml:trace contextRef="#ctx0" brushRef="#br0" timeOffset="14572.6">4586 8146 203 0,'-16'-11'204'16,"2"-1"0"-16,-3 0-30 0,2 2-11 0,-3-1-12 0,2 3-5 15,1-1-14-15,2-1-9 0,2 3-10 0,-1-2-11 16,3 4-10-16,2-2-12 0,0 1-7 16,2 4-21-16,5 2-26 0,-9-8-46 0,7 3-42 15,2 5-47-15,0-11-37 0,0 11-15 0,9-14-96 16,-3 5-279-16,2 0 124 0</inkml:trace>
  <inkml:trace contextRef="#ctx0" brushRef="#br0" timeOffset="15400.38">1711 8141 25 0,'0'0'45'0,"-9"4"5"15,9-4-2-15,0 0 0 0,0 0-3 0,0 0 0 16,-7 3-2-16,7-3 5 0,0 0-9 0,0 0 3 15,0 0-5-15,0 0-8 0,0 0 9 0,0 0-12 16,0 0 0-16,0 0-4 0,0 0 3 0,33-10-3 16,-19 7-5-16,1-3 4 0,4 0-15 0,-2 0-6 15,2 0-18-15,-3 1-8 0,1 0-16 0,0 1-69 16,-3 2-119-16,-5-3 54 0</inkml:trace>
  <inkml:trace contextRef="#ctx0" brushRef="#br0" timeOffset="16853.54">1679 8309 19 0,'-4'-12'169'0,"1"5"-10"16,-2 0-13-16,1 2-17 0,-1-1-13 0,-1-1-7 15,-3 1-9-15,-1 5-14 0,-2 0-8 0,-2 1-13 16,1 1 0-16,-2 2-14 0,-2 3-10 0,0 1 0 15,2 1-8-15,-1 1 4 0,1 3-6 0,1-1-8 16,1 3 4-16,3 0-5 0,-1 2-4 0,2 0-1 16,3 0-3-16,-1 3 0 0,3-3 0 0,1 2-1 15,3-1-3-15,0-2-1 0,1 0-1 0,-1-6-3 16,4 4 1-16,0-6-3 0,3 3 2 0,0-2 1 16,-1-2-7-16,1-1 8 0,3-2-6 0,-10-3 1 15,23 0 0-15,-4-3 4 0,0-4-1 0,-3-2-1 16,8-4 3-16,-4-3-7 0,0-4 0 0,-4-2 5 15,1-1-6-15,-2 1 6 0,-2-2-1 0,-4 5-3 16,0-7-1-16,-2-2-2 0,-3 1 5 0,0-1-6 16,-2 3-2-16,1-4 3 0,1 1 0 0,-8 0 1 15,4-1 0-15,-3 0-1 0,1 1 4 0,0 1-2 16,0-1 5-16,-2 2 3 0,1 9 1 0,-1-1 1 16,1 3 5-16,1 5-1 0,-2-2 4 0,4 6-4 15,0 6 1-15,-4-10-3 0,4 10-6 0,-1-6-5 16,1 6 3-16,0 0-3 0,0 0-2 0,0 0 1 15,0 0 0-15,0 34-7 0,0-14 7 0,0 7 3 16,0 7-1-16,0 2 1 0,1 9 5 0,0-9-12 16,2-1 3-16,-1-2 0 0,0 0 5 0,1-2-4 15,1-2 3-15,1 0-7 0,-2-6 10 0,1-3-9 16,1 4 8-16,1-7-2 0,2-1-1 0,-1-2 3 16,0-3 0-16,0-1-1 0,3-3-3 0,-1-1 2 15,0-1 3-15,2-2-2 0,-1 0 2 0,-1-4-4 16,3 1 3-16,-4-2 4 0,3-1-3 0,0-5-7 15,-2 0 10-15,0 1-5 0,1-2 0 0,-2-5-7 16,-1 1 3-16,-1 3 10 0,0-1-3 0,-1 2-1 16,-3-1-3-16,2 0 2 0,-3 2 1 0,-1 8 3 15,2-7 3-15,-2 7 1 0,0-9 0 0,0 9-7 16,0 0 2-16,0 0-10 0,-2-8 2 0,2 8-2 16,0 0-2-16,0 0 4 0,0 0-5 0,0 0 5 15,0 0 6-15,3 26-13 0,-3-16 7 0,0-10-8 16,3 22-20-16,0-10-13 0,1 4-9 0,-3-5-18 15,6 1-24-15,-3-2-16 0,-1 3-20 0,2-1-123 16,-2 0-271-16,-1 0 120 0</inkml:trace>
  <inkml:trace contextRef="#ctx0" brushRef="#br0" timeOffset="17005.59">1857 8122 12 0,'0'0'3'0,"0"0"-6"0,12 23-2 15,-9-8 0-15</inkml:trace>
  <inkml:trace contextRef="#ctx0" brushRef="#br0" timeOffset="17270.25">2007 8461 20 0,'0'0'103'0,"0"0"-15"16,0 0-7-16,7 7 1 0,-7-7-3 0,0 0-1 15,0 0-6-15,15-3-4 0,-15 3-4 0,13-6 8 16,-13 6-1-16,14-5-15 0,-7 2 1 0,1-3-6 16,-8 6-5-16,14-13 3 0,-7 6-1 0,0 1 6 0,-7 6-3 15,6-15-10-15,-4 8-1 0,3-4-6 0,-4 2-2 16,-1-1 1-16,0 1-7 0,-2-3-4 15,-4 2 2-15,4 1-9 0,-3 1 2 0,1-1-3 16,-1 5-3-16,0-2 8 0,5 6-17 0,-10-8-17 16,6 4-33-16,4 4-9 0,0 0-10 0,-16 3-23 15,9 5-9-15,0 0-25 0,1 4-63 0,-2-2-202 0,4 3 89 16</inkml:trace>
  <inkml:trace contextRef="#ctx0" brushRef="#br0" timeOffset="17882.18">2248 8258 73 0,'-7'-9'153'0,"7"9"-8"16,-5-5 2-16,5 5-28 0,0 0-15 0,0 0-11 16,0 0-7-16,0 0-13 0,-17 9-7 0,17-9-6 15,-6 12-7-15,4-2-5 0,0 1-6 0,2-11-4 16,-1 23-14-16,1-13 5 0,1 2-3 0,1 1-4 15,0-4-6-15,1 1 3 0,-3-10-4 0,6 15 1 16,0-13-8-16,-6-2-2 0,8 10 4 0,-2-5-1 16,-6-5-8-16,11 1 4 0,-11-1 3 0,0 0 1 15,19-10-1-15,-14 5-5 0,0-5-1 0,4-3 7 16,-1-3-9-16,-3 2 4 0,-1-4 2 0,-2-2 1 16,1-5-1-16,1-1 1 0,-2 0-3 0,-3-4 2 15,2 2-7-15,-2-2 2 0,-3 0 4 0,3 2-3 16,-2-2 2-16,-2 1 7 0,1 2 1 0,4 10 16 15,-2-2-5-15,-1 2 9 0,2 7-6 0,-3-2 4 16,0 5-9-16,4 7 1 0,-1-9-13 0,1 9 1 16,0 0-3-16,0 0 1 0,0 0-5 0,0 0-4 15,0 0 3-15,1 47 0 0,-2-16 4 0,6 5-1 16,0 12-5-16,-4 1 0 0,2-4 1 0,-2-14 3 16,3 1-7-16,1-6 4 0,2-2 5 0,-1-5-6 15,0-1 6-15,3-4-4 0,-5-2 2 0,4-5-1 16,1 2-2-16,-2-1 2 0,5-3 0 0,1-1-3 15,-2-1 3-15,2-3 0 0,-13 0 3 0,27-7-2 16,-13 2 4-16,-1-5-3 0,3 1 1 0,-2-1 0 16,-1-3-2-16,-1-3-9 0,-2 3 7 0,0-3 5 15,-1 3-1-15,-3-4-2 0,0 2 1 0,-4 4 2 16,-1-2-5-16,-1-3 1 0,-2 3 3 0,2 4-6 16,-4 0 6-16,1 2-5 0,3 7 3 0,-5-10-2 15,5 10-3-15,-8-3-2 0,8 3 0 0,0 0 1 16,-17 13-8-16,8-3 11 0,0 4-2 0,-1 3-1 15,3 1-3-15,2 1-10 0,4-1-25 0,-2 0-15 16,3 2-7-16,4-3-14 0,-1-4-18 0,3 2-13 16,2-1-14-16,4-1-17 0,0 1-70 0,2-3-224 15,-2-7 99-15</inkml:trace>
  <inkml:trace contextRef="#ctx0" brushRef="#br0" timeOffset="19041.79">2902 8116 157 0,'0'0'203'0,"-3"-10"-12"15,3 10-15-15,-2-10-14 0,2 10-14 16,-3-5-22-16,3 5-10 0,0 0-17 0,-5-4-8 16,5 4-12-16,0 0-11 0,0 0 1 0,-14 10-14 15,10-1-5-15,0 2-5 0,1 1-5 0,-1 0-7 0,2 1-4 16,1 1-8-16,0 0-6 0,1-3-13 0,1 1-11 15,0 0-4-15,2-3-3 0,0 1-1 0,0-2-1 16,3-1-1-16,0 0 1 0,4-2-3 16,-4-1 2-16,3 0-17 0,-9-4 12 0,20 1 9 15,-10-2-13-15,2-3 1 0,0 0-4 0,0-2 14 16,0 0 0-16,-1-1-9 0,-2-1 8 0,1 1 6 0,-1-2-13 16,-3-1 3-16,-1 3 4 0,1-6 9 0,-2 4-2 15,0 1 1-15,-1-4 9 0,-3 12-6 16,0-20 6-16,0 12 10 0,0 8 10 0,-3-15 6 15,2 10 10-15,1 5 8 0,-3-8-3 0,3 8-6 16,0 0-5-16,-2-10-8 0,2 10-4 0,0 0-1 16,0 0-1-16,0 0-1 0,0 0-2 0,0 0-3 0,0 37-1 15,1-26 0-15,0 6 4 0,3-1-3 16,-1-5-1-16,3 5-3 0,-2-5 1 0,2 0-1 16,1-3-3-16,-2 1-4 0,3-3-5 0,-2 2-11 15,3-3 2-15,0-1 5 0,-1-1-7 0,-8-3 4 16,19 2-3-16,-19-2-7 0,0 0 3 0,28-11 3 15,-19 5-7-15,0-1 6 0,0-1 5 0,0-1 0 0,-4 0 3 16,0-1-6-16,-1-5 8 0,-2 3 6 16,1-1-1-16,-1-2-6 0,-2 2 7 0,2 2-2 15,-2-3 1-15,1 2 16 0,-1 2 18 0,0 10 11 16,0-18 6-16,0 18-4 0,-1-10-5 0,1 10-1 16,0 0-11-16,-2-13-7 0,2 13-1 0,0 0-7 0,0 0 4 15,0 0-4-15,0 0-1 0,0 0 0 0,8 37-1 16,-5-23 0-16,0 3 2 0,1-3-5 15,0 4-5-15,-1-9 4 0,2 2-1 0,-2 0 2 16,3-1-5-16,-2-4 1 0,2 3 3 0,-1-5 4 16,1 2-2-16,-6-6-5 0,11 9-1 0,-5-7 7 15,-6-2-2-15,12 4 1 0,-12-4-2 0,0 0 2 0,19-6-4 16,-19 6 9-16,16-10-9 0,-9 3 2 16,-1-2 0-16,2 1 0 0,-4-4-4 0,2 3-5 15,-2-4-2-15,-2 3-2 0,0-3 3 0,1-3-4 16,-3 5 2-16,-1-5 3 0,0 3 1 0,1-1 1 15,0 14-1-15,-1-18 4 0,-1 10-1 0,2 8 0 16,0-13-3-16,0 13-1 0,0 0 1 0,0-11-1 16,0 11-2-16,0 0 1 0,0 0 4 0,0 0-5 15,0 0 1-15,0 0-1 0,26 17 4 0,-21-10-3 16,3 2-1-16,-2 1 7 0,3 0-3 0,-3 1 1 16,2-2 0-16,-1 0 1 0,0 0-2 0,1-1 1 15,0-1 4-15,-2 0-4 0,-1-2-3 0,3 0 0 16,-8-5 8-16,10 6 1 0,-10-6-5 0,11 7 6 15,-11-7-4-15,11 3 6 0,-8-3 0 0,-3 0-4 16,0 0 4-16,0 0-2 0,16-8 1 0,-14 4-3 16,1-2 4-16,-3 6-5 0,6-15-1 0,-5 7 2 15,-1-2-10-15,2 0 11 0,-4 0-2 0,2 0 3 16,0-1-5-16,-1 0 2 0,1-1-1 0,-1 2-8 16,2 0 1-16,0 1 5 0,1 2-1 0,-2 7-5 15,1-13-1-15,2 9 1 0,-3 4-1 0,4-7-6 16,-4 7 5-16,0 0 1 0,15 9 0 0,-8-1 1 15,0 1 1-15,-1 2-2 0,3 3 8 0,-2-2-4 16,-1-1-3-16,2 3 1 0,-2-2 1 0,-1-3 2 16,3 1 2-16,-2 2 0 0,1-5-1 0,-2-2 4 15,-5-5-4-15,10 8 1 0,-4-5 8 0,1-1 9 16,-7-2 2-16,13 0-2 0,-13 0 2 0,14-3 4 16,-5-1-3-16,1-4 2 0,-3 0-1 0,0-1-2 15,-2 0 3-15,1-1 1 0,1 3-3 0,-4-6 5 16,0 3-13-16,-2-1 3 0,1 0 0 0,-4-2-3 15,0 2-1-15,0 0-4 0,1 1 1 0,-1 1-3 16,-2 2 2-16,1 1-4 0,3 6 0 0,-5-7-6 16,5 7-6-16,0 0-4 0,0 0 1 0,0 0-6 15,-14 13-2-15,8 0-17 0,-1 3-22 0,2 3-39 16,3-2-15-16,-1 4-24 0,-2 5-21 0,2-6-116 16,3-2-296-16,-1-3 130 0</inkml:trace>
  <inkml:trace contextRef="#ctx0" brushRef="#br0" timeOffset="19241.79">3859 8071 49 0,'1'-11'153'15,"1"-1"4"-15,-2 1 1 0,1-2-5 0,3 2 0 16,-2-2-9-16,-1 2-14 0,2 1-13 0,0-1-11 16,-3 11-10-16,6-13-5 0,-6 13-18 0,7-9-6 15,-7 9-7-15,8-3-7 0,-8 3-2 16,0 0-7-16,18 5-2 0,-18-5-8 0,13 12-3 0,-5-5-6 15,-2 3-22-15,1 0-22 0,-2-2-21 0,2 3-38 16,0-2-23-16,-2 1-32 0,-1 0-138 0,-4-10-291 16,5 17 129-16</inkml:trace>
  <inkml:trace contextRef="#ctx0" brushRef="#br0" timeOffset="19441.75">4061 7765 81 0,'0'0'183'16,"0"0"-22"-16,0 0-1 0,0 0-16 0,0 0-7 15,0 0-2-15,3 49-13 0,-3-25-9 0,1 2-12 16,3 2-7-16,-2-1-7 0,2 1-8 0,0-1-12 0,1 1-14 16,0-3-30-16,-1 0-34 0,2-1-40 0,0-7-34 15,-3 1-39-15,2-1-122 0,-5-4-265 16,2-3 119-16</inkml:trace>
  <inkml:trace contextRef="#ctx0" brushRef="#br0" timeOffset="19589.73">4047 7957 117 0,'0'0'128'0,"13"-5"-23"16,-13 5-33-16,19 0-37 0,-6-1-41 0,3 4-70 15,3-2-81-15,3-1 36 0</inkml:trace>
  <inkml:trace contextRef="#ctx0" brushRef="#br0" timeOffset="31118.04">27930 3617 48 0,'23'10'45'0,"-4"0"-4"16,4 4-4-16,-2 1-5 0,-1 1 1 0,-1 4 1 16,-3 6-10-16,1 1 4 0,0 3-3 0,-4 2-6 15,-1 13 10-15,1-1-2 0,-3 3 2 0,-2 5 1 16,0 2 1-16,-2 2-2 0,-2 2 10 0,2 1-3 16,-3 25 0-16,1-24 2 0,-2 27 2 0,2 0-1 15,0 2 2-15,-4-3-7 0,0 3 1 0,0-1 0 16,4 1-2-16,0 3 0 0,-3 3 0 0,3 3 0 15,-2 0 5-15,0 2-10 0,-1 2 11 0,-1 0-11 16,4 0-3-16,-1 1 1 0,-3 6 1 0,0 3 8 16,3 1-1-16,-2 5-1 0,1-3-3 0,-4 2-2 15,2 3 0-15,2 3 4 0,-4 2-6 0,4 4 3 16,0-4-2-16,-2-1-4 0,3-2-6 0,1 4 1 16,2 0 0-16,-3 1-1 0,7 0-2 0,-6-4 1 15,1 3 2-15,1 7 0 0,2-1 1 0,-2 4-3 16,3-3-2-16,0 1-3 0,5 5 17 0,-6 1-17 15,5 1-1-15,-1-4-1 0,1-3 0 0,1-2-8 16,3 7 0-16,2-1 6 0,3 3-4 0,-4-3 0 16,3-4 2-16,-2-1-2 0,1 6 3 0,-3-1 0 15,3-1-1-15,-1-6 1 0,-1-2-4 0,1 2-5 16,4 3 11-16,-4 1-9 0,3-4 1 0,-6 0 0 16,4-2-1-16,-4-3-2 0,2-3 6 0,1-2-6 15,-2-1 1-15,-1-4 1 0,4-6 1 0,-4-4-1 16,0 0-4-16,0-2 3 0,1 3 0 0,-2-6-3 15,-3-3 0-15,0-4 3 0,0-6-3 0,-1-6 2 16,-5 1 2-16,-1 0 1 0,-3-2-5 0,0-22 1 16,-1 1 7-16,-9 21-8 0,3-22 2 15,-7-3-5-15,0-1 0 0,-5-2-4 0,-6-2-11 16,-2 1-7-16,-11-2 2 0,1 1 2 0,-20 12 3 0,-7-4-7 16,12-21-12-16,-27 11 8 0,-8 2 3 0,4-6-1 15,-11-2 2-15,-5 0-4 0,-8-2 0 0,-1-3 14 16,-3 0-3-16,-6 0-2 0,-3-4 0 0,-5 0 0 15,-3-4-3-15,7 4 2 0,3-4-11 16,5-6-18-16,6 2-11 0,1-4-14 0,10-4-89 16,27-11-183-16,4-3 82 0</inkml:trace>
  <inkml:trace contextRef="#ctx0" brushRef="#br0" timeOffset="32084.85">28550 6789 22 0,'0'0'110'0,"0"0"-15"0,0 0-12 0,9 21-2 0,-9-4-14 16,2 7 3-16,-2 2-12 0,5 6-5 15,-4 0-2-15,-1 1-9 0,0 2 3 0,0-3-11 0,-1 1-5 16,1-1 9-16,0-2-7 0,-3-1-2 16,6-4-2-16,-3-9-4 0,-3-1-3 0,6-4 0 0,-6-2 16 15,1 0 6-15,2-9 31 0,0 10 29 0,0-10 17 16,0 8 6-16,0-8-9 0,0 0-12 0,0 0-12 15,0 0-9-15,0 0-8 0,-8-31-11 16,5 12-6-16,1-9-4 0,0-3-11 0,3-3-8 0,0-14-5 16,1-4-13-16,3 2-9 0,0 0 1 15,2 3-2-15,0-3-1 0,3-1-1 0,-1 2-5 16,4-5-3-16,-2-1-3 0,1 3 4 0,3 2-2 0,-1 4 2 16,-5 13 0-16,1 4-2 0,-1 4 2 0,-1 7-1 15,-3 7 3-15,-1 1-6 0,1 1 1 0,-1 2-3 16,-2 2 1-16,-2 5-4 0,7-4 6 0,-7 4-1 15,11 8 0-15,-4 2 0 0,2 7 4 0,2 10-1 16,0 4 3-16,2 1 1 0,0 13-3 0,-2 0 3 16,1-10-1-16,2 8 0 0,-4-9 4 0,-1-1 0 15,0-2-5-15,3 0 1 0,-1 1 1 0,1-2 2 16,-2-5 0-16,0 2 1 0,-2-10-5 0,3 6 7 16,-4-4-5-16,1-2 2 0,1 0 1 0,-2-2-14 15,1 2-35-15,-4-5-35 0,1-2-19 0,-1 2-22 16,0-2-26-16,-1 2-15 0,-3 0-106 0,-2-5-290 15,2-7 128-15</inkml:trace>
  <inkml:trace contextRef="#ctx0" brushRef="#br0" timeOffset="32556.12">28510 6956 42 0,'0'0'134'16,"-5"-7"-18"-16,5 7-6 0,10-11-7 0,3-2-9 15,9-2-16-15,5 0-4 0,3-3-11 0,2-2-2 16,12-5-8-16,1 6-9 0,3-1-2 0,-14 4-5 16,1 2-3-16,-3-1 1 0,-2 2-9 0,-4 3 1 15,1 1-7-15,-9 4 2 0,-2 2-8 0,-2-1-5 16,-3 2 2-16,0 2 3 0,-2-2-8 0,0 4-2 16,1 0-2-16,0 2 1 0,-1 3 0 0,-1 0 5 15,1 3-4-15,1 3-2 0,-2 5 6 0,1-2-8 16,-3 0-4-16,2 4 9 0,-3 0 0 0,1-2 3 15,1-1-8-15,-2 2 5 0,-1-3-3 0,-2-3 3 16,0 0-3-16,1-3 5 0,-1-4 0 0,-1 1 4 16,0-1 12-16,-1-6 18 0,2 9 17 0,-2-9 17 15,1 5-1-15,-1-5-13 0,0 0-4 0,0 0-4 16,0 0-7-16,0 0-5 0,-18-23-6 0,14 13-6 16,-2-6-2-16,3 5-1 0,-1-7-5 0,0-2-5 15,2-6 0-15,3 3-10 0,-1 3 3 0,3 0-7 16,2-4-3-16,2 0-4 0,0 5 1 0,1 3-6 15,2 1 2-15,2 2 1 0,-3 4-3 0,-1 1 2 16,5 3-1-16,-3 1 0 0,2 1 0 0,0 5 2 16,0 3 1-16,2 0-4 0,0 1 2 0,0 8 3 15,-2-1-1-15,2 3 4 0,-3-1-4 0,3 7-9 16,-2-4-18-16,-3-2-26 0,4 7-27 0,0 0-8 16,-1 2-18-16,2-5-12 0,-1 1-13 0,-3-3-77 15,0-5-231-15,1-4 101 0</inkml:trace>
  <inkml:trace contextRef="#ctx0" brushRef="#br0" timeOffset="33473.9">29686 6606 142 0,'-14'-3'146'15,"1"2"-12"-15,3 2-7 0,-4 2-11 0,2 4-10 16,-4 4-9-16,0 2-12 0,-3 5-8 0,6-3-7 15,0 0-10-15,6 2-3 0,-2 1-9 0,5-3-1 16,1 2-2-16,2-2-9 0,1-4-5 0,1-1-3 16,3-2-2-16,3 2-1 0,-2-1-5 0,4-2-1 0,0-4 0 15,2 0-6-15,-1-2-2 0,2-1 4 16,1-2-8-16,-1-2 7 0,-1 1-15 0,-2-4-1 16,1 0-2-16,-3-2 5 0,1 0 0 0,-3-2-7 15,0-3-2-15,-3 1 4 0,-4-2-1 0,2-1 3 16,-3-1 2-16,1 6 11 0,0 1 13 0,-2 1 0 0,3 2 9 15,1 7-1-15,-4-10-7 0,4 10-2 0,-3-8-10 16,3 8 5-16,0 0-10 0,0 0 3 16,0 0 2-16,0 0-6 0,0 0 1 0,0 0 1 15,-1 31-4-15,3-20 0 0,2-1-4 0,1 2 1 0,1-2 1 16,4 0-2-16,0-3 10 0,-1 0-12 0,4-2 4 16,-2-1 3-16,3-1-5 0,0-1 5 0,-1-2-2 15,6-2 2-15,-1-4 0 0,-1-3-4 0,-1-1 4 16,1-2 6-16,0-3-2 0,-2-5 2 15,-4 4 2-15,1-7-3 0,-4-1 3 0,-1-1 0 0,0-2-12 16,-5-2-1-16,-1-2-4 0,-2 0 3 0,1-1 7 16,-5 0 3-16,0 0 4 0,0-4-3 15,0 7 6-15,-3-1-2 0,2 5 26 0,1 8 13 16,1 0-2-16,-3 2-9 0,4 3-3 0,0 3-3 16,0 4-5-16,1-1-8 0,2 6-4 0,-4-6-6 0,4 6 1 15,0 0 0-15,0 0-5 0,-1 30-2 0,1-9 1 16,1 6 2-16,0 5-4 0,2 0 3 0,2 1 0 15,0 2-4-15,2-3 0 0,3 1-3 0,0-5 2 16,0-1-3-16,3-2 2 0,0-2-1 16,2-1-1-16,-3-9 6 0,4 3-1 0,1-4-7 0,2-4 4 15,-2 2-1-15,2-3-2 0,-3 0 2 0,2-2-6 16,0-5 1-16,-3 1 1 0,-2-2-6 0,0-1 0 16,-3-3-2-16,4-1-4 0,-5-3 7 15,3-1-4-15,0-6-8 0,-1 1-4 0,-2-2 2 16,-2-2 2-16,0 2 1 0,-2-2 8 0,-1 8-1 0,-2 0 12 15,1 3-2-15,-2 2-1 0,-1 6-8 0,1-9-5 16,-1 9 3-16,5-5 6 0,-5 5-3 16,0 0 1-16,0 0-3 0,13 21 9 0,-8-11-6 15,2 4 5-15,0-1 1 0,2 1-1 0,-1-3 0 16,-1 0 2-16,3-4-4 0,-1 3 1 0,0-4 4 16,3 1-3-16,-1-3 4 0,0 1-5 0,2-5 0 0,-2 1 9 15,2-2-6-15,-3-2 2 0,3-1 0 0,-4-2 2 16,1-1 0-16,-3-1 2 0,2-1-3 0,-2-1 7 15,0 0-5-15,-2-3 1 0,-1 2 4 0,1 2-5 16,-3-1 8-16,2 3-1 0,-1 1 1 16,-3 6-4-16,1-10-5 0,-1 10-4 0,0 0 1 0,0 0-4 15,0 0 1-15,0 0 2 0,12 29 2 0,-9-10-3 16,3 11 3-16,-4 2 1 0,8 3 0 0,-6 10 0 16,-3-12 1-16,4 15 0 0,-2-16-1 0,0 15-1 15,-2-15 1-15,3-1 0 0,2 1-8 16,-1-3-8-16,-2 1-23 0,1-3-34 0,1 1-56 15,-4-2-13-15,0 0-46 0,-2 1-131 0,1-9-341 0,-1-2 150 16</inkml:trace>
  <inkml:trace contextRef="#ctx0" brushRef="#br0" timeOffset="33753.67">30832 5832 76 0,'-2'-16'170'0,"-1"5"-17"0,2 1-16 0,-1 4-13 0,1-1-16 15,1 7-17-15,0 0-11 0,0 0-4 0,0 0-13 16,0 0-2-16,13 23-11 0,-3 0-1 0,3 8-2 16,3 15-3-16,2-1-5 0,0 5-5 0,-4-1 0 15,2-1-6-15,-5 0 3 0,1-1-1 0,-1-1-7 16,-3-11 4-16,0-2-12 0,0 2 3 15,-3-1-2-15,1 0-1 0,-1-5 4 0,-1 1-9 0,0-3-27 16,-2-1-14-16,2 1-28 0,-4-2-19 16,-3-7-31-16,1-1-14 0,-2 0-86 0,-1-1-226 0,0-5 100 15</inkml:trace>
  <inkml:trace contextRef="#ctx0" brushRef="#br0" timeOffset="34055.86">30706 6336 58 0,'-2'-7'123'0,"2"7"-12"15,0-11-16-15,5 4-5 0,2-2-18 0,8-2-2 16,3 2 0-16,10-6-16 0,3 1-3 0,2-1 5 0,13-6-7 16,-13 6 8-16,0 2-17 0,-1-1-6 15,-2-2 1-15,-3 8-5 0,-12 2-1 0,-2 3-3 16,-3 2-2-16,-2-2-7 0,1 2-1 0,-3 1 4 15,-6 0-10-15,10 0 9 0,-10 0-9 0,9 1-4 16,-9-1 1-16,9 7 2 0,-6-2-5 0,-1 2-1 16,3 3 10-16,1 0 1 0,-4 2-8 0,4 4 3 15,-2 3-1-15,-1-1-6 0,1 7 2 0,1 0 1 16,-3 3 14-16,1-3-22 0,1 3-17 0,-3-9-18 16,3 2-34-16,1 3-36 0,-4-5-81 0,3-1-205 15,0-3 90-15</inkml:trace>
  <inkml:trace contextRef="#ctx0" brushRef="#br0" timeOffset="34214.64">31099 5891 24 0,'0'0'0'0,"7"-8"-4"15,-7 8-5-15,16-1 2 0</inkml:trace>
  <inkml:trace contextRef="#ctx0" brushRef="#br0" timeOffset="34965.25">31512 5950 61 0,'-10'4'150'0,"5"-1"-4"15,-3 0-12-15,0 2-7 0,-1 3-13 0,-5 7-4 16,1-1-9-16,-4 9 1 0,3 2-18 0,-3 2-11 16,3-2-6-16,4 2-7 0,0-2-5 0,6-6-6 15,4 1-9-15,1-1 3 0,2 0-7 0,4-3-6 16,2 0-5-16,1 0-18 0,7-4-9 0,-2 0-21 16,11-1-11-16,1-5-13 0,1 1-24 0,-7-9-6 15,9 2 0-15,-2-4-7 0,1-2-3 0,0-3-6 16,-3-1 4-16,0-3 7 0,-3-3 13 0,-3-3 9 15,-1 2 13-15,-1-5 12 0,-2 1 20 0,-6-3 4 16,0 1 3-16,-2 0 22 0,-3-2 8 0,-2 6 14 16,-5 2-2-16,0 1 25 0,-1 4 23 0,-2 2 10 15,-1-1 2-15,-2 3 4 0,-2-1-13 0,1 4 2 16,-3 1-8-16,1 4-9 0,-3 2-5 0,-7 5-6 16,-6 5-3-16,-1 4-8 0,-1 4-3 0,7 4 0 15,-2 0-7-15,3-2-3 0,6 0-3 0,5-8-12 16,4 4 4-16,3-6 0 0,3 1-5 0,0-2-4 15,1 0-1-15,6-2-3 0,0-1-2 0,5-1 1 0,-2-1-12 16,7-3-1-16,-3-1 0 0,5-4-6 16,-1 1 3-16,1-3 0 0,0 0 1 0,-1-2 2 15,-3-3-4-15,-2 0 6 0,-1-2 4 0,0-2-12 16,-4 3 7-16,0-3-15 0,-1-3 12 0,-2 0 9 16,-3 3-6-16,2 3 13 0,-2 1 6 0,-1 2 8 0,2 1-6 15,-3 6 0-15,1-9-2 0,-1 9-9 16,2-7 3-16,-2 7-11 0,0 0 5 0,0 0-1 15,0 0-2-15,0 0 0 0,0 0-1 0,0 0-1 16,11 21 6-16,-7-10-2 0,2 0-3 0,2-3 2 0,3 5 7 16,-2-3-14-16,2-4 6 0,5 3-5 15,0-4-1-15,-2-1 4 0,-2-2 0 0,6-5 1 16,2 2-3-16,-1-8-1 0,0 3 6 0,-1-3-4 16,0-2 0-16,1-7-1 0,0 0 3 0,-5-4-4 15,-1-1 3-15,-3 0 2 0,-1-2-5 0,-1-3 27 0,-3-1-2 16,-5-2-3-16,2-2 2 0,0-1-4 0,-4 0 2 15,1-2-5-15,-4-10 0 0,4 17 18 16,-3 3 13-16,0 6 19 0,1 2 8 0,2 3-5 16,-3 4-1-16,4 1-3 0,-1 3-7 0,1 7-11 15,-3-12-9-15,3 12-9 0,0 0 3 0,0 0-8 0,0 0 4 16,0 0-5-16,0 49-2 0,2-21-3 0,-1 3 3 16,3 3-10-16,1 11 6 0,-1 3-2 0,2-3-18 15,1 1-30-15,-1-12-19 0,7 15-23 0,0 0-26 16,-2-1-36-16,7-2-44 0,-6 1-39 15,-11 2-144-15,5-3-396 0,-3-12 175 0</inkml:trace>
  <inkml:trace contextRef="#ctx0" brushRef="#br0" timeOffset="35363.82">29406 7742 136 0,'-5'-1'162'0,"5"1"-23"15,0 0-10-15,0 0-11 0,44-19-5 0,15-8-12 16,51-17-6-16,13-4 4 0,25-10-6 0,18-5 5 16,16-5 0-16,8-10 0 0,20-2-11 0,-3 3-16 15,4-5-7-15,-6 3-8 0,1 6-3 0,-14 9-2 16,-13 5-4-16,-14 5-8 0,-13 7 0 0,-17 6 20 16,-13 7-7-16,-13 5-7 0,-19 1-29 0,-31 13 1 15,-22 6-5-15,-5 1 2 0,-12 2-5 0,-20 6 8 16,31-9-3-16,-31 9 3 0,0 0 1 0,0 0-2 15,0 0-8-15,0 0-35 0,0 0-31 0,1-4-49 16,-1 4-22-16,-82 21-43 0,22 0-130 0,-32 5-326 16,0 0 145-16</inkml:trace>
  <inkml:trace contextRef="#ctx0" brushRef="#br0" timeOffset="36247.78">29531 8396 105 0,'-13'18'152'0,"11"0"-11"0,-2 7-17 0,0 4-5 0,1-3-18 15,1 3-5-15,1 0-14 0,-2-3-7 0,2-7-3 16,-1 8-14-16,4-11-11 0,-2 1 5 15,1-5-4-15,-1-2-3 0,1-1-4 0,-1-4-4 16,0-5 8-16,2 11 17 0,-2-11 26 0,2 7 19 0,-2-7 26 16,0 0-10-16,0 0-15 0,0 0-12 15,0 0-7-15,-20-32-12 0,11 16-6 0,-3-10-10 16,1 0-8-16,-1-3 0 0,5 0-8 0,-3 1-6 16,0-1-2-16,8-2-7 0,-2 5-2 0,3-2-3 0,2 9-8 15,3-1-5-15,1 1 3 0,3 3-7 0,2-1-3 16,0 6 0-16,-1 3-1 0,1 0 0 0,6 1 0 15,-1 6-7-15,3-2 2 0,1 6 2 16,1 0-2-16,0 1 1 0,-1 5-5 0,-1 1 7 16,7 5-4-16,-3 0 0 0,0 3 0 0,-4 2 5 0,-3-7-5 15,-1 0-2-15,0 2 0 0,-5-1 0 0,-1-6-1 16,-3 3-5-16,0-3-1 0,1 1 3 0,-3-4-4 16,-1-2 4-16,-2-3 3 0,4 8 3 15,-4-8-2-15,4 6 4 0,-4-6 0 0,0 0 1 0,0 0 1 16,0 0-4-16,0 0-3 0,-1-26-12 0,1 15-1 15,1-8 1-15,4-2-5 0,7-2 2 0,0-2-10 16,4 0 3-16,2 3 0 0,1 1-3 0,-5 7 6 16,1 2 1-16,2 2 5 0,-2 1-3 0,1 2 4 15,-4 5-1-15,1 2 5 0,1 1-1 0,-2 2-3 16,1 1 6-16,4 2 0 0,-5 0 0 0,6 3 5 16,-3-1-1-16,3 1 3 0,-3-1-4 0,6 0 1 15,-3-2 1-15,0-1 3 0,2 1 0 0,-3-4 4 16,3-1-1-16,2-1-3 0,-4-3 3 0,1-1 0 15,-1-1 1-15,-2-1 0 0,1-4-1 0,-4-1 1 16,-2 0 4-16,2-3-4 0,-3-4-1 0,0 2 3 16,-3-9-3-16,-3 6 5 0,-2-7-2 0,-2 0 0 15,-2 6 0-15,-2 2 2 0,-3-2 1 0,-1 1 15 16,0 6 2-16,-2-2 3 0,1 6 0 0,0 0 6 16,1 3-2-16,-2 2-4 0,-3 1-5 0,3 6 2 15,-3 1-6-15,-2 5-16 0,-1 2-2 0,5 3-1 16,-1 3-1-16,1 5-6 0,7-3-13 0,0 2-7 15,9 3-5-15,1-5-18 0,6 4-10 0,4-2-32 16,5-2-11-16,6-4-37 0,1 2-11 0,5-4-30 16,-3 0-98-16,4-6-305 0,3-4 134 0</inkml:trace>
  <inkml:trace contextRef="#ctx0" brushRef="#br0" timeOffset="36462.94">30703 7835 45 0,'-7'-16'239'16,"4"5"-5"-16,-2 3-17 0,1 0-21 0,1 2-21 16,3 6-23-16,-6-7-16 0,6 7-10 0,0 0-19 15,0 0-8-15,-3 20-9 0,5-1-8 0,-1 9-4 16,3 5-7-16,1 13-15 0,1 3 2 0,-1-1-7 16,-1-13-7-16,5 11 0 0,-5-14-9 0,2 3-4 15,3-2-16-15,-5-3-25 0,2 2-29 0,1-1-44 16,-1-2-21-16,3-3-39 0,-4 0-49 0,-1-7-110 15,0-5-327-15,0-1 144 0</inkml:trace>
  <inkml:trace contextRef="#ctx0" brushRef="#br0" timeOffset="37113.68">30709 8177 1545 0,'-1'-26'22'16,"-1"-2"-7"-16,2 4-1 0,1 5-17 0,1 0 0 15,5 0 6-15,4-1 1 0,2-7-7 0,5 2 7 16,-1-4-4-16,4 1 9 0,-2 2 11 0,-1 6 8 15,1-1 2-15,-3-1 5 0,-3 8 2 0,-2 0 2 16,-1 0-4-16,-2 6 5 0,-2-1 7 0,-2 3-3 16,-1 1-3-16,-1 0-10 0,-2 5 0 0,4-7-8 15,-4 7-9-15,0 0-5 0,0 0 3 0,0 0 0 16,0 0 1-16,14 22 1 0,-10-3-4 0,1 8 0 16,0 0 1-16,-1 5-4 0,1-1-3 0,0 4 3 15,0-3 1-15,2 1 0 0,-3-2-1 0,1-2 0 16,2-6 1-16,-2-3-2 0,-2-4 0 0,2 0-3 15,-1-5 3-15,0-3-3 0,0-1-4 0,1 0 4 16,-1-1-1-16,-1-3 5 0,-3-3-2 0,7 6 3 16,-7-6-2-16,0 0 2 0,0 0-3 0,14-12-1 15,-6 1-2-15,-1-3-1 0,4-3 3 0,-1-7-5 16,-1 6 3-16,5-5-5 0,-4 6 0 0,-1 3 3 16,-3 3-4-16,0 2-3 0,0 2-4 0,0 1 2 15,-1-1 1-15,0 6-1 0,-5 1 4 0,11 0 0 16,-11 0 0-16,18 7 3 0,-8-4-6 0,1 1 4 15,1 1 8-15,3 3-12 0,-1-3 2 0,3 0 3 16,-1 1-2-16,-2-3-1 0,6-2-4 0,-1-1 3 16,-1 2-4-16,0-5-3 0,-6 0 2 0,2 0 0 15,-2-2-1-15,1 0-5 0,-4-6 3 0,0 4 7 16,-4-2-7-16,2 1 1 0,-2-1 0 0,-1-2 3 16,0 0 6-16,-1 2 3 0,-1 3 3 0,-2 6 4 15,0-10-4-15,0 10-1 0,2-6-2 0,-2 6-3 16,0 0 0-16,0 0-3 0,0 0 3 0,0 0 1 15,-3 38 3-15,7-23-2 0,-5 0-1 0,6 2 1 16,0 0 0-16,1-2-2 0,1-7 5 0,-2 2 0 16,4-3-3-16,1 0 3 0,0-2 3 0,-1-2-1 15,2 0 6-15,0-5-2 0,-1 1 4 0,1-4 6 16,-2 1 2-16,0-6 12 0,-1-1-2 0,-3 1 7 16,-2 0 12-16,-2-8-14 0,-2-1-3 0,-3 2-4 15,-3 0 0-15,-7-6-7 0,4 4-1 0,-2 6-3 16,-5-7-5-16,2 7-9 0,-6-4-7 0,6 7-9 15,3 5-13-15,-2 0-35 0,4 1-34 0,1 3-33 0,1 2-22 16,8-1-24-16,0 0-109 0,0 0-309 16,0 0 136-16</inkml:trace>
  <inkml:trace contextRef="#ctx0" brushRef="#br0" timeOffset="37513.36">32180 7774 68 0,'-9'-6'210'15,"-7"-2"-15"-15,0 4-12 0,-4-1-14 0,-3 3-12 16,-6-1-10-16,-1 4-7 0,-2 1-13 0,2 0-14 16,3 6-11-16,1 4-11 0,2 3-9 0,5 2-11 15,1 2-4-15,4 4-10 0,3 1-6 0,5 0-9 0,2 2 6 16,9 1-12-16,0-8-5 0,7 3-4 16,3-6-1-16,5 1-5 0,4-2-2 0,3-4-7 15,2-5 2-15,2-2-8 0,1-3-10 0,0-2-9 0,-2-4 4 16,-2-4-2-16,-2-1-2 0,-3-2 5 0,-6-2-3 15,-2-6 5-15,-2-6-7 0,-6-2 2 16,-3-5-6-16,-6-1 0 0,-2-13 1 0,-5-2 3 0,-4 2 3 16,-2-1-1-16,-2-1 14 0,2 1 1 0,-6 2 8 15,3 0 6-15,-1 3 11 0,8 12 22 0,-2 3 48 16,1 3-13-16,4 9 23 0,1 1 0 0,2 5-11 16,3 3-13-16,-1 0-17 0,3 7-10 0,0 0-4 15,0 0-11-15,0 0-4 0,-4 40-5 16,3-10 0-16,3 16-1 0,2 3-1 0,0 5-5 0,6 30-5 15,2-4-1-15,-2-26-2 0,4 5-2 0,-1-1-16 16,3 0-17-16,1-2-23 0,5 1-28 0,-3-4-40 16,1-1-48-16,3-2-45 0,0-4-39 15,-1 3-180-15,-10-14-453 0,0-3 201 0</inkml:trace>
  <inkml:trace contextRef="#ctx0" brushRef="#br0" timeOffset="37725.47">31075 8904 82 0,'0'0'212'0,"0"0"-22"0,27-10-21 0,19-10-13 16,41-18-16-16,12-8-13 0,19-5-15 0,16-9-5 15,8 0-11-15,6-3-12 0,4-10-5 0,5 11-5 16,-7 2-13-16,-7 9-22 0,-10 2-9 0,-14 8-48 15,-16 4-53-15,-9 3-69 0,-41 14-116 0,0 0-275 16,-21 4 122-16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6T09:51:12.7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25352 4736 22 0,'0'0'39'0,"0"0"-19"0,0 0-11 16,0 0-3-16,0 0-10 0,0 0-12 16,0 0-16-16,0 0 7 0</inkml:trace>
  <inkml:trace contextRef="#ctx0" brushRef="#br0" timeOffset="2492.03">25284 4792 1 0,'0'0'33'0,"-2"-7"-3"16,2 7-4-16,0 0-1 0,0 0-3 0,0 0-2 15,0 0-2-15,-5-6-2 0,5 6 6 0,0 0 1 16,0 0 1-16,0 0 4 0,0 0 7 16,-4-7-4-16,4 7 0 0,0 0-4 0,0 0 5 0,0 0-6 15,0 0-5-15,0 0 0 0,0 0-1 0,-5-6-4 16,5 6-9-16,0 0 2 0,0 0-1 0,0 0-1 15,0 0 3-15,0 0-6 0,0 0 2 0,0 0 6 16,0 0-8-16,-8 17 0 0,8-17-1 0,-3 10 2 16,1-2-8-16,0-1 3 0,-1 2-2 0,-1-1 7 15,4 1-5-15,-4-1 0 0,2-1 4 0,-2 0 3 16,4-7-8-16,-4 12 2 0,4-7 0 0,0-5 1 16,-2 9-2-16,2-9 3 0,-2 7 0 0,2-7-8 15,0 0 4-15,-2 10 5 0,2-10-1 16,0 0 2-16,0 0-2 0,-2 7-2 0,2-7 0 0,0 0-21 15,-1 9-18-15,1-9-20 0,0 0-33 0,0 0-98 16,0 8 44-16</inkml:trace>
  <inkml:trace contextRef="#ctx0" brushRef="#br0" timeOffset="2773.83">25219 4659 4 0,'0'0'61'0,"7"-4"-5"0,-7 4-1 16,14 0-9-16,-5 1-6 0,1 0-6 0,2 2 0 15,-1 3-4-15,4 1 0 0,-1-3-4 0,-1 7 3 16,1-1-6-16,-1 3 0 0,0 0-5 0,-3 0-4 16,-6 3 6-16,-2-3-8 0,1 2 2 0,-4 2 0 15,-2-4 0-15,-6 4 2 0,-3-1-2 16,-7 3 3-16,-5-2-9 0,-5 2 4 0,-4-4-3 0,-15 5-4 15,11-7 7-15,-10 0-2 0,11-2-1 16,-1-3-5-16,1 1-2 0,3-2 10 0,1 0-25 0,3-4-10 16,8-1-29-16,1 1-55 0,0-2-115 15,7 0 51-15</inkml:trace>
  <inkml:trace contextRef="#ctx0" brushRef="#br0" timeOffset="11985.87">17234 4023 19 0,'0'0'28'0,"0"0"0"0,0 0-4 0,0 0-5 0,0 0-5 16,0 0 3-16,0 0 0 0,0 0-9 0,7-2 4 15,-7 2-1-15,0 0-1 0,0 0-4 0,0 0 7 16,0 0-12-16,0 0 7 0,0 0-4 0,0 0 4 15,0 0-5-15,0 0 3 0,0 0-4 0,0 0 7 16,0 0-9-16,0 0 5 0,0 0-7 0,0 0 12 16,0 0-7-16,0 0 1 0,0 0-4 0,0 0 2 15,0 0-6-15,0 0 5 0,0 0 14 0,0 0-18 16,0 0-1-16,0 0 0 0,0 0-1 0,0 0-2 16,0 0-3-16,0 0 1 0,0 0 0 0,0 0 1 15,0 0-2-15,0 0 0 0,0 0 2 16,0 0-4-16,0 0 4 0,0 0-3 0,0 0 0 0,0 0-18 15,0 0 24-15,0 0-18 0,0 0-26 0,0 0 12 16</inkml:trace>
  <inkml:trace contextRef="#ctx0" brushRef="#br0" timeOffset="13205.1">21948 4115 16 0,'0'0'26'0,"0"0"-1"15,0 0-1-15,0 0-8 0,0 0-1 0,0 0 5 16,0 0-3-16,0 0-3 0,0 0 1 0,0 0-1 16,0 0-3-16,0 0-4 0,0 0 3 0,0 0 2 15,0 0-7-15,0 0-3 0,0 0 10 0,0 0-8 0,0 0 4 16,0 0 3-16,0 0-8 0,0 0 2 16,0 0-4-16,0 0-2 0,0 0 8 0,0 0-16 15,0 0-6-15,0 0-3 0,0 0-26 0,0 0-45 16,0 0 20-16</inkml:trace>
  <inkml:trace contextRef="#ctx0" brushRef="#br0" timeOffset="24316.95">12740 4310 11 0,'0'0'79'15,"5"-5"-14"-15,-5 5-7 0,0 0-8 0,0 0-4 16,0 0-6-16,0 0-1 0,0 0-14 0,0 0-3 16,4-4-16-16,-4 4-17 0,0 0-19 0,0 0-37 15,0 0-72-15,0 0 31 0</inkml:trace>
  <inkml:trace contextRef="#ctx0" brushRef="#br0" timeOffset="29913.91">8111 6085 2 0,'0'0'78'0,"0"0"-5"0,0 0-13 0,0 0-5 0,0 0-9 16,0 0-3-16,0 0-18 0,0 0-9 0,0 0-9 15,0 0-1-15,0 0-15 0,0 0-9 0,0 0-15 16,0 0-26-16,0 0-63 0,0 0 28 0</inkml:trace>
  <inkml:trace contextRef="#ctx0" brushRef="#br0" timeOffset="30197.49">8925 6054 30 0,'0'0'90'0,"0"0"-8"0,0 0-16 0,0 0 2 15,0 0-7-15,5-5-5 0,-5 5-8 0,0 0 0 16,0 0-16-16,0 0-15 0,0 0-7 0,0 0-10 16,0 0-15-16,0 0-12 0,0 0-23 0,0 0-36 15,0 0-94-15,0 0 42 0</inkml:trace>
  <inkml:trace contextRef="#ctx0" brushRef="#br0" timeOffset="30512.27">9583 5811 2 0,'0'0'93'0,"0"0"-3"0,0 0-14 0,0 0 0 15,0 0-19-15,0 0 2 0,0 0-6 0,0 0-1 16,0 0-9-16,0 0-8 0,0 0-2 0,0 0-5 15,0 0 4-15,0 0-15 0,0 0-4 0,0 0-15 0,0 0-18 16,0 0-18-16,0 0-22 0,0 0-47 16,0 0-115-16,-13 16 51 0</inkml:trace>
  <inkml:trace contextRef="#ctx0" brushRef="#br0" timeOffset="31046.48">8506 7609 121 0,'-3'7'124'0,"3"-7"-18"0,0 0-14 0,0 0-1 16,0 0-14-16,0 0-7 0,6 6-3 0,-6-6-5 16,0 0-4-16,0 0-10 0,0 0-13 0,0 0-26 15,0 0-19-15,0 0-25 0,0 0-17 0,0 0-23 16,0 0-57-16,0 0-142 0,0 0 63 0</inkml:trace>
  <inkml:trace contextRef="#ctx0" brushRef="#br0" timeOffset="31795.26">13683 6321 29 0,'0'0'165'0,"7"-2"-5"0,-7 2-10 16,0 0-15-16,0 0-17 0,7-5-13 16,-7 5-8-16,0 0-6 0,0 0-13 0,0 0-7 15,2-6-12-15,-2 6-28 0,0 0-28 0,0 0-36 16,0 0-44-16,0 0-38 0,0 0-64 0,0 0-191 16,-24-6 84-16</inkml:trace>
  <inkml:trace contextRef="#ctx0" brushRef="#br0" timeOffset="40305.78">4175 8360 25 0,'-8'4'37'0,"8"-4"-8"0,0 0-2 0,0 0-1 15,0 0-5-15,0 0 5 0,0 0 2 0,0 0 2 16,-11-1-4-16,11 1-2 0,0 0-3 0,0 0 4 16,-12-4-3-16,12 4-15 0,-10 0 13 0,10 0-8 15,0 0 5-15,-16-1-5 0,16 1-3 0,-12 1 0 16,12-1 1-16,-13-1-3 0,6 1-5 0,7 0 5 15,-15 0-2-15,15 0 6 0,-11-2-3 0,11 2 0 16,-14-1 3-16,14 1 6 0,-13-2-6 16,13 2 4-16,-12-2 0 0,12 2 1 0,-11 0 0 0,11 0-6 15,0 0 1-15,-10-1 2 0,10 1-1 0,0 0 5 16,0 0 0-16,-8-1-6 0,8 1 4 0,0 0 1 16,0 0 2-16,0 0-5 0,0 0 1 0,0 0-5 15,0 0-4-15,0 0 10 0,0 0-8 0,0 0-3 16,0 0 2-16,0 0-1 0,0 0 3 0,28 1-9 15,-16-1 3-15,2 1 11 0,5-1-14 0,0 2 7 16,-1-2 0-16,1 0 7 0,0 2-14 0,0-2 10 16,2 0 4-16,-4 0-1 0,2 1-4 0,-1 1 0 15,-4-2-2-15,0 0-4 0,0 1 9 0,0-1-9 0,-2 2 4 16,1 0-1-16,0-1 12 0,1 0 5 16,4 1-3-16,0-1 10 0,4-1-9 0,4-1 2 15,1-1-1-15,-1 1 1 0,2-2-5 0,-1 1 2 16,-7 1 11-16,-2-1-13 0,1 1-2 0,-5-1 5 0,0 0-10 15,-3 1 5-15,-1 1-6 0,-2 0-4 16,-8 0 6-16,12-1-2 0,-12 1-28 0,9 0 24 16,-9 0 1-16,0 0 2 0,11 0-5 0,-11 0-12 0,0 0-2 15,0 0-18-15,0 0-11 0,0 0-12 0,0 0-19 16,-13 18-11-16,5-14-88 0,-1 2-183 16,0-1 82-16</inkml:trace>
  <inkml:trace contextRef="#ctx0" brushRef="#br0" timeOffset="40771.85">4318 8103 76 0,'0'0'87'0,"-7"-6"-5"0,7 6 4 16,-5-2-10-16,5 2-2 0,0 0-11 0,-5-6 2 16,5 6-13-16,0 0 5 0,0 0-9 0,0 0-4 15,0 0-1-15,0 0-4 0,0 0-14 0,-7-4-5 16,7 4 2-16,0 0 0 0,0 0-4 0,0 0 0 15,0 0-3-15,0 0 4 0,0 0-9 0,0 0-2 16,0 0 2-16,0 0-3 0,0 0-5 16,29 4 11-16,-18 0 0 0,2-2-2 0,5 2-4 0,0 0 9 15,0-1-8-15,2 2-1 0,2-2-2 0,5 1 3 16,1 2-3-16,-8-1 2 0,2-3-4 0,-1 2 0 16,0-1 5-16,-3 1-3 0,0 1-6 0,-5-3 8 15,0 3-6-15,-3-1-2 0,0-1 1 16,-2 4 3-16,0-1-6 0,-5 3 6 0,0 3-6 0,-4 3 15 15,-6 10-1-15,-4 3 2 0,-12 13-5 0,-7 6 3 16,-3 5-1-16,-22 26-3 0,2-4 2 0,-5 4-21 16,6 3-40-16,-5-2-49 0,-5-1-88 0,2 1-203 15,1-7 90-15</inkml:trace>
  <inkml:trace contextRef="#ctx0" brushRef="#br0" timeOffset="42225.78">5974 8658 32 0,'0'0'46'0,"0"0"-13"0,0 0-21 0,-8 2-17 15,8-2-15-15,-2 5-22 0,2-5 11 0</inkml:trace>
  <inkml:trace contextRef="#ctx0" brushRef="#br0" timeOffset="42572.01">6674 8528 23 0,'0'0'-5'0,"0"0"-3"0,0 0 2 16</inkml:trace>
  <inkml:trace contextRef="#ctx0" brushRef="#br0" timeOffset="42920.07">7444 8635 16 0,'0'0'123'0,"0"0"-9"0,0 0-24 0,0 0-3 16,0 0-1-16,0 0-34 0,0 0 13 0,0 0-7 16,0 0-3-16,0 0-1 0,0 0-10 0,0 0-4 15,0 0-10-15,0 0-10 0,0 0-20 0,5-10-14 16,-5 10-28-16,0 0-20 0,0 0-74 0,0 0-148 16,0 0 66-16</inkml:trace>
  <inkml:trace contextRef="#ctx0" brushRef="#br0" timeOffset="44208.38">9843 7383 63 0,'0'0'65'0,"0"0"-7"0,0 0-4 0,0 0-11 15,0 0 0-15,0 0-5 0,0 0-3 0,0 0-1 16,0 0 0-16,0 0-10 0,0 0-2 0,0 0-6 16,0 0 9-16,0 0-5 0,0 0-9 0,0 0-1 15,0 0 7-15,0 0-8 0,0 0-8 0,0 0 7 16,0 0-8-16,0 0 4 0,0 0 3 0,0 0-14 16,0 0-8-16,0 0-8 0,0 0-10 0,0 0-8 15,0 0 0-15,0 0-2 0,0 0 7 0,0 0-31 16,0 0-74-16,0 0 33 0</inkml:trace>
  <inkml:trace contextRef="#ctx0" brushRef="#br0" timeOffset="45098.21">10291 8760 6 0,'0'0'95'15,"0"0"-11"-15,0 0-17 0,0 0 3 0,0 0-12 0,0 0-15 16,0 0-17-16,0 0-22 0,0 0-27 0,0 0-49 15,0 0-78-15,-1-18 35 0</inkml:trace>
  <inkml:trace contextRef="#ctx0" brushRef="#br0" timeOffset="48789.25">6581 9581 62 0,'0'0'67'0,"0"0"-7"0,0 0-5 16,0 0-4-16,0 0-11 0,0 0-6 0,0 0-9 16,0 0-8-16,0 0-10 0,0 0-12 0,0 0-9 15,0 0 4-15,0 0-6 0,0 0-20 0,0 0-21 16,0 0-60-16,9 16 26 0</inkml:trace>
  <inkml:trace contextRef="#ctx0" brushRef="#br0" timeOffset="48988.34">6632 9577 22 0,'0'0'22'0,"0"0"-20"0,3-8-10 16,-3 8-9-16,0 0 5 0</inkml:trace>
  <inkml:trace contextRef="#ctx0" brushRef="#br0" timeOffset="52456.66">10898 8539 70 0,'0'0'78'0,"-4"-4"-7"0,4 4-12 16,0 0-2-16,0 0-3 0,0 0-22 0,0 0-3 15,0 0-12-15,-3-8-28 0,3 8-20 0,0 0-41 16,0 0-76-16,-10-1 35 0</inkml:trace>
  <inkml:trace contextRef="#ctx0" brushRef="#br0" timeOffset="52990.04">7490 8567 1 0</inkml:trace>
  <inkml:trace contextRef="#ctx0" brushRef="#br0" timeOffset="54832.59">5673 8824 45 0,'0'0'51'0,"0"0"-4"0,0 0-5 15,0 0-10-15,0 0-3 0,0 0 3 0,0 0-4 16,0 0-12-16,0 0 2 0,0 0 0 0,0 0-14 16,0 0 11-16,0 0-5 0,0 0 4 0,0 0-2 15,0 0-1-15,0 0-5 0,0 0 3 0,0 0-6 16,0 0 8-16,0 0-11 0,0 0 6 0,0 0-1 16,0 0-3-16,0 0-1 0,0 0-11 0,0 0-4 15,0 0-12-15,0 0 2 0,0 0-9 0,0 0-27 16,0 0-65-16,0 0 28 0</inkml:trace>
  <inkml:trace contextRef="#ctx0" brushRef="#br0" timeOffset="55242.9">7366 8618 28 0,'-12'-8'39'0,"12"8"-4"0,0 0-19 16,-12 0-11-16,12 0-26 0,-14 4-22 0,6-4 9 0</inkml:trace>
  <inkml:trace contextRef="#ctx0" brushRef="#br0" timeOffset="55652.64">5715 8717 5 0,'0'0'20'0,"0"0"1"0,0 0-2 0,0 0-9 16,0 0 2-16,0 0-4 0,0 0-2 0,0 0-2 15,0 0-8-15,0 0-14 0,0 0-18 0,0 0 9 16</inkml:trace>
  <inkml:trace contextRef="#ctx0" brushRef="#br0" timeOffset="59976.25">5940 9677 8 0,'0'0'22'0,"0"0"-15"15,0 0-14-15,0 0-6 0,0 0 3 0</inkml:trace>
  <inkml:trace contextRef="#ctx0" brushRef="#br0" timeOffset="60404.02">6622 9767 51 0,'0'0'78'0,"0"0"-9"0,0 0-6 0,0 0-9 16,0 0-6-16,0 0-6 0,0 0-3 0,0 0-3 16,0 0-6-16,0 0-11 0,0 0-8 0,0 0-10 15,0 0-16-15,0 0-16 0,0 0-52 0,0 0-89 16,0 0 40-16</inkml:trace>
  <inkml:trace contextRef="#ctx0" brushRef="#br0" timeOffset="60826.18">6704 9919 8 0,'0'0'29'0,"0"0"-14"0,0 0-10 15,0 0-5-15,-12 0-10 0,12 0-11 0,0 0 6 16</inkml:trace>
  <inkml:trace contextRef="#ctx0" brushRef="#br0" timeOffset="62469.18">9449 8929 8 0,'0'0'37'0,"0"0"-21"16,0 0-4-16,0 0-14 0,0 0-11 0,0 0-12 15,0 0 6-15</inkml:trace>
  <inkml:trace contextRef="#ctx0" brushRef="#br0" timeOffset="62758.38">9476 9710 46 0,'0'0'49'16,"0"0"-6"-16,0 0-7 0,0 0-18 0,0 0-26 16,0 0-23-16,0 0-33 0,0 0 14 0</inkml:trace>
  <inkml:trace contextRef="#ctx0" brushRef="#br0" timeOffset="62989.37">10068 9786 20 0,'0'0'80'0,"0"0"-14"15,0 0-17-15,0 0-11 0,0 0-14 0,0 0-28 0,0 0-42 16,0 0-50-16,0 0 23 0</inkml:trace>
  <inkml:trace contextRef="#ctx0" brushRef="#br0" timeOffset="67065.98">10636 9539 38 0,'0'0'37'0,"0"0"-20"0,5-6-33 15,-5 6-16-15,0 0 7 0</inkml:trace>
  <inkml:trace contextRef="#ctx0" brushRef="#br0" timeOffset="67383.98">11351 9497 43 0,'0'0'35'0,"0"0"-14"0,0 0-16 16,0 0-23-16,0 0-19 0,0 0 9 0</inkml:trace>
  <inkml:trace contextRef="#ctx0" brushRef="#br0" timeOffset="82332.64">6805 11325 2 0,'0'0'99'0,"0"0"-4"0,0 0-10 0,-4-5-10 15,4 5 4-15,0 0-3 0,0 0-8 0,0 0-8 16,0 0-3-16,0 0-10 0,0 0 9 0,-5-5-22 16,5 5-1-16,0 0 8 0,0 0-13 0,0 0 3 15,0 0-9-15,0 0-8 0,0 0 1 0,0 0 4 16,0 0-11-16,0 0 7 0,0 0-7 0,0 0-2 16,0 0 3-16,0 0-1 0,0 0-4 0,0 0 8 15,0 0-8-15,0 0 13 0,0 0-13 0,0 0 0 16,0 0 1-16,0 0 1 0,0 0-1 0,0 0-2 15,0 0 1-15,0 0-4 0,0 0-1 0,0 0 1 16,0 0-2-16,0 0 3 0,0 0-3 0,0 0 12 16,0 0-12-16,0 0 4 0,0 0 5 0,0 0-10 0,0 0 4 15,0 0-20-15,0 0 17 0,0 0 5 16,0 0-3-16,0 0 0 0,0 0-11 0,0 0 0 0,0 0 1 16,0 0-6-16,0 0-5 0,0 0-14 15,0 0-2-15,0 0-17 0,0 0-10 0,0 0-9 0,0 0-64 16,0 0-148-16,0 0 66 0</inkml:trace>
  <inkml:trace contextRef="#ctx0" brushRef="#br0" timeOffset="85961.21">11241 11676 29 0,'0'0'39'0,"0"0"-12"0,3-5-15 0,-3 5-18 16,0 0-12-16,0 0-18 0,0 0 9 0</inkml:trace>
  <inkml:trace contextRef="#ctx0" brushRef="#br0" timeOffset="95937.29">8135 12821 13 0,'0'0'74'0,"-6"-3"0"0,6 3-7 16,0 0-3-16,-7-4-9 0,7 4 1 0,0 0-1 0,0 0-9 16,-10-3 0-16,10 3 4 0,-5-4-20 0,5 4-8 15,0 0 6-15,0 0-3 0,-6-4-3 16,6 4-6-16,0 0 3 0,0 0-4 0,0 0 7 15,0 0-9-15,-7-3 1 0,7 3-3 0,0 0 2 0,0 0-7 16,0 0 2-16,0 0 2 0,0 0 4 16,0 0-4-16,0 0 4 0,0 0 4 0,0 0 6 15,0 0-18-15,0 0 11 0,0 0 10 0,0 0-22 16,0 0 8-16,0 0-7 0,0 0 12 0,0 0-9 0,0 0 5 16,0 0 0-16,0 0-14 0,0 0 26 0,28 4-6 15,-20-3 5-15,2 1-5 0,2-2 2 0,1 1-4 16,-3-1-3-16,4 1 0 0,-1 1 6 15,1-2-5-15,0 0 0 0,0 2-4 0,4-4-4 0,1 4 6 16,-2-1 9-16,4-2-3 0,1 1-6 0,-3 0 0 16,2 0-6-16,-1 0 7 0,-3 0-4 0,2 0 0 15,0 0 3-15,-1 1-14 0,0 0 11 0,-5 1 0 16,4-2-2-16,0 1-1 0,1-1-6 0,-4 2 7 16,4-1 1-16,-1 0-3 0,3-1 2 0,-1 1-5 15,0-1 1-15,2 2 1 0,0-1 10 0,8 0-14 16,-1 0 4-16,-6-1-2 0,4 2 6 0,-4-2-6 15,0 0-2-15,0 2-5 0,-1-4 3 0,1 2 9 16,-4 0-5-16,4 0-3 0,-3 0 1 0,-1 0-1 16,2 0 5-16,-2 0-3 0,1 0-1 0,-1 0 0 15,3 0 6-15,-4 0-4 0,0 0-2 0,3 0 5 16,0 0-7-16,-1 2 3 0,0-2 2 0,-1 0 1 16,1 1-6-16,1-2 14 0,-2-1-9 0,3 2-4 15,-2 0 7-15,-1-2-11 0,0 2 1 0,-2 0 2 16,2-1 0-16,-4 0 2 0,0 0-10 0,-1-1 9 15,0 1 3-15,0 1-4 0,-2 0 3 0,2-2-10 16,-1 2 10-16,0 2 1 0,-1-2-3 0,-1-1 3 16,1 0 2-16,-1 1-5 0,2-2 3 0,-1 2-3 15,0 0 1-15,0 0 0 0,-1 0 7 0,1 0-5 16,-11 0 0-16,19-1-5 0,-10-2 1 0,1 3 2 16,-1 0 2-16,-9 0-7 0,14 0 2 0,-8-1-1 15,3 2 5-15,-9-1 4 0,11 1 5 0,-11-1-2 0,11-1 1 16,-11 1-2-16,11-3 1 0,-11 3-5 15,11 2 4-15,-11-2-1 0,9-2 3 0,-9 2-5 16,9 0-2-16,-9 0-1 0,9-2 3 0,-9 2 0 16,10 0-5-16,-10 0 1 0,13 0-1 0,-13 0 2 15,10 2-4-15,-10-2 7 0,9 0-9 0,-9 0 9 16,11 0 4-16,-11 0 0 0,11-3-4 0,-11 3 3 16,10 0-3-16,-10 0-2 0,11-1 2 0,-11 1-5 0,10 0 3 15,-10 0 4-15,8-3 2 0,-8 3-3 0,0 0 2 16,14 0 2-16,-14 0 2 0,9 0 2 15,-9 0 4-15,0 0 0 0,9 1 2 0,-9-1-1 16,0 0 0-16,10-1 1 0,-10 1-2 0,7-3-3 0,-7 3-2 16,0 0 2-16,9-1-1 0,-9 1 0 15,0 0-6-15,7-2 4 0,-7 2-4 0,0 0 5 16,0 0 1-16,9-4 0 0,-9 4-1 0,0 0 1 16,8-2 7-16,-8 2 5 0,0 0-6 0,0 0 7 15,0 0-2-15,8-1 3 0,-8 1-2 0,0 0 1 0,0 0 5 16,0 0-7-16,0 0 1 0,0 0-3 0,0 0-2 15,0 0-2-15,0 0 1 0,0 0-1 0,0 0-7 16,0 0 4-16,0 0-3 0,0 0-3 16,0 0-2-16,0 0 3 0,0 0-7 0,0 0 4 0,0 0-3 15,0 0-2-15,0 0-7 0,0 0-5 0,0 0-19 16,0 0-28-16,0 0-37 0,0 0-55 0,0 0-33 16,0 0-43-16,0 0-123 0,0 0-373 0,-20 10 166 15</inkml:trace>
  <inkml:trace contextRef="#ctx0" brushRef="#br0" timeOffset="97176.14">10538 12885 28 0,'0'0'50'0,"0"0"-9"16,0 0-11-16,0 0-5 0,0 0-17 0,0 0-18 16,0 0-19-16,0 0-32 0,0 0 15 0</inkml:trace>
  <inkml:trace contextRef="#ctx0" brushRef="#br0" timeOffset="100542.6">11689 13687 42 0,'0'0'42'0,"0"0"0"15,0 0-5-15,9-3-8 0,-9 3-2 0,4-2-16 16,-4 2-19-16,0 0-29 0,0 0-41 0,0 0 18 16</inkml:trace>
  <inkml:trace contextRef="#ctx0" brushRef="#br0" timeOffset="104966.34">12455 13595 6 0,'0'0'-1'15,"9"3"-2"-15</inkml:trace>
  <inkml:trace contextRef="#ctx0" brushRef="#br0" timeOffset="109771.01">16388 11196 52 0,'0'0'71'0,"-14"-2"-8"0,5 1 8 16,-1-2-7-16,2 2-4 0,8 1-9 0,-16-2 15 0,9 1-1 16,7 1-6-16,-12-1-8 0,12 1 10 0,-13-2-13 15,13 2 6-15,-10-1-6 0,10 1-1 16,-11-1-12-16,11 1 1 0,-11-2-7 0,11 2 6 15,-10-1-9-15,10 1-1 0,-8 0 6 0,8 0 1 0,0 0 7 16,-11 1-3-16,11-1-6 0,0 0 4 0,0 0-5 16,0 0-2-16,0 0-4 0,-9 0-3 0,9 0 1 15,0 0-8-15,0 0 2 0,0 0-1 0,0 0-2 16,0 0 2-16,0 0 5 0,0 0 12 0,28 7 5 16,-10-4-14-16,12-2 15 0,6 0 0 0,17 3 0 15,4-4-1-15,8 1 3 0,31-1-2 0,-3-3-6 16,4-3 5-16,2 0-5 0,10-2-2 0,4 2-4 15,5-4-4-15,2 0-1 0,2 0-15 0,2 1 10 16,2-2 3-16,-1 1-11 0,2 0 7 16,-7 1-1-16,-4-1 1 0,-5 3-7 0,-7-2-4 0,-9 5 12 15,-4-4-6-15,-33 4 3 0,1 2-5 0,-6-3 2 16,-2 5-3-16,-14 0 2 0,-2-3 1 0,-6 2-3 16,-2-1 1-16,-6-1-1 0,-9 2 1 0,0 1 3 15,1-2 3-15,-6 2 5 0,0-1 5 0,-7 1 10 16,9-3-3-16,-9 3-6 0,0 0-4 0,0 0 2 15,0 0-5-15,0 0-1 0,-23-12-10 0,10 10-5 0,0-2-13 16,0 2-9-16,-6 2-28 0,0 0-31 16,2 0-34-16,0-2-35 0,0 2-191 0,-1 2-367 15,4-2 162-15</inkml:trace>
  <inkml:trace contextRef="#ctx0" brushRef="#br0" timeOffset="110037.05">19211 10540 144 0,'-2'-11'223'0,"2"11"-26"0,1-7-16 15,-1 7-15-15,0 0-12 0,1-8-10 0,-1 8-10 16,0 0-5-16,0 0-12 0,0 0-7 0,0-9-1 15,0 9 3-15,0 0 3 0,0 0 9 0,3-6-6 16,-3 6-2-16,10-9-10 0,7-1-9 0,7-9-19 16,16-9-10-16,15-4-18 0,35-23-20 0,10 4-30 15,10-3-43-15,8-1-54 0,11-2-64 0,-4 6-66 16,12-4-156-16,-2-9-414 0,-2-1 183 0</inkml:trace>
  <inkml:trace contextRef="#ctx0" brushRef="#br0" timeOffset="111364.1">13130 13480 63 0,'0'0'91'0,"0"-9"-1"16,0 9-24-16,0 0-14 0,0 0-21 15,0 0-8-15,0 0-7 0,0 0-18 0,0 0-30 0,0 0-35 16,0 0-72-16,0 0 33 0</inkml:trace>
  <inkml:trace contextRef="#ctx0" brushRef="#br0" timeOffset="113179.97">17444 12343 33 0,'0'0'29'0,"0"0"-14"16,0 0-17-16,0 0-11 0,8 2-14 0,-8-2 7 0</inkml:trace>
  <inkml:trace contextRef="#ctx0" brushRef="#br0" timeOffset="113430.01">17899 12343 77 0,'0'0'82'0,"0"0"-30"0,0 0-9 0,0 0-7 16,0 0-15-16,8-2-17 0,-8 2-12 0,0 0-15 16,0 0-25-16,0 0-51 0,11 0 23 0</inkml:trace>
  <inkml:trace contextRef="#ctx0" brushRef="#br0" timeOffset="113657.52">18378 12246 49 0,'0'0'72'0,"0"0"-15"16,0 0-3-16,0 0-20 0,0 0-7 0,8-1-11 15,-8 1-19-15,0 0-15 0,0 0-30 0,8 6-52 16,-8-6 23-16</inkml:trace>
  <inkml:trace contextRef="#ctx0" brushRef="#br0" timeOffset="114271.88">18843 12126 33 0,'0'0'108'0,"4"-7"1"0,-4 7-7 0,0 0-2 16,0 0-7-16,0 0-11 0,0 0-8 0,0 0-1 15,0 0 0-15,0 0-3 0,0 0-13 16,0 0-5-16,0 0 3 0,0 0-5 0,0 0-5 16,0 0 3-16,0 0-5 0,0 0-7 0,0 0-1 0,0 0 0 15,0 0-1-15,0 0-7 0,0 0 3 16,0 0-6-16,0 0-1 0,0 0-4 0,0 0 2 15,0 0-1-15,0 0-8 0,0 0 4 0,0 0-4 16,0 0-1-16,0 0 0 0,0 0-11 0,0 0 5 0,0 0 1 16,0 0-2-16,0 0 1 0,0 0-1 0,0 0 1 15,5 12-3-15,-5-12 0 0,4 5-7 0,-4-5 4 16,3 7 0-16,-3-7 3 0,0 0 0 0,7 7 0 16,-7-7-3-16,5 8 1 0,-5-8 2 0,6 7-2 15,-6-7 1-15,5 7-2 0,-5-7 1 0,5 7 3 16,-3-4-6-16,-2-3 4 0,4 7-2 0,-4-7 10 15,7 5-11-15,-7-5 0 0,2 6 4 0,-2-6-3 16,5 4 0-16,-5-4 3 0,0 0 0 0,4 4 2 16,-4-4-2-16,0 0-3 0,0 0 7 0,4 6 2 15,-4-6 1-15,0 0 4 0,0 0 0 0,0 0 8 16,0 0 4-16,0 0 1 0,0 0 1 0,4 4 0 16,-4-4 1-16,0 0 3 0,0 0-5 0,0 0 1 15,0 0 2-15,0 0 1 0,0 0 1 0,0 0 1 16,0 0-2-16,0 0-7 0,0 0 6 0,0 0-4 15,19-10-4-15,-4 0-2 0,11-6-6 0,7-1 3 16,18-5-12-16,4-7-14 0,27-9-22 0,6-5-42 16,0-3-46-16,11-1-59 0,9-6-130 0,10 1-335 15,5-4 148-15</inkml:trace>
  <inkml:trace contextRef="#ctx0" brushRef="#br0" timeOffset="120256.07">8572 14622 61 0,'0'0'74'0,"0"0"-10"16,0 0-6-16,0 0-6 0,0 0-6 0,0 0-4 15,0 0-11-15,0 0-12 0,0 0-10 0,0 0-9 16,0 0-14-16,0 0-12 0,0 0-14 0,-15 5-23 16,11 1-68-16,0-2 30 0</inkml:trace>
  <inkml:trace contextRef="#ctx0" brushRef="#br0" timeOffset="120859.79">9608 14550 71 0,'0'0'82'0,"0"0"-7"0,0 0-7 16,0 0-9-16,0 0-3 0,0 0-3 16,0 0-15-16,0 0 2 0,0 0-8 0,0 0 6 15,0 0-9-15,0 0 5 0,0 0 0 0,0 0-4 0,0 0-4 16,0 0 2-16,-17 0-5 0,17 0-7 15,0 0 3-15,0 0 1 0,0 0-5 0,0 0 0 16,0 0-3-16,0 0 4 0,0 0 0 0,0 0-3 16,0 0-3-16,0 0 4 0,0 0-5 0,0 0 2 15,0 0-8-15,0 0 9 0,0 0-2 0,0 0-1 0,0 0 7 16,0 0-20-16,0 0 20 0,0 0-14 0,0 0 6 16,0 0-9-16,0 0 2 0,0 0-3 15,0 0-5-15,0 0 7 0,0 0-12 0,0 0-1 16,0 0-12-16,0 0-10 0,0 0-10 0,0 0-7 15,0 0-12-15,0 0-6 0,0 0-56 0,0 0-135 0,0 0 61 16</inkml:trace>
  <inkml:trace contextRef="#ctx0" brushRef="#br0" timeOffset="128044.12">11568 12511 64 0,'0'0'80'0,"0"0"1"15,2-10-11-15,-2 10-5 0,0 0-12 16,0 0 3-16,0 0-8 0,0 0-10 0,0 0-4 16,0 0-2-16,0 0-5 0,0 0-18 0,0 0-13 15,0 0-13-15,0 0-3 0,0 0-1 0,0 0-4 0,0 0-16 16,0 0-7-16,0 0-33 0,17 14-86 0,-12-9 38 16</inkml:trace>
  <inkml:trace contextRef="#ctx0" brushRef="#br0" timeOffset="128742.3">13187 12217 10 0,'0'0'40'0,"0"0"2"0,0 0 1 0,-7-4-4 15,7 4 5-15,0 0-4 0,0 0 0 0,0 0-6 16,0 0 6-16,0 0 3 0,-4-6 0 0,4 6 5 15,0 0-9-15,0 0-2 0,0 0 0 16,0 0-3-16,0 0-4 0,0 0 3 0,0 0-5 16,0 0-1-16,0 0-1 0,0 0-1 0,0 0 0 0,0 0-2 15,0 0-5-15,0 0-5 0,-4-6 3 16,4 6-4-16,0 0-3 0,0 0-1 0,0 0 6 16,0 0-2-16,0 0-8 0,0 0 3 0,0 0 1 15,0 0-3-15,0 0-3 0,0 0-1 0,0 0 10 16,0 0 1-16,0 0-8 0,0 0 7 0,0 0-3 0,0 0-9 15,0 0 9-15,0 0 2 0,0 0-7 0,0 0-3 16,0 0 3-16,0 0 5 0,0 0 0 16,0 0 0-16,0 0 0 0,0 0-9 0,0 0-1 15,0 0 2-15,0 0 0 0,0 0 6 0,0 0-6 0,0 0-2 16,0 0 15-16,0 0-4 0,0 0-14 0,0 0 6 16,0 0-4-16,0 0 4 0,0 0-3 0,0 0-4 15,0 0-11-15,0 0 3 0,0 0-21 16,0 0-3-16,0 0-5 0,0 0-11 0,0 0-3 15,0 0-3-15,0 0 1 0,0 0 8 0,0 0-5 0,0 0-4 16,0 0-35-16,0 0-102 0,0 0 46 0</inkml:trace>
  <inkml:trace contextRef="#ctx0" brushRef="#br0" timeOffset="129638.05">13266 12185 42 0,'0'0'53'0,"0"0"-6"15,0 0-5-15,0 0-3 0,0 0 0 16,0 0-9-16,0 0-6 0,0 0-3 0,0 0 5 0,0 0-5 15,0 0-2-15,0 0-3 0,0 0-3 0,0 0 0 16,0 0 1-16,0 0-2 0,0 0 4 0,0 23-4 16,0-23-2-16,0 0-1 0,4 6-5 0,-4-6 13 15,0 0-10-15,0 0-7 0,0 0 17 0,0 0 0 16,0 0 7-16,0 0-2 0,3 12 5 0,-3-12-4 16,0 0 5-16,0 0-5 0,0 0 4 0,0 0-5 15,0 0 4-15,0 0-3 0,0 0-12 0,6 6 10 16,-6-6-5-16,0 0-3 0,0 0-4 0,0 0 6 15,18-4-8-15,-18 4 2 0,13-1-4 16,-13 1 2-16,23-6-11 0,-4 2-16 0,2-2-25 0,8-4-16 16,5 1-74-16,0-2-146 0,18-8 65 0</inkml:trace>
  <inkml:trace contextRef="#ctx0" brushRef="#br0" timeOffset="135454.47">11473 14986 18 0,'-5'-13'27'15,"3"3"-1"-15,-2 0 3 0,-1-5-3 0,1 4 0 16,0 1 10-16,0-2 9 0,2 2-1 0,-2 1 7 16,-1 2 0-16,1-4-5 0,3 5-7 0,1 6-7 15,-3-13-2-15,1 8-3 0,2 5-8 0,-2-9-9 16,2 9 0-16,0 0-8 0,7-11-14 16,-2 9-16-16,-5 2-13 0,14-2-45 0,-6 3-93 15,-8-1 42-15</inkml:trace>
  <inkml:trace contextRef="#ctx0" brushRef="#br0" timeOffset="138641.34">18982 14444 102 0,'0'0'106'0,"6"-7"-37"0,-6 7-36 16,0 0-28-16,0 0-35 0,4-3-18 0,-4 3-51 15,0 0 22-15</inkml:trace>
  <inkml:trace contextRef="#ctx0" brushRef="#br0" timeOffset="148690.76">17692 15117 21 0,'0'0'47'0,"4"8"-6"0,-4-8-5 16,0 0 3-16,0 0-16 0,0 0-12 0,0 0-48 15,0 0-39-15,0 0 18 0</inkml:trace>
  <inkml:trace contextRef="#ctx0" brushRef="#br0" timeOffset="154486.51">15634 14694 33 0,'0'0'73'0,"0"0"-8"0,0 0-6 0,-6-4-8 16,6 4-9-16,0 0 0 0,0 0-13 15,0 0-12-15,0 0-22 0,0 0-18 0,0 0-42 16,0 0-68-16,11 18 31 0</inkml:trace>
  <inkml:trace contextRef="#ctx0" brushRef="#br0" timeOffset="156964.43">12350 17628 28 0,'0'0'21'0,"0"0"-1"0,0 0 2 0,0 0-5 15,0 0-4-15,0 0-7 0,0 0-2 0,0 0 0 16,0 0-18-16,0 0-7 0,0 0-21 0,0 0 9 15</inkml:trace>
  <inkml:trace contextRef="#ctx0" brushRef="#br0" timeOffset="159227.31">18658 16551 19 0,'4'-8'121'15,"-4"8"-11"-15,2-5 2 0,-2 5-6 0,6-7 0 16,-6 7-14-16,0 0 2 0,4-5-12 0,-4 5 2 16,0 0-13-16,0 0-4 0,3-6-11 0,-3 6-2 15,0 0-6-15,0 0-5 0,0 0-7 0,0 0 23 16,0 0 7-16,0 0-1 0,0 0-2 15,10 11 0-15,-10-11-11 0,3 10 7 0,-2-3-3 0,1-1-8 16,-2-6 6-16,1 16-5 0,1-9-3 0,0 1-5 16,-2-1 4-16,0-7-6 0,2 14 6 0,0-9-1 15,-2 3-3-15,0-8-6 0,1 8 2 0,-1-8-7 16,1 7-2-16,-1-7-1 0,0 0 1 0,1 7-1 16,-1-7 0-16,0 0 1 0,0 0-3 15,22-8-5-15,-4-4-1 0,10-3-2 0,16-12-32 16,5-4-10-16,29-20-43 0,4 1-53 0,9-9-64 15,-3 2-177-15,8-3-392 0,1-6 173 0</inkml:trace>
  <inkml:trace contextRef="#ctx0" brushRef="#br0" timeOffset="162528.38">17130 16640 16 0,'0'0'65'0,"0"0"-3"0,0 0 2 0,0 0-13 15,0 0-2-15,0 0-7 0,0 0 0 0,0 0-3 16,0 0-5-16,0 0 4 0,0 0-7 0,6-10 0 16,-6 10-2-16,0 0 5 0,6-4-5 0,-6 4 13 15,0 0-11-15,5-5 4 0,-5 5-11 16,0 0 10-16,0 0-6 0,6-3 3 0,-6 3-10 15,0 0 2-15,0 0 3 0,0 0-7 0,0 0-12 16,0 0-7-16,0 0-6 0,0 0-14 0,0 0-5 16,2-7 2-16,-2 7-7 0,0 0-4 0,0 0-10 0,0 0-8 15,0 0-15-15,0 0-46 0,0 0-123 0,0 0 55 16</inkml:trace>
  <inkml:trace contextRef="#ctx0" brushRef="#br0" timeOffset="163973.24">17716 16832 137 0,'0'0'123'15,"7"-3"-19"-15,-7 3-34 0,0 0-20 0,0 0-25 16,0 0-28-16,0 0-14 0,0 0-30 0,0 0-27 15,0 0-80-15,-14 18 35 0</inkml:trace>
  <inkml:trace contextRef="#ctx0" brushRef="#br0" timeOffset="181346.28">12322 12782 49 0,'0'0'74'0,"0"0"-6"15,0 0-4-15,4 3-12 0,-4-3-16 0,0 0-11 16,0 0-5-16,0 0-20 0,0 0-14 0,0 0-49 15,0 0-68-15,0 0 32 0</inkml:trace>
  <inkml:trace contextRef="#ctx0" brushRef="#br0" timeOffset="-186982.29">13228 10297 76 0,'0'0'86'0,"0"0"-26"0,0 0-24 16,0 0-26-16,0 0-26 0,0 0-26 0,0 0-46 15,0 0 20-15</inkml:trace>
  <inkml:trace contextRef="#ctx0" brushRef="#br0" timeOffset="-186085.82">13724 10219 31 0,'0'0'14'0,"0"0"-22"16,0 0-8-16,0 0 4 0</inkml:trace>
  <inkml:trace contextRef="#ctx0" brushRef="#br0" timeOffset="-183574.63">13547 10210 13 0,'0'0'56'0,"0"0"-24"16,0 0-16-16,0 0-27 0,0 0-7 0,0 0-19 16,0 0 8-16</inkml:trace>
  <inkml:trace contextRef="#ctx0" brushRef="#br0" timeOffset="-182941.6">13383 10120 46 0,'0'0'71'16,"0"0"-3"-16,-6-5-9 0,6 5-2 0,0 0-7 15,0 0 3-15,0 0-1 0,0 0-4 0,0 0 1 0,0 0-7 16,0 0-1-16,-6-5 3 0,6 5-23 16,0 0 10-16,0 0 0 0,0 0 1 0,0 0-5 15,0 0-7-15,0 0 2 0,-6-3 2 0,6 3-7 16,0 0-2-16,0 0 2 0,0 0 2 0,0 0-6 0,0 0 5 16,-7-3-10-16,7 3 10 0,0 0-9 15,0 0 6-15,-10-1-6 0,10 1 20 0,0 0-3 16,0 0 5-16,0 0-2 0,-6-4-1 0,6 4-2 15,0 0 4-15,0 0 0 0,0 0 8 0,0 0-3 0,0 0 2 16,0 0-3-16,0 0 2 0,0 0-2 0,0 0-3 16,0 0 8-16,0 0-4 0,0 0-5 15,0 0-4-15,0 0-3 0,0 0-4 0,0 0-1 16,0 0 0-16,0 0-2 0,0 0-6 0,18-10 2 0,-9 6-3 16,2 0 1-16,3 0 1 0,3-1-3 0,2-2 2 15,-1 4-1-15,-1-1-2 0,2-1-6 0,-6 0 6 16,-1 2-4-16,1-3 3 0,-5 3-4 15,2-1 1-15,-1 1 0 0,-3 2 0 0,-6 1 6 0,12-6-7 16,-7 3-2-16,-5 3 3 0,10-5-6 0,-10 5 2 16,7-4-3-16,-7 4 3 0,9-1-18 0,-9 1-7 15,0 0-12-15,0 0-19 0,0 0-23 0,0 0-12 16,-24 17-28-16,10-6-20 0,-6 3-76 0,-7 0-233 16,0-1 104-16</inkml:trace>
  <inkml:trace contextRef="#ctx0" brushRef="#br0" timeOffset="-182776.72">13329 10243 112 0,'0'0'150'0,"0"0"-7"0,0 0-14 0,0 0-13 16,0 0-17-16,0 0-7 0,23-12-10 16,-17 7-4-16,3 1-3 0,1 0-11 0,0 1-13 15,1-1-9-15,0 2-6 0,1 0-16 0,-1-1-32 16,3-1-23-16,-3 3-42 0,2 1-33 0,-1 0-67 0,0 0-190 15,-3 0 85-15</inkml:trace>
  <inkml:trace contextRef="#ctx0" brushRef="#br0" timeOffset="-182379.85">14281 10128 42 0,'0'0'95'0,"0"0"-11"0,0 0-7 0,0 0-12 16,0 0-10-16,0 0 0 0,6-14-4 0,-1 10-20 15,3 2-7-15,3 0-16 0,1-1-24 0,0 0-23 16,6-1-50-16,3-2-97 0,-2 1 44 0</inkml:trace>
  <inkml:trace contextRef="#ctx0" brushRef="#br0" timeOffset="-181844.26">14369 10072 73 0,'0'0'76'0,"21"-10"-21"0,-10 6-17 0,1 2-20 15,-1 0-31-15,4 2-29 0,2-3-44 0,1 0 19 16</inkml:trace>
  <inkml:trace contextRef="#ctx0" brushRef="#br0" timeOffset="-181208.29">15210 9526 135 0,'0'0'137'0,"-4"-7"-11"0,4 7-9 16,0 0-23-16,-6-5-16 0,6 5 6 0,0 0-13 0,-9-3-10 15,9 3-4-15,0 0-24 0,0 0 17 16,-19 8-14-16,12-4 5 0,0 1-3 0,-1 3-5 16,-1 0 5-16,0 2-4 0,3-1-7 0,-5 5 0 15,4-1 3-15,-2 0 2 0,4-1 0 0,0-1-1 0,2 0 4 16,0 1-10-16,0-2-4 0,3 2 4 0,0-1-7 16,0 0 4-16,1 0-3 0,1-2-7 15,1 1-1-15,0-2 0 0,0-2 5 0,-1 2-4 16,2-4-2-16,-2 1 3 0,-2-5-2 0,4 8-1 15,0-5-5-15,-4-3 6 0,0 0 2 0,5 7 1 16,-5-7-11-16,0 0 11 0,0 0-9 0,5 3 0 0,-5-3-1 16,0 0 5-16,0 0-3 0,12-8-2 15,-12 8 6-15,6-9-4 0,-2 2-1 0,1 1-3 0,0-3 2 16,0 2-2-16,1 4-1 0,2-4 0 0,-2 2 3 16,2 1-7-16,-3 1 1 0,0 0 7 0,-5 3-2 15,9-7-5-15,-5 5-6 0,-4 2 4 0,7-2-2 16,-7 2 0-16,0 0 1 0,0 0 0 0,14 3 1 15,-14-3-1-15,7 7-2 0,-7-7 3 0,7 6 1 16,-3-2 4-16,-1 1-2 0,-3-5 2 0,6 8-2 16,-3-5-1-16,1 4-2 0,-4-7 0 0,4 10-35 15,0-6-25-15,-4-4-18 0,2 10-36 0,1-5-28 16,-3-5-75-16,1 12-240 0,-1-12 106 0</inkml:trace>
  <inkml:trace contextRef="#ctx0" brushRef="#br0" timeOffset="-168068.31">6303 11075 8 0,'0'0'57'0,"0"0"-4"0,0 0 3 15,2-7-8-15,-2 7-3 0,0 0 5 0,0 0-9 16,0 0-5-16,4-7 0 0,-4 7-9 0,0 0 13 16,0 0-8-16,0 0-10 0,0 0 13 0,3-7-12 15,-3 7 1-15,0 0-1 0,0 0-2 0,0 0-4 16,2-7 4-16,-2 7-6 0,0 0 1 0,0 0 3 16,0 0-7-16,0 0-7 0,0 0 10 0,1-7 2 15,-1 7-16-15,0 0 11 0,0 0 2 0,0 0-2 16,0 0 11-16,0 0-20 0,0 0-4 0,0 0 4 15,0 0-1-15,0 0 1 0,0 0-1 0,0 0 1 16,0 0 2-16,0 0-8 0,0 0 11 0,0 0-6 16,0 0 1-16,0 0 0 0,0 0-1 0,0 0 2 15,0 0 1-15,0 0-2 0,0 0 2 0,0 0-13 16,0 0 11-16,0 0-6 0,0 0 6 0,0 0-4 16,0 0 6-16,0 0 1 0,0 0-5 0,0 0-2 15,0 0 6-15,0 0-5 0,0 0-1 0,0 0-1 16,0 0 1-16,0 0-1 0,0 0 2 0,0 0 7 15,0 0-12-15,0 0 8 0,0 0 0 0,0 0-3 16,0 0 5-16,0 0-6 0,0 0-2 0,0 0 1 16,0 0 3-16,0 0-4 0,0 0-5 0,0 0 4 15,0 0-2-15,0 0-3 0,0 0-6 0,0 0-10 16,0 0-13-16,0 0-15 0,0 0-6 0,0 0-8 16,0 0-43-16,0 0-117 0,0 0 53 0</inkml:trace>
  <inkml:trace contextRef="#ctx0" brushRef="#br0" timeOffset="-165098.55">9408 10972 56 0,'0'0'65'0,"6"-4"2"0,-6 4-13 0,0 0-7 16,0 0-16-16,0 0-25 0,0 0-13 15,0 0-16-15,0 0-27 0,0 0-53 0,0 0 23 0</inkml:trace>
  <inkml:trace contextRef="#ctx0" brushRef="#br0" timeOffset="-164406.08">10923 11945 11 0,'0'0'67'0,"0"0"-14"15,0 0-7-15,0 0-10 0,0 0-10 0,0 0-19 16,0 0-11-16,0 0-8 0,0 0-27 0,0 0-42 0,0 0 20 15</inkml:trace>
  <inkml:trace contextRef="#ctx0" brushRef="#br0" timeOffset="-163482.79">9508 9703 17 0,'-9'-2'49'0,"9"2"-16"16,0 0-24-16,-14 3-27 0,7 0-20 15,7-3 9-15</inkml:trace>
  <inkml:trace contextRef="#ctx0" brushRef="#br0" timeOffset="-162526.24">10631 11407 12 0,'0'0'70'0,"0"0"4"15,0 0-5-15,0 0-5 0,0 0-9 0,0 0-5 16,0 0-7-16,0 0 1 0,0 0-8 0,0 0 2 16,0 0-9-16,0 0 1 0,0 0-3 0,0 0 10 15,0 0-7-15,0 0-13 0,0 0 4 0,0 0 8 16,0 0 1-16,0 0-2 0,0 0-6 0,0 0-7 16,0 0-1-16,0 0 0 0,0 0 3 0,0 0-1 15,0 0-7-15,0 0 9 0,0 0-7 0,0 0-7 16,0 0 1-16,0 0 13 0,0 0-12 0,0 0 0 15,0 0 4-15,0 0-4 0,0 0-6 0,0 0 5 16,0 0-7-16,0 0 8 0,0 0-8 0,0 0 1 16,0 0-5-16,0 0 7 0,0 0-4 0,0 0 3 15,0 0 0-15,0 0-2 0,0 0 3 0,0 0-5 16,0 0-3-16,0 0 0 0,0 0 1 0,0 0-9 16,0 0 5-16,0 0-7 0,0 0 3 0,0 0-10 15,0 0-1-15,0 0-5 0,0 0-10 0,0 0-10 16,0 0-5-16,0 0-65 0,0 0-129 0,0 0 57 15</inkml:trace>
  <inkml:trace contextRef="#ctx0" brushRef="#br0" timeOffset="-156978.96">16898 10895 47 0,'0'0'101'16,"0"0"4"-16,0 0-13 0,0 0 2 0,0 0-18 15,0 0-2-15,0 0-8 0,0 0-8 0,0 0-7 16,0 0-15-16,0 0-12 0,0 0-11 0,0 0-16 16,0 0-12-16,0 0-18 0,0 0-16 0,0 0-75 15,0 0-132-15,0 0 59 0</inkml:trace>
  <inkml:trace contextRef="#ctx0" brushRef="#br0" timeOffset="-156668.49">17803 10953 48 0,'0'0'39'0,"0"0"-15"15,0 0-10-15,0 0-18 0,0 0-17 0,0 0-21 16,0 0 9-16</inkml:trace>
  <inkml:trace contextRef="#ctx0" brushRef="#br0" timeOffset="-155233.98">19167 10433 24 0,'0'0'43'0,"0"0"3"0,0 0-1 0,0 0-9 15,0 0-2-15,0 0-6 0,0 0 3 0,0 0 1 16,11-1-7-16,-11 1 0 0,0 0 3 0,0 0-6 16,0 0-1-16,0 0-1 0,0 0-2 0,0 0-4 15,0 0 1-15,0 0-4 0,0 0 7 0,0 0-6 16,0 0-2-16,0 0-3 0,0 0 1 0,0 0 1 15,0 0-3-15,0 0 2 0,0 0-16 0,0 0 8 16,0 0-11-16,0 0-11 0,0 0-15 0,0 0-13 16,0 0-28-16,0 0-85 0,0 0 37 0</inkml:trace>
  <inkml:trace contextRef="#ctx0" brushRef="#br0" timeOffset="-154582.39">19150 10415 74 0,'0'0'109'0,"0"0"-5"0,0 0-12 0,0 0-12 16,0 0-5-16,0 0-4 0,0 0-8 0,0 0-9 15,0 0-8-15,0 0 6 0,0 0-11 0,0 0-1 16,0 0-15-16,0 0 11 0,0 0-5 0,0 0-8 0,0 0-3 16,0 0-4-16,0 0-3 0,0 0-12 0,0 0-14 15,0 0-3-15,0 0-13 0,0 0-20 16,0 0-24-16,0 0-75 0,0 0-160 0,0 0 71 16</inkml:trace>
  <inkml:trace contextRef="#ctx0" brushRef="#br0" timeOffset="-153126.62">15013 12433 36 0,'0'0'107'0,"-5"-6"-9"0,5 6-7 16,-6-6-14-16,6 6 3 0,-7-6-10 0,7 6-13 15,-5-3-5-15,5 3 0 0,0 0-1 0,-5-5-13 16,5 5-9-16,0 0-9 0,0 0-2 0,0 0-9 16,0 0-2-16,0 0-4 0,0 0-11 0,0 0-5 15,0 0-6-15,0 0-14 0,12-11-6 0,-12 11-7 16,0 0-10-16,9 0-58 0,-9 0-123 0,0 0 55 15</inkml:trace>
  <inkml:trace contextRef="#ctx0" brushRef="#br0" timeOffset="-149756.28">11573 12563 16 0,'0'0'146'0,"-19"12"-20"0,19-12 8 16,0 0-10-16,-9 0-2 0,9 0-5 0,0 0-1 16,0 0 1-16,0 0-6 0,0 0 1 0,-14-3-6 15,14 3 2-15,0 0-6 0,0 0-5 0,-9-4-4 16,9 4-3-16,0 0-10 0,0 0-1 0,0 0-6 16,-6-3-5-16,6 3-9 0,0 0-5 0,0 0-8 0,0 0-10 15,0 0 0-15,-8-2 0 0,8 2-5 16,0 0-6-16,0 0-2 0,0 0 1 0,0 0-6 15,0 0 4-15,0 0-3 0,0 0 0 0,27 12-3 16,-17-8 0-16,8-1-3 0,0 0-2 0,2-2-1 16,8 3-2-16,3-2-2 0,-4-3 3 0,7 2-2 0,1-2 1 15,3-1-5-15,1 0-2 0,17 1-3 16,-2-4-3-16,-5-1-3 0,-10 6 0 0,-1-2-3 16,-1 0-7-16,-1 3-3 0,-2-2-9 0,-5 2-12 15,0-1-8-15,-6 1-7 0,-3 1-18 0,0-2-7 0,-3 1-5 16,0 3-12-16,-3-3-15 0,1 0-15 15,-1 0-18-15,-3 1-16 0,1 2-95 0,-1-3-279 16,0-1 124-16</inkml:trace>
  <inkml:trace contextRef="#ctx0" brushRef="#br0" timeOffset="-148047.22">11122 4521 6 0,'0'0'82'0,"-10"0"-4"0,10 0-13 0,0 0-4 16,-9-2-4-16,9 2-15 0,0 0 1 0,0 0-1 16,0 0-9-16,-9-1 0 0,9 1-3 0,0 0-2 15,0 0-3-15,0 0 3 0,31 0-5 0,-8 0 0 16,12-1-2-16,18-2-7 0,0 0 3 0,5 0 1 16,1 2 1-16,3-4-10 0,6 3 6 0,-5-2-1 15,-1 0-5-15,2 0 2 0,-6 1-4 0,0 0 0 16,-4 0 0-16,-14-1 10 0,-2 2-11 15,1-1 2-15,-5 0 0 0,-3 0-2 0,-2 2-3 16,-10 1 1-16,-2-2-1 0,-3 1-1 0,-3 1 5 16,-2-1 1-16,-1 1 4 0,-8 0-2 0,10-2 11 0,-10 2-1 15,0 0 5-15,11 2-11 0,-11-2 5 0,0 0-4 16,0 0-1-16,0 0-1 0,0 0 0 0,0 0-8 16,0 0-8-16,0 0-20 0,0 0-19 15,0 0-23-15,0 0-21 0,0 0-65 0,0 0-162 16,0 0 72-16</inkml:trace>
  <inkml:trace contextRef="#ctx0" brushRef="#br0" timeOffset="-147542.48">12718 4285 2 0,'4'4'57'0,"-4"-4"0"0,4 7-5 15,-4-7-6-15,0 0-8 0,5 6 5 0,-5-6 1 16,5 5-3-16,-5-5 1 0,4 6-4 0,-4-6-2 15,5 5-7-15,-5-5 7 0,4 5-8 0,-4-5 7 0,4 5-12 16,-4-5 0-16,5 4-3 0,-5-4 0 0,6 5-5 16,-6-5-2-16,12 3 14 0,-7-2 6 15,3 1-18-15,-8-2-7 0,19 0 9 0,-8 2-8 16,3-4-1-16,-1 2 5 0,5-1-6 0,2-1-1 16,2 0-14-16,7-4-9 0,3-3-33 0,4-1-26 15,11-6-46-15,0-3-132 0,3-4 58 0</inkml:trace>
  <inkml:trace contextRef="#ctx0" brushRef="#br0" timeOffset="-139138.65">12678 12541 21 0,'0'0'46'0,"0"0"-4"0,0 0-5 16,0 0-3-16,0 0-13 0,0 0 0 0,0 0-10 15,0 0-14-15,0 0-17 0,0 0-15 0,0 0-39 16,0 0 18-16</inkml:trace>
  <inkml:trace contextRef="#ctx0" brushRef="#br0" timeOffset="-136294.35">12326 12501 45 0,'0'0'54'0,"0"0"-7"0,0 0-1 0,0 0 1 16,0 0-8-16,0 0-2 0,0 0-1 0,0 0-1 0,0 0-10 15,0 0 5-15,0 0-6 0,0 0-5 0,0 0-4 16,0 0-10-16,0 0 11 0,0 0 0 16,0 0-3-16,0 0-2 0,0 0 3 0,0 0-10 15,0 0 7-15,0 0-9 0,0 0 7 0,0 0-1 16,0 0 3-16,0 0-8 0,0 0-2 0,0 0 3 0,0 0-4 15,0 0-2-15,0 0 5 0,0 0 4 16,0 0-9-16,0 0 6 0,0 0-4 0,0 0-4 16,0 0-2-16,0 0 7 0,0 0-3 0,0 0 1 15,0 0 3-15,0 0-5 0,0 0 1 0,0 0-2 0,0 0 10 16,0 0-2-16,0 0-8 0,0 0 5 0,0 0-6 16,0 0-10-16,0 0-2 0,0 0-5 0,0 0-7 15,0 0-11-15,0 0-8 0,0 0-28 0,0 0-80 16,0 0 36-16</inkml:trace>
  <inkml:trace contextRef="#ctx0" brushRef="#br0" timeOffset="-132259.08">18870 12121 59 0,'0'0'78'16,"0"0"-6"-16,-2-7-6 0,2 7-9 0,0 0-4 16,0 0-6-16,0 0 1 0,0 0 1 15,0-9-15-15,0 9 1 0,0 0-6 0,0 0 5 16,0 0-14-16,0 0-4 0,0 0 4 0,0 0-5 0,0 0 5 15,0 0-4-15,0 0-2 0,0 0-5 0,0 0 2 16,0 0-5-16,0 0-8 0,0 0 1 16,-8 18 6-16,8-18-1 0,-2 12 8 0,0-4-1 15,1-2-1-15,1-6 1 0,-1 13 0 0,1-8-5 0,0-5 3 16,-2 10 4-16,2-10-5 0,0 8 1 0,0-8 15 16,0 0-5-16,2 7 8 0,-2-7-5 0,0 0-4 15,16 0-5-15,-6-3 4 0,8-4 1 16,2 2-1-16,8-5-9 0,6-2-10 0,1 1-9 0,13-4-31 15,-2-1-30-15,3 1-90 0,-13 3-175 0,16-8 77 16</inkml:trace>
  <inkml:trace contextRef="#ctx0" brushRef="#br0" timeOffset="-125004.38">11866 6341 22 0,'-13'0'22'0,"13"0"1"0,-17 0 0 16,17 0-5-16,-10 1 0 0,4 0-7 0,6-1 6 15,-12 3 1-15,12-3-7 0,-7 4-4 0,7-4 7 16,-7 4-2-16,7-4-8 0,-8 6-1 0,8-6 2 15,-7 6-9-15,2-4 2 0,5-2-6 0,-8 7-12 16,3-2-13-16,1 0-35 0,-1-1 16 0</inkml:trace>
  <inkml:trace contextRef="#ctx0" brushRef="#br0" timeOffset="-124291.13">11728 6499 28 0,'55'-3'58'0,"3"0"-6"0,1 2 4 0,5-3-6 15,3 2-7-15,25-1-2 0,-31 2-3 16,1 1-9-16,-1-3 1 0,-4 3-4 0,-2 0-2 15,-4 0-1-15,-14 2-2 0,2-1-1 0,-2-1-5 0,-3 1 0 16,-1-1-2-16,-1 0-4 0,-12 0 2 0,0 0 3 16,-1-1-8-16,-7 1 6 0,-1 0-2 0,-1 0 2 15,-10 0 5-15,13 0 16 0,-13 0 6 0,10 1 7 16,-10-1-6-16,0 0-5 0,0 0-2 0,2-5-2 16,-2 5-9-16,0 0 2 0,-25-9-11 0,6 4 0 15,-7 0-4-15,-4 3-1 0,-6-3-1 0,-1 2-6 16,-13 0 0-16,-3 1-1 0,-2 0-4 0,2 0 5 15,1 2 2-15,3-2-3 0,10 2-4 0,0 0 4 16,1 0 3-16,5 0-6 0,-2 0-5 0,5 2 13 16,3 0 6-16,4 0-17 0,1 0 14 0,2-1-10 15,2 1 1-15,0 0-1 0,6-1 1 0,2-1 1 16,3 2-4-16,-1-2 2 0,8 0-4 0,-10 2 4 16,10-2 1-16,0 0 2 0,0 0-4 15,0 0 0-15,20 8 5 0,-1-6-4 0,16-1 7 0,16 0-5 16,4-1 1-16,10-2-2 0,1-3-3 0,29 3 6 15,-3-3-1-15,-26 2 3 0,1-2-7 0,26-3 4 16,-29 5 1-16,-1-3 1 0,-2 2-3 0,-3 0 2 16,-5 1 1-16,-14 0-3 0,-3 0 6 0,-4 0 3 15,-10 2-5-15,-4-1-6 0,-4 2 2 0,-3-1-2 16,-1-2-10-16,-4 3-2 0,-6 0-3 0,0 0 7 16,0 0 1-16,0 0-6 0,0 0 0 0,-52 4-8 15,18-4 3-15,-1 4 5 0,-6-1-4 16,-8-1 1-16,-6 1 3 0,-1-2 2 0,-4 1 2 0,-1-2 4 15,2 0-1-15,-1 2 0 0,6-1 7 0,0 2 0 16,19-2-3-16,5-1-1 0,10 1 7 0,7 1-6 16,3-2-2-16,3 1 6 0,7-1-3 0,0 0 0 15,0 0 2-15,43 3 6 0,-6-3-3 0,21 0 10 16,9-1-4-16,27-8-3 0,3 7-5 0,-1-5-2 16,5 4 2-16,-7-1-12 0,-29 1-10 0,-1 2-19 15,1-2-24-15,-4 0-44 0,-8 1-119 0,-1 1 53 16</inkml:trace>
  <inkml:trace contextRef="#ctx0" brushRef="#br0" timeOffset="-121645.7">6644 14768 25 0,'0'0'57'0,"6"-2"-5"0,-6 2-5 16,0 0-9-16,0 0-1 0,0 0-6 0,12 6 4 15,-12-6-9-15,4 9-5 0,-1-1-20 0,0-3-11 16,-3 5-17-16,1 1-5 0,-1 0-19 0,1 6-54 15,1-6 25-15</inkml:trace>
  <inkml:trace contextRef="#ctx0" brushRef="#br0" timeOffset="-119827.34">17467 15159 29 0,'0'0'48'0,"0"0"1"0,4-5-5 15,-4 5-5-15,0 0-4 0,0 0-1 0,5-4-11 16,-5 4-1-16,0 0 4 0,0 0-7 0,5-5-2 16,-5 5 6-16,0 0-8 0,0 0-1 0,0 0-4 15,0 0 0-15,0 0 1 0,6-4-4 0,-6 4 0 16,0 0-2-16,0 0 1 0,0 0-3 0,0 0-2 15,0 0 5-15,0 0 0 0,0 0-6 0,0 0 3 16,0 0-4-16,0 0 2 0,0 0 1 0,0 0 1 16,0 0-5-16,0 0-3 0,0 0 1 0,0 0-4 15,0 0 5-15,8 0-8 0,-8 0-9 0,0 0-3 16,0 0-10-16,0 0-35 0,0 0-74 0,0 0 32 16</inkml:trace>
  <inkml:trace contextRef="#ctx0" brushRef="#br0" timeOffset="-117808.34">6641 14772 61 0,'0'0'119'0,"1"-10"-2"0,-1 10-4 0,0-8-10 16,0 8-2-16,0 0-4 0,3-6-8 0,-3 6-3 16,0 0-1-16,0 0-10 0,0 0-3 0,-1-11-7 0,1 11-8 15,0 0-7-15,-9-4-3 0,9 4 1 16,0 0-2-16,-12-3-7 0,12 3 0 0,-9-2-3 15,9 2-5-15,-16-1 5 0,11 0 2 0,5 1 5 16,-13-1 3-16,13 1 1 0,-14-3-4 0,7 3 3 16,7 0-6-16,-9-1-1 0,9 1-3 0,0 0-5 0,-10 1-5 15,10-1 0-15,0 0-4 0,0 0-3 0,0 0-1 16,0 0 7-16,0 0-12 0,37 3 0 16,-16-3 1-16,12 0 0 0,5-4 1 0,1 3-6 15,16-2-3-15,-3 1 2 0,-11-2 1 0,11-2-3 16,-13 5 2-16,-5-3 1 0,-2 2 1 0,-5-1 3 0,-8 0-1 15,-1 1 2-15,-5-1 3 0,0 2-4 16,-6-2 2-16,0 3-3 0,-7 0 0 0,11-1-4 16,-11 1 6-16,8-2-6 0,-8 2 1 0,8-1-3 15,-8 1 1-15,0 0-3 0,0 0 0 0,9 0 6 0,-9 0-13 16,0 0-14-16,0 0-20 0,0 0-30 16,0 0-38-16,0 0-37 0,0 0-47 0,-9 19-130 0,3-15-344 15,0 5 152-15</inkml:trace>
  <inkml:trace contextRef="#ctx0" brushRef="#br0" timeOffset="-116629.95">7118 14637 100 0,'4'-3'232'0,"1"0"-16"0,-5 3-21 15,6-6-20-15,-6 6-16 0,4-7-20 0,-4 7-14 16,5-3-29-16,-5 3-27 0,0 0-25 0,0 0-22 15,0 0-36-15,11 11-26 0,-11-11-42 0,6 10-34 16,-6-5-104-16,2 4-239 0,-2-9 106 0</inkml:trace>
  <inkml:trace contextRef="#ctx0" brushRef="#br0" timeOffset="-116407.38">7666 14917 2520 0,'0'0'28'16,"0"0"-47"-16,0 0 9 0,0 0-2 0,11-18-40 15,-11 18-37-15,2-5-30 0,-2 5-15 0,0 0-15 16,6-5-25-16,-6 5-125 0,0 0-323 0,0 0 143 15</inkml:trace>
  <inkml:trace contextRef="#ctx0" brushRef="#br0" timeOffset="-115141.18">9804 7635 186 0,'10'-2'167'0,"-10"2"-15"0,10-1-13 16,-10 1-15-16,9-3-11 0,-9 3-9 0,8-4-11 16,-8 4-13-16,7 0-5 0,-7 0-10 0,0 0-9 15,0 0-5-15,13 0-3 0,-13 0-6 0,0 0-6 16,0 0 1-16,0 0-4 0,9-1-6 0,-9 1-2 16,0 0 1-16,0 0-9 0,0 0-7 0,0 0 1 0,5 5-17 15,-5-5-16-15,0 0-12 0,0 0-19 16,0 0-21-16,0 0-29 0,-10 17-25 0,4-13-89 15,6-4-233-15,-10 6 103 0</inkml:trace>
  <inkml:trace contextRef="#ctx0" brushRef="#br0" timeOffset="-106959.39">15606 14889 47 0,'0'0'57'0,"-11"-3"5"15,11 3 0-15,-9-1-1 0,9 1-2 0,-11-3 4 16,11 3-1-16,-11-3 9 0,11 3-12 0,-10 0-6 16,10 0-5-16,-11 0-4 0,11 0 3 0,-11 0-18 15,11 0 0-15,-10 0-1 0,10 0-8 0,-10 3 3 16,10-3 7-16,-12 4-13 0,6-4 2 0,6 0 9 15,-9 5-13-15,9-5-4 0,-8 4-5 0,8-4 1 16,-6 7 11-16,6-7 13 0,-1 6 0 16,1-6 6-16,0 0-6 0,15 10 4 0,-4-6 7 0,11 1-5 15,8 0 1-15,6-1-7 0,20-2 2 0,2 1 3 16,1 0 7-16,5 0 8 0,29-1-1 0,-3-3 6 16,2 3 3-16,-2-2-10 0,4 0 1 0,-2 0-4 15,2 0-2-15,-2 0-1 0,-1 0-3 0,-25 1-9 16,34 1 5-16,-5-1-4 0,-3 0 2 0,0 2-2 15,-28-1-6-15,29-2 2 0,-2 2-1 16,-30-1-3-16,4-1-5 0,26 1 2 0,-33-1 1 0,2 0-6 16,0 2 1-16,0-4 0 0,-4 4-5 0,-4-2 1 15,-1 0 1-15,-13 0 3 0,-4 0 2 16,-3 0 0-16,-8 0 0 0,-3-2-4 0,-3 2-4 0,-5 0 2 16,-1 0-3-16,-3 2 3 0,0-2-2 0,-8 0 0 15,11 0-2-15,-11 0-1 0,0 0 1 0,10-3-2 16,-10 3-2-16,0 0-3 0,0 0 4 0,0 0-4 15,0 0 1-15,0 0 0 0,0 0-4 0,-29 3-3 16,18-3-2-16,0 3-5 0,-2-3 1 0,-1 1-9 16,-3 1-12-16,-1-1 0 0,-1-1-15 0,-2 0-8 15,0 2-8-15,-8-2-12 0,-1 0-11 0,3 4-10 16,-2-4-8-16,0 0-2 0,-3 0-3 0,1 0 0 16,-2 0 8-16,1 1 0 0,-2-2 4 0,1 1-2 15,-1 0 8-15,-2 0 7 0,2-2 6 0,-2 2 10 16,0-4 4-16,0 3 7 0,3-2-1 15,-4 0 8-15,4 1 6 0,0 0 6 0,2 1 8 16,1-1 2-16,5 1 14 0,4 0 4 0,2-3 10 0,2 2 1 16,2 2 12-16,4-1 3 0,-2 0 11 0,3 1 4 15,2-1 15-15,8 1 1 0,-11 0 11 16,11 0-9-16,-9 1-7 0,9-1 6 0,0 0-12 0,0 0 8 16,0 0-5-16,30-4 13 0,-2 4-6 0,7-2-2 15,20 2 2-15,4 0 1 0,3-3-3 16,5 1 1-16,30-4 6 0,-5 5-1 0,-28 2 8 0,25-1 3 15,-25 0 0-15,3-2-9 0,-2 2 12 0,-1 0-1 16,-6-1 0-16,-1-1-2 0,-2 4-6 0,0-5-3 16,-17 2-12-16,0 3-1 0,2 0-5 0,-8-4 1 15,-2 2-5-15,-9 0 0 0,-2 0-5 16,-6 2-3-16,0-2-3 0,-4-2-2 0,-3 4-4 0,-6-2-1 16,9 0-4-16,-9 0-7 0,0 0-4 0,0 0-7 15,0 0-9-15,-29 3-6 0,8-1-3 0,-7 0-1 16,-5-2-5-16,1 0 8 0,-5 0-1 0,1 0 3 15,-1 0 0-15,-1 1 1 0,-1-1 4 0,2-1 1 16,0 1 7-16,3 0-2 0,7 0 1 0,4-1 3 16,2-2 0-16,5 2 1 0,2 0 3 0,3-2 6 15,4 3 1-15,-1-2 6 0,8 2-3 0,0 0 0 16,0 0 1-16,0 0 4 0,0 0 1 0,0 0-1 16,40-2 3-16,-8 1 0 0,2-1 2 15,6-1-2-15,-2 3-3 0,13-2 1 0,-14 0 3 16,16 1 4-16,-17 1 3 0,-3 0-3 0,-3 0 2 0,0 0 3 15,-7 0-4-15,-4 0-5 0,3-1 2 0,-8 1 0 16,-4 1-5-16,0-2 0 0,-3 1-2 0,-7 0-2 16,12 0-5-16,-12 0-6 0,0 0-16 0,0 0-21 15,0 0-39-15,0 0-42 0,0 0-33 16,-30 7-31-16,11-4-130 0,-8-1-340 0,-1-2 151 0</inkml:trace>
  <inkml:trace contextRef="#ctx0" brushRef="#br0" timeOffset="-97039.43">10285 16616 16 0,'-4'-4'28'0,"4"4"-14"0,0 0-8 0,0 0-17 16,0 0-12-16,0 0 6 0</inkml:trace>
  <inkml:trace contextRef="#ctx0" brushRef="#br0" timeOffset="-93726.5">11499 17919 28 0,'0'0'64'0,"0"0"1"0,0 0-16 16,0 0 2-16,0 0 1 0,0 0-22 0,0 0 5 16,0 0-2-16,0 0 1 0,0 0-3 0,0 0-10 15,0 0 2-15,0 0-5 0,0 0 2 16,0 0-7-16,0 0-2 0,0 0 3 0,0 0-8 15,0 0-4-15,0 0 10 0,0 0 5 0,0 0-16 16,0 0-11-16,0 0-2 0,0 0-5 0,0 0-5 16,0 0-5-16,3 3-3 0,-3-3-56 0,0 0-92 15,0 0 41-15</inkml:trace>
  <inkml:trace contextRef="#ctx0" brushRef="#br0" timeOffset="-84953.49">19430 14225 79 0,'-4'-7'181'0,"4"7"-20"16,0 0-22-16,-2-6-14 0,2 6-8 0,0 0-10 16,0 0-6-16,0 0-11 0,0 0-7 0,0 0 6 15,0 0-2-15,0 0-1 0,0 0-8 0,0 0-7 16,0 0-3-16,11 20-7 0,-7-13-6 0,0-2-5 15,0-2-3-15,-4-3-5 0,11 6-1 0,-1-6-8 16,8-5-14-16,5-8-29 0,5-6-38 0,16-11-35 16,3-11-43-16,22-15-165 0,-3 0-314 0,0-2 138 15</inkml:trace>
  <inkml:trace contextRef="#ctx0" brushRef="#br0" timeOffset="-82656.16">19351 14388 44 0,'0'0'89'0,"0"0"-8"0,0 0-4 15,0 0-14-15,0 0-6 0,0 0-4 0,0 0-11 16,0 0 0-16,0 0-9 0,0 0 0 0,0 0-8 0,0 0-4 16,0 0-11-16,0 0-12 0,0 0-22 15,0 0-11-15,0 0 0 0,0 0-2 0,0 0-13 16,0 0-32-16,0 0-87 0,0 0 39 0</inkml:trace>
  <inkml:trace contextRef="#ctx0" brushRef="#br0" timeOffset="-82346.18">20543 14292 61 0,'0'0'136'0,"-2"-10"-1"15,2 10-3-15,0 0-10 0,0 0-9 0,0 0-9 16,0 0-6-16,0 0-2 0,0 0-4 0,-6-10-8 0,6 10-4 16,0 0-11-16,0 0-5 0,0 0-6 15,0 0-2-15,0 0-6 0,0 0-4 0,0 0-1 16,0 0-3-16,0 0-9 0,0 0-2 0,0 0-1 15,0 0-2-15,0 0-6 0,0 0 4 0,0 0-3 0,0 0-4 16,0 0-6-16,0 0-10 0,0 0-15 16,0 0-17-16,0 0-25 0,0 0-26 0,0 0-35 0,0 0-26 15,0 0-106-15,0 0-267 0,-10-2 117 16</inkml:trace>
  <inkml:trace contextRef="#ctx0" brushRef="#br0" timeOffset="-81428.16">19211 16426 30 0,'0'0'89'16,"0"0"-4"-16,3-7-8 0,-3 7-14 0,4-7-6 16,-4 7-26-16,9-4-16 0,-9 4-18 0,12-1-29 15,-5-1-37-15,3 2-75 0,-10 0 33 0</inkml:trace>
  <inkml:trace contextRef="#ctx0" brushRef="#br0" timeOffset="-38202.72">13867 9940 29 0,'0'0'115'0,"0"0"-5"0,0 0 0 15,0 0-4-15,0 0-4 0,0 0-9 0,0 0-7 0,0 0-3 16,0 0-6-16,0 0-10 0,0 0-1 16,0 0-5-16,-4-9-4 0,4 9-1 0,0 0-1 15,0 0-5-15,0 0-1 0,-6-5-3 0,6 5-1 16,0 0-8-16,0 0 0 0,-9-2 1 0,9 2-8 16,0 0-4-16,-10-1 5 0,10 1-1 0,0 0-1 15,0 0-4-15,-11 0 2 0,11 0-8 0,0 0 1 16,-9-1-2-16,9 1-1 0,0 0 0 0,-16 2 11 15,16-2-11-15,-8 2-4 0,8-2-1 0,-9 0 2 16,9 0-9-16,-8 2 4 0,8-2 0 0,-6 4-6 16,6-4 4-16,0 0-1 0,0 0-2 0,-9 1 2 15,9-1-4-15,0 0 1 0,0 0 2 0,-8 3 0 0,8-3-2 16,0 0 3-16,0 0-3 0,0 0 0 0,0 0-5 16,0 0 6-16,-8 4-3 0,8-4 3 0,0 0-3 15,0 0 1-15,0 0-4 0,0 0 7 0,0 0-2 16,0 0-5-16,0 0 5 0,0 0-1 0,0 0-4 15,0 0 3-15,0 0-1 0,0 0 1 0,0 0 2 16,0 0-1-16,0 0-1 0,0 0-4 0,0 0 3 16,-4 3-5-16,4-3-13 0,0 0-10 0,0 0-26 15,0 0-18-15,0 0-22 0,0 0-18 0,0 0-17 16,0 0-128-16,-5 8-277 0,5-8 123 0</inkml:trace>
  <inkml:trace contextRef="#ctx0" brushRef="#br0" timeOffset="-35333.56">13712 10046 58 0,'-6'-3'88'0,"6"3"-12"0,0 0 2 0,0 0 0 0,-9-4-9 15,9 4-1-15,0 0-1 0,0 0 3 0,0 0 3 16,0 0-6-16,0 0-11 0,0 0-1 0,0 0-6 16,-7-2-8-16,7 2 0 0,0 0-6 0,0 0 3 15,0 0-7-15,0 0 5 0,0 0-7 0,0 0 10 16,0 0-7-16,0 0 3 0,0 0-4 0,0 0-3 15,3-11-10-15,-3 11 2 0,4-9 1 0,1 4-4 16,-1 0-2-16,0-5 1 0,1 6 0 0,4-6-6 16,-4 1-2-16,1 0 4 0,-2 3-4 0,3-2 0 15,-3 0-1-15,4 0-3 0,-4 2 5 0,1-1-4 16,1 2-2-16,0-1 3 0,-2 2-5 0,2-2 5 16,-2 2-7-16,-4 4 6 0,7-9-5 0,-7 9 7 15,6-5-9-15,-6 5 4 0,0 0 1 0,5-5 0 0,-5 5 5 16,0 0 5-16,0 0 6 0,5-4 10 15,-5 4 1-15,0 0 4 0,0 0 4 0,0 0-3 16,0 0-3-16,5-3 1 0,-5 3-5 0,0 0-1 0,0 0-1 16,0 0-2-16,0 0-3 0,0 0 0 15,0 0 1-15,0 0-4 0,0 0 0 0,0 0 0 0,0 0-4 16,0 0 3-16,0 0-6 0,0 0 5 16,0 0-5-16,0 0-1 0,0 0-1 0,0 0 0 0,0 0 1 15,0 0-3-15,0 0-3 0,0 0 1 0,0 0-4 16,0 0 3-16,0 0 6 0,-3 23 2 0,1-10 1 15,2 2-4-15,-2 3 2 0,-1-1 0 0,3 2-2 16,0 6 1-16,3 0-6 0,-1-5 1 0,1 3-1 16,-1-2 7-16,0-2-4 0,2 5-3 15,1-6 0-15,1 0 1 0,1 0 1 0,-4-1-2 0,3-2 4 16,-1 2-3-16,-1-6-2 0,2 1 1 0,-3-2-1 16,4 0 0-16,-5 1 2 0,3-6-5 0,-3 3 3 15,0-2-3-15,-2-6 3 0,5 9 3 0,-5-9-2 16,2 8-2-16,-2-8 4 0,2 3 0 0,-2-3-2 15,0 0 1-15,0 0-1 0,0 0 0 0,0 0 0 16,0 0-3-16,0 0 3 0,0 0-5 0,0 0 3 16,-27-12 0-16,18 5 0 0,0 2 0 0,3-1-3 15,-6 1 3-15,3-1 3 0,1 1-5 0,0 1-1 16,3 0 1-16,-3 0-3 0,1 2 2 0,7 2-1 16,-11-5 2-16,6 1 1 0,5 4-3 0,-8-5-2 15,8 5 4-15,0 0 0 0,-7-2-5 0,7 2 2 16,0 0 3-16,0 0 1 0,0 0-4 0,0 0 2 15,0 0-3-15,20-16-10 0,-6 12-2 0,3-1-10 16,1-2-16-16,7-4-20 0,0-2-13 0,5 3-16 16,-1-2-21-16,2-2-24 0,1 0-30 0,-3 3-116 15,-3-5-305-15,3 0 136 0</inkml:trace>
  <inkml:trace contextRef="#ctx0" brushRef="#br0" timeOffset="-34243.39">15512 9695 53 0,'0'0'90'0,"0"0"-8"15,0 0-11-15,0 0-10 0,0 0-19 0,0 0-12 16,0 0-33-16,0 0-29 0,0 0-34 0,0 0-71 0,0 0 31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9T10:51:27.6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4328 3233 75 0,'0'0'115'0,"0"0"-15"16,5-5-16-16,-5 5-2 0,0 0-9 0,12 9-6 15,-7 0-10-15,0 1-4 0,3 6-5 0,-3 3 0 16,1 10 9-16,-1-2-1 0,-1 3-5 0,0-1 1 16,-4 2-12-16,4-2 0 0,-2 2-9 0,-2-1 2 15,-1-4-5-15,2 4 3 0,-2-4-6 0,1 1 1 16,0-3 0-16,-1 1-4 0,-2-1-2 0,1-5-2 15,0 5-2-15,1-7-2 0,-1 2-1 0,0-2-15 16,1-1-9-16,-2-3-17 0,2 0-29 16,0-3-22-16,-2-1-24 0,1-3-85 0,-2 1-201 0,4-7 89 15</inkml:trace>
  <inkml:trace contextRef="#ctx0" brushRef="#br0" timeOffset="525.48">4255 3374 91 0,'19'-8'111'0,"1"3"-1"0,9 0-9 15,-1 4 0-15,0 5-10 0,4 3-4 0,-2 2 1 16,-1 8-4-16,-1 0-6 0,-4 2-8 0,-1 2-11 16,-3 1 2-16,-4 2-11 0,-2 1 0 0,-2 1-9 15,-6 0 0-15,-3 3-6 0,-3 0 1 0,-4 2-5 16,-6 1 0-16,-2-1-6 0,-2 0 5 0,-5-1-10 15,-3-3-2-15,0-2-7 0,-3-5-4 0,-2 1-16 16,0-3 4-16,-1-6-2 0,1-1 4 0,9-3 0 16,-1-5 2-16,0-1-1 0,5 0 6 0,-3-2-5 15,6 2 15-15,2-2 0 0,1 1 3 0,8-1-1 16,0 0-6-16,-11-3 1 0,11 3-5 0,0 0-1 16,0 0 1-16,0 0 2 0,0 0 0 0,29-2 1 15,-9 2-2-15,9 1 3 0,0 0-1 0,3-2 5 16,2-2 0-16,4 1 0 0,-1 1 4 0,1-2 3 15,0-1 4-15,1-3-8 0,-4 2 6 0,1-3-5 16,-1-1 1-16,-1 1-8 0,-2-2 6 16,-1 2 0-16,-3-4-2 0,-8 4 1 0,3-6-5 15,-8 2 0-15,1-2 3 0,-3 1-3 0,0-3-1 0,-4 2 0 16,-3-3-5-16,-2-1 2 0,-3 0 5 0,-2 1-7 16,0-2 2-16,-2 7 5 0,-2-3 14 0,1 5 10 15,-1 1 1-15,1-1-2 0,-2 4 3 0,1 2-15 16,5 4-3-16,-9-6-2 0,9 6-4 15,-18 7-1-15,4 2-4 0,-2 4-3 0,-2 6 1 16,2 2 2-16,0 1-4 0,5 1 4 0,3 3-1 0,3-1-2 16,1-6-5-16,7 0-7 0,-2-2-10 0,6 0-34 15,-2 0-28-15,7-1-41 0,1-4-31 0,4-2-27 16,1-2-120-16,4-4-321 0,8-3 142 0</inkml:trace>
  <inkml:trace contextRef="#ctx0" brushRef="#br0" timeOffset="750.94">5238 3394 231 0,'0'-10'253'0,"-1"3"-22"0,1 7-26 0,-2-11-26 16,2 11-19-16,-2-9-23 0,2 9-13 0,0 0-17 16,0 0-8-16,0 27-9 0,-1-4-6 15,-2 8-5-15,0 0-6 0,3 5-5 0,-3-2-3 16,3 11-7-16,-2-12-4 0,-1 13-5 0,3-13-7 15,0 1 0-15,-2-1-6 0,2-1 1 0,3 1-17 16,1-5-33-16,-1-2-23 0,1-1-25 0,-2-5-47 16,1-4-41-16,0-3-42 0,0-3-137 0,-2 2-355 15,-1-12 157-15</inkml:trace>
  <inkml:trace contextRef="#ctx0" brushRef="#br0" timeOffset="908.75">5178 3692 1763 0,'0'-19'110'0,"-1"2"-28"0,-1 0-31 0,1 6-15 16,1 0-12-16,0 3-11 0,0 8 0 0,0-11-13 16,0 11-12-16,0-10-20 0,0 10-17 0,3-6-14 15,-3 6-12-15,0 0-19 0,15 1-14 0,-5 3-11 16,4 1 1-16,4 4-3 0,5 5-97 0,0 1-234 16,0 1 104-16</inkml:trace>
  <inkml:trace contextRef="#ctx0" brushRef="#br0" timeOffset="1351.37">5430 3840 24 0,'0'0'184'0,"4"7"14"0,-4-7-1 16,0 0-2-16,0 0-11 0,0 0-14 15,0 0-18-15,0 0-17 0,21-13-12 0,-12 6-11 0,4-5-6 16,-3-2-5-16,4 1-9 0,2-2-9 0,0-5-8 16,0 0-5-16,-4 4-8 0,1 0-8 0,0-6-2 15,-3 6-7-15,-1-3-5 0,-1 2-3 0,1-1-6 16,-3 2 3-16,-1 2-8 0,-2 2-3 0,-2 1-2 15,-1 1-1-15,0 0-4 0,0 10 2 16,-3-12-5-16,1 7-2 0,2 5-4 0,-10-7-5 16,2 7-1-16,8 0 1 0,-19 5-5 0,4 6 0 0,-1 2 3 15,-3 8 1-15,-3 2-1 0,6 2-1 0,-1 4 0 16,3-3-2-16,1-2 0 0,6 3 3 0,1-2-3 16,5-6-2-16,1 2-4 0,1-2-5 0,5-4 2 15,-1 0 6-15,4 0-9 0,-3-7 4 16,3 3-4-16,1-4 7 0,3-1-2 0,0-4 4 15,2 3 1-15,-2-5-4 0,5 0-2 0,-2-3-2 16,4-3 4-16,-5-2 3 0,1 1-1 0,1-3 2 16,2-9-2-16,-5 5 6 0,2-5-8 0,1 0 8 15,-5 3 0-15,1 0 1 0,1-6 2 0,-5 7 8 16,1 1-5-16,-5 3 7 0,0 4 7 0,0-1-1 16,-5 8 1-16,7-10-5 0,-3 5-7 0,-4 5-7 15,0 0 3-15,0 0-2 0,0 0-1 0,0 0 1 16,19 18 2-16,-17-7-4 0,2 4-10 0,0 3-26 15,0 0-27-15,1 6-65 0,-4-4-38 0,2 5-48 16,-7-9-118-16,1 1-360 0,0-4 159 0</inkml:trace>
  <inkml:trace contextRef="#ctx0" brushRef="#br0" timeOffset="1883.15">6005 3723 121 0,'0'0'237'0,"1"-9"-24"16,-1 9-21-16,0 0-24 0,3-8-16 16,-3 8-21-16,0 0-10 0,0 0-12 0,0 0-11 15,0 0-12-15,0 0-5 0,6 27-13 0,-5-17-3 0,2 2-5 16,1-1-8-16,-3-2-7 0,1 1 1 0,-2-10-2 16,3 13-5-16,-3-13-6 0,4 11 4 0,-4-11-3 15,1 8-4-15,-1-8 11 0,0 0 11 0,0 0 15 16,0 0-7-16,0 0-8 0,0 0 0 15,0 0 0-15,0 0-2 0,0 0-4 0,0 0 1 16,-8-24-10-16,8 10-3 0,0 3-1 0,2-6-3 16,0-1-10-16,4 1 4 0,0-1-6 0,3 2-3 15,2 0-4-15,2 3-1 0,0 2-3 0,-3 3-4 16,2 4-2-16,2 1-2 0,-1 3-1 0,0 0-2 16,3 5-1-16,2 2-1 0,-5 5 3 0,2 2-2 15,-5 0 2-15,0 3 1 0,0 1 3 0,-3 0-2 16,1 0-3-16,-3 0 8 0,-1-3-7 0,-1-2 3 15,0-2 0-15,-1-1 2 0,-2-10-1 0,3 11 4 16,-3-11 3-16,1 6 0 0,-1-6-4 0,0 0-1 16,0 0-3-16,0 0 0 0,0 0-5 0,-15-20-1 0,13 8-3 15,-2-3 3-15,4-1 0 0,-2-3 3 16,5 2-4-16,0-3 0 0,0 2 2 0,4 0 0 16,-1 2-4-16,3-1 2 0,0 1 0 0,0 7-1 15,-3 2-2-15,2 1 0 0,0 4-2 0,2 1 0 16,1 4 2-16,0 2 0 0,1 1 3 0,1 5 1 15,2 3-1-15,-4 2 1 0,-1-1 2 0,0 1 3 16,3 8-4-16,-7-6 0 0,4 6-17 0,-3-7-26 16,-1-2-17-16,0 0-33 0,-1-4-44 0,1 2-54 15,-2-4-181-15,-4-9-406 0,5 16 180 0</inkml:trace>
  <inkml:trace contextRef="#ctx0" brushRef="#br0" timeOffset="2072.71">6658 3625 228 0,'1'-11'209'16,"-1"11"-25"-16,0 0-22 0,0 0-19 0,0 0-15 0,0 0-11 15,0 0 1-15,0 0-14 0,0 0-9 0,7 37-8 16,-7-19-9-16,3-2-8 0,-1 4-3 0,0 5-12 16,-1 4 0-16,3-5-15 0,-1-5-21 0,-2 2-23 15,2-3-30-15,-1-3-34 0,2 2-36 0,0-6-40 16,-3-2-124-16,-1-9-290 0,0 0 128 15</inkml:trace>
  <inkml:trace contextRef="#ctx0" brushRef="#br0" timeOffset="2212.9">6577 3388 15 0,'0'-6'44'0,"0"6"-15"16,5-5-10-16,-5 5-8 0,0 0-11 15,25 22-20-15,-9-2-22 0,2 2 11 0</inkml:trace>
  <inkml:trace contextRef="#ctx0" brushRef="#br0" timeOffset="2588.77">6882 3823 177 0,'0'0'203'15,"0"0"-7"-15,0 0 2 0,0 0-14 0,0 0 4 16,0 0-13-16,0 0-15 0,0 0-17 0,-3-35-13 15,4 25-10-15,3 0-12 0,1-2-7 0,-1 1-16 16,1 0-8-16,3 2-11 0,2 2-7 0,-1 0-8 16,3 3-8-16,-1 1-4 0,2 1-6 0,-2 4-10 15,2 0-1-15,-1 2-7 0,2 0 2 0,-3 3-5 16,1 0 0-16,2 2-5 0,0 1-5 0,-3-2 3 16,1-3-4-16,3 5-6 0,-2-1-1 0,-3-1 1 15,4-3-2-15,0-1-1 0,1-2 3 0,2-2 2 16,2-3-3-16,-2-4-1 0,1 0-1 0,1-3 4 15,-2-1-2-15,-1 2 2 0,-2-1 5 0,3-3-5 16,-7 0 0-16,0 0-1 0,-2 2 12 16,-3-5 7-16,-1 4-1 0,-3 0 0 0,2-3-2 15,-4 2 5-15,-1 0 4 0,0 1 11 0,-4 5 6 0,4 0 0 16,-3 2-4-16,5 5-6 0,-10-8-9 0,5 8-1 16,5 0-4-16,-22 11-3 0,9 0 4 0,-7 10-4 15,2 3 2-15,-1 1-1 0,3-3-19 0,1 3-29 16,7 0-27-16,3 2-49 0,5-2-60 15,5-6-38-15,5-2-177 0,6-4-419 0,8 1 185 16</inkml:trace>
  <inkml:trace contextRef="#ctx0" brushRef="#br0" timeOffset="2963.34">8998 3370 250 0,'0'-5'251'0,"0"5"-26"16,3-10-29-16,-3 10-25 0,0 0-18 0,0 0-17 16,0 0-14-16,0 0 2 0,0 44 2 0,0-13-6 15,-2 1-7-15,-5 15-9 0,-4-1-10 0,2-1-6 16,3-9-11-16,-2 13-4 0,-1 1-7 0,3-15-4 16,0 9-4-16,2-11-9 0,1-1-2 0,1-4-12 15,2-3-30-15,0-6-17 0,0-1-31 0,0-2-26 16,-2-3-29-16,2-2-41 0,0-11-29 0,2 16-20 15,-2-11-150-15,0-5-367 0,0 0 163 0</inkml:trace>
  <inkml:trace contextRef="#ctx0" brushRef="#br0" timeOffset="3469.17">8922 3713 28 0,'7'-11'181'0,"3"-6"-24"15,3 2-15-15,5-4-17 0,4 1 1 0,-1 2-21 16,2 0-8-16,2-1-15 0,-4 2-5 15,2-1-7-15,-6 4-1 0,2 2-8 0,-4-2-5 16,2 2-3-16,-3-1 3 0,0 0-6 0,-2-2-3 0,-2 3 4 16,0-5 3-16,0 4 7 0,-4 0-2 0,-3 0-6 15,2 1-1-15,-1 5-4 0,-3 0-6 0,3 0-2 16,-4 5-12-16,0 0-6 0,5-7-4 16,-5 7-5-16,0 0 1 0,6 15 1 0,-5 1-2 15,-1 3 1-15,0 6-4 0,-4 4 1 0,-1 0-1 16,0 0-2-16,1 3 1 0,-4-3 1 0,5 3 0 0,0-3 0 15,2-1-1-15,-1-3-4 0,1 1 1 0,4-7 3 16,-3-6-3-16,1 1-7 0,0-3-5 0,2-1 2 16,-2-1-7-16,-1-9-1 0,3 8-6 15,-3-8-1-15,5 10 8 0,-5-10-3 0,10 6 4 16,-10-6 0-16,13 3 2 0,-13-3-1 0,18 0 2 16,-8 0 0-16,-10 0-2 0,19 3 7 0,-10-3-3 0,4 0 4 15,-2 0-2-15,1 0 2 0,6-1 2 16,1 1-1-16,8-2 4 0,1-5 4 0,-8 1-18 15,8 0 15-15,0-2 2 0,-1-3-1 0,-8 3-2 16,4-5 6-16,-4 0 5 0,-3 4 2 0,-1-4 2 16,-3-2 1-16,-1 2 2 0,-3 2 0 0,-2-4 1 15,-2 0-5-15,-1 2 4 0,-3 2 11 0,0 1 4 16,-2 0 3-16,1-1-6 0,1 11 1 0,-4-12-1 16,2 9-5-16,2 3-10 0,-12-6-1 0,2 8-3 15,-2 5-3-15,-5 1-1 0,-5 8-3 0,0 3-9 16,3 0-31-16,2 0-32 0,6-2-28 0,4 0-39 15,6 3-28-15,6-1-32 0,8 3-141 0,1-8-360 16,13 4 159-16</inkml:trace>
  <inkml:trace contextRef="#ctx0" brushRef="#br0" timeOffset="3797.27">10896 3547 201 0,'-7'-6'221'0,"1"1"-23"0,1 0-19 16,-2 3-18-16,-4 1-18 0,11 1-13 0,-26 9-8 15,9 4-6-15,-3 7-5 0,-4 3-4 0,2 5-9 16,1 1-8-16,-2 12-9 0,6-9-12 0,5-2-2 16,6 2-2-16,0-3-12 0,5-1-1 15,4-3-6-15,6-1-3 0,0-7-9 0,5-1-20 16,7 1-19-16,-4-8-31 0,10 1-33 0,3-7-32 0,5-1-36 16,0-4-34-16,0-4-143 0,-5 0-340 0,1-3 150 15</inkml:trace>
  <inkml:trace contextRef="#ctx0" brushRef="#br0" timeOffset="4128.72">11177 3411 95 0,'0'-9'226'0,"2"-2"-19"0,-2 4-22 16,0 7-20-16,0-11-25 0,0 11-17 0,0 0-15 16,0 0-15-16,0 0-3 0,0 44-7 0,-2-14-8 15,-3 16-5-15,-4 2 0 0,3 2-9 0,0-2-5 16,0 1-3-16,2-2-2 0,-1-13-5 0,0-1-4 15,1-2-4-15,4-4 2 0,-2-2-9 0,4-4-3 16,-2-4 0-16,0-4-8 0,-2-3 3 0,0-1-1 16,2-3 2-16,0-6-1 0,0 11 8 0,0-11 18 0,0 7 16 15,0-7-1-15,0 0-10 0,0 0-6 16,0 0-12-16,0 0-7 0,15-36-3 0,-5 10-11 16,1 2-6-16,3-6-4 0,2 1-4 0,1 1-7 15,4 5 3-15,-3 2-5 0,-1 1 1 0,-2 8-1 16,0 3-3-16,-4 3 0 0,2 2-2 0,0 3-2 15,-3 2 3-15,3 4-1 0,1 3-1 16,-4 2-3-16,3 3-13 0,1 10-14 0,-4-8-20 0,-2 5-35 16,-2-4-16-16,4 3-35 0,-2-2-32 0,0 0-139 15,-3-2-348-15,3-6 154 0</inkml:trace>
  <inkml:trace contextRef="#ctx0" brushRef="#br0" timeOffset="4463.42">11744 3675 156 0,'-3'-12'230'0,"0"2"-5"0,3 1-9 16,-4 3-17-16,4 6-23 0,-5-10-26 0,5 10-10 15,-6-1-18-15,6 1-10 0,-20 19-14 0,4 1-5 16,0 5-7-16,-1 1-12 0,3 2-3 0,-2 1-10 16,5-3-8-16,2-2-4 0,6-3-2 0,2-3-18 15,0-2-8-15,2-2-6 0,3-1-9 0,0-4-6 16,1 0 1-16,3-3-3 0,-8-6 1 0,17 4 2 15,-9-4-4-15,-8 0 2 0,22-7-1 16,-13 1 3-16,1-2-5 0,3-3 3 0,-2-2 1 0,1-3 9 16,-5-1 1-16,6-5 4 0,-2 0-2 0,-4 6 2 15,-2 1-2-15,0 4 11 0,-2 0 10 16,2 2-1-16,-5 9-2 0,5-12-7 0,-5 12-7 0,2-6-10 16,-2 6 1-16,0 0-2 0,0 0 4 0,0 0-5 15,13 25 0-15,-11-9-13 0,-2 2-29 16,-2 6-23-16,2-5-47 0,4 6-59 0,-2-7-49 15,-2 6-131-15,1-8-377 0,1-3 167 0</inkml:trace>
  <inkml:trace contextRef="#ctx0" brushRef="#br0" timeOffset="4788.37">11981 3781 163 0,'2'-10'200'0,"-2"10"-21"15,0 0-24-15,4-9-16 0,-4 9-13 0,0 0-12 16,0 0-5-16,0 0-15 0,0 0-8 0,7 23-5 16,-4-13-6-16,-3-10-5 0,3 14-6 0,-3-14-9 15,1 10 0-15,-1-10-5 0,1 10-7 0,-1-10 6 16,2 7 14-16,-2-7 16 0,2 6 6 0,-2-6-3 16,0 0-7-16,0 0-9 0,0 0-2 0,0 0 6 15,0 0-8-15,7-28-11 0,-5 16-3 16,2 1-5-16,0-5-8 0,2 1-5 0,0-2-2 0,0 7-1 15,1 0-13-15,-3 3-5 0,6 0-6 0,-6 0-1 16,3 3-9-16,-2 2-2 0,3 1-4 0,-8 1-3 16,17 4 2-16,-7 4 8 0,0 2-7 0,0 7-4 15,-1-1-22-15,1 2-13 0,-2 6-17 0,-1-1-26 16,0-2-39-16,0-2-38 0,-3-1-25 0,5 0-135 16,-5-3-360-16,1-6 160 0</inkml:trace>
  <inkml:trace contextRef="#ctx0" brushRef="#br0" timeOffset="5403.02">12506 3706 139 0,'1'-10'237'0,"-1"-1"9"16,-1 4-4-16,1 7-12 0,-2-12-21 16,2 12-23-16,-2-9-22 0,2 9-18 0,0 0-19 0,0 0-9 15,-23 11-14-15,13 1-11 0,-3 1-10 16,3 3-19-16,1-1-25 0,0 2-19 0,0 1-18 0,4-2-23 15,3 1-14-15,0-7-7 0,2 2-13 16,0-12-11-16,4 15 4 0,0-10 5 0,-4-5 1 0,13 7 1 16,-13-7-1-16,19-3 5 0,-19 3 5 15,0 0 3-15,23-9 15 0,-15 1 9 0,0 1 16 16,-3-1 13-16,3 0 9 0,-4-1 17 0,-4 9 6 16,3-13 6-16,-1 6 14 0,-2 7 2 0,4-10-3 15,-4 10-12-15,0 0-10 0,0 0-10 0,0 0-4 16,0 0-3-16,0 0-1 0,12 24-1 0,-10 3 1 15,-2 5-1-15,0 14 1 0,0 4-1 0,2 5-1 16,0 1-3-16,-3-3 4 0,7 1-3 0,-2-1-1 16,-4-1 1-16,0-3-2 0,-2-13-3 0,0 14 1 15,-2-15 4-15,-1-1-1 0,-3-1-4 0,0 1 2 16,-3-2 2-16,-2-5-3 0,-1-4 0 0,-7-4 3 0,2-1-3 16,2-9-2-16,0 2-2 0,-1-4 4 15,-3-3-4-15,4-4 2 0,-2-3-2 0,4-3 2 16,-3-3-1-16,5 0-1 0,1-6 3 0,3-4-5 15,0-6 0-15,7-7 1 0,2 5 5 0,7-5-4 16,4-1 0-16,9-15 2 0,6 5 0 0,3 0 0 16,7 0-2-16,2-1-3 0,3 0 0 0,-1 2-1 15,-7 0-2-15,12 2-3 0,-2 0 1 0,-1 4 2 16,-4 3-1-16,-2-2-3 0,-9 13 2 0,0-6-2 16,-4 2 5-16,0 1 3 0,-4 1-1 0,-3 3-5 15,-3-1 3-15,-8 6 11 0,-3 3-3 0,3 1 7 16,-5 0-2-16,0 5 2 0,0 7-1 0,-5-12-3 15,0 8-5-15,-3-2 0 0,-3 8-2 0,-10 3-2 16,-4 5-1-16,-2 5-3 0,3 6 0 0,-2 5 4 16,5 1-10-16,3-2-17 0,5 5-16 0,1-3-26 15,10-1-21-15,3-1-33 0,9 2-28 0,1-4-50 16,10-2-42-16,1-3-125 0,8-3-390 0,1-5 173 16</inkml:trace>
  <inkml:trace contextRef="#ctx0" brushRef="#br0" timeOffset="5642.9">13430 3737 30 0,'0'-13'268'0,"-3"2"2"0,3 0-11 0,-2 5-6 16,2 6-19-16,0-11-20 0,0 11-29 0,0-8-26 15,0 8-18-15,0 0-17 0,0 0-13 0,0 0-8 16,-4 33-10-16,4-3-7 0,0-1-7 0,0 3-7 15,-4 0-7-15,6-1-6 0,-2-3-7 16,2 4-2-16,-2-5-6 0,4 1-10 0,-2-5-31 16,1-2-18-16,-1-3-32 0,-2-2-24 0,2-3-25 0,-2-2-34 15,4-3-43-15,-4-8-41 0,2 13-160 0,-2-13-405 16,0 0 179-16</inkml:trace>
  <inkml:trace contextRef="#ctx0" brushRef="#br0" timeOffset="5802.61">13425 3497 1678 0,'2'-34'1'0,"1"3"9"0,-1 6 1 0,-2 7-3 0,2 6-5 15,-2 1-1-15,0 1-12 0,0 10-30 16,2-10-13-16,-2 10-7 0,0 0-2 0,8 0-13 16,-8 0-9-16,8 20-16 0,1-2-12 0,-2 8-75 15,4 4-201-15,0 1 89 0</inkml:trace>
  <inkml:trace contextRef="#ctx0" brushRef="#br0" timeOffset="6033.45">13656 3927 138 0,'0'0'229'0,"0"0"-14"16,0 0 3-16,0 0-8 0,0 0 2 0,0 0-10 16,5-25-10-16,-5 14-13 0,0 11-12 0,3-27-20 15,-1 10-11-15,2-1-8 0,5 1-12 0,0 0-13 16,0 0-11-16,2 1-10 0,0 0-8 0,-1 8-19 15,0 0 0-15,1-1-9 0,-1 8-7 0,1-1-8 16,1 4-3-16,-1 1-3 0,-1 4 1 16,-3 2-9-16,5 7-1 0,1 7-2 0,-5 1-19 0,-4-6-9 15,0 3-17-15,-2-5-25 0,-2 4-23 0,3-4-37 16,-6 0-39-16,6-5-55 0,-6-1-211 0,3-10-457 16,-4 13 202-16</inkml:trace>
  <inkml:trace contextRef="#ctx0" brushRef="#br0" timeOffset="6236.99">13434 3445 2814 0,'-15'-11'152'15,"1"1"-80"-15,3 5-35 0,4-3-19 0,0 4-18 0,2 1-13 16,5 3-18-16,-8-5-10 0,8 5-7 0,-5-3-4 15,5 3-4-15,0 0-22 0,0 0-30 16,0 0-52-16,13 19-58 0,-8-13-164 0,5 3-413 16,-2-2 183-16</inkml:trace>
  <inkml:trace contextRef="#ctx0" brushRef="#br0" timeOffset="9612.44">14621 3746 60 0,'0'0'109'0,"0"0"-14"0,0 0 5 0,0 0-12 16,0 0-3-16,0 0 3 0,0 0-18 0,0 0 0 0,0 0 3 15,0 0-5-15,0 0-9 0,-12-19-8 0,12 19-6 16,0 0 6-16,0 0-6 0,0 0 3 0,0 0-6 16,0 0-6-16,0 0-5 0,0 0 0 0,0 0-5 15,0 0 5-15,0 0-13 0,0 0 6 0,0 0-7 16,0 0-5-16,0 0 2 0,0 0-8 0,0 0 1 15,0 0-7-15,0 0-5 0,0 0-10 0,0 0 4 16,0 0-6-16,0 0-5 0,0 0 5 0,0 0 2 16,0 0-1-16,0 0-1 0,0 0 3 0,0 0 7 15,0 0 1-15,0 0-3 0,0 0 6 0,0 0-2 16,0 0 0-16,0 0-4 0,0 0 3 0,0 0-6 16,0 0 9-16,0 0-5 0,0 0 4 15,0 0-3-15,0 0 4 0,0 0 6 0,0 0-4 0,0 0 2 16,0 0-1-16,0 0 1 0,0 0 3 0,0 0-1 15,0 0-3-15,0 0-3 0,0 0 3 0,0 0 3 16,0 0 8-16,0 0 3 0,0 0-14 0,0 0 7 16,0 0-7-16,0 0 7 0,0 0-4 15,0 0 0-15,0 0 5 0,0 0-11 0,0 0 15 16,0 0-11-16,0 0-1 0,0 0 0 0,0 0 12 0,0 0 5 16,0 0 6-16,0 0 9 0,-1-9-10 0,1 9-4 15,0 0 2-15,0 0-7 0,0 0-1 0,-2-7 4 16,2 7 2-16,0 0-4 0,-4-6 0 15,4 6-4-15,0 0 1 0,-3-8-4 0,3 8 2 16,-5-6 4-16,5 6 10 0,0 0-12 0,-5-7 2 0,5 7 0 16,0 0 3-16,-2-9-4 0,2 9 3 0,0 0-6 15,-2-9 9-15,2 9 4 0,0 0-4 0,-6-5 4 16,6 5 1-16,0 0-2 0,0 0 0 16,-2-8-3-16,2 8 2 0,0 0 3 0,0 0-4 15,0 0-1-15,0 0-5 0,0 0-4 0,0 0 7 16,0 0-7-16,0 0-3 0,0 0 0 0,0 0 0 15,0 0-2-15,0 0-1 0,0 0-2 0,0 0 1 16,0 0 1-16,-4-6-2 0,4 6-3 0,0 0-4 0,0 0 2 16,0 0 3-16,0 0-1 0,0 0-1 0,0 0 3 15,0 0-1-15,0 0-1 0,0 0 4 16,0 0-5-16,0 0 6 0,0 0-12 0,0 0 5 16,0 0 7-16,0 0 1 0,0 0 0 0,0 0 2 0,0 0-2 15,0 0 2-15,0 0 4 0,0 0 21 0,0 0-5 16,0 0 0-16,0 0-2 0,0 0 1 0,-3-8-8 15,3 8-3-15,-2-7-3 0,2 7 1 16,-2-8 0-16,2 8-2 0,0-10-2 0,0 10 0 16,-4-11-3-16,4 11 6 0,-2-11-9 0,0 7 4 15,2 4-2-15,-1-11 0 0,1 11 0 0,-1-8-2 16,1 8 0-16,0-9-1 0,0 9 5 0,0 0-4 16,-3-10 0-16,3 10-1 0,-5-5 4 0,5 5-2 15,0 0 4-15,0 0-2 0,0 0-3 0,0 0-3 16,2-11-3-16,-2 11-4 0,0 0 12 0,0 0-14 15,0 0 1-15,0 0 0 0,0 0 3 0,8 23-1 16,-6-13 2-16,2 7 1 0,2 0 1 0,1 7 2 0,-3-5-2 16,4 6-3-16,-4 1 5 0,1 0 2 0,1 0-1 15,1 2-2-15,0-3 11 0,-3 3-8 16,-1-9 1-16,3 7-4 0,-2-7-1 0,1 6 6 16,1-8-3-16,0 2 2 0,-4-2-1 0,2-2 1 15,-2-2-1-15,0-2 2 0,0-2-1 0,-1 1 3 16,1-1-3-16,-2-9 2 0,0 10 0 0,2-6-5 0,-2-4 6 15,2 8 0-15,-2-8 2 0,2 7 4 16,-2-7 8-16,0 0 14 0,0 0-2 0,0 0-4 16,0 0-2-16,0 0 0 0,0 0-6 0,0 0-1 15,-11-28-3-15,7 17-2 0,0 1 0 0,-1-5-4 16,-4 0-1-16,4 1-1 0,-1-3 0 0,-1 3 0 16,-1-1-5-16,0 1 2 0,1-1-2 0,-3 0 2 15,5 1-2-15,-2 4-1 0,2 4 1 0,-1-1 8 16,2 1-7-16,1 0 0 0,-3 1-3 0,6 5-3 15,-10-9 0-15,4 6-4 0,6 3 6 0,-11-3-4 16,11 3-3-16,-12 0 2 0,3 5-1 0,-3 0 4 16,1 0-1-16,-1 6-2 0,-2-1 8 0,1 3-5 15,0-2-1-15,1 2 1 0,-1 1-3 0,3-2 1 16,3 0 4-16,1 2-2 0,-1-4 3 0,1 0-2 16,3 1-1-16,1 1-3 0,2-3 4 0,2-1 2 15,1 2-3-15,2-2 4 0,3 0-7 0,0 1-1 16,3-3-6-16,4 0-13 0,3-2-8 0,0-1-6 15,2 0-19-15,2 0-11 0,-2-3-17 0,1 1-29 16,0-2-9-16,-2-1-19 0,3 0-9 0,-5-2-128 16,0-1-304-16,-3 1 135 0</inkml:trace>
  <inkml:trace contextRef="#ctx0" brushRef="#br0" timeOffset="9828.71">14792 3814 52 0,'0'0'167'0,"0"-13"-8"0,0 13-14 0,0 0-12 16,0 0-15-16,0 0-12 0,0 0-12 0,0 0-10 15,0 0-11-15,0 0-3 0,0 0-10 0,0 0-4 16,0 0-8-16,10 27-4 0,-8-15-3 0,0 5-2 16,1 1-8-16,-1 8 6 0,0-7-2 0,-6 5-10 15,4-3-22-15,0-3-37 0,0 1-31 0,0-1-23 16,0 2-25-16,0-3-107 0,-3 0-239 0,3-6 106 15</inkml:trace>
  <inkml:trace contextRef="#ctx0" brushRef="#br0" timeOffset="10279.6">15022 3972 11 0,'-1'10'99'16,"0"-1"-6"-16,-1 2-8 0,4 0-6 0,-2-3-11 15,1-1 0-15,1 2-8 0,2-3 3 0,-2 0 4 16,5 1 1-16,2-1-7 0,-3-2-3 0,-6-4-6 16,21 2 1-16,-8-4 1 0,-2 2 1 0,6-6-6 15,-4 2 10-15,1-2-11 0,-6-2 2 0,2 0-5 16,-3-3-1-16,0 2-3 0,-2-3-3 0,-4-1-3 15,-4-4-12-15,0-2 1 0,-6 3-3 0,-1-7-3 16,-5 2-3-16,1 7-1 0,2 2-2 0,-4-2 15 16,3 4-12-16,1 5-9 0,-1-2-9 0,0 6-17 15,2-2-22-15,0 1-22 0,4 4-27 0,-3 0-19 16,4 2-19-16,6-4-75 0,-7 10-220 0,7-10 98 16</inkml:trace>
  <inkml:trace contextRef="#ctx0" brushRef="#br0" timeOffset="10842.46">15425 3838 126 0,'0'0'188'0,"0"0"-12"15,0 0-16-15,0 0-3 0,-13-10-14 0,13 10-14 16,-10-4-15-16,10 4-15 0,-14 4-6 16,5 1-9-16,1 0-11 0,-4 7-8 0,1 2-4 15,1-1-6-15,0 2-5 0,1 1-7 0,4-4-4 0,-1 5-5 16,4-1-2-16,2 0-4 0,1-3-4 0,2-2-5 15,-1 0-7-15,2 1-2 0,0-4-8 0,4 2 0 16,-1-5-4-16,1 1-1 0,2-4 7 16,2 0-4-16,-2-2-3 0,1-4 5 0,1-2-2 0,2-3-6 15,1-1 8-15,-6-8-4 0,4 1 2 16,-5 0 0-16,-1-9 3 0,-1-2-2 0,-1-2 1 0,-2-1 0 16,-3 2 4-16,0 0 6 0,-1-3-1 0,-3-1-3 15,2 1 2-15,-2 0 6 0,0-1 3 0,-1 6 4 16,2 0 2-16,-2 8 7 0,3 2 3 15,-3 5-2-15,3 2 8 0,1 1-10 0,0 3-3 16,1 6-8-16,-1-8-12 0,1 8 2 0,0 0-1 16,0 0-3-16,0 0 4 0,-5 39 2 0,3-13-6 0,0 3 1 15,2 2 0-15,-3-1 1 0,6 4-6 0,-1-1 7 16,2-3 4-16,1 1-11 0,-1-3 4 16,5-3-3-16,-1-2 0 0,1-5-2 0,1-1 0 15,1-3-2-15,3 0 0 0,0-2-10 0,2-3-1 16,3-4 3-16,-1 2-7 0,1-5-1 0,1-1 3 15,-2-2-3-15,0-4 3 0,-1-3-6 0,-3-2 4 16,2-1 1-16,-3-2 3 0,0-8-1 0,-3 3 4 0,-3-1 1 16,-4 0 6-16,0-7-4 0,-3 8 5 0,0 0 9 15,-1 1 7-15,-1 5 12 0,1 2 7 16,-1 1 2-16,-1 1-5 0,-1 1-5 0,4 7-5 16,0 0-7-16,-6-4-2 0,6 4-4 0,-14 11 4 15,7-1-2-15,-2 6-5 0,-5 7-9 0,3 0-18 16,1 2-16-16,8 1-29 0,1 1-27 0,4-7-17 15,5 4-54-15,5 1-25 0,3-4-118 0,-4-6-333 16,10 0 148-16</inkml:trace>
  <inkml:trace contextRef="#ctx0" brushRef="#br0" timeOffset="11378.94">16114 3747 45 0,'0'0'224'15,"0"-12"-23"-15,0 12-24 0,1-10-22 0,-1 10-17 16,0 0-9-16,0 0-5 0,0 0-5 0,22 22-18 16,-13-7-2-16,1 1-12 0,3 10-9 0,-1-2-9 15,1-2-4-15,0 1-11 0,0-1-1 0,-4-6-6 16,1 1-5-16,0-2-1 0,-2-5-6 0,-2 2-3 16,1-3-2-16,-2-1-2 0,0-3 0 0,-2 1 3 15,0-2 16-15,-3-4 22 0,6 7 19 16,-6-7 14-16,0 0-8 0,0 0-15 0,0 0-6 0,0 0-11 15,12-21 3-15,-7 12-12 0,-4-4-7 0,3-2 4 16,-1-4-9-16,-1 0-4 0,3-6-6 0,1-2-4 16,-1-1-2-16,4-2-5 0,0 5 0 0,-3-2-9 15,3 2-5-15,-3 10-1 0,2 0-17 0,0-1-13 16,-2 2-6-16,2 4 2 0,-3 3-4 16,-3 2-12-16,2 0-11 0,-4 5 2 0,7-2 6 15,-7 2 5-15,7 9 5 0,-2-1 4 0,0 2 2 0,2 4 4 16,-2 1 3-16,-2 2-1 0,2-1 16 0,0 1-10 15,2 7 5-15,-3-8 1 0,1-1-1 0,2-1 1 16,-3-2 4-16,2-2-3 0,0 1 4 0,1-4 1 16,1-1 5-16,0-2 1 0,1 2 0 15,0-2 2-15,3-1 2 0,-12-3 2 0,20-5-1 16,-7 3 3-16,-2-5 3 0,-1 1 10 0,0 2 10 16,-4-8 1-16,2-1 1 0,-2-1 0 0,-2-1-1 0,-4-1-6 15,0-1-4-15,-3 1 3 0,0 0 0 0,-4 2-5 16,-1-2-3-16,-2 3-4 0,3 2 0 15,-1 3-3-15,-2 2-3 0,0 0-3 0,-1 2-15 16,-2 2-19-16,-2 4-16 0,2 0-19 0,-7 4-29 16,2 3-35-16,1 2-46 0,2-1-33 0,4 2-152 15,3-2-392-15,0-2 174 0</inkml:trace>
  <inkml:trace contextRef="#ctx0" brushRef="#br0" timeOffset="11602.21">16820 3539 95 0,'2'-5'242'15,"-1"0"-18"-15,-1 5-24 0,3-9-22 0,-3 9-20 16,0 0-19-16,0 0-14 0,0 0-14 0,0 0-6 16,7 26-9-16,-4-9-8 0,-1 9-11 0,1 0-8 15,-3 1-3-15,4 4-7 0,-2-2-3 16,2 3-6-16,-1 0-6 0,0-3 1 0,-1-4-21 0,4-5-29 15,-4-1-25-15,2-3-52 0,3 1-39 0,1-1-37 16,-3-1-152-16,1-5-334 0,0-2 148 0</inkml:trace>
  <inkml:trace contextRef="#ctx0" brushRef="#br0" timeOffset="11811.02">17090 3587 49 0,'1'-10'220'0,"1"3"-9"15,-1 0-24-15,-1 7-21 0,1-10-22 0,-1 10-18 16,0 0-12-16,0 0-7 0,0 0 1 0,0 0 0 16,0 42-4-16,-1-23-3 0,-3 10-7 0,0 1-9 15,3-1-7-15,-3 6-8 0,1-6-5 16,-2 3-4-16,4-2-6 0,-3-3-5 0,3-1-19 0,0-7-25 16,2 0-30-16,0-1-31 0,1-4-42 0,-1-2-43 15,0-1-31-15,0-2-139 0,-1-9-334 0,3 10 148 16</inkml:trace>
  <inkml:trace contextRef="#ctx0" brushRef="#br0" timeOffset="12797.46">16978 3732 61 0,'0'0'188'0,"0"0"-14"0,0 0-20 15,10-11-19-15,0 8-11 0,3 1-12 0,6 1-10 16,4 0-15-16,7-2-6 0,0 3-5 0,1-1-10 15,-1 0-9-15,2-1-5 0,-2 1-4 0,-10-1-1 16,2 0-9-16,-3 2 4 0,-2-1-8 0,-3 1-3 16,-4-2-1-16,-4 2 7 0,-6 0 7 0,12 0 9 15,-12 0 12-15,7-1-4 0,-7 1-2 0,0 0-6 0,0 0-3 16,0 0-3-16,0 0-6 0,0 0-4 16,0 0-5-16,-19 12-2 0,4-2-2 0,0 2-2 15,-1 2-1-15,-3 4-3 0,0 3-2 0,7-8-4 16,2 3 0-16,4-3-3 0,0-2-1 0,2 1-3 15,2-3 2-15,1 2-4 0,2-3 2 0,3 1-1 16,-1-4-5-16,6 1 1 0,0-1-7 0,0-2 0 16,3-3-6-16,1-1 6 0,0-2-1 0,4-3-4 15,-7 1 2-15,2-2 2 0,0-3 0 0,1 0 3 16,-6-1 1-16,4-5 2 0,-4 3-4 0,0-1 1 16,-4-1 2-16,0 3 1 0,0 2 14 0,-1 1 4 15,1 1 4-15,-2 2-1 0,-1 6-3 0,1-11-4 16,-1 11-9-16,3-6-1 0,-3 6-3 0,0 0 1 15,0 0-3-15,0 0 4 0,-4 24-1 0,3-12 2 16,0 1-1-16,-2 3 0 0,3-3-5 0,5 3 1 16,-2-5 2-16,2 1-2 0,6 0 3 0,3-2-3 15,3-3 1-15,1-1-4 0,10-2-2 0,-5-2 0 16,5-4 0-16,0 0-2 0,1-3 1 0,1-2 1 16,-12 4 1-16,2-3 4 0,-1-4-3 0,-3 4 3 15,2-3 1-15,-8 1 0 0,4-6 4 0,-3 0 7 16,-3 4 9-16,-3-3-1 0,2 2 1 0,-4-1-5 15,-1 0 3-15,-1 2-2 0,0 0 2 0,-2 3-3 16,1 7-2-16,-3-14 0 0,-2 10-4 0,5 4-6 16,-9-4-1-16,9 4-1 0,-20 4 2 0,10 0-3 15,-2 4 0-15,-4 2-1 0,3 1-1 0,-1 1-1 16,5 3-1-16,0-2-6 0,4-3-7 0,0 3 1 16,2-2-2-16,1-1-1 0,0 1 1 15,2-11 1-15,2 20 1 0,0-10 1 0,1 0 4 0,-1-3-1 16,2 5-2-16,-1-1 5 0,3 3 2 0,2 0-3 15,-3 4 2-15,5 4 0 0,-5-5 1 0,0 8 1 16,2 4 0-16,-3 2 2 0,1 1 6 16,-2 0 0-16,-1 3 0 0,-1-2 2 0,1-1 2 0,-3 0 2 15,2 1 0-15,-7-1-3 0,0 1 2 16,1-2-3-16,0-3 3 0,-3-1 2 0,-2-2-1 16,1 2-1-16,-2-4 1 0,1-6-1 0,0-3 0 0,1-1-2 15,1-3 3-15,-2-4-1 0,3 0 3 0,-1-4-1 16,8-2 5-16,-15 0-5 0,15 0 0 15,-16-14-1-15,11 1 3 0,-1 0-9 0,3-6-10 16,6-8-4-16,3-3-11 0,7-1-4 0,1-3 2 16,8-9-2-16,4 4-3 0,3-6-8 0,4 3-2 15,-3-1 3-15,5 0 0 0,0 3 4 0,-2 1 3 0,0 2 3 16,-1 0 1-16,2-1 2 0,-13 11 6 16,2-1-3-16,0 1 2 0,-5 0 5 0,-3 3 2 15,-1 1 10-15,-4 5 6 0,-2 1 8 0,-4 1-1 16,0 4 0-16,-3 2 0 0,0 1 0 0,1-1-5 15,-2 10 3-15,-4-12-9 0,0 8 5 0,4 4-6 16,-18 2 1-16,3 4 0 0,-4 2-3 0,-5 7 2 16,0 3 0-16,0 4 1 0,5 1-1 0,5 1-1 15,3 1-3-15,5-5 7 0,5 6-1 0,3 0-2 16,7-9-18-16,4 5-22 0,9-1-22 0,2-5-51 16,8-2-48-16,2-1-54 0,0-3-118 0,-2-5-359 15,0 0 160-15</inkml:trace>
  <inkml:trace contextRef="#ctx0" brushRef="#br0" timeOffset="13598.26">7577 4957 40 0,'-5'-17'151'15,"-2"2"-6"-15,0 0-6 0,-4-2 5 0,1 6-2 16,-4-5-6-16,4 3-13 0,-3 4-4 15,3 2 0-15,0 1-8 0,-3 2-11 0,0 1-10 0,-5 4-9 16,2 2-11-16,-2 5-2 0,-5 7-16 0,0 3-4 16,0 5-3-16,1 3-3 0,4 1-3 0,2 1-5 15,1 1-4-15,4 0-5 0,6-1-4 0,0-3 1 16,5-6-2-16,1 1 0 0,5-2-5 0,3-4-2 16,0-1 1-16,3-2-5 0,6-3 0 0,1-2-3 15,1 0-8-15,3-6-1 0,-1-3-4 0,-1-1 1 16,5-2-4-16,-4-2 7 0,-5-1-2 0,-3 0 3 15,1-2 3-15,-2-1-1 0,-4-1-7 0,-2-1 7 16,1 0 1-16,-5-1 1 0,0-3 1 0,-1 2 0 16,-1 0 3-16,0-1 9 0,-3 2 9 0,2 5 5 15,-2 2 6-15,1 1-4 0,1 7-5 0,1-11-8 16,-1 11-4-16,0 0-2 0,0 0 1 0,0 0-3 16,0 0-4-16,0 0 0 0,8 32 5 0,-5-17-5 15,1 2 0-15,2 1-13 0,3 1-14 0,-3-2-28 16,2 0-21-16,3 0-13 0,0-3-17 0,-1 0-25 15,4-2-25-15,-1-1-11 0,-3-4-125 0,1 0-308 16,0-1 137-16</inkml:trace>
  <inkml:trace contextRef="#ctx0" brushRef="#br0" timeOffset="13887.08">7781 5050 127 0,'0'0'159'0,"0"0"-20"0,-1-12-10 16,1 12-7-16,0 0-12 0,0 0-24 0,0 0-13 15,0 0-8-15,0 0-6 0,0 0 3 0,2 27-2 0,0-11-6 16,-1-2-2-16,-1 1-7 0,1-1-2 16,1-4-14-16,0 0 4 0,-1 1-5 0,-1-11-3 0,2 15 0 15,-1-8-6-15,-1-7 8 0,3 8-4 16,-3-8 8-16,0 0 19 0,1 6 17 0,-1-6 6 16,0 0-11-16,0 0-11 0,0 0 5 0,0 0-12 15,8-21-3-15,-5 12 2 0,2-2-8 0,3 0-3 0,-1 0-3 16,0-2-7-16,1 3-1 0,1-2-4 15,-1 4-3-15,2 1-7 0,0 1-3 0,0 1 0 16,2 2-8-16,-1 2-10 0,2 3-5 0,0 0-19 16,0 1-8-16,-1 5-35 0,4 0-33 0,-1 2-23 15,-2 1-25-15,-2 0-119 0,-1-1-303 0,-1 0 134 16</inkml:trace>
  <inkml:trace contextRef="#ctx0" brushRef="#br0" timeOffset="14274.76">8244 4995 185 0,'0'0'205'0,"-5"-8"-14"0,5 8-23 0,-4-5-15 16,4 5-19-16,0 0-16 0,0 0-11 0,-13 16-8 16,7-2-10-16,1 2-7 0,-4 1-11 0,4 1-5 15,0 0-8-15,1 1-8 0,1-1-13 0,2-2-15 16,1 0-7-16,1-3-12 0,4-3-1 0,0 0-16 15,2 0 6-15,2-2-18 0,-2-3 8 0,0 0 2 16,-7-5 6-16,16 3-1 0,-16-3 4 0,14-5-1 16,-5-2 5-16,-1 0 6 0,-3-3 10 0,-1-1 8 15,-1-2 4-15,-1-4 6 0,1-2 9 0,-5-5-3 16,2-5-2-16,-1-2-3 0,0 0 2 0,-3-2 5 16,1-1 5-16,1 2-3 0,-2 1 3 0,-1-2 3 15,0 3 6-15,1 2 11 0,0 11 7 0,2 0 2 16,-1 5-3-16,2 3-3 0,-1-1-13 0,1 4-11 15,1 6-8-15,0 0-8 0,0 0 4 0,0 0-10 16,0 0-2-16,13 41-1 0,-5-11 2 0,-1 5-2 16,0 13-11-16,2 0-23 0,0-2-25 0,-1-10-23 15,4 8-32-15,-3-12-28 0,5 0-28 0,0-1-42 16,3-4-177-16,-2-3-402 0,4-6 179 0</inkml:trace>
  <inkml:trace contextRef="#ctx0" brushRef="#br0" timeOffset="14856.87">9333 4906 160 0,'0'-9'258'0,"-2"-1"-4"0,2 10-15 0,-2-10-24 0,2 10-19 16,-7-7-29-16,7 7-19 0,-15 3-10 0,6 2-17 15,-7 6-13-15,2 4-2 0,-7 5-19 0,3 3-6 16,-1 1-8-16,0 1-7 0,6 0-8 0,4-1-5 15,4-5-9-15,0 0-5 0,4-1-7 0,6 0-7 16,-1 0-8-16,2-2-5 0,2-3-10 16,1 0 4-16,2-5-7 0,1 1-8 0,0-4 3 0,4-1-4 15,2-1 0-15,-6-3 1 0,6-2 1 0,-1-2-2 16,-2-5 4-16,-2-2-1 0,1-1-2 0,-2-5 4 16,-2-7 0-16,5 0 1 0,-7-6-1 0,0 2 11 15,-3-5-6-15,2-13 3 0,-7 11 1 0,1-13 3 16,-3 16 1-16,-2-16 4 0,0 13-1 15,2-1 14-15,-5 0 1 0,5 7 2 0,-3-1-3 0,1 5 13 16,1 8 17-16,1 5 5 0,-1 1-3 0,3 11-6 16,-2-13-11-16,2 13-12 0,-2-10-11 0,2 10-3 15,0 0-2-15,0 0 1 0,7 34 2 0,-3-1-4 16,1 15-2-16,-1 0 2 0,-2-2 0 0,6 4 0 16,-4-3-2-16,2-2 0 0,-2-9 1 15,1-4 1-15,1 0-8 0,2-1 5 0,2-4-4 0,-1-1 2 16,-1-9-3-16,3-1-16 0,1-1-6 0,-1-4-3 15,5 1-3-15,-5-5-4 0,2-5 0 0,5 2 1 16,-4-2 0-16,3-5 2 0,-1-3 0 0,0-2 3 16,-1-2 1-16,-1-3 4 0,1-1 1 15,-6-3 1-15,3-6 3 0,-1-2-2 0,-4-1 3 16,0 1 4-16,-3 8 2 0,1 0 18 0,-2 1 7 0,-2 4 11 16,-1 3 7-16,1-1 0 0,-1 3-8 0,0 7-4 15,0-10-11-15,0 10-2 0,0 0-1 0,0 0 0 16,0 0 0-16,0 0-3 0,-6 30-16 15,5-14-20-15,-1 0-31 0,2 3-31 0,2-2-41 16,3-2-43-16,0 1-39 0,0-2-192 0,-1 2-439 16,1-7 194-16</inkml:trace>
  <inkml:trace contextRef="#ctx0" brushRef="#br0" timeOffset="15025.13">9697 4731 43 0,'0'0'153'0,"-4"-10"-37"0,4 10-63 0,0 0-29 0,0 0-11 15,0 0-9-15,0 0-13 0,0 0-16 16,0 0-37-16,16 16-68 0,-10-3 31 0</inkml:trace>
  <inkml:trace contextRef="#ctx0" brushRef="#br0" timeOffset="15266.53">9848 4982 42 0,'1'13'136'0,"0"-2"16"0,1 0-16 0,0 1-8 16,-1-1-13-16,2-1-10 0,2 1-7 0,0-2-3 15,2-1-15-15,-2 0 0 0,0-2 0 0,-5-6-9 16,11 8-2-16,-3-7 2 0,-8-1 2 0,19-1 0 16,-19 1-3-16,23-9-4 0,-11 2-6 0,3-3 4 15,-9 0-3-15,3-3-4 0,-2 3 2 0,-3-2 1 16,-2-5-8-16,1 0-5 0,-6-2-6 0,-1 2-5 15,-2 1-5-15,-2 0-2 0,1 2-7 0,-2 0-7 16,1 3-15-16,0 5-16 0,-1-3-14 0,0 4-20 16,-2 3-16-16,11 2-20 0,-13 0-27 0,13 0-22 15,-11 11-23-15,4-3-129 0,3 3-311 0,2-2 138 16</inkml:trace>
  <inkml:trace contextRef="#ctx0" brushRef="#br0" timeOffset="15822.84">10277 4934 43 0,'7'-3'213'0,"-1"-1"-16"16,-2-2 0-16,1 3-6 0,-5 3-3 0,5-12-10 16,-5 12 0-16,0 0-22 0,-5-11-4 0,5 11-7 15,-4-7-11-15,4 7-19 0,0 0-12 0,0 0-13 16,-22 14-11-16,11 0-6 0,-2 2-4 0,-3 5-8 16,0 0-8-16,2 0-7 0,5-4-2 0,3 2-4 15,2-2-3-15,1-1-6 0,3-1-8 0,4 1-2 16,0-2-10-16,2-3-3 0,3-3-7 0,1 2-3 15,2-4-6-15,0-1-2 0,2-3 0 0,2-4-7 16,2 2-1-16,-1-5 5 0,-1-2 0 0,0-2 0 16,-5-2 7-16,2-4-1 0,-3 1 1 0,2-10 1 15,-3-3-5-15,1 0 6 0,-5-4 3 0,-2 2 0 16,-2-6 2-16,0-1 4 0,-2 1-2 0,1-1-1 16,0 1 5-16,-3-1 5 0,1-10-1 0,-2 15 13 15,0 5 10-15,-1 1 1 0,2 8 15 0,2 5 5 16,-1 5-3-16,2 0-12 0,0 7-7 0,-3-11-8 15,3 11-3-15,0 0-6 0,0 0 0 0,3 27-2 16,-3-1 1-16,1 7 1 0,-2 11-3 0,1-8 2 16,1 17-7-16,0-3 4 0,2-4 1 0,3-11-5 15,-2-3-1-15,2-1 2 0,2-1 3 0,5-4-5 16,0 0 1-16,-3-9-1 0,8 1-8 16,-6-4-6-16,5-3-7 0,1 0 0 0,0-5-5 0,2-1-5 15,0-3-2-15,8-7-8 0,-8 3 6 0,2-7-6 16,3-2 4-16,-7 0 2 0,-4-3-1 0,0-3-3 15,2-5 4-15,-4 0 0 0,-1-4-3 0,-5 0 2 16,0-1 5-16,-3 1 1 0,-2 9 7 16,-2-3 5-16,0 2 7 0,-3 6 9 0,-2-3 13 15,-1 5-3-15,2 3-5 0,-2 3 0 0,-4 0-3 0,0 4 2 16,-6 5-4-16,2 8 1 0,-8 3-2 0,1 5 1 16,1-2-1-16,5 4 0 0,2 3-15 0,6-1-20 15,2-1-36-15,7-6-47 0,4-2-52 0,4 0-65 16,0 0-154-16,14-2-417 0,-3-5 185 0</inkml:trace>
  <inkml:trace contextRef="#ctx0" brushRef="#br0" timeOffset="17247.18">11736 4927 110 0,'-4'-6'204'0,"4"6"-19"15,-13-3-17-15,13 3-19 0,-16 3-11 0,9 6-8 16,-7 4-18-16,-2 8 6 0,-1 6-5 0,1 1-4 16,2 1-10-16,1 2-14 0,4-1-4 0,2 0-10 15,6-3-5-15,2 0-6 0,3-7-6 0,6 4-5 16,-3-8-4-16,13 4-7 0,-7-10-7 0,4 0-2 15,3-1-8-15,10-6-5 0,-2-4-20 0,4-4-10 16,0 1-3-16,0-4-12 0,1-4 10 0,-6-2-1 16,-1 0 7-16,-2-1-1 0,-1-3 1 0,-8-1-2 15,2-4 0-15,-5-2 4 0,-1 3-1 0,-3-4 9 16,-2-1 5-16,-2 0-5 0,-2-4 5 0,1 4 13 16,-1 3 12-16,-2-1-1 0,-2 8 9 0,2 6 16 15,-3 0 4-15,6 4-5 0,-3 7-6 0,-3-12-4 16,3 12-14-16,0 0-1 0,0 0 1 0,0 0-9 15,0 0 8-15,-6 38-10 0,2-13 1 0,2 5 1 16,0-1-3-16,1 2 2 0,4-1 2 0,3-4-2 16,-2 2-5-16,5-6-1 0,1-5-3 0,-1 0 5 15,6-3-1-15,-1 0 1 0,3-2 1 0,-2-4-3 16,5-1 2-16,-3-3-2 0,-1-1-8 0,2-3 0 16,0 0 3-16,-5-3-7 0,-1-2 4 0,-1-1 1 15,-3 0 1-15,1-4-1 0,1 0-1 0,-3-5-1 16,-1-1 3-16,-1-1-4 0,0 2-4 0,-3-6 2 15,0-2 4-15,-2 5 0 0,0-2-1 0,0 4-1 16,0 3 6-16,0 4 0 0,0-1 4 0,0 3-1 16,0 7 1-16,0-10-14 0,0 10 1 0,0 0-2 15,0 0 1-15,0 0 0 0,0 0 0 0,0 0 1 16,0 40 3-16,2-22-1 0,-2 3 1 0,1-2 1 16,3 5 1-16,2 1 0 0,-2-7 0 0,3-2 0 15,1 3 0-15,0-2 2 0,1-3-2 0,1 1 2 16,-2-6-2-16,1 1-1 0,0-3 0 0,1 0-1 15,0-2 1-15,-1-1-2 0,1-2-2 0,0-3-1 16,-1 0 1-16,1-3-7 0,-2-2 0 0,1 0-4 16,3-4-1-16,-1 0 0 0,-2-6 4 0,0 1 2 15,-4-2-8-15,1-2 7 0,-4-5-6 0,-1 5 2 16,-3-6-2-16,-1 0 1 0,-1 1 4 0,-1 5-6 16,0 2 9-16,-1 2 3 0,-1-2 4 0,3 7 5 15,-3-1 1-15,2 4 2 0,-2-1 0 0,3 2-1 16,4 6-4-16,-5-8-5 0,5 8-5 0,0 0 1 15,-4-4 3-15,4 4-1 0,0 0 4 0,0 0-3 16,0 0 4-16,0 0-1 0,17 19 0 0,-4-13 1 16,2 1-3-16,1-2 9 0,1 1-4 0,2-1-1 15,1 1 5-15,-4-2-8 0,2 2 6 0,-7-1-6 16,2-1-1-16,-2 3-3 0,0-4 3 0,-2 6 0 16,1-1-1-16,-3-1 1 0,-1 3 6 0,-2-2 4 15,2 5 7-15,-2-1 12 0,0-1 7 0,-4 5-10 16,3-4 2-16,-1 6-2 0,0-5 1 0,2 2-8 15,-1-3 2-15,1-1-1 0,3 1 0 0,-3-2-1 16,3 0 0-16,-2-4-5 0,3 1 5 0,0 1-4 16,3 0 1-16,-1-4 0 0,4-1-2 0,-1 1 0 15,1-4 1-15,-1 0-4 0,6-1-1 0,-8-2 3 16,2-1-2-16,3-4-3 0,-5 1-2 0,3-4-4 16,-5 2 2-16,1-4-2 0,-2-1-1 0,-2-2 3 15,-1 0-2-15,-5-2-4 0,0 1-1 0,0-1 2 16,-2 0 3-16,-2-1-4 0,1 3 0 0,1 3 4 15,0 1 7-15,0 2 2 0,2 3-2 0,0 7-1 16,-4-12 1-16,4 12-6 0,-2-8-6 0,2 8-11 16,0 0 0-16,6-8 1 0,-6 8 3 0,0 0-1 15,22 8 2-15,-9-1 0 0,-2-1 0 0,5 4 1 16,-4 4 3-16,3-2-1 0,-3 1 1 0,-2 3 0 16,-1-1 0-16,3 0 4 0,-5 1 3 0,-1 0-3 15,0-1 2-15,2 2 1 0,-2-3 1 0,-1 0-1 16,-1-3 3-16,1 0-3 0,4-1 3 0,-4 0 0 15,3-3 1-15,3-1-2 0,-1-1 7 0,1 0-2 16,3-2 2-16,5-1-3 0,0-3 3 0,-6 0-1 16,7-2-2-16,-4-3 0 0,0-1-4 0,1 1 5 15,-3-6 1-15,-1 3 0 0,-1-5-1 0,-1 3 8 16,-2-2-8-16,0-2 8 0,-4-4-1 0,-3 3-2 16,-2 2 6-16,2 2 5 0,-4-1 1 0,0 3 0 15,2 10 3-15,-7-15 4 0,2 7-3 0,3 3-10 16,2 5-1-16,-11-3-6 0,11 3 0 0,-19 5 0 15,8 2 5-15,-1 5-11 0,0 0-14 0,1 2-24 16,-3 1-28-16,7-1-44 0,1 1-30 0,4-4-49 16,2 5-59-16,-1 0-164 0,1 0-441 0,5-4 195 15</inkml:trace>
  <inkml:trace contextRef="#ctx0" brushRef="#br0" timeOffset="17476.5">13587 5161 51 0,'0'-16'233'16,"0"-1"-11"-16,0 2-13 0,4-5 0 0,-2 4 0 16,-2-2-8-16,5 0-19 0,-2 2-9 15,1 5-17-15,2-1-20 0,3 5-15 0,1-1-15 0,-1 3-9 16,4 1-12-16,5 3-12 0,0 5-4 16,2 0-11-16,1 4-3 0,0 4-9 0,2 4-4 0,-7-3-7 15,-1 1 0-15,-1-1-7 0,-5 1-2 0,4 3-9 16,-5-2-19-16,-2-1-21 0,-1 1-23 0,1-4-42 15,-4 1-32-15,3-3-45 0,0-2-40 16,-1 3-167-16,-4-10-401 0,0 0 179 0</inkml:trace>
  <inkml:trace contextRef="#ctx0" brushRef="#br0" timeOffset="17703.98">14135 4809 1793 0,'0'-30'-39'0,"0"4"68"0,0 10 22 0,0 0 40 15,0 7 16-15,0 9-6 0,0-17-16 16,0 17-18-16,0-10-18 0,0 10-8 0,0 0-4 16,0 0 17-16,0 0 27 0,-4 36 13 0,-1-7-10 0,1 4-5 15,-4 12-7-15,0-10-4 0,7 10-5 0,-3-11-1 16,0 0-7-16,4-4-8 0,0 2 0 16,-2-1-8-16,4-1 1 0,2-2 2 0,-3-4-14 15,0-3-29-15,2-2-32 0,1-2-40 0,-4-4-56 16,0-2-52-16,0-11-47 0,4 19-226 0,-4-19-491 15,0 0 216-15</inkml:trace>
  <inkml:trace contextRef="#ctx0" brushRef="#br0" timeOffset="17855.47">13932 4988 2654 0,'0'-7'46'0,"0"7"-35"15,3-12-7-15,-3 12-19 0,2-10-6 0,-2 10 8 16,10-6-1-16,0 3 7 0,7-1 3 0,2 1-3 0,12 0-16 15,1-2-23-15,5 1-43 0,1 3-40 16,12-2-52-16,-9 3-180 0,-3-2-392 0,-2-2 174 16</inkml:trace>
  <inkml:trace contextRef="#ctx0" brushRef="#br0" timeOffset="21566.43">15178 5041 48 0,'0'0'200'0,"-1"-8"-23"0,1 8-19 0,0 0-14 0,0 0-17 15,0 0-7-15,0 0-16 0,-4 20-11 0,4-6-9 16,0 2-5-16,2 2-8 0,4-1-4 0,-4 2-5 16,1 0-13-16,2-1-5 0,0 1 1 0,1 1-8 15,2-4-4-15,-3 0 1 0,-1-4-1 0,1-1-4 16,3-3-2-16,-3-2-6 0,-4 1 2 15,6-1-5-15,-4-3 3 0,-3-3 6 0,11 4 3 0,-11-4 5 16,12-4-5-16,-12 4 6 0,11-9-2 0,-4 2-1 16,0-2 3-16,-2-3-2 0,1 2-3 15,1-4-2-15,-1 1 5 0,0 3 8 0,-1-2-20 16,-2 2-1-16,0 1 2 0,0 4 0 0,0 0-7 0,-3 5-6 16,5-9-1-16,-5 9-6 0,6-3 2 0,-6 3 1 15,0 0-3-15,18 8 0 0,-11 1-1 0,4-2 1 16,1 5 2-16,-1 1-1 0,6-2 1 0,-3 1 0 15,5-2 1-15,0 1-2 0,4 3 2 0,-5-5-2 16,4 1 0-16,-3-4 0 0,0-1-2 0,0-1 1 16,-3-4-2-16,-2 2-4 0,-3-2 4 0,0-2-4 15,0 0-3-15,-5 0-4 0,1-1-10 0,-2-4-19 16,-1-4-4-16,1 0 3 0,-5-2 7 0,0-2-3 16,-5-3 4-16,0-1 0 0,-3-5-1 0,-4 0 10 15,-2-1-5-15,3 3 14 0,-1 5 12 0,2 0 1 16,1 2 4-16,3 5 3 0,-2 0 4 0,4 4-6 15,0-2 1-15,2 3-5 0,2 5-4 0,0 0 1 16,-3-8 0-16,3 8-1 0,0 0 0 0,0 0 0 16,0 0 4-16,27 5-5 0,-14-1-3 0,5-2-1 15,0 1 3-15,3 0 0 0,1-3-2 0,-3 2-1 16,2-2 4-16,-8-1-1 0,-1-2 3 0,1 1 0 16,-1-2 1-16,-1-1 5 0,-2 0 1 0,0-2 11 15,-3 0-10-15,0-5 7 0,-3 2-1 0,1-2 8 16,-1 0-3-16,-1 0 0 0,3-4 2 0,-3 5 1 15,-1 0 1-15,-1 1-1 0,0 10-3 0,1-12-7 16,-1 12-2-16,1-9-5 0,-1 9-5 16,0 0-1-16,0 0 1 0,0 0-2 0,12 31 2 0,-8-10 7 15,1 9-4-15,0 1 0 0,0 2 5 0,-2 0-4 16,1-1 1-16,-2 2 2 0,1-3-2 0,1-2-2 16,-2-3 3-16,2-1-2 0,0-6 4 0,-2-1 0 15,1-3 1-15,-2-3-6 0,2-4-4 16,-1 0 2-16,-2-8-4 0,2 11 4 0,-2-5 2 0,0-6 2 15,3 10-2-15,-3-10 2 0,0 0-8 0,0 0 8 16,0 0-2-16,12 0 0 0,-12 0-5 0,0 0 3 16,0 0-6-16,0 0 2 0,19-6-2 0,-19 6-3 15,0 0 0-15,15 2 5 0,-15-2 2 16,16 4 2-16,-10-3 1 0,6 1 0 0,-2 1-2 0,0 1 3 16,2 0-1-16,-2-4 4 0,-10 0-2 0,23 0 2 15,-10-2 1-15,-1 0 1 0,0-2-2 0,-2 1 3 16,0-2 0-16,1-1-2 0,-1-2 2 0,0 3 7 15,-2-3-3-15,-3 1 1 0,0-1 3 0,0-1 5 16,0 1 1-16,-2-2-4 0,-1 0-1 16,1-2 1-16,-1 3-2 0,0 0 2 0,-1 2 1 0,0 0 3 15,-1 7-5-15,0-9-4 0,0 9-4 0,1-8-5 16,-1 8-5-16,0 0-3 0,0 0 1 0,0 0-4 16,0 0-17-16,-11 20-21 0,8-8-34 0,-2 4-24 15,3-3-41-15,-1 3-41 0,1 4-135 0,0-2-348 16,4-7 153-16</inkml:trace>
  <inkml:trace contextRef="#ctx0" brushRef="#br0" timeOffset="21756.98">16382 5292 144 0,'4'-10'193'0,"0"2"-4"0,-2-2 4 15,0 3-2-15,0 2-15 0,-2 5-16 0,3-10-18 0,-3 10-20 16,5-5-16-16,-5 5-8 0,0 0-10 0,0 0-10 15,16 8-7-15,-11 0-4 0,4 3-7 0,-2 0-8 16,0 3-17-16,0 2-21 0,3 0-28 16,-5 3-26-16,2-4-33 0,-2 0-40 0,-1 1-47 15,-1 1-137-15,1-5-321 0,0 0 142 0</inkml:trace>
  <inkml:trace contextRef="#ctx0" brushRef="#br0" timeOffset="23651.28">17165 5177 14 0,'-2'-11'251'0,"2"11"-14"0,-3-10-10 16,3 10-16-16,-4-9-3 0,4 9-5 0,-2-9-9 16,2 9-11-16,-3-6-2 0,3 6-27 0,0 0-17 15,-1-7-18-15,1 7-16 0,0 0-12 0,0 0-11 16,0 0-10-16,0 0-8 0,0 0-6 0,0 0 1 16,0 0-16-16,0 0-3 0,6 20 1 0,-2-12-6 15,-1 0-7-15,1 4 4 0,1-3-5 0,-4 1 1 16,3-1-7-16,-2 1 7 0,1-3 0 0,0 0-13 15,-1 3-1-15,1-5-3 0,-1 0-6 0,-2-5-3 16,3 11-3-16,-3-11-1 0,2 5-5 16,-2-5 7-16,2 7-3 0,-2-7 3 0,0 0 1 0,2 7 2 15,-2-7 5-15,0 0-3 0,0 0 4 0,0 0 2 16,0 0 5-16,0 0-3 0,0 0 1 0,0 0-1 16,0 0-3-16,0 0 1 0,0 0-4 0,0 0 0 15,0 0 1-15,0 0 0 0,-6-24-1 0,6 24-1 16,-3-6-2-16,3 6 0 0,-4-7 3 0,4 7 0 15,0 0-4-15,-2-6 3 0,2 6-4 0,0 0 2 16,0 0-1-16,-5-8 8 0,5 8-11 0,0 0 4 16,0 0-2-16,0 0 3 0,-3-6-7 0,3 6 5 15,0 0-1-15,0 0 2 0,0 0 1 0,0 0-2 16,0 0 1-16,0 0-2 0,-3-8 1 0,3 8 1 16,0 0 1-16,0 0-5 0,0 0 1 0,0 0-2 15,0 0-2-15,0 0-2 0,0 0-2 0,0 0-1 16,0 0 0-16,0 0 2 0,0 0-2 0,0 0 4 15,0 0 6-15,0 25-8 0,2-15 1 0,-2 1 5 16,0-1-3-16,0-2 0 0,-2 4 1 16,2 1 0-16,-1-2-3 0,2 0 7 0,-2 2 0 0,1-5-2 15,-1 0-1-15,1-8 5 0,-1 11-2 0,1-11 5 16,1 8-6-16,-1-8 7 0,0 0 6 0,-3 7 15 16,3-7 14-16,0 0-1 0,0 0 0 0,0 0-5 15,0 0-2-15,0 0-3 0,-14-19-3 0,12 13-6 16,-1-3 2-16,1-1-4 0,0 1-7 0,1 0-2 15,0-3-6-15,2 1-4 0,2-6-4 0,1 0 1 16,1 2-8-16,0 1-3 0,2-3 6 0,2 2-8 16,0 1-1-16,4 0 2 0,-1 3-5 0,-2 3-5 15,3 1-1-15,-3 2 4 0,0 0-4 16,3 4 1-16,-2 1-2 0,1 3 8 0,1 1-4 16,-2 1 3-16,3 5 0 0,-2 1 2 0,2 0 2 0,-5 5 0 15,0-1 5-15,1 0 1 0,-4-3 2 0,1 0-4 16,-2 0 6-16,-3-3 1 0,1-1 1 0,0-1 2 15,-1 0 0-15,-1 0-2 0,-1-7 2 0,4 10-1 16,-4-10 4-16,4 7 8 0,-4-7-2 0,1 5 7 16,-1-5-5-16,0 0-2 0,0 0 2 0,0 0 2 15,0 0-6-15,7-17 0 0,-5 10 0 0,2-1 0 16,-1-2-3-16,2 1-3 0,5-6-2 0,-1 2-6 16,0 3 1-16,1 0 3 0,3 0-2 0,-3 1 2 15,1 2-1-15,-2 0-1 0,1 2-3 0,1 3 1 16,-2-1-2-16,0 3 2 0,2 3 0 0,-2 2 2 15,2 1-4-15,0 2 3 0,2 3 7 0,-4-1-4 16,2-3-2-16,-1 6 3 0,2-1 2 0,-2-5-3 16,3 4-2-16,2-1-2 0,-1 0-1 0,-1-3 0 15,4-3-5-15,-3-1-4 0,6-3-2 16,-1-2 6-16,1-2-2 0,-1-1 5 0,-5 1 3 16,1-5 0-16,-1 2 1 0,2-4 0 0,-4 1 5 0,-2 1 5 15,1-3-1-15,-2-1 2 0,-2 2-2 0,4-2 1 16,-6 3 0-16,2-2 3 0,-3 2 3 0,3 3 4 15,-4 0-1-15,0 3 1 0,-3 4-8 0,5-8 0 16,-5 8-4-16,7-2 0 0,-7 2-5 0,0 0 4 16,0 0-1-16,8 13 4 0,-6-5-3 0,0-1 1 15,2 2 3-15,0 1-3 0,1 0 0 0,2 0 1 16,1 0 9-16,1-3-7 0,0 0-3 0,0 1 2 16,4-5-2-16,-1 1 4 0,1-1-3 0,0-1 2 15,0 1-1-15,-1-2 6 0,-1-3-6 16,1-1 2-16,-2-1 4 0,-1 0-2 0,-3 2 8 15,2-3 6-15,-3 1 3 0,0-1-4 0,2 0 1 0,-4-2 2 16,4 3 3-16,-7 4 3 0,6-9-5 0,-3 5 0 16,-3 4-2-16,5-4-5 0,-5 4-8 0,0 0-6 15,0 0 7-15,0 0 1 0,0 0-12 16,11 24 3-16,-4 1-1 0,-4 7 1 0,1 0 5 16,-1 15-2-16,-2-1 1 0,0 4-1 0,2 0 2 15,2 0 3-15,-1 2-4 0,-3-3 2 0,4-2-1 0,-5 0 1 16,2-13 1-16,-2 1-7 0,-2-2 2 0,1-1 1 15,-5-2-5-15,2-2 1 0,-3-3-2 0,2-8-2 16,-2 2-12-16,-3-5 4 0,-2 1-2 0,-3-2 2 16,-2-2 1-16,-3-2-2 0,-6-4 1 15,-1 2-2-15,4-4 9 0,-4-2-2 0,-1-7 0 0,8-1 1 16,-3-4 5-16,2 2 2 0,1-8-2 0,2-1 2 16,3-4-1-16,3-4-1 0,2-1 10 0,5-5-9 15,4-3-6-15,4-11 1 0,10 2 2 0,3-4-2 16,8 3 2-16,4 3-5 0,6 3-3 15,4 0 0-15,5 1-3 0,-1 2-7 0,7 2-7 0,-3 6-5 16,0 2 5-16,-13 10-1 0,1 1 4 0,-4 1-1 16,-1 3-12-16,-10 4-15 0,-1 2-25 0,-5 0-23 15,-2 1-25-15,1 3-18 0,-12 1-31 16,14 0-12-16,-14 0-165 0,10 7-381 0,-10-7 169 16</inkml:trace>
  <inkml:trace contextRef="#ctx0" brushRef="#br0" timeOffset="24806.9">4787 5986 211 0,'0'0'216'0,"-3"-10"-6"0,3 10 3 0,-1-9-16 16,1 9-25-16,-2-10-11 0,2 10-9 15,0 0-27-15,0 0-12 0,-2-7-17 0,2 7-11 16,0 0-15-16,0 0-3 0,0 0-9 0,15 29-1 15,-5-3-8-15,0 3 7 0,2 5-15 0,3 12-2 0,0-1-4 16,0 0-3-16,0-1-7 0,-5-11 2 16,-1 0-4-16,2-2-1 0,-3 1 0 0,2-3-4 15,-4-3-3-15,3-8 1 0,0 0-3 0,-1 0 0 16,-2-5-6-16,2-3 4 0,-4 0 0 0,0-2 0 16,-2-3 0-16,1 1 1 0,-1-1-3 0,-2-5 6 0,3 8-1 15,-3-8 3-15,4 4-2 0,-4-4 0 0,0 0-2 16,0 0-2-16,7-14 4 0,-3 4-5 15,-1 0 0-15,2-6 3 0,0-2-8 0,3-5-4 16,2-4 3-16,1-2 5 0,1-1-8 0,2-4 1 16,-3 1-5-16,6-11 3 0,3-1-2 0,-4 1-2 0,-6 11 4 15,3 1-2-15,-4-2-3 0,0 1 5 0,1 4 6 16,-1 1-9-16,-7 9 0 0,2 2 6 16,-1 0-5-16,-1 2 0 0,0 5 1 0,-2 1 1 0,1 2-1 15,-1 7 0-15,0-13-3 0,0 13 9 16,0 0-10-16,-1-9-1 0,1 9-3 0,0 0 1 0,-9-2 0 15,9 2 2-15,-15 12-2 0,3 1 2 0,0 3 0 16,-3-1 2-16,5 1 4 0,-1-2-10 0,3 1 9 16,1-4-1-16,5 1-9 0,0-1 2 15,4 5 3-15,2-2 3 0,1-4-1 0,9 5 5 16,0-3-9-16,2-3-6 0,10 1-18 0,2-2-9 0,3-2-24 16,2-1-26-16,1-3-34 0,2-1-30 0,1 0-23 15,-1 2-164-15,-5-3-371 0,-1 3 164 0</inkml:trace>
  <inkml:trace contextRef="#ctx0" brushRef="#br0" timeOffset="25037.84">5572 6409 23 0,'0'6'169'0,"2"2"-1"0,-2 4-15 0,1-2-12 16,1 2-10-16,-1 4-13 0,0-1-9 16,-1 3-11-16,2 0-5 0,-1 0-13 0,0-1-8 15,2 1-3-15,-1-2-4 0,1 1-15 0,-1 0-27 16,1-5-28-16,-2 1-33 0,2-2-38 0,1 0-41 16,-3-3-104-16,-1-8-240 0,4 13 106 0</inkml:trace>
  <inkml:trace contextRef="#ctx0" brushRef="#br0" timeOffset="25216.97">5512 6168 39 0,'-2'-7'256'0,"2"7"-30"0,-4-10-38 0,4 10-41 16,-1-9-43-16,1 9-36 0,0 0-33 0,0 0-52 15,13-1-36-15,-13 1-113 0,23 6-180 0,-6-2 81 16</inkml:trace>
  <inkml:trace contextRef="#ctx0" brushRef="#br0" timeOffset="25705.35">6315 6460 199 0,'7'-6'292'0,"-3"-3"-9"0,3-1-21 16,1-4-20-16,1-1-11 0,-3 0-13 0,4-3-15 15,-1 0-16-15,2 1-12 0,0-1-13 0,-2 1-13 16,0 0-16-16,1-6-14 0,-3 6-12 0,0-1-9 16,1 0-10-16,-2 1-7 0,-2 2-12 0,1 4 1 15,-2 1-12-15,-2 3 4 0,2 1-11 0,-3 6-14 16,2-9 2-16,-2 9-17 0,0 0-5 0,0 0-2 15,0 0-5-15,0 0-1 0,0 0-3 0,0 0-1 16,-2 34 3-16,-1-17-2 0,3 1-3 0,-1 1 1 16,1 0-2-16,2-1 0 0,4-1-1 0,1-2 3 15,0-2-4-15,4 0 4 0,1-2-3 0,3 0 1 0,-3-7-6 16,7 2-7-16,2-5-2 0,0-2 2 0,7-3-7 16,-1-1 0-16,-6-1-5 0,-3-2 1 0,2 0 4 15,-1-1 4-15,-5-2 1 0,-3-2-1 0,1-1 0 16,-5-1-4-16,0 0 5 0,-2-2 2 0,-4-1 1 15,1 2 1-15,-4-1-2 0,0-3 5 0,-2 1 0 16,1 2 10-16,-1 1 0 0,-1 3 9 0,3 2 2 16,-1 3 1-16,2 1-5 0,1 7-6 0,-3-9-3 15,3 9-3-15,0 0 0 0,0 0 0 0,0 0-5 16,0 0 6-16,0 43-1 0,2-19 2 16,-1 2 1-16,1 2 2 0,-2 1 0 0,2-2 4 15,-1 1-14-15,2-4-36 0,-1-4-25 0,2 4-28 0,0-5-51 16,-1-1-55-16,2-3-52 0,-2 1-202 0,0-5-493 15,-3-4 219-15</inkml:trace>
  <inkml:trace contextRef="#ctx0" brushRef="#br0" timeOffset="25874.21">6349 5950 27 0,'-7'-8'232'0,"2"3"-49"0,1 0-57 16,4 5-46-16,-2-7-28 0,2 7-21 0,0 0-35 16,0 0-36-16,32 6-75 0,-14-5-124 0,12 7 55 15</inkml:trace>
  <inkml:trace contextRef="#ctx0" brushRef="#br0" timeOffset="26224.86">7903 6257 1923 0,'-7'-16'-10'15,"0"-1"51"-15,-2 2-1 0,1 1 27 0,-1 4-16 16,3 0-12-16,-2 4-2 0,2-2-4 0,-1 4-1 16,2 1-9-16,5 3 5 0,-10 0-1 0,10 0 1 15,-12 10 0-15,2-1 28 0,2 5 5 0,1 1-5 16,-3 11-5-16,3-1-6 0,3 0-5 0,4 2-2 0,0-3-4 16,4 2-1-16,1-8-4 0,2 1 0 15,0-1 0-15,5-1-7 0,7 2-13 0,-5-5-20 16,9 0-23-16,-3-5-24 0,6-3-29 0,1-2-32 15,0-1-25-15,-4-4-22 0,6-4-18 0,1-2-8 16,-2-2-129-16,-3-6-348 0,-3-2 154 0</inkml:trace>
  <inkml:trace contextRef="#ctx0" brushRef="#br0" timeOffset="26815.87">8216 6111 101 0,'-5'-29'152'0,"-4"0"6"0,2 1-3 0,1 3 13 15,1 7 15-15,1 3-5 0,0 5 7 0,2 3-9 0,0-1-18 16,2 8-24-16,-2-11-18 0,2 11-18 0,0 0-8 15,0 0-10-15,0 0-8 0,5 28-7 16,1-3-7-16,1 8-3 0,-2 13-3 0,-3-12-3 16,2 13-6-16,0-13-4 0,-1 1-1 0,0 0-1 15,1-2-5-15,0-4-2 0,0-3-6 0,-3-7-2 0,2 0 1 16,-2-4-4-16,0-5-2 0,-1 0 1 0,3-3-2 16,-3-2 5-16,0-5-1 0,1 10 3 15,-1-10 8-15,0 0 3 0,0 0-4 0,0 0-5 16,0 0-4-16,0 0-3 0,8-22-5 0,-6 10-5 15,2-3-5-15,3-4-10 0,4-6-4 0,4 5 1 0,0-2-6 16,0 7-1-16,-1 1 2 0,1 4 1 0,-1 1-3 16,1 2 1-16,-2 4 0 0,1 1-1 0,-2 4 2 15,1 0 1-15,5 4 3 0,-3 2 2 16,2 1 0-16,-3 0 4 0,4 1-1 0,1-1 0 0,-3 1 2 16,10 2-3-16,-7-4 2 0,7-2 10 0,1 2-12 15,1-6-1-15,0-1-5 0,0-1-2 0,-1-2-1 16,-6-2-1-16,1-1 3 0,-1-1 3 15,-1 0 5-15,-3-1-2 0,-1-1 1 0,-4 0 7 0,-3 0 2 16,1 1 3-16,-5-3 9 0,0-2 6 0,-2 2-4 16,-1-3 7-16,-2 2 2 0,0-1-3 15,-1 0 4-15,-2 4 7 0,-2-2 1 0,1 6-2 16,-2-3 1-16,-3 5-5 0,-1 0-7 0,0 4 4 16,-4 1-6-16,-2 4-6 0,-2 3 3 0,2 0-5 15,-1 3 3-15,3 0-4 0,3 1-6 0,4-3 3 0,1 3 1 16,2-3-2-16,3 0 1 0,1 2-7 0,1-3-4 15,1-2-3-15,4 0-5 0,-1-1 0 0,0-1 0 16,1-1-3-16,2-1-1 0,-2-2 1 0,5-2 1 16,-4 1 3-16,3-2 0 0,-10 1 5 0,17-3-3 15,-8 1 4-15,-3-1-4 0,3 0 1 0,-2 0 0 16,-7 3-1-16,14-3-4 0,-8 3-11 0,-6 0-17 16,10 3-10-16,-2-1-22 0,-3 1-43 0,2 2-28 15,-1-1-22-15,2 1-37 0,2 4-161 16,-5-1-395-16,4-2 175 0</inkml:trace>
  <inkml:trace contextRef="#ctx0" brushRef="#br0" timeOffset="27013.71">9090 6354 103 0,'3'-11'211'0,"2"0"-7"16,1-3 0-16,0-1-6 0,-1 3-18 15,6-1-10-15,-2-1-4 0,-3 4-12 0,2 3-17 0,-3 2-14 16,0 1-14-16,4 0-10 0,-9 4-12 0,15 0-7 15,-6 4-9-15,1 1-7 0,-1 0-10 0,2 4-18 16,1 3-22-16,-4-3-26 0,2 4-26 16,2 1-27-16,-6-4-26 0,-1 0-21 0,3 2-23 15,1-3-24-15,0 1-14 0,0-2-108 0,1 0-302 0,-1-2 134 16</inkml:trace>
  <inkml:trace contextRef="#ctx0" brushRef="#br0" timeOffset="27998.94">9526 6337 50 0,'5'-10'161'0,"-1"-2"-1"15,-3-4 7-15,0 5-15 0,-3-7-5 0,-2 1 9 0,1 2-2 16,0-1 13-16,-1 5-3 0,-1-1 0 0,-1 1-1 16,2 5-7-16,1-1-5 0,-2 1-14 0,5 6-14 15,-7-8-17-15,7 8-10 0,0 0-12 0,0 0-9 16,-16 14-9-16,7-4-6 0,2 0-2 16,2 6-11-16,1-4-5 0,-1-1-16 0,4 5-15 0,2-3-6 15,0-2-19-15,2 1-9 0,2-2-15 0,2 0-10 16,0-3-1-16,3 0-4 0,-1-2-4 0,0-2 5 15,0-2 3-15,-1 1 8 0,2-4 4 0,2 1 5 16,-3-2 1-16,-2-3 6 0,2 1 2 0,-1-1 14 16,-2 0 16-16,-1 1 10 0,-1 0 5 0,1 2 5 15,-5 3 12-15,9-6-4 0,-9 6-4 0,5-5-8 16,-5 5-5-16,0 0-3 0,0 0 6 0,9 10-9 16,-5 2 4-16,1 6 4 0,0 8 3 0,-1 5 1 15,3 15 4-15,-2 1 3 0,-3 0-2 16,4 1 5-16,-3 0-6 0,1-2 1 0,-3-11-1 0,1 1 0 15,0 10-3-15,-4 2-2 0,2-14 1 0,-3-4-1 16,-2-1-2-16,-1-5-3 0,-1-4 2 0,-2-2-4 16,0-4-1-16,-1 0 1 0,-2-3-4 0,1-6-4 15,0-1 1-15,-1-1-4 0,-1-4-3 0,2-2-1 16,1-5-3-16,-3-3-1 0,2-2-4 0,1-1 3 16,3-13-1-16,4 1-4 0,1-2 1 0,5 1 1 15,5-1 1-15,5-3-2 0,4 2 1 0,9-11-3 16,4 0-3-16,0 3 2 0,2 4-1 0,3-7-2 15,-1 7 2-15,-7 5-3 0,9-7 2 0,1 0 1 16,-11 11 1-16,1-3 1 0,1 2 5 0,-4-1-7 16,0-1 5-16,-3 1-3 0,0 3 2 0,-3-1 3 15,-4 3 0-15,-5 2 2 0,-1 4 2 0,-4 4 0 16,-1 1 5-16,-1 2 1 0,-1 2 1 0,-1 6 11 16,-3-12 7-16,3 12-5 0,-5-5-2 0,5 5 2 15,-17 5-2-15,4 4 2 0,-4-1-2 0,3 4-5 16,-1-1 2-16,1 4-3 0,3-3 1 0,1 2-4 15,5 1 3-15,1-3-5 0,2 0-8 0,3 0-5 16,3-1-17-16,1 0-22 0,4-3-13 0,5 0-23 16,3 0-17-16,4-3-20 0,9-2-4 0,0-1-16 15,1-2 1-15,1-3 14 0,1 2 4 0,-3-5 13 16,-4 0 11-16,-5 1 14 0,-2-1 13 0,-1-1 21 16,-4-1 25-16,-3 1 15 0,-3 0 19 0,0-1 14 15,-3-1-3-15,0 0 11 0,-4-1 12 0,-1 2 5 16,-5-3 7-16,5 11 6 0,-6-10 1 0,-1 4 4 15,2 2 3-15,-5 2 2 0,0 1-4 0,0 1-4 16,-3 3-1-16,3 2-5 0,-2 1-1 0,-2 5-6 16,-1 3-3-16,1 1-1 0,2 1-3 0,-3 3-6 15,6-4 2-15,3 1-7 0,2 0-6 0,2 0-1 16,4-2-2-16,0-2 0 0,3-2-4 0,4 0-5 16,3-1-6-16,3-3-10 0,0-3-10 0,2-1-12 15,2-3-8-15,3-2-7 0,-4-1 1 0,1-3-5 16,-2-2 5-16,-1-3 6 0,-3-1-2 0,-2-1 4 15,-2-2 9-15,-1-2-5 0,-1-8 5 0,-1 2 0 16,-5-3 3-16,0-1 5 0,1-2-2 0,-2 0 6 16,1-2 8-16,0 1 2 0,-1-3 6 0,3 2 2 15,-1 0 3-15,-2 2 11 0,0 4 8 0,0 7 14 16,-1 1 18-16,2 7 12 0,-1 2 3 0,0 2-7 16,0 7-7-16,0-11-11 0,0 11-11 0,0 0-4 15,0 0-5-15,0 0 12 0,-2 30 6 0,-1-1-10 16,-1 6 10-16,-4 11-5 0,1 2 6 0,1-1-9 15,1-12-5-15,-2 1-7 0,3 8-1 0,2-10 1 16,2-4-16-16,2 1-38 0,0-2-34 0,1-1-63 16,1 0-63-16,1-9-67 0,2 4-292 0,-2-9-584 0,3-1 258 15</inkml:trace>
  <inkml:trace contextRef="#ctx0" brushRef="#br0" timeOffset="28422.49">11516 6092 126 0,'-3'-15'279'0,"2"4"-21"16,-1 1-16-16,1 3-19 0,-1 0-17 0,2 7-24 15,-2-8-19-15,2 8-18 0,0 0-20 16,0 0-12-16,0 0 0 0,0 0-5 0,-5 39 2 0,4-7-2 15,-1 20 5-15,2 0-9 0,-3 3-11 0,2 1-7 16,-1-2-9-16,0-3-7 0,0 0-6 0,0-4-2 16,-1 0-4-16,3-12-5 0,0-1-6 0,2 1-6 15,-4-5-4-15,2-1 1 0,-2 1-11 0,2-2-24 16,0 1-34-16,-2-5-34 0,0-8-32 0,-1 0-51 16,1-3-49-16,-2-2-54 0,-2-1-197 0,-2-2-485 15,-2-7 215-15</inkml:trace>
  <inkml:trace contextRef="#ctx0" brushRef="#br0" timeOffset="29277.21">11351 6451 2410 0,'16'-22'1'16,"1"3"-5"-16,-4 8-2 0,3 3 2 0,2 1-9 16,-1 5 6-16,2 2-2 0,0 2 0 0,3 1 6 15,2 7-1-15,-2-2 4 0,2 8 3 0,-3 1 4 16,-1 2 3-16,-3 2-1 0,-2-2-3 0,-2-1 6 15,0 3-3-15,-6-4 2 0,1 0-3 0,-2-1 4 16,1 0-5-16,-7-5-1 0,4-1 5 0,-2-1-1 16,-4-2 8-16,2 1-1 0,0-8 8 0,-7 10-2 15,3-4 5-15,4-6 0 0,-9 1 19 0,9-1 11 16,0 0 1-16,0 0-5 0,-16-9-10 0,12 1-1 16,0-2-8-16,4-2-3 0,3-7-1 0,0 0-3 15,3 1-8-15,1-6 0 0,5-2-3 0,-1 0-4 16,5 4 2-16,-1 1-3 0,3 0-3 0,-5 8-1 15,2-1-1-15,0 4-1 0,-1 2-4 0,-6 2-1 16,-1 2-5-16,4 0 2 0,-4 1-4 0,-7 3 2 16,18 3-3-16,-11 2 3 0,4 3 2 0,-4 0-1 0,1 1 1 15,2 6-1-15,-1-2 0 0,1 1 1 16,0 1-1-16,-1-1 5 0,-1-3 1 0,2 0-1 16,-1 1-1-16,2-2 1 0,-2-2 2 0,1 0 0 15,0-4 0-15,-1 1 8 0,-1-3-4 0,0 2-3 16,-4-3 3-16,-4-1 4 0,11 0-4 0,-11 0-1 15,10-6 1-15,-7 0-2 0,-3 6 1 0,1-18 0 16,-1 6 0-16,-1-1-3 0,0-4 1 0,-1 1 1 16,0-1-2-16,-2-1-3 0,2 2-2 0,-1-1 3 15,2 1-2-15,-1 4-1 0,0 3 3 0,4 1-4 16,-2 8 2-16,0-11-7 0,0 11-4 0,3-8-4 0,2 6 5 16,-5 2 0-16,19 3 2 0,-8 5-3 15,5 1-1-15,-2 3 3 0,3 1 1 0,-4 3 2 16,6 3 0-16,-3-6-2 0,-7 1 2 0,4 0 2 15,-3 0-2-15,-3-3 0 0,1 1 1 0,-2-2 2 0,-1-1 2 16,0-3-1-16,-2-1 2 0,-3-5 3 0,6 8 2 16,-4-5 2-16,-2-3 4 0,2 7 8 15,-2-7-2-15,0 0 0 0,0 0-1 0,0 0-1 16,0 0-1-16,0 0-1 0,0 0-6 0,-8-23-2 0,8 11-4 16,0 2-2-16,1-2-4 0,2-1-4 0,3-3-2 15,-2 0 0-15,5 0-14 0,1 2 2 0,1 2-4 16,1 4 5-16,-4-1-2 0,1 3 1 0,2 3 3 15,-1 2-2-15,-3 0 2 0,3 3 0 0,0 3 2 16,-2-3 0-16,1 4 6 0,-2-1-4 0,0 1 3 16,-3 1 4-16,1-2-1 0,-1 3 4 0,0-4 1 15,-1 1-4-15,-3-5 7 0,7 7-4 16,-7-7 1-16,5 7 7 0,-5-7 0 0,4 3 7 16,-4-3-4-16,0 0 5 0,0 0 8 0,6 1-2 0,-6-1-3 15,0 0 1-15,17-13-3 0,-11 7 1 0,3-1-5 16,-1 0 0-16,2-1-2 0,3 1 1 0,-2 2-1 15,1-1 0-15,-3 1-4 0,5 3 1 0,-6 0-4 16,3 2-2-16,-2 2-3 0,1 2 2 0,-3 0-1 16,3 2-2-16,-2 3-23 0,-2 1-21 0,1-1-17 15,1 4-30-15,-3 1-37 0,2-3-39 0,0 2-36 16,-3-1-158-16,3-2-400 0,-1-2 177 16</inkml:trace>
  <inkml:trace contextRef="#ctx0" brushRef="#br0" timeOffset="29629.69">13248 6197 122 0,'2'-15'261'0,"0"7"11"16,0-2 5-16,0 0-2 0,-2 5-18 0,0 5-21 16,3-11-27-16,-3 11-29 0,0 0-19 0,0 0-18 15,0 0-11-15,-9 25-14 0,0-2-5 0,0 8-5 16,-7 2-10-16,5 13-9 0,-7-1-12 0,5-12-4 15,3 2-11-15,4-2-1 0,3-1-12 0,1-2-3 16,4-3-5-16,3-1-4 0,2-9-2 0,4 0-10 16,0-2 5-16,3-1-11 0,6-5-11 0,-4 1-10 15,1-2-1-15,2-6-4 0,-1-1-3 0,-1-1 2 16,2-1-1-16,-6-3 2 0,3-2 2 0,-1-1-2 16,-5-3 4-16,-4-2 0 0,-1 1 3 0,3-4-2 15,-3-2 4-15,-5 1 1 0,-2 0-2 0,-1 0 6 16,-1 5 0-16,-2 0 0 0,-3 2 8 0,-3 0-2 15,-3 3-1-15,-4 3-2 0,-8 1-4 0,5 4 2 16,-10 4-3-16,-1 4-20 0,-1 0-27 0,0 3-36 16,-1 1-57-16,5 1-61 0,3 0-69 0,2-1-221 15,13-2-526-15,5-5 233 0</inkml:trace>
  <inkml:trace contextRef="#ctx0" brushRef="#br0" timeOffset="30106.66">13661 6332 1886 0,'7'-18'34'0,"-3"0"21"16,0 5 0-16,-1 2 0 0,-1 3-6 0,0 1-14 15,0 1 0-15,-2 6-1 0,3-8-10 16,-3 8-2-16,3-5-7 0,-3 5-2 0,0 0 14 16,10 13 13-16,-9 0 2 0,5 5 25 0,1 6 1 0,2 6-6 15,-2 0 2-15,1 1-7 0,-1 0-3 0,1 1-4 16,0-4-5-16,5-1-2 0,-3-2-7 0,-1-8 1 15,-3 0-7-15,1-2 2 0,4-1-3 0,-4-4 0 16,-5-3 0-16,3-2-1 0,-1 2 12 16,-2-3 24-16,-2-4 25 0,7 5 25 0,-7-5 4 0,0 0-32 15,9-12 4-15,-4 1-23 0,1-5 3 0,4-10-7 16,3 0-13-16,-6-3 4 0,1 0-4 0,-1-4-7 16,-4 1 1-16,5 1-5 0,-3-4-13 15,1-11 15-15,2 14-20 0,-6-1-10 0,3 6-7 16,-3 8 1-16,2 1-20 0,-2 7-31 0,0 0-36 0,0 4-46 15,-2 2-57-15,0 5-60 0,5-6-26 0,-5 6-14 16,0 0-15-16,16 11-170 0,-3 0-507 0,-1 2 225 16</inkml:trace>
  <inkml:trace contextRef="#ctx0" brushRef="#br0" timeOffset="30364.82">14773 6222 233 0,'4'-11'314'0,"1"2"-7"16,-1 0-7-16,0 3-16 0,-1 1-23 0,-3 5-32 15,2-9-20-15,-2 9-29 0,6-4-20 0,-6 4-13 16,0 0-15-16,3 22-3 0,-3-4-9 0,1 9-12 16,0 4-7-16,-3 1-13 0,0-2 4 0,1 4-10 15,0 0-13-15,-4-3-5 0,1-2-7 0,3 2-4 16,-3-2-5-16,2-4-6 0,0 0-16 0,2-6-37 15,-3-3-32-15,2-3-38 0,0-1-41 0,-3-1-37 16,4 0-38-16,0-4-42 0,0-7-47 0,-5 9-164 16,5-9-487-16,-9 4 216 0</inkml:trace>
  <inkml:trace contextRef="#ctx0" brushRef="#br0" timeOffset="30675.16">14686 6349 68 0,'12'-4'199'0,"2"3"-21"16,2 0-13-16,2 2-15 0,4 2-12 0,-4 3-4 16,5 1-12-16,2 3-11 0,-8 2-5 0,1-1-9 15,2 5-6-15,-3-4-11 0,2 5-2 0,-7-3-10 16,1 1-7-16,3-3-6 0,-7-3-2 0,2 0-8 16,-4 0 4-16,2-1 6 0,-3-1 7 0,4-1 4 15,-6-2 9-15,1-1 4 0,-1-1 12 0,-4-2 6 16,11 2 1-16,-11-2-2 0,12-6-11 0,-8 2-3 15,0-3 7-15,1-1 1 0,-1-3-10 0,-2 1-7 0,2-6-5 16,-3 0-3-16,-1 1-7 0,0-1-3 16,0 1-3-16,0 0-7 0,-1 2 0 0,-3 1-3 15,0 1-5-15,1 2-11 0,0 0-4 0,-2 5-4 0,1-1-12 16,-5 0-24-16,0 3-30 0,-1 1-41 16,-7 7-42-16,1 0-46 0,0 0-65 0,1 4-275 15,0 0-560-15,5 1 248 0</inkml:trace>
  <inkml:trace contextRef="#ctx0" brushRef="#br0" timeOffset="31132.87">15783 6254 76 0,'5'-4'239'0,"-5"4"-21"16,6-7-17-16,-6 7-18 0,0 0-19 0,0 0-10 16,0 0 1-16,0 0 9 0,-1 20 1 0,-6-4 13 15,-7 11-4-15,-1 3-14 0,-5 11-11 0,-3 0-15 16,5-9-10-16,-2-1-14 0,6 0-9 0,-2-1-9 15,3-2-11-15,3-2-6 0,2 3-3 0,6-9-12 16,0 5-1-16,4-8-7 0,0 1-10 0,3-3-1 16,3-6-3-16,2 0-3 0,3 3 2 0,3-3-14 15,0-1 2-15,3-5-2 0,-1 1-6 0,2-4 2 0,-1-1-9 16,1-2 2-16,-2-4-2 0,-2 0 4 16,0-2-4-16,-2-3-1 0,-3-1 0 0,-3 2 1 15,1-3-6-15,0-2-2 0,-8-2 1 0,0 4 6 16,-3 2-5-16,-1 0-2 0,-3 0 1 0,2 4-5 0,-3 0 0 15,0 0 1-15,0 3 2 0,-3 2-8 16,0 1-11-16,0 3-27 0,-4 1-28 0,-3 2-34 16,-2 1-45-16,1 4-42 0,3 0-40 0,-1 0-56 15,2-2-149-15,5 0-473 0,3-2 210 0</inkml:trace>
  <inkml:trace contextRef="#ctx0" brushRef="#br0" timeOffset="31304.5">16077 6606 3422 0,'7'-1'143'16,"-2"-2"-87"-16,-5 3-40 0,12-5-7 0,-7 4-2 0,-5 1 7 16,5-5 21-16,-5 5 15 0,0 0-4 15,8-2-9-15,-8 2-1 0,0 0-5 0,0 0-8 16,0 0-3-16,0 0-33 0,5-6-37 0,-5 6-34 16,0 0-33-16,0 0-66 0,9 8-58 0,-9-8-47 0,7 5-208 15,0-4-535-15,4-1 237 0</inkml:trace>
  <inkml:trace contextRef="#ctx0" brushRef="#br0" timeOffset="31623.12">16521 6416 213 0,'0'0'276'0,"-1"-8"-23"0,1 8-21 16,0 0-18-16,-4-6-17 0,4 6-10 15,0 0-1-15,0 0 2 0,-15 16 0 0,5-6-15 16,1 6-15-16,0 0-8 0,0 2-21 0,0-1-11 0,2 0-16 15,4 2-8-15,1-2-10 0,2-1-5 0,3 2-8 16,3-4-1-16,2-1-7 0,3 1-5 0,2-2-5 16,2 0-1-16,0-4-7 0,2-2-1 15,-4-3-12-15,6 2 2 0,-6-4 1 0,5-1-9 0,-6 0 1 16,0-3 10-16,-1 0-2 0,-2 0 6 0,-2-4-9 16,2 0-1-16,-4-3-1 0,-1-2-4 15,-1-2 2-15,-3-1-16 0,-2-1-4 0,1-4 8 0,-5 2-2 16,1-1-5-16,-4 1-6 0,1 0-7 15,-1 4-12-15,0-2-10 0,-2 6-23 0,0 3-22 0,-1 2-28 16,0 1-22-16,-1 1-27 0,-2 3-33 0,2 3-42 16,2 0-54-16,-1 0-213 0,4 1-530 0,3 0 234 15</inkml:trace>
  <inkml:trace contextRef="#ctx0" brushRef="#br0" timeOffset="31959.7">16934 6402 2705 0,'9'-10'33'0,"-3"2"10"0,2-3-8 0,-3 2-16 16,-2 4 26-16,-1 0 20 0,-2 5 13 0,3-9-7 16,-1 5-12-16,-2 4-5 0,0 0-8 0,0 0-5 15,0 0 6-15,-12 20 0 0,-5 2 7 16,-2 1-4-16,-4 5-3 0,-8 8-1 0,9-7-4 0,0 0-6 16,3 2-7-16,2-3-1 0,2 3-3 0,4-3-1 15,5-2-5-15,4-7-3 0,4 0-6 0,-1-1-7 16,4-5-2-16,1-4-4 0,2 5 0 0,0-4-3 15,3-5-2-15,1 3-1 0,-2-6 1 0,3 1 2 16,1-4 4-16,-1-2 4 0,-1-2-4 0,1 0-2 16,-1 0 2-16,2-5-1 0,-3-2 8 0,2-1-7 15,-3-2 1-15,-2 2 3 0,0-1 2 0,-5 1-2 16,0 2 11-16,0-1-7 0,-3 4-4 0,-2-2 1 16,-2 3-1-16,4 7-4 0,-6-11-7 0,0 7-12 15,-5 2-11-15,-1 2-17 0,-6 5-24 0,-4-3-31 16,4 5-43-16,0 0-46 0,2 1-42 0,4-1-255 15,2-1-529-15,2 3 234 0</inkml:trace>
  <inkml:trace contextRef="#ctx0" brushRef="#br0" timeOffset="32315.45">17205 6377 177 0,'2'-11'340'15,"-2"1"-13"-15,2 3-22 0,-2 7-22 0,1-11-25 16,-1 11-34-16,4-9-23 0,-4 9-26 0,0 0-12 16,0 0-18-16,0 0-18 0,19 27-5 0,-10-10-10 15,3 7-12-15,0 3-9 0,0 1-6 0,-1 1-10 16,1 0 1-16,-1-1-16 0,-2-2 1 0,4-3-10 0,-4 1 0 16,0 0-2-16,-1-5-8 0,-1-6-6 15,1 2-2-15,-3-2 1 0,1-4-6 0,1 0-6 16,-5-2 6-16,2 0 3 0,-1-3 4 0,-3-4 19 15,4 7 24-15,-4-7 20 0,5 3-8 0,-5-3-7 0,0 0 0 16,14-16 1-16,-7 6-11 0,3-6-7 16,-2-1 8-16,4-6-10 0,-2-4 7 0,1 0-14 15,1-4 0-15,-2-1-8 0,4 0-7 0,2-2-4 16,-5 3-5-16,1 1-3 0,-1 4-5 0,-2 7 3 0,-1 3-10 16,-2-2 1-16,2 3-50 0,-2 4-70 0,1 2-66 15,-3 0-78-15,-3 5-107 0,-1 4-376 16,4-7-788-16,-4 7 349 0</inkml:trace>
  <inkml:trace contextRef="#ctx0" brushRef="#br0" timeOffset="32452.5">17710 6686 5887 0,'2'7'88'16,"0"-1"-122"-16,-1-3 1 0,3 3 12 0,-4-6 11 16,0 0 18-16,0 0 4 0,0 0-3 0,0 0-2 15,0 0-18-15,0 0-46 0,4-19-76 0,-4 19-97 16,-5-19-122-16,-1 3-503 0,1 1-927 0,-5-2 410 15</inkml:trace>
  <inkml:trace contextRef="#ctx0" brushRef="#br0" timeOffset="52837.57">22023 5831 8 0,'-4'-7'14'0,"4"7"-6"0,0 0-2 15,0 0-12-15,0 0-7 0,0 0 3 16</inkml:trace>
  <inkml:trace contextRef="#ctx0" brushRef="#br0" timeOffset="53002.44">22040 5819 23 0,'0'0'29'15,"0"0"3"-15,0 0-1 0,0 0 2 0,0 0-1 0,0 0 1 16,0 0-2-16,0 0 0 0,0 0-5 0,0 0-4 15,0 0 2-15,0 0-7 0,0 0-1 0,0 0-3 16,0 0-9-16,0 0-2 0,0 0-17 16,0 0-4-16,0 0-8 0,0 0-5 0,0 0-19 15,0 0-56-15,0 0 25 0</inkml:trace>
  <inkml:trace contextRef="#ctx0" brushRef="#br0" timeOffset="53896.5">27200 10031 32 0,'0'0'82'0,"0"0"-1"16,0 0-4-16,0 0-3 0,0 0-14 0,0 0 5 15,0 0-10-15,0 0-4 0,0 0-6 0,0 0-9 16,0 0-3-16,0 0-10 0,0 0-7 0,0 0-15 16,0 0-4-16,0 0-7 0,0 0-19 0,0 0-34 15,0 0-42-15,0 0-113 0,0 0 50 0</inkml:trace>
  <inkml:trace contextRef="#ctx0" brushRef="#br0" timeOffset="55880.62">26965 9909 14 0,'0'0'70'0,"0"0"-2"0,0 0 0 15,0 0-5-15,2 10-3 0,-2-10-6 0,0 0-7 16,0 0-1-16,0 0-7 0,0 0 2 0,0 0-8 15,0 0-3-15,0 0-8 0,0 0-7 0,0 0 6 16,4 7-5-16,-4-7-5 0,0 0-17 0,0 0 0 16,0 0-19-16,0 0-10 0,0 0-12 0,0 0-54 15,0 0-107-15,0 0 48 0</inkml:trace>
  <inkml:trace contextRef="#ctx0" brushRef="#br0" timeOffset="60561.64">27171 10010 113 0,'0'0'119'0,"6"2"-2"0,-6-2-10 16,0 0 2-16,0 0-7 0,0 0-4 0,0 0-8 15,0 0-11-15,0 0-12 0,0 0-4 0,0 0-12 16,0 0-18-16,0 0-24 0,0 0-25 0,0 0-26 16,0 0-12-16,0 0-20 0,0 0-8 15,0 0-67-15,-15 7-160 0,15-7 71 0</inkml:trace>
  <inkml:trace contextRef="#ctx0" brushRef="#br0" timeOffset="86891.37">10094 8009 59 0,'0'-9'163'0,"0"9"-17"0,0-8 4 0,0 8-7 16,0 0-6-16,-2-12 4 0,2 12 1 0,0 0-5 0,-1-10-9 15,1 10-8-15,0 0-12 0,-2-9-9 16,2 9-9-16,0 0-1 0,-1-11-9 0,1 11-2 16,-4-7-13-16,4 7-4 0,0 0-7 0,-2-8 0 15,2 8-3-15,0 0-4 0,-2-8-6 0,2 8-3 0,0 0-8 16,0 0-5-16,0 0 0 0,0 0-6 0,0 0-5 15,0 0-3-15,0 0-3 0,-2-8-5 0,2 8 3 16,0 0 1-16,0 0-6 0,0 0 2 16,0 0 0-16,0 0-1 0,1 36-2 0,-1-24 1 0,-1 0 1 15,0 5 1-15,-2 5-3 0,-1 4 4 0,-1-2 1 16,-1 1-2-16,-2-1-3 0,7-6 0 0,-3 1 0 16,0-3 2-16,1 1 1 0,1-1-3 0,1 1-1 15,1-4 2-15,0 1-4 0,1 0 8 0,0-2-6 16,2-1 2-16,-2 1 0 0,2-2-1 0,-1-2 2 15,2 0 1-15,-1-2-2 0,3 1 2 0,-1-1-6 16,1-3-14-16,1 0-11 0,-1 1-12 0,2 1-16 16,2-3-16-16,0-1-16 0,4-2-23 0,-2-2-24 15,6-2-20-15,-3-3-21 0,2-1-113 0,-2-1-313 16,3-3 139-16</inkml:trace>
  <inkml:trace contextRef="#ctx0" brushRef="#br0" timeOffset="87084.13">10004 7657 36 0,'-12'-7'179'16,"2"1"-12"-16,1-2-15 0,0 3-10 0,3 2-13 16,1-1-17-16,5 4-11 0,-8-6-13 0,8 6-7 15,0 0-21-15,0 0-18 0,0 0-17 0,0 0-33 0,0 0-26 16,0 0-36-16,32 15-24 0,-9-1-91 15,0-4-201-15,3 6 90 0</inkml:trace>
  <inkml:trace contextRef="#ctx0" brushRef="#br0" timeOffset="87377.76">10434 8187 121 0,'0'0'134'0,"0"0"5"0,4 9-6 0,1-6-13 16,2-1-12-16,0 0-7 0,5 1-7 0,-1 0-8 16,7-2-43-16,-1 2-51 0,2-2-53 0,-4 0-108 0,-2-1-182 15,5-2 81-15</inkml:trace>
  <inkml:trace contextRef="#ctx0" brushRef="#br0" timeOffset="87992.59">10544 8003 43 0,'0'0'146'0,"0"0"3"0,0 0-17 16,0 0-1-16,5-7-5 0,-5 7-9 0,0 0-10 15,0 0-7-15,0 0-6 0,0 0-12 0,0 0-7 16,0 0-13-16,0 0-7 0,0 0-4 0,11-3-2 15,-11 3-13-15,13 0-12 0,-2-1-25 0,-1-1-20 16,3 2-25-16,1-1-19 0,-1 1-28 0,1-2-10 16,-3 4-106-16,2-1-225 0,-1-1 99 0</inkml:trace>
  <inkml:trace contextRef="#ctx0" brushRef="#br0" timeOffset="88234.83">10406 8228 11 0,'0'0'118'15,"0"0"-11"-15,0 0-4 0,0 0-16 0,0 0-2 16,0 0-11-16,0 0-7 0,0 0-8 0,0 0-4 15,24-2-6-15,-24 2-13 0,21-4-31 0,-8 4-21 0,-2-2-25 16,3 0-38-16,-2 1-41 0,1-1-130 16,-1 0 57-16</inkml:trace>
  <inkml:trace contextRef="#ctx0" brushRef="#br0" timeOffset="89908.39">11384 7751 61 0,'-1'-5'176'0,"1"5"-12"0,-4-8-20 0,4 8-16 0,0 0-17 15,-1-9-12-15,1 9-13 0,0 0-8 0,0 0-7 16,0 0-7-16,0 0-9 0,17 18 3 0,-8-8-15 15,2 3 2-15,0 4-7 0,2 4-2 0,1 4 1 16,-5 0-7-16,2 1-5 0,0 1 2 0,-1-2-7 16,1 0 1-16,-6 0-2 0,4-3-2 0,-5-5 2 15,4 0-6-15,-4 1 1 0,2-4-2 0,-2-2 0 16,1-1-6-16,-1 1 9 0,-1-3-2 0,0-1-9 16,-1 1 4-16,1-5-2 0,-3-4 0 0,3 12 6 15,-3-12 12-15,2 7 17 0,-2-7 12 0,0 0 12 16,0 0 2-16,4 3-2 0,-4-3-12 0,0 0-2 15,9-12-8-15,-3 4-1 0,-3-1-3 0,6-6-4 16,-2-1-3-16,-2 1-6 0,3-3 0 0,4-6-4 16,-7 0-2-16,7-1-6 0,-2 1-2 0,-1-2-1 15,0 0 0-15,-1 0-3 0,2 0-1 0,-3 2 0 16,1 5-1-16,-3 1 0 0,0 4-1 0,-1 3-2 16,-4 0 0-16,1 4 0 0,1 1 0 0,-2 6-1 15,1-12-1-15,-1 12-2 0,-1-10-2 0,1 10-2 16,-3-7-3-16,3 7 2 0,0 0 1 0,-10-1 0 0,10 1-5 15,0 0 0-15,-21 14 1 0,11-5 4 16,3-1 0-16,-1 2 0 0,1 1-2 0,5 0 1 16,-6 1 4-16,6 0-3 0,2-1 0 0,1 2-4 15,2 0-27-15,5 0-7 0,4 1-21 0,1 0-37 0,3-1-32 16,7 1-3-16,-2-5-26 0,6 4-141 16,-4-3-327-16,4 0 146 0</inkml:trace>
  <inkml:trace contextRef="#ctx0" brushRef="#br0" timeOffset="90131.07">11987 8136 134 0,'0'7'132'0,"0"-7"-10"16,0 0-12-16,0 0-9 0,0 0-17 0,3 11-2 15,-3-11-9-15,0 7 1 0,1 0 9 0,-1-7-14 16,-1 15 0-16,2-6-11 0,0 2-2 0,-1-2-1 15,0-2-12-15,2 3 1 0,-2-3-6 0,0 4 1 16,3-2-12-16,-3-2 9 0,3 2-26 0,-2 1-18 16,0-4-31-16,1 1-28 0,-2-7-41 0,4 11-112 15,-6-4-238-15,2-7 105 0</inkml:trace>
  <inkml:trace contextRef="#ctx0" brushRef="#br0" timeOffset="90355.52">12174 7568 122 0,'0'-7'236'0,"0"7"-26"0,0-11-19 0,0 11-26 16,0-8-15-16,0 8-20 0,0 0-11 0,-3-7-16 15,3 7-6-15,0 0-12 0,0 0-7 0,0 0-5 16,10 35-4-16,-8-18-13 0,1 8-35 0,3-1-37 15,-3 4-38-15,3-2-30 0,-2 2-41 0,-1 0-146 16,1 0-295-16,-3-2 131 0</inkml:trace>
  <inkml:trace contextRef="#ctx0" brushRef="#br0" timeOffset="90653.14">11502 8707 78 0,'-11'-3'214'0,"-2"-2"-5"0,1 1-12 0,2 1-6 16,3-2-9-16,7 5-19 0,-12-1-18 0,12 1-17 15,0 0-12-15,0 0-10 0,0 0-11 0,0 0-9 16,47-5-8-16,-9 4-8 0,21-1-8 0,6-2-13 16,27-5-22-16,-2 4-23 0,-25-1-22 0,29-2-24 15,-31 3-19-15,-2 1-18 0,-5 2-27 16,-4-2-34-16,-18 5-14 0,-5 2-113 0,-6-3-289 0,-4 4 128 16</inkml:trace>
  <inkml:trace contextRef="#ctx0" brushRef="#br0" timeOffset="91923.52">11981 8032 166 0,'-8'-7'164'0,"8"7"-2"0,-3-3-13 0,3 3-10 16,0 0-19-16,0 0-12 0,0 0-7 0,-6-8-14 0,6 8-19 15,0 0 0-15,0 0-7 0,0 0-15 0,0 0-11 16,0 0-19-16,0 0-19 0,0 0-20 16,0 0-31-16,8 31-39 0,-6-22-37 0,1 2-69 15,1 1-213-15,-4-2 95 0</inkml:trace>
  <inkml:trace contextRef="#ctx0" brushRef="#br0" timeOffset="92401.36">11720 9031 127 0,'0'0'214'0,"-5"-9"-6"15,5 9-19-15,-4-7-14 0,4 7-21 0,-2-5-18 16,2 5-18-16,0 0-12 0,0 0-13 0,0 0-8 0,0 0-12 16,0 0-7-16,-8 25-4 0,7-13-7 0,-1 4-5 15,0 2-4-15,0 0-4 0,2 7-7 0,-2-6 0 16,2 6-5-16,-1-6 0 0,2 0-5 0,-1-3-5 15,1 1 2-15,-1 0-2 0,1-6-2 0,1 0-8 16,-2 1 7-16,0-2 0 0,2 1-3 0,1-1-10 16,-3-3-19-16,1 0-30 0,0 0-18 0,-1-7-25 15,3 12-16-15,-3-12-15 0,3 7-20 0,-3-7-14 16,0 0-109-16,0 0-283 0,-7 7 124 0</inkml:trace>
  <inkml:trace contextRef="#ctx0" brushRef="#br0" timeOffset="92705.71">11666 8968 132 0,'7'-3'134'0,"-7"3"-9"0,11-4-20 0,-11 4-3 16,14 0-19-16,-14 0-4 0,11 7-5 0,-7-4-10 15,2 3-5-15,-4 0 1 0,2 3-8 0,-1 0-6 16,-1 1 0-16,0 0-4 0,-2 1-10 0,-2-1 5 15,2 2-2-15,-2-3 10 0,0 0-9 0,1 0-5 16,-1-2-2-16,-1-2-3 0,3-5-4 0,-4 10 0 16,4-10 3-16,-2 7-2 0,2-7-5 0,-3 7-3 15,3-7 0-15,0 0-4 0,0 0-3 0,0 0 0 0,2 12 3 16,-2-12 5-16,6 3-8 0,-6-3 2 16,6 5-4-16,2-3-1 0,-3 2 7 0,7 0-2 15,1 0-4-15,2 3-1 0,2-2-28 0,-4-3-19 0,9 1-37 16,-4-2-11-16,0-1-23 0,2 0-118 0,-6 0-249 15,0 0 110-15</inkml:trace>
  <inkml:trace contextRef="#ctx0" brushRef="#br0" timeOffset="92962.2">12064 9081 113 0,'0'0'140'0,"0"0"-17"0,0 0-18 0,0 0-2 16,0 0 6-16,0 0 14 0,11 12 12 0,-11-2-8 15,3 2-9-15,-2 8-3 0,1-2-14 0,-2 0 7 16,0 1-3-16,-3 0-2 0,4 0-4 0,-2 0-10 16,0-1-6-16,1 0 2 0,-2-1-7 15,2-4-8-15,0 0-9 0,0-3-1 0,0 0-5 0,0-2-6 16,0-1-4-16,0-7-5 0,0 13-5 0,0-6 1 16,0-7-6-16,4 9-1 0,-2-4-7 0,1 0 1 15,5-2-1-15,-2 1-19 0,3-1-30 0,2-3-27 16,3 0-42-16,4-3-37 0,-1-1-29 0,1-2-29 15,0 0-156-15,-6 2-375 0,3-5 166 0</inkml:trace>
  <inkml:trace contextRef="#ctx0" brushRef="#br0" timeOffset="93501.32">11698 8965 71 0,'0'0'137'15,"-6"-5"-5"-15,6 5-5 0,-3-9-7 0,3 9-3 16,0 0-10-16,0 0-6 0,3-12-12 0,-3 12-8 15,6-8-9-15,-2 3-4 0,3 1-8 0,3-2 1 16,-1 3-2-16,1-1-8 0,4 1-2 0,-3 1-9 16,0 1-1-16,0 1-10 0,1 0 0 0,-3 1 0 15,2 3-4-15,0-1-4 0,-4 2-4 0,2 1 0 16,-3-2-3-16,-1 2-1 0,-1 1 5 0,-1-1-5 16,1 1-2-16,-4 2-1 0,0 1-1 0,-2-3 4 15,-3 3-4-15,1-1 7 0,-3 0-5 0,0 1 1 16,-1-3-3-16,1 1 2 0,-2-1 0 0,-2 0-4 15,0-2 3-15,1-1-5 0,1 3 10 0,-1-1-8 16,5-2 0-16,-3-3-13 0,-2 3-27 0,5-1-27 16,5-3-26-16,-13 4-41 0,13-4-152 0,-10 1-300 15,10-1 133-15</inkml:trace>
  <inkml:trace contextRef="#ctx0" brushRef="#br0" timeOffset="117101.08">21827 6395 14 0,'0'0'52'0,"0"0"-6"0,0 0-1 0,0 0-11 16,0 0-3-16,0 0-12 0,0 0-6 15,0 0-6-15,0 0-13 0,0 0-10 0,0 0-7 0,0 0-13 16,0 0-39-16,0 0 17 0</inkml:trace>
  <inkml:trace contextRef="#ctx0" brushRef="#br0" timeOffset="118096.11">27204 10524 7 0,'0'0'58'0,"0"0"-4"0,0 0-2 0,0 0 2 0,0 0-4 16,0 0-6-16,6-5 4 0,-6 5-13 0,0 0-1 15,0 0-5-15,0 0-7 0,0 0-6 0,0 0-13 16,0 0 0-16,0 0-17 0,0 0-3 0,0 0-8 15,0 0-9-15,0 0-5 0,0 0-25 0,0 0-68 16,0 0 30-16</inkml:trace>
  <inkml:trace contextRef="#ctx0" brushRef="#br0" timeOffset="125386.56">22074 4643 1 0,'0'-8'16'16,"0"8"0"-16,0 0-2 0,0 0-4 0,0 0 7 15,1-8-5-15,-1 8 1 0,0 0 1 0,0 0-1 16,0 0-6-16,0 0 1 0,0 0-1 15,0 0-3-15,0 0 6 0,2-7-9 0,-2 7 7 16,0 0-3-16,0 0 1 0,0 0-5 0,0 0-4 0,0 0-1 16,0 0-6-16,0 0-1 0,0 0 0 0,0 0 0 15,0 0-12-15,0 0-24 0,0 0 11 0</inkml:trace>
  <inkml:trace contextRef="#ctx0" brushRef="#br0" timeOffset="126826.48">28487 10074 27 0,'0'0'23'0,"4"5"2"0,-4-5-16 16,0 0-6-16,0 0-18 0,0 0-15 0,0 0 6 15</inkml:trace>
  <inkml:trace contextRef="#ctx0" brushRef="#br0" timeOffset="134983.22">28198 9947 7 0,'0'0'1'0,"0"0"-3"0,4 5-1 16</inkml:trace>
  <inkml:trace contextRef="#ctx0" brushRef="#br0" timeOffset="136210.29">24723 7018 22 0,'0'0'20'0,"0"0"2"0,0 0-5 0,0 0-4 15,0 0 5-15,0 0-6 0,0 0 1 0,0 0 1 0,0 0-6 16,0 0 0-16,0 0-2 0,0 0-2 16,0 0-3-16,0 0 9 0,0 0-4 0,0 0 1 15,0 0-7-15,0 0 7 0,0 0-7 0,0 0 4 16,0 0 0-16,0 0-5 0,0 0 3 0,0 0 2 0,0 0-8 15,0 0 3-15,0 0-1 0,0 0 1 16,0 0-1-16,0 0 2 0,0 0-6 0,0 0 6 16,0 0 2-16,0 0 0 0,0 0 2 0,0 0-3 15,0 0 1-15,0 0-5 0,0 0 6 0,0 0 3 16,0 0-7-16,0 0 6 0,0 0-6 0,0 0 6 0,0 0-1 16,0 0 1-16,0 0 1 0,0 0-1 15,0 0 1-15,0 0-1 0,0 0-1 0,0 0-3 16,0 0-5-16,0 0-4 0,0 0-7 0,0 0-3 0,0 0-20 15,0 0-39-15,0 0 18 0</inkml:trace>
  <inkml:trace contextRef="#ctx0" brushRef="#br0" timeOffset="138117.09">25895 9055 40 0,'0'0'46'0,"0"0"-9"0,0 0-6 0,3-5-3 16,-3 5-8-16,0 0-11 0,0 0-12 0,0 0-8 16,0 0-23-16,4-5-35 0,-4 5 16 0</inkml:trace>
  <inkml:trace contextRef="#ctx0" brushRef="#br0" timeOffset="142532.94">25194 8278 41 0,'0'0'68'0,"0"0"-8"0,0 0-10 0,0 0-8 0,0 0-3 16,0 0-8-16,0 0-2 0,0 0-4 0,0 0-2 15,0 0-6-15,0 0 4 0,0 0-2 0,0 0-6 16,0 0 3-16,0 0-6 0,0 0 2 0,0 0-2 15,0 0-2-15,0 0 12 0,0 0-11 0,0 0-4 16,0 0 0-16,0 0-1 0,0 0-1 0,0 0 1 16,0 0-3-16,0 0 4 0,0 0-8 0,0 0 10 15,0 0-1-15,0 0-1 0,0 0-3 0,0 0 1 16,0 0 1-16,0 0-2 0,0 0 1 0,0 0-3 16,0 0 0-16,0 0 0 0,0 0-1 0,0 0 2 0,0 0-1 15,0 0-6-15,2 10 12 0,-2-10-6 16,0 0 2-16,0 0-4 0,0 0 2 0,3 7 3 15,-3-7 4-15,0 0 2 0,0 0 0 0,0 0 5 0,0 0-2 16,0 0-3-16,0 0 4 0,0 0 4 0,0 0-6 16,0 0 0-16,0 0 5 0,0 0-7 15,0 0-1-15,0 0-1 0,0 0-2 0,0 0 1 16,0 0 1-16,16-12-1 0,-16 12 4 0,6-10-3 0,-3 5 1 16,1 0 3-16,0-2-4 0,-1 0-4 0,2 0 3 15,-1 0-3-15,-2 1-2 0,2-1 2 0,1-2-6 16,-1 3 3-16,-3-4-4 0,2 4 1 0,2-2-4 15,0-1 3-15,-3-2-1 0,2 3 2 0,1-1 0 16,-2-1-9-16,1 2 3 0,-2 0 1 0,2-1-4 16,1-1 3-16,-2 0-8 0,1 0-1 0,-2 0-2 15,2 2 1-15,1-3-4 0,-3 1 4 16,0 3 1-16,2-4-1 0,0 2-4 0,-2 0 0 0,0-2 9 16,0 3-8-16,-1 1-1 0,2-2 3 0,-2 1 6 15,3-1-2-15,-4 0 5 0,0 9-2 0,0-14 2 16,2 7 0-16,-2 7 9 0,0-15-1 0,0 9-1 15,0 6-2-15,-2-13 0 0,4 7 7 0,-2 6-11 16,0-11 9-16,0 11-4 0,2-12-2 0,-2 12 2 16,0-10 2-16,0 10-4 0,3-11-1 0,-2 3 4 15,-1 8 6-15,3-9-1 0,-1 4-2 0,-2 5 6 16,4-12-3-16,-2 8-2 0,-2 4-4 0,4-12 10 16,0 4-8-16,-2 3 1 0,1-5-1 0,0 4-6 15,0-2 2-15,1 2 2 0,-2-1-6 0,-2 7-2 16,8-13 2-16,-4 8-2 0,-1-2 0 0,3 1 0 0,-3 0 2 15,3-2-3-15,-1 1 0 0,0 3 7 16,1-6-4-16,-1 5 1 0,-1 0-1 0,0 0 2 16,1 1 0-16,-5 4-2 0,7-10 5 0,-3 3-1 0,-1 4-3 15,-3 3 4-15,6-6 0 0,-6 6 0 16,4-7-1-16,-4 7 6 0,2-8 0 0,-2 8 0 16,8-8 4-16,-8 8 7 0,2-6 6 0,-2 6-5 15,4-9-3-15,-2 5 12 0,-2 4-16 0,0 0-1 0,5-9 4 16,-5 9-2-16,2-8 1 0,-2 8 6 0,0 0-4 15,0-9 2-15,0 9-1 0,0 0-3 0,0-7 4 16,0 7 2-16,0 0-3 0,0 0 0 0,0 0 3 16,2-10-3-16,-2 10-1 0,0 0-3 0,0 0-1 15,0 0 1-15,0 0-9 0,0 0 1 0,0 0 1 16,-4-8-2-16,4 8 0 0,0 0 8 0,0 0-4 16,0 0-4-16,0 0-2 0,0 0-1 0,0 0 4 15,0 0 1-15,0 0 4 0,0 0 0 0,0 0-3 16,0 0-5-16,0 0 5 0,0 0-2 0,0 0 4 15,0 0-3-15,0 0 0 0,0 0 2 0,0 0 0 16,0 0 1-16,0 0-7 0,0 0 4 0,0 0-3 16,0 0-4-16,0 0 0 0,0 0 0 0,0 0 4 15,0 0-2-15,0 0 4 0,0 0-6 0,0 0 4 16,0 0 0-16,0 0 1 0,0 0 0 0,0 0 6 16,0 0-7-16,0 0 6 0,0 0-4 0,0 0 2 15,6 23-5-15,-6-23-3 0,0 8 14 0,0-8-10 16,0 11 1-16,0-11 2 0,-4 12 0 0,2-7-1 15,-3 6-1-15,1-4 3 0,0 2-2 0,-1 2 4 0,0 1-4 16,1-1 4-16,-2 1-2 0,1 4 3 16,-2-1 2-16,-2 1 2 0,0-2-2 0,0 3 0 15,0 1 1-15,0-1-1 0,0 1 1 0,3-3-9 16,-6 8-5-16,4-6-2 0,3 0-8 0,-2-2-28 0,0-1-50 16,1-2 23-16</inkml:trace>
  <inkml:trace contextRef="#ctx0" brushRef="#br0" timeOffset="146248.44">22092 8479 47 0,'0'0'71'0,"0"0"-6"0,0 0 8 0,-13-5-9 15,13 5-15-15,0 0 1 0,0 0-4 0,0 0-12 16,0 0 3-16,0 0-6 0,0 0 2 0,0 0-1 15,0 0-11-15,0 0 1 0,0 0-1 0,0 0-2 16,0 0-3-16,0 0 1 0,0 0 3 0,0 0 0 16,0 0 6-16,0 0-8 0,0 0-1 0,0 0-3 15,0 0-1-15,4-14 4 0,-4 14-5 0,0 0-1 16,0 0-2-16,8-10 6 0,-8 10-8 0,4-9 1 16,-3 4 0-16,-1 5-1 0,5-12-6 0,-3 6 2 15,0-2-1-15,0 1 0 0,-2 7-1 0,4-13-2 16,-1 3 0-16,-2 4 6 0,0-4-1 0,-1 1-2 15,0-1-3-15,0 0 3 0,2 2-10 0,-2-2 11 16,1 0-1-16,-1 2 2 0,1-3-6 0,-1 1 7 16,0 2-3-16,2-3-3 0,-2 3 4 0,0-1 1 15,0 9-4-15,1-17 9 0,-2 11-8 0,1 6 7 16,0-14-7-16,0 6 5 0,0 8-3 0,-2-14-4 16,1 7 4-16,1 7-6 0,0-15 0 0,1 11 8 15,1-6-8-15,-2 10 6 0,2-14 6 0,-1 4-15 16,3 3 5-16,-3 0 3 0,2-1 0 0,-1 2 0 0,-2 6-4 15,3-13-11-15,-2 5 21 0,3 1-2 0,-3-3-4 16,2 3-1-16,-2-1-12 0,2 1 6 16,-2-1 7-16,1 0 1 0,-1 0 5 0,1 3-6 0,-2 5-3 15,4-14 3-15,-1 8-3 0,-3 6 7 0,0 0-10 16,0-12 6-16,0 12 4 0,0 0 1 16,-4-10-16-16,4 10 3 0,-4-8 1 0,4 8 1 15,-5-7-7-15,1 3-1 0,4 4 5 0,-8-8 0 16,8 8-1-16,-6-9 3 0,3 5 2 0,3 4-2 0,-7-7 11 15,7 7-6-15,-3-8-6 0,3 8-1 0,-4-9 4 16,4 9-4-16,-2-7 14 0,2 7-8 0,-3-7 0 16,3 7 7-16,-1-7-11 0,1 7 15 0,-1-8-4 15,1 8 6-15,-3-8-11 0,3 8 0 0,-1-9-4 16,1 9 5-16,0-11 7 0,0 11 4 0,-3-8-1 16,3 8-2-16,0-10-2 0,0 10-5 0,1-7 2 15,-1 7 1-15,-1-12 4 0,1 12-1 0,4-7 1 16,-4 7-5-16,1-11 3 0,-1 11 3 0,2-7 1 15,-2 7 1-15,2-11-8 0,1 6 1 0,-3 5 4 16,1-9-7-16,-1 9 3 0,1-10-1 0,-1 10 2 16,3-8 1-16,-3 8-3 0,3-10 0 0,-3 10-6 15,1-9 6-15,-1 9-6 0,1-9 3 0,-1 9-4 16,3-10 11-16,-1 5-8 0,-2 5-3 0,3-9 0 16,-3 9 11-16,1-12-4 0,-1 6 14 0,0 6-11 15,2-9-2-15,-2 9 2 0,2-8 4 0,-2 8-3 16,1-9 2-16,-1 9-3 0,0-7-3 0,0 7 2 0,0 0-6 15,1-11 1-15,-1 11 0 0,2-9 1 16,-2 9 5-16,0 0-1 0,1-8 4 0,-1 8-6 16,0 0-2-16,0-8 8 0,0 8-3 0,0 0-7 0,1-9 6 15,-1 9 0-15,0 0-5 0,0 0-5 16,0 0 15-16,0-11-7 0,0 11 2 0,0 0 0 16,0 0 5-16,0 0-4 0,0-9 6 0,0 9-8 15,0 0 6-15,0 0 0 0,0 0-3 0,1-7-4 0,-1 7 5 16,0 0-1-16,0 0-15 0,0 0 13 0,0 0 2 15,0 0-3-15,0 0 0 0,2-8-2 0,-2 8-1 16,0 0-2-16,0 0 1 0,0 0-3 16,2-7 6-16,-2 7-3 0,0 0-4 0,0 0 6 0,0 0 1 15,0 0-5-15,0 0 2 0,0 0 3 0,0 0-5 16,-1-10-1-16,1 10 8 0,0 0-14 0,0 0 13 16,0 0-4-16,0 0-2 0,0 0 2 0,0 0-7 15,0 0 3-15,0 0 4 0,0 0-3 0,0 0-1 16,0 0 2-16,0 0-5 0,0 0 8 0,0 0-6 15,0 0 0-15,0 0 3 0,0 0 0 0,0 0 5 16,5 27-8-16,-6-16-1 0,-2-2 3 0,5 2 3 16,-5 2-2-16,3 2-5 0,-1-1 6 0,-2 5 1 15,-1-2-2-15,3-1-1 0,0 0 0 0,-1 3 3 16,4-4-4-16,-2 3-1 0,0-2 8 0,2 2-7 16,0-2 4-16,-1 0-3 0,-1-2 0 0,1 0 5 15,-1-2-1-15,3 3 2 0,-3-2 2 0,1-2-5 16,-2 1-2-16,-1 0-3 0,4-1 1 0,-4 1 2 15,2 1 0-15,0-3 0 0,-1 1 5 0,0 0-5 16,-2 0 0-16,3 1 1 0,2-3 3 0,-4 1-2 16,2 1 0-16,0-1 0 0,-1 0-3 0,0 1-2 15</inkml:trace>
  <inkml:trace contextRef="#ctx0" brushRef="#br0">22137 8270 832 0,'4'2'132'0,"-3"1"-283"0,0 0 208 0,0 0-132 0,1 0 120 15,0 0-59-15,0 2-21 0,0-1 51 16,1 1 3-16,-3-5-43 0,5 5 22 0,-5-5 12 0,2 8 19 16,-2-8-8-16,2 8-60 0,-2-8 5 0,3 5 67 15,-3-5-62-15,2 8 40 0,-2-8 17 16,2 6-22-16,-2-6-16 0,0 0-5 0,2 6-23 16,-2-6 95-16,0 0-80 0,0 0 9 0,3 6-33 15,-3-6 2-15,0 0-64 0,0 0 85 0,0 0-89 16,0 8 1-16,0-8 33 0,0 0-19 0,0 0 72 15</inkml:trace>
  <inkml:trace contextRef="#ctx0" brushRef="#br0" timeOffset="147134.51">22147 7806 47 0,'-1'-9'54'0,"1"9"-9"16,0 0 3-16,-3-9-3 0,3 9-3 0,0 0 2 15,-2-8-6-15,2 8 1 0,-3-6-5 0,3 6-2 16,0 0 2-16,0 0-5 0,-1-10-2 16,1 10 5-16,0 0-14 0,-2-7 11 0,2 7-9 0,0 0-1 15,0 0-3-15,0 0-4 0,0 0 15 0,0 0-13 16,0 0-4-16,0 0 2 0,-1-8 1 0,1 8-2 15,0 0 0-15,0 0-6 0,0 0 4 0,0 0-9 16,0 0 7-16,0 0-3 0,0 24 2 0,0-24 0 16,-4 17-10-16,4-5 4 0,-3-1-2 0,0 1 0 15,-1 6-1-15,0-1 8 0,3 1 5 0,-3-1-6 16,3 2-5-16,-2-1 5 0,2 0-2 0,2 0-1 16,2 3 4-16,1-2-2 0,1 5-6 0,0 0 3 15,0 1-2-15,-1-7 8 0,0 6-3 0,-4-5-10 16,1 0 3-16,0 1 6 0,1-2-1 0,-4-2-8 15,2 4-4-15,-2-5-6 0,2-2 4 0,-2-2-2 16,2-1-4-16,0-1 9 0,-1-1-18 0,2 1 5 16,-1-9-3-16,-1 13-2 0,0-8-10 0,1-5-13 15,1 10-45-15,-1-10-103 0,-1 8 47 0</inkml:trace>
  <inkml:trace contextRef="#ctx0" brushRef="#br0" timeOffset="151651.29">25110 8358 10 0,'0'0'12'0,"0"0"-4"0,0 0 1 0,0 0 2 16,0 0-2-16,0 0 1 0,0 0-7 0,0 0 4 15,0 0-2-15,0 0 1 0,0 0 1 0,20 3-5 16,-20-3 1-16,0 0 1 0,12 0-3 0,-12 0 5 15,10 2-2-15,-10-2-2 0,7 1-3 0,-7-1 1 0,0 0 4 16,9-1 0-16,-9 1-9 0,0 0 8 16,0 0-4-16,0 0 4 0,0 0-5 0,8 1 2 15,-8-1-6-15,0 0 2 0,0 0 2 0,0 0-2 16,0 0 7-16,0 0-6 0,0 0 5 0,0 0-3 0,0 0 3 16,0 0 1-16,0 0 5 0,0 0-4 0,0 0 0 15,0 0 1-15,0 0 0 0,0 0 2 0,0 0 3 16,0 0 4-16,0 0-4 0,0 0-4 15,0 0 9-15,0 0-4 0,0 0-2 0,-26-5 2 0,26 5 0 16,0 0 6-16,0 0-1 0,-8-1-1 0,8 1 6 16,0 0-8-16,0 0 5 0,0 0-5 15,0 0 4-15,0 0-1 0,0 0 1 0,-8-3-9 16,8 3 4-16,0 0 1 0,0 0-3 0,0 0-1 0,0 0-4 16,0 0 3-16,0 0 0 0,0 0-1 0,0 0-1 15,0 0-5-15,0 0-2 0,0 0 2 0,0 0 0 16,0 0 2-16,0 0 2 0,0 0-1 0,0 0 1 15,0 0 1-15,24-6-6 0,-24 6 4 0,13 0-3 16,-5-2-1-16,-8 2 3 0,15 2-3 0,-9-2 0 16,-6 0 1-16,17 0 1 0,-11 0-8 0,-6 0 4 15,13 1 0-15,-5 0-8 0,-8-1 2 0,13 0 5 16,-7 0-6-16,-6 0 5 0,11 0-7 0,-11 0 7 16,12 0-4-16,-12 0-1 0,7 0-2 0,-7 0 3 15,0 0-7-15,12 2 1 0,-12-2 3 0,0 0-2 16,8 2 3-16,-8-2 1 0,0 0-4 0,7 3 4 15,-7-3-5-15,0 0 3 0,0 0 2 0,0 0-7 16,7 0 5-16,-7 0 0 0,0 0-1 0,0 0-7 16,0 0 10-16,0 0-6 0,0 0 4 0,0 0 1 15,0 0 2-15,0 0-7 0,0 0 3 0,0 0-2 16,0 0 8-16,0 0-2 0,0 0 0 0,0 0 2 16,0 0 2-16,0 0 5 0,-23 1-8 0,23-1 14 15,0 0 3-15,0 0-4 0,-14-3 1 0,14 3-5 16,-6-3 4-16,6 3 7 0,0 0-4 0,-10-3-3 15,10 3 4-15,-9-3 0 0,9 3 3 0,0 0 4 16,-10-2-8-16,10 2 7 0,-6-3-8 0,6 3 6 16,-7-1 3-16,7 1-1 0,0 0 2 0,-10-5-3 15,10 5 2-15,0 0-4 0,-9-1-2 0,9 1 5 16,0 0 1-16,0 0 2 0,-6-4 1 0,6 4-6 0,0 0 3 16,0 0-5-16,0 0-4 0,0 0 6 0,0 0-2 15,0 0-4-15,0 0 2 0,0 0-1 16,0 0-3-16,0 0 3 0,0 0 5 0,0 0-13 15,18-6 6-15,-18 6 2 0,15 0-2 0,-6-2 1 0,0 1 0 16,5 1-12-16,-3-3 10 0,0 3-1 0,0-2 1 16,3 1-5-16,-1-1 4 0,5 1-1 0,-4-2 6 15,3 0-22-15,0 2 20 0,1 1-6 16,0 0 6-16,-5-3-6 0,0 3 15 0,-2-2-11 0,2 1-2 16,-3 1 1-16,-1 0-11 0,0 0-3 0,-9 0-3 15,16 0 10-15,-10 0-6 0,-6 0-4 0,12 0-2 16,-12 0-4-16,13 0-3 0,-13 0 3 0,10 0-6 15,-10 0 2-15,0 0-10 0,10 0 6 0,-10 0 1 16,0 0 1-16,0 0-3 0,7 1 3 0,-7-1 0 16,0 0 10-16,0 0-5 0,0 0 2 0,0 0-8 15,0 0 4-15,0 0 1 0,0 0 5 0,0 0 2 16,-23 8 1-16,23-8 7 0,-6 1-1 0,6-1 5 16,-9 1-1-16,9-1-2 0,0 0 7 0,-13 2 0 15,13-2 0-15,-5 1-2 0,5-1 11 0,-9 1-6 16,9-1 6-16,0 0-6 0,-8 2 0 0,8-2 1 15,0 0 4-15,0 0-3 0,0 0-4 0,0 0-3 16,0 0 4-16,0 0-2 0,0 0 5 0,0 0-5 16,0 0-1-16,0 0 2 0,0 0-1 0,0 0-1 15,0 0 1-15,0 0-9 0,27-1-2 0,-27 1-4 16,9 1-7-16,-9-1-22 0,0 0-43 0,12-1 19 0</inkml:trace>
  <inkml:trace contextRef="#ctx0" brushRef="#br0" timeOffset="152392.79">25518 7631 14 0,'0'0'52'0,"0"0"-14"15,0-9 3-15,0 9-9 0,0 0-2 0,0-11-1 16,0 11 0-16,-2-8 11 0,2 8-2 0,0 0-4 16,-5-11 0-16,5 11-6 0,-3-4 0 0,3 4-8 15,0 0 0-15,-2-9-4 0,2 9 4 0,0 0-7 16,0 0 6-16,0 0-7 0,-2-9-1 0,2 9-2 16,0 0 0-16,0 0 0 0,0 0-7 0,0 0 8 15,0 0-7-15,0 0 1 0,0 0 5 0,0 0-5 16,0 0-3-16,0 0 2 0,0 0-1 0,0 0 0 15,9 22 1-15,-6-13-4 0,-1 1-3 0,0-1 4 16,0 3 1-16,3 5 3 0,-1-1-2 0,-1 1 1 16,3 2 4-16,-2-1-11 0,4 1 1 0,-2 7 6 15,-1-2-1-15,-1-6 4 0,0 1-1 0,1 2-4 16,0-2 1-16,-3-1 7 0,2 1-9 0,-2-2-2 16,1-1 4-16,1 0 6 0,-2 1-2 0,-1-1-6 0,0 0 2 15,1-1-4-15,-2 1 3 0,-2-5-8 16,2 3 6-16,-1-3 2 0,1 2 4 0,-1-3-9 15,-1 4 8-15,0-3-3 0,2 0 3 0,0 1-4 16,0-2-4-16,0 2-10 0,0-1 5 0,0 1-4 16,0-2-6-16,0 2 2 0,0 0-10 0,-4 0 2 15,4 0-6-15,-3 0-8 0,2 0-3 0,0 0-39 16,-1 3-86-16,0-3 39 0</inkml:trace>
  <inkml:trace contextRef="#ctx0" brushRef="#br0" timeOffset="152747.09">25569 8219 23 0,'-2'10'27'0,"2"2"-3"0,-2-3-3 15,0 0-2-15,2 3-6 0,0-5 5 0,-1 1-10 16,1-8 3-16,1 15-4 0,1-10-3 0,-2 3-8 16,2 0-11-16,-2-8-11 0,4 9-29 0,-4-9 13 15</inkml:trace>
  <inkml:trace contextRef="#ctx0" brushRef="#br0" timeOffset="154211.54">25172 8333 2 0,'0'0'42'0,"0"0"-4"0,0 0 2 15,-7-4-9-15,7 4-3 0,0 0-1 0,0 0-2 0,0 0-8 16,-8-4 4-16,8 4-6 0,0 0 2 0,-7-2 0 16,7 2-3-16,0 0 6 0,0 0-6 0,-6-6 1 15,6 6-1-15,0 0 0 0,0 0 0 0,0 0-3 16,0 0 0-16,0 0-3 0,0 0 4 0,0 0-2 15,27-3 3-15,-16 2-5 0,3-2 0 0,5 0-1 16,1 2 5-16,0-1 0 0,0 1 2 0,2-2 1 16,-3 0-1-16,4-1-1 0,7 2-7 0,-2-3 2 15,-9 3 2-15,2 0-5 0,-2-2 4 0,-5 3-1 16,-1-2-2-16,1 2 5 0,-3-1-12 0,-1 1 4 16,-3-1 6-16,-7 2-9 0,11-1 8 0,-11 1 3 15,8-3-9-15,-8 3 1 0,8-1 1 0,-8 1 5 16,0 0 2-16,0 0-7 0,0 0-3 0,0 0 10 15,0 0-11-15,0 0-6 0,0 0 1 0,0 0-6 16,0 0 8-16,0 0 2 0,-34 5-2 0,20-2-1 16,3 0-4-16,-7 1-7 0,3 0 1 0,-3 0 2 15,0-2-2-15,-1 2 0 0,1-1-2 0,1 1 6 16,-1 0-2-16,2-3-1 0,-2 1-6 0,1 2 11 16,3-1 1-16,1-2-4 0,-1 1 12 0,3-1-1 0,-3 1 0 15,1-2 7-15,1 1-3 0,1 1 0 16,2-2 0-16,0 0-2 0,9 0 0 0,-14 0 8 15,14 0 4-15,-11 0 6 0,11 0 0 0,-8 0-2 16,8 0-5-16,0 0-1 0,0 0-4 0,-12 0-5 16,12 0 9-16,0 0-5 0,0 0-4 0,0 0 7 15,0 0 0-15,27-5-7 0,-14 4-4 0,6-1 6 16,0 1-2-16,2-1 2 0,1 1 2 0,-1-2 5 16,8 0-6-16,-9 2-1 0,7-1 7 0,-5 2-3 15,5-2-2-15,-9-1-6 0,-4 2 3 0,-1 1 0 0,1 0 7 16,-4-2-9-16,1 1 3 0,-3 1-8 0,-8 0 5 15,13 1-3-15,-13-1 4 0,9 0-1 16,-9 0 8-16,9 0-8 0,-9 0 0 0,0 0-3 16,0 0 6-16,0 0-4 0,0 0 1 0,11-1-5 0,-11 1 5 15,0 0-4-15,0 0 2 0,0 0-1 0,0 0 0 16,0 0-8-16,0 0 0 0,0 0-7 16,-31 9 6-16,20-7 0 0,-3-1 4 0,1 1-4 15,-3-1-7-15,1 1 13 0,-3 0-2 0,2 2-1 0,-3-4 7 16,2 2 2-16,1 3-8 0,3-5 7 0,-1 1-9 15,1 1 9-15,1-2 2 0,1 0-2 0,1 3-4 16,0-2 12-16,10-1-8 0,-11 0 0 16,11 0-4-16,-9 2-7 0,9-2 14 0,-8 4-3 0,8-4-4 15,0 0 6-15,0 0 1 0,0 0-6 0,0 0 8 16,29 3-3-16,-7-3 3 0,7 0-2 0,6-3-7 16,1 3 1-16,-3-6 7 0,4 5-1 0,-1-2 7 15,-2 0 2-15,-2 1-1 0,-4-2-12 0,-5 3 5 16,-5 0 7-16,-4 0-3 0,-1-1-10 0,-3 2 13 15,-2-1-11-15,-8 1 7 0,13 0 1 0,-13 0-2 16,9 0 8-16,-9 0-4 0,0 0-6 0,0 0 12 16,0 0-9-16,0 0 3 0,0 0-4 0,0 0 4 15,0 0-2-15,-34 5-1 0,21-4-3 0,-3 0-2 16,-1 2-2-16,0-1 6 0,0 1-6 0,-1-1 8 16,-1-1-13-16,2 2 2 0,-2 1 1 0,6-3 4 15,-1 1 7-15,2 1-13 0,0-2-8 0,1 1-7 16,2-1-14-16,1 3-15 0,0-3-13 0,8-1-10 15,-9 5-53-15,9-5-133 0,-6 4 60 0</inkml:trace>
  <inkml:trace contextRef="#ctx0" brushRef="#br0" timeOffset="194554.36">9422 9768 40 0,'0'0'102'0,"0"0"6"0,0 0-15 16,0 0-3-16,0 0-5 0,0 0-5 0,0 0-6 15,0 0 0-15,0 0-12 0,0 0-3 0,0 0-9 16,0 0 0-16,0 0 1 0,0 0-8 0,0 0-1 16,0 0-6-16,0 0 1 0,0 0 0 0,0 0 3 15,0 0-3-15,0 0 3 0,0 0-13 0,0 0 12 16,0 0-12-16,0 0 10 0,0 0 3 0,0 0-6 16,0 0-9-16,0 0-1 0,0 0 4 0,0 0 3 15,0 0-11-15,0 0 1 0,0 0-9 0,0-8 5 16,0 8-4-16,0 0-2 0,0 0 3 0,-1-12-7 15,1 12 5-15,0 0 1 0,-1-9-2 0,1 9-2 16,0 0-12-16,0-10 12 0,0 10 0 0,0 0-4 0,0-9 8 16,0 9-1-16,0 0-2 0,0 0 8 15,0-10-6-15,0 10 4 0,0 0-2 0,0 0-4 16,0 0-3-16,0 0-1 0,0 0-2 0,2-6-2 16,-2 6-1-16,0 0-2 0,0 0-3 0,0 0 0 0,0 0 5 15,0 0-3-15,0 0 0 0,7 19-3 16,-7-19-4-16,4 14 10 0,-2-5-5 0,3 1 2 15,-1 2 3-15,1 3-2 0,-1-4 2 0,0 3-1 16,1 3 0-16,1 0-1 0,2-1 2 0,-2 4 4 0,1-4-4 16,-1 3-1-16,2 0 2 0,-3-1-2 0,1-1 1 15,-1-1 3-15,-1 0-5 0,1 0 6 16,0 0-2-16,-1-1-6 0,0-3-3 0,1-1 18 16,-2 1-14-16,-1-1 4 0,1-2-2 0,1-2 3 0,-2 3 2 15,2-3-13-15,-3-3 8 0,2 3 0 16,-3-7-2-16,2 9 7 0,-2-9-3 0,2 6 1 0,-2-6-4 15,0 0 4-15,2 7-2 0,-2-7 7 0,0 0-7 16,0 0 5-16,0 0 2 0,0 0-3 0,0 0-4 16,0 0 10-16,0 0-9 0,0 0 1 0,7-19 1 15,-6 9-4-15,2 0-1 0,-1-2 6 0,2 1-2 16,1-6 0-16,-1-1-1 0,2 2-2 16,-2-3-2-16,3 2 1 0,3-10 0 0,-1 3 6 0,0-1-4 15,0 1 1-15,2 1-2 0,-1-2 6 0,-1 3-4 16,3-2-2-16,-2 3-2 0,0-4 3 0,-1 9 2 15,-1-4-4-15,0 2 2 0,-1 0-6 0,-1 3 9 16,0 0-2-16,-4 2 3 0,2 2-5 0,0 0 4 16,-3 0-2-16,0 0 5 0,2 1-7 0,-2 0 4 15,-1 5 2-15,0 5 2 0,3-12 2 0,-3 12-5 16,0 0 1-16,-3-12-1 0,3 12 1 0,-2-5-3 16,2 5-1-16,0 0-1 0,-7-4-4 0,7 4 0 15,0 0 8-15,0 0-5 0,-21 7-2 0,13-1-7 16,-1 0 8-16,0 1 0 0,-1 2 0 0,1-3-6 15,1 2 6-15,2-2-3 0,-2 1 1 0,3 0-2 16,1-2 4-16,0 0 2 0,2 0-2 0,2-5 3 16,-3 11-4-16,3-11-1 0,1 10 3 0,-1-10 1 15,7 8-3-15,-1-4-3 0,1-1-9 0,5-1 1 16,-1 0-15-16,3-2-4 0,-2 1-17 0,1-2-18 16,5-3-14-16,-5 3-18 0,6-1-13 0,-6 0-33 0,1-1-91 15,-1-1-256-15,-2 2 113 0</inkml:trace>
  <inkml:trace contextRef="#ctx0" brushRef="#br0" timeOffset="195426.08">9893 10079 17 0,'0'-11'171'0,"0"11"-2"0,-2-10-2 0,2 10-6 0,-1-8-2 16,1 8-10-16,1-8-5 0,-1 8-10 0,0 0-10 15,-1-13-11-15,1 13-9 0,0 0-15 0,0 0-7 16,0 0-11-16,-1-6-11 0,1 6-4 0,0 0-9 16,0 0-3-16,0 0-4 0,0 0-6 0,0 0-2 15,0 0-8-15,0 0-2 0,0 28-3 0,-2-15 0 16,1-3-1-16,0 7-8 0,1-1 11 0,-1 2-6 15,-1-1-2-15,0-1-2 0,0 1 0 0,1-1 0 16,0 0-4-16,0 0 4 0,1 0 0 0,1-2-5 16,-1-3 3-16,1 1-2 0,-1 0 0 0,0-3-5 15,1 1 3-15,1 0 0 0,-1-4-4 0,-1-6 2 16,4 13-14-16,-3-8-23 0,2 0-26 0,-3-5-35 0,5 8-32 16,-3-4-11-16,-2-4-24 0,9 0-140 15,-9 0-326-15,0 0 144 0</inkml:trace>
  <inkml:trace contextRef="#ctx0" brushRef="#br0" timeOffset="195633.25">9964 9831 7 0,'0'0'154'0,"-5"-8"2"0,5 8-5 0,-5-5-10 15,5 5-16-15,0 0-10 0,-4-5-17 0,4 5-7 16,0 0-14-16,0 0-26 0,0 0-27 0,0 0-14 0,0 0-27 16,0 0-24-16,0 0-31 0,0 0-30 0,22 0-60 15,-11 1-175-15,2 2 78 0</inkml:trace>
  <inkml:trace contextRef="#ctx0" brushRef="#br0" timeOffset="196019.46">10511 10084 137 0,'0'0'170'0,"0"0"-17"0,-8-2-11 0,8 2-6 16,0 0-13-16,0 0-5 0,0 0-8 0,0 0-6 15,-9-1-6-15,9 1-13 0,0 0-7 0,0 0-9 16,0 0-5-16,0 0-4 0,0 0-6 0,0 0-7 15,0 0-5-15,0 0-2 0,0 0-4 0,0 0-8 16,32 2 4-16,-20-3-4 0,1 2-2 0,-1-1-4 16,0-1-4-16,2 1-4 0,-1 0-25 0,1 0-24 15,-1 0-44-15,2-4-27 0,-2 3-34 0,0-1-138 16,1 0-300-16,-3 0 133 0</inkml:trace>
  <inkml:trace contextRef="#ctx0" brushRef="#br0" timeOffset="196641.18">10538 10046 49 0,'0'0'117'0,"0"0"-13"16,0 0-10-16,0 0-8 0,-12 2-7 0,12-2-14 16,0 0 3-16,0 0-10 0,0 0-4 0,0 0 2 15,27 7-5-15,-14-6 1 0,7-1-8 0,2 2-9 16,5-4 5-16,3 1-2 0,-2 0 6 0,4 0-9 15,-2-3-4-15,-2 4-7 0,0-1 2 0,-7-1-7 16,-2 2 7-16,3-3-11 0,-9 2-2 0,4 0 1 16,-5-1-14-16,-1 2-20 0,0-3-10 0,-5 3-24 15,-6 0-9-15,13-1-22 0,-13 1-97 0,9-2-195 16,-4-2 87-16</inkml:trace>
  <inkml:trace contextRef="#ctx0" brushRef="#br0" timeOffset="197021.7">10738 9886 139 0,'0'0'140'0,"-8"-1"-11"0,8 1-13 0,0 0-11 16,0 0-26-16,0 0 7 0,0 0-8 0,0 0-7 15,0 0-12-15,0 0-1 0,0 0-12 0,0 0 1 16,0 0-3-16,0 0 2 0,0 0-3 0,0 0-6 16,0 0 0-16,21 11-1 0,-12-8-3 0,3-1-2 15,-1 2-1-15,1 0 3 0,-2 0-3 0,2 0-4 16,-1 1-1-16,3-1-13 0,-1 3 6 0,0-1 0 16,-2-2-4-16,1 2 0 0,2 0 2 0,-4 3-1 15,1-2-5-15,-3 1 1 0,1 3-3 0,-1-1 5 16,-3 0 3-16,0-1-4 0,-1 3 2 0,-2 0-7 15,-2 0 8-15,-1 1-5 0,-2 3-1 0,0-4 6 0,-3 2-5 16,-2 2 1-16,0-2 0 0,-2 1-1 16,2 1 3-16,-3-1-6 0,0 0-3 0,1-1-3 15,-1-1-33-15,2 2-26 0,2-5-30 0,1 1-45 16,2 0-136-16,0-1-289 0,2-1 129 0</inkml:trace>
  <inkml:trace contextRef="#ctx0" brushRef="#br0" timeOffset="197929.44">11305 9937 154 0,'0'0'181'0,"-4"-9"-7"15,4 9 1-15,-3-9-1 0,3 9-12 16,-1-6-14-16,1 6-10 0,0 0-14 0,0 0-15 16,0 0-13-16,0 0-11 0,0 0-12 0,0 0-6 0,0 0-8 15,0 0-6-15,0 0-4 0,15 11-2 16,-6-2-9-16,-2 1-2 0,1 4-4 0,3 3-2 15,-1-1-4-15,-1 1-2 0,-1 0-3 0,4 5 0 16,-5-4-4-16,-1 0-2 0,-1-1 1 0,4-1 1 0,-4 2-1 16,3-1-1-16,-3-2-4 0,-1 1-1 15,0-5-1-15,0 1-2 0,1 0 0 0,-2-2 0 0,-1-3-1 16,2 1 0-16,-3 0-1 0,0-3 1 16,-1-5 0-16,3 8-4 0,-3-8 3 0,4 7 2 0,-4-7 3 15,0 0 6-15,0 0 10 0,0 0 1 0,0 0-8 16,0 0 2-16,0 0-5 0,0 0 0 15,0 0-4-15,9-24-1 0,-6 12-1 0,0-5-1 0,3-2 0 16,0 2-1-16,1-7-7 0,3 1-1 0,1-1-5 16,-1-3-4-16,2 0-3 0,-1 1 0 0,3 4 3 15,-5-4-4-15,3 3 2 0,0 0 2 0,-5 6-1 16,0 0 4-16,-1 1-4 0,2 0 6 0,-4 5-3 16,-1-1 2-16,-1 2 0 0,-2 1 1 0,2 2-2 15,-2 7 0-15,0-11-1 0,0 11 1 0,-3-9-1 16,3 9 1-16,-6-4-1 0,6 4-1 0,-12-2-2 15,12 2 2-15,-13 9 3 0,4-5-3 0,-3 3 4 16,1 1-2-16,2 2-3 0,1 0 6 0,0-1-5 16,2-1 0-16,-2 4 3 0,4-2 1 0,0 0 2 15,3 0-2-15,2 3 2 0,3-1-2 0,0-2 2 16,4 1-4-16,5-1-8 0,3 0-12 0,4-3-22 16,7-2-40-16,3 2-17 0,2-2-26 0,0-1-28 15,2-2-149-15,-7 1-332 0,0 0 147 0</inkml:trace>
  <inkml:trace contextRef="#ctx0" brushRef="#br0" timeOffset="198160.19">11926 10120 50 0,'0'0'141'0,"0"0"7"0,1 8 3 0,-1-8 8 16,0 0-9-16,-1 12-15 0,1-12-13 15,1 11-10-15,-2-3-13 0,2 2-3 0,-1-1-8 16,2 0-10-16,0 1-6 0,-2 0-4 0,0-1-8 16,0 1-6-16,2 0-10 0,-2 1-1 0,2-1-7 0,-2-3-16 15,0 1-27-15,0-1-20 0,1 1-39 16,-1-8-21-16,1 10-19 0,1-3-23 0,-2-7-122 16,1 11-272-16,2-7 121 0</inkml:trace>
  <inkml:trace contextRef="#ctx0" brushRef="#br0" timeOffset="198383.86">12170 9713 194 0,'0'0'203'0,"-1"-9"-18"16,1 9-13-16,0 0-14 0,-2-9-1 0,2 9-11 0,0 0-13 15,0 0-12-15,0 0-14 0,0 0-11 0,0 0-6 16,0 0-9-16,-10 27-4 0,9-17-10 0,1 1-16 16,-2 2-29-16,0 4-44 0,0 1-52 0,-1 0-62 15,-1 0-169-15,1-3-331 0,-1 1 147 0</inkml:trace>
  <inkml:trace contextRef="#ctx0" brushRef="#br0" timeOffset="203361.31">12529 10083 29 0,'-6'-2'140'0,"6"2"4"16,-8-4-10-16,8 4 2 0,0 0-13 0,-6-5-2 0,6 5-5 15,0 0-9-15,0 0-16 0,-9-3 6 0,9 3-5 16,0 0-7-16,0 0-1 0,0 0-11 0,0 0 3 16,-7-2-6-16,7 2-11 0,0 0-1 15,0 0-8-15,0 0-4 0,0 0-6 0,0 0-7 0,0 0-1 16,0 0-1-16,0 0-1 0,34 2-7 0,-21-2 2 16,3 2-7-16,1-4 4 0,4 4-3 0,0-2-4 15,-2 1-2-15,2 0-1 0,-4-1 2 0,0 1-3 16,-5-1-16-16,3 0-18 0,-5 1-11 0,2 1-19 15,-1 0-16-15,-5 0-20 0,1-2-13 0,-7 0-19 16,14 2-11-16,-9-1-12 0,-5-1-106 0,10 2-271 16,-10-2 121-16</inkml:trace>
  <inkml:trace contextRef="#ctx0" brushRef="#br0" timeOffset="203709.57">12617 9919 125 0,'0'0'159'15,"-10"-3"-14"-15,10 3-6 0,-6-2-9 0,6 2-15 16,0 0-22-16,-7-3-6 0,7 3-14 0,0 0-7 15,0 0 1-15,0 0-11 0,0 0 7 0,0 0-10 16,21 11-4-16,-8-5-2 0,-2-1-8 0,9 2 1 16,-3-1-10-16,2 1 0 0,-1-1-3 0,-2 3-4 15,4-3-4-15,-5 3-1 0,1-1-2 0,-5 0-3 0,1 0 4 16,-3 2 1-16,-2-1-10 0,2 1 3 0,-5 0-6 16,-1 2 3-16,-1 1 1 0,-2-1-3 15,-4 1 4-15,-1 2-1 0,-2 1-8 0,0 1-22 16,-2-2-16-16,-4-1-23 0,4-1-39 0,0 1-55 0,-3-1-89 15,3-4-262-15,-2 2 117 0</inkml:trace>
  <inkml:trace contextRef="#ctx0" brushRef="#br0" timeOffset="204798.12">13603 9903 79 0,'0'0'154'0,"-4"-7"-2"0,4 7 0 0,0 0-6 0,-4-6-4 0,4 6-14 15,0 0-8-15,0 0-11 0,-2-9-7 16,2 9-10-16,0 0-9 0,0 0-8 0,0 0-8 16,0 0-5-16,0 0-6 0,0 0-2 0,0 0-6 15,0 0-2-15,16 2-8 0,-16-2-3 0,11 5-2 0,-6 1 1 16,4 1-3-16,-2-1 1 0,2 3-4 0,-1-1-5 16,0 1 3-16,-2 1-4 0,1 2-3 15,2 4-6-15,0-1 2 0,-2-1-2 0,-1 0-1 16,1 1 1-16,0-1-4 0,0 1 1 0,-3-4 0 0,3-1 3 15,-3 1-4-15,0 0-2 0,0-2 0 0,0 1 0 16,-2-2-2-16,0-1 2 0,0 2-5 16,1-3 3-16,-1-1 2 0,-2-5 0 0,2 9-4 15,-2-9 0-15,4 7 2 0,-4-7-1 0,2 6-1 0,-2-6 2 16,0 0 1-16,3 5 5 0,-3-5 8 0,0 0 9 16,0 0 6-16,0 0-4 0,0 0-2 0,0 0-6 15,13-14-3-15,-10 5 1 0,3 0 0 16,1-2-3-16,3-3-7 0,-2-3 5 0,5 3-2 0,1-8-7 15,3 0-3-15,-2 1-3 0,2-3 0 0,-5 7 0 16,3-4-3-16,-5 3 2 0,-1 1-1 0,1-1-2 16,-3 1 1-16,1 2-1 0,-4 4-4 15,0-4-5-15,-2 3-4 0,0 1 0 0,-2 0 3 0,-2 0 4 16,2 4-7-16,0 7 5 0,-2-13 1 0,2 7 1 16,0 6-2-16,-4-8 5 0,4 8-2 0,-4-6 0 15,4 6 1-15,-10-4 0 0,10 4-2 0,-15 1 0 16,15-1 2-16,-12 4 1 0,3-2-2 0,3 3 4 15,1 0-4-15,-3 1 2 0,2 0 3 0,2 1-1 16,1-2-1-16,1 2 0 0,0 3 0 0,2-10 1 16,3 14 3-16,1-7-4 0,5 3-6 0,-4-2-9 0,5 2-13 15,2-3-15-15,0-1-17 0,5 1-11 16,-1 2-21-16,2-2 4 0,-2 0-14 0,2-1-9 16,-3 3-21-16,3-2-18 0,-7 0-80 0,-2-2-253 15,3-1 112-15</inkml:trace>
  <inkml:trace contextRef="#ctx0" brushRef="#br0" timeOffset="205017.25">14171 10024 73 0,'0'0'163'0,"0"0"-14"0,0 0-12 0,0 0-4 15,0 0-5-15,0 0 4 0,10 2-2 0,-7 3 1 16,-2 3-3-16,-1 2-8 0,2-1-10 0,0 1-8 0,-2 3-7 15,4 0-15-15,-2 1 0 0,-1-2-9 16,1 0-4-16,-2 0-10 0,2 2 2 0,0-3-11 0,0 1-6 16,1 1-17-16,-2-2-27 0,0 2-37 0,1-2-35 15,3 0-39-15,-3 0-41 0,2-2-159 0,-4-1-340 16,3-2 151-16</inkml:trace>
  <inkml:trace contextRef="#ctx0" brushRef="#br0" timeOffset="205227.06">14640 10003 19 0,'0'0'176'0,"14"-8"-20"0,-5 7-9 15,1-2-18-15,4 0-8 0,2 0-15 0,4 0-11 16,0 0-21-16,1 0 5 0,1 1-20 0,-2 2-19 15,1-2-19-15,-1 2-43 0,-2 0-27 0,-7 2-36 16,0-2-93-16,-1 0-192 0,-10 0 84 0</inkml:trace>
  <inkml:trace contextRef="#ctx0" brushRef="#br0" timeOffset="205437.72">14784 9882 19 0,'-3'-4'177'0,"3"4"-22"0,0 0-19 16,0 0-8-16,0 0 6 0,0 0 10 0,0 0-7 16,-8 18-1-16,6-7 2 0,0 0-2 0,2 4-18 15,-4 4-5-15,2 0-16 0,-2-3-4 16,0 4-14-16,4-1-3 0,-3 1-10 0,2-1-3 0,0-2-9 16,0 0-14-16,2 2-33 0,-1-1-27 0,2-3-50 15,1-3-41-15,1 0-50 0,2 0-153 0,2-2-341 16,-2 0 151-16</inkml:trace>
  <inkml:trace contextRef="#ctx0" brushRef="#br0" timeOffset="205947.6">15379 9892 203 0,'0'0'208'16,"5"-6"-22"-16,-5 6-12 0,0 0 5 15,0 0-11-15,0 0-16 0,-25 17-8 0,12-5-8 16,0 2-11-16,-9 4-12 0,3 0-11 0,1 2-10 16,1-8-8-16,1 8-8 0,2-6-10 0,0 1-8 0,1-3-2 15,1 1-5-15,2-1-6 0,1-4-3 16,1 1-7-16,1-2 1 0,1 0-6 0,1 1-3 0,2-4-1 16,-3-1-1-16,6-3-2 0,-4 6-5 15,4-6 5-15,-6 4-4 0,6-4-2 0,-3 6-3 0,3-6 5 16,0 0-4-16,0 0-2 0,0 0 0 15,0 0-1-15,0 0-2 0,0 0-4 0,0 0 1 16,0 0 0-16,0 0-4 0,29-9 0 0,-18 5-1 0,3 3 3 16,-1-2-5-16,8 2-7 0,-3 0-3 0,1 0 0 15,0 1 4-15,-1 0-2 0,0-3-4 0,1 4 1 16,0-2-1-16,-1 1-1 0,-1 0 1 16,2 0-5-16,-6 0 0 0,1-2 2 0,-3 1-2 0,2 1 8 15,-2-1-3-15,-2 0 2 0,-9 1 1 0,14-6 3 16,-7 3-1-16,-3-2 5 0,-1 1-3 0,-3 4 2 15,4-14-3-15,-2 4 1 0,-2 0 12 0,-2 0-3 16,0 1-1-16,-2-4 2 0,-1-1-2 0,0 2 7 16,-2 1-3-16,-3-3-1 0,2 1 7 0,1 2 1 15,-5-2-8-15,2 0 4 0,2 5-3 0,-2 1 3 16,1-1-3-16,3 0-2 0,-1 4-4 0,-1 1-8 16,1-3-19-16,7 6-24 0,-8-1-28 0,8 1-17 15,0 0-26-15,0 0-33 0,0 0-12 0,-10 9-19 16,10-9-126-16,2 9-336 0,-2-9 149 0</inkml:trace>
  <inkml:trace contextRef="#ctx0" brushRef="#br0" timeOffset="206429.2">15468 9897 146 0,'3'-11'203'15,"-1"6"5"-15,-2 5 0 0,4-8-5 0,-4 8-13 0,3-6-18 16,-3 6-19-16,0 0-17 0,0 0-13 0,5-6-14 15,-5 6-9-15,0 0-13 0,11 13-8 16,-6-6-5-16,2 4-7 0,2 4-5 0,-4 0-3 16,3 2-6-16,-2 1-4 0,3-3-6 0,-1 3 0 0,-2 1-6 15,2-2-2-15,-1 0-8 0,1-2 1 16,-2-1 0-16,-2-1-4 0,4-2-7 0,-4-1 3 16,2-2-5-16,-3 1 2 0,3-1-3 0,-2 0 0 15,-1-5 1-15,0 2-4 0,-3-5 0 0,8 9 3 0,-8-9-3 16,6 5 5-16,-3-2-4 0,-3-3 3 15,0 0-1-15,9 0 0 0,-9 0 2 0,10-9 3 0,-4 1-5 16,1 0-1-16,-1-4-2 0,6-4 3 16,-3-1-5-16,2 0 0 0,3-9-1 0,-1 4 0 0,1-2 8 15,-2 1-7-15,-1-2-3 0,2 1 2 0,-7 7-7 16,-1 0 5-16,-1-1-4 0,4 1 3 0,-4 0-2 16,1 1 0-16,-4 4 2 0,2 1-2 0,-2 2 3 15,-1 0 5-15,1 2 2 0,-1 7-7 0,-2-12 3 16,2 12-6-16,0-9 0 0,0 9 5 0,0 0-7 15,-3-11 0-15,3 11-2 0,0 0 5 0,-6-1-7 16,6 1-1-16,0 0 1 0,0 0-1 0,-16 8-2 16,16-8 2-16,-5 10-2 0,4-5 8 0,0 3-1 15,1-8-4-15,1 13 0 0,3-6-8 0,2 0-12 16,3 0-13-16,1 0-15 0,6-3-30 0,4-2-31 16,9 3-29-16,-7-3-23 0,11-1-19 0,-2-1-9 15,0 0-176-15,-4-1-396 0,1-3 175 0</inkml:trace>
  <inkml:trace contextRef="#ctx0" brushRef="#br0" timeOffset="206590.97">16213 9819 121 0,'0'0'138'0,"0"0"-12"0,0 0-11 0,0 0-28 16,0 0-33-16,0 0-33 0,5 3-33 15,-5-3-39-15,0 0-50 0,0 0-107 0,0 0 48 16</inkml:trace>
  <inkml:trace contextRef="#ctx0" brushRef="#br0" timeOffset="210735.4">9751 11198 22 0,'0'0'126'16,"0"-8"10"-16,0 8-4 0,0 0-15 0,-2-8 3 0,2 8-12 15,0 0-14-15,2-11 0 0,-2 11-2 0,0-9-2 16,0 9 3-16,0-8-1 0,0 8-6 16,1-7 4-16,-1 7-4 0,0 0-2 0,1-10-2 0,-1 10-9 15,0 0-3-15,0 0-3 0,0 0-3 16,0-8-6-16,0 8 0 0,0 0-7 0,0 0-7 0,0 0-3 16,0 0 8-16,0 0-9 0,0 0 0 0,0 0-10 15,0 0-3-15,0 0-3 0,0 0-2 0,0 0 0 16,0 0-5-16,0 0-3 0,-4 30 2 15,1-18 0-15,-1 4-2 0,0 2-1 0,1 0-3 0,-2 2 2 16,0-3-5-16,1 1-1 0,-2-2 5 0,2 1-5 16,2 0 2-16,-2 0-5 0,0-1 5 0,3-4-2 15,-1 0-2-15,2 0 6 0,0 0-6 0,0 2 0 16,0-2 3-16,2-1-5 0,-1 0 1 0,1 0 2 16,1-3 1-16,1-1 2 0,1 0 1 0,1-1 0 15,3 1 0-15,-1-3-2 0,0 2 3 0,-1-4-2 16,-2 2-3-16,2-2 0 0,0 0-9 0,1-1-19 15,-8-1-26-15,13 0-26 0,-13 0-32 0,0 0-38 16,19 0-24-16,-14-2-25 0,-5 2-146 0,7-9-369 16,-7 9 163-16</inkml:trace>
  <inkml:trace contextRef="#ctx0" brushRef="#br0" timeOffset="211184.77">9652 10996 183 0,'-2'-6'191'0,"2"6"-6"0,0 0-10 0,-5-8-7 0,5 8-8 15,0 0-10-15,-4-4-11 0,4 4-11 0,0 0-13 16,0 0-12-16,0 0-8 0,0 0-7 15,0 0-9-15,-5-6-3 0,5 6-8 0,0 0-6 0,0 0-4 16,0 0-6-16,0 0-5 0,0 0-6 0,0 0-3 16,0 0-5-16,0 0-4 0,0 0-3 0,0 0-1 15,0 0-7-15,0 0 1 0,0 0-8 0,0 0-13 16,0 0-14-16,0 0-20 0,0 0-24 0,0 0-27 16,0 0-21-16,0 0-22 0,0 0-15 0,0 0-17 15,0 0-141-15,0 0-328 0,0 0 145 0</inkml:trace>
  <inkml:trace contextRef="#ctx0" brushRef="#br0" timeOffset="211789">10321 11279 3 0,'-12'2'206'0,"12"-2"3"0,0 0-20 15,-13 0-12-15,13 0-15 0,0 0-20 0,-7 0-9 16,7 0-16-16,0 0-11 0,0 0-10 0,0 0-5 16,0 0-10-16,0 0-9 0,0 0-6 0,28 1-5 15,-17-2-7-15,10 1-5 0,0-2-5 16,8 0-3-16,-1-2-3 0,-3 0-5 0,5 2-5 0,-2 0-1 15,0 1-4-15,-8-1-2 0,3-1 2 0,-2 0-4 16,-2 2-3-16,-1 0-2 0,-3-2-4 0,-2 3 1 16,0-1 2-16,-2 1-6 0,1 0-2 0,-5 0 2 15,-7 0-1-15,15-1 3 0,-10 0-3 0,-5 1-2 16,0 0 1-16,14 0 0 0,-14 0-3 0,0 0 5 16,7 1 1-16,-7-1 3 0,0 0-1 0,0 0-2 15,0 0 3-15,8 0 4 0,-8 0-8 0,0 0 1 16,0 0-2-16,0 0-1 0,0 0 5 0,0 0-1 15,0 0 7-15,-11 18-4 0,5-13-1 0,0 5 0 16,-2-1 3-16,-3 4 2 0,3-3-4 0,-3 3 0 16,2-3-2-16,-2 2-1 0,0 1 2 0,2-3-4 15,1 0-3-15,2 0-9 0,-3 1-22 16,3 0-28-16,-1-3-32 0,2 0-38 0,1-1-34 0,-1-1-36 16,3 1-145-16,2-7-368 0,0 0 163 0</inkml:trace>
  <inkml:trace contextRef="#ctx0" brushRef="#br0" timeOffset="212001.22">10694 11167 19 0,'-13'-14'245'0,"-2"1"-3"16,1 1-6-16,-4 0-9 0,2 1-16 0,1 1-10 15,1 1-9-15,-1 1-5 0,3 2-16 0,2-2-18 16,-3 2-16-16,6 1-15 0,-3-1-9 0,3 3-10 15,1 1-14-15,6 2-14 0,-9-7-25 0,5 4-33 16,4 3-34-16,-5-5-39 0,5 5-41 0,0 0-36 16,0 0-41-16,0 0-56 0,19-5-118 0,-8 5-376 15,-11 0 167-15</inkml:trace>
  <inkml:trace contextRef="#ctx0" brushRef="#br0" timeOffset="213329.33">11776 11172 49 0,'-7'-1'115'0,"7"1"-4"16,0 0-16-16,0 0-11 0,-12-2 2 16,12 2-6-16,0 0-6 0,-10-1 9 0,10 1-5 0,0 0-9 15,0 0 0-15,-11-1-7 0,11 1-6 0,0 0-7 16,-7-3 4-16,7 3-13 0,0 0 14 0,0 0-1 15,0 0 0-15,0 0-1 0,0 0-4 0,-14 1-5 16,14-1-1-16,0 0 4 0,0 0-10 0,0 0-2 16,0 0 0-16,0 0-11 0,0 0 7 0,0 0-6 15,0 0-3-15,0 0 2 0,0 0-5 0,0 0-1 16,0 0-4-16,0 0 2 0,0 0-2 0,0 0-2 16,0 0 8-16,0 0-7 0,0 0-2 0,0 0-4 15,0 0 3-15,0 0 0 0,0 0-3 0,0 0-2 16,0 0 0-16,0 0-4 0,0 0 0 0,0 0 5 15,0 0 0-15,0 0-2 0,0 0 0 0,0 0 2 16,0 0-3-16,0 0 3 0,0 0-5 0,0 0 1 16,0 0 0-16,0 0 1 0,0 0-4 0,0 0 0 15,0 0 7-15,0 0-1 0,0 0-6 0,0 0 6 16,0 0-2-16,0 0-2 0,0 0-2 0,0 0 0 16,-9 0 8-16,9 0-3 0,0 0 0 0,0 0-3 15,0 0 2-15,0 0 1 0,0 0-6 0,0 0 13 16,0 0-8-16,0 0-1 0,0 0 6 0,0 0-6 15,0 0 3-15,0 0 1 0,0 0-1 0,0 0 3 0,0 0 3 16,0 0 1-16,0 0-4 0,0 0 4 16,0 0-3-16,0 0 1 0,0 0-4 0,0 0-1 15,0 0-3-15,0 0-2 0,0 0 5 0,0 0 2 0,0 0-1 16,0 0 2-16,28-3 0 0,-18 0-5 0,3 2 2 16,-1 0-4-16,3-1 1 0,-2 1-2 0,5 0-16 15,-5-1-28-15,0 2-25 0,1-1-26 0,-3-2-12 16,1 2-32-16,-3 0-35 0,-1 1-88 0,-8 0-285 15,0 0 127-15</inkml:trace>
  <inkml:trace contextRef="#ctx0" brushRef="#br0" timeOffset="213795.29">11747 11162 94 0,'-3'10'141'16,"1"-3"-7"-16,1 4-10 0,-1 2-1 0,1 2-7 16,1 3-3-16,0 0-12 0,-2 1-8 0,0 2-6 15,2-2-3-15,0 0-8 0,-1 0-8 0,1 8-3 16,-1-8-6-16,3-2-9 0,0 2-1 0,-2-2-3 16,2-5-4-16,-2-2-4 0,1 1-1 0,2 0-6 15,-3-1-2-15,1-4 2 0,-1-6-9 0,1 14 0 16,2-7-5-16,-3-7-1 0,-3 12 7 0,6-7-9 15,-3-5-1-15,0 0 1 0,0 7 5 0,0-7-6 16,0 0 4-16,0 0-3 0,-4 7 0 0,4-7 0 16,0 0-2-16,0 0-1 0,0 0 0 0,-13-3-2 15,13 3 4-15,-9-8-4 0,4 3-7 0,5 5 0 0,-10-3 3 16,4 0-8-16,6 3 5 0,-14-8 1 16,10 6 3-16,-3-1-6 0,7 3 6 0,-7-3-3 15,7 3-3-15,-8-3-6 0,8 3 6 0,-9-3-2 16,9 3 3-16,0 0 3 0,0 0 3 0,-9-4-5 0,9 4 1 15,0 0-5-15,0 0 3 0,0 0-4 0,-5-4 0 16,5 4 4-16,0 0-2 0,0 0 6 16,0 0 1-16,0 0 0 0,0 0-1 0,28-2 2 0,-16 4-5 15,2-4 6-15,6 1-4 0,1 1-4 0,-1 0-21 16,-1 0-26-16,3-2-15 0,0 2-31 0,-2-2-24 16,2 0-32-16,-1 4-136 0,-2-1-309 0,-2-2 136 15</inkml:trace>
  <inkml:trace contextRef="#ctx0" brushRef="#br0" timeOffset="214251.02">12132 11452 136 0,'-9'-2'165'0,"9"2"-5"0,-12-1-7 0,3-1-9 16,9 2-2-16,-21 4-10 0,8-2-10 0,0 4-12 15,1-1-9-15,2 0-5 0,-4 4-9 0,3 0-10 16,-5 1-6-16,7 1-1 0,0 3-9 0,3-6-4 16,-2 2-7-16,2-1-1 0,1 2-11 0,3-3 0 15,0 2-1-15,2-1-10 0,0-2 0 0,0-7 5 16,4 14-11-16,0-9 1 0,1 0-1 0,5-1-2 16,-4 0 2-16,5 0-7 0,-4-4 1 0,5 2-1 15,-2-4-6-15,1 2 0 0,1-3 3 0,1-2 0 16,-1 0-2-16,-1-3-1 0,0-1-1 0,3-4 5 0,-5 4-8 15,4-4 1-15,-3-2 4 0,-2 2-1 16,-3-5-6-16,4 2 4 0,-4-4 1 0,-2 2-2 16,2-1-1-16,-1-6 12 0,-2 4-1 0,1-3 0 15,-1 6-6-15,-2-1 12 0,0 2 7 0,0 2 10 16,0 2 2-16,0 1-1 0,0 2 2 0,0 0 7 16,-2 4-5-16,2 6-5 0,0 0-8 0,2-10-6 15,-2 10-4-15,0 0 7 0,0 0-9 0,0 0 0 16,0 29-2-16,-2-10-3 0,-1 6 1 0,2 1 0 0,-2 1-2 15,3-2 2-15,0 6-3 0,0-4 1 0,3 0-13 16,3-2-25-16,-1-6-26 0,0 6-35 16,3-5-46-16,-3-4-63 0,3 2-54 0,2-2-141 15,-2-1-423-15,0-6 188 0</inkml:trace>
  <inkml:trace contextRef="#ctx0" brushRef="#br0" timeOffset="-214312.95">12639 11375 22 0,'0'0'95'0,"0"0"5"0,0 0-12 16,0 0-6-16,0 0 6 0,0 0-3 0,0 0-8 15,0 0-6-15,0 0-6 0,0 0-2 0,0 0-11 16,0 0-4-16,0 0-5 0,0 0-7 0,0 0 7 0,0 0-12 15,0 0-1-15,0 0-4 0,0 0 4 0,0 0-18 16,0 0 11-16,0 0-6 0,0 0-5 0,0 0-4 16,0 0 0-16,0 0 1 0,0 0 8 15,0 0-1-15,0 0-13 0,0 0 0 0,0 0 8 0,-29 5-1 16,29-5-2-16,-7 2 0 0,7-2 0 0,-7 4-1 16,7-4 6-16,-6 2 11 0,6-2-2 0,0 0 1 15,-10 2 9-15,10-2-3 0,0 0 0 0,0 0 1 16,-9 2 0-16,9-2 2 0,0 0-6 0,0 0 4 15,0 0-5-15,0 0-5 0,0 0 3 0,0 0-5 16,0 0 4-16,0 0 3 0,0 0-9 0,0 0 1 16,0 0-4-16,41-5 1 0,-25 5 1 0,0-1-3 15,-1 1 2-15,4-3-5 0,2 1-1 0,-2 1 0 16,1-1-8-16,-3 2-7 0,2-3-26 0,-2 3-21 16,-3-2-24-16,-1 2 4 0,1-2-21 0,-3 0-14 15,0 1-20-15,-1 2-98 0,-10-1-243 0,11-1 107 16</inkml:trace>
  <inkml:trace contextRef="#ctx0" brushRef="#br0" timeOffset="-214055.08">12772 11243 127 0,'-8'-3'133'0,"8"3"-11"15,0 0-9-15,0 0-8 0,0 0 18 0,0 0-4 16,-2 22-4-16,2-12-2 0,0 2-11 0,2 5-6 16,-2-1-9-16,0-1-9 0,-2 2-6 0,4 1-4 15,-4 1-5-15,2-2-5 0,0-1-8 0,0 2-2 0,2 2-10 16,-6-5 0-16,6 4-4 0,0-3-1 16,-2-2-9-16,4-3-16 0,-2 5-27 0,0 0-23 15,0-5-27-15,0-1-38 0,0-1-30 0,1 0-129 16,-1-1-288-16,2 0 128 0</inkml:trace>
  <inkml:trace contextRef="#ctx0" brushRef="#br0" timeOffset="-213481.12">13352 11239 51 0,'0'0'163'0,"0"0"-1"16,0 0 11-16,0 0 1 0,0 0-4 0,0 0-15 16,0 0-10-16,-8 23-17 0,-1-12-9 0,3 2-7 15,1-2-6-15,-4 3-12 0,0 0-5 0,0 0-8 16,-5 1-5-16,4-1-7 0,1 0-6 0,-3-2-9 16,5-2-9-16,-1 0 3 0,1-1-4 0,-3-2-6 15,4 2-1-15,-3-1-6 0,3-2-3 0,-2 3-3 16,4-4 1-16,-1-1-7 0,1 1 1 0,0 0-3 15,4-5-1-15,-10 6 2 0,10-6-2 0,-4 3-3 16,4-3 1-16,0 0 2 0,-5 4-2 0,5-4-4 16,0 0 2-16,0 0-2 0,0 0-3 0,0 0-4 15,0 0 5-15,0 0-5 0,0 0 1 0,0 0 0 16,23-7-3-16,-23 7 1 0,18-1 1 0,-6 1-3 16,0-1-1-16,0 2 2 0,1-2-2 0,1-1-3 15,0 1 1-15,6 2-1 0,-7-2 0 0,5 1-3 16,-7 0 0-16,10-1-1 0,-4-1 0 0,4-1 1 15,-4-1-3-15,2 5 1 0,-1-5 2 0,-1 2-1 16,-3-1 4-16,-1-1-1 0,-2 3 0 0,-1-1 4 16,-1-3-1-16,-1 3-2 0,-2-2 3 0,0-1-4 15,-1 0 4-15,-1 1-3 0,-4 4 1 0,4-14 1 16,-4 7 1-16,0 7 1 0,-4-17 2 0,0 8 2 0,-3-1 0 16,-1-1 0-16,-2 2 1 0,1-3 4 15,-1 4 4-15,-7-2-6 0,3 3 0 0,3 0 1 16,-2-1 4-16,-1 3-4 0,3 1-5 0,-1-1 6 15,-1 2-1-15,4-1-3 0,-2 3 4 0,4-2-6 0,-2 2 1 16,9 1-4-16,-14-2-4 0,8-1-13 16,6 3-21-16,-9-1-20 0,9 1-34 0,0 0-29 15,0 0-22-15,0 0-27 0,0 0-179 0,0 0-378 16,0 0 168-16</inkml:trace>
  <inkml:trace contextRef="#ctx0" brushRef="#br0" timeOffset="-213217.53">13724 11207 123 0,'0'0'141'0,"0"0"-7"0,0 0-12 0,9-2-5 15,-9 2-7-15,15-2-7 0,-3 0-15 0,-1-1-5 16,5 2-4-16,1 0-15 0,-3 0-5 0,2 0-6 16,2 0-16-16,-7-1-20 0,1 1-22 0,-1 1-15 15,-3-2-23-15,-8 2-13 0,14-1-16 0,-14 1-7 16,7-2-20-16,-7 2-61 0,6-3-172 0,-6 3 76 16</inkml:trace>
  <inkml:trace contextRef="#ctx0" brushRef="#br0" timeOffset="-212845.12">13854 11151 4 0,'0'0'68'0,"-8"-4"11"0,8 4 8 0,0 0 1 16,-8-2-6-16,8 2 7 0,0 0-18 0,0 0 0 16,0 0 5-16,0 0-8 0,-11 12 14 0,11-7 2 15,0 5 20-15,0 1-16 0,0 1-3 0,0 5-3 16,0 0-5-16,2 0-1 0,-4 1-4 0,2-1-9 16,2 0-7-16,-4 0-1 0,4-2-2 0,0 2-4 15,-2 0-6-15,1 0 2 0,1-4-4 0,-2 3-6 16,2-2-2-16,-2-1-1 0,2-3-7 0,-2 1-2 15,0-4-3-15,0 1-1 0,2 0 4 0,-2-8-8 16,-2 12 3-16,2-12 0 0,0 11-5 0,0-11-1 0,-4 8 0 16,4-8 4-16,-7 6-5 0,1-3-2 0,6-3-2 15,-15 0 3-15,5 0-1 0,10 0-1 16,-19-2-3-16,9 0 0 0,3 0 1 0,-3-1-4 16,2 1 0-16,8 2 3 0,-11-5-9 0,4 4 8 0,7 1-1 15,-9-3 4-15,9 3 1 0,0 0-6 0,-7-5 2 16,7 5-4-16,0 0-3 0,0 0 5 15,0 0 0-15,0 0 3 0,0 0-2 0,0 0-2 16,27 0 1-16,-14 1-2 0,1-1 2 0,4 0-9 0,4 0-24 16,-1 1-20-16,2-1-25 0,-2 2-22 0,8-7-18 15,-1 1-11-15,-1 3-16 0,-5-1-11 16,6-1-107-16,-9 1-283 0,2-4 125 0</inkml:trace>
  <inkml:trace contextRef="#ctx0" brushRef="#br0" timeOffset="-212407.59">14256 11417 39 0,'0'0'144'0,"2"-7"0"0,-2 7 2 0,0 0-7 16,0 0 3-16,-6-15-7 0,6 15 2 0,-4-5-9 0,4 5-8 15,-10-5 1-15,4 2-7 0,6 3-7 0,-10-2-11 16,10 2-4-16,-11-2-10 0,11 2-6 0,-13 3-4 16,4-1-9-16,1 1-6 0,-2 3-5 0,1 1-6 15,3 1-1-15,-4 1-9 0,3 1 1 0,1 0-6 16,2 1-3-16,-1-1-4 0,0 1 5 0,3-2-5 15,1 2-5-15,1-3-2 0,0 3 1 0,3-6-1 16,0 2-1-16,-1 0-4 0,0-2 2 0,5 1-1 16,-1-3 0-16,1 0-2 0,-3 0-3 0,4-1 0 15,-8-2 0-15,13-2-1 0,-4 4 0 0,-9-2 3 16,15-3-3-16,-8-1 0 0,0-1 1 0,2 0 0 16,-2-3 0-16,0 0 0 0,-1 0-5 0,1-3 0 15,0-3 3-15,-1-1-4 0,1-1 2 0,-5 4 0 16,4-4 2-16,-2 0-1 0,0-1 2 0,1-1 1 15,-1 1 1-15,-2-1-3 0,2 0 5 0,-1 2-6 16,-1-2 5-16,0 1 1 0,-2 2 7 0,0 5 4 16,0-1 16-16,0 5-2 0,0 6-1 0,5-13-3 0,-5 13-9 15,0-6-3-15,0 6-3 0,0 0 6 16,0 0-7-16,0 0-6 0,0 32 0 0,-2-17 6 16,2 3-6-16,-3 7-2 0,0-1 7 0,2 4-7 0,-4-4-4 15,5 3-19-15,-2-1-29 0,0 0-26 16,2 1-33-16,2-8-29 0,0 2-34 0,2-3-37 15,-2 0-37-15,-2 2-133 0,3-3-405 0,-5 0 179 16</inkml:trace>
  <inkml:trace contextRef="#ctx0" brushRef="#br0" timeOffset="-211591.82">14786 11575 19 0,'0'0'201'0,"5"-6"-13"16,-5 6-13-16,0 0-18 0,0 0-16 0,2-7-17 16,-2 7-9-16,0 0-16 0,0 0-14 0,0 0-27 15,0 0-25-15,0 0-26 0,0 0-46 0,0 0-35 16,0 0-22-16,0 0-104 0,0 0-214 0,0 0 94 16</inkml:trace>
  <inkml:trace contextRef="#ctx0" brushRef="#br0" timeOffset="-211037.66">14914 11565 45 0,'0'0'66'0,"0"0"-9"15,0 0-20-15,0 0 8 0,0 0 2 0,0 0-12 16,0 0-4-16,0 0 1 0,0 0-8 0,8-3-1 15,-8 3 2-15,0 0-8 0,0 0-2 0,0 0-4 0,0 0 7 16,0 0-2-16,0 0-5 0,0 0-8 0,0 0-10 16,0 0 7-16,0 0-8 0,8 5-2 15,-8-5 0-15,0 0 3 0,0 0-1 0,0 0-6 16,0 0-5-16,0 0 8 0,0 0 0 0,0 0-3 16,0 0 2-16,0 0-3 0,9 1 5 0,-9-1 2 0,0 0-2 15,0 0 5-15,0 0-2 0,0 0 3 0,0 0 4 16,0 0 3-16,0 0-4 0,0 0 5 15,0 0 0-15,0 0 0 0,0 0-2 0,0 0 2 16,0 0 1-16,5 3 0 0,-5-3 1 0,0 0-5 0,0 0-2 16,0 0 0-16,0 0 0 0,0 0 6 0,0 0-3 15,0 0 0-15,0 0 0 0,0 0 0 16,0 0 1-16,0 0 4 0,0 0-3 0,0 0 0 16,0 0 7-16,0 0-3 0,0 0 2 0,0 0-2 0,0 0-1 15,0 0 3-15,0 0-3 0,0 0-2 0,0 0-11 16,0 0 0-16,0 0-16 0,0 0-21 0,0 0-28 15,0 0-76-15,0 0 34 0</inkml:trace>
  <inkml:trace contextRef="#ctx0" brushRef="#br0" timeOffset="-206125">9730 12220 68 0,'-4'-9'130'0,"0"2"3"16,1-1-3-16,-1 2-13 0,0-2-9 15,2 1-1-15,-1-1 9 0,2 1 0 0,1 7-3 16,-3-10 2-16,3 10-8 0,-2-9-9 0,2 9-11 0,-2-8-10 15,2 8-10-15,0 0-10 0,0 0-3 0,0 0-6 16,0 0-5-16,0 0-3 0,0 0-3 16,17 13-7-16,-11-5 2 0,-1 1-8 0,2 3-4 15,-1-1 3-15,3 4-1 0,-3 2-4 0,1-3-1 0,-1 1-2 16,2 1-5-16,-3-4-1 0,1 3 3 0,0-5-3 16,-1 1 0-16,-1 0 0 0,1 0-3 0,0-1 5 15,-2-1-6-15,3-2 1 0,-4 0-2 16,1 0-3-16,1-1 5 0,-3 1 0 0,-1-7-3 0,3 8 3 15,-3-8-1-15,5 7-2 0,-2-3 2 0,-3-4-2 16,0 0 3-16,0 0 2 0,0 0-3 16,3 6 3-16,-3-6-2 0,0 0-2 0,0 0 1 15,0 0 0-15,0 0-3 0,0 0 3 0,8-22-4 0,-7 15-1 16,1-3 5-16,2-2-7 0,-2-1-7 0,3-2 0 16,-1-4-6-16,3-5 4 0,0-1-5 0,-2 1 2 15,0 6 4-15,0-1 2 0,2-5-4 0,-3 7 2 16,0-2 1-16,0 2 1 0,0-1 0 0,0 6 2 15,0 2 0-15,-1-3-4 0,0 4 4 0,-2 2-2 16,0 0 4-16,-1 7 0 0,2-10-3 0,-2 10-2 16,1-10 3-16,-1 10-3 0,1-6 6 0,-1 6-5 15,0 0 1-15,0 0-1 0,0 0 2 0,0 0 4 16,0 0-3-16,0 0-3 0,-19 16 4 0,14-10 2 16,3 0-5-16,-2 0 1 0,1 1-1 0,2 0 0 15,1-7 7-15,-2 14-6 0,2-9 6 0,0-5 0 16,4 14-6-16,2-8 6 0,0 0 3 0,7 0-2 15,-2-2-6-15,10-1-18 0,-1 0-6 0,10-1-21 16,0-1-11-16,0-1-31 0,0-1-17 0,-2 1-11 16,0 2-13-16,-6 0-106 0,-4-1-258 0,1-1 114 15</inkml:trace>
  <inkml:trace contextRef="#ctx0" brushRef="#br0" timeOffset="-205877.46">10298 12233 63 0,'0'0'176'0,"0"0"-6"0,0 0-11 0,0 0-11 15,0 0-20-15,0 0-14 0,-13-3-5 16,13 3-15-16,-3 7 3 0,1 3-2 0,-1 1-5 16,1 4-12-16,-3 1-3 0,0-1-9 0,1 3-4 0,0 0-13 15,0 0-2-15,1 0 1 0,1 0-8 16,0-1-6-16,0 1-2 0,1 1-5 0,1-4-7 15,1 1-9-15,-1-3-16 0,1-2-21 0,0 0-19 16,1 1-31-16,0-3-14 0,0-3-10 0,0 0-20 0,-2-6-12 16,3 10-108-16,-3-10-260 0,4 6 115 15</inkml:trace>
  <inkml:trace contextRef="#ctx0" brushRef="#br0" timeOffset="-205619.13">10276 12219 115 0,'6'-2'115'0,"3"-4"-4"0,0 6-8 0,4-2 7 0,0 4-10 15,5 1-6-15,-3 2-6 0,3 1-5 16,0 4-8-16,-4 0-2 0,1 2-8 0,-2 2-8 0,-3 0-6 16,0 1-2-16,-3 1-9 0,-2 1-1 0,-3 0-3 15,-2 1-2-15,-2-1-6 0,-1-1 1 0,-1 4-5 16,-3-6 0-16,-2 2-3 0,0-2 1 15,-4 2 0-15,3-2-4 0,-2-2-6 0,0 0 0 0,-1-3-3 16,3 0-5-16,-2-3-17 0,3-2-16 0,-1 0-30 16,1-1-33-16,1-3-33 0,8 0-100 0,-11-4-242 15,6-1 107-15</inkml:trace>
  <inkml:trace contextRef="#ctx0" brushRef="#br0" timeOffset="-205281.4">10689 12244 110 0,'5'-4'133'0,"-5"4"1"0,16 3-15 0,-5-2-2 0,-11-1-15 16,27 0-12-16,-10 0-7 0,9-3-6 0,-6 2-6 15,1 0-7-15,-1 1-2 0,2 2-4 16,6-3-8-16,-9 4-8 0,2-3 2 0,-3 1-5 15,-6-1-4-15,1 1-3 0,-3 1-2 0,-1 0-2 0,-1-2-2 16,-8 0-2-16,12 2 5 0,-7 1-3 0,-5-3 3 16,6 2 6-16,-6-2 5 0,4 5 5 0,-4-5 1 15,0 0 0-15,0 0 4 0,-6 14-2 16,6-14-1-16,-7 11-3 0,-2-3-1 0,4 1-6 0,-5-1-3 16,-2 4-6-16,2 0 2 0,-4 2-2 0,1-1-7 15,-1 1 0-15,1-1-2 0,2 2-21 0,1-2-20 16,3-3-27-16,1 0-29 0,-3-1-24 0,7 0-29 15,-2-1-29-15,1 0-136 0,-1-2-319 0,4-6 141 16</inkml:trace>
  <inkml:trace contextRef="#ctx0" brushRef="#br0" timeOffset="-205083.08">10886 12163 106 0,'-12'-10'189'0,"-1"-2"-1"0,-1 2-6 0,5 2-4 16,0 0-9-16,-1 3-11 0,4 0-13 0,1 0-16 16,1 0-12-16,4 5-12 0,-8-6-17 0,8 6-20 15,-4-4-14-15,4 4-26 0,0 0-35 0,0 0-29 16,0 0-35-16,19 0-37 0,-8 0-41 0,0 2-107 16,-11-2-277-16,24 2 123 0</inkml:trace>
  <inkml:trace contextRef="#ctx0" brushRef="#br0" timeOffset="-203957.63">12062 12186 94 0,'0'0'101'0,"0"0"-5"0,0 0-1 15,0 0-8-15,0 0-5 0,0 0-1 0,0 0 1 16,0 0-4-16,0 0-1 0,0 0-10 0,0 0 1 0,0 0-7 16,0 0-10-16,0 0 11 0,0 0-1 0,0 0-6 15,0 0-2-15,0 0-6 0,0 0 4 16,0 0-4-16,0 0-3 0,0 0 1 0,0 0-9 15,0 0-6-15,0 0 2 0,0 0 1 0,0 0-7 0,0 0-2 16,0 0 8-16,0 0-9 0,0 0 4 0,0 0 0 16,0 0 4-16,0 0-5 0,0 0 3 0,0 0 1 15,0 0-1-15,0 0 5 0,0 0-2 0,0 0-4 16,0 0 2-16,0 0 1 0,0 0 0 0,0 0-2 16,0 0-6-16,0 0-2 0,0 0 1 0,0-9-5 15,0 9-1-15,0 0 0 0,0 0-2 0,0 0 2 16,0 0 2-16,0 0-2 0,0 0-3 0,0 0-2 15,0 0 0-15,0 0-4 0,0 0-3 0,0 0-6 16,0 0 4-16,0 0 1 0,0 0 0 0,0 0-2 16,0 0 0-16,0 0-1 0,13 24 2 0,-7-14 2 15,-1 0-3-15,2 2 3 0,0 2-2 0,-2-2 0 16,1 4-5-16,1-2 6 0,2 2 0 0,-3 0 0 16,3-1-1-16,-4 1 0 0,4-2-1 0,-5-2-5 15,3 1 6-15,0 0 11 0,-5-3-1 0,3 2-1 16,-2-2-1-16,1 0 0 0,0 0 0 0,-1-4-1 15,0 1 0-15,-2-1-3 0,-1-6 1 0,6 9-1 16,-4-4-2-16,-2-5 4 0,3 6 1 0,-3-6 1 16,2 6 2-16,-2-6 15 0,0 0 5 0,0 0 7 15,0 0-9-15,0 0 0 0,0 0-3 0,0 0-6 16,0 0 1-16,8-22 2 0,-6 12-4 0,0-1-2 16,0-1-1-16,2-4-3 0,-1 4-2 0,0-6-1 15,5-1 2-15,-6 0-4 0,2-4-2 0,-1 3 0 16,3 1-2-16,-2-6 0 0,1 5 1 0,2 2-4 15,-2 1 0-15,-1 1 6 0,0 4-6 0,-1 2 2 16,1 1-1-16,-4 1 3 0,3 3-9 0,-3 5-9 0,4-10-14 16,-4 10-6-16,3-6-26 0,-3 6-4 0,0 0-1 15,0 0 2-15,0 0-21 0,0 0-21 16,0 0-18-16,9 18-34 0,-5-8-24 0,-2 0-19 16,0 2-120-16,0-5-344 0,0 5 152 0</inkml:trace>
  <inkml:trace contextRef="#ctx0" brushRef="#br0" timeOffset="-203708.99">12473 12332 102 0,'0'0'157'0,"0"8"-1"0,0-8 1 0,0 13-4 0,0-4-6 15,0 0-12-15,0 2-8 0,0 0-6 16,0 0-14-16,0 0-5 0,0 1-9 0,2 0-1 15,0-1-17-15,0 1-11 0,0-2-3 0,-1 0-10 0,1 0-1 16,-2-1-4-16,5 1-6 0,-5-2-6 0,2-1-11 16,-2 0-24-16,0-7-11 0,2 12-22 0,-2-12-8 15,0 10-17-15,0-10-11 0,0 8-6 16,0-8-9-16,0 0-20 0,-4 9-23 0,4-9-16 16,0 0-80-16,-8 1-240 0,8-1 106 0</inkml:trace>
  <inkml:trace contextRef="#ctx0" brushRef="#br0" timeOffset="-203450.62">12448 12379 16 0,'0'0'120'0,"0"-8"-8"0,0 8-15 0,2-9-12 0,-2 9 5 15,6-4 11-15,2 1-8 0,-8 3 8 0,17-2-4 16,-5 2-8-16,1 2-1 0,1 0-7 0,-2 0 3 16,0 1-4-16,2 1-4 0,-3 1-5 15,3 0-9-15,-3 2-3 0,-2-1-5 0,1 3-1 16,-2-2-3-16,-4 2 1 0,-1-1-5 0,-1 0-3 0,-2 5 3 15,0-3 10-15,-5 2-4 0,-5 2-2 0,0-2-2 16,-1 2-3-16,-3 0-3 0,1-3-3 16,-2 0-2-16,1 1-6 0,1-3-3 0,3 0-3 15,1-4 0-15,1 2-4 0,-1 0-4 0,1-2-9 16,0 0-19-16,1 0-27 0,1-1-37 0,1 1-30 0,5-5-37 16,-5 3-33-16,5-3-146 0,0 0-347 0,0 0 153 15</inkml:trace>
  <inkml:trace contextRef="#ctx0" brushRef="#br0" timeOffset="-203259.81">12749 12422 131 0,'0'0'170'0,"13"-5"-4"0,-3 2-6 15,1 0-18-15,0-1-13 0,3 1-8 0,1 0-14 0,-1 0-11 16,3 0-5-16,2 2-13 0,-4 0-8 0,5-1-22 15,-3 2-30-15,-4 0-28 0,-3 0-31 0,2 0-30 16,-1 2-25-16,-4-1-24 0,-7-1-79 0,12 1-214 16,-12-1 95-16</inkml:trace>
  <inkml:trace contextRef="#ctx0" brushRef="#br0" timeOffset="-203064.53">12935 12311 72 0,'-4'-10'179'0,"4"10"3"15,-4-4-12-15,4 4-11 0,-2-7-21 0,2 7-14 0,0 0-3 16,0 0-8-16,0 0-1 0,0 0-5 0,0 23-3 16,0-13-8-16,0 2-6 0,0 5-10 0,0 0-5 15,2 3-8-15,-4-1-6 0,2 2-4 0,0 3-7 16,0-6-4-16,-3 2-8 0,3-3-26 16,1 0-33-16,-1-2-33 0,2 1-32 0,0-4-41 0,2-1-44 15,0-1-128-15,-1-5-325 0,1 0 144 0</inkml:trace>
  <inkml:trace contextRef="#ctx0" brushRef="#br0" timeOffset="-202555.28">13390 12249 117 0,'0'0'179'0,"0"0"1"16,0 0-4-16,0 0-1 0,0 0-13 0,-3 26-13 15,-4-16-12-15,4 0-13 0,-3 6-9 0,-3-3-8 16,1 2-12-16,0-1-9 0,-3 1-6 0,3-2-4 16,0-3-10-16,2 2-7 0,1-4-1 15,1-1-9-15,-1-1-5 0,3-1-3 0,-2-1-2 0,4-4-4 16,-8 8 2-16,8-8-2 0,-2 5 0 0,2-5 3 16,0 0-4-16,-4 7 0 0,4-7 0 0,0 0-4 15,0 0-1-15,-4 5-3 0,4-5-4 0,0 0 0 16,0 0-9-16,0 0 1 0,0 0-1 0,0 0-4 15,0 0 1-15,13 4-1 0,-13-4-2 0,18 0-3 16,-5 0-7-16,1 0-8 0,-1 1-4 0,6 1-10 16,1-2 3-16,-2 0-10 0,4 0 3 0,-3 2-3 15,-4-1-4-15,-2-1-4 0,3 1 0 0,2-1-1 16,-5 2 1-16,0-2 6 0,-1 0 1 0,-1 1 4 16,-2 0 1-16,1-1 3 0,-10 0 4 0,11 0-1 15,-11 0 8-15,13-1 8 0,-13 1 3 0,5-4 1 16,-5 4 5-16,4-6 8 0,-4 6 14 0,0-9 3 15,0 9 2-15,-6-10-5 0,4 2 2 0,-6-1 9 16,2 0 4-16,-1 0 4 0,-7-3 2 0,5 3-4 16,1-1-5-16,-3-2-6 0,-3 1 6 0,1 0 2 15,3 1 1-15,1 1-3 0,1-1-3 0,1 5-4 16,-3-3-2-16,4 4-2 0,1 1-9 0,-1-1-12 16,6 4-24-16,-10-5-21 0,10 5-32 0,0 0-35 15,-13-4-32-15,13 4-31 0,0 0-29 0,0 0-167 16,0 0-396-16,0 0 176 0</inkml:trace>
  <inkml:trace contextRef="#ctx0" brushRef="#br0" timeOffset="-202173.18">13715 12223 48 0,'7'-4'222'0,"-7"4"3"0,0 0-12 0,4-8-12 16,-4 8-24-16,0 0-13 0,0 0-4 0,11 4-16 15,-11-4-6-15,9 10-10 0,-1-5-9 0,-2 2-14 16,1 5-12-16,3 1-9 0,-2 1-7 0,3 1-7 16,0 1-2-16,-2-2-10 0,0 0-3 0,0 1-6 15,-3-5-6-15,2 1-5 0,1 0-2 0,-3 0-6 16,2-1 0-16,-2-1-4 0,0 1-3 0,-1-3-1 16,-1-1-2-16,1-1-1 0,1-1-2 0,-1 0-2 15,-5-4 2-15,5 6 1 0,-5-6 0 0,4 5 1 16,-4-5 0-16,0 0-2 0,0 0 2 0,15-15-3 15,-9 7 3-15,-2-2 4 0,1-4-2 0,1 0-2 16,1-2 0-16,-3-1-4 0,3-8-2 0,-2 1 2 16,1-1-1-16,0 6-2 0,-1 1 2 0,2 1 5 15,-5 2 1-15,1 4 0 0,-1 1-2 0,0 0-1 16,0 3-2-16,0 1 1 0,-1 0-15 0,-1 6-24 16,4-9-28-16,-4 9-31 0,0 0-18 0,0 0-12 15,0 0-21-15,0 0-26 0,0 0-19 0,-13 28-30 0,11-12-22 16,0-4-119-16,1-1-379 0,2 2 168 15</inkml:trace>
  <inkml:trace contextRef="#ctx0" brushRef="#br0" timeOffset="-201951.33">14097 12362 132 0,'5'2'203'0,"-5"-2"-12"16,0 0-2-16,0 0-2 0,0 0-19 0,4 4-15 15,-4-4-6-15,2 7 3 0,-2-7-9 0,2 11-2 16,0-2-5-16,0 3-7 0,0-2-9 0,-1 2-15 15,1 0-6-15,3 0-12 0,-3 3-7 0,1-1-7 0,1 0-10 16,-2-2-7-16,2 3-3 0,-1-1-3 16,1-2-6-16,-2-2-6 0,0 2 0 0,4-3-13 15,-4-3-20-15,-2 2-21 0,2-2-21 0,0-1-22 16,-2-5-23-16,2 9-26 0,-2-9-19 0,0 0-13 16,0 9-26-16,0-9-33 0,0 0-136 0,0 0-363 0,-10 4 161 15</inkml:trace>
  <inkml:trace contextRef="#ctx0" brushRef="#br0" timeOffset="-201728.56">14133 12359 5 0,'9'-7'167'0,"-3"0"8"0,2 3 2 16,0-2 2-16,1 4-1 0,3 1-8 16,-1 2-13-16,1-1-6 0,2 6-11 0,-1-2-12 0,-2 3-13 15,-3 1-9-15,8 5-9 0,-7-3-7 16,2 3-5-16,-2 1-9 0,-5 2-4 0,1 1-8 0,-5 0-2 15,-2 0-7-15,-3-1-4 0,-2 2-6 16,-1 0-5-16,-6-2-3 0,-4 4-4 0,2-1-3 0,-4-1-4 16,4-4-18-16,-6 2-29 0,4-5-32 15,-5 1-54-15,3-5-49 0,-6 1-56 0,-1-3-150 16,4-2-392-16,2-2 173 0</inkml:trace>
  <inkml:trace contextRef="#ctx0" brushRef="#br0" timeOffset="-189787.27">25259 8356 4 0,'0'0'35'15,"0"0"0"-15,0 0-7 0,0 0 7 0,0 0 5 16,0 0-7-16,0 0-4 0,0 0 3 0,0 0 1 16,0 0-5-16,0 0-1 0,0 0-4 0,0 0 0 15,0 0-1-15,0 0-1 0,0 0-5 0,0 0 7 16,0 0-6-16,0 0 8 0,0 0-6 0,0 0 1 0,0 0 0 15,0 0-1-15,0 0-10 0,0 0 5 16,0 0-3-16,0 0 1 0,0 0-2 0,0 0-12 16,0 0 13-16,0 0-3 0,0 0-3 0,0 0 1 15,1-7-6-15,-1 7 1 0,8-2-1 0,-8 2-5 16,11-1 5-16,0 1-9 0,0-1 4 0,-11 1-3 0,19-1-7 16,-7-1-3-16,7 2 0 0,0 0-2 15,-2-1-4-15,4-2-2 0,0 3 0 0,-2 0 0 16,2-3-7-16,-1 4 2 0,-3-1-6 0,2-1-1 0,0 1-22 15,-2 0-63-15,-3 0 29 0</inkml:trace>
  <inkml:trace contextRef="#ctx0" brushRef="#br0" timeOffset="-188259.02">25354 8350 14 0,'0'0'22'0,"-7"-3"-5"0,7 3 7 0,0 0-3 16,-13 0-5-16,13 0 3 0,0 0 2 0,-10-1-4 15,10 1 3-15,0 0-3 0,-13 0 0 0,13 0-2 16,0 0 4-16,-12 0 0 0,12 0 0 0,0 0-1 16,0 0-4-16,-11-1-4 0,11 1 8 0,0 0-1 0,0 0-2 15,0 0-5-15,-6-1 0 0,6 1-6 16,0 0 8-16,0 0-2 0,0 0-7 0,0 0 5 15,0 0-1-15,0 0 4 0,0 0-8 0,0 0 0 0,0 0 1 16,0 0-1-16,0 0-1 0,0 0 1 0,0 0-1 16,0 0 1-16,0 0 2 0,0 0-5 15,0 0 9-15,0 0-7 0,33 2 1 0,-24-2-2 16,-9 0 0-16,17-2 4 0,-7 2-2 0,4 0-5 0,0-2 8 16,-2 2-7-16,2 0 8 0,-1-4-5 0,2 4 2 15,-4 0-7-15,2 0 4 0,-1 0-11 16,-1 0 15-16,0 0-3 0,0 0-1 0,-2 0 8 15,-9 0-3-15,16 0-7 0,-8-2-1 0,1 1 2 16,-9 1-1-16,14 0 1 0,-5-2 2 0,-9 2-1 0,14 0 1 16,-8 0 0-16,-6 0-8 0,12-2 10 0,-12 2-1 15,8-2-5-15,-8 2 4 0,7-1 5 0,-7 1 2 16,0 0 2-16,0 0-1 0,0 0 5 16,0 0 1-16,10 1 6 0,-10-1-1 0,0 0-4 0,0 0-3 15,0 0-1-15,0 0-6 0,0 0 4 0,0 0-4 16,0 0 0-16,-24-6 2 0,24 6 0 0,-14 0-4 15,3 0 5-15,-1 0-4 0,1 0 11 0,-3 2-16 16,1-2-2-16,-5 2 4 0,2-2-8 0,0 0 9 16,3 1 7-16,-5-1-9 0,7 1 6 0,-2-1-2 15,1 4-5-15,3-2 7 0,-3-4-7 0,3 4-3 16,1-2 5-16,8 0-5 0,-14 1 21 0,14-1-19 16,-13 0 0-16,13 0 0 0,-9-1-3 0,9 1 7 15,-10 1 6-15,10-1-4 0,-10 0 2 0,10 0-5 16,-10-1 5-16,10 1-2 0,0 0 6 0,-9 1 4 15,9-1-3-15,0 0 0 0,0 0 0 0,-11-1 1 16,11 1-5-16,0 0-7 0,0 0 2 0,0 0-13 16,0 0 11-16,0 0 1 0,0 0 7 0,0 0-10 15,0 0 2-15,0 0 2 0,0 0 2 0,0 0-4 16,34 3 3-16,-20-3-4 0,3 0-5 0,4 0 7 16,0 0 9-16,2 0-7 0,4 0-5 0,-6-2 0 15,8 1 5-15,-12 2 4 0,6-2 0 0,-2 1-5 16,-2 0 2-16,2 0-7 0,-3 0 0 0,-1-2-2 15,2 4-2-15,-3-2 7 0,-3-2-1 0,-2 0-5 16,-2 2 2-16,0 0-6 0,-9 0-1 0,14 0 6 16,-14 0 9-16,9-2-3 0,-9 2-2 0,9 0-5 15,-9 0 10-15,0 0-2 0,0 0-8 0,6 4 11 16,-6-4-6-16,0 0-1 0,0 0 1 0,0 0-4 16,0 0 5-16,0 0 9 0,0 0-14 0,0 0 1 15,-29-5-1-15,29 5 3 0,-16-1 3 0,7 1-2 16,-2 1 2-16,-2-2 1 0,3 1-6 0,0 0 4 15,0 0 1-15,-1 1-3 0,1-1 4 0,2 1-6 16,8-1-3-16,-18 0 7 0,7 0 2 0,6 2 1 16,5-2 0-16,-13 2-9 0,13-2 4 0,0 0-4 0,-14 0 8 15,14 0-6-15,-6 2 1 0,6-2-1 0,0 0-8 16,0 0 19-16,0 0-14 0,0 0-1 0,0 0 5 16,0 0-7-16,0 0 8 0,0 0 0 15,0 0-3-15,0 0-8 0,0 0 9 0,0 0-2 0,0 0-2 16,0 0-2-16,0 0-4 0,23 3 4 0,-23-3-9 15,10-2-1-15,-10 2-9 0,12 0-8 0,-12 0-3 16,9 0-18-16,-9 0-16 0,7 0-50 16,-7 0-132-16,0 0 58 0</inkml:trace>
  <inkml:trace contextRef="#ctx0" brushRef="#br0" timeOffset="-186555.59">22137 7535 14 0,'0'0'18'0,"0"0"-5"0,0 0 2 15,0 0-4-15,0 0 6 0,0 0-8 0,0 0 1 16,0 0-2-16,0 0 0 0,0 0 1 0,0 0 2 15,0 0-6-15,0 0 2 0,11 9-4 0,-11-9 6 16,3 10-7-16,-3-10 4 0,1 10-2 0,2-2 1 16,-3-1 1-16,2 4-2 0,2-2 1 0,-3 1-5 15,1-1 4-15,0 4-4 0,1-2 3 0,-2 4 7 16,3 2-7-16,-2-5 2 0,1 2-9 0,0 2 5 16,0 0-3-16,0 2-7 0,2-3-7 0,-3 2 10 15,1 0-8-15,1-2 3 0,-1 2 0 0,-2-2-15 16,1 2-27-16,1-2 12 0</inkml:trace>
  <inkml:trace contextRef="#ctx0" brushRef="#br0" timeOffset="-180576.22">16995 13761 87 0,'0'0'114'0,"0"0"9"16,0 0 10-16,0 0-2 0,0 0-23 0,0 0 9 15,0 0-20-15,13-20 1 0,-8 10-8 0,5-4-6 16,1 0-8-16,-1-3-5 0,3 0 11 0,1-4-4 15,-3 4-4-15,3-7-8 0,0 2-9 0,-2-3-3 16,2 1-7-16,1-1-4 0,-2-1-4 0,0-2-5 16,-2-2 0-16,3 2-6 0,-2 0-3 0,-2 0-2 15,0-1-3-15,-5 3-1 0,1 1-1 0,-5 1 0 16,1 7 5-16,-3 0-7 0,0 2 2 0,-2 3 0 16,-1 0-1-16,-2 2-7 0,-1 0-1 0,-1 3-2 15,0 1 3-15,-3 3-5 0,0 1 0 0,-3 4 1 16,-4 4-4-16,-6 3-1 0,6 2 0 0,-7 8-2 15,-1 0 1-15,3 3-1 0,1 1-1 0,1 0 0 16,3-2-1-16,8-3 1 0,-2 4 1 0,2-5-2 16,7 0 2-16,1-2 3 0,4 2-5 0,1-5 3 15,3 2-1-15,7 1 8 0,1-2-5 0,5-2 0 16,8-1-3-16,2-1 4 0,3-3-2 0,2-2-1 16,0 0-1-16,1 0 6 0,-2-2-8 0,-1 2 3 15,0-2-5-15,-1-1 3 0,-5 4-2 0,1 1 3 16,-9-3-1-16,-1 5-2 0,-6 0 2 0,-1-2-2 15,1 3 1-15,-4-1 2 0,1 5 0 0,-3 0-1 16,-1 1 1-16,1 0-3 0,-4-2 1 0,2 0 2 16,-2 1 0-16,2 2 2 0,-3-2-3 0,1 2 4 15,-2 2-3-15,2-3 2 0,-1 0 2 0,-1-1-25 0,1-1-17 16,0 0-30-16,1-1-32 0,1 0-9 16,0-1-25-16,-2 2-23 0,1-3-103 0,-2-1-282 15,1-8 125-15</inkml:trace>
  <inkml:trace contextRef="#ctx0" brushRef="#br0" timeOffset="-180101.67">17826 13569 71 0,'-20'0'143'0,"-8"3"8"15,0 4-5-15,1-1-7 0,1 2-4 0,6 0-7 0,0 3-8 16,4-1-13-16,-1 0-9 0,3 2-8 0,1 4-10 15,2-3-7-15,2 4-11 0,1-3-6 16,4 2-6-16,2-4 0 0,1 1-8 0,2-2-4 16,1 1-4-16,5-1 1 0,-1-1-3 0,4-4-6 0,-1 1-2 15,4-1-1-15,0-3-3 0,6-3 0 0,-1 2 0 16,0-4-3-16,-5 0-3 0,6-7 2 16,-1 1 0-16,-3-2-2 0,2-3-1 0,-2 1 0 15,1-2-4-15,-4-3 3 0,3-5-2 0,-3-2 0 16,0 1 4-16,-2 0 1 0,-1-3 3 0,-2 1 10 0,-4-3 0 15,3 1 6-15,-6-2 2 0,0 2-4 0,0-5-2 16,-2 1-1-16,2 3-1 0,-3 1 12 16,-1 0-8-16,0 4 3 0,1 5-1 0,-1 1 1 0,-3 2 8 15,5 4 8-15,-1 1 2 0,3 4-4 0,0 6-9 16,-1-11-9-16,1 11-6 0,-1-7-2 0,1 7-4 16,0 0-3-16,0 0 2 0,6 24-5 0,-3-7-2 15,0 12 1-15,3 3 2 0,-1 3-3 0,-3 1-2 16,0 9 1-16,0-9 0 0,-1 12-2 15,1-14-2-15,-1 0-2 0,-1 0 0 0,-1 0-1 0,1-2 4 16,-2 0 0-16,2-2-1 0,-1 0-3 0,0-4-5 16,1-1-27-16,2-7-21 0,-4 0-22 15,1-3-46-15,-2-2-32 0,2-1-40 0,1-1-38 16,-2-1-154-16,1-3-415 0,1-7 184 0</inkml:trace>
  <inkml:trace contextRef="#ctx0" brushRef="#br0" timeOffset="-179937.55">18321 13491 64 0,'5'-4'134'0,"1"0"-23"0,1 1-21 16,0 0-27-16,1 1-34 0,0 2-38 0,-8 0-28 15,12-3-38-15,-12 3-80 0,9 1 36 0</inkml:trace>
  <inkml:trace contextRef="#ctx0" brushRef="#br0" timeOffset="-179789.22">18379 13644 90 0,'0'0'140'0,"0"0"-7"0,0 0-8 15,7 13-14-15,-1-13-7 0,-6 0-8 0,19 2-36 16,-4-2-39-16,4-4-48 0,1 3-116 0,-3-3-154 15,3-2 69-15</inkml:trace>
  <inkml:trace contextRef="#ctx0" brushRef="#br0" timeOffset="-172649.18">19237 13344 67 0,'1'-7'121'16,"-1"7"-8"-16,0 0-9 0,0 0-11 0,0 0-10 15,0 0 0-15,0 0-12 0,0 0 6 0,0 0-11 16,-18 31 0-16,9-15-6 0,-2 1 1 0,-4 3-5 16,3-4-2-16,-5 8-5 0,3-4-6 0,-2-1 1 15,-2 2-5-15,5-6-4 0,0-1 1 0,1 0-5 16,-1-2-4-16,1 1-3 0,3-4 2 0,-1 2-8 16,-1-1 6-16,2-2-9 0,1-1 8 0,0 0-8 15,2-2-1-15,1-1-1 0,5-4 5 0,-7 8-1 16,7-8 3-16,-6 4 4 0,6-4 0 0,0 0-1 15,0 0-1-15,0 0-4 0,0 0-2 0,0 0-3 16,0 0-1-16,0 0 2 0,27-9-5 0,-14 5-1 16,3-1 1-16,1 0-1 0,2 0 0 0,3-2-2 15,-4 3-1-15,1 2-2 0,0-2 2 0,1 0-4 0,0 3 3 16,-4 0-1-16,3-2-2 0,-3 2-6 16,2-1-2-16,-7 2 0 0,2-1-1 0,-4 1 2 15,1 0-3-15,2 0 3 0,-6-2 6 0,-6 2-2 16,10-1 4-16,-10 1 0 0,8-1-3 0,-8 1 3 15,6-5 2-15,-6 5 1 0,4-9-5 0,-4 9 8 0,1-11 5 16,-1 11 3-16,-2-12 1 0,2 12 0 0,-7-16 2 16,1 8-2-16,1-1-6 0,0 1 6 15,-2-2 0-15,0 0-2 0,-2 1-2 0,0-1 1 16,-3-1-3-16,-2 0-2 0,4 4 1 0,-1-2-2 0,2 1 2 16,-3 1 0-16,2 0-1 0,0 1-3 0,1-2 0 15,0 2 1-15,0 1-1 0,4 1-4 0,0 1-15 16,5 3-30-16,-9-4-24 0,9 4-23 15,0 0-14-15,0 0-23 0,0 0-25 0,0 0-115 16,0 0-289-16,0 0 129 0</inkml:trace>
  <inkml:trace contextRef="#ctx0" brushRef="#br0" timeOffset="-172295.06">19443 13365 138 0,'0'-7'182'15,"0"7"-13"-15,0 0-15 0,0 0-19 0,0 0-10 16,0 0-18-16,0 0-5 0,11 1-5 16,-11-1-8-16,12 13-6 0,2-1-6 0,-4 2-7 0,2-1-5 15,2 3-8-15,-2 0-5 0,-1 0-3 16,0 0-10-16,1 0 0 0,0-2-3 0,-1 0-4 0,0 3-4 16,1-3-2-16,-5 2-1 0,1-7-5 0,-2 2 3 15,2-3-5-15,-2-1-4 0,-2-1 1 0,1 0-3 16,-2-1 1-16,-3-5 3 0,5 6 10 15,-5-6 16-15,6 5 11 0,-6-5-4 0,0 0-3 16,0 0-4-16,0 0-4 0,0 0 3 0,7-20-10 0,-5 11-1 16,2-6-6-16,-3 1-1 0,5-3-3 15,-2-2-2-15,-2-2 3 0,2 2-6 0,-2-4 0 16,2-2-3-16,-3 6-2 0,2 2-3 0,-2 4 1 16,1 1-7-16,-1 3-17 0,0-1-18 0,-1 5-36 15,0 5-38-15,1-12-32 0,-1 12-6 0,0 0-7 0,0 0-7 16,0 0-6-16,0 0-115 0,13 22-305 0,-8-12 134 15</inkml:trace>
  <inkml:trace contextRef="#ctx0" brushRef="#br0" timeOffset="-171869.77">19969 13573 84 0,'-3'-13'184'0,"3"13"-8"0,-8-8-7 16,1 3-19-16,0 3-1 0,-3-3-8 15,1 1-3-15,-3 3-14 0,1 0-7 0,-1 1-12 16,-2 2-8-16,1 1-13 0,2 2-4 0,-1 0-11 0,1 1-6 16,-1 2-4-16,1 4-4 0,0 1-7 15,1 1-4-15,1-1-8 0,4-2-1 0,1 3-6 16,2-4 3-16,0 2-5 0,4 2-1 0,-1-4-5 16,3 2-2-16,1-3-1 0,0-3 2 0,3 2-1 15,-1-3-2-15,0-1 0 0,2 0-3 0,0-4 2 0,1-6-5 16,0 1 5-16,2-1-3 0,1-6-1 0,-2-1-1 15,2-2-2-15,-3 0 2 0,-1-4-3 0,2-5 10 16,-3-1-12-16,0 0 0 0,-1-1-2 16,-3 0-1-16,3-2 0 0,-3-3 2 0,-3 3 1 15,4-1 2-15,-6 3-3 0,2 0-1 0,-1 6 6 0,0 3 6 16,0 3 14-16,-1 4 7 0,1-1-4 0,0 5-4 16,0 6-5-16,1-11-3 0,-1 11-8 0,0 0-1 15,0 0-1-15,0 0 0 0,0 0-2 16,0 0-1-16,1 36 1 0,1-11-4 0,-4 2 2 15,2 1 0-15,0-1-1 0,-1 2-14 0,1-2-20 0,-1 3-30 16,3-3-17-16,-2 2-24 0,2-2-42 16,0-1-21-16,1-1-27 0,-1-5-25 0,-4 3-114 0,0-7-355 15,2-3 157-15</inkml:trace>
  <inkml:trace contextRef="#ctx0" brushRef="#br0" timeOffset="-171582.95">19228 14037 99 0,'-5'2'172'0,"5"-2"4"0,0 0-11 0,0 0-5 15,51-3-12-15,-15-3-8 0,19-4-11 0,4-3-7 16,4 1-9-16,26-4-9 0,-28 4-5 15,0 2-7-15,1-3-9 0,-7 3-5 0,-3 2-7 16,-16 4-9-16,-3-1-7 0,-5 2-6 0,-6 1 7 0,-3 1-19 16,-2 1-12-16,-7 0-20 0,-1 1-13 15,-1 0-22-15,-1 0-16 0,-7-1-12 0,10 5-17 16,-10-5-14-16,4 7-17 0,-4-7-30 0,0 0-13 0,-10 15-109 16,1-8-278-16,-2 0 123 0</inkml:trace>
  <inkml:trace contextRef="#ctx0" brushRef="#br0" timeOffset="-170845.22">19525 14280 112 0,'0'0'152'0,"0"0"-5"0,0 0-12 0,0 0-11 0,0 0-12 15,0 0-8-15,-16 19-5 0,12-13-3 0,-2 4-3 16,1-3-13-16,-2 2 1 0,2 0-6 16,-2-2-9-16,0 0-4 0,1 2-5 0,-2-2 5 15,4-1-10-15,-2 2 4 0,1-1-3 0,0-1-6 16,0 1-3-16,-2 1-9 0,-2-3 3 0,3 1-4 15,-2 1-4-15,2 0 4 0,-2 3-8 0,3-7-3 0,0 3 2 16,0-3-5-16,-2 4-1 0,1-2-3 16,0 0-1-16,1-2-1 0,0 3-1 0,5-6-1 15,-7 9-3-15,3-4-4 0,4-5 4 0,-6 9 0 16,2-5-5-16,4-4 4 0,-2 9-1 0,2-9-2 16,-3 6-4-16,3-6 4 0,0 0 0 0,-1 7-1 0,1-7-1 15,0 0 4-15,0 0-2 0,4 9 0 16,-4-9 0-16,0 0-6 0,5 5 7 0,-5-5-3 15,0 0-2-15,10-1 2 0,-10 1-2 0,0 0 1 16,10 0 0-16,-10 0 0 0,0 0-1 0,12-3-1 16,-12 3-1-16,8-3 9 0,-8 3-7 0,12-1-5 0,-5 0 2 15,-7 1-3-15,15-5-3 0,-4 3 6 0,1 0-7 16,-1-1 0-16,0 0 7 0,2-2-1 0,0 3-1 16,0-2 2-16,1 0 1 0,-2 3-1 15,2-2-4-15,0 2 1 0,0-1 2 0,3-1-1 16,-4 1-4-16,-1-1 6 0,1-1-10 0,-2 2 5 15,-2 0 3-15,3 1-5 0,-6 0 4 0,-6 1-4 0,12-2 4 16,-12 2 4-16,9-3-3 0,-9 3-2 16,0 0 11-16,10-2 0 0,-10 2 0 0,0 0 0 15,1-8 0-15,-1 8-1 0,0 0 3 0,0 0 4 16,0 0-7-16,-11-19 7 0,6 14-4 0,-3-3 1 16,0 1-1-16,0-2-1 0,0 1 2 0,0-1 1 0,1-1 1 15,-3 1-3-15,3-1 1 0,-1 1 3 16,-1 0 0-16,1-1 0 0,-2 0-3 0,2 0-2 15,-1 1 0-15,-1 2 3 0,0 0-1 0,0 1-2 16,0-1-2-16,2 2-1 0,-1-1 0 0,1 3 1 16,2 1-6-16,6 2-11 0,-12-6-21 0,7 5-24 15,5 1-49-15,0 0-2 0,0 0-13 0,0 0-24 0,0 0-20 16,0 0-120-16,0 0-308 0,0 0 137 0</inkml:trace>
  <inkml:trace contextRef="#ctx0" brushRef="#br0" timeOffset="-169901.22">19842 14166 96 0,'0'0'201'0,"-3"-9"-6"0,3 9-12 16,0 0-14-16,0 0-14 0,0 0-19 0,0 0-10 15,3-10-13-15,-3 10-9 0,12-6-12 0,-1 4-8 16,1-2-11-16,2 2-12 0,2-1-14 0,2-1-21 15,-1 0-20-15,1 0-17 0,-5 2-18 0,-1 0-6 16,-1 0-23-16,1 4-2 0,-6-4-24 0,-6 2-7 16,12 0-1-16,-12 0 15 0,0 0 3 0,11 0 6 15,-11 0 12-15,0 0 2 0,0 0 10 0,0 0 11 16,0 0 0-16,0 0 11 0,0 0 12 0,0 0 6 16,-23-8 18-16,23 8 4 0,0 0 3 0,-15 3 0 15,15-3 1-15,-11 4 11 0,11-4 4 0,-7 4 4 16,4 1 3-16,3-5-3 0,-4 11 12 0,4-1 15 15,-1 1-8-15,1 0 6 0,0 5 3 0,0 3-5 16,1-1 1-16,1 1-12 0,-1-1-2 0,1-1-3 16,-2 2-2-16,2 7-2 0,-1-9-4 15,0 1-4-15,-1-2-4 0,2 4-1 0,-1-9-5 0,0 6-2 16,0-5-1-16,-1-1-3 0,2 0-2 0,-2-1 3 16,1-2-4-16,-1-8 1 0,0 11-4 0,-3-4 4 15,3-7-6-15,-5 7 0 0,1-3-4 0,4-4 2 16,-11 4 2-16,11-4 0 0,-14 0-4 0,4 0-1 15,10 0 2-15,-18-4-6 0,11 0 5 0,0 3-4 16,-2-3-1-16,4 2 0 0,5 2 1 0,-11-7 0 16,6 5-2-16,5 2 1 0,-7-6-6 0,7 6 2 15,0 0-5-15,0 0-1 0,-5-3 1 0,5 3 4 16,0 0 2-16,0 0 0 0,0 0-2 0,30 1 1 16,-16-1-2-16,-2-1-4 0,1 1-10 0,6-1-12 15,0-2-14-15,2 1-9 0,-2-1-22 0,1 0-14 16,-1-3-8-16,3 2-8 0,-2-1 3 0,0 0-5 15,1 1 2-15,0-3 21 0,-2 2 5 0,1 0 4 16,-2-1 12-16,1-2 12 0,-1 1 5 0,-5 4 14 16,-3-4 11-16,0 2 23 0,-1 1 23 0,-2 0 7 15,-2-1 12-15,-1 1 13 0,-4 4 7 0,4-7-2 16,-4 7 0-16,0 0-2 0,-3-12 4 0,3 12 7 16,-13-4-1-16,7 1 1 0,6 3 0 0,-19-2 5 15,7 4-8-15,3-2 1 0,-2 2-4 0,-1 1-5 16,3 1-9-16,-1 0 5 0,0 3-15 0,3 0 5 15,-3 1-8-15,4-1 0 0,0 2-7 0,-1-1-2 16,3 3-5-16,2 2 1 0,2-3-7 0,0-2 2 16,1 1-2-16,1 1-1 0,2-5-1 0,2 2 1 15,3-2-4-15,-1-3 7 0,0 1-5 0,2 0-2 16,3-3-4-16,-1-4 3 0,0 0-6 0,1-1 4 16,1-4-2-16,1 0 0 0,-4 0-1 0,-1-2-1 15,1-3-1-15,-2-1 1 0,-1 0 0 0,-3-3 1 16,2 2 0-16,-2-3-5 0,-1 0 7 0,-3-1 5 15,0-5-2-15,-2 2 2 0,-2-4-4 0,5 3 6 16,-6-3-8-16,1 10 8 0,2-2 10 0,-2 4 8 16,1 2 1-16,-1 4 5 0,3-1 3 15,0 4-5-15,0 6-5 0,0-11-3 0,0 11 0 0,0 0-7 16,0 0-3-16,0 0 0 0,0 0 1 0,9 38 1 16,-5-14-2-16,-1 5 2 0,-2 0 4 0,0 1-12 15,0 1-4-15,-1-1 2 0,3 0-2 0,-3 2-24 16,3-2-32-16,-1-6-29 0,1 4-40 0,0-8-48 15,0-3-66-15,1 0-54 0,-2-2-153 0,1-3-471 16,1-2 208-16</inkml:trace>
  <inkml:trace contextRef="#ctx0" brushRef="#br0" timeOffset="-168516.94">21394 13866 94 0,'-12'-1'114'0,"12"1"-4"0,-13 1-1 15,13-1 6-15,-17 0 1 0,9 0-10 0,2 2 0 16,6-2-5-16,-13 1-3 0,13-1-7 0,-7 2-11 16,7-2-9-16,0 0-10 0,0 0-3 0,0 0-5 15,0 0-5-15,0 0-7 0,0 0 2 0,0 0-6 16,24 8 0-16,-4-8-3 0,1 0-7 0,10 0 5 16,0 0-9-16,4 0-2 0,-2-6-3 0,2 4 2 15,-5 2-6-15,-2-2 0 0,-7-1 0 0,1 3-5 16,-3 0 4-16,-3-3-6 0,-2 0 0 0,-2 5 2 15,0-4-2-15,-1 2 7 0,-11 0-10 0,14 0 0 16,-14 0 0-16,10 0-1 0,-10 0 0 0,9 0 1 16,-9 0 7-16,0 0 4 0,9 0 0 0,-9 0 8 15,0 0-1-15,0 0-3 0,0 0 2 0,0 0-4 16,0 0-3-16,0 0 0 0,0 0 0 0,0 0-4 16,-13 16 0-16,8-10-1 0,-1 1 2 0,1 2 0 15,-2 1-6-15,2-1 4 0,-1 0-4 0,-2 2 4 16,2 1-6-16,-1-2-13 0,2 0-23 0,-1 2-28 0,0-3-28 15,0 2-29-15,4-1-19 0,-2-3-39 16,0 2-98-16,0 0-295 0,3-5 131 0</inkml:trace>
  <inkml:trace contextRef="#ctx0" brushRef="#br0" timeOffset="-168333.27">21799 13802 10 0,'-7'-17'201'0,"-3"3"-4"15,1 0-8-15,-2 1-14 0,-1 1-5 16,-1-2-9-16,0 3-8 0,3 3-4 0,-1 0-11 16,1 1-14-16,4 0-11 0,0 3-9 0,0-1-13 15,6 5-13-15,-6-6-28 0,6 6-31 0,-8-5-31 16,8 5-29-16,0 0-36 0,0 0-49 0,0 0-32 16,0 0-127-16,0 0-309 0,0 0 137 0</inkml:trace>
  <inkml:trace contextRef="#ctx0" brushRef="#br0" timeOffset="-167514.72">22874 13948 20 0,'0'0'148'16,"-10"2"2"-16,10-2 7 0,-8 2-2 0,8-2 5 15,0 0-4-15,0 0-9 0,0 0-16 0,0 0-12 16,0 0-2-16,0 0-3 0,0 0-13 0,0 0-8 16,19-26-9-16,-6 14-5 0,4 0-9 0,0 0-1 15,0 1-7-15,5-6-4 0,-7 4-5 0,7-3-7 16,-6 1-4-16,-1 4-5 0,-2-3 0 0,1 2-7 16,-4-1 1-16,-1-1-4 0,-3 3-3 0,1 0-1 0,-2-1-3 15,-3 1 0-15,1-1-4 0,-2 0 2 16,-1 3 0-16,0-2 2 0,-1 1 2 0,1 10-2 15,-1-12 2-15,-2 6 0 0,3 6 1 0,-3-10-6 16,3 10-4-16,0 0-3 0,-5-4 0 0,5 4 0 16,0 0-2-16,-8 17 0 0,5-7-2 0,-2 2 1 0,2 1 0 15,1 3-1-15,0 1-3 0,1-2 3 16,1 3 1-16,3-1-1 0,-2-2-3 0,0 2 1 16,4-3 0-16,2-4 3 0,-1 1-1 0,0-2-2 0,2 1 2 15,0-4 0-15,2-3 3 0,-1 2-3 0,4-3-1 16,-2-2 0-16,1 2 3 0,2-5-4 0,-3-1 1 15,0-1-1-15,0-2 3 0,-1 1-3 0,-2-1 1 16,0-2-2-16,0-1 0 0,0-6 1 16,0 2 0-16,1-1-1 0,-5 4 3 0,1 0-4 15,-1-1-1-15,-1 3 3 0,0 1-4 0,0 4 0 0,-1-3 1 16,-2 7-5-16,5-6-1 0,-5 6-1 0,0 0 5 16,5-4-5-16,-5 4 0 0,0 0 5 15,5 13-3-15,-5-13 0 0,2 11 2 0,0-1-2 0,-2-1 1 16,2 1 4-16,-2-2 1 0,1-1 0 0,0 2-2 15,2-4-3-15,-3-5 3 0,2 11 2 0,-2-11 0 16,4 6 0-16,-4-6 1 0,6 1 1 0,-6-1 2 16,0 0-1-16,15-4-4 0,-9 0 1 0,0-1 2 15,4 0-1-15,-1-3 1 0,-1 1-1 16,1 0-2-16,-1-2-1 0,-1 5 3 0,0-1-1 0,0 1-4 16,0-1 1-16,1 3-2 0,-2-1 0 0,-6 3 2 15,15 0-8-15,-15 0 5 0,10 5-3 0,-4-1-6 16,-1 1-12-16,1 2-10 0,-2 3-14 0,0-2-21 15,-3-1-35-15,0 4-28 0,1 0-18 0,-1-1-29 16,-2 1-29-16,-2-1-129 0,2-4-364 0,-3 0 162 16</inkml:trace>
  <inkml:trace contextRef="#ctx0" brushRef="#br0" timeOffset="-167330.15">23238 13479 1855 0,'-21'-24'-24'0,"3"3"35"16,5 7-4-16,0 1 6 0,4 4-14 0,2 2 10 15,1 1-11-15,1 3-36 0,5 3-2 0,-6-5-11 16,6 5-29-16,0 0-31 0,0 0-147 0,20 18-280 16,-4-12 124-16</inkml:trace>
  <inkml:trace contextRef="#ctx0" brushRef="#br0" timeOffset="-166522.12">23821 13669 158 0,'-2'-7'190'0,"-3"2"-13"0,-2-3-13 0,2 5-6 16,-3 0-17-16,8 3-3 0,-19-2-11 0,9 4-11 16,-4 1-7-16,0 4-10 0,0 2-6 0,0 5-5 15,0 0-11-15,2 1-6 0,3 2-2 0,0 0-3 16,3 7-7-16,2-5-5 0,2-1-5 16,3 1-4-16,3-2-1 0,1 1-7 0,5-1-3 0,1-2-1 15,5-1 0-15,-2-1-5 0,2-1-2 0,2-3-2 16,3 0-1-16,-3-4-4 0,3-3-2 0,2 1 3 15,-3-4-3-15,3 1-2 0,-3-5 1 0,-1 1-4 16,-2-5 2-16,-1 2-5 0,1-3 1 0,-5 1 1 16,2-3-4-16,-8 2-1 0,2-3-1 0,-3 3-2 15,-4-3 0-15,-1-3-3 0,-4-1 0 0,0 1-2 16,-1 0 6-16,0 4-6 0,0-4 0 0,-1 0-2 16,-2 6 3-16,4 0-1 0,0 0 8 0,2 3-6 15,-1 2-1-15,3 5-6 0,-1-9 3 0,1 9-2 16,9-8 3-16,1 5 0 0,2-1 0 0,4 1 1 15,5 3 0-15,0 1-3 0,-1 2-1 0,1 0 3 16,-2 0 0-16,2 5 0 0,-2-1 1 0,-4 1-1 16,-2 2-1-16,-2-2-3 0,-1 5 4 0,-3-2 0 15,1 3 0-15,-3-3 1 0,-1 1 0 0,1-2 0 16,-2 1 1-16,-1-2 0 0,-1-1-1 0,3 0 4 16,-1 1-4-16,-1-3 4 0,1-1-2 0,1 0 2 15,0 2 2-15,-4-7 0 0,10 6-3 0,-4-5 2 16,-6-1 2-16,19 0-5 0,-10 0 3 0,4-4 0 0,-1-2 7 15,-1 0-7-15,6-2-2 0,-8-1 2 16,1 0-2-16,1-4 2 0,-3 1-1 0,-2 2 3 16,3-6-4-16,-7 1 0 0,-1-2 0 0,-1 1 3 15,0 5-4-15,-2-2-1 0,-4 3 0 0,1-2 0 16,-1 3 0-16,-1 4-2 0,0-1 1 0,-1 3-4 0,2 2 3 16,6 1-3-16,-19 2 0 0,10 3 2 15,0 3-2-15,0 3 1 0,0 4 2 0,1 1 2 16,0 8 0-16,2 0-7 0,4-3-20 0,2-4-41 15,0 4-42-15,7-3-42 0,-2 0-52 0,-1 0-140 0,2-4-372 16,1-3 166-16</inkml:trace>
  <inkml:trace contextRef="#ctx0" brushRef="#br0" timeOffset="-165835.37">24554 13805 6 0,'0'0'200'16,"0"0"-18"-16,0 0-5 0,0 0-10 0,5 22-11 16,-5-15-14-16,3 2-8 0,1 1-7 0,-3 0-15 15,2-1-8-15,0 0-10 0,-2-2-6 0,-1-7-4 0,0 12-2 16,0-12 8-16,1 9 6 0,-1-9 17 16,2 6 10-16,-2-6-4 0,0 0-14 0,0 0-8 0,0 0-6 15,0 0-17-15,0 0-5 0,-10-21-5 16,5 12-7-16,2-5-6 0,1 2-2 0,2 0-8 0,0-5-7 15,2-2-3-15,4-7-4 0,0 2-2 0,2 0 4 16,4 1-11-16,-2 6 0 0,4-4-1 0,-1 7-4 16,-1 1-1-16,2 4-7 0,-2 3-2 15,0 2 7-15,0 1-9 0,-2 2 0 0,3 5 2 16,1 0-1-16,-3 5 0 0,3 2 0 0,-1 1-6 0,-1 4 3 16,-4 0 2-16,1-1-2 0,0 2 1 0,-2 0 1 15,0-3-2-15,-2 2 1 0,-3-6 1 16,2 1-1-16,-4-4 2 0,3-1 1 0,-1-1-1 15,-2-5 1-15,3 9 3 0,-3-9 0 0,4 5 3 16,-4-5-3-16,0 0 1 0,0 0-4 0,0 0 2 0,0 0-2 16,0 0-3-16,0 0 1 0,-7-33-4 0,7 22 1 15,2-2-8-15,0 2 0 0,3-4-5 16,-1-1-5-16,3-2 0 0,0 2-5 0,5-2-6 16,-2-1 5-16,-1 5-2 0,2 0 3 0,1 3 3 0,-2 3-2 15,0 0 4-15,1 5 0 0,-1 2 1 0,1 2 3 16,-3 2 1-16,3 1 0 0,-2 4 5 0,0 1-4 15,2 6 2-15,1-2 5 0,-3 1-4 0,0 0 5 16,0 1 0-16,4-4 0 0,-2 2 3 0,1 3 1 16,-4-6-2-16,-1-3 4 0,5 0 0 0,-1-2 5 15,-2 1-3-15,5-5 3 0,-3-1-2 0,-1-2 3 16,2-3 2-16,0 1 5 0,-2-2-5 16,2-3 2-16,-3-1-3 0,2-2 2 0,-1-2-2 0,-2 2 0 15,-4-5 0-15,0 3-1 0,-3-5 2 0,3 2-3 16,-4-1-2-16,-4 2 3 0,0-1 0 0,3 5 0 15,-3 2 2-15,0 1 1 0,2 2 2 0,-1 0-4 16,3 7-1-16,-10-6-5 0,10 6 2 0,-10 3-1 16,3 1 0-16,-3 6-7 0,4 0-16 15,-3 4-26-15,0 1-36 0,3 1-37 0,3 1-34 0,0 0-21 16,6-2-21-16,0 2-10 0,1-6-6 0,7 2-109 16,-2-4-346-16,1-2 154 0</inkml:trace>
  <inkml:trace contextRef="#ctx0" brushRef="#br0" timeOffset="-165637.65">25309 13734 39 0,'11'3'48'0,"-3"-3"16"0,-8 0 15 0,17-3 1 15,-13 1 7-15,-4 2 3 0,5-6 7 0,-3 1 6 16,2-2 10-16,0 1 10 0,-1-4-2 0,2 1-9 16,0-7-1-16,0 1 0 0,0 3-6 0,5-3-1 15,1-1 2-15,1 3 0 0,5 0 2 16,-6 3-5-16,7 0-7 0,-5 1-5 0,-1 4-5 0,1 2-8 16,-4 1-7-16,3 5-4 0,-2-1-10 0,-1 5-3 15,1 0-4-15,-3 5-7 0,-1-2-4 0,-2 3 0 16,-2 4-8-16,0 1 0 0,-1 0-8 0,-2 0-17 15,1-1-31-15,-2-1-41 0,0-1-42 0,2-2-35 16,-2-2-42-16,0-2-35 0,0-1-135 0,0-3-383 16,2-5 170-16</inkml:trace>
  <inkml:trace contextRef="#ctx0" brushRef="#br0" timeOffset="-165410.62">25668 13389 63 0,'0'-27'217'0,"0"8"13"0,0 0 16 0,0 7 4 16,0 3-14-16,0 1-17 0,0 8-29 0,0-9-19 16,0 9-11-16,0 0-5 0,0 0-5 0,0 0-11 15,10 35-6-15,-6-16-15 0,0 7-4 0,-2 3-9 16,0-1-10-16,-4 4-4 0,2-5-10 0,0 2-14 16,0-3-4-16,0 3-6 0,-2-5 0 0,2-3-12 15,0 4-17-15,2-8-29 0,-2-1-30 0,0 1-33 16,0-2-40-16,0-3-43 0,-2-2-53 0,4-3-40 15,-2-7-210-15,-2 9-486 0,2-9 216 0</inkml:trace>
  <inkml:trace contextRef="#ctx0" brushRef="#br0" timeOffset="-164758.85">25559 13490 33 0,'0'0'171'16,"0"0"-13"-16,-1-8 0 0,1 8-1 0,0 0-11 15,21-3-9-15,-4 1-11 0,2 2-7 0,14-1-9 16,-3-2-6-16,3 2-13 0,-1-5-6 0,3 6-8 16,-7-3-8-16,3 1-8 0,-11-1-2 0,-2 2-7 15,-4 0 0-15,-1 0 1 0,-5 0 9 0,0 0 6 16,-3-1 10-16,-5 2 4 0,8-1 5 0,-8 1-10 16,0 0-4-16,0 0-11 0,0 0-4 0,0 0 1 15,-21 14-7-15,10-7-1 0,-4 3 2 0,1 2-1 16,-4 2-2-16,1 5-8 0,2-5-2 0,4 0-1 0,1 1-6 15,0 1-3-15,4-1-5 0,3-3 0 16,3-1-1-16,0 0-3 0,5 1 1 0,2-3-5 16,2-2-3-16,2-1 3 0,1-1-12 0,1-2-7 15,0-3-7-15,5-3 0 0,-2-2-2 0,2-1 0 16,-2-2-2-16,1 0 3 0,-3-2 2 0,-5 1 2 0,0-1 1 16,0-2-1-16,-2 0 0 0,-1-2 1 15,-5 1-1-15,-1 1 2 0,0 3 3 0,-1-2-1 16,-1 3 4-16,2 0 1 0,-4 2 0 0,4 6-4 15,-7-7 1-15,7 7 3 0,-9-1-3 0,9 1 0 16,0 0 1-16,-13 13 0 0,8-4 3 0,-2 0-2 16,5 1-2-16,0 2 0 0,2-1 0 0,0 0 5 0,2 0-4 15,2 0 2-15,4-3 0 0,-2 1 3 16,3-2 0-16,0-1 0 0,4-3 4 0,1 0-3 16,4-3-1-16,-1-3 4 0,4 1-4 0,-3-4-1 0,-3 1 0 15,2-4 3-15,-2-1 1 0,-1-2-3 0,-3-1-1 16,0 0-2-16,-2-2 3 0,-4-3-1 15,1-1 0-15,-3 0 2 0,1-6-4 0,-2-2 8 16,-2 0-7-16,-2-3 0 0,-2 1-1 0,1-1 5 16,1 3-4-16,-5-2 5 0,3 7 0 0,2 5 8 0,-3 1 21 15,2 6 11-15,2 3 0 0,0 1-4 16,1 6-8-16,0-10-9 0,0 10-1 0,0 0 2 16,0 0 19-16,0 0-17 0,0 42 10 0,0-15 2 15,-4 0-6-15,4 3 1 0,-2 3 0 0,0-4-8 16,2 3 0-16,0-3-8 0,0 2-2 0,2-3-1 0,0-3-7 15,-2 2-41-15,2 0-47 0,0-2-44 0,-2-6-59 16,1-2-74-16,3-2-64 0,-8 3-214 16,5-5-575-16,-1-13 256 0</inkml:trace>
  <inkml:trace contextRef="#ctx0" brushRef="#br0" timeOffset="-163399.31">26645 13536 92 0,'2'-5'208'0,"3"1"-10"0,0-2-8 0,-1 1-8 0,1-4-15 16,3 1-11-16,-1 0-14 0,5-2-7 0,-6 2-7 15,3-2-8-15,1 1-11 0,-2-1-11 0,3-4-2 16,-4 5-2-16,4-4-13 0,-4-1-7 0,-1 2-6 16,-1-1-9-16,-3 3 0 0,0-1-7 0,-2-1-6 15,0 1 0-15,-2 0-4 0,0 2-7 0,0 0-4 16,-5 1 6-16,1 2-8 0,1 3-4 0,-7 0-2 15,0 3 2-15,-3 3-6 0,-2 4 1 0,-1 2-2 16,-4 7-5-16,1 3 1 0,1 5-1 0,2-2-3 16,0 3 0-16,3 0 5 0,1 0-4 15,5-1-3-15,3-7-1 0,3 2 0 0,0 0 2 0,6-2 0 16,6 0-1-16,0-4 0 0,5 0 0 0,1-2-2 16,6-3 1-16,8 1-1 0,2-5 2 0,1 0 1 15,3-1-2-15,-1-5-2 0,0-2 1 0,-3-4-2 16,1 0-1-16,-3 1-1 0,-2-4 0 0,-2-1 3 15,-3-2-3-15,0-2 5 0,-5 4-3 0,2-7-4 16,-1-2 4-16,-9 6 2 0,1-3-1 0,-1-5-2 16,-5 4-3-16,-2 0 3 0,-2 3-1 0,-2 0 2 15,0 5 3-15,0 0-2 0,-3 1 8 0,1 3-9 16,-4 1 4-16,0 1-4 0,-3 4-1 0,-3 4 1 16,1 1 1-16,-4 5-2 0,0 3-2 0,-3 4 0 15,1 1 2-15,4-2-2 0,2 0 0 0,3 1 4 16,1-2-2-16,3 2 0 0,2-2-3 0,4-1 2 15,0-2 0-15,2 0-1 0,4-3 2 0,-1-1-1 16,5 0 1-16,0-3 1 0,-1 0-2 0,4-2-2 16,1-3 1-16,-1 0-2 0,1-2 0 0,3-2 0 15,-5 0 3-15,1-2 1 0,-4 2 0 0,1-2 0 16,0 0-2-16,-3 3 2 0,-3-1 2 0,-1 1 3 16,-3 4-3-16,9-7 0 0,-9 7-4 0,5-2-2 15,-5 2-1-15,0 0 1 0,0 0 2 0,6 17 2 16,-6-2-3-16,-2 2 2 0,0 2 1 0,0 6 2 15,1-6-3-15,-3 5 3 0,2-3-2 0,0 6 3 16,0-2 3-16,-3 2-6 0,2-8 4 0,1 0-3 16,-2 0-3-16,4-1 2 0,-2-2-1 0,1 1 2 15,-1-4-1-15,4-2-3 0,-2-2 5 0,-2 1-4 16,4-2 5-16,-2-8-6 0,-2 11 3 0,2-11 2 16,2 6 1-16,-2-6-1 0,0 0 3 0,0 0 1 15,0 0-5-15,23-19 0 0,-14 7 2 0,4-5-3 16,6-1 2-16,-4-6 1 0,1 1 0 0,0-2-1 15,-3-2-5-15,3-2 3 0,0 0 1 0,-2-1-4 16,1 2 3-16,1-4-5 0,-5 4 3 0,4-2 5 16,-5 2-2-16,0 1-2 0,-1 5-3 0,-4 3 8 15,0 5 5-15,-3 1 10 0,0 4 1 0,2 0 0 16,-3 3 0-16,1 1-3 0,-2 5-5 0,2-9-2 16,-2 9-8-16,0 0 4 0,0 0-1 0,0 0-2 15,0 0-3-15,0 28 6 0,-4-13-3 0,4 3-3 16,-1-2 4-16,-1 3-6 0,0-2 3 0,2-1-2 15,0 1 2-15,0-4 3 0,4 3-5 0,-3-5 0 16,3 0 10-16,1-1-11 0,-1-1 9 0,0-1-7 16,2-2 2-16,0 0 4 0,1-4 1 0,-1 1 0 15,3-2-7-15,-9-1 6 0,20-5-2 0,-8 0-1 16,-1-1-1-16,4-4 3 0,-3-1 0 0,-1 0-4 16,3-3 5-16,-5-1-5 0,-3 1-3 0,1-4 1 15,-2 7 2-15,2-7-1 0,-3 0 0 0,2 0-3 16,-3 1 1-16,-1 5 2 0,0 2 0 0,-2 0-5 15,2 3 5-15,-2 7-11 0,5-10 13 0,-5 10-13 16,0 0 2-16,0 0-4 0,0 0 8 0,0 0-3 16,7 22-2-16,-7-12 1 0,2 6 0 0,0-1 4 15,0-3 0-15,1 1-1 0,1-1 0 0,0-1 1 16,2-1 1-16,0 0-1 0,1-1 5 0,2-2 1 0,-3 2 3 16,6-6-5-16,-2-1 3 0,0 0 2 15,1-2 2-15,-2-4 2 0,2 1 0 0,3-1-3 16,-5-1-1-16,2-2 1 0,-2-1 3 0,-1 0 2 15,-1 0-5-15,1-5 5 0,-4 2-7 0,1-2-2 16,-1-3 1-16,-2-1-2 0,0 0-1 0,3 2 6 0,-3 4-4 16,0 0 1-16,-2 1 0 0,-2 3-2 15,2 7 3-15,0-9-5 0,0 9 1 0,0 0-2 16,0 0 0-16,0 0-1 0,0 0-1 0,0 0 2 16,-9 20 0-16,7-7-3 0,0 2 5 0,1 1 2 15,1 0-5-15,1 1-1 0,1-1-2 0,2 0-31 16,-2-4-18-16,1 1-31 0,-1-2-36 0,3 0-33 15,-1 0-47-15,-1-3-43 0,-1-1-34 0,0-2-187 16,-2-5-503-16,0 0 222 0</inkml:trace>
  <inkml:trace contextRef="#ctx0" brushRef="#br0" timeOffset="-163229.58">27614 13077 160 0,'-8'-8'183'0,"8"8"-25"0,-7-2-11 16,7 2-16-16,0 0-13 0,-6 12-22 0,6-12-35 15,0 0-56-15,15 24-56 0,-1-10-117 0,-1-4-182 16,4 0 80-16</inkml:trace>
  <inkml:trace contextRef="#ctx0" brushRef="#br0" timeOffset="-162726.75">27870 13294 2 0,'0'0'198'16,"0"0"-16"-16,6 9-3 0,-6-3-8 0,2 4 7 16,3 5-12-16,-3-2-12 0,1 2-13 0,-1 4-13 15,4-2-10-15,-1 0-12 0,1-2-7 0,-1 2-7 16,4-1-2-16,-4 0-8 0,1-2-3 0,-1-2-4 0,3 1-1 15,-2-3-6-15,1-2 0 0,-2 3-7 16,-2-6-4-16,3 2-3 0,-1 0-4 0,-2-4 3 16,-3-3 4-16,5 7 14 0,-5-7 15 0,5 3-6 15,-5-3-4-15,0 0-4 0,0 0-4 0,10-10 1 16,-7 3 3-16,0-3-10 0,-1-2-5 0,5-2-7 16,-2-3-1-16,3-2-6 0,-1-5-5 0,0-2-3 15,-2 0-5-15,2 1-1 0,2-1-3 0,-5 0-1 16,4 1-3-16,-4 7 1 0,0 0-6 0,-2 1-3 15,-2 1 0-15,3 6-5 0,-3 1-2 0,1-1-20 0,1 5-29 16,-2 5-35-16,0 0-29 0,1-10-21 16,-1 10-6-16,0 0-15 0,0 0-22 0,0 0-15 15,0 0-18-15,18 19-5 0,-16-9-15 0,5-1-160 16,-1 3-412-16,1-2 182 0</inkml:trace>
  <inkml:trace contextRef="#ctx0" brushRef="#br0" timeOffset="-162007.68">28270 13330 121 0,'8'-5'171'0,"-8"5"1"0,0 0 11 0,3-8 8 16,-3 8-7-16,0 0-8 0,0 0-7 0,-14-13-13 16,10 10-7-16,4 3-8 0,-16-1-6 0,16 1-8 0,-18 5-10 15,6 1-3-15,-3 4-7 0,4 1-7 16,-2 1 0-16,-2 4-9 0,2-1-5 0,2 0-7 16,0 0-14-16,3 2-4 0,3-2-5 0,0 2-6 15,2-7 2-15,1 1-9 0,2 1-4 0,0-1-3 16,3-2-3-16,1-4-4 0,-1 2-3 0,3-3 1 15,1 1-6-15,0-3 2 0,4-4-2 0,-1 0 2 0,1-1-5 16,0-3-3-16,-1 0 2 0,4-4-2 16,-5 1 0-16,0-1-2 0,2-3-2 0,-4 0-2 15,2-3 3-15,-3 2-6 0,0-1 3 0,0 0 0 16,-1 3-1-16,-3 1 1 0,1 3-2 0,-2 0 2 0,1 1-5 16,-2 7-4-16,5-7 0 0,-5 7 0 0,2-6-6 15,-2 6 0-15,0 0 3 0,0 0 5 16,5 18-2-16,-5-7-1 0,0 2-2 0,0-2-1 15,0 6 2-15,2-1 0 0,0 0 0 0,-1 0-2 16,2-3 3-16,-3-1-2 0,2 0-1 0,1-3 1 0,3 1 3 16,-1-2 2-16,0-1 2 0,2-3-3 0,-1 0 3 15,-1-2 0-15,3-2 5 0,-8 0-5 0,18-5 4 16,-8 0-2-16,1-3-5 0,0-1 3 16,-1-5-1-16,2 1 3 0,-5 0-2 0,2-2 1 15,0-5 5-15,-4-3-5 0,4-2-2 0,-5-1 4 0,3-2-7 16,-3 1 3-16,-1-2-3 0,1 3-3 0,0-1 5 15,-2 1 0-15,-1 1 0 0,1 7 1 0,-2 0 2 16,0 2-4-16,0 7 15 0,2 1-12 0,-2 8-1 16,2-11-5-16,-2 11 0 0,0 0-1 15,0 0 2-15,0 0 1 0,0 0 0 0,-6 36 1 0,3-9-1 16,-2 1-3-16,-1 1 3 0,2 2-3 0,-3-1 8 16,5 0-5-16,2-3 4 0,0-2-2 0,2-1 2 15,1-5 0-15,2-2 3 0,1-2-1 0,2 0-1 16,-1-4 5-16,1-1-1 0,4-3 3 15,-1 0-4-15,6-2 0 0,1-3-2 0,1 0 2 0,-6-4 3 16,4-3 0-16,1-2 0 0,-1-2-4 0,0 0 0 16,-2-1 1-16,-1-1 6 0,1-3-9 15,-4-1-3-15,1-1-2 0,-3-2 7 0,-1 3-5 16,-3-3-1-16,1 2 4 0,-4-1-5 0,-2 6 0 16,0 1 0-16,-2 1 2 0,1 1-2 0,1 8-4 0,-9-7 1 15,4 5-1-15,5 2-1 0,-17 6-2 0,6 1 1 16,-3 5 2-16,-1-1 3 0,0 5-5 0,3-1-21 15,0 2-35-15,3 1-31 0,-1-1-45 16,4-1-53-16,2 2-32 0,4-6-35 0,0 0-25 16,1-2-153-16,2 0-470 0,4-1 208 0</inkml:trace>
  <inkml:trace contextRef="#ctx0" brushRef="#br0" timeOffset="-161793.46">28783 13439 134 0,'4'-11'170'0,"-1"0"7"16,-1-7 5-16,2 3-9 0,0-2 0 0,0 1-6 15,0 1-2-15,3 0 1 0,0 3 3 0,0 1-1 16,-1 3-2-16,2 0-13 0,0 2-13 0,-3 1-14 16,3 3-11-16,2 1-13 0,0 1-10 0,1 3-5 15,1 2-9-15,-3 4-7 0,3 1-3 16,1 3-2-16,-4 1-15 0,-2 1-5 0,2 1-2 0,-3-1-4 16,-3-2-17-16,2-3-25 0,-1 2-25 0,0-1-27 15,-4-2-28-15,3 1-36 0,-2 0-37 0,1-4-40 16,2-1-40-16,-4-5-173 0,4 5-441 0,-4-5 195 15</inkml:trace>
  <inkml:trace contextRef="#ctx0" brushRef="#br0" timeOffset="-161576.39">29158 13068 15 0,'1'-18'243'15,"-1"4"10"-15,1 2 3 0,-1 2-4 0,0 4-25 16,0 6-29-16,0 0-15 0,4-5-4 0,-4 5-3 15,0 0-8-15,7 23 7 0,-5-5-25 0,1 6-10 16,-3 2-12-16,5 1-11 0,-4-2-10 0,-2 4-8 16,3-3-11-16,-3 0-11 0,2 2-3 0,-2-8-6 15,2 5-8-15,-1-8-10 0,0 0-14 16,2 0-26-16,-2-1-45 0,0-4-64 0,-2-2-43 0,2-4-63 16,0-6-35-16,-1 9-228 0,1-9-507 0,0 0 224 15</inkml:trace>
  <inkml:trace contextRef="#ctx0" brushRef="#br0" timeOffset="-161420.12">29102 13194 13 0,'0'0'191'0,"0"0"-7"0,0 0-7 16,0 0-16-16,0 0-10 0,13-9-20 0,-7 7-10 15,5 2-24-15,0-1-37 0,1 1-53 0,1-1-54 16,1 1-62-16,-2-1-81 0,-1-1-206 0,3-1 92 15</inkml:trace>
  <inkml:trace contextRef="#ctx0" brushRef="#br0" timeOffset="-158835.36">29603 13562 181 0,'0'0'196'0,"0"0"-14"0,1-26-8 15,-1 26-7-15,5-13-11 0,1 4-5 0,-2-1-18 16,3-1-11-16,0-5-3 0,3 2-15 0,-1-2-4 16,0-1 3-16,4-9-9 0,0 4-12 15,-3 6-7-15,2-7-10 0,-6-1-6 0,0 0-3 0,1-2-7 16,-4 2-5-16,-2 5-7 0,0 0 0 0,0 1-4 15,-2 1-5-15,0 0 1 0,-2 5-4 0,1-1 1 16,-1 4-6-16,-5 1 1 0,3 4-8 16,-4 0 3-16,-1 3-2 0,1 1-3 0,-4 3-2 0,2 1-2 15,-1 2 2-15,1-1-3 0,1 1-1 0,1 2-2 16,0 0-1-16,4 1-1 0,0 0 3 0,5 1-2 16,0-3 0-16,0-7-1 0,9 15 5 15,1-8 0-15,0 1-3 0,6-3 3 0,2 0-5 16,3-1 1-16,7-5 0 0,-1 1-3 0,-7 1 4 0,2 0 1 15,0-2 2-15,-4 2-3 0,-1 1-5 0,-4-2-1 16,0 2 3-16,-3 0-2 0,-2 4 1 0,0 1-4 16,0 0 5-16,-2 3-3 0,-4 2-16 0,1-1 5 15,-2 4 6-15,-2-2-6 0,0-1 4 0,2 1-3 16,-1-1 3-16,-1 2 2 0,2-4 3 0,1 3-1 16,0-2 5-16,-1-2-2 0,3 0 5 0,-2-2-2 15,3-1 9-15,2-1-9 0,0-1 5 0,2-1-1 16,3-2 3-16,1-1-2 0,1-3 1 0,2-2-2 15,1-2 2-15,-2-1-5 0,2-2 2 0,-3-2-3 16,0 1 5-16,0 0-2 0,-4-3 0 0,0-1 0 16,-2 0 0-16,-1-1 1 0,-2-1 0 0,-4 0-6 15,0 0 5-15,-1-2-3 0,3 3 0 0,-7 3-3 16,2 3 4-16,0 0-4 0,0 2 2 0,-1 2 0 16,3 6-1-16,-6-12-4 0,0 8 3 15,0 2-2-15,6 2-1 0,-15 2-1 0,6 5 0 0,-3 1 4 16,5 3 1-16,-2 0-4 0,1 5 1 0,2 0 7 15,2 0 0-15,1-1-8 0,2 2 3 0,4 0 0 16,-1-6 3-16,7 5 1 0,-3-5 0 0,6 1 2 16,1 0-1-16,1-4 4 0,0-3-8 0,2-1 4 15,4-2 2-15,0 0-2 0,1-2-2 0,0-5 3 16,0 0 0-16,-2-3 1 0,1 2 0 0,-3-4-2 16,-1 0 1-16,-1-2 0 0,-1-1 0 0,-3 1-4 15,-2-3 3-15,0-1-1 0,-4 1 3 0,0-2-2 16,-1 1 1-16,-1-1-3 0,-3 2 4 0,0 4-2 15,4 1 1-15,-4 0-4 0,0 10 1 0,0-11-4 16,1 5 0-16,-1 6-4 0,0 0 2 0,0 0 3 16,0 0-2-16,0 0-1 0,0 0 0 0,-3 38 3 15,3-22-2-15,0 3-1 0,-1-2 5 0,0 2-1 16,-1 0-1-16,2-1 2 0,0-1-3 0,-1 0 4 16,1-6 2-16,1 1-2 0,2-1 1 0,0-1 0 15,-2-3 3-15,3 0-3 0,-1-4 5 0,2 0-1 16,-5-3 0-16,12 1 2 0,-12-1 1 0,17-7-2 15,-6 1-1-15,3-4 2 0,3 0-5 0,-4 0 2 16,5-3 2-16,2-4-2 0,-2-2-2 0,-4 4 7 16,-3 0-5-16,7-2-3 0,-5 1 2 0,-1 3-2 15,-1 2 1-15,-3 3-3 0,-3 3 2 0,1-3-1 16,-1 4 3-16,-2 0-8 0,-3 4-3 0,6-5 5 16,-6 5-3-16,0 0 1 0,0 0 3 0,12 8 0 15,-9-2-7-15,-1 1 7 0,-1-1-1 0,-1-6 4 16,7 14-2-16,-5-6 1 0,2 0 0 0,0 1-3 15,2-1 3-15,1-2 1 0,0-1 0 0,2 0 4 16,2-2-2-16,1 0-2 0,0-3 5 0,-2 0-5 16,1-1 0-16,0-1 0 0,1 0 4 0,-1-2-2 15,-1-1 6-15,0 0-9 0,-1-2 1 0,-2-3 0 16,-1 3 2-16,-2-3 0 0,2-1 5 0,-2 3-11 16,-2-3 0-16,0 0 4 0,0-2-1 0,-2 4-1 15,0 1 4-15,0 8-2 0,-1-15 1 0,2 10 1 16,-1 5-6-16,0 0-2 0,0-10 0 0,0 10 1 15,0 0 1-15,0 0 1 0,0 0-2 0,-4 32 3 16,2-17-1-16,-1 2 0 0,1 2 2 0,-1 0-1 16,2 0 1-16,1 0 0 0,-1 1-2 0,1-2-12 15,0 1-14-15,0 0-23 0,-1-1-29 0,1 0-25 16,-3-1-22-16,3-5-50 0,-1-1-40 0,-3 0-111 16,0-3-356-16,0-1 158 0</inkml:trace>
  <inkml:trace contextRef="#ctx0" brushRef="#br0" timeOffset="-158674.45">30616 12972 19 0,'0'0'64'0,"0"0"-22"0,0 0-35 16,0 0-29-16,0 0-25 0,0 0 11 0</inkml:trace>
  <inkml:trace contextRef="#ctx0" brushRef="#br0" timeOffset="-158449.45">30984 12995 160 0,'0'0'200'0,"4"-9"-4"15,-4 9-5-15,3-7-19 0,-3 7-18 0,3-4-18 16,-3 4-13-16,0 0-11 0,0 0 1 0,9 16 2 15,-6-3 3-15,1 5 3 0,1 6-12 0,-1 3-9 16,1 3-7-16,-4-3-9 0,0 4-6 0,2-1-10 16,-2-2-4-16,0 0-9 0,-1-3-4 0,-1 3-5 15,1-9-5-15,0 6-19 0,1-6-19 0,1-1-18 16,-2-1-39-16,1-6-35 0,-1 1-46 0,0-5-29 16,1 1-27-16,-1-8-156 0,0 8-375 0,0-8 167 15</inkml:trace>
  <inkml:trace contextRef="#ctx0" brushRef="#br0" timeOffset="-158052.78">30888 13126 68 0,'-2'-4'133'0,"2"4"2"16,0 0-15-16,0 0 4 0,13-8-15 0,0 7-2 16,4-1-8-16,2 2-9 0,11 0-5 0,-1 3-8 15,2-3-5-15,-2 1-10 0,1-1-4 0,-1 2-7 16,-10-1-6-16,2-1 1 0,-9 0-7 0,2 0-7 15,-3 0 0-15,0 0 11 0,-11 0 1 0,10 0 1 16,-3 0 6-16,-7 0 2 0,8 3-1 0,-8-3-3 16,0 0-5-16,0 0-2 0,0 0 3 0,-15 19-4 15,6-9 0-15,1-1 0 0,-1 5-5 0,2-6-3 16,1 3 0-16,-2 0-3 0,4-2-7 0,-1 1 3 16,3 1-4-16,0-1-3 0,2-3 9 0,-1 3-8 15,5-1-3-15,-2-2-3 0,2-1 2 0,1 0-5 16,3-3 3-16,2 0 3 0,-1-1-2 15,1 0-4-15,1-5 0 0,-1 3-5 0,0-5 4 0,2 1 1 16,-3-3-3-16,2 1-1 0,-3-1 3 0,-2 0-4 16,-1 1 0-16,2-2-6 0,-2 2 5 0,-2 0-1 15,1 3 1-15,-4 3-4 0,7-9 1 16,-7 9-6-16,4-3 4 0,-4 3-2 0,0 0 2 16,0 0-9-16,2 21-15 0,-3-10-30 0,0-1-26 0,-1 7-37 15,0-1-28-15,1-2-32 0,-2 3-12 0,0-1-120 16,2-1-334-16,0-5 147 0</inkml:trace>
  <inkml:trace contextRef="#ctx0" brushRef="#br0" timeOffset="-157868.65">31370 13258 46 0,'4'-11'153'0,"1"0"-1"0,3 3-1 0,-2-1-9 15,-2 4-1-15,5-2-11 0,1 0-12 16,-1 4-8-16,2 3-8 0,0 1-6 0,0 2-9 15,1 5-9-15,-5-1-8 0,4 1-7 0,0 4-9 16,-4 1-21-16,-2 1-5 0,1 2-28 0,-3-5-39 0,2 2-33 16,-4-3-31-16,0 1-37 0,-1-1-94 0,1 0-253 15,1-4 112-15</inkml:trace>
  <inkml:trace contextRef="#ctx0" brushRef="#br0" timeOffset="-157487.37">31679 13085 25 0,'0'0'219'0,"-1"-12"-19"0,1 12-21 15,0 0-18-15,0 0-17 0,0 0 0 0,0 0 2 16,-13 21-4-16,8-6-10 0,1 3-4 0,0 1-13 16,1 1-5-16,0 5-11 0,3-5-4 0,0 5-6 15,3-7-8-15,0 3-7 0,5-5-5 0,-1 1-10 16,-1-7 1-16,7 3-7 0,0-1 25 0,-2-6-6 15,2 0-8-15,0-3-1 0,4-2-9 0,-4-3-8 16,9-2 1-16,-3-3-5 0,-2-3-4 0,1-1-3 16,-3-1-3-16,-1 0-2 0,-1-1-5 0,0-3-3 15,-4-1-1-15,0-2-2 0,-4 2-3 16,1-2-1-16,-1 0 0 0,-2 1-2 0,-1 1-4 0,-2 7 1 16,0-3 0-16,2 3-6 0,-5 2 1 0,3 8-3 15,-7-7-3-15,7 7 2 0,-15 2-2 0,5 2 2 16,-5 6-2-16,-1 1-4 0,1 1 8 0,1 4-5 15,1-3-1-15,-1 4 0 0,5 0 3 16,1 2-3-16,2-2 1 0,2 1-24 0,2-1-26 0,2 1-17 16,5-6-45-16,0-1-40 0,6-2-43 0,0-3-54 15,5-1-155-15,2-1-439 0,3-3 195 0</inkml:trace>
  <inkml:trace contextRef="#ctx0" brushRef="#br0" timeOffset="-156953.02">32261 13066 193 0,'0'0'200'0,"0"0"6"0,0 0 0 0,-13 16-15 15,13-16-11-15,-5 16-7 0,1-3-9 0,1-2-12 16,2 1-13-16,0 4-13 0,1-4-7 0,1 4-1 16,0-5-11-16,3-1-7 0,2 2-12 0,-1-5-5 15,2 2-7-15,2-3-5 0,0 1-5 0,0 0-10 16,-1-7-2-16,-1 2-5 0,0-1-5 0,-7-1-7 15,18-5 3-15,-11-3-7 0,-1 1-1 0,0-1-5 16,-2 0-4-16,-2-2 0 0,2-7-6 0,-6 2 4 16,0 2-6-16,-1-6-2 0,-1 5 0 0,-4-1-1 15,0-4-5-15,-1 4 1 0,4 0-4 0,-2 1 0 16,0 5-1-16,2 2 0 0,0 2-4 0,5 5 0 16,-6-8 1-16,4 3-2 0,2 5-5 0,0 0 7 15,0 0-4-15,0 0 0 0,0 0 4 0,0 0-1 16,0 0 4-16,21 9-8 0,-6-3 5 0,13-4 1 15,-1-6 1-15,1 2-1 0,0 0 2 0,0-4 0 16,-1 1-3-16,-8 0 1 0,-1-4 5 0,0 2-3 16,-2-1-2-16,-4-2 3 0,0-1-1 0,-5 1-5 15,3-5 7-15,-4 1-2 0,-1 0 1 0,-3 2 1 16,-2-2 2-16,0 3-3 0,0-5 1 0,-1 5 9 16,-1 2-1-16,-1-2 3 0,2 4 8 0,1 7-8 15,-4-11-9-15,4 11 5 0,-2-6-6 0,2 6 3 16,0 0 7-16,-8 20-2 0,3-4 3 0,-2 8 5 15,3 1 2-15,-1 3 8 0,2-1-2 0,3 3 8 16,-2 3 1-16,1-1-2 0,2-2 2 0,2 0-10 16,-2 2 9-16,3-1-17 0,0-1 4 0,-1-2-22 15,1 0 23-15,0-2-7 0,-1-6-14 0,1-2-41 16,0 2-31-16,-2-5-42 0,-1 1-50 0,2-5-49 16,-2-3-61-16,0-2-244 0,-1-6-556 0,0 0 246 15</inkml:trace>
  <inkml:trace contextRef="#ctx0" brushRef="#br0" timeOffset="-156797.53">32565 13095 47 0,'0'0'185'0,"14"-8"-7"16,-2 6-22-16,5-1-12 0,-17 3-16 0,0 0-16 15,59-13-31-15,-59 13-43 0,40-4-52 0,-40 4-45 16,32-3-107-16,-32 3-181 0,0 0 80 0</inkml:trace>
  <inkml:trace contextRef="#ctx0" brushRef="#br0" timeOffset="-156111.36">23837 14231 160 0,'0'-9'203'0,"0"9"-1"16,0-15-10-16,2 9-16 0,-2 6-16 0,1-8-25 16,-1 8-11-16,0 0-12 0,0 0-3 0,0 0-7 15,16 30-6-15,-10-12-3 0,2 7-6 0,-4 4-9 16,0-1-3-16,-2 3-8 0,2 0-4 15,-2 3-8-15,1-3-5 0,-1 0-2 0,2 0-6 0,1-2-2 16,-2-3-5-16,0 0-2 0,0-6-14 0,1 0-24 16,1-3-29-16,-5 0-47 0,2-4-43 0,-2-1-46 15,0-2-187-15,-4 2-387 0,-1-6 171 0</inkml:trace>
  <inkml:trace contextRef="#ctx0" brushRef="#br0" timeOffset="-155560.1">23899 14432 7 0,'13'-10'119'0,"4"2"-8"15,0-4-5-15,-1 2-5 0,3-2-13 0,-2 2 10 16,-1 1-9-16,1-1-3 0,1 0-11 0,-2 0 6 16,-2 0-12-16,-3 2 7 0,0-1-3 0,-1-3 3 15,-2 2 2-15,0 3-4 0,-2-2-2 0,-1-2-3 16,0 1 0-16,-2 1-2 0,-2 2-9 0,2 0-6 15,-2 1-1-15,-1 6 4 0,1-12-7 0,-1 12-8 16,0-8-6-16,0 8-1 0,0 0-5 0,0 0 0 16,0 0-7-16,0 0-2 0,13 20 3 15,-10-7-5-15,-1 3-3 0,-1 3-3 0,1-1 0 0,-1 2 1 16,0 5-1-16,0-5-2 0,-1-4-3 0,0 1 3 16,2-2-2-16,-1-2-4 0,1-3 3 0,-4 2 0 15,2-2-1-15,2-3 1 0,-2-7-3 0,1 12 2 16,0-6-2-16,-1-6 2 0,3 7-1 15,-3-7 0-15,6 4 0 0,-6-4 1 0,10-1-3 16,-10 1-1-16,19-4 1 0,-7 4 1 0,-1-2-5 0,3 0-1 16,-1 1 3-16,1 1-1 0,-1 0 0 0,0-1 0 15,5 1-3-15,-1-2 6 0,-4 4-4 0,6-2 3 16,-1 0 0-16,1 0 1 0,-2-2-2 0,1-2 0 16,-1 1 3-16,3-1 0 0,-7 0 1 0,2-1-1 15,2-3 0-15,-4 3-1 0,-4 0 6 0,-1-3-3 16,0 3 1-16,-4-4-3 0,-1 1-2 0,-2-2 1 15,-2-2 1-15,-2 3-4 0,-1-1 1 0,-2 0 3 16,-1 0-1-16,0 1 3 0,-2 2 0 0,1 0 6 16,-1 1-2-16,3 3-1 0,-2 2-6 0,8 1 5 15,-14 1-2-15,14-1-2 0,-15 10-1 16,7-1-4-16,-1 4 4 0,1-2-6 0,5 5 3 0,0-4-9 16,2 4-19-16,1 2-20 0,2-3-35 0,2 2-37 15,5-2-39-15,1-3-172 0,-2-2-358 0,5 0 158 16</inkml:trace>
  <inkml:trace contextRef="#ctx0" brushRef="#br0" timeOffset="-154164.39">25477 14304 61 0,'0'0'178'0,"-9"-6"-9"0,3 6-10 0,-4-3-10 15,10 3-10-15,-17 1-9 0,8 1-13 0,-3 2-5 16,1 1-19-16,1 3-4 0,-5 2-7 0,2 4-3 16,0 1-8-16,6 0-7 0,0-2-2 0,-2 3-9 15,4-3-2-15,5-1-4 0,0 4-8 0,0-5 0 16,0 2-5-16,3-1-4 0,4-2-2 0,0 0 5 16,1 0-5-16,-2-3-5 0,5-1-1 0,1 0 1 15,3-6-4-15,-2 2-2 0,-1-2-4 0,3-3 5 16,0-1 0-16,1-2 4 0,-5 1 1 0,3-1-1 0,-5-2 1 15,4-4 1-15,-4 3-3 0,2-4 3 0,-2 0 5 16,-5-4 0-16,2-1-4 0,0 0-3 16,-4 0-2-16,1-1 0 0,-2-6-3 0,0 9 0 15,-1-11-4-15,-1 7 2 0,1-5-6 0,-1-2 1 16,-2 0 2-16,1 3-1 0,-2 6 1 0,0-8 1 16,0 8 3-16,0 1-3 0,2 7 1 0,2-1 9 0,-3 3 1 15,3 8 6-15,-2-10-14 0,2 10-2 16,-2-8-1-16,2 8-3 0,0 0-1 0,0 0-1 15,0 0-1-15,0 29 0 0,0-11 0 0,0 3-2 16,3 5 5-16,-1 0-5 0,2 2 0 0,-4-2-4 16,4 0 3-16,0-2-2 0,0 1-1 0,0-7 2 15,1-4-1-15,1 4 2 0,0-3-1 0,2-3-2 16,-2-2-1-16,3 0 2 0,0 3 1 0,1-5 1 16,1-2-2-16,-1-2 1 0,2-2 0 0,-1 1 1 15,3-3 3-15,-1 0-4 0,-2-3 1 0,1 2 0 16,-1-2-6-16,-3-1-3 0,2-3-1 0,-3 2-3 15,1-2-5-15,-4-1 2 0,2 0-2 0,-2 1 3 16,-3-2-1-16,1-2 1 0,-2 2 1 0,0-1 2 16,0 10-1-16,-3-17 10 0,1 11-11 0,0 0 3 0,2 6-3 15,-6-9 2-15,6 9-1 0,0 0 0 16,-4-3-1-16,4 3-1 0,0 0 4 0,0 0 4 16,-10 14-2-16,9-8-2 0,0 2 2 0,1 1-6 0,0 1-13 15,0 1-17-15,1-2-33 0,0 1-29 16,-1 1-40-16,4 0-35 0,-2-5-31 0,0 4-127 15,-2-10-363-15,3 13 161 0</inkml:trace>
  <inkml:trace contextRef="#ctx0" brushRef="#br0" timeOffset="-154003.43">25749 14144 55 0,'0'0'78'0,"0"0"-34"0,0 0-36 0,-11 16-22 16,11-4-15-16,0-2-31 0,2 0 14 0</inkml:trace>
  <inkml:trace contextRef="#ctx0" brushRef="#br0" timeOffset="-153737.52">25927 14356 68 0,'0'8'140'0,"0"-8"-11"16,4 6-8-16,-4-6 6 0,2 9-3 0,-2-9-4 16,7 7-5-16,-3-3-3 0,1-2-3 0,-5-2-7 15,13 2-11-15,-4-2-4 0,3-3-6 0,-1 0-11 16,0-3-2-16,-1 1-1 0,2 1-7 0,-3-5 2 16,-1 2-3-16,1-3 2 0,-3 3-6 0,0-3 2 15,-3 0-3-15,2-2-8 0,-5 2-1 0,0 0-6 16,-6-1-7-16,2 1-2 0,0 2-5 0,-1 2 1 15,-1-2-9-15,-1 6-3 0,7 2-1 0,-11-7-12 16,4 7-10-16,7 0-21 0,-13 5-22 0,3-1-33 16,4 2-24-16,-1 2-25 0,1 0-19 0,1 0-22 15,2 1-105-15,3-2-304 0,0-7 135 0</inkml:trace>
  <inkml:trace contextRef="#ctx0" brushRef="#br0" timeOffset="-153171.41">26182 14266 154 0,'0'0'165'16,"-2"-11"-6"-16,2 11-4 0,0 0-10 0,-10-5-3 16,10 5-5-16,-14 1-4 0,14-1-14 0,-14 8-6 15,4-1-12-15,0-1 0 0,-1 2 0 0,2 2-8 16,2 1-12-16,-2 1-2 0,0 2-9 0,5-1-3 16,-4-4-12-16,6 3 3 0,0-3-10 0,2 3-4 15,2-2-5-15,-2-3-2 0,4 1-2 0,2 0-1 16,0-4-4-16,3 2-3 0,-2-3-1 0,0-1 0 15,2-2-4-15,-9 0-2 0,22-8-3 0,-13 4 2 16,4-2-4-16,-3-1 4 0,-1-3-5 0,4-5 4 16,-3-1-5-16,-2 1 1 0,-1-2 0 0,-1 0 2 15,-3-3-1-15,6-6-1 0,-7 8 0 0,-2-10-4 16,2-2 0-16,-2 3-3 0,0 0-3 0,0 0 5 16,-2-2-3-16,2 5 2 0,-2 4-2 0,0 3-1 15,0-1 9-15,2 3 1 0,-3 5 2 0,6-1 3 16,-3 11-2-16,-3-10 4 0,3 10-13 0,0-8-1 15,0 8-4-15,0 0 1 0,0 0 1 0,0 0-2 16,11 35 4-16,-8-16 0 0,-1 5-3 0,4 3 1 16,1-1-1-16,-2 0-3 0,-1-6 3 0,5 3 1 15,-4-6-4-15,3 8 2 0,0-12-1 0,3 3 1 16,-1-3 2-16,-2-2 1 0,1-2 0 0,2-2 1 16,3-1 2-16,1 2-4 0,-3-4 4 0,1-3-2 15,-2 1 0-15,3-2-2 0,-1-2-3 0,1-1 4 16,-1-2 2-16,1 0-2 0,-5-2-1 0,1-2 1 15,0 1-4-15,-1-6 1 0,-3 2-1 0,-1-4 0 16,-3 1 4-16,-2 2-7 0,0 2 3 0,-2-1 1 16,-1 1-3-16,-3 2-1 0,-1-1 2 0,3 2 3 15,-3 5-7-15,2 1 3 0,5 2-2 0,-17 4 2 16,7 1-1-16,1 4-2 0,-2 1 1 0,0 5-2 16,2-1 0-16,2 1-10 0,1 1-29 0,3-4-30 15,1 5-26-15,4-6-38 0,3 1-33 0,2-2-26 16,1-1-26-16,3-2-159 0,1-1-411 0,5-1 182 15</inkml:trace>
  <inkml:trace contextRef="#ctx0" brushRef="#br0" timeOffset="-153071.83">26690 14211 30 0,'0'0'-5'0,"-14"-6"-6"15,14 6 2-15</inkml:trace>
  <inkml:trace contextRef="#ctx0" brushRef="#br0" timeOffset="-145945.05">1674 13454 71 0,'-5'-5'151'16,"5"5"-10"-16,-9-8-15 0,1 4-4 0,0 4-10 15,8 0-11-15,-19 0-7 0,3 4-8 0,-2 2-4 16,-3 1-7-16,1 2 4 0,-2 5-10 15,4 0 1-15,-5 3 18 0,5 1-5 0,-1 0-14 16,5-5-2-16,1 2-6 0,4-1-9 0,-1-2-7 16,4 1-3-16,-1 1-7 0,5-2 1 0,0 4-8 15,5-1-1-15,2 1-4 0,5-2-1 0,2 2-2 16,2 0 1-16,8-2-3 0,3 0-1 0,-1 0 0 0,2-2-2 16,3-1-1-16,-4 1-4 0,0-3 2 15,-7 2-3-15,1-2-1 0,-2-1-2 0,1-2-2 16,-5 3 4-16,-2-2-4 0,0 0 0 0,-1 3-1 15,-4-3 1-15,2 1 2 0,-5-1-5 0,0 0 3 16,-3 0 1-16,0-7-1 0,-8 17 1 0,2-6 3 16,-7 1 2-16,-1 0 5 0,-3-1 2 0,-8 2 1 0,1-1-4 15,-4-2 4-15,1-1-5 0,-3-1-1 16,10-2-1-16,0-2-20 0,3 0-21 0,3-2-27 16,1 1-35-16,0-3-48 0,3-3-48 0,-4 2-128 15,6-5-343-15,3 0 152 0</inkml:trace>
  <inkml:trace contextRef="#ctx0" brushRef="#br0" timeOffset="-145414.04">1846 13771 1899 0,'12'-3'69'0,"0"-1"-72"0,-3 3-21 16,-1-1-28-16,-8 2 12 0,14-2 2 0,-14 2 13 16,0 0 8-16,14 3 7 0,-14-3 2 0,8 1 9 15,-2 2 12-15,-6-3 15 0,5 7 5 0,-3-1 0 16,-2-6 0-16,3 12-4 0,-1-6 9 0,0-1 8 15,-2-5-6-15,2 12 8 0,-1-5-2 0,-1-7 5 16,0 9 5-16,0-9 11 0,0 0 12 0,-1 11 9 16,1-11 8-16,0 0 5 0,0 0 1 0,0 0-7 15,-2 6-5-15,2-6-8 0,0 0-7 0,0 0-6 16,0 0-9-16,0 0-7 0,-20-14-16 16,16 8 13-16,-1-3-9 0,1 2-7 0,0-4-13 0,2 1 2 15,-1-7-9-15,1 6-5 0,2-1-5 0,0 1-5 16,6-1-5-16,-1-2-2 0,3 2 3 0,0 3 0 15,2 2-3-15,3 2-1 0,0 4-2 0,2-1-1 16,6 4 1-16,-4 1-6 0,2 1 7 0,-1 4-7 16,-3 2 13-16,1 4-4 0,-2-1 2 15,2 9 1-15,-3-2 1 0,-7-2-5 0,3-4 5 16,-4 2-1-16,1-4 0 0,-4-2-3 0,1-3 4 0,-1 5 0 16,1-5 2-16,-2-1 2 0,-1-6 3 0,2 8 0 15,-2-8 3-15,2 7-1 0,-2-7 7 0,0 0-4 16,0 0 1-16,0 0-1 0,0 0-1 15,0 0-3-15,0 0 4 0,0 0-3 0,0 0-4 0,0 0-10 16,3-30-1-16,0 17-8 0,2-3 1 0,-1-1-8 16,3 0-1-16,-1 1 0 0,7 1-3 15,-7 5 5-15,2 1 2 0,-2-1-5 0,1 7-2 16,0-4 1-16,0 3 1 0,-7 4 3 0,19 0 0 0,-19 0 1 16,19 11-14-16,-6-6-11 0,-5 5-13 0,2 3-5 15,0 0-21-15,-4 3-25 0,1-2-26 16,-1 2-28-16,4-1-17 0,-3-1-10 0,-1-4-132 15,-2-1-352-15,4 1 156 0</inkml:trace>
  <inkml:trace contextRef="#ctx0" brushRef="#br0" timeOffset="-144662.95">2670 13708 82 0,'-3'-10'202'0,"-4"2"4"15,2 0 10-15,-4 1-16 0,0 0-17 0,-3 1-14 16,-1 4-1-16,-1 1-17 0,-3 2-6 0,1 4-9 15,0 1-13-15,3 2-15 0,1 2-9 0,-1 0-10 16,0 2-8-16,3-1-10 0,3 1-6 0,1 4-6 16,2-5-5-16,2 0-7 0,4 1-5 0,2-2 0 15,4 0-7-15,-3-1-2 0,5-3-4 0,3-2 1 16,2 3-11-16,-2-6-7 0,1 1-9 0,0-4 0 16,4 1 1-16,-3-6-1 0,-2 3 2 0,4-4-1 15,-3-3 0-15,-4 4 6 0,-4-1-1 0,2 0 0 16,-3 0-3-16,-2 2 6 0,-1-1 6 0,-1 0 6 15,-1 7-5-15,0-13 7 0,0 13-1 0,-2-11-1 16,2 11-4-16,-5-7 1 0,5 7-7 0,0 0-5 16,-7-4 2-16,7 4 2 0,0 0-6 0,0 0 2 15,-12 22-6-15,10-11 7 0,2 0-5 0,-1 2 1 16,2 2-4-16,3-3 0 0,3-1 3 0,3 2-7 16,-4-4 6-16,7 3 0 0,2-5 3 0,1 0-1 15,3-4-2-15,0-4 3 0,0-1-2 0,0-3 1 16,2 0 0-16,3-6-2 0,-7 5-2 15,-2-8 1-15,2 2 0 0,-3-3 4 0,0-1-3 0,-5-1 2 16,-2 0 2-16,1-1-1 0,-2-2 0 0,2-2-1 16,-5 3-1-16,-2-7 1 0,-1 7-6 0,-3 0 2 15,1-6 4-15,-1 1-1 0,-1 4-2 16,-2-5 1-16,2 9 0 0,3 5 6 0,-2 0 10 0,1 2 4 16,1-1-6-16,1 10-5 0,-2-9-4 0,2 9-6 15,0 0-1-15,0 0 1 0,0 0 0 16,0 0 3-16,3 36-3 0,-3-11-1 0,0 2-1 15,0 2 3-15,1 0 0 0,2-2 4 0,-2 0-7 16,3 0 1-16,1-1-6 0,3-2 2 0,1 0 2 0,2-2 3 16,-1-6 0-16,1-2 2 0,-1-5-5 0,1-2 0 15,-1 2-2-15,4-5 5 0,-2 0-6 16,2-3 4-16,-3-2-5 0,9-2 1 0,-4-2-5 0,-3-1-3 16,1-8-3-16,-1 1 8 0,1 0-4 15,-2-2 2-15,-2-1-5 0,-4-3-3 0,6-4 5 16,-9-1 1-16,0 4-3 0,3-8 4 0,-3 1 0 15,-3-3 1-15,1 3 2 0,-2-1-4 0,-3 0 1 0,0 8 6 16,2 1 3-16,0 2 7 0,2 8 14 0,-1-1-1 16,1 10-6-16,0-12-4 0,0 12-2 15,0 0-2-15,0 0 4 0,0 0 12 0,0 0 9 16,-2 60-1-16,0-31-1 0,0 3-1 0,-5 1-5 16,3 2-2-16,-1-1-3 0,0 13-2 0,2-2-6 15,1-13-19-15,2-2-33 0,2 2-39 0,3-4-30 0,1-1-35 16,2-1-54-16,3-3-61 0,8 0-209 15,-1-5-507-15,5 1 225 0</inkml:trace>
  <inkml:trace contextRef="#ctx0" brushRef="#br0" timeOffset="-144157.49">3762 14150 8 0,'-4'-20'171'16,"4"-3"-15"-16,4-5-12 0,2-2-11 0,4 1-5 15,1-4-4-15,4 1-6 0,0-1-16 0,10-13-6 16,-1 6-7-16,-7 6-5 0,7-7-2 0,-7 12-2 16,7-13-4-16,-6 14-8 0,-3-2 1 0,-1 2-1 15,-1 3 12-15,-7 6 4 0,4 4-3 0,-4 0-3 16,-6 3-7-16,0 2-11 0,-3 1-4 0,0 2-9 0,-2 2-7 16,5 5-3-16,-18-5-6 0,8 5-2 0,-4 3-5 15,3 3-2-15,-6 3-3 0,4 5-3 16,-1 0-3-16,4 1-4 0,2-1-2 0,2 1-7 15,6 2 1-15,0-1-4 0,6 2-1 0,3-4-5 16,5 3 6-16,6 0-4 0,4-2 3 0,6-3 1 16,5 1-6-16,0-2 3 0,-2 3 1 0,0-1 5 15,-2-3-6-15,-2 2 0 0,-9-3 5 0,0 1-3 16,-6-1-3-16,0 3 0 0,-7-6 7 0,0 3-8 16,-2 1 2-16,-2-1 0 0,-3 0 0 0,-3 2-8 15,2-4-10-15,-4 2-12 0,-2-1-20 0,1-1-9 16,-3 1-9-16,1-3-28 0,8-5-30 0,-11 6-18 15,11-6-29-15,-13 4-98 0,13-4-300 0,0 0 134 16</inkml:trace>
  <inkml:trace contextRef="#ctx0" brushRef="#br0" timeOffset="-143991.66">4343 13692 82 0,'0'0'178'0,"3"-10"-8"0,0 7-3 15,-3 3-18-15,3-8-13 0,-3 8-20 0,0 0-13 16,0 0-12-16,0 0-10 0,0 0-8 0,12 20-3 15,-7-4-5-15,-1 3-2 0,-2-1-3 0,1 11-9 16,0-3-3-16,-1 1-7 0,1-1-17 0,-2 1-30 16,0-2-36-16,2-7-34 0,-1 0-44 0,1 0-134 15,-3-1-276-15,0-6 123 0</inkml:trace>
  <inkml:trace contextRef="#ctx0" brushRef="#br0" timeOffset="-143457.45">4772 13643 91 0,'-12'-12'190'0,"8"10"10"0,4 2-7 0,-10-2-20 0,10 2-17 15,-13 0-12-15,13 0-16 0,-12 5-12 0,6 0-13 16,1 5-9-16,-3 0-9 0,1 1-8 15,-1 3-10-15,2 2-4 0,2-5-6 0,-1 3-7 16,4-1-2-16,1-2-13 0,0-11-6 0,2 19-6 16,2-12-7-16,1 2 0 0,0-1-4 0,0-4-6 15,-5-4-9-15,13 7-4 0,-7-3-3 0,-6-4 6 16,13 2-5-16,-13-2 8 0,0 0 0 0,19-2 1 16,-19 2 1-16,11-3-11 0,-11 3 9 0,11-2-2 0,-11 2 2 15,0 0-3-15,0 0 2 0,12-2-5 16,-12 2 0-16,0 0-4 0,10 9 6 0,-4-5 10 15,1 4 10-15,-3 4 6 0,2 4-4 0,-1-3 3 16,-1 6 3-16,1-4 4 0,-3 4-2 0,-2 0 2 0,2 1-2 16,-1 0 0-16,-1 4-3 0,-3-5 1 15,1-3-6-15,-3 1-3 0,2-2-1 0,1-2-15 16,-2-3-40-16,1-1-40 0,0 1-35 0,1-4-43 16,2-6-175-16,-8 9-360 0,8-9 159 0</inkml:trace>
  <inkml:trace contextRef="#ctx0" brushRef="#br0" timeOffset="-143138.8">5041 13756 11 0,'4'-5'174'0,"-4"5"-14"0,0 0-12 16,0 0-5-16,8-6-8 0,-8 6-8 0,0 0-4 15,0 0-7-15,0 0-2 0,0 0 0 0,0 0 8 16,0 0-2-16,0 0 5 0,0 0 7 0,5-8-10 15,-5 8-9-15,0 0-9 0,0 0-13 0,0 0-6 16,-3-17-6-16,3 17 2 0,0-11-8 0,0 11-9 16,5-17-6-16,2 7-5 0,-1-4-8 0,2-1-5 15,1 1-4-15,0 0-5 0,2 0 1 0,2 1-11 16,-4 3-4-16,1 4-5 0,1 1-4 0,0-1-2 16,0 4 0-16,1 2-2 0,1 2-2 0,0 3 1 15,2 2-3-15,0 1 3 0,2 5-2 0,-7-3 0 16,-1 6-3-16,1 1-11 0,-2-2-16 0,-3 5-22 15,0-3-34-15,-1 1-40 0,0-1-41 0,1-2-34 16,-3-5-25-16,1 2-136 0,-3-12-389 0,6 13 173 16</inkml:trace>
  <inkml:trace contextRef="#ctx0" brushRef="#br0" timeOffset="-142575.78">5560 13553 65 0,'0'0'213'15,"-9"-12"0"-15,5 7-6 0,-1 2-15 0,5 3-17 16,-10-5-18-16,10 5-16 0,-15 5-9 0,7 2-5 16,-1 2-18-16,0 0-8 0,0 6-13 0,1 0-4 15,2-1-12-15,0-3-4 0,3 1-9 0,2 0-4 16,0-1-6-16,1-11-3 0,6 20 0 0,0-9-10 16,-2-6-10-16,4 2-7 0,1-3 0 0,2-1-2 15,1-3-1-15,-12 0 6 0,18-4-9 16,-9 0 2-16,-9 4-4 0,15-8 3 0,-9 2-3 0,2-1 0 15,-8 7 5-15,6-12 2 0,0 3 5 0,-6 9 1 16,3-14 2-16,-1 5-3 0,-2 9 4 0,0 0 3 16,-2-16 4-16,2 16 1 0,0 0-3 0,0 0 1 15,-2-11-9-15,2 11-2 0,0 0-5 16,0 0-1-16,0 0 0 0,0 0-4 0,0 0-2 16,0 0 3-16,-10 33 4 0,8-21-9 0,1-4 1 0,1-8-5 15,4 22 2-15,1-11-1 0,0-3 0 0,4 1 0 16,-1-2 4-16,2-2-3 0,0 0 2 15,-10-5 1-15,19 2 7 0,-8-4-10 0,3 1-2 16,-2-5 4-16,5 0-1 0,-2-2-1 0,-1-3 2 0,1 1 1 16,-3-3 2-16,-2-1 1 0,2-1 6 15,-1-2 2-15,-4-2 1 0,-1 2 7 0,6-10-6 0,-9 3 1 16,-1-2-2-16,-1-3 1 0,0 1-3 16,-1-1 0-16,-2 0-7 0,2-2-1 0,-3-1-3 15,-2 2 6-15,3 0-2 0,2 3-5 0,-3 7 9 0,1 9 8 16,0-2 7-16,2 13-4 0,-2-15-8 15,2 15-3-15,0 0-8 0,0 0 0 0,0 0-5 16,0 0 4-16,0 0 7 0,1 61 5 0,-5-25 3 0,0 12-4 16,3-2 0-16,-3-10-1 0,2 0 0 15,-1 10 2-15,3-13-4 0,0 0-8 0,0-2-2 16,1-2-33-16,2 0-33 0,-3-1-44 0,8-3-55 0,-3-8-60 16,-1-6-73-16,-1 0-207 0,0-2-542 15,-3-9 241-15</inkml:trace>
  <inkml:trace contextRef="#ctx0" brushRef="#br0" timeOffset="-142417.96">5975 13554 157 0,'0'0'224'0,"0"0"-3"16,-6-7-8-16,6 7-20 0,0 0-16 0,0 0-19 15,-5-10-32-15,5 10-36 0,0 0-45 0,0 0-47 16,0 0-51-16,0 0-49 0,0 0-140 0,0 0-261 15,0 0 116-15</inkml:trace>
  <inkml:trace contextRef="#ctx0" brushRef="#br0" timeOffset="-137699.22">6110 13808 23 0,'0'0'140'15,"0"0"-9"-15,0 0 0 0,0 0-8 0,19-17-5 16,-9 10-7-16,9-4-7 0,-1 1-2 0,5-6-6 15,3 1-4-15,-2 0-8 0,1-4-2 0,0 3-10 16,-2-1-5-16,-3 0 2 0,-4 3-3 0,-1 2-1 16,-4-3-3-16,0 2-7 0,-1-2-1 0,-5 5-7 15,3-5-2-15,-6 5-4 0,3-1 3 0,-5 0 8 16,-1 1-5-16,1 2-5 0,-6-2-6 0,2 3-5 16,-1 1-1-16,-2 0-18 0,1 2-8 0,-3 1 3 15,1 1-1-15,-2 0 2 0,-3 7-4 0,1-2-7 16,-4 2-1-16,1 7 5 0,-2-1 2 0,3 5 1 15,1 1-5-15,-2 2 4 0,6-2-3 0,-1 2 2 16,5-2-2-16,1 2-2 0,4 0 2 0,3-2-2 16,2 0-8-16,2 0-6 0,10 2-5 0,2 0-6 15,4-4-6-15,1-1-7 0,5-4-12 0,0-2-23 16,5-2 13-16,0-4-14 0,3-4 8 0,2-1 8 16,1 0 3-16,-3-4 5 0,2-1 10 0,10-5-4 15,-16 3 10-15,-2-1 2 0,-3-1 22 0,0 2-10 16,-5-3 5-16,-6 0 14 0,-1 0 1 0,-3 1 14 15,-3-2-2-15,-3 2 14 0,-1-2-5 0,-4 2 4 16,-2 1 3-16,-3 0 7 0,-2 0 4 0,-2 2-3 16,-1 1 2-16,-1 2-1 0,-2 1 1 0,-3 1-4 15,2 4 3-15,-6 1 0 0,-2 3 6 0,4 3-8 16,-3 1 1-16,0 3-3 0,-1 1-2 0,5-1-4 16,-2 3 1-16,5 0-7 0,3 0-5 0,1-3 0 15,3 1-4-15,4 0-8 0,-1-3-6 0,5 3 1 16,2-1 3-16,4-1-2 0,-1-3-4 0,1 1-2 15,7-2-1-15,0 1 1 0,1-4 2 0,0 2-2 16,-3-4 1-16,0-4 0 0,-2 3-8 0,-1-2 13 16,-1 1-5-16,1 0 4 0,-11 1-8 0,12 0 4 15,-12 0-2-15,12 1-2 0,-6 2 0 0,-1 1 2 16,0 6-5-16,2 4 12 0,-6 4-2 0,1 6 1 16,-2 4-2-16,-4 2 2 0,1 0-2 0,-2 1 7 15,-2 0-4-15,4 0 2 0,-1-3 4 0,1 1-5 16,1-2 3-16,-2-1 1 0,1-7 1 0,1-1-8 15,1-1 5-15,-1-4-2 0,1-2 2 0,1-1-3 16,-1-1 1-16,2-3 3 0,-1-6 3 0,0 0-2 16,-1 11 8-16,1-11 0 0,0 0 2 0,0 0-6 15,0 0 3-15,0 0 2 0,15-17 1 0,-9 6 0 16,1-4 5-16,2-2-1 0,-1-1-1 0,4-8-2 16,-3-1 4-16,3-2-5 0,-1 3 3 0,-2-3-6 15,1-1 1-15,3-3 0 0,-1 2 0 0,0-3-3 16,-1 2 4-16,0-1 1 0,3 4-4 0,-2-2 2 15,-2 3 1-15,0 0-7 0,-2 12 12 0,0-3 9 16,-3 4-2-16,1 1 1 0,-1 4-1 0,-2 3-2 16,-1 1-2-16,1 0-8 0,-3 6-1 0,0 0-2 15,6-1 4-15,-6 1-1 0,0 0-7 0,5 17-1 16,-1-8 1-16,-3 1 0 0,2-1 0 0,-2 4-1 16,2 4 0-16,-1 2 1 0,3-3-2 0,-1 2-1 15,3-3 3-15,-1-3 1 0,0 2 0 0,1-3-1 16,1-1-2-16,2-2 0 0,0-1 1 0,0-2 1 15,4-3-1-15,-2 1 5 0,2-3-3 0,-3 0-4 16,1-1 2-16,6-6-3 0,-4-2 4 0,-2 5 0 16,-3-4 1-16,-1-1-3 0,4-4 2 0,-6 3-1 15,0-1 1-15,-2 0-3 0,3-5 1 0,-6 4 2 16,3-4-1-16,-4 4-1 0,0 3 2 0,1 0-3 16,-1 0 5-16,0 9-1 0,0-12 0 0,0 12-3 15,0 0-2-15,-1-10-3 0,1 10 4 0,0 0-3 16,0 0 3-16,0 0-5 0,-4 35 6 0,1-19-3 15,3 0 1-15,0 1 0 0,2 0 0 0,3-2 0 16,-2-3 3-16,1 0-1 0,4-2 2 0,0 0-1 16,1-1 1-16,1-2-6 0,0-3 6 0,4-1-5 15,4-3-1-15,-1 0-2 0,1-3 0 0,-2-1-1 16,2-3 2-16,-3-2-3 0,2-1 3 0,-8 1 1 16,1-1-1-16,-2 1-2 0,-1-3 4 0,1-1-1 15,-3 3 1-15,-1-3-1 0,0-2 1 0,-3 4 0 16,-1-2-3-16,2 1 5 0,-2 6-4 0,-2-5 14 15,2 11-5-15,-1-12-1 0,1 12 0 0,0-7-4 16,0 7-2-16,0 0-4 0,0 0 8 0,0 0-3 16,0 0 0-16,-1 28 3 0,-2-16-1 0,3 6-1 15,0 1-1-15,0-1 1 0,3 3-2 0,1-5-19 16,1 0-12-16,-2 2-23 0,4-3-31 0,-2-3-25 16,1-4-47-16,2 3-34 0,-3-1-157 0,2-1-377 15,-2-5 167-15</inkml:trace>
  <inkml:trace contextRef="#ctx0" brushRef="#br0" timeOffset="-137533.55">7423 13367 2 0,'-3'-5'158'0,"3"5"-26"0,-4-11-36 0,4 11-34 16,0 0-9-16,0 0-22 0,0 0-24 0,0 0-37 15,11 26-56-15,-3-12-92 0,-1 0 41 0</inkml:trace>
  <inkml:trace contextRef="#ctx0" brushRef="#br0" timeOffset="-137249.52">7714 13591 76 0,'5'4'128'0,"-2"1"-6"0,1 0 2 0,1 3 8 0,2 0-2 16,-2-2-1-16,1 4 7 0,1 0-4 0,2 3-8 15,-3 2-12-15,3 0-5 0,-1-2-8 0,-1 2-10 16,0 1-2-16,3-3-7 0,-2 1-6 0,-2-3-8 16,3 2-4-16,-1-5-6 0,-2 0-9 0,0-1-1 15,-2-1-1-15,0-1 1 0,-1-1 2 0,-3-4 7 16,7 7 10-16,-4-3 9 0,-3-4 1 0,0 0-1 16,0 0-12-16,13-9-3 0,-9 2-7 0,-1 0-3 15,2-5-3-15,-1 2-4 0,3-6-4 0,-1-1 2 16,-1-2-12-16,4-3-2 0,0-1-7 0,-4 4-18 15,3-6-20-15,-2 0-22 0,2 7-20 16,-4 2-20-16,0 6-29 0,-1-1-32 0,1 1-26 0,0 4-26 16,0 1-21-16,1 1-131 0,-5 4-373 0,0 0 165 15</inkml:trace>
  <inkml:trace contextRef="#ctx0" brushRef="#br0" timeOffset="-136511.05">8278 13544 185 0,'0'0'201'0,"-12"-9"0"0,12 9-10 0,-12 0-5 16,12 0-4-16,-19 4-9 0,10 0-6 0,-1 2-17 15,-3 0-12-15,2 7-14 0,-1-2-11 0,1 3-10 16,-1 1-10-16,2 0-14 0,1 2-2 16,2-7-11-16,2 6-8 0,3-3-5 0,0-2-5 0,4 0-4 15,-1-1-7-15,2 1 2 0,0-5-8 0,1 0 8 16,4-1-13-16,0-1-6 0,-2-3 0 0,-6-1-1 15,13 1-2-15,-13-1-3 0,12-4 1 0,-5 0-2 16,-3-1-1-16,1-1-5 0,-2 0 2 16,0-3 0-16,1 1 5 0,-3-1-9 0,1-1 0 0,-2-1-2 15,-2 3 7-15,2 8-7 0,-3-14 1 0,3 9-1 16,0 5-1-16,-2-10-3 0,2 10-3 0,0 0 8 16,0 0-12-16,0 0 1 0,0 0-1 0,0 0 2 15,0 0 1-15,0 0 0 0,5 30 1 16,-2-16 1-16,-1-2 1 0,4 3-1 0,-3 0 2 15,3-3 0-15,0-1 1 0,3 3 2 0,1-4-2 0,-1 0 0 16,2-3 3-16,0-2-2 0,-1-1 0 0,4-1 2 16,-4-4-3-16,4-1 3 0,-1-1-1 0,-1-2-2 15,2-3 1-15,-4-2 2 0,3-2-4 16,-2-2-1-16,0-1 5 0,-1-2-5 0,-3 1 5 16,-2-2-3-16,1-6 0 0,-3 0-4 0,0-3 6 0,-3 0-2 15,1-1-1-15,-2 0 2 0,0-2 0 0,-1-2-1 16,1 2 0-16,-1 1-1 0,-2 2 2 0,1 2 5 15,2 8 7-15,0 5-3 0,1 0 1 0,-2 5-4 16,1 0-1-16,1 7-3 0,0 0-1 0,0 0-1 16,0 0 0-16,0 0 1 0,10 27-1 15,-3-2 0-15,-5 4 0 0,5 3-4 0,-4-3 3 0,3 4-1 16,-1-1 2-16,1 0 2 0,-1-2-3 0,3 0 0 16,0-2 4-16,1-2-5 0,1-2 4 0,0-2-2 15,-1-5 1-15,1-2 0 0,2 0-1 16,-5-5-2-16,6-3 3 0,-3 0 2 0,4 1 0 15,-1-2-2-15,0-2 3 0,1-3-3 0,-3-1 1 16,1-3 0-16,6-1-3 0,-4-5-1 0,1 0-1 0,-1-2-1 16,0-2-2-16,-3-1 2 0,0-2 8 15,-3-1-7-15,-2-1-3 0,-3 0 0 0,-1-1-1 16,-2-1-2-16,0 5 6 0,-1 3 8 0,0-1 3 0,-3 4 3 16,1-1 1-16,-1 5-3 0,4 5 3 15,-11-6-5-15,3 7-4 0,8-1 0 0,-19 7 1 0,5 4 0 16,1 2-3-16,-1 2-2 0,4 3-27 0,-4 4-28 15,5-4-38-15,4 1-36 0,2-2-41 0,6 0-24 16,2 0-39-16,4-3-139 0,1 1-402 16,3-4 179-16</inkml:trace>
  <inkml:trace contextRef="#ctx0" brushRef="#br0" timeOffset="-136320.52">8902 13734 34 0,'3'-8'177'0,"-2"0"-13"0,2-5-9 0,-3-3 2 16,2 2 3-16,1-3-5 0,0-1-3 0,1 2 4 15,3-1-6-15,-2 5-1 0,3-2-7 0,-1 2-8 16,-1 3-14-16,3-1-11 0,-1 4-13 0,1 1-9 16,1 1-11-16,1 4-5 0,0 1-9 0,0 3-9 0,0 3-3 15,-1 0-5-15,-2 2-6 0,-1 1-19 0,1 6-17 16,0-1-36-16,-5 0-31 0,0 0-41 16,-2-2-28-16,2-1-33 0,-4 0-45 0,1-1-123 0,0-11-363 15,0 0 161-15</inkml:trace>
  <inkml:trace contextRef="#ctx0" brushRef="#br0" timeOffset="-136103.75">9222 13329 217 0,'-2'-12'249'0,"1"2"1"0,1 10-16 0,-2-16-24 15,2 16-21-15,0 0-21 0,1-4-13 0,-1 4-3 0,0 0-8 16,5 35-10-16,-1-9-9 0,-2 2-10 15,-1 1-11-15,-2 3-11 0,0-1-8 0,2 1-10 16,0-1-7-16,1 2-6 0,-4-2-7 0,4-2-28 16,0-10-27-16,2 7-18 0,-1 0-30 0,-2-8-44 15,2-3-38-15,-2-4-40 0,0 0-41 0,1-2-163 16,-2-9-405-16,0 0 179 0</inkml:trace>
  <inkml:trace contextRef="#ctx0" brushRef="#br0" timeOffset="-135942.05">9121 13501 29 0,'-3'-9'190'0,"3"9"-18"0,-3-9-16 0,3 9-19 16,0 0-9-16,0 0-16 0,20-8-12 0,-9 5-23 16,3 0-25-16,4 2-47 0,4-1-40 0,-3 0-49 15,3 1-90-15,6 0-187 0,0 0 83 0</inkml:trace>
  <inkml:trace contextRef="#ctx0" brushRef="#br0" timeOffset="-135353.65">9997 13519 199 0,'-11'-3'207'0,"-1"-1"-10"0,2 4-12 16,-5 2-17-16,3 2-9 0,-4 4-18 0,1 3-8 16,3 5-9-16,0 0-11 0,0 8-12 0,3-2-7 15,5-1-7-15,2 5-9 0,1-2-7 0,6 1-7 16,-1-6-6-16,9 2-2 0,0 1-11 0,2-6 1 0,0-4-7 16,11 1-3-16,1-1-13 0,3-8-19 15,1-3-19-15,2 1-38 0,-1-1-15 0,-1-4-25 16,-2-2-18-16,-2-2-8 0,0-1-3 0,-10-1 10 15,-3 0 11-15,-2-2 9 0,-2 2 11 0,0-5 3 0,-5 4 10 16,0-7 9-16,-1 0 12 0,-3 0 8 16,0-1 12-16,-2 0 7 0,0-1 17 0,-2-1 18 15,-2-7 7-15,0 2 6 0,1 1 12 0,-1-2 13 16,1 6 6-16,2 1 17 0,-2 3 23 0,1 4 10 16,2-1 4-16,-2 5 0 0,3 2-10 0,0 6-14 0,-1-9-13 15,1 9-6-15,0 0 6 0,0 0 13 0,0 0 1 16,12 29 2-16,-7-8-3 0,-1 4-5 15,1 6-5-15,0-1-9 0,-3 2-6 0,1 4-6 16,2-5-2-16,-2 3-8 0,-1 0-15 0,1-2-28 16,-1-3-34-16,2-2-27 0,0-2-24 0,-3-7-30 0,2-1-36 15,-1-4-37-15,1-2-39 0,-1-2-160 16,0-2-415-16,-1-1 184 0</inkml:trace>
  <inkml:trace contextRef="#ctx0" brushRef="#br0" timeOffset="-135099.65">10474 13598 168 0,'1'-9'235'0,"1"1"-14"0,-2 8-18 0,0-10-14 15,0 10-16-15,-8-5-17 0,8 5-14 0,-17 3-13 0,2 3-12 16,-3 4-9-16,-6 5-10 0,-2-1-11 0,2 2-7 16,1 2-9-16,1-3-7 0,7-1-8 0,-2-2-5 15,6 0-6-15,2-2-6 0,2-3-5 0,1-2-3 16,1 4 0-16,1-4-4 0,2 1-5 15,2-6 2-15,2 13-7 0,2-7 2 0,1 4-5 0,5-2 0 16,0 1 1-16,3 0-3 0,3 2-1 0,0 1-2 16,2 0 0-16,2-2-11 0,4 1-34 15,0 1-33-15,-4-5-46 0,7 1-49 0,-8-3-36 16,3 0-157-16,-2-2-385 0,0-3 172 0</inkml:trace>
  <inkml:trace contextRef="#ctx0" brushRef="#br0" timeOffset="-134885.42">10736 13581 89 0,'1'-12'248'15,"2"0"0"-15,-1 2-4 0,0 2-19 0,-1 2-25 16,-1 6-18-16,4-6-20 0,-4 6-9 0,0 0 6 16,9 12-9-16,-5-1-7 0,1 5-6 0,0 9-14 15,-1-1-12-15,-4 4-13 0,1-3-8 0,-2 2-8 16,1 1-8-16,0 0-11 0,-2-4-22 0,2-5-29 15,0 6-36-15,0-8-27 0,-1-1-33 0,-2 1-41 16,5-4-46-16,-5-2-40 0,-1-2-184 0,-1 0-428 16,0-5 190-16</inkml:trace>
  <inkml:trace contextRef="#ctx0" brushRef="#br0" timeOffset="-134735.56">10649 13743 111 0,'0'0'177'0,"-1"-7"-13"0,1 7-20 16,0 0-14-16,7-8-9 0,0 5-12 0,6 0-31 16,3 1-38-16,5-3-45 0,2 1-55 0,1 0-109 15,-4-2-181-15,0 4 80 0</inkml:trace>
  <inkml:trace contextRef="#ctx0" brushRef="#br0" timeOffset="-134091.41">11338 13666 16 0,'0'0'246'15,"3"-8"-11"-15,-3 8-17 0,0 0-14 0,0 0-20 16,0 0-10-16,0 0-8 0,0 0-16 0,0 0-6 16,-20 15-12-16,14-6-10 0,1 3-6 0,-2 1-16 15,4-2-5-15,0 7-10 0,0-5-6 0,5-1-10 16,-1 3-5-16,3-2-5 0,0-2-6 0,2 0-5 16,2-3-6-16,1 3 0 0,2-5-5 0,1 1-4 15,-1-3-1-15,2-1-5 0,0-3-1 0,0-1 0 16,-1-3-7-16,1 0-2 0,-2-1-3 0,-2-1-7 15,-2-7-8-15,-1 3-4 0,1-6 2 0,-6 1-7 16,-1-2-3-16,-1-1-5 0,-4 2-1 0,-2-4 3 16,-2 2 2-16,-2 2 1 0,3-2 1 0,-5 2-1 15,2 2 4-15,1 2 1 0,2 3 4 0,0 1 0 16,2 2-1-16,0 1 7 0,3 1-13 0,3 4 0 16,-7-3 4-16,7 3-1 0,0 0 1 0,0 0 2 15,0 0-2-15,0 0-1 0,21 17 2 0,-10-14-3 16,6 2 2-16,1-1 2 0,1-4-3 0,3 0 1 15,7 0 1-15,-8-1 0 0,-2-5 3 0,-1 2-2 16,1-2 5-16,-8 1-3 0,2-2 4 0,-3 0-3 16,1-2 1-16,-5 2 3 0,-1-2-2 0,0-1 3 15,-1-2-5-15,-4 1 10 0,0-1-3 0,-2 0 1 16,0 0-1-16,0 1 1 0,-2 3 3 0,2-3 7 16,0 3 5-16,2 8 7 0,-2-9-8 0,2 9-4 15,0 0-1-15,0 0-1 0,0 0-4 0,0 0 7 16,0 30 2-16,2-3 2 0,-2 2 6 0,2 4-3 15,-2 1-3-15,2 11 1 0,2-9 0 0,2 10 0 16,-6 0 4-16,4-11-7 0,-3-3-2 0,5 0-3 16,-8 1 3-16,2 0-3 0,2-2-7 0,0 0-19 15,-2-1-27-15,0-5-26 0,-4 0-36 0,2-6-42 16,0-1-43-16,-1-1-44 0,-5-2-187 0,0-6-452 16,2 0 200-16</inkml:trace>
  <inkml:trace contextRef="#ctx0" brushRef="#br0" timeOffset="-133934.59">11573 13911 2164 0,'-1'-17'29'0,"2"5"1"0,-1-1-8 15,0 4-8-15,0 2 7 0,1 1-9 16,-1 6 4-16,0-11-4 0,0 11-3 0,4-13 2 16,1 7-3-16,4 0-6 0,3 2-28 0,1-2-40 15,7-2-50-15,8 0-53 0,-1 0-161 0,1 0-356 16,4 1 159-16</inkml:trace>
  <inkml:trace contextRef="#ctx0" brushRef="#br0" timeOffset="-133210.29">12417 13624 25 0,'-7'-7'222'0,"-2"1"-12"15,-3 2-7-15,-1 1-11 0,-5 1-8 0,-1 5-13 16,-2 0-13-16,-6 6-11 0,2 3-13 0,3 2-13 15,2 3-10-15,-1 0-10 0,4 1-10 0,5-4-11 16,3 3-6-16,0 0-9 0,0-2-7 0,8 0-3 16,-1 2-7-16,8-7-7 0,-2 3-2 0,5-3-2 15,2-2-1-15,3 4-7 0,1-5-1 0,4-4-2 16,3 1-3-16,-3-4-2 0,2-4 0 0,0 3-3 16,-1-4-4-16,0-3 8 0,-3-1-8 0,-1-4 1 15,-2 0-2-15,-2-1-3 0,-2-4 1 0,-3 1 4 16,0-7-4-16,-3-2-2 0,-1 1 2 0,-1-2-2 15,-2-1-1-15,-4-1-2 0,2-1 4 0,-4-2-1 16,0-1-3-16,1 1 1 0,1 0-3 0,0-1 6 16,2 1-2-16,-1 1-1 0,-1 4 3 0,1 2 24 15,0 8 2-15,2 5 5 0,0 2 1 0,-1 1-8 16,2 3-5-16,0 6-4 0,0 0-4 0,0 0-3 16,0 0 2-16,10 19-1 0,-6 6-2 0,1 4-2 15,-1 4-4-15,1 12-3 0,1-11 6 0,-4 1-2 16,3 0-4-16,2-1-3 0,-1 1 5 0,-1-3-5 15,1-1 1-15,6-2 0 0,-3-1 0 0,0-4 1 16,5-1-3-16,-1-8 9 0,-1 1-6 0,0-1 1 16,-1-3-3-16,3-3 1 0,1-1 0 0,-3-1-6 15,-3-2 1-15,4-4 3 0,-3-1-6 0,1-1-1 16,-1-4-4-16,0-2 0 0,-1-1 0 0,-4 0-1 16,1-4-5-16,-2 1 1 0,4-4-5 0,-4-1-2 15,-2-2-2-15,3-1 5 0,-3 2-1 0,0 0 2 0,-2 5-1 16,2-2 3-16,0 4 1 0,-4 1 8 0,2 2-1 15,0 7-2-15,0-10 0 0,0 10-2 0,0 0 2 16,0 0 3-16,0 0-1 0,0 0 4 16,0 0-4-16,-4 26 8 0,4-16-8 0,2 2 3 15,-2 0-10-15,0 2-23 0,2-2-23 0,3 3-34 0,-2 1-38 16,1-4-46-16,1-2-26 0,1 0-43 0,-2 1-138 16,-1-3-416-16,1-1 185 0</inkml:trace>
  <inkml:trace contextRef="#ctx0" brushRef="#br0" timeOffset="-133048.43">12649 13531 1421 0,'-10'-24'-25'0,"3"4"42"0,1 4-10 0,1 4 9 16,-1 2-2-16,1 1-19 0,2 2-13 0,1 2-21 0,2 5-10 15,-4-6-7-15,4 6-12 0,0 0-21 0,0 0-18 16,0 0-64-16,-4 28-183 0,4-16 81 0</inkml:trace>
  <inkml:trace contextRef="#ctx0" brushRef="#br0" timeOffset="-132784.36">12823 13711 16 0,'0'7'145'0,"5"2"-7"16,-3-2 7-16,0 2-9 0,-1 1-4 0,5-2-9 15,-2 0-2-15,3 0-10 0,2-1-2 0,-2-1-4 16,2-2-4-16,2-1-5 0,1-3-9 0,7-2-2 15,-1-1-7-15,1 0 0 0,-2-5-6 0,0 0-4 16,-2-1 2-16,1-4-3 0,-5 1 1 0,0 0 6 16,-4 2-6-16,-2-2-5 0,-3 1-5 15,0-6-6-15,-6 2-4 0,-1 0-1 0,-4 0-10 16,0 2-3-16,-2 1-6 0,1 3-3 0,-1 1-2 0,0 1-3 16,-5 1-6-16,5 1-8 0,-3 2-9 0,3 3-23 15,-1 0-21-15,-1 2-25 0,3 2-22 0,1 0-25 16,1 2-27-16,4-2-27 0,4-4-29 0,-2 12-109 15,2-6-338-15,0-6 150 0</inkml:trace>
  <inkml:trace contextRef="#ctx0" brushRef="#br0" timeOffset="-132203.53">13329 13566 22 0,'0'0'191'0,"-7"-13"4"15,7 13-5-15,-12-6-3 0,4 6-5 0,-3-2-4 16,-1 2-3-16,1 2-11 0,-1-2-13 0,3 5-7 15,-4 1-6-15,-1 4-11 0,1 1-12 0,1 0-7 16,-1 1-10-16,5-1-12 0,-2 2-6 0,6 2-7 16,2-3-9-16,-1 1-4 0,6 3-6 0,-1-6-2 15,7 6-11-15,2-3 1 0,0-2-8 0,3-2-4 16,4 0 1-16,-2-2-6 0,1-3 1 0,2-3-2 16,-1-1-5-16,-3-3 2 0,-4 1-2 0,3-2-3 15,-5-2 0-15,3-2-4 0,-4-1-1 0,-3-1 2 16,5-6-5-16,-2-1 3 0,-4-1-4 0,1-1 2 15,-3-1-4-15,0-6 4 0,-2-2-3 0,-2 1 0 16,0-6-1-16,2 0-3 0,0 1 4 0,0-1 2 16,-2 0-5-16,0-1 0 0,1 4 1 0,-1 0 1 15,0 5-1-15,-3 8 11 0,3 1 10 0,1 5 10 16,-1 3-2-16,2-2-7 0,-2 4-4 0,2 6-5 16,0 0 3-16,0 0-5 0,0 0-2 0,7 26 1 15,-2 0 0-15,-5 5-6 0,4 2-1 0,-3 13 1 16,1-1 0-16,0-10-2 0,-2 0-3 0,4 1 2 15,0-6-2-15,-1 1 1 0,1-1 0 0,4-3-4 16,0 1 3-16,3-5 2 0,-3-5 0 0,7 2-1 16,3-1-2-16,-7-5 4 0,4-2-10 0,4-2-1 15,1-3-9-15,-2-1-3 0,4-3-10 0,5-5-4 16,3-1-4-16,-3-4-5 0,0-2 0 0,-10-3 0 16,2 0-4-16,-2-6 4 0,3 0-2 0,-6 4 0 15,0-8 3-15,-1-1 2 0,-6 4 3 0,-5 0 3 16,-2-2 1-16,0 3 4 0,-5 0 9 0,0 3 9 15,-3 0 12-15,-1 5 6 0,0 3 3 0,-4 1 4 16,2 4 8-16,-3 2 3 0,1 2-2 0,-2 6 5 16,3-1-6-16,3 3-2 0,3 0-2 0,0 4-3 15,2 0 2-15,4 3-8 0,2-4-10 0,6 1-32 16,6 1-33-16,0-4-38 0,11 3-54 0,2-3-40 16,0-2-49-16,0-2-172 0,-8-2-448 0,2 0 198 15</inkml:trace>
  <inkml:trace contextRef="#ctx0" brushRef="#br0" timeOffset="-131167.87">1339 14434 95 0,'-18'-4'140'0,"4"4"7"15,2 0-14-15,1-2 2 0,3 1-1 0,8 1-15 0,-13-1-10 16,13 1-13-16,-7 1-11 0,7-1-12 0,0 0-8 15,-8-4-6-15,8 4-4 0,0 0-6 0,0 0-3 16,0 0-7-16,0 0-6 0,36 0 0 16,-19 2-3-16,7-4 0 0,8 0 2 0,1 2 3 0,6-3-1 15,17 1 0-15,1-1 8 0,1 3 1 16,5-2-3-16,4 2 5 0,25-2-6 0,-2 2-3 16,0-4-6-16,-26 4 0 0,33-2 1 0,2 1-4 0,7-1-3 15,0-1 4-15,5 1-4 0,4-2-2 16,4 2 1-16,2-3-1 0,8 6 0 0,4-4-2 0,4-4 3 15,10 8 2-15,-1-4-9 0,3 3-2 16,4 0 0-16,5 0 3 0,5 2-3 0,6 2-3 16,-3-1 2-16,7 1-2 0,-1-2 4 0,11 0 6 15,-2 1-4-15,2-1 0 0,0 3 3 0,6 0 1 16,3-1-5-16,-1-2 1 0,1 1 0 0,0 1 5 0,5 0-3 16,-2 2 0-16,-1 1-2 0,5 1 8 15,1 3-5-15,0-7 2 0,1 4-2 0,-4 1 3 16,5-2-4-16,-2 1-4 0,2 2-1 0,-7-1 4 15,2-1 2-15,-2 2-2 0,0-1-3 0,0 0-2 16,-6 6 6-16,3-7-4 0,-5 5 0 0,3-4 4 16,-7-1-1-16,1-2 1 0,-3 1-6 0,-1-3-1 15,-6-1-1-15,-10 2 9 0,3-2-6 0,-2 2 4 16,-6 1 1-16,-9-3-3 0,-9 0-1 0,-7 1 3 16,-11 2 2-16,-7-2-8 0,-5 0-5 0,-10 5-2 15,-33-3-22-15,-7 1-26 0,-4 0-35 0,-5 1-50 16,-18-2-63-16,-1 1-64 0,-14-1-182 0,-2-1-473 15,-5-2 210-15</inkml:trace>
  <inkml:trace contextRef="#ctx0" brushRef="#br0" timeOffset="-108042.91">25185 8329 18 0,'0'0'17'0,"0"0"1"16,0 0-4-16,-4-6-2 0,4 6-5 0,0 0 3 15,0 0-1-15,0 0-6 0,0 0 2 0,0 0-3 16,0 0 4-16,0 0-6 0,0 0 6 0,-13 8-3 16,13-8-1-16,0 0 1 0,0 0 2 0,0 0 2 15,0 0 1-15,-5 4 1 0,5-4 4 0,0 0 0 16,0 0-6-16,0 0 3 0,0 0 1 0,0 0 2 15,0 0 2-15,0 0-3 0,0 0 5 0,0 0-2 16,0 0 1-16,0 0 1 0,0 0-3 0,0 0 3 16,0 0-2-16,0 0-2 0,0 0-5 0,0 0 2 0,0 0 9 15,0 0-9-15,0 0-3 0,0 0 11 16,0 0-2-16,0 0 0 0,0 0-2 0,0 0 2 16,0 0-2-16,0 0 1 0,0 0-6 0,0 0 8 15,0 0 1-15,0 0 0 0,0 0 0 0,0 0-1 16,0 0 2-16,0 0-1 0,0 0-11 0,0 0-1 15,0 0 6-15,0 0-1 0,0 0-3 0,0 0-1 16,0 0 4-16,0 0 0 0,0 0-4 0,0 0-2 16,0 0 0-16,0 0 0 0,0 0-16 0,0 0 17 0,0 0 2 15,0 0-2-15,0 0-1 0,0 0-1 0,0 0-6 16,0 0 8-16,0 0-1 0,0 0-1 0,0 0 1 16,0 0 1-16,0 0-4 0,0 0 1 15,0 0 2-15,0 0-6 0,19-10 3 0,-19 10 10 0,0 0-6 16,0 0-9-16,0 0 2 0,0 0 1 0,4-6 0 15,-4 6 2-15,0 0-6 0,8-4 6 0,-8 4-2 16,0 0 2-16,0 0-6 0,0 0 9 16,4-5-5-16,-4 5 4 0,0 0 2 0,0 0-2 0,0 0 0 15,2-6 3-15,-2 6-5 0,0 0 3 0,0 0-11 16,0 0 6-16,3-8 4 0,-3 8 1 0,0 0-6 16,4-6 1-16,-4 6-8 0,5-4-2 0,-5 4 7 15,0 0-2-15,2-13 2 0,-2 13 1 0,3-8 0 16,-1 4-1-16,-2 4-7 0,5-8 2 0,-3 2 0 15,0 0-3-15,-2 6 5 0,5-12-15 0,-1 7 1 16,1-1-3-16,-1 0 14 0,-3 0-2 0,2 0-3 16,-3 6 0-16,5-10-3 0,-3 3 11 0,0 2-11 15,-2 5 3-15,3-14-3 0,-2 10 6 0,1-2-4 16,-2 6 2-16,3-9 4 0,-3 9 0 0,5-10 1 16,-4 4 3-16,-1 6 0 0,1-9-3 0,-1 9-2 15,3-7 3-15,-3 7-4 0,4-9 4 0,-4 9 1 16,4-9-2-16,-4 3-3 0,0 6 9 0,4-10-2 15,-4 10-5-15,3-12 5 0,-1 8 1 0,-2 4-1 16,2-9-1-16,0 3 1 0,-2 6 2 0,5-9-1 16,-2 5 3-16,-3 4-2 0,0-10 12 0,0 10-2 0,4-7 0 15,-4 7-3-15,2-7 3 0,-2 7-3 16,1-8 3-16,-1 8-2 0,2-10 3 0,-2 10-1 16,2-6-4-16,-2 6 2 0,2-8-3 0,-2 8 4 15,2-8-5-15,-2 8 7 0,5-8 0 0,-4 1-3 16,-1 7 1-16,4-10 1 0,-2 3-10 0,-2 7 8 15,5-10 8-15,-2 5-8 0,0 0 7 0,-3 5-3 16,4-10 1-16,-4 10-1 0,3-7 5 0,-3 7 0 16,4-9 8-16,-4 9-10 0,4-7-2 0,-4 7 3 0,3-9 2 15,-3 9 1-15,1-8-1 0,-1 8 4 16,3-8-6-16,-3 8 2 0,2-6-5 0,-2 6-1 0,0 0 5 16,5-9-7-16,-5 9-3 0,0-6 10 15,0 6 7-15,0 0-17 0,3-9 4 0,-3 9-2 16,2-8 1-16,-2 8 6 0,0 0 3 0,1-10-14 0,-1 10 4 15,2-7 5-15,-2 7 3 0,0 0 6 0,0 0-7 16,0 0-1-16,-2-9 1 0,2 9 11 16,0 0-10-16,2-7-2 0,-2 7 6 0,0 0-1 0,0 0 0 15,0 0-4-15,1-9 1 0,-1 9 5 0,0 0-3 16,0 0 2-16,0 0-4 0,2-8-3 0,-2 8 7 16,0 0-1-16,0 0-2 0,0 0 1 0,0 0 0 15,0 0 10-15,0 0-10 0,0 0 7 0,-2-12 3 16,2 12-6-16,0 0-2 0,0 0 0 0,0 0-7 15,0 0 6-15,-1-8-6 0,1 8 3 0,0 0-2 16,0 0-1-16,0 0 1 0,-2-8-9 0,2 8 8 16,0 0-5-16,0 0 1 0,0 0-7 0,0 0 10 15,0 0-2-15,0 0-3 0,0 0-2 0,0 0-7 16,2-8 7-16,-2 8-2 0,0 0 2 0,0 0-6 16,0 0-9-16,0 0 8 0,0 0-24 0,0 0-9 15,0 0-9-15,0 0-11 0,0 0-24 0,0 0-2 16,0 0-16-16,0 0-3 0,0 0-92 0,0 0-208 15,0 0 93-15</inkml:trace>
  <inkml:trace contextRef="#ctx0" brushRef="#br0" timeOffset="-107296.29">25462 7727 29 0,'0'0'83'0,"-2"-9"-12"0,2 9-8 15,0 0-4-15,0 0 1 0,-2-9 2 0,2 9-11 16,0 0 8-16,-2-9-9 0,2 9 4 16,0 0 2-16,0 0-7 0,0 0 3 0,-4-8-3 0,4 8-15 15,0 0 8-15,0 0-11 0,0 0 5 0,-4-8-7 16,4 8 7-16,0 0-6 0,0 0-6 0,0 0-3 16,0-7-5-16,0 7-11 0,0 0 9 15,0 0 0-15,-4-10 3 0,4 10-6 0,0 0 1 0,-3-8 7 16,3 8 1-16,0 0-11 0,0-10 6 0,0 10 1 15,-2-7-2-15,2 7 7 0,-2-7 8 0,2 7 4 16,0 0-13-16,0 0 8 0,-3-11-2 0,3 11-11 16,0 0 6-16,0 0-1 0,-1-9 3 0,1 9 3 15,0 0-3-15,0 0-9 0,0 0 8 0,1-10-5 16,-1 10 0-16,0 0-3 0,-3-6 5 0,3 6 1 16,0 0-2-16,0 0 1 0,0 0-3 0,-3-7 9 15,3 7-5-15,0 0 0 0,0 0 0 0,0 0 4 16,0 0-7-16,-2-9 7 0,2 9 1 0,0 0 3 15,0 0-3-15,0 0 1 0,-2-7 0 0,2 7 0 16,0 0-2-16,0 0-2 0,0 0 4 0,0 0-10 0,0 0 3 16,4-12 2-16,-4 12-6 0,0 0 2 15,0 0-1-15,0 0 1 0,0 0 3 0,-4-7 2 16,4 7-2-16,0 0-1 0,0 0-3 0,0 0 5 16,0 0-2-16,-4-8-2 0,4 8-1 0,0 0-1 0,0 0 0 15,0 0-1-15,0 0-5 0,0 0 4 16,0 0-3-16,0 0 0 0,0 0-3 0,0 0 1 15,0 0-3-15,0 0 1 0,0 0-3 0,0 0 2 16,0 0-1-16,0 0-1 0,0 0-2 0,0 0 3 0,0 0-2 16,0 0-2-16,0 0-5 0,0 0-5 15,0 0-9-15,0 0-2 0,0 0-6 0,0 0-10 16,0 0-7-16,0 0-13 0,0 0-3 0,0 0-21 16,0 0-8-16,0 0-8 0,0 0-5 0,0 0-11 0,0 0 9 15,0 0 1-15,0 0-7 0,0 0-5 0,0 0-10 16,0 0-85-16,0 0-227 0,0 0 101 0</inkml:trace>
  <inkml:trace contextRef="#ctx0" brushRef="#br0" timeOffset="-106773.04">25479 7572 24 0,'0'0'83'0,"0"0"4"0,0 0-15 15,0 0-3-15,0-8-5 0,0 8 3 0,0 0-10 16,0 0-9-16,0 0 1 0,2-7-3 0,-2 7 1 16,0 0-10-16,0 0-6 0,0 0 11 0,0 0-10 15,0 0 5-15,0 0-2 0,0 0-6 0,0-10 7 16,0 10-4-16,0 0 4 0,0 0-4 0,0 0 5 16,0 0-1-16,0 0 4 0,-2-9 4 0,2 9-12 15,0 0 7-15,0 0-5 0,0 0-12 0,0 0 2 16,0 0-5-16,0 0-1 0,0 0-8 0,0 0 5 15,0 0 4-15,0 0-5 0,0-10 0 0,0 10 0 16,0 0 2-16,0 0-7 0,0 0-2 0,0 0 3 16,-2-9 2-16,2 9-2 0,0 0-3 0,0 0 4 0,0 0 3 15,0 0-1-15,0 0-7 0,0 0 6 16,0 0-1-16,0-9-5 0,0 9 3 0,0 0 1 0,0 0-16 16,0 0 12-16,0 0 13 0,0 0-11 0,0 0 4 15,0 0-5-15,0 0 3 0,0 0-6 16,0 0 3-16,0 0-1 0,-2-7 0 0,2 7 3 15,0 0 6-15,0 0-11 0,0 0 5 0,0 0-1 0,0 0-5 16,0 0 4-16,0 0-1 0,0 0-1 0,0 0 2 16,0 0 2-16,0 0 1 0,0 0-6 15,0 0 6-15,0 0-6 0,0 0-1 0,0 0 6 0,0 0-2 16,0 0 1-16,0 0-6 0,0 0 6 0,0 0-1 16,0 0-3-16,0 0-2 0,0 0-1 0,0 0 3 15,0 0-4-15,0 0-8 0,0 0-3 0,0 0-8 16,0 0-20-16,0 0-10 0,0 0-15 0,0 0-15 15,0 0-21-15,0 0-14 0,0 0-16 0,0 0-90 16,0 0-238-16,0 0 105 0</inkml:trace>
  <inkml:trace contextRef="#ctx0" brushRef="#br0" timeOffset="-103735.39">25521 7588 25 0,'0'0'59'0,"0"0"-8"0,0 0-8 15,0 0-8-15,0 0 6 0,0 0-6 0,0 0 9 16,0 0-8-16,0 0 0 0,0 0 1 0,0 0 2 16,0 0-10-16,4-23-1 0,-4 23-3 0,0 0 1 15,0 0-3-15,0 0-1 0,0 0 0 0,0 0-2 0,0 0-3 16,0 0-10-16,0 0-5 0,0 0-5 16,0 0 8-16,0 0-1 0,0 0-6 0,0 0 2 15,0 0-5-15,-3-6 9 0,3 6-3 0,0 0-6 16,0 0 2-16,0 0-1 0,0 0 8 0,0 0-2 0,0 0 7 15,0 0-5-15,0 0 9 0,0 0-5 0,0 0 9 16,0 0-7-16,0 0 1 0,-6-4 4 16,6 4-1-16,0 0-5 0,0 0 6 0,0 0-13 15,0 0 15-15,0 0-9 0,-5-6 4 0,5 6 4 0,0 0-6 16,0 0 0-16,0 0-4 0,0 0 7 0,0 0 3 16,0 0-5-16,0 0 1 0,0 0 4 0,0 0 4 15,0 0 2-15,0 0-11 0,0 0 15 0,0 0-7 16,0 0 13-16,0 0-4 0,0 0 11 0,0 0-14 15,0 0 7-15,0 0 3 0,-3-7-10 16,3 7 1-16,0 0 4 0,0 0-6 0,0 0 1 0,0 0-2 16,0 0-1-16,0 0 4 0,0 0-6 0,0 0-1 15,0 0-5-15,0 0 0 0,0 0 0 0,0 0 2 16,-2-9-6-16,2 9 7 0,0 0-4 0,0 0-1 16,0 0-4-16,0 0 8 0,0-9 0 0,0 9 6 15,0 0-2-15,0 0 6 0,0 0 0 0,0 0 0 16,0 0-14-16,0 0 14 0,0 0 1 0,0 0-3 15,0 0 4-15,-2-8-7 0,2 8 2 0,0 0-1 16,0 0 5-16,0 0 0 0,0 0-6 0,0 0 3 16,0 0 0-16,0 0-4 0,0 0-4 0,0 0 2 15,3-10 0-15,-3 10 1 0,0 0-2 0,0 0-2 16,0 0-2-16,0 0-1 0,0-10 4 0,0 10 2 16,0 0-4-16,0 0 5 0,0 0-5 0,0 0 5 15,0-8 0-15,0 8-3 0,0 0-2 0,0 0 1 16,0 0-7-16,3-6 6 0,-3 6-2 0,0 0 0 15,0 0-2-15,0 0 4 0,0 0 0 0,1-8-4 16,-1 8 2-16,0 0-1 0,0 0-2 0,2-7 1 0,-2 7-1 16,0 0 4-16,0 0-3 0,0 0 3 15,0 0-6-15,0 0 4 0,0 0-4 0,0 0 3 16,0 0-3-16,0 0 3 0,0 0 0 0,0-10-1 16,0 10-4-16,0 0 3 0,0 0-5 0,0 0 3 0,0 0 1 15,0-7-1-15,0 7-3 0,0 0 0 0,0 0 2 16,0 0-3-16,0 0-1 0,0 0 3 0,0 0-3 15,0 0 2-15,0 0-2 0,0-8 0 0,0 8 3 16,0 0 0-16,0 0-2 0,0 0-2 0,0 0-1 16,0 0 7-16,0 0-6 0,-2-9 4 0,2 9-2 15,0 0 4-15,0 0-4 0,0 0 1 0,0 0 1 16,0 0 0-16,0 0 0 0,0-10 0 0,0 10 1 16,0 0 2-16,0 0 1 0,0 0 0 0,0 0 0 15,0 0 4-15,0 0-3 0,2-8 2 0,-2 8-5 16,0 0 7-16,0 0-4 0,0 0-3 0,0 0 3 15,0 0-1-15,0 0 0 0,0 0 4 0,0-8-3 16,0 8-2-16,0 0 2 0,0 0-3 0,0 0 1 16,0 0-6-16,0 0 2 0,5-10 5 0,-5 10-4 15,0 0 1-15,0 0 3 0,0 0 2 0,0 0-3 16,-5-10 2-16,5 10 1 0,0 0-1 0,0 0-2 16,0 0 3-16,0 0-3 0,0-7 0 0,0 7-1 15,0 0-1-15,0 0 2 0,0 0 0 0,0 0 0 16,-2-10 1-16,2 10 1 0,0 0-2 0,0 0-1 15,0 0 1-15,0 0 0 0,0 0 0 0,0 0 0 16,0 0 0-16,0 0-1 0,0 0 1 0,0 0 2 16,-1-9-1-16,1 9-1 0,0 0-5 0,0 0-1 15,0 0 2-15,0 0 3 0,0 0-3 0,0 0-1 16,-2-7 0-16,2 7 2 0,0 0 0 0,0 0 1 16,0 0-1-16,3-7 5 0,-3 7-5 0,0 0-1 15,0 0 5-15,0 0-8 0,2-9 6 0,-2 9-6 16,0 0 3-16,0 0 1 0,0-9 3 0,0 9-4 15,0 0 0-15,0 0 3 0,0 0 1 0,-3-8 0 16,3 8 4-16,0 0-4 0,0 0 0 0,0-10 1 0,0 10 0 16,0 0-2-16,3-8 5 0,-3 8 0 0,0 0 0 15,0 0 4-15,0-8-9 0,0 8 6 16,0 0-2-16,0-9 11 0,0 9-15 0,0 0 2 16,0-9-3-16,0 9 5 0,0 0-2 0,0 0 0 0,3-10 0 15,-3 10-1-15,0 0 1 0,0 0-2 0,2-10 1 16,-2 10-2-16,0 0-1 0,0-7-1 0,0 7-1 15,0 0 1-15,0-9 2 0,0 9-2 0,0 0 5 16,0 0-6-16,0-9 4 0,0 9 1 0,0 0-4 16,0-8 1-16,0 8-3 0,0 0-1 15,3-7 5-15,-3 7-3 0,0 0 2 0,0 0-4 0,0 0 4 16,-1-11 2-16,1 11-2 0,0 0 2 0,1-7-1 16,-1 7 0-16,0 0 2 0,0 0-4 0,0 0 3 15,0 0 1-15,0 0-6 0,0 0-1 0,1-9 5 16,-1 9-5-16,0 0 3 0,0 0 0 15,0 0 2-15,0 0-3 0,0 0 3 0,0 0-1 0,0-9 3 16,0 9-3-16,0 0-2 0,0 0 3 0,0 0-2 16,1-7 3-16,-1 7-4 0,0 0-2 0,0 0 10 15,0 0-4-15,0 0 1 0,0 0-2 0,0-13 1 16,0 13 3-16,0 0-7 0,0 0 2 0,2-7 1 16,-2 7-1-16,0 0 9 0,2-7-10 0,-2 7-1 15,0 0 0-15,0 0-3 0,0-9 6 0,0 9-4 16,0 0-1-16,0 0 4 0,0 0-2 0,2-9 0 15,-2 9-1-15,0 0 7 0,0 0-1 0,0 0-3 16,-2-11 3-16,2 11 3 0,0 0 0 0,0 0-2 16,0 0-1-16,2-8 1 0,-2 8-4 0,0 0 17 0,0 0-13 15,0-8 1-15,0 8 2 0,0 0 1 16,0 0 5-16,2-6-4 0,-2 6 1 0,0 0-3 16,0 0 7-16,0 0 1 0,0 0-5 0,0 0-3 0,0 0 6 15,0 0-8-15,0-10-6 0,0 10 10 16,0 0-1-16,0 0-3 0,0-8 2 0,0 8 9 0,0 0-12 15,0 0-1-15,0-9 0 0,0 9-1 16,0 0-1-16,0 0 0 0,0-10 3 0,0 10-8 16,0 0 6-16,0 0-2 0,0 0-1 0,0-8-3 15,0 8 11-15,0 0-4 0,0 0 3 0,0 0-7 16,3-6 10-16,-3 6-9 0,0 0-2 0,0 0 1 16,0 0 3-16,0 0-7 0,0 0 0 0,0 0-2 0,0 0 21 15,0-8-17-15,0 8-2 0,0 0 4 0,0 0 1 16,0 0-5-16,0 0 1 0,0 0 1 0,0 0 1 15,0 0-1-15,0 0 0 0,0-10-3 16,0 10 9-16,0 0-5 0,0 0 12 0,0 0-17 0,0 0 3 16,0 0-6-16,0 0 5 0,0-9-3 0,0 9 5 15,0 0 6-15,0 0-4 0,1-7 1 0,-1 7-6 16,0 0-2-16,0 0 3 0,0 0 3 0,-1-10-2 16,1 10 2-16,0 0 4 0,0 0 1 0,1-11 0 15,-1 11-3-15,0 0 1 0,0 0 7 0,0-7-6 16,0 7 2-16,0 0-1 0,0 0-2 0,0 0 6 15,0 0-3-15,0-9 2 0,0 9-1 0,0 0 9 16,0 0-15-16,0 0 2 0,0 0-3 0,1-7-6 16,-1 7 9-16,0 0-3 0,0 0-6 0,0 0 5 15,0 0-1-15,0 0 4 0,0 0 0 0,0 0 0 16,-2-11 1-16,2 11 7 0,0 0-12 0,4-6 8 16,-4 6-11-16,0 0 7 0,0 0-4 0,-2-9 6 15,2 9-7-15,0 0 11 0,0-9-9 0,0 9 3 16,0 0-6-16,0 0 9 0,0-10-7 0,0 10 6 15,0 0-7-15,0 0 4 0,0 0-5 0,-1-8 3 16,1 8 1-16,0 0 17 0,0 0-19 0,0 0 9 16,0 0 7-16,0 0-15 0,0 0 3 0,0 0 5 15,0 0-1-15,1-11-7 0,-1 11 2 0,0 0 4 16,0 0-5-16,0 0 8 0,0 0-8 0,0 0 3 16,0 0-1-16,0 0 1 0,0 0 5 0,0 0 0 0,2-7-7 15,-2 7 12-15,0 0-17 0,0 0 1 16,0 0 10-16,0 0 2 0,0 0-1 0,0 0-1 15,0 0-1-15,0 0 3 0,0 0-11 0,-3-10-2 0,3 10 9 16,0 0 1-16,0 0-3 0,0 0 4 0,0 0-4 16,0 0-2-16,0 0-2 0,0 0 7 0,0-10-3 15,0 10 4-15,0 0-6 0,0 0 10 16,0 0-13-16,0 0-1 0,0 0-2 0,0 0 4 0,-2-9 0 16,2 9-1-16,0 0-1 0,0 0 4 0,0 0-8 15,0 0 18-15,0 0-17 0,0 0 1 0,0 0 1 16,0 0 4-16,0 0-14 0,0 0 15 0,0 0 1 15,0 0-11-15,0 0-7 0,0 0-11 0,0 0-14 16,0 0-17-16,0 0-24 0,0 0-18 0,-2-6-29 16,2 6-32-16,0 0-31 0,0 0-38 0,0 0-40 15,0 0-13-15,0 0-249 0,0 0-572 0,0 0 254 16</inkml:trace>
  <inkml:trace contextRef="#ctx0" brushRef="#br0" timeOffset="-103212.5">25603 7300 54 0,'0'0'51'0,"0"0"-4"0,0 0 0 0,-5 4-7 15,5-4-6-15,0 0-2 0,0 0-1 0,0 0-19 0,-9 2-13 16,9-2-3-16,0 0-11 0,-8 3-40 0,8-3-59 16,-10 1 25-16</inkml:trace>
  <inkml:trace contextRef="#ctx0" brushRef="#br0" timeOffset="-101277.02">25518 7322 3 0,'0'0'78'0,"0"0"-7"16,0 0 9-16,0 0 1 0,0 0-2 0,0 0-3 0,0 0 0 16,0 0-4-16,0 0-4 0,0 0-6 0,0 0 5 15,0 0-8-15,0 0 2 0,0 0 4 0,0 0-5 16,0 0-3-16,0 0-10 0,9-20-5 0,-9 20 3 15,0 0-5-15,4-6 3 0,-4 6-2 0,0 0 0 16,3-7 2-16,-3 7-3 0,0 0-4 0,2-8-4 16,-2 8 1-16,0 0-4 0,4-5 2 0,-4 5-2 15,0 0 2-15,4-6-7 0,-4 6-1 16,0 0-1-16,0 0-1 0,1-9 0 0,-1 9-5 0,0 0-2 16,0 0 2-16,0 0-2 0,3-7 5 0,-3 7 1 15,0 0 1-15,0 0 1 0,1-11 1 0,-1 11-5 16,0 0 0-16,1-7-1 0,-1 7-1 0,0 0-1 15,-1-11-4-15,1 11-2 0,0 0 3 0,1-7-5 16,-1 7 3-16,0 0-3 0,2-8 2 0,-2 8-2 16,0 0 2-16,0 0 0 0,0 0 1 0,-2-11 2 15,2 11 5-15,0 0-2 0,0 0 1 0,-1-9-4 16,1 9 4-16,0 0 2 0,0 0-2 0,0 0-3 16,0-9 3-16,0 9-2 0,0 0-6 0,0 0 1 15,3-10-3-15,-3 10-1 0,0 0 3 0,-2-10-1 16,2 10 4-16,0 0-1 0,4-10 2 0,-4 10 4 15,0 0 5-15,0 0 2 0,-2-11-1 0,2 11 1 0,0 0 0 16,0 0-3-16,0-9 4 0,0 9-4 0,0 0 1 16,0 0-7-16,2-9 4 0,-2 9-2 0,0 0-2 15,0 0 0-15,0-10 2 0,0 10-1 16,0 0-4-16,0 0 1 0,0-7 0 0,0 7-2 0,0 0 4 16,0 0 2-16,-2-12-3 0,2 12-2 0,0 0-1 15,-2-9-1-15,2 9 0 0,-1-9-1 16,1 9 4-16,0 0-7 0,0-10 1 0,0 10 5 15,0 0 0-15,0-9-2 0,0 9 3 0,0 0-4 0,-1-10-1 16,1 10 5-16,0 0-3 0,1-11 5 0,-1 11 0 16,0-8-4-16,0 8-1 0,0 0 5 0,0-11 1 15,0 11-3-15,0 0-2 0,-4-10 0 16,4 10 3-16,0 0 3 0,3-7-2 0,-3 7-2 16,0 0 0-16,0-9-2 0,0 9 0 0,0 0-3 0,-4-9 2 15,4 9-3-15,0 0 2 0,4-9 0 0,-4 9 1 16,1-8-3-16,-1 8 3 0,0 0-2 0,0 0 3 15,-5-9 0-15,5 9 3 0,0 0-7 16,0 0 10-16,0-10-7 0,0 10 1 0,0 0 0 0,0 0-1 16,0-8-4-16,0 8 6 0,0 0 6 0,0-12 1 15,0 12-8-15,0 0 0 0,-2-7-2 0,2 7 4 16,0 0 1-16,0 0 2 0,0-12-3 0,0 12-6 16,0 0 4-16,-2-10-2 0,2 10 2 0,0 0 4 15,0-8-4-15,0 8-4 0,0-9 5 0,0 9 0 16,-4-7-2-16,4 7 4 0,0 0 1 0,0-11-2 15,0 11 5-15,0 0-2 0,0 0 1 0,-1-10-2 16,1 10-1-16,0 0-1 0,0-8 0 0,0 8-3 16,-2-8 3-16,2 8-7 0,0 0 6 0,-2-10 0 15,2 10-7-15,0 0 5 0,-4-8-3 0,4 8 3 16,0 0-1-16,0-7-4 0,0 7 4 0,0 0 0 16,0 0 0-16,0-9 4 0,0 9-4 0,0 0-2 15,0 0 2-15,0 0-5 0,0-9 3 0,0 9 2 16,0 0-6-16,0 0 1 0,0 0 1 0,0 0 1 15,-4-10-6-15,4 10 6 0,0 0 5 0,0 0-8 16,-1-8-4-16,1 8 3 0,0 0 1 0,0 0-2 16,0 0 0-16,0-11 2 0,0 11 0 0,0 0 2 15,-1-7 0-15,1 7-3 0,0 0-2 0,0 0 3 16,0 0 2-16,0 0-2 0,-1-9-2 0,1 9 12 16,0 0-8-16,0 0 2 0,1-9-3 0,-1 9-3 15,0 0 5-15,0 0-4 0,0 0 4 0,0-10 0 16,0 10 0-16,0 0-3 0,0 0 3 0,0 0-11 15,-1-9 6-15,1 9 2 0,0 0-2 0,0 0 3 16,-2-9-5-16,2 9 5 0,0 0-4 0,0 0 3 16,0 0-1-16,0-11 2 0,0 11 1 0,0 0-2 0,0 0 4 15,0 0-4-15,3-7 2 0,-3 7-2 16,0 0 4-16,0 0-3 0,0 0-2 0,-1-10 3 0,1 10 2 16,0 0 0-16,0 0 2 0,0 0-6 15,0 0 2-15,0 0 2 0,0-10 3 0,0 10-4 0,0 0 0 16,0 0 4-16,1-9-10 0,-1 9 3 0,0 0 1 15,0 0 11-15,-1-9-9 0,1 9-6 16,0 0 7-16,0 0-1 0,0 0-4 0,0-11 1 16,0 11 4-16,0 0-3 0,0 0 2 0,1-7 4 0,-1 7-4 15,0 0-1-15,0 0 1 0,0 0 1 0,0 0-2 16,0-9-2-16,0 9 6 0,0 0-5 0,0 0-3 16,-1-9 4-16,1 9 0 0,0 0 1 0,0 0-5 15,0 0 4-15,0-12 2 0,0 12-5 0,0 0 3 16,-2-6-7-16,2 6 8 0,0 0 2 0,0 0-2 15,0-11-3-15,0 11 1 0,0 0 0 0,2-7-3 16,-2 7 3-16,0 0-1 0,1-8 0 0,-1 8 3 16,0 0 1-16,0 0-4 0,0-9-2 15,0 9 1-15,0 0-1 0,0-11-1 0,0 11 6 0,0 0 2 16,0-9-2-16,0 9-4 0,0-7 15 0,0 7-14 16,0 0-1-16,0-11-1 0,0 11 4 0,0 0 5 15,-1-9-3-15,1 9-5 0,0 0 4 0,0 0 1 16,1-10 4-16,-1 10-1 0,0 0 2 0,-3-8-4 15,3 8-2-15,0 0-3 0,0-8 5 0,0 8-7 16,0 0 5-16,0-9-3 0,0 9 1 0,0 0 3 16,-2-8-1-16,2 8-1 0,0 0-2 0,0-11 3 15,0 11-1-15,2-7-2 0,-2 7 6 0,0 0-5 16,-5-8-2-16,5 8 2 0,0 0-5 0,0 0 3 16,0-9 0-16,0 9 2 0,0 0-6 0,0 0 2 15,-2-8 7-15,2 8-6 0,0 0 3 0,0 0-3 16,2-11 3-16,-2 11-6 0,0 0 3 0,0 0 6 15,0-9-4-15,0 9-2 0,0 0-1 0,0 0 2 16,-2-10 2-16,2 10-4 0,0 0 3 0,-3-6 0 16,3 6 1-16,0 0-3 0,0 0 0 0,0 0 8 15,0 0-11-15,0-11 5 0,0 11-5 0,0 0 3 16,-1-8 1-16,1 8 0 0,0 0 1 0,-3-7 12 16,3 7-14-16,0 0-3 0,0 0 3 0,0 0-2 15,3-13-6-15,-3 13 7 0,0 0-3 0,0 0 6 16,-3-7-2-16,3 7 6 0,0 0-7 0,0 0 1 15,3-8-3-15,-3 8 1 0,0 0 4 0,0 0-8 0,-3-8 9 16,3 8-15-16,0 0 22 0,0 0-10 0,0 0 2 16,0-12 2-16,0 12-5 0,0 0-2 15,0 0 1-15,0 0 9 0,0 0-9 0,0-8 0 16,0 8 4-16,0 0 0 0,0 0 2 0,0 0-8 0,0 0 5 16,0 0 1-16,2-8-4 0,-2 8-3 0,0 0 7 15,0 0-3-15,0 0-10 0,0 0 12 0,0 0-1 16,0 0 8-16,0 0-7 0,0 0 0 15,0 0-3-15,0 0 6 0,0 0-7 0,-4-9 20 0,4 9-20 16,0 0 8-16,0 0-4 0,0 0 4 0,0 0-5 16,0 0-7-16,0 0 7 0,0 0 4 0,0 0-10 15,0 0 6-15,0 0 6 0,0 0-7 0,0 0 2 16,0 0-5-16,0 0-3 0,0 0 10 0,0 0-6 16,0 0 3-16,0 0-6 0,0 0-13 0,0-8-18 15,0 8-14-15,0 0-10 0,0 0-23 0,0 0-21 16,0 0-28-16,0 0-33 0,0 0-40 15,0 0-22-15,0 0-21 0,-9-1-34 0,9 1-187 0,0 0-508 16,0 0 225-16</inkml:trace>
  <inkml:trace contextRef="#ctx0" brushRef="#br0" timeOffset="-100118.95">25379 7763 28 0,'0'0'67'0,"0"0"1"16,0 0-9-16,3-12-7 0,-3 12-11 0,1-7 4 0,1 0-3 15,-2 7 0-15,4-10-6 0,-4 5-4 16,0 5-3-16,5-10-4 0,-2 4-1 0,-3 6-3 15,4-9-3-15,-4 9-3 0,2-11-5 0,1 6-8 16,-2-3 3-16,2 2-1 0,-3 6 0 0,2-14-1 16,0 6-3-16,-1 1 6 0,0 0-3 0,-1 7 0 15,3-16-9-15,-2 10-4 0,3 0 4 0,-2-2 1 16,0 0-5-16,0-2 1 0,-1 3 3 0,1-2 0 16,0 1-4-16,2-1 6 0,-4 3-5 0,0 6-3 15,3-16-11-15,-2 9 3 0,2-3-3 0,-1 2-1 0,0 1-7 16,-2 7 11-16,2-12 10 0,-2 6-9 0,0 6-6 15,4-12-7-15,-2 6 4 0,-2 6-2 16,4-13 8-16,-4 5-3 0,0-1 10 0,0 9 0 16,2-13 1-16,-2 7-2 0,2-2 3 0,-2 8-18 0,3-12-35 15,-2 5 16-15</inkml:trace>
  <inkml:trace contextRef="#ctx0" brushRef="#br0" timeOffset="-99925.42">25491 7232 32 0,'0'0'36'0,"0"0"-5"0,0-11-7 0,0 11-2 16,0-8-2-16,0 8 3 0,3-7-3 0,-3 7-7 15,0-10 3-15,0 10-6 0,0-9-1 0,0 9-3 16,1-10-4-16,-1 10-5 0,2-14-8 0,-1 7 5 16,-1-2 0-16,2 2 1 0,-2 7-3 0,4-15 1 15,-4 5-6-15,3 4 2 0,-2-1-1 0,1-2-4 16,-2 9-12-16,3-11-30 0,-3 4 14 0</inkml:trace>
  <inkml:trace contextRef="#ctx0" brushRef="#br0" timeOffset="-99253.28">25511 6735 16 0,'0'-7'21'0,"0"7"-2"0,-1-10-2 16,1 10 2-16,-2-9-2 0,2 9-2 0,0 0 4 16,-1-13-2-16,-2 8-8 0,3 5 2 0,-2-11 1 15,2 11-5-15,0-10 5 0,0 10-7 0,-2-10 1 16,2 10-3-16,-2-13 2 0,2 13-6 0,0-10 7 15,0 10-3-15,-1-12 0 0,1 12 0 0,0-14 1 16,-2 9 2-16,2 5-4 0,-2-13 8 0,2 13-1 16,0-10 5-16,0 10-2 0,-2-10-7 0,2 10 7 15,-2-12 1-15,2 12 5 0,0-10-4 0,-3 4-2 16,3 6 6-16,0-10 0 0,0 10-2 0,-2-11 1 16,2 11-5-16,-3-12-2 0,3 6 6 0,0 6 5 15,-1-11-6-15,1 11 3 0,-1-9 0 0,1 9 3 16,0-10-2-16,0 10 1 0,-4-8-21 0,4 8 32 15,0-9-12-15,0 9-2 0,-3-8 6 0,3 8-7 16,-1-7 6-16,1 7-4 0,0 0 8 0,-3-10-4 0,3 10 4 16,-2-6 6-16,2 6-8 0,0 0 4 0,0 0-2 15,-4-10-10-15,4 10 1 0,0 0 5 16,-5-5-3-16,5 5-10 0,0 0 4 0,0 0-1 16,-2-8-5-16,2 8 1 0,0 0-3 0,0 0 3 15,-3-8-9-15,3 8 9 0,0 0-2 0,-2-6 0 0,2 6 4 16,0 0-9-16,0 0 7 0,0 0-9 15,0 0 14-15,0 0-20 0,-2-11 13 0,2 11-5 16,0 0 11-16,0 0-4 0,0 0 10 0,-2-6-4 0,2 6-2 16,0 0 1-16,0 0 1 0,0 0-12 15,0 0 11-15,0 0-5 0,-3-7 10 0,3 7-7 0,0 0-1 16,0 0-3-16,0 0 9 0,0 0-7 16,0 0 0-16,0 0 2 0,0 0-2 0,0 0-1 0,0 0 1 15,0 0-3-15,0 0-2 0,0 0-6 0,0 0 1 16,0 0-11-16,0 0-1 0,-2-7-6 0,2 7-22 15,0 0 5-15,0 0 3 0,0 0-12 0,0 0 4 16,0 0-9-16,0 0-11 0,0 0-7 0,0 0-13 16,0 0-64-16,0 0-157 0,0 0 71 0</inkml:trace>
  <inkml:trace contextRef="#ctx0" brushRef="#br0" timeOffset="-93519.61">25484 7393 26 0,'0'0'39'16,"0"0"-1"-16,-1-10-2 0,1 10-1 0,3-9 0 15,-3 9 5-15,3-7-4 0,-3 7-3 0,0-10-8 16,0 10-3-16,0-8 4 0,0 8-4 0,-5-8 0 16,5 8-10-16,0 0 5 0,2-14-6 0,-2 14 5 15,3-8-12-15,-3 8 5 0,0-8-4 0,0 8 6 16,0-7-2-16,0 7-1 0,0 0-2 0,2-11-4 16,-2 11 0-16,2-7 0 0,-2 7-1 0,2-9-1 15,-2 9-5-15,2-9-9 0,3 5-5 0,-5 4-6 16,2-8-6-16,-2 8 6 0,4-6-5 0,-4 6-2 15,5-8 7-15,-5 8 1 0,5-6-1 0,-5 6-2 16,0 0-18-16,0-8-49 0,0 8 22 0</inkml:trace>
  <inkml:trace contextRef="#ctx0" brushRef="#br0" timeOffset="-92163.93">25531 7365 2 0,'3'-7'22'0,"1"3"-5"0,-4 4-9 16,4-7 11-16,-4 7-9 0,3-9 2 0,2 6-7 0,-5 3 6 15,4-8-6-15,-4 8 2 0,4-9-1 0,-4 9 4 16,3-9-4-16,-3 9 2 0,1-9-2 0,-1 9 6 15,3-7-4-15,-3 7-3 0,2-11 0 0,-2 11 4 16,2-8 1-16,-2 8 2 0,2-10 2 0,-2 10 1 16,0-9-1-16,0 9-3 0,0-8 2 0,0 8 6 15,0-9-13-15,0 9 1 0,1-9 7 0,-1 9-4 16,1-7 1-16,-1 7 4 0,3-9-5 0,-3 9 5 16,3-7-2-16,-3 7-4 0,2-7 1 0,-2 7-2 15,4-7 4-15,-4 7 0 0,2-9-6 0,-2 9 8 16,2-5-3-16,-2 5 0 0,0 0-7 0,1-11 8 15,-1 11-5-15,2-8 0 0,-2 8-1 0,2-8 1 16,-2 8-5-16,2-8 8 0,-2 8-4 0,0-9-2 16,0 9 4-16,3-9-6 0,0 5 2 0,-3 4-4 15,1-9 6-15,-1 9-2 0,2-7 3 0,-2 7-6 16,2-6-4-16,-2 6 0 0,0 0 5 0,3-12 6 16,-3 12 1-16,0 0 1 0,0-9-4 0,0 9 3 15,0 0 1-15,0-7-2 0,0 7-6 0,0 0 1 16,0 0-6-16,2-12 4 0,-2 12 4 0,0 0 1 15,1-9-1-15,-1 9-5 0,1-8 6 0,-1 8-6 16,3-7 2-16,-3 7-5 0,2-4 9 0,-2 4-4 16,0 0 5-16,0 0-11 0,4-13 13 0,-4 13-9 15,0 0 4-15,1-6-2 0,-1 6-2 0,0 0-6 16,0-9 2-16,0 9-8 0,0 0 12 0,0-10 10 16,0 10-9-16,4-7 3 0,-4 7 0 0,0 0-3 15,4-9-4-15,-4 9 2 0,0-7-4 0,0 7 7 16,2-9 1-16,-2 9-5 0,2-8 3 0,-2 8 0 15,1-10 0-15,-1 10 5 0,3-9-7 0,-3 9-3 16,2-7 7-16,-2 7-8 0,2-7 8 0,-2 7-3 16,0 0 5-16,0 0-8 0,0-10 4 0,0 10-5 15,0 0 13-15,0 0-1 0,0 0-6 0,-2-10-4 16,2 10 9-16,0 0-6 0,-1-9 8 0,1 9-10 16,0 0 8-16,0 0 0 0,-1-10 0 0,1 10 0 15,0 0-8-15,0 0 7 0,0-11 4 0,0 11-9 16,0 0 5-16,0 0-8 0,1-9 2 0,-1 9 1 0,0 0 0 15,1-5 1-15,-1 5-2 0,0 0 6 0,0 0-11 16,2-10 2-16,-2 10 5 0,0 0-1 0,0 0 6 16,0-9-9-16,0 9 8 0,0 0 8 15,0 0-9-15,0-10-3 0,0 10 2 0,0 0-6 16,0 0 7-16,0 0 0 0,-3-10-2 0,3 10 2 0,0 0 4 16,0 0-9-16,0 0 2 0,0 0-4 0,0 0 4 15,0 0 2-15,0 0-4 0,0 0-6 0,0-10 5 16,0 10-6-16,0 0 4 0,0 0-3 15,0 0 8-15,0 0 1 0,0 0-4 0,0 0 4 0,0 0 5 16,1-8-3-16,-1 8-17 0,0 0 12 0,0 0 4 16,0 0-4-16,0 0 1 0,0 0-6 15,2-7 6-15,-2 7 2 0,0 0 4 0,0 0-24 16,0 0 21-16,0 0-6 0,0 0 7 0,0 0-2 0,0 0 0 16,0 0 2-16,0 0-2 0,0 0-12 0,0 0 9 15,0 0-1-15,2-7-3 0,-2 7 10 0,0 0-6 16,0 0-7-16,0 0 7 0,0 0 0 0,0 0 1 15,0 0-5-15,0 0 4 0,0 0-3 0,0 0 7 16,0 0-5-16,0 0 7 0,0 0-7 0,0 0-2 16,0 0 4-16,0 0-3 0,0 0 5 0,0 0-6 15,0 0 0-15,0 0 10 0,0 0-5 0,0 0-1 16,0 0-8-16,0 0 15 0,0 0-17 0,0 0 7 16,0 0-5-16,0 0 0 0,0 0-5 0,0 0-2 15,0 0-11-15,0 0-4 0,0 0 0 0,0 0-9 16,0 0-3-16,0 0-12 0,0 0 1 0,0 0-35 15,0 0-94-15,0 0 42 0</inkml:trace>
  <inkml:trace contextRef="#ctx0" brushRef="#br0" timeOffset="-83274.19">25787 7670 22 0,'0'0'35'15,"-2"-11"-13"-15,2 11-1 0,0 0-15 0,-9-9-24 0,2 5-19 16,1 2 8-16</inkml:trace>
  <inkml:trace contextRef="#ctx0" brushRef="#br0" timeOffset="-82860.22">25491 7622 3 0,'0'0'36'0,"-16"-15"-8"16,16 15 9-16,0 0-4 0,0 0-8 0,0 0 3 15,0 0-5-15,0 0-2 0,-5-4-2 0,5 4-2 16,0 0-5-16,0 0 1 0,0 0-2 0,0 0 1 15,0 0-3-15,0 0 2 0,0 0 0 0,0 0-3 16,0 0-5-16,0 0 3 0,0 0-4 0,0 0-4 16,0 0-1-16,0 0-3 0,0 0-7 0,0 0-6 15,0 0-11-15,0 0-20 0,0 0-53 0,0 0 24 0</inkml:trace>
  <inkml:trace contextRef="#ctx0" brushRef="#br0" timeOffset="-71083">26012 8374 5 0,'0'0'32'0,"0"0"-7"0,0 0-8 16,0 0-7-16,0 0-10 0,0 0-6 0,-5 12-9 16,5-12-14-16,0 0 6 0</inkml:trace>
  <inkml:trace contextRef="#ctx0" brushRef="#br0" timeOffset="-67077.56">25990 8390 14 0,'0'0'69'0,"0"0"-6"15,0 0-4-15,0 0-1 0,0 0 2 0,0 0-6 16,0 0 0-16,0 0-4 0,8 0-5 0,-8 0 2 16,0 0-9-16,0 0 1 0,0 0-3 0,0 0-1 15,0 0-8-15,0 0-12 0,0 0 12 0,0 0-3 16,0 0-2-16,0 0 8 0,0 0-13 0,0 0-1 16,0 0 1-16,0 0-5 0,0 0-6 0,0 0 11 15,0 0-2-15,0 0-3 0,0 0-3 0,0 0 6 0,0 0-7 16,0 0-2-16,0 0 1 0,0 0-3 15,0 0-1-15,0 0 3 0,0 0 5 0,0 0-12 16,0 0 1-16,0 0-5 0,0 0 14 0,0 0-9 16,0 0 3-16,0 0-3 0,0 0 11 0,0 0-11 0,0 0-3 15,0 0-5-15,0 0-9 0,0 0-6 16,0 0-5-16,0 0-17 0,0 0-2 0,0 0-13 16,0 0-15-16,0 0-52 0,0 0-137 0,0 0 61 15</inkml:trace>
  <inkml:trace contextRef="#ctx0" brushRef="#br0" timeOffset="-66531.81">25747 8401 30 0,'0'0'68'0,"0"0"-3"16,0 0-10-16,0 0-23 0,0 0-14 0,0 0-13 15,0 0-23-15,0 0-25 0,0 0-46 0,0 0 20 16</inkml:trace>
  <inkml:trace contextRef="#ctx0" brushRef="#br0" timeOffset="-56255.23">25450 7560 14 0,'-8'-3'28'0,"8"3"-3"0,0 0-4 0,-11 0-2 0,11 0-3 15,0 0-3-15,0 0 1 0,-13 2-1 0,13-2-6 16,-4 2 4-16,4-2-7 0,0 0 4 0,-6 9 2 16,6-9-6-16,0 8 2 0,0-8 0 0,0 0 0 15,-1 10-1-15,1-10-4 0,0 0 6 0,0 0-5 16,3 8 4-16,-3-8-2 0,0 0 0 0,5 4 0 16,-5-4-2-16,0 0 2 0,0 0 1 0,13 0 4 15,-13 0-5-15,0 0-2 0,11-3 4 0,-11 3-2 16,0 0-2-16,9-5-2 0,-9 5 2 0,8-4-3 15,-8 4 1-15,4-6 3 0,-4 6 0 0,4-5 3 16,-4 5-4-16,0 0 4 0,4-9 3 0,-4 9 3 16,0 0 2-16,1-7 2 0,-1 7-3 0,0 0-1 15,0 0 3-15,0 0-7 0,0 0 2 0,0 0 0 16,0 0-2-16,0 0 1 0,0 0-5 0,0 0 0 16,0 0-4-16,0 0 6 0,0 0-3 0,0 0 0 15,0 0 2-15,0 0-2 0,0 0-3 0,0 0 3 0,0 0-3 16,0 0-1-16,0 0 0 0,0 0 1 0,0 0 2 15,-19 12-5-15,19-12 3 0,0 0 3 0,0 0 0 16,0 0-3-16,0 0 0 0,0 0-1 16,0 0 2-16,0 0 1 0,0 0-3 0,0 0 2 0,0 0-2 15,0 0 5-15,0 0-3 0,0 0-1 0,0 0 2 16,0 0 4-16,0 0-4 0,0 0 4 0,0 0 5 16,0 0-2-16,0 0 2 0,0 0-5 0,0 0 3 15,-2-14-2-15,2 14-3 0,0 0 1 0,0 0-2 16,0 0-2-16,0 0 1 0,-9-2-2 0,9 2-2 15,0 0 5-15,0 0-5 0,-10 6 6 0,10-6-4 16,0 0 3-16,-3 5-4 0,3-5-1 0,0 0-3 16,-6 6 7-16,6-6-5 0,0 0 0 0,0 0 0 15,0 0-2-15,0 0 3 0,0 0-1 0,0 0 8 16,0 0-10-16,0 0 4 0,0 0 0 0,0 0 0 16,0 0-3-16,0 0 0 0,0 0 3 0,0 0-1 15,0 0 0-15,0 0 3 0,11-17 1 0,-11 17 0 16,0 0 2-16,0 0-2 0,-7-10 5 0,7 10-2 15,0 0 2-15,-6-5-5 0,6 5-1 0,0 0-14 16,0 0-6-16,0 0-6 0,0 0-4 0,0 0-6 16,-12 0-41-16,12 0-82 0,0 0 37 0</inkml:trace>
  <inkml:trace contextRef="#ctx0" brushRef="#br0" timeOffset="-55199.51">25682 6870 10 0,'0'0'15'0,"0"-10"4"0,0 10-7 0,0 0-1 16,0 0 0-16,0-10-2 0,0 10 2 0,0-7-3 0,0 7 3 15,0 0-1-15,2-8-5 0,-2 8 0 0,0 0 4 16,0-10 0-16,0 10-1 0,0 0-1 0,2-6-2 16,-2 6 2-16,0 0-5 0,0 0 3 0,0 0 0 15,0 0-2-15,-2-12-1 0,2 12-4 0,0 0 5 16,0 0 2-16,-2-8-2 0,2 8 2 0,0 0 3 16,-3-10 0-16,3 10-4 0,0 0-2 0,-2-7-1 15,2 7-1-15,0 0 3 0,0 0-2 0,-2-12 0 16,2 12 5-16,0 0-3 0,0-7-3 0,0 7-3 15,0 0 4-15,-2-9-5 0,2 9 5 0,0 0 0 16,0-9-3-16,0 9 6 0,0-8-9 0,0 8 0 16,0-9 4-16,0 9 6 0,0 0-5 0,-2-10-2 15,2 10 3-15,0 0-2 0,-3-10 3 0,3 10-5 16,0 0-3-16,0 0 1 0,0-9 2 0,0 9-4 16,0 0-14-16,-5-6 3 0,5 6-13 0,0 0-31 15,0 0 14-15</inkml:trace>
  <inkml:trace contextRef="#ctx0" brushRef="#br0" timeOffset="-53988.91">25516 6559 19 0,'0'0'23'16,"-5"-7"-9"-16,5 7 6 0,0 0-5 0,-3-6-1 16,3 6-8-16,0 0 3 0,0 0-3 0,0 0-5 15,0 0 6-15,0 0 5 0,-2-8-9 0,2 8 3 16,0 0-4-16,0 0-2 0,0 0-1 0,0 0 4 15,0 0-3-15,0 0 4 0,0 0-3 0,0 0 2 16,0 0 2-16,0 0-5 0,0 0 1 0,0 0-2 16,0 0-6-16,0 0-1 0,0 0 2 0,0 0-1 15,0 0 3-15,0 0 1 0,0 0 2 0,0 0-1 16,0 0-1-16,0 0 0 0,0 0 0 0,0 0 1 16,0 0-2-16,0 0 2 0,0 0-3 0,0 0 5 15,12 17-5-15,-12-17 5 0,5 6-6 0,-5-6 6 16,4 8-3-16,-4-8 6 0,4 7-8 0,-2-2 2 15,-2-5 3-15,3 5-5 0,-3-5 2 0,6 7-1 16,-6-7-1-16,3 6 4 0,-3-6-1 0,0 0-1 16,0 0-2-16,4 6 6 0,-4-6-2 0,0 0 8 15,0 0-5-15,0 0 6 0,0 0 2 0,5 4 0 16,-5-4-6-16,0 0 5 0,0 0-3 0,0 0 0 16,0 0-1-16,0 0-3 0,0 0 1 0,0 0 3 15,0 0-3-15,0 0-1 0,0 0 0 0,0 0-3 16,0 0 6-16,0 0-3 0,0 0 1 0,0 0-1 15,0 0 3-15,0 0-1 0,0 0-4 0,0 0 4 0,0 0-8 16,0 0-2-16,0 0 2 0,-2-22 0 16,2 22-6-16,0 0-1 0,0 0 6 0,0 0-6 15,0 0-10-15,0 0-21 0,0 0 11 0</inkml:trace>
  <inkml:trace contextRef="#ctx0" brushRef="#br0" timeOffset="-46964.32">5991 15309 16 0,'-4'-7'159'15,"4"7"6"-15,-5-11 0 0,4 6-6 0,1 5-12 16,0 0-8-16,-4-6-15 0,4 6-13 0,0 0-8 16,0 0-15-16,-4-7-14 0,4 7-20 0,0 0 5 15,0 0-3-15,0 0-7 0,0 0-4 0,0 23 2 16,0-7-3-16,-1 1 0 0,-1 7 0 0,2 4-2 16,-1 0-3-16,-2 0-6 0,1 1-3 0,-1 0-3 15,2-4-2-15,-1-1-1 0,0-4 23 0,1-1-6 16,1 1-6-16,0-2-1 0,0 1-4 0,1-3-3 15,1 0 1-15,-4-4-7 0,4-1 3 16,-4 2-6-16,6-4-3 0,-3 1-1 0,-1-3-4 0,0-7 2 16,0 13-1-16,0-13-1 0,2 7 4 15,-2-7-5-15,1 7 4 0,-1-7-2 0,0 0-2 16,0 0-3-16,0 0 2 0,0 0-1 0,0-38-4 16,1 21 4-16,4-8-4 0,-1-2 1 0,3-1 0 0,0 1-3 15,3-3-1-15,1 1 1 0,5 0 3 0,-2-1-7 16,4 0 2-16,-1 3 1 0,2 4-2 0,0-5 0 15,3 7 3-15,0 2-5 0,1 4 2 0,-7 5-2 16,2 0-2-16,-1 3 1 0,1 2 2 16,-5 5 1-16,0 1 3 0,0 5-5 0,3 1 0 15,-5 8 1-15,1-1-2 0,0 7 6 0,-4-1-4 0,2 5 2 16,-2 0-1-16,-2 2 7 0,-2-1-8 0,-1-1 1 16,-1-5-3-16,2 3 4 0,-3-5-2 0,3-1-5 15,0-2 6-15,1-3-3 0,2 3 6 16,-2-4-5-16,2-3 2 0,3 0-1 0,1-2 2 15,2-1-2-15,6-3 5 0,0-2-5 0,0-1 3 16,3-3-1-16,6-5-3 0,1 0 0 0,-3-4 4 16,1-1-5-16,-3-3 2 0,4 1 0 0,-4-2-2 0,-2-1 1 15,-6 6-1-15,-4-3 7 0,5-4-5 16,-7 4-3-16,-5 2-1 0,-2-2-5 0,-2-2 1 16,-5 2-4-16,-1 0-3 0,-4 6 3 0,0-1 0 15,-1 2 2-15,-3 3 3 0,0 2-2 0,-1 1 0 16,-6 3 3-16,1 7 4 0,-4 6 2 0,1 3-2 15,0 5 13-15,1 2-8 0,3 1 0 0,0 3-1 16,6 0-2-16,1-1-3 0,6 1 3 0,5-2 0 16,4 1 3-16,2-8-15 0,4 0-16 0,3-2-23 15,9 1-26-15,3-3-26 0,2-1-24 0,4-6-4 16,1-1-15-16,2-1 0 0,2-5-92 0,1 0-261 16,3-5 116-16</inkml:trace>
  <inkml:trace contextRef="#ctx0" brushRef="#br0" timeOffset="-46407.37">7186 15618 374 0,'29'-15'-12'0,"1"-3"3"0,-4 0 2 15,-1 0 13-15,-6-2 8 0,-8 4 5 0,-2-1 4 16,0 2 11-16,-1-2 16 0,-7 4-5 0,0 2 12 16,-1 11 8-16,-6-19 5 0,-2 10-10 0,1 6 4 15,-4 2-2-15,-6 1 2 0,-1 5 8 0,-1 4-2 16,-7 6 19-16,2 1-15 0,1 4 1 0,0 1-12 16,1 3-6-16,4 1-7 0,1 1-3 0,7-1-7 15,1-6-1-15,4 5-7 0,4-4 0 0,1-2-6 16,4-2-5-16,3-5 1 0,2 2-3 0,4 0 1 15,5-4-9-15,-1-3 0 0,4-2 2 0,1-3-7 16,6-2 1-16,0-3-10 0,0-4 3 0,-2-1-6 16,2-4 4-16,-1 2-7 0,-2-2 6 0,-8 3-3 15,5-7 5-15,-8 8-6 0,-4-5 7 0,-3 4-3 16,-2-1 2-16,-4 1-2 0,-1-2 7 0,2 2-4 16,-2 10 4-16,-5-19 6 0,3 12 10 0,-3-1-12 15,5 8-2-15,-8-9-2 0,8 9 3 0,0 0 5 16,-9 0 2-16,9 0 3 0,-11 11 0 0,4-4-5 15,2 4 1-15,1 0 2 0,-1 4-1 0,1 0-4 16,-1 3 4-16,4-4-5 0,2 3 4 0,2-6-6 16,1 1-2-16,2 0 0 0,3-3 2 15,-1-2-3-15,7 3 3 0,-4-6 1 0,7 0-2 16,-5-3 2-16,7 1 2 0,-3-4-3 0,2-1-4 16,2 0 0-16,-3-5 0 0,1 2 1 0,-1-1 3 0,-2-3 1 15,-2 0 1-15,0 0-5 0,-2-2 0 0,-4 2 0 16,0-4 4-16,0 4-7 0,-3-1 3 0,1-4-2 15,-3 3 2-15,1-3-3 0,-1 1 1 16,-1-1-1-16,-1 3 2 0,2-2-1 0,0 2-2 16,-1 1-1-16,1 3 0 0,-1-1 0 0,3 3 0 0,2-3 0 15,-4 5-3-15,3 0-1 0,1 0 6 16,1 3-6-16,2 0 5 0,2 2 0 0,-2 4 3 0,1-1-6 16,0 2 3-16,-2 2-2 0,2-1 5 0,-2 3-1 15,-1 5-2-15,-2-5-5 0,2 5 6 0,-6-4-20 16,2 2-17-16,0 2-29 0,-1-4-39 15,1-1-43-15,-2 2-156 0,-1-2-327 0,6-2 144 16</inkml:trace>
  <inkml:trace contextRef="#ctx0" brushRef="#br0" timeOffset="-46126.73">8767 15157 63 0,'-8'-1'212'15,"8"1"-17"-15,-14 3-12 0,6 5-11 0,-6 4-4 16,1 0-12-16,-2 12-11 0,1 1-18 0,1 0-4 16,2 5-17-16,0 0-10 0,1 2-9 0,5-2-8 15,1 1-6-15,3-4-9 0,5 1-2 0,0-3-11 16,3-6-6-16,2 4-8 0,0-6-15 0,4-1-13 15,0-1-23-15,0-1-11 0,-2-5-22 0,1 1-34 16,-1-2-31-16,-2-3-21 0,-4 0-20 0,2-3-18 16,-2 1-86-16,-5-3-278 0,0 0 123 15</inkml:trace>
  <inkml:trace contextRef="#ctx0" brushRef="#br0" timeOffset="-45926.32">8763 15254 30 0,'13'-17'118'0,"1"2"-1"0,2 4 11 0,3 0-7 16,-1 4 4-16,3 3-1 0,-1 4-3 16,1 2 7-16,-1 6-4 0,7 1-2 0,-10 4-8 15,4 7 5-15,-2 0-10 0,-6 5-6 0,-1 4-10 0,-2 1-6 16,-5 1-11-16,-2 2-9 0,-5-2-7 0,-2 2-9 16,-2-1-12-16,-3-1-24 0,-2-3-16 0,-2 1-39 15,-2-2-43-15,-3-3-30 0,-2 0-38 16,-1-4-150-16,-7 0-326 0,-3-5 145 0</inkml:trace>
  <inkml:trace contextRef="#ctx0" brushRef="#br0" timeOffset="-45744.96">8674 15412 11 0,'11'-4'172'0,"-1"-2"-23"16,3 5 0-16,0-1-12 0,4 1-9 0,0 1-17 15,4 4-4-15,-2 2-10 0,6-1-10 0,2 3-17 16,1 0-30-16,0 2-30 0,-1-2-44 0,1 2-32 16,0-1-12-16,3 0-11 0,0-1-79 0,1 2-180 15,0-4 81-15</inkml:trace>
  <inkml:trace contextRef="#ctx0" brushRef="#br0" timeOffset="-45493.09">9559 15339 171 0,'-2'-11'200'0,"-1"1"-3"0,0 1-1 16,3 9-6-16,-4-9-22 0,4 9-18 0,0 0-17 0,0 0 2 16,0 0 3-16,0 0 2 0,-2 40-10 0,-1-10-9 15,-1 2-5-15,2 1-15 0,1 2-9 0,-1 12-11 16,-1-13-9-16,0 13-6 0,1-13-5 0,3 0-11 15,-4-2-14-15,5 1-24 0,-1-3-15 16,-1-1-22-16,-1 0-21 0,1-10-25 0,0 6-19 16,-3-5-47-16,3-4-26 0,0-3-40 0,-1-3-134 15,-2 2-364-15,3-12 162 0</inkml:trace>
  <inkml:trace contextRef="#ctx0" brushRef="#br0" timeOffset="-45272.51">9613 15350 64 0,'15'-11'134'0,"2"3"4"0,-1 4-18 0,1 1 2 0,-4 3-11 16,-1 3-2-16,0 0-9 0,-1 2-4 0,0 3-10 16,1 3-6-16,-4 5-4 0,-5-1-9 15,-2 4-2-15,-5-1-9 0,-5 7-4 0,-4 3-4 16,0-4-10-16,-4 3-15 0,1-4-29 0,-2-2-14 15,1 0-32-15,5-7-29 0,2-1-36 0,-2 0-102 16,2-1-236-16,4-6 105 0</inkml:trace>
  <inkml:trace contextRef="#ctx0" brushRef="#br0" timeOffset="-45056.7">9905 15276 205 0,'0'0'198'0,"4"-11"-19"16,-4 11-17-16,3-8-17 0,-3 8-8 0,0 0 17 16,0 0-11-16,0 0-7 0,14 22-4 0,-10-5-12 15,-1 2-7-15,-1 5-13 0,-2 4-9 0,-2-2-12 16,0 3-3-16,1 1-10 0,1-1-5 0,-4-2-21 16,4 1-17-16,0-3-24 0,-3 0-39 0,3 0-44 15,-1-9-34-15,0 2-50 0,-1-2-158 0,-1-1-351 16,0-3 156-16</inkml:trace>
  <inkml:trace contextRef="#ctx0" brushRef="#br0" timeOffset="-44892.88">9854 15537 1447 0,'-1'-16'9'0,"0"3"0"0,-2 3-5 0,2-2 22 15,1 12-26-15,1-13 5 0,-1 13-10 0,5-12 3 16,2 4 1-16,-7 8-3 0,16-9-8 15,-4 5-28-15,-1 1-22 0,6-1-22 0,3 0-35 16,-2 0-77-16,3 4-211 0,-2-3 94 0</inkml:trace>
  <inkml:trace contextRef="#ctx0" brushRef="#br0" timeOffset="-44779.47">10276 15466 106 0,'5'2'104'16,"-5"-2"-5"-16,8 8-11 0,-3-3-24 0,-5-5-33 15,9 8-31-15,-7-3-82 0,-2-5-90 0,7 8 40 16</inkml:trace>
  <inkml:trace contextRef="#ctx0" brushRef="#br0" timeOffset="-44121.6">10337 15415 35 0,'-2'-6'181'0,"2"6"-9"15,-4-11-12-15,4 11-15 0,-4-8-8 0,4 8-23 16,0 0-8-16,0 0-17 0,0 0-5 0,0 0-8 16,0 0-4-16,10 25-5 0,-3-3-5 0,0 5 4 15,1 4-5-15,1 3-3 0,-1 0-3 0,1 12 14 0,-4-11-6 16,1 0-5-16,-2 1-3 0,0-4-9 15,0 1-3-15,1-4-8 0,-3 3-7 0,1-1-24 16,-2-4-18-16,0 1-34 0,-1 1-33 0,-1-9-28 16,-1-2-26-16,-2 1-24 0,0-3-108 0,-1 0-287 15,0-5 127-15</inkml:trace>
  <inkml:trace contextRef="#ctx0" brushRef="#br0" timeOffset="-43555.22">10424 15738 5 0,'23'-16'95'0,"0"-1"-8"0,3 0-9 15,-3 2-1-15,-1 0-12 0,-6 5-8 0,-2-2-1 16,3 2-2-16,-10 2-4 0,1 1 3 0,-4 1-6 16,2-2 5-16,-2 2-9 0,-3 0 8 0,-1 6-9 15,2-12-5-15,-2 12-12 0,-5-11 14 0,1 7-3 16,-1-1 3-16,-2 1-7 0,7 4 0 0,-10-6-12 15,10 6 5-15,-9-2-8 0,9 2 2 0,0 0-3 16,-10 12 8-16,9-3-6 0,-1 4 5 16,2 3 3-16,-1 4 19 0,1 4-28 0,3 4 2 0,-2 0-2 15,2-2-1-15,0 1-4 0,4-1-1 0,-4-2 1 16,3 0 2-16,-1-4-3 0,-1-4-5 0,-1 3 2 16,4-2 9-16,-3-5-9 0,-1-1-1 0,1 0-4 15,-1-1-1-15,1-3 4 0,-3 0-1 0,2-1-2 16,-3-6 0-16,2 8 3 0,-2-8-1 0,0 0 0 15,6 5-1-15,-6-5-2 0,0 0 2 0,0 0 1 16,14-11-4-16,-8 8 1 0,0-3 0 0,4-1-2 16,-1 1 1-16,1 0 5 0,2 4-6 0,-2 1 1 15,0 0 0-15,0-1 13 0,2 2-15 0,0 2 2 16,0-4 1-16,1 4 2 0,2-4 5 0,1-2-4 16,3 2 1-16,-7 2-1 0,1-4 2 0,0 0-3 15,1-1-2-15,-3 0 2 0,-1-2 1 16,0 0 2-16,-4-1-2 0,1 1 8 0,-3-4-8 15,-4-2-2-15,0 2-1 0,-2-1 0 0,0-3 3 0,-2-2 4 16,-1 8 8-16,-3-2 0 0,1 1 0 0,-1 2 1 16,1 3 4-16,-3-1-8 0,0 3 5 0,0 3-5 15,-2 6 0-15,-2 2-1 0,-2 6 0 16,4 1-4-16,-2 6 1 0,1 1-1 0,6-5-1 16,1 3-6-16,3-4-15 0,-1 4-26 0,8-1-31 15,1-1-14-15,2-4-22 0,5 1-29 0,3-3-118 0,2-2-273 16,3-3 121-16</inkml:trace>
  <inkml:trace contextRef="#ctx0" brushRef="#br0" timeOffset="-42994.74">11785 15670 61 0,'0'-8'169'0,"0"8"2"0,-6-15-11 16,3 8-11-16,-2 1-6 0,-1 2-8 15,2-1-9-15,-5 0-11 0,-1 1-16 0,1 6-8 16,-1 0-9-16,-2 5-8 0,-5 2-5 0,-6 11-6 16,0 3-5-16,3 4-6 0,2 1-7 0,0 2-4 15,4 0-6-15,4-2-4 0,1 4 0 0,6-6-5 0,1 0 0 16,4 2-5-16,1-9-1 0,6-1-2 0,2 4-4 15,2-7-10-15,1-2-21 0,3 0-13 16,2-6-12-16,1 0-25 0,7 2-12 0,5-8-25 16,-3 0-20-16,-3-3-15 0,4-3-116 0,-5-3-275 0,1-5 121 15</inkml:trace>
  <inkml:trace contextRef="#ctx0" brushRef="#br0" timeOffset="-42119.93">12019 15666 78 0,'-4'-32'133'0,"-1"-1"1"0,1 4-3 0,-1-3-4 15,1 8 3-15,1 4 3 0,0 4-8 0,-1 2-1 16,3 2-3-16,0 5-16 0,1 7-11 0,-2-10-15 16,2 10 3-16,0 0-16 0,0 0-6 0,16 17-7 15,-5 1 1-15,0 12-11 0,5 12-5 0,-3 5-1 16,-3 3-2-16,-5-2-4 0,3 0-2 0,-6-1-6 16,2 1 1-16,-2-15 10 0,1-2-15 0,-3 0-5 15,0-5 1-15,5-3-4 0,-5-5 2 0,0-3-1 16,0-3-1-16,0-3-3 0,2-1 2 0,-1-2-1 15,-1-6 6-15,1 9-4 0,-1-9-1 0,0 0 8 16,0 0-10-16,0 0-1 0,0 0 0 0,5-29 0 16,0 14 0-16,1-2 0 0,3-2-1 0,3-3-1 15,1-3-4-15,5-3 2 0,-1 0 2 0,4 2-4 16,2 4 0-16,-1 2-6 0,0 2 4 0,-6 9-1 16,0 1 1-16,-2 5-1 0,-1 0 0 0,-1 5 0 15,1 1-1-15,4 2 5 0,-6 1-5 0,3 3 3 16,2 3-6-16,-5-1-19 0,2 1-20 0,1 1-9 15,-5-2-13-15,0 0-21 0,0-1-24 0,0 0-6 16,2-2-6-16,-2 1-4 0,0-4 8 0,3 0 13 16,-2 0 6-16,4-2 10 0,0-5 7 0,-2 1 17 15,7-2 15-15,-4-2 13 0,-1 0 9 0,-1-4 15 16,1-1 16-16,-3 0 6 0,-2 0 22 0,1-5-6 16,-2-1 10-16,-4 0 14 0,1 2 2 0,-3-4-4 15,0 0-2-15,-2 3 7 0,2-1 22 0,-2 5 14 16,-2 2 3-16,0 3-9 0,2 6-13 0,-4-11-6 15,4 11-7-15,-7-2-5 0,7 2-7 0,-23 16-3 16,10-1-2-16,-3 5-6 0,1 3-2 0,-1 0-4 16,3 2 0-16,1-2-3 0,1-1-1 0,5-3-3 15,1-4-3-15,5 0 0 0,-2 1-5 0,2-5-1 16,2-3 2-16,0 2 0 0,-2-10 0 0,13 13 0 16,-6-9-3-16,5-3-1 0,-4-1 3 0,3-1-2 15,1-4-1-15,-1-3-1 0,1 3-3 16,1-6 2-16,-2 4 3 0,3-6-2 0,-5 0-1 0,-1 3 0 15,2-4 3-15,-6 3-1 0,1-1-1 0,-1-5 5 16,0 7 3-16,-4 1-5 0,3-1 3 0,-1 2 2 16,0 4-3-16,-2 4-3 0,3-8-4 0,-3 8 0 15,0 0 0-15,0 0-5 0,0 0 7 16,0 0-3-16,0 0 0 0,4 24 0 0,-4-14-1 16,1 2 1-16,0-2 0 0,4 2 0 0,-3-2 1 0,2 0-3 15,1-1 1-15,4-1 2 0,-2 0 1 0,0-2 1 16,1-2-1-16,0-1 4 0,0-3 0 0,-8 0 2 15,13 0 1-15,-3-2 1 0,-5 1 8 16,3-2 0-16,1-3 2 0,1-1-3 0,-4 1-4 16,3-3 4-16,-3 0-4 0,1-1-1 0,-2-1-1 15,0 0-2-15,-1 0-6 0,2 1 4 0,1-1-1 16,-2 2 4-16,0 0-8 0,-1 2-1 0,0 1-2 0,1 2 2 16,-5 4-5-16,6-6-1 0,-6 6 1 0,12 1-1 15,-6 4 5-15,-1 0-1 0,4 3 0 16,0 5-1-16,-4 0 0 0,3 3 4 0,-3-2-3 15,1 4 5-15,0-1-9 0,0 0-21 0,-1-1-25 16,1 2-23-16,-2-5-37 0,1 1-25 0,4 5-20 16,0-4-2-16,0-2 4 0,5 0-8 0,3-3-121 0,2-4-304 15,3 0 135-15</inkml:trace>
  <inkml:trace contextRef="#ctx0" brushRef="#br0" timeOffset="-41790.92">13486 15883 29 0,'0'-14'140'0,"-2"-2"9"0,-5 4 8 0,2 2-1 16,-4 1-1-16,-4-2-10 0,1 4-8 0,1 5-7 16,-5-1-9-16,5 3-11 0,-2 3-12 0,-7 0-4 15,1 8-12-15,4-1-6 0,-8 5-7 0,10-2-10 16,-5 2-7-16,9-3-3 0,-2 2-6 0,4-4-2 16,3 0-5-16,3 0-2 0,-3-3-3 0,6 1-3 15,0 0-4-15,1-2-3 0,1-1-1 0,4-2 0 16,-2 0-2-16,5-5-1 0,-2 1 0 0,5-3-1 15,-1 0-1-15,5-3-4 0,-3-2 1 0,-1 0-1 16,-1-2-1-16,-3 1 1 0,-1 0-3 16,-1 0 2-16,1-3 1 0,-1 3 2 0,-2-1 4 0,-1 2 8 15,1 2 7-15,-2-2 1 0,0 4-6 0,-4 5-6 16,4-6-3-16,-4 6-5 0,0 0-2 0,6-3 2 16,-6 3-1-16,0 0-2 0,7 19 0 0,-7-6-5 15,-2 0-25-15,2 2-29 0,0 3-24 0,2-2-40 16,0 0-40-16,0-4-39 0,-2 0-164 0,3 0-385 15,-1-3 171-15</inkml:trace>
  <inkml:trace contextRef="#ctx0" brushRef="#br0" timeOffset="-41581.56">13796 15793 37 0,'2'-18'155'0,"0"1"1"0,0 4 8 0,-2 2-9 16,0 2-10-16,-2-1-8 0,-2 3-14 0,4 7-14 15,-9-3-6-15,9 3-10 0,-14 7-6 0,3 2-8 16,3 5-9-16,-2 4-6 0,-3 6-1 0,4 1-8 0,1-1-6 16,0 3-3-16,6-4-5 0,4-4-4 0,2-1-4 15,-2 0-10-15,5-1-17 0,3-2-29 16,3-1-34-16,1-2-34 0,1-2-31 0,1-4-16 16,4 0-129-16,-2-4-288 0,3-4 127 0</inkml:trace>
  <inkml:trace contextRef="#ctx0" brushRef="#br0" timeOffset="-41378.26">14074 15573 144 0,'0'-14'162'16,"0"2"10"-16,-2 2 3 0,0 4-23 0,2 6-12 16,0-11-18-16,0 11 0 0,0 0 3 0,0 0 9 15,2 27-8-15,-2-1 5 0,0 3-11 0,-2 3-12 16,2 2-9-16,0 13-6 0,0-12-11 0,-2-2-8 15,4 1-7-15,-2-1-5 0,4 0-24 0,-2-5-35 16,1 4-28-16,-1-13-37 0,0 9-61 0,2-5-49 16,-2-3-174-16,-2-2-373 0,0-2 166 0</inkml:trace>
  <inkml:trace contextRef="#ctx0" brushRef="#br0" timeOffset="-41228">14020 15759 7 0,'14'-1'42'0,"3"1"-46"0,-4 2-4 0,-1 2-8 16,5 1 4-16</inkml:trace>
  <inkml:trace contextRef="#ctx0" brushRef="#br0" timeOffset="-40320.89">14340 16018 161 0,'15'-9'155'0,"5"2"-13"0,-2-5-12 0,0 1-9 16,-2-1-14-16,-1-1-4 0,-1-2-12 0,0 1-9 0,-4-2-8 16,3-7-7-16,-5 7-10 0,-6-2 6 15,1 0-13-15,-4 2-11 0,-3 1-3 0,0 4 9 16,-1 0 2-16,-4 1 2 0,-2 2-10 0,2 1 1 15,0 1-7-15,-2 6 2 0,-2 1-5 0,-1 2-4 16,-1 3-5-16,-4 5 4 0,-1 4-7 0,0 1 2 16,4 0 1-16,-2 4-2 0,8-4-4 0,2 2 3 15,3 1-2-15,1 1-3 0,2-5 0 0,0-3-2 16,6 6-1-16,0-7-2 0,1-2 3 0,4 0 4 16,3 1 1-16,0-2 4 0,5-2 2 0,0-2 0 15,4 1 2-15,-4-8-1 0,3 3 0 0,-1-2 0 16,2-2 0-16,-2 3-3 0,4-4-2 0,-6-1 6 15,8-4 4-15,-4 2-6 0,3-6 1 0,-1 0-3 16,-5 3-2-16,-3-2 3 0,-1 1-5 0,-3-3-1 16,1 0-3-16,-3-1 1 0,-3-1-2 0,0-1 1 15,-4 3-4-15,1-2-1 0,-3 1 0 0,0-1 2 16,0 0-1-16,-2 6 3 0,2 2 1 0,-1 3 5 16,1 6 0-16,-2-13-2 0,2 13-2 0,0-9-4 15,0 9 0-15,0-9-3 0,0 9-3 0,0 0 2 16,0 0-1-16,0 0 0 0,0 0 1 0,0 0-5 15,26 14 6-15,-16-6-3 0,0 0 0 0,1-2-4 16,5 3 2-16,-5-1 1 0,0 3-5 0,3 1 3 16,-3 0-2-16,-5-2 3 0,4-1-1 0,-3 2-2 15,-2 0 5-15,0-1-2 0,0 7-3 0,0-8 0 16,-1 2 5-16,-2-5 0 0,1 5 1 0,1-5-1 16,-2-1 1-16,2 1 0 0,0 1 10 0,-1-4-1 15,6 2 4-15,-4-3 0 0,6 0 3 0,1-4-1 16,-1 0 3-16,0-2-2 0,0 0 0 0,4-5 0 15,2 0-3-15,-4-2 0 0,3 0-3 0,-3-1 3 16,-3-1-3-16,3 0 0 0,-5-2-2 0,-1-1 1 16,1 1-1-16,-4 0-4 0,1 0 3 0,-4 2-1 15,1 2-3-15,0 0-1 0,-1 0-1 0,1 3 0 16,-2 1 2-16,0 7-7 0,2-9-1 0,-2 9-1 16,0 0 0-16,0 0 1 0,0 0-2 0,0 0 1 15,-15 30 1-15,6-14 1 0,1 1-2 0,2 1 0 16,4-1 3-16,-1 2 0 0,3 0-1 0,0-2 1 15,1 0 2-15,3-5 1 0,4-2 0 0,-1 1 1 16,5-4-1-16,-3 0 3 0,5-3 0 16,-3 0-3-16,8-5 3 0,-1 1 0 0,1-4-3 0,-1-1 1 15,2-2-3-15,-3 0 0 0,-1-3 4 0,-1 0-2 16,-2-3 1-16,0 0-2 0,-1 0 0 0,-1-1 0 16,-5-3 2-16,4 1 2 0,-5-1-2 0,2 1-2 15,-5 0 2-15,1 4-2 0,0 2 2 16,-2 0-4-16,0 0 1 0,0 4-5 0,-1 6 4 0,2-11-7 15,-2 11 3-15,0 0-3 0,0 0 6 16,0 0-4-16,0 0 1 0,-20 26 2 0,15-15 0 0,-5 4 2 16,5 3 2-16,-1-2-4 0,0 3 2 0,0-2-1 15,0 1-1-15,2-1 0 0,3 2-4 16,-2-4-28-16,2-2-22 0,-1 4-31 0,1-5-28 16,0-2-32-16,1 1-33 0,0-11-45 0,-3 21-170 15,2-14-426-15,1-7 189 0</inkml:trace>
  <inkml:trace contextRef="#ctx0" brushRef="#br0" timeOffset="-40166.03">14874 15576 59 0,'0'0'32'0,"0"0"-48"0,0 0-16 15,10 20 7-15</inkml:trace>
  <inkml:trace contextRef="#ctx0" brushRef="#br0" timeOffset="-39885.22">15676 15511 178 0,'0'0'226'0,"2"-6"-24"0,-2 6-20 0,0 0-19 16,0 0-14-16,0 0-10 0,0 0-4 0,0 0-12 15,0 21-2-15,-3 5-4 0,-2 1-9 0,-4 6-3 16,0-1-11-16,-3 1-5 0,1 1-7 0,1 0-9 16,0-2-6-16,-2-1-7 0,2-1-7 0,2-3-2 15,-1 1-5-15,3-3-5 0,2-6-5 16,0-2-1-16,1-1 1 0,0 1-7 0,1-1-5 15,1-4-18-15,-1 0-24 0,-1-2-22 0,3-4-25 16,0-6-35-16,-1 13-35 0,1-13-38 0,0 7-201 0,0-7-404 16,0 0 179-16</inkml:trace>
  <inkml:trace contextRef="#ctx0" brushRef="#br0" timeOffset="-39622.71">15431 15800 6 0,'0'0'199'0,"0"0"-19"0,0 0-21 16,0 0-11-16,24-2-16 0,-8 4-15 0,5 1-8 16,9-1-13-16,-1 1-10 0,6 0-5 0,1 1-5 15,-1-4-13-15,2 2-7 0,-5-1-4 0,1-1-5 16,1 1-2-16,-6-2-4 0,-8 1-3 0,-1-1 5 16,-1 1 3-16,-5 1 0 0,-1 0-5 0,-1-1-4 15,-2 3 4-15,-2-1 3 0,-1 1 11 0,0 2 2 16,-2 4-2-16,-1 1-2 0,-1 0-4 0,-3 1-5 15,0 0-4-15,-2 2-3 0,-2 3-4 0,-3 0-10 16,2-4-34-16,-2 2-35 0,1-1-44 0,0-4-50 16,2 0-47-16,-1 0-147 0,-2-3-362 0,2 0 161 15</inkml:trace>
  <inkml:trace contextRef="#ctx0" brushRef="#br0" timeOffset="-39485.32">15832 15579 2 0,'0'0'63'0,"4"-10"-22"0,-4 10-28 15,10-3-34-15,-10 3-21 0,0 0 11 0</inkml:trace>
  <inkml:trace contextRef="#ctx0" brushRef="#br0" timeOffset="-39055.14">16159 15720 78 0,'7'-4'201'0,"-7"4"-19"0,0 0-8 0,0 0-9 15,0 0-9-15,0 0-13 0,0 0-1 0,0 0-6 16,0 0-10-16,-9 21-10 0,0-6-13 0,-1 0-9 16,1 1-10-16,-1 3-5 0,2-2-11 15,-2-2-5-15,3-1-5 0,1-3-6 0,2 0-6 16,3-1-4-16,0-1-4 0,2 1-2 0,-1-10-2 15,5 12-1-15,4-8-3 0,2-1-3 0,5 0-5 0,0-2 0 16,7-2-2-16,4-5 0 0,0 0-4 0,-1-4-1 16,2 0 1-16,-3-3-4 0,0-1 2 15,-1-1-5-15,-4-1 3 0,-4 3-5 0,-2-2-1 16,1 1 1-16,-5-2 2 0,2 1-4 0,-1-8-1 16,-4 9-1-16,-1-2 1 0,0 4-1 0,-3 3 0 15,1-2 4-15,-3 6-6 0,0-1 0 0,-1 6-7 16,2-8 2-16,-2 8 2 0,0 0-5 0,0 0 6 15,0 0-4-15,-19 27 0 0,8-13 6 0,2 0-7 16,2 5 2-16,-1 0 2 0,2-2-1 0,0 0-2 16,3 2 3-16,0-3 2 0,3 2 0 0,1-4 4 15,1-1 1-15,-1 1 1 0,1 1-6 0,1-2 3 16,-2-1 3-16,2-1 6 0,-2 1-10 0,0-2 4 16,1 0-8-16,-2 2-21 0,0-3-33 0,0-9-37 15,1 19-33-15,-1-11-44 0,0-2-42 0,0-6-131 16,0 0-371-16,0 0 164 0</inkml:trace>
  <inkml:trace contextRef="#ctx0" brushRef="#br0" timeOffset="-38587.24">17181 15524 45 0,'-7'-15'229'0,"1"4"-1"0,1 2-12 15,0 1-17-15,2 3-26 0,3 5-16 0,-5-6-14 16,5 6-16-16,0 0-12 0,-1 24-8 16,1-5-11-16,0 8-8 0,-3 3-11 0,2 5-4 15,-2-4-8-15,2-1-6 0,0 2-7 0,-2-2-5 0,2-2-2 16,1-3-6-16,0-6-3 0,-1-1-3 0,1 0-5 15,-1-2 0-15,2-1-4 0,-2-3 0 0,-1-3 1 16,2-3-7-16,0-6 7 0,-1 11 5 16,1-11 9-16,-1 8 12 0,1-8 1 0,0 0-2 15,0 8 1-15,0-8-7 0,0 0-2 0,0 0-6 16,0 0-3-16,0 0-8 0,0 0 1 0,25-22-3 0,-10 12-3 16,2 0-3-16,9-3-4 0,3 1-2 15,0 2-2-15,-1 4-1 0,-1-2 0 0,-7 5-3 16,-1 1-2-16,-6 3-4 0,0 2 4 0,0-1-1 15,-4 3 0-15,1 0 0 0,-2 4 0 0,-1-1-4 16,-6 0 3-16,-1 2 2 0,-1 2 0 0,-5-4-2 16,-3 7-1-16,-7-6 2 0,-5 5-5 0,-2 0-11 15,-2-4-27-15,-3-1-23 0,-2-3-20 0,2 1-20 0,0-1-35 16,8-2-33-16,-2-4-37 0,4 0-193 16,0 0-434-16,4-1 193 0</inkml:trace>
  <inkml:trace contextRef="#ctx0" brushRef="#br0" timeOffset="-38277.36">17413 15941 18 0,'14'-3'176'16,"3"-1"-23"-16,0-3-4 0,2 0-14 0,-4 0-13 15,2-1-7-15,-6 1-12 0,1 0-11 0,3-4-7 16,-2 0-11-16,0-2-1 0,-4 0-5 0,-2-1 1 15,-2 3-12-15,2-5 6 0,-5 0-5 0,2 0-7 16,-3 0 6-16,1 5 15 0,-2-1 4 0,-3 3-2 16,2 2-4-16,-2 0-8 0,3 7-6 0,-7-9-5 15,2 7-9-15,5 2-2 0,0 0 5 0,-18 11-3 16,6-1 0-16,-1 3-5 0,4 3-1 0,-3 3-6 16,4-4-1-16,-1 4-6 0,5-1-1 0,2 0-1 15,0 0-2-15,7-2-5 0,2 0 1 0,2-2-18 16,2-1-28-16,5-1-26 0,-2-3-38 0,4 0-37 15,2-3-44-15,1-1-29 0,0-3-119 0,7-4-349 16,0 2 156-16</inkml:trace>
  <inkml:trace contextRef="#ctx0" brushRef="#br0" timeOffset="-36953.46">18017 15716 70 0,'1'-15'166'0,"-1"2"-5"0,-1 5 9 16,1 1-5-16,0 7-6 0,-2-12-14 15,2 12-14-15,0 0-1 0,-9 0 5 0,9 0-5 0,-16 16-6 16,4 8-13-16,-4-3-12 0,1 4-5 0,3-2-11 16,0 2-7-16,3-2-10 0,0 0-4 0,4-3-6 15,4-2-4-15,0-1-6 0,2 0-3 16,3 1-7-16,1-1-18 0,1-8-27 0,4 5-29 16,0-5-24-16,5-2-32 0,-2-2-27 0,4-2-20 15,1-1-12-15,2-4-3 0,0 1 11 0,-2-3 4 16,2 0 13-16,1-3 13 0,-3-1 20 0,1 0 13 0,0-2 25 15,-1 0 12-15,4-7 0 0,-8 3 15 0,1-1 23 16,-4 1-1-16,0-3 7 0,0 1 1 0,-3-2 10 16,0 3 26-16,-5 2 17 0,1 3 21 15,1 0 5-15,-3 2 6 0,-1 2 10 0,-1 6-4 16,2-11-8-16,-2 11-10 0,3-6-1 0,-3 6 1 16,0 0 7-16,0 0-2 0,0 0-3 0,-19 24-5 15,10-11-3-15,1 1-10 0,3-2-6 0,0-1-1 16,0 5-6-16,2-5-1 0,2 1-9 0,0-1-3 0,2 1 0 15,0-3-3-15,3 1-3 0,0-3 1 16,2 0-4-16,2-1-4 0,1 0 2 0,0-2-4 16,0-2 0-16,-1-1 0 0,2-2-4 0,1 1-3 15,-2-3 2-15,0 0-2 0,-2 0 2 0,1-3-2 16,-2-1-1-16,-1 2 0 0,0-2-2 0,-2-2-6 16,0 0 2-16,0-2-1 0,-3 0 2 0,2-1-9 15,-2 1-6-15,0-2 2 0,2 2-1 0,-2-1-2 16,2 3 4-16,-2-1 0 0,1 1-2 0,3 2 6 15,-4 7-1-15,5-9-1 0,2 5 3 0,-7 4 0 16,12-1 4-16,-12 1 4 0,17 8 1 0,-7-3 4 16,-2 4 5-16,0-1 2 0,0 2 4 0,-1 0-1 15,1 4-3-15,-2 0-2 0,1 2 4 0,-2-7 0 16,0 2-3-16,0 0 3 0,-4-3-1 0,2-1 4 16,-2 0 0-16,-1-7 1 0,4 10 6 0,-3-5 6 15,-1-5 12-15,0 0 1 0,0 9-2 0,0-9-4 16,0 0-6-16,0 0-5 0,0 0-1 0,-20-11 1 15,20 11-4-15,-11-9-2 0,6 2 1 0,0-1-6 16,1-3-2-16,3 0-2 0,0-1-1 0,2 0-9 16,3-6 6-16,2 1-2 0,2 1-3 0,2-1 2 15,3 3 3-15,0 0-5 0,1 5-3 0,-3 3 1 16,6-2-2-16,-4 6 0 0,-2 1-5 16,2 0 3-16,-1 3 1 0,0 1-4 0,-3 2 2 0,2 1-3 15,0 1 7-15,-5 2 4 0,3 0-7 0,-2-2 0 16,-1 1 1-16,-1 1-4 0,0-1-3 0,-1-3 5 15,-1 1 1-15,-1 0-1 0,-2-6-5 0,5 7 15 16,-5-7 1-16,5 7 1 0,-5-7 12 0,0 0-5 16,0 0 1-16,0 0-2 0,0 0 2 0,0 0-13 15,0 0 9-15,0 0-3 0,0 0 0 0,0 0 0 16,-2-22-4-16,2 22 6 0,5-15-5 0,-3 7 1 16,4-1-4-16,-1 0 0 0,4-3-3 0,5 1 1 15,0-4-3-15,0 2-3 0,1 3-1 0,2 0 5 16,-2 1-5-16,0 2-1 0,-4 3-3 0,-1 2 2 15,-1 1-2-15,-1 2 2 0,1-1-5 0,1 6 7 16,-3 0-3-16,2 1 2 0,-1 2 2 0,1-1-3 16,-1 8 2-16,-1-7-2 0,-1 2 4 15,1-2-2-15,-1 1-8 0,2-1 17 0,-3-1-7 16,3 1 2-16,0-1-7 0,1-3 13 0,-2 0 1 16,6-1 1-16,-1-1 3 0,2-3-6 0,3-4 7 0,3 0-5 15,-2 0 0-15,-1-1 0 0,0-1 3 0,0-2-3 16,-3 0 1-16,-3 1-2 0,-3-2 0 0,1 0-1 15,1 1-4-15,-5-4 6 0,0-2 0 0,0 3-1 16,-2-1-2-16,0 1-3 0,-2 0 5 16,-1-3-3-16,1 5-2 0,-1 9-2 0,-4-17 0 15,4 17-1-15,-6-11-1 0,2 8-4 0,4 3 3 16,-13-3-4-16,13 3 3 0,-15 10 0 0,6-1-5 0,-4 4 2 16,2 1 4-16,2 0 3 0,0 3-5 15,2-1 2-15,4-1 0 0,0-1-2 0,4 2 5 16,2-3-11-16,1-2 5 0,2 1 10 0,2-2-4 15,2-2 1-15,0 1 2 0,3-3 3 0,-2-1-3 16,2-3 1-16,5 0 8 0,-5-2-8 0,0-1-2 16,3-4-1-16,2 1 2 0,-1-4 0 0,-3 0-8 15,0 0 11-15,-3 0 0 0,-2-1-2 0,2-4-8 16,0 0 11-16,-3 3-4 0,0-5-2 0,0 1 4 0,-3 2-3 16,-1 1 3-16,1 0-2 0,-2 3-4 15,0-1-8-15,-3 9 8 0,5-10-5 0,-5 10 2 16,0 0-1-16,0 0-9 0,0 0 17 0,0 0-8 15,0 0 4-15,-16 23 0 0,7-8 0 0,-1 1-3 16,1 2 2-16,-1-3-2 0,-3 7 1 0,3-4 0 16,1-2 7-16,1 0-8 0,1 1 1 0,2-3 6 15,-3 2-5-15,4-5-3 0,0 1-21 0,0 0-24 16,2-2-34-16,-2 0-32 0,0 0-38 0,0-1-47 16,4-9-57-16,-14 14-201 0,8-9-498 0,-3-1 220 15</inkml:trace>
  <inkml:trace contextRef="#ctx0" brushRef="#br0" timeOffset="-36250.82">19650 16086 94 0,'-1'-11'229'0,"1"2"-11"0,1-4-11 0,3-2-9 0,2-2 14 16,2-2-14-16,2-4-16 0,-1 0-19 15,7-1-7-15,-3-2-13 0,1 1-5 0,2-4-14 16,-1-1-7-16,0-2-10 0,2 2-8 0,-3-2-3 16,0-1-7-16,3-11-5 0,-7 11-12 0,0 1-6 15,-1-1-5-15,-1 1-9 0,-1 0 1 0,0 2 1 16,-5 2-3-16,2 2-1 0,-3 10-2 0,1 3 0 0,-2 3 3 15,1 2-7-15,-1-1-5 0,0 9-4 0,1-10-23 16,-1 10 10-16,0 0 1 0,0 0-6 0,-4 27 3 16,-1 0-5-16,-2 4 0 0,-2 13 1 0,-3 3-6 15,4 1 2-15,0-13 0 0,0-1-3 16,3-2-1-16,4-3-2 0,-1-1-3 0,7-2 0 16,1 0 5-16,5-2-2 0,1-8 6 0,5 5-6 0,4-4 6 15,3-3-2-15,3-3-3 0,5-3-13 0,1-3 19 16,2-3-8-16,-2 0 2 0,1-4 0 0,0-1-4 15,-5-4 7-15,-2 2 0 0,-8-2-3 16,1-1 5-16,-4 0 2 0,-1-4-8 0,-2 0 0 16,-1-4 1-16,-5 2-3 0,2-1-1 0,-4-3-2 15,-1 2 8-15,-1-3-5 0,-5 1 2 0,1 3-5 0,0 0 1 16,-1 2-4-16,-1 4 6 0,1 1-8 16,1 2-1-16,1 6-2 0,-3-11-8 0,3 11 10 15,0 0 2-15,0 0 0 0,0 0-7 0,-13 23 5 16,11-9 4-16,1 1-4 0,1 2 2 0,1 0 2 15,2-1-9-15,2 2-10 0,2-3-23 0,-3 2-42 16,4-2-19-16,2 0-37 0,-2-4-39 0,2 1-39 16,-1-1-32-16,1-2-226 0,-2-1-515 0,0-1 229 15</inkml:trace>
  <inkml:trace contextRef="#ctx0" brushRef="#br0" timeOffset="-36097.61">20291 15566 76 0,'0'-12'85'0,"0"12"-21"0,0 0-16 15,12-1-17-15,-12 1-23 0,15 20-11 0,-5-3-13 16,1 8-34-16,3 0-52 0,-4 1 24 0</inkml:trace>
  <inkml:trace contextRef="#ctx0" brushRef="#br0" timeOffset="-35709.93">20502 15896 159 0,'0'0'195'0,"4"2"-15"0,-4-2-9 16,0 0-12-16,0 0-10 0,0 0-13 0,0 0-4 16,8-12-7-16,-8 12-9 0,2-9-11 0,0 3-10 15,-1-2-8-15,3-1-10 0,2-1-1 0,0 0-8 16,0 1 2-16,-1-1-2 0,2 0-6 0,3 4-8 16,0 0-7-16,-1-1 0 0,2 7-7 0,-1-3-3 15,1 4-3-15,2 1 4 0,0 2-2 16,4 4-1-16,-2-1 2 0,3 4 2 0,-2-2-3 0,3 2-3 15,-4 0 0-15,9 0-2 0,-5-3 2 0,1-2-4 16,0-1-2-16,2-2-3 0,-1-2 4 0,6-2-5 16,2-3-1-16,-3-1-3 0,1-3 2 15,-7 1-2-15,6-4-5 0,-9 0-2 0,1 1 6 0,-3-2-3 16,0-1-1-16,-3-2 0 0,-3 0-3 16,-2-1-1-16,0-2 2 0,-6 0-2 0,3 0-1 0,-4 0-2 15,0 1-4-15,-1 1 4 0,-2-1-2 0,0 7 3 16,1-2-3-16,-6 4 0 0,2-1-1 0,0 6 1 15,-2 0-5-15,-2 3 6 0,-3 4-2 16,3 3 3-16,-6 4-6 0,3 2 0 0,0 1 3 0,1 4-6 16,3-1 9-16,1-1-5 0,2 2 2 15,5 0-7-15,1 0-13 0,2-2-37 0,8-1-31 16,-3 0-38-16,6-3-41 0,6-3-32 0,-3-1-35 0,13-1-172 16,0-2-435-16,-1-2 193 0</inkml:trace>
  <inkml:trace contextRef="#ctx0" brushRef="#br0" timeOffset="-35072.92">21449 15758 67 0,'18'-11'112'0,"-1"-2"-6"16,-4 0 3-16,-2-2 3 0,-2 1-5 0,-3-1-6 16,-3 4 15-16,-3 1 0 0,-4 1 13 0,-1-1 1 15,-4 4-5-15,-1 1-3 0,-2 2-6 0,-7 5-1 16,-1 2 1-16,-6 2 1 0,-1 6-10 0,-1 3 1 16,3 0-11-16,-1 2-6 0,2-2-7 0,4 4-10 15,8-3-6-15,3-1-5 0,4-1-2 0,1-1-10 16,4-1-4-16,4-1-2 0,5 2-6 0,5-3-1 15,-1-1-4-15,4-3-1 0,4-2-5 0,1-2-2 16,7-2-5-16,-2-1-3 0,-4-4-1 0,-4-1 0 16,3 3-2-16,-3-6 1 0,-1-1-7 0,0 0 2 15,-3-1 6-15,-1-6-4 0,-5 5-2 0,1-3 4 16,0-2-1-16,-1 2 0 0,-1 1-2 0,-4 1 2 16,-1 2-5-16,0 0 12 0,-1 1-1 0,0 1 0 15,-1 4 0-15,-1 5-5 0,2-10-3 0,-2 10-7 16,0 0 6-16,0 0 4 0,0 0 0 0,-18 17-4 0,11-5 6 15,1 4-7-15,-3-1 4 0,4 1-2 16,1 1 9-16,2-1 3 0,0 2-3 0,5-4-1 16,1 1-9-16,1-5 16 0,4 2 4 0,1 0 0 15,3-3-1-15,3 1 6 0,-1-4-6 0,2 0 0 16,1-1-7-16,-1-4 1 0,1 0 3 0,-5-2-2 16,-1 0-4-16,4-3-14 0,-5-3 2 0,1 3 12 15,0-8 6-15,-3 4-2 0,3-5 2 0,-2-1-4 16,-3 0-2-16,0-2 7 0,-3 0-10 0,-3-3 1 15,0-1-5-15,-1-4 0 0,-1 0 3 0,-3-1-3 16,-2 5-6-16,2 2 0 0,-2 0 2 0,-2 2-2 16,3 2 1-16,-1 3 0 0,1 1-5 0,-1 1-12 15,1 5 17-15,1-3-5 0,4 7-4 0,-6-5 0 16,6 5 6-16,0 0-9 0,0 0 4 0,0 0-3 16,0 0 1-16,-5 16 3 0,5-16 8 0,15 12-11 15,-6-5-3-15,8 2 5 0,1-3 1 0,2 1-2 16,6-1 6-16,-3-3-6 0,4 1 1 0,-6-4-4 15,0 5 6-15,-3-3-3 0,0-1 2 0,-7 4-2 16,0-2 1-16,-1 3 3 0,-3 1 14 0,-2-1 15 16,2 6 4-16,-5-2 4 0,1 3-5 0,-3 2 2 15,0 1-6-15,-3 2-9 0,1 0-1 0,-1-1-1 16,-3 2-26-16,2-4-53 0,1-3-56 0,2 4-58 16,-1-4-64-16,2-1-68 0,-2-4-311 0,2-7-665 15,0 0 295-15</inkml:trace>
  <inkml:trace contextRef="#ctx0" brushRef="#br0" timeOffset="-34945.32">22314 15786 175 0,'4'-3'213'0,"1"0"-9"0,-5 3-17 0,5-7-15 16,-5 7-23-16,4-3-12 0,-4 3-37 0,0 0-47 16,0 0-60-16,-24-6-83 0,6 5-126 0,-2-2-233 15,-10 0 103-15</inkml:trace>
  <inkml:trace contextRef="#ctx0" brushRef="#br0" timeOffset="-33353.2">1146 15402 71 0,'-3'-10'136'15,"-3"-1"9"-15,4 2-5 0,-3 0-4 0,2 0-2 16,3 9-7-16,-8-10 3 0,8 10 2 0,-5-13-4 15,5 13-13-15,-4-7-6 0,4 7-10 0,0 0-16 16,-4-8-9-16,4 8-9 0,0 0-3 0,0 0-4 16,0 0 3-16,7 29 1 0,-3-11-1 0,0 8-2 15,-2 3-4-15,2 1-8 0,-3 2-5 0,0-1-4 16,1 1-6-16,0 0-1 0,0-4-3 0,0 1-2 16,3-4-6-16,-1-6 1 0,0 2-1 0,0-5-3 15,2 0-2-15,0 0-1 0,-2-4-3 0,1-3-2 16,0 1 2-16,-1-5-3 0,3 2 3 0,-4-3-2 15,3 1 2-15,0-3 0 0,-6-2-3 0,11 3 5 16,-11-3 3-16,16-7 2 0,-11 2 1 0,5-4-2 16,-1 0-3-16,-1 0 3 0,3-4-3 15,-2-3-4-15,0 3 5 0,-2-2-4 0,-3 0-6 16,2 4 8-16,-4-1 0 0,2 2 1 0,3 3-2 16,-6-1 0-16,0 1-1 0,-1 7-7 0,0 0-3 15,4-13-2-15,-4 13-2 0,6-3-7 0,-6 3 5 16,0 0-1-16,17 11 3 0,-9-3 3 0,-1 4-4 15,5 1-1-15,-3 2 4 0,0-2-3 0,0 3 4 16,0-2-3-16,1-2 3 0,1 1-3 0,-3-3 2 16,0-1 1-16,-1-4-7 0,2 0 6 0,-4 0 4 15,-5-5-3-15,11 7 3 0,-4-6 6 0,-7-1 10 16,16-1-2-16,-16 1-3 0,15-9-3 0,-5 0 9 16,-6-1 0-16,7-3 0 0,-2-2 2 0,-4-1 1 15,1-1 4-15,-1-1 1 0,1 0-5 0,-2-2 5 16,0-5-8-16,-2 0 1 0,1-1-5 0,-2 0-2 15,0 1 1-15,-2 7-3 0,4-1 0 0,-2-1-2 16,-1 1-7-16,0 3-10 0,3 7-20 0,-1-4-24 16,-2 13-31-16,4-13-37 0,-4 13-21 15,9-10-33-15,-9 10-26 0,0 0-25 0,27 4-153 0,-27-4-409 16,19 16 180-16</inkml:trace>
  <inkml:trace contextRef="#ctx0" brushRef="#br0" timeOffset="-33071.27">1885 15692 25 0,'14'-1'186'0,"-14"1"-3"0,0 0-1 15,12-11-6-15,-8 4-2 0,-4 7-14 0,7-12-10 16,-6 4-15-16,5-5-9 0,-1 3-13 0,-2-2 3 16,1-4-12-16,-3 3-8 0,-1 3-1 0,0-3-2 15,0 2-4-15,0 11-9 0,-1-17-4 0,1 17-2 16,-4-13 1-16,4 13-13 0,-5-8 6 0,5 8-10 15,-6-8-19-15,6 8 5 0,0 0-6 0,0 0-14 16,-17 13 8-16,7 1-2 0,-2 1-8 0,4 3 0 16,-3 4-4-16,3-4-2 0,3 7-2 0,1-6-3 15,6 1-8-15,0-1-15 0,3-2-18 0,5 0-5 16,1 0-20-16,3-4-15 0,1-3-26 0,9 4-31 16,2-6-35-16,2-3-30 0,-1-4-180 15,7-2-403-15,-2-2 178 0</inkml:trace>
  <inkml:trace contextRef="#ctx0" brushRef="#br0" timeOffset="-32468.89">2585 15462 124 0,'0'0'192'0,"-10"-8"-7"0,10 8-5 0,-16-2-18 15,16 2-4-15,0 0-22 0,-26 10-14 0,18-4-10 16,-2 7-23-16,-1-3 0 0,4 6-14 0,-1-2-2 15,2 3-8-15,-1 2-6 0,5-3-5 0,1 2-7 16,2-1-4-16,0-5-7 0,4 0 0 0,0-1-6 16,3-3 4-16,0-1-4 0,2-1-2 0,0-4-5 15,3-2 0-15,1 0 0 0,-1-2-2 16,-1-3 0-16,0 0-5 0,-2 0 0 0,2-1-2 16,-3-3 6-16,0 0 4 0,-3-3 5 0,1 4-1 15,-1-4 0-15,-2 2 1 0,-3 0 2 0,-1 10 1 16,1-19-1-16,0 10 6 0,-1 9 1 0,-2-12-1 15,2 12-9-15,0 0 3 0,-1-13-3 0,1 13-6 16,0 0-7-16,0 0-1 0,0 0-4 0,0 0-3 16,0 0 1-16,0 0-2 0,0 0-2 0,7 29 1 15,-3-20 0-15,0 2 1 0,2-4 0 0,1 2-4 16,0-2 2-16,4 2 3 0,-1-5-4 0,0-1 0 16,0 1 3-16,4-1 0 0,-2-2 2 0,3-4 0 15,1-2 1-15,0-1-1 0,-1-2 1 0,1-3-3 16,-3-2 4-16,-3 4-2 0,1-3 21 0,0-2-1 15,0-1 0-15,-9 0-2 0,4-4 0 0,-3 0-1 16,0 0-5-16,0 1-4 0,0-10 7 0,-3 3-17 16,3-2 11-16,-3 2-1 0,0-1 0 0,-1 8-7 15,-1-2 1-15,2 9 8 0,-1-4 8 0,1 15 8 16,-1-18-5-16,1 18-5 0,-3-12-4 16,3 12-8-16,0 0-4 0,0 0-2 0,0 0-2 15,0 0 0-15,0 0-7 0,0 0 6 0,16 45-2 0,-11-16 5 16,0 1 0-16,-1 17-4 0,-2 1-1 0,2-1 5 15,-1 0-9-15,2 0 4 0,-3 1-3 16,-1-11 3-16,2-4 2 0,0 2-2 0,-2 1 0 16,0-1-9-16,2-2-21 0,-2-1-22 0,3-3-21 15,-3-1-33-15,2-8-28 0,-3-4-12 0,2-3-49 16,0-2-49-16,-2-11-173 0,-2 19-451 0,2-19 199 16</inkml:trace>
  <inkml:trace contextRef="#ctx0" brushRef="#br0" timeOffset="-32243.04">2922 15508 129 0,'3'-22'171'0,"1"11"-14"0,1 2-15 16,4 0-2-16,0 1 3 0,2 3-9 0,2 2-18 16,1 1-11-16,4 2-5 0,-18 0-13 15,28 4-11-15,-13 0-4 0,1 3-10 0,-5 1-1 0,1 0-9 16,-1 7-3-16,-1-2-7 0,-4-2-2 15,-3 1-4-15,1 4-7 0,-1 0 3 0,-6-5-8 0,3-11-6 16,-6 28-20-16,2-15-15 0,-2 0-27 16,-1-2-32-16,0-3-47 0,-2 0-42 0,9-8-100 15,-15 9-288-15,15-9 128 0</inkml:trace>
  <inkml:trace contextRef="#ctx0" brushRef="#br0" timeOffset="-32016.79">3226 15241 38 0,'-2'-8'251'0,"2"8"0"0,0 0-6 16,-4-18-21-16,4 18-23 0,0 0-26 0,0 0-23 15,0 0-13-15,0 0-16 0,0 0-11 0,0 0-3 16,0 0-11-16,12 42-3 0,-6-13-8 0,-2 3-7 16,0 3-5-16,2-1-9 0,-4 1-3 15,1 10-9-15,0-10-3 0,1-2-8 0,-3 2-3 16,1-3-15-16,1 0-19 0,-2 0-33 0,-1-4-13 0,0-1-25 15,0-7-33-15,-1 5-26 0,1-10-39 0,-1 2-29 16,1-6-157-16,0-11-379 0,-5 16 168 16</inkml:trace>
  <inkml:trace contextRef="#ctx0" brushRef="#br0" timeOffset="-31817.27">3212 15503 31 0,'11'-17'160'0,"-1"-1"3"0,1 3-5 0,3 2 5 15,-5 4-5-15,3 2-12 0,1 3-10 0,-2-1-9 16,1-1-12-16,-12 6-9 0,20 0-12 0,-20 0-7 16,21 6-7-16,-12 1-5 0,-1-1-8 0,-1 3-4 15,-2 1 2-15,-5-10-8 0,2 23-5 16,-4-7 1-16,-5 3-9 0,0-2-1 0,-7 9-26 16,-4-4-30-16,0 0-38 0,-4-1-50 0,1-4-58 15,0-2-164-15,5-4-350 0,5-4 156 0</inkml:trace>
  <inkml:trace contextRef="#ctx0" brushRef="#br0" timeOffset="-31052.9">3440 15457 122 0,'0'0'190'16,"0"0"-10"-16,-3-5-22 0,3 5-14 0,0 0-18 0,0 0-12 16,0 0-11-16,0 0 7 0,25 0-17 0,-14 3-6 15,1 3-8-15,0-1-7 0,4-1-9 16,-1 7-4-16,-1-2-5 0,-2 3 2 0,2-1-12 15,-7-2-4-15,5 4-30 0,-5-4-3 0,0 4-1 16,1-6 3-16,-4 5-1 0,-2-6 0 0,4 2 1 16,-3-2 1-16,1-1 6 0,-4-5 8 0,0 10 9 15,0-10 7-15,0 7 8 0,0-7 13 0,0 0 2 16,0 0 3-16,0 0 1 0,0 0-6 0,-4 8-7 16,4-8-6-16,0 0-8 0,0 0-4 0,0 0-5 15,-3-24-6-15,5 13-8 0,0-1-8 0,3-5-1 16,3 2-4-16,0-1 3 0,0 1-6 0,2 1 2 15,1-2-4-15,-1 0 1 0,-2 8-2 0,-2-2 2 16,0 5-6-16,-1-3 3 0,-5 8-2 0,11-6-3 16,-11 6-5-16,8-3 2 0,-8 3 0 0,0 0 3 15,16 11-2-15,-9-1 4 0,-2 1-1 0,3 6 3 16,-3-3-3-16,2 1 3 0,-3 1 7 0,0-4-5 16,1 0-2-16,0-1 0 0,2 0 1 15,-2-1 1-15,-2-1-2 0,3-2 6 0,-3-1-2 0,3-1-1 16,-6-5 5-16,6 6 1 0,0-6 2 0,-6 0 4 15,8 2-7-15,-8-2 1 0,8-6 5 0,-8 6 2 16,5-8 2-16,-3 0 6 0,-2 1-6 0,0-3-3 16,-1-2-1-16,-3 1 0 0,0-1-1 15,-2 1 0-15,0 1 1 0,-3-1-4 0,0-3-1 16,1 5 0-16,2 2-6 0,-1 1-10 0,0-1-16 16,7 7-21-16,-9-8-27 0,9 8-30 0,-12-3-25 15,12 3-16-15,0 0-14 0,0 0-10 0,-11 12-8 16,11-12-111-16,1 13-313 0,-1-13 139 0</inkml:trace>
  <inkml:trace contextRef="#ctx0" brushRef="#br0" timeOffset="-30846.51">3923 15444 91 0,'5'-9'187'0,"-5"9"-1"0,0 0 3 0,0 0-10 16,4-11-3-16,-4 11-17 0,0 0-17 0,0 0-13 15,0 0-19-15,0 0-14 0,0 0-11 0,9-2-7 16,-9 2-5-16,0 0-6 0,18 17-8 0,-11-11-4 15,2 3-8-15,0 0-1 0,7 1-3 0,-3 3-6 16,0-1-3-16,2-3-2 0,0 1 2 0,-1-1-13 16,-1-2-13-16,1 0-29 0,-4 1-34 0,1-2-33 15,1-1-30-15,-3 0-32 0,0 0-11 0,-9-5-8 16,10 6-99-16,-10-6-288 0,7 4 128 0</inkml:trace>
  <inkml:trace contextRef="#ctx0" brushRef="#br0" timeOffset="-30685.29">4158 15525 3 0,'-6'-26'44'0,"1"15"17"0,-2-4 5 15,1 4-1-15,1-4 30 0,0 5 15 0,1-1 15 16,4 11 9-16,-8-11 7 0,8 11-7 16,-7-11-17-16,7 11-13 0,0 0-12 0,0 0-13 15,0 0-5-15,0 0-9 0,0 0-6 0,-17 18-6 16,13 3-3-16,-5 2-4 0,1 4-3 0,1 0-7 0,0 1-17 16,-2 1-24-16,3-3-34 0,3 0-31 0,2-7-32 15,-3-1-35-15,3 0-107 0,-3-4-264 16,2-4 117-16</inkml:trace>
  <inkml:trace contextRef="#ctx0" brushRef="#br0" timeOffset="-30490.67">4267 15372 169 0,'0'0'157'0,"3"-10"-18"0,-3 10-8 0,0 0-9 16,0 0-13-16,0 0-4 0,11 27-10 0,-7-12-12 15,-2 2-2-15,3-1-8 0,0 4-8 0,-2-1-6 16,2 7-6-16,0-2-4 0,-2-6-33 0,2-1-24 16,-2 1-16-16,-1-3-55 0,1-2-32 0,2-2-103 15,-5-2-233-15,0-9 103 0</inkml:trace>
  <inkml:trace contextRef="#ctx0" brushRef="#br0" timeOffset="-29933.18">4331 15401 13 0,'20'17'24'0,"1"0"0"16,-6-4 4-16,0-2-2 0,-4-3 10 0,-1 0 5 15,-3 0 2-15,0-5 8 0,-2 1 12 0,-5-4 15 16,9 8 17-16,-9-8 14 0,7 4 11 0,-7-4 10 16,0 0 10-16,0 0 2 0,0 0-5 0,7 5-4 15,-7-5-15-15,0 0-6 0,0 0-13 0,0 0-4 16,0 0 0-16,0 0-11 0,0 0-1 0,-14-30-9 16,11 21-1-16,3 9-11 0,-1-21-3 15,5 11 5-15,-2-3-8 0,2 2-5 0,3 0-11 16,-1 1-3-16,2 1-6 0,2 2-6 0,-1 3-3 0,1 0-7 15,1 3-1-15,-11 1 1 0,22 1-2 0,-9 3 0 16,1 4-2-16,-3 1-1 0,0-2 1 0,-3 5-2 16,-2-2-5-16,1-2-1 0,0 3 3 0,-2-1-2 15,-1-2-1-15,-1 1 2 0,-3-9 3 16,5 13 1-16,-5-13 0 0,3 9-1 0,-3-9 6 16,3 8-3-16,-3-8 6 0,0 0-3 0,0 0-1 15,0 0-5-15,0 0 2 0,0 0-1 0,0 0-1 16,0 0-5-16,0 0-1 0,-11-28-4 0,8 16-5 15,3 12-3-15,4-23-5 0,2 10 1 0,-2 2-1 16,1-1 0-16,0 4 2 0,0 0 0 0,-5 8 2 16,9-12-3-16,-2 7 4 0,-7 5-4 0,11-4-1 15,-11 4 0-15,14 3 3 0,-5 4-2 0,-1 0 1 16,-3 1 0-16,1 2 5 0,3 5-10 0,-2-1-5 16,0 1-27-16,-4-3-27 0,2 5-24 0,-4-6-40 15,3 0-33-15,-3-1-35 0,-1 0-117 0,0-10-354 16,0 0 157-16</inkml:trace>
  <inkml:trace contextRef="#ctx0" brushRef="#br0" timeOffset="-29201.38">4896 15276 128 0,'-11'-9'184'0,"11"9"-9"0,0 0-12 0,-19-1-15 15,19 1-16-15,0 0-10 0,-19 11-11 0,19-11-2 16,-9 21-17-16,4-12-10 0,2 4-11 0,1-3-1 15,3 4-9-15,0-2-1 0,1-1-9 0,0 1-2 16,1-2-8-16,2-1 1 0,0-2-5 16,3 0 0-16,-8-7-1 0,7 9-4 0,-7-9 4 15,11 4-3-15,-11-4-3 0,0 0 4 0,0 0 4 16,0 0 7-16,20-3 0 0,-20 3 1 0,0 0-2 16,8-13 2-16,-8 13-4 0,0 0-2 0,2-15-4 0,-2 15-2 15,0 0 1-15,0 0-1 0,0 0-2 16,0 0-4-16,-2-17-11 0,2 17 3 0,0 0-9 15,0 0-1-15,0 0-2 0,0 0 5 0,0 0-10 16,0 0 8-16,0 0-8 0,12 31-3 0,-12-31 2 16,5 14 7-16,2-3-7 0,1-3 5 0,-2-1-2 15,2-1 1-15,-3-1-2 0,4-1 3 0,-9-4-1 16,15 4 2-16,-6-3 0 0,-9-1 4 0,18-1-5 16,-7 0 9-16,0-4-10 0,0-3 4 0,1-2-2 15,-3 0-1-15,-2-1 9 0,0 0-4 0,-1-2-3 16,-1-4 5-16,-1-1 2 0,1 3 1 0,-2-11-6 15,-1 11 0-15,2-3-2 0,-3 0 5 0,-2-1-3 16,1-2 1-16,-1 2-5 0,-2-7 2 0,2 2-3 16,0 7 1-16,1 1 0 0,-2 4 2 0,1 2 8 15,1 10 5-15,-1-18-6 0,1 18-1 0,-1-9-10 16,1 9 1-16,0 0 3 0,0 0-9 0,0 0 2 16,0 0-1-16,7 32-1 0,-2-14 3 0,-2 9-4 15,-2 0 1-15,6-2 0 0,-4 3 2 16,3 1-3-16,-4-1 1 0,6-4 2 0,-2 1-1 0,2-1 1 15,0-8-2-15,-1 0 2 0,1-6 0 16,-2 2-1-16,1-4 8 0,0 0-2 0,3-1 0 0,-1-2 1 16,0-2-2-16,3-2 5 0,-1-1-3 0,3-5-1 15,-2 1 4-15,6-6-3 0,-2 0 1 16,0 1-1-16,-5-4 0 0,1-2 2 0,-1 0-2 16,-4-1-3-16,-2-1 1 0,-1 2 0 0,-2 3 0 15,-1-2 0-15,-1 2-1 0,-1 2-5 0,1 10 6 16,-5-18 2-16,5 18 5 0,-5-11-5 0,5 11-3 15,-9-4 0-15,9 4 2 0,0 0-4 0,0 0 2 0,-28 24-1 16,18-6-1-16,1-1-1 0,0 7 1 16,1-5 1-16,4-1-4 0,0 0 0 0,4 0-2 15,2 1-3-15,0-8-17 0,3 4-20 0,0-4-27 16,1 0-37-16,1-5-32 0,1 3-35 0,1-4-45 16,1-2-36-16,0-2-154 0,-10-1-442 0,0 0 196 15</inkml:trace>
  <inkml:trace contextRef="#ctx0" brushRef="#br0" timeOffset="-29040.12">5113 15257 124 0,'0'0'185'0,"0"0"-21"15,0 0-21-15,0 0-27 0,0 0-28 0,0 0-38 16,30 18-50-16,-12-14-43 0,0 0-96 0,3-2-148 15,0 0 66-15</inkml:trace>
  <inkml:trace contextRef="#ctx0" brushRef="#br0" timeOffset="-28903.62">5518 15440 39 0,'3'12'163'15,"-2"0"-15"-15,0 0 0 0,-1-2-8 0,1 2-9 16,-2 1-12-16,2-2-11 0,-3 3-19 0,1-2-43 15,-5 3-52-15,-1 1-90 0,-9-2-76 0,2 0-186 16,-7 1 82-16</inkml:trace>
  <inkml:trace contextRef="#ctx0" brushRef="#br0" timeOffset="-25529.34">22445 16035 197 0,'0'0'185'0,"4"-5"-18"16,-4 5-15-16,0 0-12 0,0 0-11 0,0 0-13 15,-18 20-9-15,9-4-11 0,-4 1-6 0,-5 5-10 16,0 0-15-16,3 2-3 0,-2-2-34 0,4 0-43 15,3-5-42-15,0-2-45 0,1 2-138 0,-1-3-260 0,5-2 115 16</inkml:trace>
  <inkml:trace contextRef="#ctx0" brushRef="#br0" timeOffset="-25028.18">22772 15511 104 0,'0'0'141'0,"-8"-9"-18"16,8 9-27-16,-5-4-21 0,5 4-29 0,0 0-46 15,0 0-45-15,0 0-45 0,-10 19-98 16,10-19 43-16</inkml:trace>
  <inkml:trace contextRef="#ctx0" brushRef="#br0" timeOffset="-17512.93">23094 15744 22 0,'-5'-7'138'0,"5"7"-9"0,-10-8-5 15,6 5-5-15,4 3-6 0,-14-6-4 16,6 4-7-16,8 2-1 0,-19-3-7 0,7 3 1 16,-2 3-10-16,3 2-5 0,-6-1-12 0,4-1-7 0,-3 8 8 15,-8 1-11-15,7 1 1 0,0 1-8 16,2-2-7-16,1 1-2 0,1 1-6 0,5 1-3 0,-2-1-4 16,4-3-2-16,3-1-5 0,0 0 0 0,0 1-3 15,3-2-1-15,0 4-3 0,3-5-2 16,-1 0 0-16,6-1 2 0,3-1-3 0,-2 0 0 15,3-4 0-15,2-2-3 0,5 0-5 0,0-2 0 16,1-2 1-16,0-2 0 0,-1-4 1 0,-1 1 1 16,-2-4 0-16,6-4 2 0,-4-1 2 0,-4 2-2 0,-1 2 5 15,0-9-4-15,-2 0 3 0,-4-2-2 16,-4 0-1-16,0-2-1 0,-1-2-3 0,-2-1 2 16,0-1 3-16,-2 2-8 0,-3-2 8 0,0 1-6 15,-3 2 6-15,3 4 11 0,1 5 3 0,-1 2 0 16,3 2 3-16,-2 5 5 0,1 1-7 0,0 3-3 15,3 6-1-15,-3-8-4 0,3 8 0 0,0 0-7 0,0 0 1 16,0 0 0-16,-2 39 1 0,-2-9 2 0,4 3-3 16,-3 13 9-16,-4-1-9 0,4 1 3 15,-3 0-2-15,4-12-4 0,-1-3-1 0,1-1 0 16,0 0 1-16,6-3-2 0,0-2-1 0,-1-5 1 16,3 3-3-16,2-7 2 0,-1 0-1 0,5 0 0 15,-1-4 1-15,-3-5-4 0,7 4 2 0,-3-5 0 0,-1-1 1 16,0-2-2-16,3-1 0 0,-4-2 6 0,4-1-1 15,-3-3 22-15,1-1-2 0,1-2-5 16,1-4 3-16,-4 2-7 0,0-4 1 0,-1-2-1 16,0 2-2-16,-1-3-1 0,-3 1 0 0,-3 0-4 15,2-1-3-15,-4 4 4 0,-2 2 4 0,2-1 8 16,-2 2 2-16,0 3-3 0,2 6 1 0,-3-12-8 16,3 12-1-16,0 0-3 0,0 0 0 0,0 0-1 15,0 0-5-15,0 0 4 0,0 0-2 0,0 32 0 16,3-20-1-16,-1 0-22 0,4 1-19 0,-3-2-32 15,1 2-22-15,3 2-39 0,-2-5-41 0,1-1-36 16,2-2-35-16,1 3-146 0,-2-4-415 0,-1-2 183 16</inkml:trace>
  <inkml:trace contextRef="#ctx0" brushRef="#br0" timeOffset="-17374.21">23293 15621 42 0,'0'0'28'0,"0"0"-40"0,0 0-13 0,0 0 6 15</inkml:trace>
  <inkml:trace contextRef="#ctx0" brushRef="#br0" timeOffset="-17134.95">23521 15872 95 0,'8'4'165'0,"1"0"-4"16,-3-1-14-16,1 0-5 0,4-1-4 0,-5 0-2 0,-6-2-10 15,14 1 0-15,-9 1-1 0,-5-2-3 0,0 0-6 16,16-4-4-16,-16 4-5 0,6-6 0 0,-6 6-8 16,1-8-4-16,-1 8 6 0,-2-12-3 0,2 12-7 15,-8-11-10-15,0 2-8 0,1 4-12 16,-2-3-5-16,-1 2-19 0,-2 1-18 0,-1 2-18 15,3 0-30-15,-1 2-32 0,-1 2-18 0,2 2-29 0,1 0-32 16,-1 3-29-16,2 0-38 0,0 4-117 16,3-6-351-16,3 4 155 0</inkml:trace>
  <inkml:trace contextRef="#ctx0" brushRef="#br0" timeOffset="-16569.41">23902 15757 44 0,'0'0'176'0,"-5"-10"20"16,-2 3-10-16,1 4-12 0,-6-3-10 16,-3 3-3-16,-3 4-15 0,-2 0-6 0,0 3-13 0,1 6-11 15,1-2-9-15,-3 6-11 0,-2 3-6 16,7-2-7-16,0-1-9 0,3 1-9 0,-1-1-6 16,4 3-8-16,4-3-2 0,1-1-2 0,3-2-8 15,4-1-5-15,1 2-3 0,3-2-2 0,0-1-2 16,3-3-2-16,2-1-3 0,-1-3 0 0,8-1-4 15,-1-4 4-15,-3-1-4 0,1-2-4 0,4-3 3 16,-3-2 1-16,1-2 3 0,-2-1 12 0,-4-1 3 16,3-7 3-16,0 0 2 0,-2-2-1 0,-2 0-3 15,-1-4 1-15,-2 0-9 0,-3 1 2 0,1-2-4 16,-2-2-3-16,2 2 0 0,-1-3-6 0,2 0-1 16,-4 2-2-16,-1 1 1 0,-5 10-2 0,5 0-4 15,-2 3 0-15,0 5 9 0,-2 2-4 0,3 3-3 16,0 6-4-16,-1-8-1 0,1 8-4 0,0 0 4 15,-3 24-2-15,2 3-3 0,0 4 3 0,0 3 5 16,-5 12-1-16,3-10 1 0,1 12-2 0,0-18-3 16,4 5 2-16,1-4-1 0,3-3 0 0,1-1-1 0,4-3 0 15,-2-5-1-15,6 3-3 0,-2-6 6 16,6 3-4-16,-5-6 2 0,3-3 0 0,0-2-3 16,3-3 5-16,-1-1-1 0,2-1 1 0,-3-4-2 15,0-2-1-15,2-2 4 0,-1-1-4 0,-5-2-2 16,4-2 3-16,-5-1-3 0,1-1-1 0,-3-3 3 15,-3-1-2-15,-1 0-4 0,-4-3 0 0,0-1 1 16,-1 1 1-16,1 2 0 0,-4 1 0 0,-1 4 0 16,0 2-1-16,-2 1 0 0,0 2-5 0,-1 4-4 15,5 3 12-15,-18 2-5 0,7 2-3 0,-3 5 0 16,1 2-22-16,-1 4-24 0,1-2-29 0,0 2-34 16,4 0-28-16,4 2-45 0,4-6-47 0,2 2-194 15,2-3-463-15,4 0 206 0</inkml:trace>
  <inkml:trace contextRef="#ctx0" brushRef="#br0" timeOffset="-15969.29">24675 15518 217 0,'0'0'216'0,"0"0"-10"15,-5-5-6-15,5 5-13 0,0 0-6 16,-21 22-8-16,11-10-16 0,-3 10-13 0,-2 1-15 16,1 1-14-16,3 3-9 0,0 0-9 0,6-2-10 15,-3 2-10-15,5-2-7 0,4-5-13 0,3-1-25 0,2 0-20 16,2-2-22-16,5-1-21 0,2-2-34 0,3-4-23 15,1 0-25-15,13-5-12 0,1 2-25 0,2-2-11 16,1-6 2-16,2-2-102 0,0-1-281 16,-2-1 924-16,1-2-474 0,0-1 32 0,-3-2 32 15,0-3 22-15,-2-3 3 0,0-1 15 0,-6 1 12 16,-1-2 28-16,-2-1-1 0,-2-2 17 0,-1-2 1 16,-6 1 10-16,-5 6 0 0,0-3-6 0,-7 2 1 0,-2 3-1 15,0 3-3-15,-6 1-1 0,-2 2-5 0,-2 2 0 16,-2 4-3-16,-2 2 11 0,1 0-5 15,-5 6-1-15,-7 6 7 0,1 0 0 0,3 5-3 16,-4 2-3-16,5 0-8 0,1-1-8 0,6-1-6 16,2 0-3-16,3 0-2 0,2-3-7 0,4-2 1 15,-1 0-6-15,2-1 0 0,2-2-3 0,2 0 1 16,5-1-3-16,-5-2-4 0,3 0-1 0,1-5 1 16,4 1-2-16,-2-2-1 0,4-2-2 0,-2-1-2 15,0-2 1-15,0-1 0 0,1-3 4 0,1 0 7 16,1-1 0-16,-5 2 4 0,2-3 5 0,-3 0 1 15,-2 3-3-15,1 0-1 0,-1 0-7 0,-1 2-2 16,-1 4-8-16,-4 2-2 0,9-5 1 0,-9 5-4 16,0 0 6-16,10 12-2 0,-6-3-21 0,-3 1-34 15,2 2-32-15,-3 1-30 0,0 3-52 0,0-1-35 16,0-1-41-16,0-2-187 0,-5-1-454 0,3 1 200 16</inkml:trace>
  <inkml:trace contextRef="#ctx0" brushRef="#br0" timeOffset="-15789.67">25322 15832 123 0,'5'-10'162'0,"2"1"0"0,-3-1-13 16,1 0-5-16,4-3-9 0,-3 2 11 0,0 1-17 15,-1 2 1-15,0-2-3 0,-2 6-2 0,0-2-13 16,-3 6-13-16,7-5-9 0,0 2-10 0,-7 3-6 16,14 2-8-16,-14-2-5 0,20 5-5 0,-11 0-6 15,2 1-4-15,-3 0-12 0,-2 1-31 0,2 2-37 16,1-1-46-16,1 0-54 0,-2-1-47 0,-1 1-132 15,-1-4-338-15,4 0 150 0</inkml:trace>
  <inkml:trace contextRef="#ctx0" brushRef="#br0" timeOffset="-15179.83">25922 15498 110 0,'5'-19'221'15,"-5"1"2"-15,4 1-3 0,-4-1-2 0,0 10 3 0,0-2-9 16,0 4-18-16,0 6-16 0,2-10-26 16,-2 10-18-16,0 0-13 0,0 0-10 0,0 0 1 0,7 36-7 15,-5-10 0-15,0 3-10 0,-2 1-8 16,5-2-9-16,-5 4-5 0,1-4-8 0,1 0-5 16,0-4-5-16,0 0-3 0,-4-7-3 0,6-2-11 15,-4 2-2-15,0-6-14 0,2 0 6 0,-2 0 0 0,0-4-8 16,0-7 2-16,2 13 1 0,-2-13 2 0,0 7-2 15,0-7-1-15,0 0-4 0,0 9-8 16,0-9 10-16,0 0-3 0,0 0-5 0,0 0-2 16,0 0-1-16,21-18 3 0,-12 11-14 0,1 0-7 15,2-4 2-15,2 0-20 0,4 1 5 0,-5 1 0 16,5 0 2-16,-3 4 0 0,-2 1 0 0,0 3 1 0,-3 0 1 16,0 3 2-16,-3 2 0 0,3 1 0 0,-8 3 4 15,1 1 2-15,-3 1 2 0,-5 1-2 16,-3 4-1-16,-3-4 3 0,-10 6 6 0,5-4-4 15,-1-1 2-15,-2-4-4 0,2 3 4 0,3-2 0 16,1-3-1-16,4 0 0 0,-1-3-1 0,4 1 5 16,-1-3 3-16,7-1-5 0,-6 4-2 0,6-4 1 0,0 0-4 15,0 0 4-15,0 0-1 0,19-12 1 16,-4 4-2-16,2 0 5 0,6-4 0 0,3 3-1 16,0-4-2-16,0 3 2 0,4-3 0 0,-4-1 3 15,-1 0-2-15,4 1 3 0,-6-2-6 0,0 1 7 16,-6 3 2-16,-1-2-4 0,-5 0 4 0,0 0-8 15,-1-2 6-15,-6 4-4 0,0 0 0 0,-4 0 2 16,0 0 3-16,-2 2-7 0,-2 2 1 0,0 1 2 16,-4 0 6-16,1 4-3 0,-3 0 2 0,10 2 6 15,-23 4 2-15,10 2-1 0,3 1 1 0,-3 3-6 16,2 3 0-16,1-1 2 0,2 2 2 0,3 1-3 16,5 2-3-16,0-2-14 0,3-4-26 0,3 1-40 15,8 2-47-15,-1-4-49 0,3-1-58 0,2-2-228 16,0-1-494-16,2-2 219 0</inkml:trace>
  <inkml:trace contextRef="#ctx0" brushRef="#br0" timeOffset="-11663.72">5104 16753 73 0,'18'-23'131'0,"1"-1"4"15,3-3-16-15,-2 0 5 0,2-3-11 16,2 1-7-16,3-11-5 0,0 2-7 0,-8 7-5 16,0 0-8-16,-2 0 0 0,-2-2-8 0,-2 5 7 15,-4-2-8-15,-3 2 3 0,-2 1-1 0,0 4-3 16,-5 5-4-16,-3 1-2 0,1 7 2 0,-2-1-14 15,0 2-7-15,-3 1-5 0,1 4-11 0,-4 3 0 16,-3 3-1-16,-2 4-2 0,-1 6-9 0,-5 4 3 0,2 4-4 16,1 0-2-16,3 0 3 0,-1 2-6 0,6-6 1 15,4 1-5-15,2-2-2 0,1 2 2 16,5-2-4-16,7 2 3 0,2-2-2 0,3-1-1 16,4-3 2-16,9 0 0 0,0-3-2 0,3 1 3 15,4-5-4-15,-2-3 5 0,0-1-5 0,-1 3 4 16,-1-2-2-16,-8-1 0 0,7 2-6 0,-7 1 2 15,-3-1 0-15,-1 5-2 0,-4 2-1 0,-1-1 2 16,-1 6-3-16,-3 1 7 0,1 2-3 0,-2 1 0 16,0 0 1-16,-3 0 4 0,1 0 0 0,-2 1-4 15,0-2 0-15,5-3 3 0,-2 1-2 0,-1-3 0 16,2-3-3-16,-2-2 6 0,3 3-3 0,-1-5 0 16,5 0 5-16,-2-3-2 0,2 0 0 0,0-4 0 15,5-4-5-15,1 0 2 0,-7 0 4 0,7-4-2 16,4-7 0-16,-4 6 1 0,2-8-6 0,2 1 5 15,-5-4-5-15,1 3 1 0,-5-5 2 16,-4 9 2-16,-2 1-2 0,-3-3 1 0,-2-2-1 16,-2 2 2-16,-2-1-1 0,-1 2 4 0,1 3-1 15,-4 3-8-15,3-2 4 0,-3 3-1 0,-2 1 0 0,1 3-1 16,0 2-4-16,7 3 2 0,-16 2-2 0,7 2 1 16,-1 10 1-16,-3-2-2 0,6 4 2 0,0 1-2 15,1 1 6-15,3 0-5 0,2-1 0 16,3 2 1-16,2-2-2 0,3-1 4 0,2 0-1 15,2-2 0-15,1-2-7 0,2-1-13 0,0-3-15 16,4-1-17-16,-2-1-6 0,2-4-23 0,0-2 4 16,3 0-10-16,-1-5 10 0,-2 0 2 0,2-3 6 15,-2 1 13-15,0-5 0 0,1 0 3 0,-5-1 8 16,0-1 9-16,-2 0 10 0,-2-4 18 0,-1-1 8 16,3-3 5-16,-5-3 2 0,1-1 4 0,1 2 15 15,-7-5 6-15,2 4 3 0,-1-1 6 0,-6 2 4 16,5 7 3-16,-6 0 10 0,2 6 17 0,0-1 9 15,2 3 5-15,-1 3-2 0,1 6-10 0,-3-11-15 16,3 11-6-16,0 0-5 0,0 0-8 0,0 0 1 16,0 26 2-16,0 3-3 0,-4 5 7 0,2 12-6 15,-1 4-1-15,3-4-6 0,-1 0-3 0,2-1-6 16,-2-9-3-16,-2 11 2 0,2-1-6 0,1 0 2 16,-1 1-5-16,3-11-4 0,-3-4-14 0,2 0-21 15,1-2-24-15,1 1-31 0,-1-6-34 0,0-1-23 16,-2-5-30-16,3-3-17 0,-2-3-20 0,-1-4-146 15,1-1-373-15,-1-8 166 0</inkml:trace>
  <inkml:trace contextRef="#ctx0" brushRef="#br0" timeOffset="-11457.47">6212 16630 1 0,'6'-24'139'0,"5"1"-5"0,1 6 3 0,0 2 4 16,4 2-9-16,-2 4 3 0,3 0-3 0,-4 7-11 0,1 0-8 15,5 4 7-15,-1 2-8 0,-3 3-12 0,1 2-7 16,-2 1-7-16,0 2-4 0,-4 1-6 16,-1 4-7-16,-6 1-5 0,-3 1-5 0,-2 6-5 15,-3 0-3-15,-5 0-9 0,-4-3-28 0,-2 1-30 16,1-9-31-16,-3 4-29 0,-3-2-52 0,4-6-50 16,-1 0-116-16,5-6-318 0,0-5 141 0</inkml:trace>
  <inkml:trace contextRef="#ctx0" brushRef="#br0" timeOffset="-11263.86">6461 16359 1496 0,'5'-12'86'0,"-1"2"5"16,0 0-47-16,-1 3-6 0,-3 7-19 0,3-9-8 16,-3 9-9-16,0 0 24 0,0 0 19 0,0 0 3 0,17 29 22 15,-12-10 9-15,0 5-3 0,-2 2-4 0,4 3-5 16,-2 0-6-16,-1 2-7 0,0 1-4 0,0-1-4 15,1-2-17-15,3 1-41 0,-3-3-44 0,-1-3-49 16,-1-3-76-16,0-2-179 0,2 0-389 0,-3-2 172 16</inkml:trace>
  <inkml:trace contextRef="#ctx0" brushRef="#br0" timeOffset="-10940.9">6862 16447 129 0,'0'0'197'0,"-12"-6"-8"16,12 6-1-16,-21 7-7 0,10 2 1 0,-3 3-14 16,-7 7-8-16,-1 2-11 0,3 4-18 0,3-1-10 15,2 1-13-15,2-2-9 0,3-7-9 16,4 1-12-16,1-2-16 0,2-3 0 0,0-2-4 0,4 0-6 16,-2-10-4-16,2 16-6 0,3-12-4 0,-5-4 0 15,13 3-3-15,-3-4-1 0,1-2-6 0,2-2-2 16,-1-1-2-16,-2-2 0 0,4-3-8 0,2-2 3 15,-2 2-2-15,-4-2-5 0,-2 2 1 16,-2 2 2-16,-2-1 2 0,0 4-1 0,-2 1 4 16,1-2-1-16,-3 7-6 0,5-5-3 0,-5 5-1 0,0 0-4 15,0 0 2-15,0 0-1 0,11 19 1 16,-8-7 0-16,1 6-2 0,0-1-9 0,-2 1-39 16,1 6-25-16,-2-6-29 0,2 0-52 0,-1-3-56 15,3-1-197-15,-3-1-435 0,5-5 193 0</inkml:trace>
  <inkml:trace contextRef="#ctx0" brushRef="#br0" timeOffset="-10569.32">7175 16447 50 0,'-2'-12'183'0,"-1"3"1"0,3 9-11 0,-5-13-8 15,5 13-16-15,-6-6-16 0,6 6-5 0,0 0 1 16,-15 15-7-16,8 1-2 0,-4 8-10 0,2 2-11 15,2 1-7-15,0-1-11 0,0 0-10 0,5-6-5 16,1-1-6-16,2 0-5 0,0-1-7 0,4-7-3 16,1 5-2-16,2-5-1 0,1-2-2 15,3 0-2-15,-1-5-3 0,6 2 1 0,-5-4-4 16,9-2 0-16,-8-4-3 0,6 0-1 0,0-1 0 16,-1-4-3-16,-3 1 8 0,1-2-1 0,-2 0-1 15,-3 0 2-15,-1-2-3 0,-3 1 3 0,3-4 9 16,-4 1-2-16,-3 4 2 0,0-4-12 0,-3 2 5 15,0 12-4-15,-7-20 4 0,2 11-8 0,5 9-1 16,-6-13-4-16,6 13-1 0,-11-6-2 0,11 6-6 16,0 0 3-16,-25 15-4 0,13-5 0 0,0 6-2 15,0 5 1-15,3 5 1 0,3-8-6 0,-3 5 1 16,5-5-19-16,3 0-28 0,2 0-31 0,3-3-30 16,1 1-34-16,2-5-43 0,5-3-41 0,3-3-211 15,2 0-465-15,1-6 206 0</inkml:trace>
  <inkml:trace contextRef="#ctx0" brushRef="#br0" timeOffset="-10168.81">7596 16622 35 0,'5'-10'178'0,"-2"0"-8"0,-1-2 0 15,-2 12-4-15,1-15 7 0,-1 15-14 0,-3-13-3 16,3 13-15-16,-8-9-5 0,8 9-5 0,-13-6-2 16,13 6-9-16,-17 0-8 0,2 4-8 0,-3 1-8 15,3 4-9-15,-2 1-16 0,3 2 2 16,0 0-8-16,2 2-10 0,1 1-3 0,2-2-7 15,3-2-3-15,3 1-5 0,3-1-4 0,2 0-2 16,0 0-3-16,-2-11-6 0,13 12-1 0,-4-8-1 16,9 2-1-16,-1-4-8 0,2-4 2 0,-3 0-4 15,2-3 0-15,-4-1 1 0,3-2-10 0,-3-4 5 16,-3 6 3-16,1-9-2 0,-3 4 2 0,-2-3-3 16,0-1 0-16,-5-1 1 0,1-3 0 0,-2 2 6 15,-1-2 0-15,3 0-2 0,-4 0 1 0,-5-8-4 16,4 8 3-16,-1-10 2 0,-3 3-3 0,2-1 0 15,-1 1-2-15,0-1-4 0,1 10 5 0,-1 0 4 16,2 1 13-16,2 4 12 0,1 12 14 0,-4-19-4 16,4 19-5-16,-1-10-9 0,1 10-1 0,0 0 5 15,0 0 11-15,0 0-1 0,8 41-2 0,-5-15 5 16,0 4-8-16,2 2 0 0,-2 0-3 0,2 1-5 16,-5 2-7-16,2-3 4 0,0 1-10 0,0-1-13 15,-3 0-30-15,2-4-46 0,-3 0-61 16,-1-10-56-16,3 1-75 0,-1-2-269 0,-2-4-574 15,1 3 254-15</inkml:trace>
  <inkml:trace contextRef="#ctx0" brushRef="#br0" timeOffset="-9017.3">8488 16318 161 0,'-4'-10'174'0,"4"10"-15"0,0 0-18 0,0 0-15 16,0 0-14-16,0 0-8 0,0 0-3 0,0 0-3 16,9 33-4-16,-4-5-6 0,-2 1-6 0,-1 2-9 15,1-1-2-15,-3 0-14 0,1-1 2 0,1-4-12 16,-1 0-3-16,1-7-7 0,2 0-4 0,-3-2 6 16,-1-5-8-16,2-2-3 0,-2-2 0 0,0 0-2 15,0-7 13-15,0 9 10 0,0-9 12 0,0 0-3 16,0 0-3-16,2 6-5 0,-2-6-5 0,0 0-5 15,0 0-3-15,8-21-4 0,-4 12-3 0,5-4-5 16,2 0-3-16,1-1-4 0,2 1 2 0,-3 0-2 16,3 1 0-16,4 2-8 0,-4 2 0 0,4 0-5 15,-1 4-1-15,-4 2 0 0,-1 0-1 16,1 2-1-16,0 5-1 0,0 1 3 0,-6 0-3 0,2 1-2 16,-2 4 4-16,-1 0 0 0,-3 2 3 0,-3 3 1 15,-3 0-3-15,-2 0 2 0,-4 2-1 0,0-4 1 16,-2 3 2-16,-1-5-8 0,-1 0-6 0,-2 0-26 15,-1-2-33-15,1-1-37 0,5-4-47 0,-1 1-46 16,0-2-168-16,0-3-392 0,11-1 174 16</inkml:trace>
  <inkml:trace contextRef="#ctx0" brushRef="#br0" timeOffset="-8701.32">8847 16551 125 0,'5'3'148'0,"2"3"3"16,-4-1-19-16,5 1-10 0,-1 2 6 0,0 0-12 16,2 0-8-16,-1 0-8 0,1-2-5 0,1 1-9 15,0-2-9-15,2-1-10 0,2-2-1 0,-3 0-4 16,3-1 0-16,-2-3 1 0,8-3-3 0,-7 3 8 16,1-3-4-16,0-3 11 0,3-2-8 0,-7 4 7 15,4-3 3-15,-5 2 7 0,-1 1-10 0,-2 2 3 16,-1-1-4-16,0-2-1 0,-5 7-7 0,9-3-11 15,-9 3-5-15,9 0-8 0,-9 0 4 0,8 10 10 16,-6 0-4-16,-2 9 0 0,3 0-3 0,-2 9 3 16,-2-1-8-16,1 3-3 0,-3 3-2 0,1 1-4 15,1 0-1-15,-3-2-3 0,4 4-6 0,-2-2-10 16,2 0-38-16,2-2-41 0,-2-1-60 0,0-3-62 16,4-1-67-16,-1 1-194 0,-3-2-484 0,8-2 214 15</inkml:trace>
  <inkml:trace contextRef="#ctx0" brushRef="#br0" timeOffset="-8273.3">10046 16398 92 0,'-8'-6'235'0,"-1"0"-16"0,9 6-17 0,-19 0-10 15,10 0-17-15,-6 12-4 0,1 1-13 0,-1 6-13 16,-4 5-10-16,3 2-13 0,2 3-13 0,0-3-12 16,4 1-7-16,-1-2-10 0,5-6-10 0,2 5-8 15,3-5-4-15,4-2-10 0,-1 0-5 0,3-7-10 16,0 0-11-16,4-1-6 0,3-4-3 0,-1-1-4 15,2-3-7-15,0-1 1 0,-1 0 5 0,5-6 2 16,-3-3-8-16,4 0-1 0,-4-1 4 0,-1-3-4 16,1-1 3-16,-4 0-5 0,3-2 5 15,-4 0 6-15,1-2-4 0,2 1-2 0,-6 2 10 0,0 1-8 16,0 2 4-16,-4 4 3 0,1 1-3 0,-1 2-2 16,-2 5-2-16,5-6 0 0,-5 6-5 0,0 0 2 15,4 17 5-15,-3-3-3 0,-2 5 3 0,0 1-2 16,2 6 2-16,-1 2-22 0,1-4-31 0,2 1-48 15,-4-8-50-15,6 9-56 0,-3-7-181 0,1-2-409 16,-2-5 181-16</inkml:trace>
  <inkml:trace contextRef="#ctx0" brushRef="#br0" timeOffset="-7989.8">10376 16683 156 0,'0'0'165'0,"0"0"-2"0,0 0 0 16,0 0-7-16,0 0-8 0,0 0-4 0,0 0-7 16,0 0 1-16,0 0-2 0,0 0 2 0,0 0 9 15,0 0-5-15,-22 0-8 0,22 0-4 0,-7-4-2 16,7 4-18-16,-3-13-5 0,3 8-16 0,0-5-4 16,3-1-10-16,3 1-4 0,-1 0-9 0,6-4-4 15,-2 0-8-15,4 1-3 0,0 2-6 0,0 1-4 16,2 1-2-16,-4 4-3 0,7 0-5 0,-1 4-6 15,-2 3 0-15,2 5-4 0,-2 0 0 0,1 2 0 16,-1 4-2-16,-1 1-7 0,-3 2-36 0,0 1-34 16,3 5-49-16,-4-5-52 0,0-2-58 0,-1 3-243 15,0-1-501-15,0-2 221 0</inkml:trace>
  <inkml:trace contextRef="#ctx0" brushRef="#br0" timeOffset="-7387.1">11401 16815 64 0,'0'0'248'0,"0"0"-20"0,0 0-17 15,0 0-22-15,0 0-13 0,10-22-18 0,-1 15-8 16,0 1-14-16,5 0-8 0,-1-3-16 0,2-1-5 15,0-1-10-15,-1 2-5 0,0 0 1 0,-5 0-1 16,-1-2-6-16,0 0 1 0,-3 2-6 0,-3-1-5 16,1-3-7-16,-3 1 1 0,0 1-5 0,-4-1-8 15,-2-3 1-15,-2 6-6 0,0-1-4 0,-1 3-1 16,0 0-6-16,-5 3-3 0,1 1-3 0,-3 6-5 16,0 4-2-16,0 0-6 0,2 7 2 0,-5 8-1 15,5-1-3-15,3 3-2 0,0 2-5 0,3-1 8 16,2 0-10-16,3 2 0 0,6-7 0 0,6 4-2 15,2-2-1-15,3-5 7 0,9 1-3 0,2-4-7 16,2-4 5-16,2-3 7 0,2-2-7 0,4-7-5 16,3-1 0-16,0-5-3 0,-1-3 5 15,0-1-7-15,-2-2 5 0,-2-2-2 0,-1 2 3 16,-3-2-2-16,-2-1-1 0,-4 0-2 0,-4 1 2 0,-5 4 0 16,-1-3 0-16,-2 1 2 0,-3-1 3 0,-3 4-5 15,-4-1 3-15,1 1 0 0,-1 0 5 0,-4 4-5 16,-3-1 4-16,6 8-3 0,-12-9-1 0,12 9 4 15,-21 1-6-15,2 5 1 0,2 3-1 16,-6 4 3-16,0 4-1 0,3 4 5 0,3-1-6 0,2 5 4 16,4-7-5-16,7 0-1 0,-6 9 4 15,9-2-1-15,1 0-4 0,1-5-1 0,3-1 6 16,4 4-5-16,1 1-3 0,2-2 2 0,-2-5 1 0,3 5 1 16,0-5-3-16,1 5 0 0,-3-4 0 0,2 8 3 15,-3 0-6-15,-1 0 8 0,0-2-5 16,-4-5 3-16,-2 7-3 0,-2 0 3 0,-6 1-6 15,-2-2-25-15,-1-2-29 0,-2-2-34 0,0-2-46 16,2-4-50-16,-1 0-65 0,-3-3-246 0,1 4-538 16,5-7 239-16</inkml:trace>
  <inkml:trace contextRef="#ctx0" brushRef="#br0" timeOffset="-6765.41">12052 16757 92 0,'-12'-2'127'0,"-1"4"-8"15,-2-1-9-15,5-1-5 0,-2 0-14 0,3 0-2 16,9 0-12-16,-11 5-4 0,9 1 14 0,2-6 6 15,0 12 4-15,0-4 10 0,2 0-7 0,4 7-7 16,-1-5 9-16,-1 2-7 0,1 1-7 0,5 0 6 16,2-2-4-16,-3-1-3 0,3 3-9 15,-4-4-5-15,1 0-5 0,6 0-6 0,-3-2-6 16,-3-2-5-16,3 0-5 0,-3-2-5 0,2 0-1 0,0-2-4 16,-2-1-3-16,3 0-1 0,-1-1-4 0,-1-3-3 15,3-2 0-15,-3 0-6 0,3-7 0 0,0 1-1 16,-3-4-1-16,-1 2-1 0,1 1 0 0,-2-3-2 15,-2 1-2-15,1-2 0 0,-5 3-1 16,2-1 8-16,-2 2 1 0,2 3 15 0,-2 1-8 0,-1 2 6 16,2 1-5-16,-3 6-8 0,3-8-5 0,-3 8-1 15,0 0-3-15,0 0 0 0,0 0-2 16,0 0 1-16,4 30-4 0,-2-16 3 0,-4 2-3 0,4 1-1 16,-2-2 1-16,2 2 2 0,4-4-5 0,-2-2 5 15,-1 1-2-15,3-1-3 0,1 0 5 16,1-5-2-16,4-1-3 0,-4 0 1 0,3-3 1 0,1-2 0 15,-12 0-3-15,25-6 1 0,-9 3-3 16,-1-6 9-16,-4 2 2 0,1-4-8 0,-1 2-3 16,-2-1 3-16,-5-1-3 0,3-1 4 0,-2 0-4 15,0 2 3-15,-1-3-1 0,-4 1 2 0,2 1 0 16,-4 2 0-16,2 1 6 0,0 8 1 0,-2-11 0 16,2 11 0-16,0-10-2 0,0 10-2 0,0 0-1 15,0 0 1-15,0 0-6 0,0 0 2 0,-12 33 1 16,12-17 1-16,3 2-2 0,-1-2-9 0,0 0-24 15,3 1-29-15,-1-1-37 0,1 0-53 0,3-2-50 16,2 2-65-16,-6-6-160 0,0-4-460 0,-4-6 204 16</inkml:trace>
  <inkml:trace contextRef="#ctx0" brushRef="#br0" timeOffset="-6602.19">12309 16515 55 0,'0'0'126'0,"0"0"-54"0,0 0-55 0,13 26-62 16,-9-16-49-16,7 4 21 0</inkml:trace>
  <inkml:trace contextRef="#ctx0" brushRef="#br0" timeOffset="-6191.75">12925 16669 95 0,'0'0'206'0,"0"-8"-22"15,0 8-25-15,-3-5-7 0,3 5-17 0,0 0-15 16,0 0-14-16,0 0-8 0,0 0-10 15,0 0-3-15,0 0-5 0,-7 17 4 0,7-4-3 16,-2 3 0-16,2-3-2 0,0 3-6 0,2 1-4 16,-2 4 1-16,2-6 6 0,4 4-10 0,0 0-2 15,0 6-1-15,-3-11-10 0,3 2-4 0,2 0 1 16,-2-3-6-16,-3-3-8 0,7 5 5 0,-5-5-8 16,2 3-1-16,0-6-4 0,1 2 2 0,-3-3-1 15,3-1-1-15,-2-2-2 0,-2 1-2 0,-4-4 4 16,11 4 2-16,-11-4 0 0,0 0-3 0,14-9 3 15,-8-3-8-15,1-2-3 0,2-9 0 0,5-2 0 16,-6 1 0-16,5-3 1 0,-3 0-6 0,3-2 2 16,-3-2-4-16,3 0 1 0,-2-3 6 0,-2 1-12 15,4 3-1-15,-6 0-3 0,3 4 0 0,-4 9-13 16,-1 1-16-16,-1 7-33 0,0 1-42 0,-1 2-41 16,-3 6-10-16,0 0-10 0,13 0-15 0,-13 0-27 15,14 17-153-15,-8-5-387 0,6-1 171 0</inkml:trace>
  <inkml:trace contextRef="#ctx0" brushRef="#br0" timeOffset="-5424.53">13564 16656 69 0,'0'0'206'16,"0"-12"-4"-16,0 12-3 0,-9-11-9 0,9 11 2 15,-15-7-12-15,5 4-13 0,-11 3-7 0,2 4-14 16,-8 4-10-16,2 4-14 0,1-1-10 0,-1 6-10 15,3 2-6-15,1 0-10 0,4 1-7 0,3 0-4 16,3-2-11-16,0-1-8 0,4 7-4 0,4-6-7 0,3 0-2 16,2-8-10-16,1 2 1 0,4-3-3 15,0 2-2-15,8-3 1 0,-3-4-6 0,1-2-2 16,3-2-1-16,1-1-3 0,-2-1-1 0,12-9-3 16,-4 0 0-16,-4 0-3 0,-3 0 0 0,1 1 1 15,-1-3-4-15,-4 1 3 0,1 2 1 0,-2-3 1 16,-4 5 3-16,-1-2-6 0,-3 1 4 0,1 0-4 15,1 0 2-15,-2-1-4 0,-3 10 1 0,2-11 8 16,-2 11-10-16,0 0-5 0,0-11 2 0,0 11-3 16,0 0 0-16,0 0-3 0,0 0 3 0,0 0-2 15,0 35 3-15,0-18 0 0,0 3 0 0,0 4 0 16,0-5-3-16,4 0 2 0,0-2-2 0,1 0 5 16,3-1-5-16,0-2-2 0,-2-4 4 0,1 1-1 15,1-3 3-15,0-1 2 0,3-1 6 0,2-3-8 16,-3-1 0-16,3-2 5 0,1-1-5 15,3-4 4-15,-1-5 0 0,-2-1-6 0,2 0 5 16,-3 0 8-16,-2-4-4 0,2-1 4 0,-2-6 4 0,-4 6 7 16,0-3-14-16,-4 1 4 0,3-8-2 0,-6 6-5 15,4-6 5-15,-3-2-4 0,-1 2 2 0,-1-2 5 16,-3 0-10-16,2 0 2 0,-2 1-3 0,2 1 2 16,1 8-1-16,-1 3-4 0,0 6 7 15,-1-1-8-15,3 10 3 0,-4-13 0 0,4 13-6 16,0 0 3-16,0 0-2 0,0 0-2 0,0 0 4 15,0 0-2-15,18 36 3 0,-9-11-3 0,1 3-1 16,-2-2 3-16,-1 2-1 0,3-1 2 0,-4 0 1 16,5 1-2-16,-2-3 1 0,-1-1-5 0,2 1 8 15,0 0-1-15,-1-2 2 0,-1-9-2 0,1 3 2 16,-3-6 0-16,5 2-3 0,-3-4-1 0,0-1 3 16,-1-2-2-16,2 3 2 0,0-4 2 0,0-3-3 15,-9-2 3-15,18 0-3 0,-18 0 1 0,22-6-3 16,-6-2 3-16,-3-2 3 0,-1-1-2 0,1-4-4 15,1 0 2-15,-1-7 0 0,0 6 2 0,-3 1-3 16,0-3-1-16,-3 3 1 0,0-1-3 0,-6 1 2 16,-1 3 2-16,0 2-4 0,0 10 1 0,0-16-2 15,0 16-1-15,-6-7 0 0,6 7-2 0,0 0 0 16,0 0-1-16,-22 13 0 0,11-2 0 0,4 3-5 16,-1 3-12-16,1 1-21 0,-2 6-32 0,4-4-28 15,1-4-40-15,3 2-41 0,2-2-39 0,-1-4-44 16,2 0-163-16,-2-12-466 0,8 13 207 0</inkml:trace>
  <inkml:trace contextRef="#ctx0" brushRef="#br0" timeOffset="-5227.2">14321 16837 81 0,'5'-10'178'0,"-1"-1"-11"0,-2 2-7 0,3-2 2 16,-7-4-1-16,4 5-15 0,-2-7-5 0,1 6-3 15,-1-5-11-15,-1 5-3 0,4 0 2 0,-1 0-10 16,5 1 1-16,-3 3-11 0,-4 7-9 0,10-11-11 0,-2 9-5 15,-8 2-2-15,16 1-3 0,-16-1-9 0,22 8-7 16,-11 2-5-16,3 1-3 0,-5-2-8 16,3 4-20-16,-4 0-28 0,-1 1-31 0,2 1-41 15,-1 0-43-15,-3-2-56 0,-3-2-37 0,1-1-147 16,-3-10-388-16,0 17 172 0</inkml:trace>
  <inkml:trace contextRef="#ctx0" brushRef="#br0" timeOffset="-5001.09">14677 16512 67 0,'-1'-13'239'0,"1"4"7"0,0 9-1 0,-3-16-19 16,3 16-19-16,0 0-24 0,-2-8 0 0,2 8 6 16,0 0 10-16,0 0-17 0,2 39-15 0,1-13-3 15,-6 0-12-15,3 3-14 0,3 1-8 16,-3-2-9-16,1 1-12 0,0-2-13 0,2 0-8 0,1 4-8 15,-3-3-18-15,3-2-27 0,-4 1-38 16,4-3-39-16,-4-4-54 0,4-4-59 0,-2-2-53 16,1-2-49-16,-5-4-202 0,2-8-495 0,0 0 219 15</inkml:trace>
  <inkml:trace contextRef="#ctx0" brushRef="#br0" timeOffset="-4842.96">14562 16666 160 0,'0'0'172'0,"22"-2"-19"0,-6 1-15 15,5 0-10-15,7 0-32 0,6-2-53 0,0 2-36 16,4 1-60-16,14-3-88 0,0 1-153 0,3-2 68 16</inkml:trace>
  <inkml:trace contextRef="#ctx0" brushRef="#br0" timeOffset="-4309.17">15521 16621 25 0,'0'0'231'0,"-8"-10"-10"15,8 10-13-15,-13 0-18 0,13 0-2 0,0 0-9 16,-29 15-6-16,16-8-12 0,4 5-9 0,-4 4-16 16,3-2-13-16,1 3-13 0,-2-1-8 0,5 2-13 15,6-1-7-15,0 0-8 0,0 0-4 0,6 0-5 16,1 1-8-16,2-5-7 0,4-1-8 0,9 3-5 15,-6-4-5-15,6-6-17 0,0 0-24 0,6-3-34 16,2-4-34-16,-1-1-29 0,-4-2-34 0,3-3-16 16,-2-1-11-16,1-1-7 0,-9 1 13 0,-3-2 10 15,3-1 21-15,-1 1 11 0,-4-1 20 0,-1-4 16 16,1 3 20-16,-4-3 10 0,-3 0 8 0,2 0 23 16,-3-1 4-16,0-2 7 0,-3 1 12 0,0-1-1 15,-1-5 15-15,-1-1 6 0,-1 6 3 0,-2 1 14 16,1-2 9-16,0 5 22 0,-3-1 7 15,4 6 13-15,-1 1 10 0,-1-1 3 0,3 10-4 0,0 0-11 16,-4-9 6-16,4 9 13 0,0 0 22 0,0 0 6 16,-9 35 0-16,5-16 6 0,-1 7-3 0,0 2-11 15,5 0-11-15,-1 3-15 0,-2-4-8 16,2 4-9-16,1-5-9 0,0 3-8 0,-1 2-8 0,-1-4-34 16,5-2-43-16,-4-6-54 0,3-2-53 15,0 2-61-15,-1-6-68 0,-2-4-196 0,1-9-487 16,0 0 216-16</inkml:trace>
  <inkml:trace contextRef="#ctx0" brushRef="#br0" timeOffset="-4081.06">15982 16594 28 0,'0'0'176'0,"0"0"-23"0,0 0-1 15,-15-9-6-15,15 9-10 0,-23 5-7 0,5-3-10 16,5 3-10-16,-2 2 1 0,-2 0-7 0,0 1 3 15,7-1-8-15,0 0-8 0,4 3-1 0,-2-1-4 16,3 2 1-16,1 1-5 0,3-1-3 0,1 0-4 16,2-1-2-16,2 2-4 0,2-1-7 0,3 2-2 15,0-3-9-15,4 2-2 0,5-4-6 16,-1 3-27-16,2-4-30 0,1-2-49 0,6 2-51 0,-3-4-52 16,-2-2-200-16,0 0-399 0,1-4 177 0</inkml:trace>
  <inkml:trace contextRef="#ctx0" brushRef="#br0" timeOffset="-3873.42">16234 16568 138 0,'-2'-12'193'0,"4"1"6"16,-2 11 12-16,0-15-1 0,0 15-10 0,-3-10-26 16,3 10 15-16,0 0 11 0,0 0 5 0,0 0-14 15,-9 43-13-15,3-19-7 0,0 2-21 0,0 4-11 16,1 0-12-16,1-3-9 0,2 2-9 0,0-1-18 15,0-2-6-15,-1 0-21 0,2-1-45 0,-1-5-43 16,2-4-49-16,-3-1-63 0,3-5-72 0,0-10-77 16,-4 14-155-16,4-14-476 0,-6 10 211 0</inkml:trace>
  <inkml:trace contextRef="#ctx0" brushRef="#br0" timeOffset="-3705.77">16079 16675 38 0,'0'0'239'0,"0"0"-20"0,22 2-18 0,-22-2-17 15,27 6-17-15,-8-1-15 0,4-3-18 0,7 2-43 16,5-4-33-16,3 0-45 0,20 1-51 0,2-2-75 16,-1-3-112-16,1 0-242 0,-1 1 107 15</inkml:trace>
  <inkml:trace contextRef="#ctx0" brushRef="#br0" timeOffset="-3360.97">17026 16643 215 0,'0'0'258'0,"0"0"-11"16,-19 0-15-16,19 0-8 0,-14 11-8 0,2-4-12 15,6 1-17-15,-3 6-16 0,3 1-17 0,-3 3-14 16,5 0-13-16,-1-1-16 0,3 1-13 0,2-1-7 16,3 2-7-16,0-3-7 0,3 1-7 0,2-4-5 15,-1-4-10-15,2 1-1 0,6-3-9 0,1 2-2 16,-2-6-5-16,4-2-2 0,-4 1-4 16,4-7-3-16,0-1-2 0,-2-2 7 0,1-2 5 0,-2-2 10 15,1 0-5-15,-2 2-4 0,-3-4 3 0,-4 4-4 16,0-6 3-16,-3 4-1 0,-1 0-6 0,-3-4-6 15,-3 5 0-15,1-2-4 0,-6-1-12 0,-3 0-17 16,-2 0-25-16,-3 4-19 0,-3 1-41 0,-1 3-26 16,-1 2-34-16,-6 2-42 0,4 2-23 15,4 2-43-15,0 5-199 0,-9-1-494 0,10 2 218 16</inkml:trace>
  <inkml:trace contextRef="#ctx0" brushRef="#br0" timeOffset="-2989.38">17226 16923 56 0,'11'-2'198'0,"-1"0"3"15,0-5 2-15,1 3-18 0,-5-2-15 0,2-2-16 16,-2-1-12-16,3-3-15 0,0-1-3 0,-1-3-4 16,-1-2-3-16,1 0-9 0,-3 0 1 0,0-1-3 15,-1 0-2-15,-3-8-11 0,-1 7 0 0,-2 1 1 16,-1-1 0-16,-2 1 2 0,0 3-3 0,-3 1 1 15,3 3-6-15,-1 2-8 0,-2 1-7 0,2 1-8 16,-2 1-2-16,8 7-3 0,-11-8-11 0,11 8-5 16,-11-4-11-16,11 4-5 0,0 0 0 15,0 0-1-15,0 0-1 0,0 0-10 0,0 0-2 16,0 0 3-16,20 25-5 0,-8-21-1 0,6 3-1 0,0-2 0 16,4-1-5-16,-3 2 1 0,0-2-3 0,0 3 0 15,-2 0 1-15,-2 0 3 0,2 4 1 0,-4 0 2 16,-1 2-2-16,-1 1 10 0,-4 2-6 0,2-2-1 15,-4 3 0-15,-1 4 4 0,-4 2-1 16,-1 2 0-16,-3-5-27 0,0-1-25 0,-1-1-46 16,0-1-53-16,0 2-32 0,5-2-21 0,0 0-32 15,6-2-267-15,2-5-529 0,6-2 234 0</inkml:trace>
  <inkml:trace contextRef="#ctx0" brushRef="#br0" timeOffset="-2563.56">18346 16551 121 0,'-12'-8'228'0,"0"3"-3"0,-6-1-7 0,5 4-8 15,-7 2-11-15,-7 4-14 0,-1 2 0 0,4 5-19 16,-1 1-19-16,2 6-12 0,2 0-14 0,3 3-10 15,5-4-9-15,0 4-12 0,4-3-8 0,5 0-11 16,3 0-3-16,4-3-7 0,3 2-8 0,2-1-4 16,2-3-1-16,3 0-11 0,3-4-4 0,3-1 0 15,1-4-10-15,0-2 2 0,2 0-4 0,-1-2-5 16,0-4 4-16,1 0-6 0,-3-2 2 0,-1-1-4 16,-2-2 5-16,0 1 8 0,-2-2 0 0,-1 1 9 15,-3-1-4-15,-3 1-6 0,1-5 2 0,-4 2-2 16,-1 2 3-16,-1-1-3 0,1 2-2 0,-2 1 0 15,-1 8 1-15,2-12 7 0,0 7-3 0,-2 5-4 16,0 0-2-16,0 0 3 0,0 0 1 0,0 0-4 16,0 0 9-16,0 0 3 0,0 0 0 15,-10 29-5-15,10-29-4 0,2 23-6 0,1-8 6 16,3 0 1-16,-2 1-8 0,5-2-17 0,0 0-24 16,2-1-42-16,3-4-38 0,3 2-48 0,-2-4-57 15,8-2-55-15,-2 0-242 0,-1-4-547 0,11 2 242 16</inkml:trace>
  <inkml:trace contextRef="#ctx0" brushRef="#br0" timeOffset="-965.11">19176 16866 138 0,'3'-9'204'16,"3"0"-4"-16,-1-1-7 0,1-1-11 0,3-3-10 0,0-1-12 15,0 1-13-15,-3-1-3 0,3-1-10 16,0-1-10-16,-1 0-11 0,0-7-8 0,0 5-7 15,-4 0-11-15,0 0-6 0,-3-7-3 0,1 3-3 16,-4 4-4-16,0 2-5 0,-2 1-3 0,-1 1-4 16,-1 5-8-16,-2 0-1 0,0 3-5 0,-1 1-4 15,-1 1-3-15,0 4-7 0,-2 2-1 0,-2 1-6 16,-1 5 0-16,2-2-4 0,-1 4 1 0,-1 0-6 16,3 5 7-16,5-5-11 0,-2 3 1 0,5-2-2 15,3 0 1-15,3 4-1 0,2-4-5 0,6 1 4 16,4-2-5-16,4 1 6 0,1-4-3 0,11 2 2 15,-3-4-3-15,2-3-4 0,2 2 4 0,-3-5 0 16,0 4-4-16,-7-2 0 0,1 0 0 0,-4 1-3 16,-5 2 4-16,5 0-3 0,-8 2-2 0,1 1-2 15,-2 2 2-15,-2-1-2 0,-1 2 6 0,1 2-4 16,-2 0 1-16,0-1 0 0,-1 2 0 0,0-2 2 16,1 5-4-16,1-4 3 0,-1-3 3 15,0 3-2-15,3-2 0 0,0-3 9 0,2 2-10 0,0 0 2 16,2-2-1-16,2-1 2 0,-2-1-1 0,8-4 5 15,-1-2-9-15,-1 1 6 0,3-3 4 0,-3-2-7 16,1 0 2-16,1-3-4 0,-5 0 5 0,3 0-4 16,-3-2 4-16,0 1 0 0,-2 0-3 15,0-3-1-15,-1 0 1 0,-2-2 0 0,0 1 2 16,-2-2-3-16,-2 3 2 0,-1-4-3 0,-2 6 3 16,-2-3-3-16,-1 5 0 0,-1-1 0 0,1 10 0 15,-4-14 0-15,0 9 0 0,0 1-4 0,4 4 0 0,-13 0 0 16,13 0 0-16,-17 10 3 0,5 0-3 0,1 6 4 15,2-1-4-15,1 2 3 0,-1-1-1 16,4 0-3-16,2 2 6 0,5-3 3 0,-1 3-4 16,3-1 0-16,2-5-1 0,2-2 6 0,2 4-3 15,-1-6 1-15,5 2 0 0,1-3-1 0,2-3-2 16,3-2-9-16,-3-4-1 0,5-1-1 0,-4-4 2 16,2 0 3-16,-3-2 1 0,-1-3-2 0,1 2 5 15,-3-1-3-15,0 0 2 0,-2-3 0 0,-3-2 1 16,2-1-1-16,-3 2-1 0,-1-2 3 0,0 0 0 15,2 0 1-15,-6-1 0 0,3 3-3 0,-4 2 2 16,1-1-1-16,-3 5 5 0,0 2-5 0,0 7 0 16,0-9-1-16,0 9 2 0,0 0-5 0,0 0 5 15,0 0 3-15,-9 21 2 0,5-9 0 0,-1 5-1 16,-1 1 1-16,2 0-1 0,-2 7 0 0,4-7 0 16,2 1 1-16,-1-2-2 0,-1-1 0 0,4-4 1 15,-1-2 3-15,1 0-2 0,1-1-1 0,-2-1 4 16,2-3-1-16,-3-5 1 0,9 8-2 0,-4-7 1 15,-5-1 0-15,18 0 1 0,-8-3-1 0,-10 3 2 16,21-9 1-16,-10 2-4 0,-2 0 5 0,0-2-5 16,2 0 4-16,1-4-1 0,-1 1 0 0,0-2 1 15,-5 2-1-15,3-2 0 0,-3 1-4 0,2-1 1 16,-3 1 0-16,0 4-1 0,-1 0 0 0,-1 3 5 16,-3 6-1-16,6-10-2 0,-6 10 3 0,0 0-5 15,0 0 0-15,0 0 1 0,0 0-4 0,0 0 6 16,0 0-1-16,0 0 0 0,3 36-4 15,-1-25 0-15,-1 0 2 0,6 0 0 0,-2 2-5 0,-1-3 7 16,0 0-3-16,6-3 5 0,-4 0-1 16,4-3 1-16,2-1-4 0,5 0 4 0,-3-4-4 15,2-1 2-15,-2-3 2 0,0 1-1 0,2-3-3 16,-4 1 0-16,-1-2 8 0,-2 2 6 0,1-3-9 0,-2-1 4 16,-1 0 3-16,-4 0-3 0,1-2 6 15,1 1-10-15,-3-1 6 0,-1 0-5 0,1 2-4 16,-2-1 4-16,0 5-2 0,0-3 4 0,0 9 3 15,-2-10-8-15,2 10 1 0,0 0-1 0,0 0-3 0,0 0 3 16,0 0 3-16,0 0-5 0,-15 24-2 16,14-12 2-16,0 4 1 0,-2 1-2 0,2-2-3 15,1 2-21-15,0-2-35 0,0 4-33 0,-1-2-43 16,2-1-43-16,1 0-59 0,-2-4-253 0,0-12-529 16,-3 22 234-16</inkml:trace>
  <inkml:trace contextRef="#ctx0" brushRef="#br0" timeOffset="-793.3">20106 16516 1876 0,'-3'-15'23'0,"1"5"2"0,1-1-41 0,-1 7-51 15,2 4-17-15,0 0-9 0,0 0-10 0,17 0-23 16,-7 4-16-16,2 2-74 0,2 2-233 0,4-1 103 15</inkml:trace>
  <inkml:trace contextRef="#ctx0" brushRef="#br0" timeOffset="-504.68">20792 16364 261 0,'-1'-10'275'0,"0"1"-18"16,-2 2-10-16,3 7-19 0,-2-11-18 0,2 11-27 15,-3-6-17-15,3 6-18 0,0 0-8 0,0 0 6 0,-5 35-9 16,0-8-9-16,2 5-12 0,0-2-4 16,-1 5-10-16,-1 0-10 0,1-2-11 0,1-1-5 15,3-1-8-15,-1-1-6 0,3 2-4 0,-2-3-8 16,2-5-1-16,3 2-10 0,-3-2-2 0,1 1-14 15,0-8-21-15,-1 2-37 0,1-8-36 0,0 2-34 16,-1-4-41-16,-2-9-48 0,2 13-32 0,-1-10-36 16,-1-3-147-16,0 0-444 0,0 0 197 0</inkml:trace>
  <inkml:trace contextRef="#ctx0" brushRef="#br0" timeOffset="-84.36">20645 16628 65 0,'-5'-3'132'16,"5"3"1"-16,0 0-6 0,0 0 7 0,0 0-22 16,34 4-5-16,-13-3-12 0,10 2-9 0,0-2-8 15,2 0-6-15,1 1-8 0,2-2 4 16,2-3-6-16,-3-1-7 0,-3 2 5 0,1-1-5 0,0 0 8 16,-12-1 0-16,-3 2 2 0,-2-2 6 0,-4 1 6 15,-1 0 15-15,-3 1 0 0,0 0 7 0,-8 2 6 16,9-8-5-16,-9 8-3 0,0 0-12 0,0 0-6 15,0 0-13-15,0 0-3 0,0 0-4 16,0 0-6-16,-31 25-1 0,15-14-4 0,-4 7-9 0,0 0-3 16,7-3 1-16,0-2-8 0,0-2-1 15,6-1-6-15,-1-1-2 0,4 2-2 0,-2-3 0 16,6 2 2-16,0-10-8 0,-3 12 1 0,3-12 4 0,0 0-3 16,9 9-3-16,-9-9-1 0,12 3-2 15,-12-3 1-15,16-4 0 0,-4 0-2 0,-2 0-2 16,5-6 0-16,-6 3 1 0,2-1-1 0,1-6-1 15,-3 7-1-15,3-7 5 0,-2 1 0 0,-2 4-2 16,-1-1-1-16,-2 1 4 0,4 2-7 0,-5 1-1 16,-4 6 0-16,8-6 3 0,-8 6-7 0,0 0 1 15,0 0 1-15,0 0-8 0,9 20-35 0,-13-8-48 16,0 4-48-16,-1-1-67 0,-3-1-61 0,-1 4-169 16,4-3-472-16,-1 0 209 0</inkml:trace>
  <inkml:trace contextRef="#ctx0" brushRef="#br0" timeOffset="110.07">21241 16740 53 0,'5'-11'182'15,"1"1"-1"-15,0-3-5 0,-3 2-3 0,6 0-1 16,-4 2-6-16,1 0 4 0,-3 4-10 0,4-2-5 16,-3 2-12-16,1 1-6 0,1 2-7 0,-6 2-7 15,10 1-8-15,-10-1-12 0,14 5-8 0,-9 2-10 16,3 1-4-16,-1-1-8 0,-1 3-9 15,-2-2-23-15,1 3-35 0,-1 0-49 0,-3 0-47 0,0 0-58 16,2-3-50-16,-3-8-187 0,1 14-415 0,-1-14 184 16</inkml:trace>
  <inkml:trace contextRef="#ctx0" brushRef="#br0" timeOffset="491.13">21679 16562 119 0,'2'-11'177'0,"-4"-1"-3"0,0 3-4 16,-2 3 9-16,-4 1-8 0,1 2-2 0,-2 2-3 16,9 1-5-16,-23 9-4 0,8 1-4 0,0 3-15 15,1 0-7-15,1 3-11 0,-2 6 1 0,5 1-14 16,1-5-6-16,2 0-10 0,5-2-6 0,2 4-11 16,0-4-6-16,2-3-6 0,6 3-2 0,1-1-7 15,4-3-9-15,0-3 2 0,6 0-7 0,1-2-4 16,7-1 0-16,1-4-4 0,0-3-5 0,2 0 2 15,-2-5-4-15,0 0-3 0,-1-1 3 0,-3-3 2 16,-6 1-3-16,0 0 2 0,0 0 2 0,-3-4-3 16,-1 3 2-16,0-2-7 0,0-3 0 15,-2 2-2-15,-5 2 2 0,2-4 1 0,-5 4 4 0,0 0-1 16,-4 2 2-16,0 9 0 0,-6-12 1 0,6 12 1 16,-14-5-1-16,14 5 8 0,-25 6 6 0,9 5 12 15,-2-1-1-15,-1 9-5 0,-1-1-5 0,1 3 2 16,8-6-7-16,1 4 0 0,2-3-7 0,3 4-27 15,1-2-39-15,3 1-42 0,3-2-49 16,1-7-57-16,2 0-61 0,3-2-71 0,-8-8-217 16,16 9-577-16,-5-7 255 0</inkml:trace>
  <inkml:trace contextRef="#ctx0" brushRef="#br0" timeOffset="626.25">22219 16744 253 0,'12'-4'269'0,"-3"0"-31"0,-2 3-9 16,-7 1-14-16,11 0-5 0,-11 0-9 0,0 0-3 0,0 0-22 15,0 0-20-15,1 10-12 0,-1-10-9 16,0 0-28-16,-10 15-52 0,10-15-71 0,-9 9-86 16,9-9-97-16,0 0-180 0,0 0-409 0,0 0 181 15</inkml:trace>
  <inkml:trace contextRef="#ctx0" brushRef="#br0" timeOffset="11035.68">16433 12580 38 0,'-10'-2'70'0,"-2"0"-9"0,0 1-8 15,-2 1 9-15,-3 3-3 0,0 1-5 0,-3 3-9 16,2 1 0-16,-8 6 3 0,2-1-5 0,0 6-7 16,2 0-2-16,2 5 1 0,-3-2 0 0,3 4-7 15,-1 2 0-15,3 2 2 0,4 0-2 0,0 2 2 16,2 0-3-16,2 3 9 0,1 12-12 0,1-1 1 15,8 2-3-15,2-1 12 0,4 0-12 0,2 2-1 16,1 1 4-16,1 2 0 0,4 1 0 0,-3 2-1 16,2 1-11-16,1-1 4 0,-2 1-2 0,0 3 1 15,5 20-5-15,-2-22 2 0,-3 2-3 0,2-1-4 16,1 0 8-16,2 1-5 0,0-4 2 0,2 1-3 16,1-3 0-16,2 1-1 0,0-1 0 0,-3-4-5 15,5 2 9-15,0-3 1 0,1-3-4 0,1 1 6 16,3-1-4-16,-4-3 4 0,1-3 0 0,6 0 0 15,-8-11 2-15,9 7 1 0,-3-12 0 0,13 6 9 0,1-5-7 16,2-4-2-16,2-2 1 0,3-2-2 16,0-5-7-16,2 0-18 0,0-3 3 0,1-1-17 15,2-3-10-15,3-2-9 0,-1-4-14 0,2-2-4 16,-1-3-20-16,-1 0-32 0,1-6-83 0,-4-1-212 0,-2-4 94 16</inkml:trace>
  <inkml:trace contextRef="#ctx0" brushRef="#br0" timeOffset="12336.28">15986 12723 14 0,'36'-5'72'0,"17"-2"-1"16,3 1-5-16,4-1-13 0,4 0 1 0,26-2 1 15,-1 0 1-15,-22 4-8 0,30-4-2 0,-1 0 4 16,1 0-7-16,5-1-6 0,-2 2 1 0,2-1-7 16,7 3 0-16,-4 1-2 0,-1-1-6 0,4-1-6 15,0 0 3-15,1 0-7 0,1 3 6 0,-2-3-4 16,1 3 4-16,-3 0-2 0,-4 3-1 0,1-2-4 15,-4 1 1-15,-2 1-1 0,-1 2-3 0,4 2-3 0,1 0 5 16,-5 2 3-16,-3-1-5 0,-2 5-7 16,-27-5 1-16,30 6-4 0,-29-2 7 0,27 0 0 15,-26 1-1-15,26 0-5 0,-28-2 0 0,26 6 9 16,-28-6-9-16,2 1-2 0,-3 0 0 0,3 1 1 16,-3-1 6-16,3-1-3 0,-3 1-1 0,-2 1-6 15,0-2 20-15,-4 0-10 0,2-1-1 0,1 0 1 16,-3 1-6-16,-3-1 4 0,1 2-7 0,-15-3 13 15,13-1-3-15,-15 1 0 0,1-1 0 0,-2 3 1 16,-2-1-4-16,-4-1 0 0,2 1 14 0,-11-2-16 0,-1 0 7 16,-2 3-6-16,-7-4-1 0,2 1-5 15,-3-1 5-15,-2 2-3 0,1-1 9 0,-4 0-4 16,0 1 4-16,-4-5 0 0,4 12-12 0,-2-6 10 16,-1 3-4-16,2 0 7 0,-2 6-3 0,1 2 1 0,-2-1 4 15,1 1-9-15,1 9 9 0,-2 1-1 0,-2 1-1 16,3-1-1-16,-2 4 1 0,0-2-1 0,1 2-3 15,-4 1 7-15,1-2-8 0,1 4-1 16,-2 0-11-16,0 0 19 0,1 0 0 0,-2 0-5 0,4-1 6 16,-2 0-4-16,1-1-11 0,2-1 14 0,0 2 1 15,0-2 6-15,-1 0-10 0,1-1 3 0,1 3 1 16,3-1 9-16,-3-1-4 0,3 1-7 0,-3 0 6 16,0 0-2-16,-1 1 4 0,2 2-5 0,0-1-7 15,2 0 9-15,-3-1-5 0,1 2 6 0,0 0-4 16,-1-1 3-16,-2-1-1 0,1-1 0 0,0-1-1 15,-1 0-1-15,-3-1 3 0,0-1-1 0,2-2-1 16,-5 1-6-16,2 0-1 0,0-2 1 16,1 0-1-16,-2-1-3 0,2 4 3 0,-4-4 2 0,2 2-4 15,-1 1 0-15,-2 0 5 0,1-2-5 0,3-1 3 16,-3-8-6-16,3 3 7 0,-2-1-10 0,0-1 4 16,2 1 2-16,-2 4 1 0,1-4-3 0,1 1 2 15,-3 3 0-15,3-4-2 0,-2 1-10 0,1 5 2 16,0-6 11-16,-1-1-12 0,1 0-1 0,1 1 4 15,0-1 1-15,-1 1-3 0,-1-1 8 0,2 0-8 16,0 0 7-16,0-2-4 0,-2 1 2 0,1-2-4 16,-1-1-2-16,1 1 6 0,1-2-3 0,1-4 5 15,-1 2 3-15,-3 0-2 0,2 4-5 0,-4-2-2 16,3-3 8-16,-2 2-7 0,-1-1 4 0,-1 2 4 16,-3-2-8-16,2 2 6 0,-2-4-3 0,1 3 4 15,-3-3-4-15,0 1 11 0,-2-1-5 0,0-3 1 16,1 2-6-16,-4-3 1 0,-6 2-1 0,0-2-6 15,-3-2 10-15,0 1-4 0,1-4 2 0,-3 0-2 16,-5-3-1-16,-3 0 5 0,-10 2 2 0,-1-2-12 16,-2-4 4-16,-2 5-2 0,0-1 2 0,-7-4-3 15,-2 3-2-15,-2-2-1 0,0-1-1 0,-28-1-3 16,31 4 7-16,-29-2-7 0,25 2 1 0,-28-4-2 16,29 3 0-16,-29 2 8 0,2-3-4 0,1 2 12 15,26 2-13-15,-34-6 7 0,9 3 1 0,0-1-2 16,24 3-2-16,-25-1 5 0,1-3-3 0,0 7 2 15,-2 0 1-15,2-1 15 0,3 2-14 0,-2 0-1 16,0 5-9-16,-2-6 14 0,27 2 0 0,-27 0 2 16,2 3 4-16,26-7 5 0,-27 2-7 0,29 2 5 15,-1-2 0-15,-3 0 0 0,2 2-1 0,5 0-3 16,-5-2-3-16,5-2 7 0,1 1-1 0,0 2-3 16,4-1-5-16,3 0-3 0,13-1-5 0,-13 2-4 15,14-6-13-15,1 2-13 0,2 0-13 0,2-3-18 16,0 0-24-16,2 0-19 0,5-1-11 0,4 0-62 15,5-1-198-15,0-4 88 0</inkml:trace>
  <inkml:trace contextRef="#ctx0" brushRef="#br0" timeOffset="12954.58">16508 14370 53 0,'0'0'90'0,"0"0"-3"0,-5-4-2 0,5 4-18 15,0 0-11-15,0 0 0 0,-5-5-9 0,5 5 5 16,0 0-23-16,0 0-1 0,0 0-3 16,0 0 5-16,0 0-5 0,-4 21 12 0,1-11-14 15,1 5 5-15,0 1-9 0,-1 5 9 0,-1-3-13 16,2 6 6-16,-3 3-2 0,1 1 4 0,1 3-4 16,2-1 7-16,-4-2-1 0,2 0-3 0,2 0 7 15,1 1-6-15,0-1-11 0,0-1 3 0,4 1-3 16,0-2 8-16,-2-1-5 0,1-1 0 0,1-6-9 15,-2 3 8-15,3-3 0 0,-1 2 0 0,0-1-10 16,1-3 2-16,0 2-1 0,-1-2 6 0,0-1-6 16,2 1 7-16,0-2 2 0,-3-2-1 0,5 0-4 15,-2 3 2-15,-1-5 4 0,4 4-6 0,0-4 4 16,-1 0-2-16,0-3 1 0,1 2-6 0,3 3 2 16,-3-4 0-16,5-2-3 0,-3 2 1 0,3-2-26 15,4 2 0-15,1-4-21 0,-1 0-6 0,5-2-16 16,3-2-17-16,8 0-11 0,-1-6-84 0,-1-1-188 15,2 1 83-15</inkml:trace>
  <inkml:trace contextRef="#ctx0" brushRef="#br0" timeOffset="13106.24">17666 14975 91 0,'12'0'116'15,"-12"0"-35"-15,9 4-39 0,-2-1-35 0,-7-3-33 16,7 7-27-16,-7-7-55 0,0 0 25 0</inkml:trace>
  <inkml:trace contextRef="#ctx0" brushRef="#br0" timeOffset="23356.1">21497 5960 44 0,'5'4'51'0,"-5"-4"1"16,0 0-11-16,0 0-4 0,0 0 0 0,0 0-12 15,0 0-12-15,0 0-9 0,0 0-14 0,0 0-9 16,0 0-28-16,0 0-48 0,0 0 21 0</inkml:trace>
  <inkml:trace contextRef="#ctx0" brushRef="#br0" timeOffset="23797.93">21959 4663 7 0,'0'0'39'0,"0"0"-4"0,0 0-10 16,0 0-2-16,0 0-4 0,0 0-9 0,0 0-9 16,0 0-11-16,0 0-16 0,0 0-26 0,0 0 12 15</inkml:trace>
  <inkml:trace contextRef="#ctx0" brushRef="#br0" timeOffset="24620.57">28463 10682 55 0,'0'0'40'0,"1"-7"-31"0,-1 7-27 16,-6-15-19-16,0 4 9 0</inkml:trace>
  <inkml:trace contextRef="#ctx0" brushRef="#br0" timeOffset="25266.62">25327 8306 14 0,'0'0'67'16,"0"0"-16"-16,0 0 2 0,0 0-8 0,0 0-3 16,0 0-16-16,0 0-6 0,0 0-15 0,0 0-7 15,0 0-13-15,0 0-36 0,0 0-56 0,0 0 25 16</inkml:trace>
  <inkml:trace contextRef="#ctx0" brushRef="#br0" timeOffset="35114.71">19610 2891 72 0,'-1'-8'167'0,"1"8"-4"0,0 0-12 0,-4-5-10 15,4 5-14-15,0 0-16 0,0 0-3 0,0 0-19 16,0 0-7-16,0 0-11 0,0 0-5 0,0 0-4 16,-11 22-4-16,7-8-10 0,1 6 2 0,-1 5-5 0,-1 4-2 15,-2-2 0-15,0 1-6 0,3-3-4 0,1 3-4 16,-3-3-4-16,4-6 3 0,-3-2-5 15,3 1-2-15,-3-5-5 0,4-1 0 0,-1-1 2 16,-1-1-6-16,4-1 1 0,-2-2-2 0,1-7 0 16,-1 10 9-16,1-10 8 0,-2 6 6 0,2-6 14 15,0 0 6-15,0 0-2 0,0 0-6 0,0 0-2 16,0 0-5-16,0 0-3 0,3-28-6 0,0 13 3 16,0-3-10-16,4-5-2 0,-2-3-2 0,1 2-2 15,-1-7-6-15,4 4 3 0,-1-2 2 0,0 0-4 16,2-1-6-16,0-1 2 0,0 3 0 0,-2-1-33 15,3 0 7-15,-2 3 3 0,-1 7-5 0,-3 4 4 16,2 0 3-16,0 5 2 0,-2 1-3 0,3 3 2 16,-3 1-4-16,3 1 4 0,-1 3-1 0,-7 1-1 15,17 5 0-15,-5 1 5 0,0 6 0 0,2 4 1 16,2 5 4-16,-2 1-2 0,-1 6 7 0,-1-3-3 16,1 1-1-16,-5 1 2 0,0 1-1 0,0-1 5 15,-3-1-5-15,1-7 4 0,-1-4-5 0,0 4 6 16,0-5-2-16,-2 3 7 0,3-1-8 0,-2-6-9 15,-2 2-15-15,1-2-31 0,-2-1-29 0,-1-9-17 16,3 12-38-16,-3-12-27 0,4 10-133 0,-4-10-321 16,0 0 142-16</inkml:trace>
  <inkml:trace contextRef="#ctx0" brushRef="#br0" timeOffset="35280.82">19535 3047 75 0,'0'0'148'0,"0"0"-16"0,39-11-4 16,-18 5-18-16,12 1-11 0,7-3-6 0,11-4-20 15,2 5-25-15,1-2-34 0,-3 1-29 0,0-1-29 16,-11 6-24-16,0-4-65 0,-3 2-142 0,-2 0 63 16</inkml:trace>
  <inkml:trace contextRef="#ctx0" brushRef="#br0" timeOffset="35498.93">20379 2753 13 0,'-5'-14'171'0,"-1"4"-14"0,4 0-3 0,-4 1-4 0,6 9 7 15,-6-14-12-15,3 10-8 0,3 4-20 0,-1-7-12 16,1 7-10-16,0 0-12 0,0 0-7 0,0 0-1 16,0 52 4-16,1-20-6 0,2 3-1 0,0 13-2 15,-1-2-6-15,-4-11-10 0,5 13-1 0,-4-4-8 16,1-8-1-16,0-1-3 0,-1-3-2 0,1 0-3 15,1-4-5-15,2 1-7 0,-3-4-19 0,1-5-28 16,-2-1-33-16,-2 0-43 0,3-4-41 16,-1 2-48-16,-6-3-123 0,1-3-334 0,-3 0 147 15</inkml:trace>
  <inkml:trace contextRef="#ctx0" brushRef="#br0" timeOffset="35722.61">20450 2876 102 0,'25'-8'161'0,"-3"4"-18"15,-4 2-13-15,-1 2-13 0,-1 3-6 0,-3 0-11 16,-1 0-8-16,-2 2-7 0,0 2-9 0,-4 1-7 16,1 1 1-16,-3 1-5 0,-3-1-6 0,-1 3 1 15,-4 0-7-15,-1 0-3 0,-3 3-12 16,-4 2 2-16,1-4-8 0,0 0-23 0,-3-1-30 0,0 1-20 15,-2-4-43-15,5-1-31 0,-3 0-119 0,2-2-253 16,-1-3 113-16</inkml:trace>
  <inkml:trace contextRef="#ctx0" brushRef="#br0" timeOffset="35925.44">20670 2721 146 0,'4'-7'215'0,"-2"1"-14"15,3 1-17-15,-2 0-22 0,-3 5-19 0,0 0-14 16,9-2-17-16,-9 2-8 0,7 11-12 0,0 3-6 16,-1 6-2-16,3 4-8 0,-3 3-1 0,0 4-8 15,-1-1-6-15,-4 0-8 0,3 1 1 0,-2 1-7 16,-2 1-10-16,3-4-29 0,-3-1-38 0,1-3-27 16,2-7-66-16,-2 0-52 0,-1 0-118 0,1-5-315 15,-1-13 140-15</inkml:trace>
  <inkml:trace contextRef="#ctx0" brushRef="#br0" timeOffset="36175.68">20881 3079 122 0,'0'0'173'0,"0"0"4"0,11-1-12 0,-11 1-7 15,11-1-4-15,-11 1-2 0,15-5-15 0,-5 1-10 16,0-2-5-16,0 0-11 0,0-1-6 0,2 0-4 15,1-5-4-15,-3 6-5 0,-1-3 7 0,-1 1-15 16,-1-1 7-16,0 5-11 0,-7 4-1 0,7-11-16 16,-7 11-7-16,3-12-8 0,-3 12-11 0,0 0-18 15,-9-18-16-15,1 13-23 0,8 5-22 16,-15-7-31-16,5 4-28 0,-4 2-18 0,14 1-29 16,-22-1-22-16,13 3-16 0,9-2-114 0,-14 4-323 15,14-4 144-15</inkml:trace>
  <inkml:trace contextRef="#ctx0" brushRef="#br0" timeOffset="36372.93">21038 2809 85 0,'4'-12'184'15,"-1"0"2"-15,1 1 5 0,0 2-4 0,-3 1-7 16,1 2-4-16,0 1-18 0,-2 5-20 0,4-9-21 16,-4 9-13-16,0 0-8 0,0 0-16 0,0 0 9 15,14 18-11-15,-8-4-4 0,-1 5-5 0,2 6-3 16,-3-1-10-16,0 3 0 0,-2-2-8 0,2 2 0 15,1-4-8-15,-2 5-10 0,0-3-33 0,0 0-28 16,-3-5-25-16,4 4-45 0,-2-8-59 0,2 1-52 16,-5-6-118-16,1-11-356 0,0 23 159 15</inkml:trace>
  <inkml:trace contextRef="#ctx0" brushRef="#br0" timeOffset="37031.01">21474 2921 120 0,'0'0'150'0,"-2"17"5"0,1-7-4 15,1-10-13-15,0 21-12 0,3-12-12 0,-3 2-7 16,2 0-11-16,2-1-3 0,1 0-7 0,-1-2-8 16,2 1-3-16,1 0-7 0,0-6-4 0,3 4-2 15,-1-3-6-15,2-2 2 0,0-1-4 0,2 1-4 16,-13-2-10-16,23-6 2 0,-13 3 0 0,2-4-6 15,-2 0-4-15,-1-2-1 0,0 1-7 16,-4-3-7-16,-1 2-7 0,-3-5-3 0,-2 2-5 16,1 0-4-16,-5-5 5 0,-3 3-3 0,0-2 0 0,2 7 0 15,-2-1-3-15,1 2 4 0,0-2 5 0,1 3-8 16,-1 1 8-16,3 1-3 0,-1 2 1 0,5 3-5 16,-7-5-2-16,7 5 5 0,0 0-6 0,-5-6-1 15,5 6 4-15,0 0 2 0,0 0-6 0,0 0 3 16,23-4-2-16,-9 2-4 0,6-3 6 15,8-1-3-15,2-3 3 0,-1 1-3 0,2-2 0 16,-2 0 1-16,-3-2 1 0,-7 2 1 0,0 1-1 16,-2-1 1-16,-2-2 7 0,-3 1-5 0,-2-2 1 15,-4 3 4-15,-1-6 3 0,-3 5 0 0,1-2 5 16,-4-4-1-16,1 9 4 0,-1-2 12 0,1 10 5 16,-3-12-2-16,3 12-6 0,0-9-6 0,0 9-7 15,0 0-3-15,0 0 0 0,0 0-1 0,3 42 0 16,-3-15-2-16,0 4 1 0,-1 2 2 0,-2 1 1 15,-2 13 4-15,2-13-1 0,1 13 0 0,0 0 5 16,-1-12-4-16,0-1 3 0,1 1 0 0,2-4-6 16,0 3 5-16,1-3-7 0,-2-2 7 0,2-2-6 15,-1-1-34-15,0-8-23 0,0 0-43 0,1-1-52 16,0-3-48-16,-2-4-159 0,1-10-379 0,-1 15 168 16</inkml:trace>
  <inkml:trace contextRef="#ctx0" brushRef="#br0" timeOffset="37191.18">21907 3010 1644 0,'7'-5'17'0,"-7"5"-11"0,9-11-11 16,-9 11-28-16,9-9 6 0,-9 9 8 0,18-7-2 16,-6 3 7-16,4-1-3 0,1-2-11 0,5 0-19 15,6 0-30-15,1-2-36 0,-2 4-98 0,-8-1-230 16,11-5 102-16</inkml:trace>
  <inkml:trace contextRef="#ctx0" brushRef="#br0" timeOffset="41835.71">22698 3151 28 0,'0'0'92'0,"0"0"-10"0,0 0 5 0,0 0 4 15,0 0-1-15,0 0 0 0,0 0 1 16,0 0 5-16,-7 13 0 0,7-13 4 0,0 0 1 15,0 0 3-15,0 0 6 0,0 0 3 0,0 0 1 16,0 0 29-16,0 0-8 0,0 0-6 0,0 0-11 0,0 0-14 16,0 0-9-16,18-19-9 0,-8 11-8 0,-2-2-11 15,3-4-2-15,1-1-11 0,1-1-3 16,0 2-6-16,-2-2-3 0,-2 2-4 0,3 1-5 16,-5-1 0-16,0 1-4 0,2-3-5 0,-3 0-4 15,-2 2 1-15,1-2-3 0,-1 0-3 0,-2 5 0 16,-2-3-2-16,2 2 0 0,-2 3-6 0,1 0 1 0,0 3 1 15,-1 6-6-15,2-10-2 0,-2 10 1 0,1-8-3 16,-1 8-9-16,0 0 3 0,0 0-3 16,0 0 1-16,0 0 0 0,0 0 0 0,-5 23 4 15,1-8 0-15,3 3-2 0,-1-1 4 0,2 2 2 16,0-2 0-16,-1 3-2 0,1-1 0 0,1-1 3 16,-1-2 0-16,3-1-2 0,1-1 0 0,2 3-5 15,-1-6-18-15,4 0-19 0,-1-3-24 0,1 0-25 16,5 2-37-16,1-3-39 0,3-1-53 0,-1-2-137 15,1-3-390-15,-2-4 173 0</inkml:trace>
  <inkml:trace contextRef="#ctx0" brushRef="#br0" timeOffset="42030.17">22814 2695 2149 0,'-16'-12'29'0,"-4"-4"-17"0,2 6-54 15,9 5 18-15,-2-2 11 0,3 0 10 0,3 3-8 16,-1 1 10-16,2-1-2 0,4 4-4 0,-9-6-6 16,9 6-18-16,0 0-9 0,-5-4-1 0,5 4-10 15,0 0-21-15,0 0-18 0,18 12-37 0,-7-7-23 16,5 4-96-16,-2 0-265 0,2 1 117 0</inkml:trace>
  <inkml:trace contextRef="#ctx0" brushRef="#br0" timeOffset="43820.64">23675 2939 112 0,'-2'-3'171'0,"2"3"-8"0,-4-8-6 16,4 8-6-16,-5-9-8 0,5 9-9 0,0 0-12 16,-2-8-8-16,2 8-12 0,0 0-10 0,0 0-12 15,0 0-12-15,0 0-5 0,0 0-10 0,0 0-5 16,0 0-5-16,0 0-1 0,0 0-6 0,0 0-6 15,13 27-1-15,-9-17-6 0,0 2 1 0,3 1-3 16,-2 1-1-16,2 1-3 0,-2 0 3 0,2 1-4 16,-2-5-4-16,-2 0 0 0,-1 0 0 0,6 0-2 15,-5 0-7-15,1-2 8 0,2 0-3 0,-3-1 1 16,0-2-1-16,-2-2 9 0,-1-4-12 0,3 10 2 16,-3-10-2-16,4 8-2 0,-4-8 13 0,5 4-13 15,-5-4 5-15,0 0 5 0,3 6 13 0,-3-6 14 16,0 0 12-16,0 0 10 0,0 0 2 15,0 0-9-15,0 0-6 0,0 0-7 0,8-22-1 0,-8 9-2 16,3 1-10-16,2-5 0 0,0 1-1 0,-1-5-5 16,1 2-1-16,-1-6-7 0,-2 6 1 0,3-7-6 15,1 1 3-15,-1 5-8 0,0 3-14 0,1 0-4 16,-1 3-15-16,0 4-21 0,-1 0-17 0,-1 1-19 16,1 4-28-16,1 0-26 0,-5 5-14 15,9-2-15-15,-9 2 3 0,15 5-5 0,-4 2-123 16,0 5-318-16,-2 4 140 0</inkml:trace>
  <inkml:trace contextRef="#ctx0" brushRef="#br0" timeOffset="44238.66">23982 3282 46 0,'0'0'187'0,"9"-15"-8"16,-2 8 3-16,-1-1-14 0,0-2-10 0,5-4-17 15,-2-2-5-15,2-1-18 0,3-4-7 0,1-4-7 16,2 3-8-16,1-2-8 0,1-1-7 0,-2 0-7 16,1 0-8-16,-2 4-2 0,1-1-2 0,-7 8-4 15,-2-2-6-15,-2 6-1 0,2-1-3 0,-3 4 4 16,-3-1-4-16,1 3-3 0,-3 5-4 0,4-8-9 16,-4 8-3-16,2-5-5 0,-2 5-6 0,0 0-5 15,0 0 2-15,0 0-4 0,0 0 3 0,0 0 1 16,-15 16-5-16,6-9-5 0,3 5-1 0,-2-3-3 15,0 1-4-15,1-1-11 0,2 2-3 0,2 2-6 16,0-1-2-16,3-2-2 0,2 1 0 0,-1 0-1 16,4 1 5-16,0-1 1 0,7 2 2 0,-2-1-2 15,-1 2 6-15,0-5-2 0,2 4 0 0,0-1 2 16,-3-2 1-16,2-2 2 0,-1 2 3 0,-1-2-3 16,-1-1 4-16,-2 0 1 0,0-2-1 0,0 1 0 15,-2 0 6-15,-1-1-2 0,-2-5 1 0,5 10 1 16,-5-10 4-16,-1 9 1 0,1-9 2 0,-10 10-13 15,5-6-8-15,-2-1-22 0,7-3-23 0,-15 6-18 16,6-3-53-16,1-2-29 0,-1 1-127 0,9-2-313 16,0 0 139-16</inkml:trace>
  <inkml:trace contextRef="#ctx0" brushRef="#br0" timeOffset="44878.59">24591 2929 70 0,'0'0'131'15,"0"0"-9"-15,2-8-4 0,-2 8-16 0,0 0-10 16,0 0-9-16,0 0-14 0,0 0-45 0,0 0-32 16,0 0-39-16,0 0-79 0,0 0-137 0,0 0 60 15</inkml:trace>
  <inkml:trace contextRef="#ctx0" brushRef="#br0" timeOffset="45339.66">24893 3055 80 0,'2'-11'176'0,"-2"11"1"15,0-8 1-15,0 8-8 0,0 0-14 0,0-12-1 16,0 12-12-16,0 0-9 0,0-11-11 0,0 11-6 15,0 0-11-15,0 0 23 0,1-6-10 16,-1 6-16-16,0 0-7 0,0 0-17 0,0 0-10 16,0 0-11-16,0 0-5 0,0 0-8 0,0 0-7 0,0 0-2 15,0 0-9-15,0 0 2 0,0 0-3 0,6 26-2 16,-6-13-2-16,2-3 1 0,-1 0-4 16,1 6-1-16,-4-3-1 0,2-2 0 0,0 2-3 0,2-2 1 15,-4 2-4-15,2-1-9 0,0-2-35 16,-3 3-31-16,2 2-33 0,1-6-55 0,-2 3-44 15,2-2-181-15,-3 0-409 0,2-3 180 0</inkml:trace>
  <inkml:trace contextRef="#ctx0" brushRef="#br0" timeOffset="45516.63">24891 2737 154 0,'-1'-10'123'0,"1"10"-38"0,0 0-13 16,0 0-25-16,0 0-16 0,0 0-16 0,0 0-37 15,15 16-63-15,-9-6-90 0,3 5 40 16</inkml:trace>
  <inkml:trace contextRef="#ctx0" brushRef="#br0" timeOffset="45767.7">25152 2849 2 0,'0'0'191'0,"2"-10"-3"0,-2 10-6 0,0-6-8 0,0 6-19 16,0 0-19-16,0 0-19 0,0 0-16 0,0 0-6 16,0 0-15-16,0 0-1 0,7 27-3 0,-6 0 6 15,-1 6-2-15,1 14-6 0,-2-11-1 0,-2 10-10 16,-2 0-7-16,0-11 1 0,-1 13-12 0,3-15 0 15,-2-1-1-15,0-2-6 0,2 2-1 0,-3-4-5 16,3-2 3-16,-2 0-14 0,3 0-12 16,-2-7-26-16,3 0-39 0,-1-2-30 0,0-5-36 0,0-1-40 15,4 1-30-15,-2-1-97 0,0-11-313 0,0 0 139 16</inkml:trace>
  <inkml:trace contextRef="#ctx0" brushRef="#br0" timeOffset="45980.15">25364 3121 5 0,'2'-5'185'0,"-2"5"-20"15,6-10-22-15,-6 10-13 0,0 0-10 0,0 0-6 16,0 0-1-16,0 0 0 0,0 0-4 0,8 34 3 0,-9-15-14 16,1 0-5-16,-2-2-9 0,1 3-6 15,-1 7-5-15,-2-3-12 0,0 2 4 0,2-1-14 16,1-5-1-16,-2 4-15 0,-1-6-18 0,6-1-23 15,-5-2-34-15,0-2-22 0,3-2-38 0,0 0-35 16,0 2-144-16,0-13-301 0,0 0 133 0</inkml:trace>
  <inkml:trace contextRef="#ctx0" brushRef="#br0" timeOffset="46208.56">25383 3028 56 0,'0'0'160'16,"14"-7"-23"-16,-8 5-11 0,-6 2-12 0,13 0-13 15,-13 0-7-15,17 8-10 0,-11-5-12 16,1 6 0-16,3-1-12 0,-2 6-5 0,-4-2-3 16,0 3-8-16,-1 0 4 0,1 2-7 0,-4-2 1 0,-2-1-9 15,-3-1-2-15,3 1-16 0,-2 2-20 0,-4-6-20 16,2 2-44-16,2 1-42 0,-5-4-94 15,0 0-222-15,-1-4 99 0</inkml:trace>
  <inkml:trace contextRef="#ctx0" brushRef="#br0" timeOffset="46586.83">25706 3010 98 0,'3'-3'169'0,"-3"3"-16"16,0 0-16-16,0 0-13 0,0 0-13 0,19 13-5 16,-13-3 2-16,3 6-5 0,-1-1-5 0,-2 3 2 15,5 5-11-15,-5-4-12 0,5 3-4 0,-7-3 2 16,4-2-8-16,-2 2-5 0,-2-3-1 0,3-2-8 16,-3-4 1-16,2 0-6 0,-2-2-1 0,1 1-2 15,-4-3-9-15,2 0 15 0,-1-1 15 0,-2-5 9 16,4 6 14-16,-4-6-10 0,0 0-1 0,0 0-1 15,14-9-9-15,-5 1-8 0,0-3-6 0,2-3-4 16,1-2-2-16,0 0-6 0,5-6-3 0,-4-4-5 16,-1 9-5-16,3-5 2 0,-3-1-6 0,1-1-3 15,-3 0 1-15,0 7-9 0,-1 2 4 0,-3 4-10 16,-1 3-2-16,-3 1-17 0,2 0-13 0,0 1-25 16,0 2-24-16,-4 4-29 0,0 0-33 15,7-10-22-15,-7 10 0 0,0 0 1 0,0 0 8 0,0 0-6 16,0 0-12-16,2 27-3 0,-2-17 2 0,-1 2-85 15,0 0-273-15,2-1 120 0</inkml:trace>
  <inkml:trace contextRef="#ctx0" brushRef="#br0" timeOffset="46894.62">26084 3110 367 0,'11'7'-24'0,"-7"-3"7"15,-4-4 9-15,14 0 4 0,-14 0 12 16,17-1 5-16,-17 1 1 0,17-5 5 0,-8 0 15 16,2 0-5-16,-11 5 4 0,17-9 10 0,-7 2 13 15,-1 3 10-15,-2-2 9 0,-7 6 9 0,10-6 6 16,-10 6 1-16,6-7-7 0,-6 7-8 0,0 0-8 15,0 0-8-15,0 0-4 0,0 0-13 0,0 0-3 16,0 0-4-16,0 0 1 0,8 16-1 0,-8-16-2 0,0 0-5 16,-8 25 2-16,3-17-6 0,5-8-2 15,-1 15-1-15,1-5-3 0,0-10 9 0,6 15-4 16,-6-15 1-16,4 11-5 0,-2-4 0 0,-2-7 10 16,9 6 2-16,-9-6 4 0,11 6-5 0,-2-2 4 15,-9-4 0-15,14 2 0 0,-14-2 3 0,13-2 4 16,-13 2 3-16,0 0 1 0,14-6-7 0,-14 6 1 15,2-9-10-15,-2 9-3 0,4-17-3 0,-6 9-4 16,2 8-6-16,-4-19-3 0,-1 9-4 0,-1-1-17 16,-2 1-18-16,2-1-13 0,-1 3-27 0,-2 0-34 15,0 1-36-15,0 2-31 0,9 5-142 0,-17-3-338 16,17 3 150-16</inkml:trace>
  <inkml:trace contextRef="#ctx0" brushRef="#br0" timeOffset="47139.12">26371 2979 2480 0,'2'-12'-3'0,"-2"0"-1"0,2 2 19 15,-2-2-12-15,0 0-3 0,0 3 7 0,2-1 6 16,-2 1 15-16,4 3 9 0,-4 6 3 0,0-12-3 16,0 12-4-16,0-7-7 0,0 7-9 0,0 0-2 15,0 0-1-15,0 0-4 0,0 0 2 16,15 29 1-16,-11-10-2 0,3-1 0 0,2 12-1 15,-2 0-3-15,-3 0 4 0,3-3 2 0,-3 1-3 16,-1-1 1-16,-1-3-8 0,1-5-18 0,-1 1-18 16,0-2-20-16,2-1-35 0,-2-2-31 0,-2-3-45 15,3-1-51-15,-1-1-151 0,-2-10-396 0,2 12 176 16</inkml:trace>
  <inkml:trace contextRef="#ctx0" brushRef="#br0" timeOffset="47365.02">26645 2865 183 0,'0'0'167'15,"4"-6"-26"-15,-4 6-8 0,0 0-17 0,0 0-6 16,0 0 8-16,5 19 12 0,-2-6 6 0,-3 5-5 16,2 7-14-16,0 0-3 0,-2 4-9 0,0-2-7 15,0 0-14-15,0-3-5 0,0-3-10 0,0 3-4 16,2 2-2-16,-2-8-8 0,0 1-3 0,0-4-24 15,3-2-23-15,-3 2-35 0,2-3-49 16,0-4-26-16,-2 0-52 0,2-3-34 0,-2-5-99 0,0 0-314 16,0 0 139-16</inkml:trace>
  <inkml:trace contextRef="#ctx0" brushRef="#br0" timeOffset="48312.38">26547 3052 37 0,'0'0'156'0,"22"-9"-19"0,-11 5-12 16,7-2-12-16,2 1-12 0,9 0-8 0,0-1-14 0,-2 4-3 16,1-3-7-16,-1 3-11 0,-4 1-1 15,-2-1-5-15,0 0-17 0,8 0 7 0,-12-1 1 16,-3 3-4-16,-3 0-10 0,1 0-6 0,-12 0 0 16,15-3-5-16,-15 3 6 0,12 0 8 0,-12 0 1 15,0 0 4-15,11-1 2 0,-11 1-4 0,0 0-2 0,0 0-4 16,0 0 2-16,5 7-3 0,-5-7 14 15,-9 18-4-15,-1-5 7 0,-1 1-7 0,-2 2-2 16,-1 1-4-16,3-2-4 0,-1-4-5 0,6 4 2 16,-1-7-4-16,5 2-5 0,-2-1 0 0,4 1 2 15,0-5-7-15,0-5-3 0,6 13-3 0,1-9-2 16,-1-1-4-16,4 0-9 0,-1-5-7 0,2 2 6 16,3-1 2-16,-14 1-9 0,22-6 8 0,-11 0-6 15,0-2 7-15,1 2-5 0,-3-1 6 0,-3-1-4 16,3 0 9-16,1-2-4 0,-4 0 1 0,1-2 0 15,-3 2 9-15,0-1 8 0,0 0 5 0,0 5 1 16,-4 6-3-16,4-14 5 0,-4 14-1 0,4-5-10 16,-4 5-3-16,0 0-6 0,0 0 0 0,0 0-1 15,0 0 7-15,0 0-3 0,0 0-1 0,0 0-2 16,-10 36-1-16,10-36 2 0,0 17 1 0,0-17 2 16,2 12-2-16,0-5-5 0,-2-7-13 0,11 9 4 15,-2-4-3-15,4 0-3 0,0-3 3 0,4 0 0 16,4-2-3-16,-4-4-1 0,3-1-2 0,-2 2 4 15,0-4 2-15,-1 2-1 0,-2-3 1 0,-2 2 1 16,-2 0 4-16,-2-1 3 0,-2 1-3 0,3-2 9 16,-4 0-1-16,1 1 8 0,-5-1 0 15,2 3 7-15,0-2 12 0,-4 7 1 0,4-9 1 0,-4 9 6 16,4-7-5-16,-4 7-4 0,0 0-9 16,2-6-1-16,-2 6-4 0,0 0 3 0,0 0-3 0,0 0-5 15,0 0 4-15,-19 27 4 0,9-11 3 0,0-2-2 16,1 3-2-16,-1-2-3 0,0 0 4 0,3 3-5 15,-1-2 6-15,3-5-4 0,-5 5-2 0,4 0 6 16,1 0-4-16,-1 1-2 0,2-1-1 16,4 2 5-16,0 0 2 0,0 0 1 0,0 0-8 15,4 1 3-15,1 2 1 0,-3 4 0 0,0-2-1 16,2-3-1-16,-2 4 0 0,-2-5-1 0,-2 0 0 16,2 6 1-16,-6-5-4 0,-3 3-12 0,-3-7-2 0,-1 6-11 15,0-8 0-15,-7 2-1 0,1-4-3 0,-3 0 5 16,4-5 3-16,7 0-3 0,-1-2 7 15,3-1 3-15,1-3-4 0,8-1 6 0,0 0-9 16,0 0-7-16,-19-10-3 0,19 10 3 0,0 0-2 16,25-35 3-16,-4 14-5 0,1-3 5 0,9 3-3 15,10-11 0-15,-1 3-17 0,2-1 2 0,-2 1-2 16,-9 7 11-16,7-10 1 0,-9 9 2 0,1-1 1 16,7-9 5-16,-10 10 0 0,-1 0 11 0,-3-3 7 15,-2 4 8-15,-3-5 1 0,0 2 11 0,-4 4 7 16,-1-3 4-16,-7 6 9 0,2 1 9 0,-4 0 3 15,1 1 13-15,-5 4-9 0,1 2-2 0,-1 0 5 16,-1 1 4-16,-2 2-7 0,-3 0-7 0,-2 4-6 16,8 3-6-16,-17 0-9 0,3 3-1 0,-1 8-1 15,-6 7-1-15,1 0 1 0,0 4-4 0,4 0 0 16,3 2 2-16,2 0-2 0,6-5-8 0,2 0-10 16,5 2-30-16,2-2-33 0,4-2-37 0,10 2-39 15,-4-4-46-15,8 2-125 0,4-5-334 0,0-5 147 16</inkml:trace>
  <inkml:trace contextRef="#ctx0" brushRef="#br0" timeOffset="48665.85">27953 3007 242 0,'0'-6'239'0,"0"6"-25"16,0-12-20-16,0 12-22 0,0 0-21 0,0 0-21 0,0 0-13 15,0 0-10-15,0 0-15 0,11 28 3 0,-7-9-9 16,-1 1-8-16,3 6-6 0,3 2-5 16,-5 1-1-16,3-3-3 0,0-2-6 0,-3-4-11 15,2-1-2-15,-2-2-4 0,1 0-4 0,0-1-2 16,0 1-5-16,-1-7-3 0,1-1 1 0,-2 1-6 16,-1-4 5-16,1 0-1 0,-1 0 0 0,-2-6 9 15,3 7 16-15,-3-7 16 0,0 0 19 0,0 0 9 16,0 0-18-16,0 0-4 0,0 0 0 0,0 0-13 15,0 0-6-15,12-22-6 0,-12 8-4 0,2-1-3 16,4-2-10-16,0-9-4 0,0 8-3 0,-1-2-9 16,3-5-5-16,2-3-15 0,0-1-18 0,0-2-22 15,6 2-12-15,-3 3-14 0,1 4-24 0,1 1-20 16,-3 9-36-16,-1 0-30 0,0 3-42 0,1 3-199 16,-3 4-459-16,-9 2 203 0</inkml:trace>
  <inkml:trace contextRef="#ctx0" brushRef="#br0" timeOffset="48975.04">28245 3411 65 0,'0'0'225'0,"8"0"-6"0,-8 0 4 0,18-4-8 16,-9 0 6-16,3-1-19 0,-1-2-12 0,5-2-10 15,0-5-17-15,2 1-7 0,-3 0-13 0,5-5-8 16,0 0-18-16,-6 4-6 0,1 0-7 15,4-5-12-15,-1-1-2 0,-8 5-7 0,1-2-4 0,-1 2-4 16,-3 4 1-16,0 0-1 0,-3 3 6 0,-2 2-1 16,-2 6-2-16,5-10-12 0,-5 10-17 15,7-7-2-15,-7 7-10 0,0 0 2 0,0 0-17 16,0 0 1-16,0 0-4 0,0 0 4 0,-10 27-6 16,4-11 1-16,1 0-4 0,-1-2 2 0,3 3-7 15,-2-1 3-15,1-1 1 0,4-4-4 0,2 1-13 16,3-1-20-16,0 0-23 0,4-1-40 0,4-1-41 15,5 0-54-15,2-4-67 0,7-1-58 0,-9-4-174 0,11-3-521 16,-7 2 232-16</inkml:trace>
  <inkml:trace contextRef="#ctx0" brushRef="#br0" timeOffset="49142.15">28667 2956 3508 0,'-15'-11'51'0,"2"0"1"0,5 4-29 15,-6-3-9-15,5 4-7 0,2 1 1 0,0 3-3 16,1-2-1-16,6 4-11 0,-8-5-9 0,8 5-26 16,-3-6-31-16,3 6-32 0,0 0-30 0,0 0-48 15,0 0-74-15,0 0-219 0,25 11-516 0,-25-11 229 16</inkml:trace>
  <inkml:trace contextRef="#ctx0" brushRef="#br0" timeOffset="49653.1">26699 3650 184 0,'-9'-3'213'0,"0"2"-19"0,2 1-18 0,7 0-17 16,-11-3-17-16,11 3-16 0,0 0-11 0,0 0 2 15,0 0 4-15,40 0-5 0,15-1-8 0,37 1-13 16,7-8-7-16,18 6-7 0,12-5-8 0,6 1-16 16,7 1-24-16,-5-2-32 0,0 3-31 0,-7-4-35 15,-2 2-29-15,-9-1-26 0,-4-3-18 0,-10 3-24 16,-11-2-103-16,-34 5-288 0,4-3 128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04:53:31.1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27845 6531 49 0,'0'0'49'16,"-13"-2"0"-16,13 2-5 0,-12 0-2 0,12 0-2 15,-9 2-3-15,9-2 2 0,-13 0-3 0,13 0-3 16,-12 0 2-16,12 0-7 0,-11 0 13 0,11 0-14 15,-14 0 1-15,14 0-1 0,-9-2 8 0,9 2-5 0,-12 0-1 16,12 0 3-16,-12 2-5 0,12-2 0 16,-12 0-2-16,12 0 0 0,-10 0 5 0,10 0-5 15,-10 0 5-15,10 0-3 0,0 0 3 0,-9 0-14 16,9 0 2-16,0 0-3 0,0 0-4 0,-9 1 6 0,9-1 1 16,0 0-5-16,0 0-1 0,0 0-10 15,0 0 6-15,0 0-8 0,0 0 4 0,0 0 9 16,0 0 10-16,0 0 2 0,0 0 11 0,0 0-3 15,34-1 4-15,-16-1-7 0,3 1 5 0,-1-2-6 16,7-1 5-16,4 2-7 0,-2-3 1 0,3 3-7 0,4-1 4 16,1 0-8-16,-1-1 6 0,1 1-10 15,1 1 0-15,13 0-3 0,-15-1 0 0,16 0-3 0,0 2 5 16,-1-1 0-16,1-2 0 0,2 1-6 16,-5 3-1-16,3 0 1 0,-14 0 1 0,14-4 0 0,2 4-1 15,4 0 0-15,-6 0-4 0,4 1 1 0,-2 2-2 16,2-4-1-16,-6 2-1 0,4-1-2 0,-1 2 0 15,0-2-5-15,-1 1 3 0,1 3 0 16,-14-4-3-16,-1 2 1 0,2-1-2 0,-2 2-4 16,1-2 4-16,-1-1-2 0,2 0 1 0,-3 0-3 0,3 0 16 15,0 0-11-15,-4-3 1 0,2 3-1 0,1-2 6 16,-2 0-3-16,0-2 4 0,0 1-3 0,0-1 6 16,1-1 3-16,1-1-5 0,-2-1 0 0,-1 4 2 15,-2-4-1-15,2 1 5 0,-4 0-2 0,0-2-3 16,-1 2 8-16,-3 1-2 0,-7 2-3 0,1-2 8 15,-3 2-11-15,0 0 5 0,-6 0-6 0,5 1 5 16,-5 0-1-16,-2-1 4 0,1 2-3 0,-4-1-1 16,2 0 1-16,-3 2-1 0,2-1-2 15,-9 1 1-15,18-1-6 0,-11 1 6 0,-7 0-2 0,15 0-1 16,-7 0 3-16,-8 0-2 0,14-1-1 0,-7 2-11 16,-7-1-15-16,14 1-15 0,-7 0-30 0,-7-1-37 15,9 2-30-15,-9-2-72 0,7 6-227 0,-7-6 101 16</inkml:trace>
  <inkml:trace contextRef="#ctx0" brushRef="#br0" timeOffset="48180.99">20266 13287 61 0,'0'0'53'0,"0"0"7"0,0 0-5 0,0 0 0 16,-4-8 0-16,4 8 0 0,0 0-10 0,0 0 0 15,0 0-9-15,0 0-5 0,0 0-6 0,0 0 1 16,0 0-9-16,0 0 8 0,0 0-8 0,0 0 0 16,0 0-7-16,0 0 1 0,0 0-5 0,0 0 1 15,0 0-4-15,0 0 12 0,0 0-5 0,0 0 2 16,0 0-1-16,12 19-5 0,-10-13-3 0,-2-6 2 15,6 8 3-15,-3-3 0 0,-3-5-3 0,5 8 2 16,-2-2-4-16,0-1 5 0,1 0 2 0,-1 1 2 16,0 0-2-16,-3-6-2 0,6 9 1 0,-4-4 1 15,2 0-7-15,-1 2 4 0,-3-7 3 0,5 8-3 16,-3-4-1-16,-2-4-4 0,4 7 6 0,-4-7-1 16,4 5-3-16,-4-5 4 0,5 5-4 0,-5-5 5 15,8 3-2-15,-8-3-1 0,0 0 6 0,5 3-2 16,-5-3-5-16,0 0 6 0,0 0 0 0,5 4-4 15,-5-4 3-15,0 0 3 0,0 0-6 0,0 0 4 16,0 0 0-16,0 0 7 0,14-4-7 0,-14 4 0 16,0 0-3-16,8-7-4 0,-8 7 0 0,6-6 6 15,-6 6-11-15,8-9 3 0,-3 4 8 0,0-1-7 16,1-2 3-16,0 2-4 0,-3 1 1 0,3 0 4 16,-3-2-6-16,1 0 3 0,1 3-3 0,-1-4 0 15,1 3 9-15,-2 0 1 0,-3 5-15 0,8-10 10 16,-6 4-4-16,2 1 0 0,-4 5-2 0,7-10-1 15,-4 6 7-15,1-3 1 0,0 3-8 0,1-2 9 16,-2 0-8-16,4-2-2 0,-1 0 2 0,1 0-4 16,2-1 3-16,2-4 6 0,1 0-3 0,4-1 0 15,-3-1-5-15,8-4 1 0,-1 2-1 0,1-1 6 16,-1 1-6-16,-1 0 1 0,-4 3 1 0,1 3 3 16,-1-3 1-16,-1 2-3 0,0 1-2 0,-3 4 0 15,-2-2-2-15,1 4 5 0,-3-3 7 0,0 5-5 16,-1-2-1-16,-1 0-2 0,2 1-9 0,-7 4 5 15,7-4 4-15,-7 4 3 0,7-6-1 0,-7 6 1 0,5-1 2 16,-5 1-2-16,0 0-5 0,0 0 7 0,5-5-3 16,-5 5-1-16,0 0 2 0,0 0-6 15,0 0 8-15,0 0-5 0,0 0 5 0,0 0 2 16,0 0-2-16,0 0 10 0,0 0-1 0,0 0 4 16,0 0-8-16,0 0 6 0,0 0-3 0,0 0 9 0,0 0-12 15,0 0 4-15,0 0-9 0,0 0 3 16,0 0-1-16,0 0 6 0,0 0-9 0,0 0-3 15,0 0 7-15,0 0-3 0,0 0-10 0,0 0-15 16,0 0-22-16,0 0-21 0,0 0-25 0,0 0-22 16,-14 14-75-16,5-6-201 0,0-2 88 0</inkml:trace>
  <inkml:trace contextRef="#ctx0" brushRef="#br0" timeOffset="49510.65">20490 14196 15 0,'0'0'61'0,"0"0"-12"0,0 0 8 15,-6-6-6-15,6 6 0 0,0 0-8 0,0 0 4 16,-3-4 4-16,3 4-1 0,0 0-6 0,0 0-9 16,0 0 8-16,0 0-15 0,0 0 8 0,0 0-4 15,0 0-6-15,0 0 16 0,0 0-20 0,0 0 2 16,0 0-9-16,0 0 4 0,0 0-13 0,0 0 6 16,0 0-4-16,0 0 7 0,0 0-12 0,0 0 1 15,0 0 2-15,0 0 10 0,0 0-15 0,0 0-3 16,0 0 7-16,0 0-5 0,0 0 11 0,0 0-8 15,0 0 3-15,0 0-3 0,0 0-6 0,0 0-2 16,0 0 4-16,0 0 6 0,0 0 0 0,0 0 5 16,12 18 4-16,-12-18 5 0,7 5-6 0,-4 1-6 15,-3-6 15-15,6 8-10 0,-4-5 6 0,-2-3 3 16,5 9-12-16,-5-9-1 0,4 9 6 0,-3-6 1 16,-1-3-12-16,7 7 4 0,-5-3-1 0,1 2-13 15,-3-6 17-15,2 8 8 0,-2-8 3 0,3 10-4 16,-3-10-6-16,4 7-2 0,-2-2 2 0,-2-5 6 15,4 7-8-15,-4-7-1 0,2 7-4 0,-2-7 6 16,3 5 1-16,-3-5-8 0,0 0 5 0,3 5-5 16,-3-5 0-16,0 0 2 0,0 0 3 0,0 0-2 15,0 0-5-15,4 8 7 0,-4-8-2 0,0 0-6 0,0 0 7 16,0 0 0-16,0 0-3 0,0 0 3 16,0 0-1-16,0 0-5 0,0 0 12 0,0 0 2 15,0 0-7-15,0 0 8 0,0 0-1 0,0 0-4 16,0 0 2-16,16-17 3 0,-9 9-4 0,3-7 2 15,1 1-2-15,0-3-5 0,1 3 3 0,4-6-4 16,0 0-4-16,1-2-1 0,-2 1 0 0,2 0 6 16,-3 7 2-16,1-5-2 0,2-2-3 0,-4 6 0 15,1 1-3-15,-3 0 2 0,2 0-4 0,0-1 0 16,-5 6 3-16,2-1-6 0,-1 0 6 0,-2 3-3 16,-1 1-2-16,-1-1 0 0,1 2 10 0,-4 0-5 15,4 0 0-15,-6 5 2 0,5-7-3 0,-5 7 6 16,4-6 1-16,-4 6-3 0,4-4 4 0,-4 4 5 15,0 0 1-15,5-5-6 0,-5 5 8 0,0 0-4 16,0 0 2-16,3-6 9 0,-3 6-1 0,0 0 1 16,0 0 3-16,0 0-5 0,0 0 2 0,0 0-2 15,0 0-1-15,0 0 1 0,0 0-2 0,0 0-3 16,0 0-4-16,0 0-3 0,0 0 2 0,0 0-1 16,0 0-1-16,0 0-11 0,0 0-15 0,0 0-30 15,0 0-29-15,0 0-25 0,0 0-26 0,0 0-37 16,-16 20-82-16,9-12-266 0,0 0 117 0</inkml:trace>
  <inkml:trace contextRef="#ctx0" brushRef="#br0" timeOffset="64542.3">14272 13614 5 0,'0'0'25'0,"0"0"2"0,0 0 0 0,0 0-6 16,0 0-2-16,0 0-3 0,-5-6-1 0,5 6-3 16,0 0-4-16,0 0-1 0,0 0-2 0,0 0 0 15,0 0 0-15,0 0-2 0,0 0 0 0,0 0 4 16,0 0-6-16,14 19 10 0,-12-14-7 0,-2-5 0 15,7 9-4-15,-7-4 4 0,4-1-1 0,0 3-1 16,-1-1 0-16,-3-6-1 0,5 10 2 0,-3-4-1 16,1-1-2-16,-3-5-1 0,6 11 2 0,-4-7 11 15,1 1-7-15,-1 2-4 0,-2-7-2 0,6 9 9 16,-4-4-5-16,-2-5 3 0,5 7-3 0,-5-7-3 16,3 7 6-16,-3-7-2 0,2 5-2 15,-2-5 1-15,0 0-1 0,0 0 2 0,4 6 0 0,-4-6-5 16,0 0 11-16,0 0-5 0,0 0 9 0,23-11-5 15,-6-1-3-15,6-7 2 0,7-4-15 0,13-11-13 16,1-4-36-16,27-16-60 0,-28 17 27 0</inkml:trace>
  <inkml:trace contextRef="#ctx0" brushRef="#br0" timeOffset="80166.05">25219 8277 33 0,'0'0'45'0,"0"0"-5"0,0 0-8 0,0 0-2 16,0 0 3-16,0 0-8 0,0 0-7 0,0 0-4 16,0 0 6-16,0 0-20 0,0 0-6 0,0-7 3 15,0 7-4-15,5-7 2 0,-5 7-6 0,4-6-2 16,-4 6 3-16,5-8-6 0,-2 5 6 0,-3 3-3 15,8-10-5-15,-5 6-12 0,-3 4 26 0,4-8-20 16,0 2-26-16,-4 6 11 0</inkml:trace>
  <inkml:trace contextRef="#ctx0" brushRef="#br0" timeOffset="80972.62">25462 7706 10 0,'0'0'20'0,"2"-7"0"0,-2 7-4 0,0 0-8 16,0 0 8-16,4-7-9 0,-4 7 2 0,0 0 2 16,2-9 0-16,-2 9 1 0,0 0 1 0,0-8-3 15,0 8 1-15,0 0-5 0,2-6 2 0,-2 6-6 16,0 0 6-16,0 0-1 0,3-9-1 0,-3 9-6 16,0 0-3-16,2-7-5 0,-2 7 0 0,0 0-4 15,2-8 3-15,-2 8 1 0,0 0-3 0,0 0 5 16,-2-12 0-16,2 12 4 0,2-8 1 0,-2 8-5 15,0-7 5-15,0 7-2 0,0 0 1 0,0-8-1 16,0 8 6-16,0-9-5 0,0 9-2 0,0 0 6 16,2-9-4-16,-2 9-1 0,5-7-2 0,-5 7 1 0,0-7-1 15,0 7 4-15,0 0-4 0,0-11 5 16,0 11-1-16,0 0 5 0,-3-12 4 0,3 12-2 16,-2-7 2-16,2 7 1 0,-2-9-1 0,2 9-2 15,0 0 4-15,-2-11-4 0,2 11-6 0,-2-8 5 16,2 8 0-16,0-6 2 0,0 6-1 0,0 0 2 0,-3-9-5 15,3 9 4-15,0 0-6 0,0 0 3 16,-1-10 6-16,1 10-9 0,0 0-3 0,0 0-1 16,0 0-1-16,4-9 5 0,-4 9-2 0,0 0-4 15,0 0 4-15,0 0-3 0,0-9 4 0,0 9 2 0,0 0-8 16,0 0 7-16,0 0-4 0,0-7-1 0,0 7 7 16,0 0 0-16,0 0 5 0,0 0-2 0,0 0-1 15,0 0 4-15,4-7 0 0,-4 7-1 16,0 0 7-16,0 0-10 0,0 0-2 0,0 0-1 0,0 0 8 15,0 0-4-15,0 0-3 0,0 0 1 0,0 0 1 16,0 0 0-16,2-6-6 0,-2 6 1 16,0 0 2-16,0 0 3 0,0 0-2 0,0 0 0 0,0 0-4 15,0 0 3-15,5-5-1 0,-5 5-4 0,0 0-11 16,0 0-3-16,0 0-7 0,5-4-19 0,-5 4-45 16,0 0 20-16</inkml:trace>
  <inkml:trace contextRef="#ctx0" brushRef="#br0" timeOffset="81689.6">25567 7300 14 0,'0'0'25'0,"0"-11"3"0,0 11-6 16,0 0-3-16,0 0-1 0,-4-10-11 0,4 10-3 15,0 0 2-15,2-9-1 0,-2 9-9 0,0 0 3 16,-3-10-5-16,3 10-1 0,-1-9-4 0,1 9 5 16,0-12-14-16,0 12 19 0,0-10-15 0,0 10-16 15,-2-8 7-15</inkml:trace>
  <inkml:trace contextRef="#ctx0" brushRef="#br0" timeOffset="82038.34">25495 6910 6 0,'-4'-11'19'0,"2"7"-2"0,-1-3 5 0,3 7-2 0,-3-10-4 15,3 10-4-15,-3-11 2 0,2 4 2 16,1 7-5-16,-2-14 2 0,0 6 3 0,2 1-7 0,0 7-3 15,-6-12 2-15,5 6 12 0,-3-3-7 0,2 1 8 16,-2 1-5-16,4 7-2 0,-2-15 2 0,-2 9-8 16,2 1-2-16,-2-4 4 0,1 5-1 15,3 4 1-15,-8-15 0 0,6 8-3 0,-1 0-2 0,-1-1 1 16,2 0-1-16,-2 2-8 0,0-2 3 0,3 0 1 16,-2-1 0-16,3 9-6 0,-2-13-2 0,0 6 2 15,1 0-5-15,1 7 0 0,-1-15-1 0,0 5 1 16,-1 2-6-16,0-1 2 0,2 9 3 0,2-16-1 15,0 8-1-15,-2 8-5 0,0-16-2 16,1 10-17-16,-2-3-39 0,1 9 18 0</inkml:trace>
  <inkml:trace contextRef="#ctx0" brushRef="#br0" timeOffset="82859.1">25536 6374 10 0,'4'8'16'0,"-2"-1"1"15,4 1-3-15,0-3-1 0,-2 6-5 0,-1-3 1 16,1 0-4-16,0-2 0 0,-2 1 2 0,0 2-4 16,4 0 1-16,-2-1-5 0,-2-1 2 0,0 4 5 15,5-4 1-15,-5 2-6 0,1 1 2 0,1-1 2 16,-2 1 2-16,3 0-1 0,-1-1-4 0,-1 0-1 16,1 2 2-16,1-1 2 0,-3-1-3 0,4 4 1 15,-4-4 1-15,2 2 5 0,-2-1-4 0,2 1-3 16,-2 1-4-16,1-2 5 0,0 1-3 0,-2 0 0 15,3 1 4-15,-2-2-5 0,0 2 0 0,0-1 3 16,1 1 1-16,0-2-2 0,-1 3 5 0,0-2-6 16,1-1-1-16,-2 3 2 0,2-1 3 0,1-1-6 15,-4 0 2-15,2-1 0 0,-2-1-2 0,2 0 2 16,-1-4-5-16,0 3-2 0,2-2-1 0,-3-6-1 16,4 9 0-16,-1-4-18 0,-3-5-28 0,0 10 12 15</inkml:trace>
  <inkml:trace contextRef="#ctx0" brushRef="#br0" timeOffset="84822.82">25521 7555 15 0,'0'0'18'0,"0"0"2"0,0 0 4 16,0 0 5-16,0 0-3 0,0 0 4 16,-3-24-4-16,3 24-1 0,2-11-5 0,-2 11-4 15,1-10-1-15,-1 10-2 0,0-13-2 0,2 6-1 16,-2-1 3-16,0 8-7 0,4-15 3 0,-4 5-8 15,0 1 1-15,2 0 2 0,0 1-2 0,-2-1-1 16,0 0-1-16,0-2-1 0,2 1-3 0,0 0-1 16,-2-1-3-16,1 1-4 0,-1-2-5 0,2 1-8 15,0 0-19-15,-2 1-48 0,0-3 21 0</inkml:trace>
  <inkml:trace contextRef="#ctx0" brushRef="#br0" timeOffset="97420.13">1353 8909 70 0,'0'0'116'0,"0"0"-10"0,-15-3-5 0,15 3-10 15,0 0-4-15,0 0-5 0,0 0-6 0,0 0-14 16,0 0 5-16,0 0-8 0,0 0-11 0,0 0-2 16,0 0-3-16,0 0-4 0,0 0 4 0,-3 7-24 15,3-7 6-15,0 0-4 0,0 0-3 0,18 7-5 16,-8-5 6-16,3 1-3 0,4-2 3 0,4 0-5 15,8-1 3-15,-5 0 4 0,4-1 0 0,5 0-7 16,-1-1 4-16,0-1-2 0,1 1-4 0,-1-1 1 16,0 1 3-16,0-1-5 0,0-1 5 15,1 1-5-15,-3-1 9 0,3-3-9 0,-1 4-6 0,-2-2 1 16,1 0 2-16,-2 1 4 0,1 0-11 0,-2 1 4 16,1 2 6-16,-1-3-3 0,-7-1 4 0,1 2-4 15,-2 1-5-15,1-2 0 0,-1 2 0 0,0-2-2 16,-2 0 5-16,-2 4-5 0,-6-2 0 0,3 0 4 15,-13 2 0-15,16-3-2 0,-16 3 3 0,14 1-5 16,-14-1-2-16,11 2 4 0,-11-2 3 0,0 0-8 16,12 0 0-16,-12 0 0 0,0 0 2 0,0 0-1 15,0 0-1-15,14-3 2 0,-14 3-3 0,0 0 6 16,0 0-4-16,0 0-1 0,0 0 6 0,0 0-3 16,0 0 2-16,0 0-2 0,12-1 5 0,-12 1 1 15,0 0-2-15,0 0 1 0,0 0 2 0,0 0-1 16,0 0 3-16,0 0 5 0,0 0 4 0,0 0-3 15,0 0 0-15,0 0 2 0,0 0 2 0,0 0-4 16,0 0 1-16,0 0-5 0,0 0 5 0,0 0-4 16,0 0-1-16,0 0-5 0,1-11 4 15,-1 11-4-15,0 0 6 0,0 0-6 0,4-11-2 0,-4 11 3 16,1-9-1-16,-1 9 0 0,0 0 1 0,7-10-5 16,-7 10 3-16,0 0-4 0,5-8 0 0,-5 8 3 15,0 0-5-15,0 0 3 0,0 0-4 0,5-8-2 16,-5 8 7-16,0 0-6 0,0 0 1 0,0 0-2 15,14 0 0-15,-14 0 2 0,0 0 1 0,18 7 1 16,-18-7-3-16,13 6-3 0,-6 0 5 0,1 1-4 16,-3 2 4-16,0 0 2 0,2-1 1 0,0 1-8 15,-2-1 4-15,2 2-1 0,-1 0 5 0,-1-4-4 16,2 3 4-16,-2-1-7 0,-1-2 5 0,-4-6-3 16,9 11 3-16,-6-6-1 0,-3-5-2 15,0 0 1-15,7 8 5 0,-7-8-8 0,0 0 7 0,6 6 3 16,-6-6-3-16,0 0 5 0,0 0-9 0,0 0-2 15,0 0 7-15,16-11-1 0,-16 11 0 0,7-10 4 16,-1 2-5-16,1-1-4 0,-2-1 5 0,2-1-2 16,-1 1 3-16,1 0 1 0,1 0-2 15,-1-1-5-15,-1-1 4 0,-1 3 0 0,1 1-1 16,0-1-1-16,-1 1 0 0,-5 8 0 0,7-11-4 0,-3 7 0 16,-4 4 1-16,0 0-2 0,13-7 1 0,-13 7 2 15,0 0-5-15,0 0 3 0,22 10-3 0,-16-3 5 16,2-1 0-16,0 4-3 0,0 0 4 0,0 2-1 15,-2-2-1-15,1 0-4 0,2 0 5 16,-3-1 1-16,1 1 1 0,-1-1-4 0,2-3 2 16,0 2 4-16,-2-3 0 0,3 0-1 0,-9-5 2 0,12 9-4 15,-7-6 6-15,-5-3 1 0,11 3-1 0,-11-3-7 16,9 3 4-16,-9-3 0 0,0 0 2 0,14 1 7 16,-14-1 2-16,0 0 0 0,16-9-4 15,-9 4 0-15,-7 5-1 0,13-12 5 0,-4 5-3 16,-1-1 0-16,0 2 0 0,0-4-6 0,1 3 5 15,0-4-4-15,-3 5-3 0,2-1-5 0,-2 3 7 0,-6 4-1 16,14-8-9-16,-7 5 2 0,3 1 0 0,-10 2-2 16,15 1 0-16,-15-1 5 0,19 7-5 0,-9-2 2 15,-1 1-2-15,0 2 1 0,1 1 2 16,2 3 6-16,-2-4-13 0,3 3 13 0,-4-1-5 16,0-2 1-16,2-1 2 0,-2-1 1 0,0 1-2 15,-1-3 4-15,-8-4 0 0,12 6-4 0,-6-4-2 0,-6-2 8 16,13 4-1-16,-13-4 3 0,13-1-1 0,-13 1-4 15,0 0 5-15,20-10 6 0,-11 4-8 0,0 0 2 16,0-1 1-16,-2-2-3 0,2 1-6 16,-2-2 2-16,3 4 2 0,-6-3 1 0,1 1-2 15,3-2 0-15,-2 2-4 0,3-1 4 0,0 2-2 0,-3 0 3 16,1 3-4-16,-7 4-2 0,12-8-1 0,-4 5 2 16,-8 3-1-16,0 0 3 0,14 0-7 0,-14 0 6 15,12 6-4-15,-12-6 4 0,10 9-4 16,-6-4 6-16,-4-5-15 0,12 12 12 0,-8-6-2 15,3 2 4-15,-1-1-1 0,-1 0-4 0,2-2 7 16,-2 5-3-16,-1-4 3 0,-4-6-3 0,9 13 5 16,-6-8-12-16,4-1 12 0,-7-4-4 0,10 8-1 0,-5-5 2 15,-5-3-2-15,14 9 0 0,-2-6 1 16,-3 3 0-16,5-5-3 0,2 2-1 0,3-1 6 16,3-2 0-16,9-1 1 0,3 1-6 0,3-2 3 15,13-1-3-15,1-3 1 0,7 1 3 0,-6 0 1 16,3 0 3-16,3-3-6 0,1 4 0 0,-2-2 3 0,1 4 2 15,-2-1 1-15,-1 3-2 0,-1 1 3 16,-3-2-1-16,0 2 3 0,-14 1-5 0,-1 0 7 16,-1-1 1-16,1 1 0 0,-4-2 1 0,1 1 1 15,-2 2 2-15,-9-2 0 0,1 1-1 0,-2 1 2 16,-4-2-1-16,-3 1 1 0,0-1-3 0,-14-1 0 16,23 3-2-16,-16-2 2 0,-7-1-3 0,12 2-1 0,-12-2 2 15,0 0-4-15,0 0 4 0,19 0-3 16,-19 0 3-16,0 0-4 0,0 0 4 0,0 0-3 15,0 0-11-15,0 0-33 0,0 0-46 0,0 0-71 16,0 0-35-16,0 0-153 0,-43 3-368 0,16 1 163 16</inkml:trace>
  <inkml:trace contextRef="#ctx0" brushRef="#br0" timeOffset="98237.93">984 7899 68 0,'0'0'115'0,"0"0"-1"0,0 0-12 0,0 0-3 16,0 0-1-16,0 0-10 0,0 0-5 0,0 0-6 15,0 0-13-15,0 0-1 0,0 0-10 0,0 0-9 16,0 0-3-16,0 0-9 0,0 0 5 0,0 0-5 16,0 0-4-16,0 0 6 0,30 3-3 0,-10 0 6 15,10-2-2-15,1 1 3 0,3-1-9 0,5-2-2 16,-1 1 3-16,16-2-1 0,-2-2-8 0,-16 2 4 16,2 2-7-16,14-3 3 0,-14 1-1 0,-4 0 0 15,2-1-4-15,5-1 1 0,-4 2-3 0,1 0 4 16,-3-2-2-16,2 0 1 0,-1-1-7 0,3 1 5 15,-2 0-5-15,-1 0 0 0,-3 1-5 0,2-1 1 16,-1-1 3-16,2 1-6 0,-2-1 0 0,1 1 2 16,-2-3-13-16,-2 1 6 0,0 0 0 0,-1 1-11 15,-3-1-10-15,0 3-4 0,-9-1-4 0,4-1-11 16,-6 2-6-16,3 0-15 0,-1 1-5 0,-5 0-27 16,-13 2-7-16,23-3-15 0,-15 1-81 0,-8 2-214 15,0 0 95-15</inkml:trace>
  <inkml:trace contextRef="#ctx0" brushRef="#br0" timeOffset="99045.32">2421 7470 102 0,'0'0'167'15,"0"0"-16"-15,0 0-18 0,-6-3-18 0,6 3-12 16,0 0-4-16,0 0-21 0,0 0-3 0,0 0-9 0,-1 19-3 16,1-9-13-16,-2 10 5 0,5 6-4 0,-2 6-5 15,3 3-2-15,4 10-4 0,-6-11-4 0,2 10 0 16,0-7-3-16,2-4-4 0,-3-3-4 16,2 2 2-16,-1-3-4 0,-2-1-4 0,2-3-11 15,-1-4 7-15,1-6 2 0,0 5 4 0,-1-4-1 0,-1-5-7 16,0 1 0-16,-1-3-10 0,1 1-18 0,-2-5-23 15,0-5-11-15,2 9-9 0,-2-9-39 16,0 0-45-16,-5 7-88 0,5-7-249 0,0 0 111 16</inkml:trace>
  <inkml:trace contextRef="#ctx0" brushRef="#br0" timeOffset="99498.66">2330 7454 104 0,'0'0'137'0,"0"0"-10"16,6-9-11-16,-6 9-9 0,0 0 0 0,15-3-11 16,-4 3-4-16,1 0-7 0,0 0-12 0,5 0-2 15,3 3-11-15,-5-1-3 0,5 3-7 0,0 0-4 16,6 2-6-16,-1 2-3 0,2 4-1 0,-1-4-5 15,-1 1-2-15,0 3-1 0,0 0-7 0,1-2-3 16,0 2-1-16,-1 0-3 0,-2 2 0 0,-5-6 0 16,0 2-4-16,5 4 2 0,-5-2-1 0,1-4 1 15,-3 0 1-15,1-2-3 0,0 1-3 0,-2 2-3 16,-2 0-1-16,0-4 4 0,-1 0-1 0,-2-2 6 16,0-1-6-16,-2 0 5 0,-2 0-5 0,-1-1 0 15,-5-2 1-15,10 5-2 0,-6-2-1 0,-4-3 1 16,7 3 3-16,-7-3 5 0,0 0 9 0,6 3 9 15,-6-3 3-15,0 0-1 0,0 0-5 0,0 0-5 16,0 0-4-16,-15 4-2 0,6 2-5 0,-7 4 3 16,-7 4-4-16,-3 4 6 0,-4 1-7 0,-2 3 0 15,-9 5-3-15,2 2 1 0,9-8 1 0,1 3-3 16,2 0-1-16,1 0-7 0,1-2-12 0,2-1-14 16,2 2-23-16,0-2-26 0,5-7-27 0,-1 5-21 15,4-5-36-15,3 0-99 0,3-6-282 0,2-2 124 16</inkml:trace>
  <inkml:trace contextRef="#ctx0" brushRef="#br0" timeOffset="99790.05">2884 7367 100 0,'2'-10'197'0,"0"3"-19"16,-2 7-14-16,1-8-18 0,-1 8-23 0,3-6-8 15,-3 6-14-15,0 0-12 0,0 0-9 0,0 0-8 16,9 18-5-16,-6-1-9 0,1 12-1 0,3 4-8 16,-4 1-5-16,4 19-4 0,-5-3 1 0,4-2-3 15,-3 2 2-15,0-3-11 0,2-11-3 0,-4-4 3 16,3 3-10-16,-1-1-1 0,1-6-18 15,-1 3-37-15,1-1-39 0,0-4-32 0,0 0-56 16,-5 3-93-16,1-5-276 0,0-5 123 0</inkml:trace>
  <inkml:trace contextRef="#ctx0" brushRef="#br0" timeOffset="100210.68">2953 7744 32 0,'0'0'131'0,"24"-7"-2"15,-3 3-4-15,8-1-2 0,7 1-5 0,20-4-5 0,7-3-2 16,1-1-13-16,30-3-2 0,5 1-12 0,-6-4-12 16,-2 7-6-16,2-2-7 0,-4 1-8 0,-26 3-7 15,29-2-8-15,-4-2-4 0,-24 6-1 0,1-2-7 16,0 2-9-16,-1-5 2 0,0 5-5 0,-2-4-3 15,-5 5 3-15,-4-3-2 0,-2 1-2 0,-14 3-1 16,-4-2-12-16,0 1 4 0,0 1-9 0,-6 1-12 16,-6 3 4-16,-2-2-15 0,-8 1-15 0,0 1-13 15,-1-1-13-15,-3 2-9 0,-7 0-16 16,0 0-104-16,0 0-217 0,0 0 96 0</inkml:trace>
  <inkml:trace contextRef="#ctx0" brushRef="#br0" timeOffset="126750.84">25468 6711 10 0,'0'0'8'0,"-2"-7"-1"0,2 7-2 0,0 0 0 0,0-8-1 15,0 8-3-15,0 0 2 0,-2-9 1 0,2 9-1 16,0 0-1-16,0 0-1 0,2-11-1 15,-2 11 1-15,0 0 4 0,0-11 2 0,0 11-4 16,0 0 5-16,-4-8 1 0,4 8-5 0,-2-7 1 16,2 7-2-16,0 0 5 0,-3-9-8 0,3 9 3 0,0 0-1 15,0-9-1-15,0 9-1 0,0 0-2 16,-1-8 4-16,1 8 5 0,0 0-11 0,0 0 3 16,-1-10-2-16,1 10 3 0,0 0 1 0,0 0 2 15,-3-9-1-15,3 9-1 0,-4-6-1 0,4 6 1 16,0 0 1-16,0 0-2 0,0-10 0 0,0 10-4 0,0 0 5 15,0 0-1-15,0 0-3 0,-2-7 2 0,2 7-1 16,0 0 2-16,0 0-1 0,-2-8-2 16,2 8 1-16,0 0 2 0,0 0-4 0,0 0 3 15,-1-9-1-15,1 9 1 0,0 0 0 0,0 0 1 16,0 0-3-16,-2-8 2 0,2 8-3 0,0 0 5 0,0 0-2 16,0 0 2-16,-2-10-2 0,2 10 0 0,0 0 0 15,0 0 2-15,0 0 3 0,2-11 2 16,-2 11-6-16,0 0 7 0,0 0-10 0,-2-9 6 15,2 9-2-15,0 0 1 0,-4-9 0 0,4 9 0 0,0 0-5 16,0 0 4-16,-2-10-2 0,2 10 1 0,0 0 0 16,0-12-3-16,0 12 9 0,0 0-3 15,-3-9-3-15,3 9 3 0,0 0 2 0,1-8 0 16,-1 8 2-16,0 0-4 0,-1-9-1 0,1 9 0 16,0 0 0-16,0-10 4 0,0 10-4 0,3-6 0 0,-3 6-1 15,0 0 3-15,0 0-7 0,0-13 2 0,0 13 2 16,0 0 0-16,0-9 4 0,0 9-5 0,1-8 1 15,-1 8 5-15,0 0 5 0,-4-9-4 16,4 9 0-16,0-9 4 0,0 9-3 0,-2-7-1 16,2 7-4-16,-2-8 2 0,2 8 0 0,0 0 0 0,-5-12-4 15,5 12 4-15,0 0-5 0,0-7 6 0,0 7-2 16,0 0-4-16,0 0-2 0,0 0 1 0,-1-9 9 16,1 9-11-16,0 0 3 0,0 0 0 0,0 0-6 15,0-10 6-15,0 10 0 0,0 0-4 16,0 0 2-16,0 0 3 0,-1-10-5 0,1 10 2 0,0 0 1 15,0 0-1-15,-3-8-1 0,3 8 3 0,0 0-3 16,0 0 1-16,0 0 1 0,2-10-1 0,-2 10-2 16,0 0-1-16,0 0-3 0,0 0 2 15,0 0-2-15,-3-7-1 0,3 7 4 0,0 0 1 16,0 0 0-16,-3-8-2 0,3 8 0 0,0 0-1 0,0 0 0 16,0 0-2-16,-4-8 3 0,4 8-1 0,0 0 3 15,0 0-1-15,0 0-15 0,0 0-21 0,0 0 10 16</inkml:trace>
  <inkml:trace contextRef="#ctx0" brushRef="#br0" timeOffset="129004.95">25428 6066 17 0,'0'0'19'0,"0"0"-5"0,0 0-4 0,0 0 0 16,0 0 1-16,0 0 1 0,0 0-7 0,0 0 3 16,0 0-2-16,2 23-2 0,-2-23 2 0,0 10 1 15,0-10-6-15,1 10 4 0,-1-10-3 0,4 9 0 16,0-4 0-16,-4-5 3 0,3 12-2 16,-1-6 2-16,2 0-1 0,-2 1-5 0,0-2 7 0,-2-5-2 15,5 10 6-15,-4-5-2 0,3 0-2 0,-4-5 0 16,4 12-2-16,-1-8 2 0,-3-4 0 0,2 11 2 15,2-4-1-15,-4-2 7 0,4 1-5 16,-4-6-2-16,2 8-1 0,-2-8 2 0,3 9-1 16,2-4-5-16,-5-5 7 0,2 9-5 0,-2-3 3 15,0-6 2-15,3 12 1 0,-3-6-2 0,0-6-5 16,1 12 3-16,1-4 3 0,-2-1-4 0,0-7-1 16,1 13 2-16,-1-7-1 0,2 3 0 0,-2-9-2 0,-2 12 2 15,1-5-1-15,1-7 6 0,-2 10-3 16,2-10 3-16,0 11-1 0,0-11-7 0,0 11 4 0,0-11 2 15,2 8-1-15,-2-8 5 0,0 9 1 0,0-9-2 16,0 0-2-16,0 11-2 0,0-11 3 0,0 8 1 16,0-8-6-16,1 8 1 0,-1-8-1 15,0 0 1-15,-1 9-4 0,1-9 3 0,1 8 2 16,-1-8-3-16,0 0 0 0,-1 11-4 0,1-11 1 0,0 0 4 16,0 11-2-16,0-11-1 0,1 7-4 0,-1-7 5 15,0 7 0-15,0-7 1 0,2 7 3 0,-2-7-4 16,0 0-2-16,2 10 3 0,-2-10 1 0,0 7-2 15,0-7 2-15,0 0 2 0,0 8-4 0,0-8-1 16,0 0-4-16,0 0 7 0,0 9-4 0,0-9-2 16,0 0 2-16,2 8-1 0,-2-8 0 0,0 0 2 15,0 0-1-15,0 7 2 0,0-7-1 0,0 0 3 16,0 0-7-16,0 0 3 0,2 9 1 0,-2-9-2 16,0 0-3-16,0 0 3 0,0 0-4 0,0 0 5 15,2 6-1-15,-2-6-1 0,0 0 1 0,0 0 7 16,0 0-6-16,0 0 8 0,0 0 5 0,0 0 12 15,0 0 0-15,0 0 14 0,0 0 10 0,0 0 0 16,0 0 4-16,0 0-13 0,0 0-9 0,0 0-5 16,0 0-3-16,0 0-2 0,0 0 0 0,-4-30-4 15,2 21-3-15,0 1-3 0,-3 1-5 0,3-3 4 16,0 0-3-16,0 1-9 0,-1 3 3 0,0-4-5 16,-1 1 1-16,4 1-2 0,-2 0-2 0,2 8 5 15,-6-15-3-15,4 9 4 0,-1-3-2 0,3 2 6 16,-4-2-6-16,2 1-1 0,2 8 3 0,-3-12 0 15,2 3 3-15,1 9-12 0,-4-13 4 0,2 6-5 16,0-2 8-16,0 3-2 0,2-3-2 0,-4-2-4 16,1 1 5-16,1 0-1 0,0 1-5 0,0 0 0 15,-1-1 5-15,2 1-6 0,0-2 0 0,-3 3 7 16,1 0-1-16,3 8 5 0,-2-14-8 0,-1 6 5 16,2 2 0-16,1 6 3 0,-3-13 4 0,1 7-5 15,2 6-9-15,-3-12 5 0,3 12 2 0,-1-9 2 16,1 9 2-16,-1-9-4 0,1 9-2 0,-2-6 8 15,2 6 1-15,0 0-3 0,0 0-6 0,-4-11 0 16,4 11 6-16,0 0-3 0,0 0-3 0,0 0-1 16,0 0 4-16,0 0 5 0,0 0-2 0,0 0 0 15,0 0 1-15,0 0-1 0,0 0-6 0,0 0 3 16,0 0-3-16,0 0-2 0,13 25 4 0,-10-19 0 16,0-1 6-16,-1 2 2 0,4 3-8 0,-3-2 2 15,-1 1-4-15,1-4 8 0,0 3-7 0,-1 1 6 16,1 1-2-16,-3-2 0 0,2 1 0 0,0 1 0 15,0-3-1-15,-2 1-1 0,4 1 5 0,-4 1 0 16,0-3-4-16,0 1 5 0,3-1 3 0,-2 1-2 16,0-1-3-16,2 1-3 0,-1 0 2 0,-2-1 1 15,2 0-2-15,-2-7 3 0,2 13-4 0,-2-7 2 16,0 2-5-16,0-8 9 0,2 14-3 0,0-7-4 16,-3 0 6-16,3-1-6 0,-1 0 2 0,-1-6 4 15,3 13-1-15,-1-7-3 0,-2-6-1 0,2 10 8 16,-2-3-1-16,0-7 4 0,1 10-13 0,-1-10 5 15,0 10 3-15,0-10 2 0,1 7-4 0,-1-7-2 16,3 7 3-16,-3-7-5 0,0 0 2 0,0 7 3 16,0-7-9-16,0 0 4 0,0 0-3 0,0 0-5 15,5 7 6-15,-5-7-1 0,0 0 6 0,0 0 4 16,0 0-5-16,0 0-1 0,0 0-4 0,0 0-11 16,0 0-1-16,0 0 0 0,0 0-8 0,0 0 2 15,-6-28 3-15,6 20 0 0,0 8 0 0,-2-17 4 16,2 6 5-16,-1 2-3 0,0-1 0 0,1 1 5 15,-2 1-5-15,2 8 9 0,-2-15-3 0,2 7 2 16,-3-1 1-16,3 0-2 0,0-1 7 0,-1 1-8 16,1 9 1-16,0-17 5 0,-1 10-2 0,0-5 4 15,1 12-1-15,0-14 3 0,0 5-5 0,-1-1 1 16,1 1-1-16,0-1 6 0,-2 2-3 0,2 8 2 16,0-17 1-16,0 7-5 0,0 3 0 0,0 7 1 15,0-15 0-15,0 9-1 0,0 6 1 0,0-13 2 16,0 13-4-16,0-11 3 0,0 11 0 0,2-10 0 15,-2 10 0-15,0 0-3 0,0-7-2 0,0 7 2 16,0 0-6-16,0 0-1 0,0 0 0 0,0 0 0 16,3-6-1-16,-3 6 2 0,0 0 0 0,0 0-1 15,0 0 4-15,0 0 0 0,8 19 0 0,-8-13 1 16,1 1-4-16,0 2 4 0,1-1 1 0,-1 4 2 16,1 0 0-16,-2 2 1 0,3-3-2 0,-3 2 4 15,2 2-4-15,0 1 6 0,-2-3-5 0,-2-1 3 16,2-1-2-16,0 2 1 0,2-1 5 0,-2 1-1 15,1-3-5-15,0 3 3 0,-1-1-3 0,2-1 2 0,-1-3 3 16,1 1-6-16,-2-1-3 0,0-1 7 16,2 1-1-16,-2-8 2 0,0 11-9 0,0-11 9 15,0 9 0-15,0-9-2 0,0 0 0 0,2 9 3 16,-2-9-2-16,0 0 4 0,0 0 1 0,0 7 14 16,0-7-13-16,0 0 1 0,0 0 12 0,0 0-12 15,0 0 2-15,0 0 1 0,0 0 12 0,0 0-11 16,0 0-2-16,0 0 3 0,0 0-11 0,-2-30 6 15,2 23-6-15,0 7 2 0,0-14-3 0,2 4 1 16,-2 1 6-16,0-1-9 0,0 10 4 0,-2-16 0 16,2 8-7-16,0 8 10 0,0-15-7 0,0 9 3 15,0 6-4-15,0-14 13 0,-2 8-9 0,2 6-5 16,-2-12 1-16,2 12-2 0,0-7 5 0,0 7 0 0,0-10-5 16,0 10 3-16,0 0-3 0,-1-8 1 15,1 8 3-15,0 0-2 0,0 0-4 0,0 0 6 16,1-11-6-16,-1 11 1 0,0 0 1 0,0 0-3 0,0 0 2 15,0 0 2-15,0 0-4 0,0 0 4 16,0 0-1-16,0 0 2 0,4 26 4 0,-4-26 0 16,0 13-5-16,2-5 2 0,-2-1 3 0,2 3-8 15,-2-2 9-15,0 1-8 0,2 0 6 0,0-2 2 16,-1 3-8-16,-1-4 3 0,2 2 4 0,-2 0-2 16,0-8-1-16,3 10 0 0,-1-3 0 0,-2-7 1 0,0 0-3 15,0 12 0-15,2-8-3 0,-2-4 8 0,0 0-2 16,0 0 3-16,0 9 10 0,0-9-2 15,0 0 5-15,0 0-4 0,0 0-3 0,0 0 7 16,0 0-13-16,0 0 6 0,0 0-6 0,0 0 3 16,-7-28 2-16,7 28-2 0,-2-14 7 0,2 6-7 15,-1 0-4-15,-1-2-6 0,2 10 7 0,0-10-2 16,0 10-2-16,-2-12 1 0,2 12-4 0,-2-7-8 16,2 7-9-16,0 0-6 0,0 0-7 0,0 0-1 15,0 0 3-15,0 0-8 0,0 0-15 0,0 0-41 16,0 0-103-16,-9 21 46 0</inkml:trace>
  <inkml:trace contextRef="#ctx0" brushRef="#br0" timeOffset="137202.34">10335 17171 17 0,'0'0'33'0,"0"0"-2"16,0 0-6-16,0 0 2 0,14 10-4 16,-5-6-2-16,-9-4 0 0,27 2 0 0,-8-2-5 15,-1 0-4-15,3 0 4 0,9-2-5 0,-1 0-5 16,1 2 4-16,1-2-5 0,0 1-1 0,2-2 4 16,2-1-3-16,2 4 1 0,1-2-1 0,16 1-1 15,-15-2 4-15,0 6-2 0,13-5-1 0,0 1-6 16,1-3 4-16,1 2-2 0,-3-1 4 0,5 5-3 15,1-8-1-15,1 4 9 0,-2 1-15 0,-1 1 9 16,-1-3-7-16,0 2 4 0,1-2-2 0,2 3 0 16,-3-3 1-16,3-1 2 0,0 0-2 0,1 3 0 15,-3-1-2-15,3-1-2 0,-1 0 3 0,3 0-1 16,-6 1-2-16,4-2 2 0,0 4 4 0,-4 0-6 16,3 0 0-16,-2-2 2 0,1 0 1 0,1 2 4 15,-1-2 0-15,0 0 0 0,3 0 2 0,0 2 0 16,1 0 1-16,0-3-8 0,4 0 3 0,-5 2 3 15,2 5-2-15,3-7 4 0,1 3-8 0,-4 2 5 16,6-2-6-16,21 1 9 0,-28 2-6 16,3-2 0-16,2-2 1 0,27 3 3 0,-27-2-2 15,0 0 0-15,25-2 0 0,-29 2-4 0,4-3 1 16,25 0-2-16,-30 5 4 0,3-6-3 0,27 1-9 16,-25-1-4-16,25 1 0 0,-29 3 0 0,31-6-6 15,-31 5 3-15,3-3 0 0,0 2 0 0,1 0 5 16,-2-1-2-16,28 1 3 0,-30 0 1 0,-1-1 5 15,3 1-3-15,-1 0 5 0,4 1-3 0,24 1 3 16,-31 0 3-16,4-2 1 0,-1 1-4 0,0 4-1 16,-2-2 0-16,-1-1 5 0,1 3-5 0,2 2 1 15,-3-4-8-15,-3 3-11 0,3-2-25 0,-3 2 12 16</inkml:trace>
  <inkml:trace contextRef="#ctx0" brushRef="#br0" timeOffset="137905.16">18358 17052 10 0,'32'-1'17'0,"1"2"-1"0,3-1 0 0,1 2-2 15,-2-3 8-15,3-3 0 0,0 7 4 0,0-3-6 16,2 0 2-16,-2 1 1 0,15 0-6 0,-18 2 1 15,4-2-3-15,13 4-3 0,-13-3 1 0,-1 0-4 16,3 2 5-16,-3-1-4 0,16 0 3 0,-16 0-5 16,2 0 5-16,-1 0 2 0,15 0-9 0,-2-1 12 15,-13 0-3-15,0 1 0 0,1-3-7 0,12 1 4 16,0 0-2-16,-15 2 2 0,14-5-4 0,-13 4-1 16,16-6 6-16,-2 3-7 0,-1-1 3 0,-12 2-4 15,13-5-2-15,-1 4 3 0,-1 1-4 0,-11-4 2 16,15-3 4-16,1 3-2 0,0 3-4 15,-4-2 7-15,0-1-4 0,3 0-2 0,-14 1-3 16,13 2 1-16,0-4 1 0,-1-2 4 0,-1 5 1 16,-10 0-9-16,-1 2 2 0,-1 0 3 0,11 0-1 0,-13 2 1 15,2-4 0-15,-2 2 8 0,1 2-13 0,-2-2 19 16,0 1-7-16,-1 0 1 0,3-1 5 0,0 2-1 16,-4-1 14-16,1-1-19 0,-1-3-3 15,-2 6 2-15,-1 0-1 0,0 1-5 0,-1-1 1 16,1 1-10-16,-4-1-17 0,1-1-10 0,-8 0-5 15,2 0-14-15,-2 1-45 0,0-3-104 0,-1 3 47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6T09:57:29.0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16910 6802 32 0,'0'0'111'0,"0"0"-4"0,0 0-6 0,6-3-13 16,-6 3-5-16,0 0-12 0,0 0-3 0,5-4-15 15,-5 4 0-15,0 0-26 0,0 0-31 0,0 0-25 0,0 0-24 16,0 0-65-16,0 0-129 0,0 0 57 16</inkml:trace>
  <inkml:trace contextRef="#ctx0" brushRef="#br0" timeOffset="10268.82">27160 10158 91 0,'0'0'93'0,"0"-9"-7"15,0 9-13-15,0 0-5 0,0 0-6 16,0 0-6-16,0 0-6 0,0 0-7 0,0 0-5 0,0 0 5 16,0 0-6-16,0 0-8 0,0 0 1 0,0 0-4 15,0 0-5-15,0 0-6 0,0 0-4 0,0 0-7 16,0 0-5-16,0 0-2 0,0 0-8 0,0 0-19 16,0 0-38-16,-11-7-60 0,11 7-138 0,-18 0 62 15</inkml:trace>
  <inkml:trace contextRef="#ctx0" brushRef="#br0" timeOffset="13904.64">25367 8306 34 0,'0'0'58'16,"0"0"-13"-16,0 0-2 0,0 0-3 0,0 0-17 16,0 0-7-16,0 0-16 0,-3-5-12 0,3 5-12 15,0 0-14-15,0 0-40 0,0 0 18 0</inkml:trace>
  <inkml:trace contextRef="#ctx0" brushRef="#br0" timeOffset="23959.66">16951 6879 1 0,'0'0'3'0,"0"0"-1"0,0 0-3 16,0 0-2-16</inkml:trace>
  <inkml:trace contextRef="#ctx0" brushRef="#br0" timeOffset="26444.67">26812 9735 9 0,'0'0'55'0,"0"0"-7"0,0 0-6 0,0 0 0 16,0 0-6-16,0 0-4 0,0 0-4 0,0 0-12 15,0 0-18-15,0 0-23 0,0 0-23 16,0 0-50-16,0 0 23 0</inkml:trace>
  <inkml:trace contextRef="#ctx0" brushRef="#br0" timeOffset="29754.55">28129 9856 14 0,'0'0'50'0,"0"0"-5"0,0 0-4 0,0 0 0 15,0 0-4-15,0 0-9 0,0 0 4 0,0 0-5 16,0 0-11-16,0 0-22 0,0 0-49 0,0 0-58 0,0 0 26 16</inkml:trace>
  <inkml:trace contextRef="#ctx0" brushRef="#br0" timeOffset="32054.79">26706 10107 154 0,'0'0'153'16,"0"0"-5"-16,6 2-13 0,-6-2-16 0,0 0-15 16,0 0-7-16,0 0-7 0,0 0-18 0,0 0-5 15,0 0-33-15,0 0-24 0,0 0-22 0,0 0-34 16,0 0-41-16,0 0-86 0,0 0-188 0,0 0 83 15</inkml:trace>
  <inkml:trace contextRef="#ctx0" brushRef="#br0" timeOffset="33874.61">24951 8310 41 0,'0'0'43'0,"0"0"-26"16,7 1-35-16,-7-1-18 0,0 0 9 0</inkml:trace>
  <inkml:trace contextRef="#ctx0" brushRef="#br0" timeOffset="34924.65">25535 7590 47 0,'0'0'51'0,"0"0"-12"0,0 0-19 16,0 0-23-16,0 0-23 0,0 0-28 0,0 0 12 15</inkml:trace>
  <inkml:trace contextRef="#ctx0" brushRef="#br0" timeOffset="35389.14">24804 8429 75 0,'0'0'69'0,"1"4"-4"0,-1-4 1 16,0 0-11-16,0 0-6 0,0 0-9 0,0 0 1 15,0 0-10-15,0 0-7 0,0 0-15 0,0 0-9 16,0 0-15-16,0 0-31 0,0 0-32 0,8 3-83 16,-8-3 37-16</inkml:trace>
  <inkml:trace contextRef="#ctx0" brushRef="#br0" timeOffset="36753.36">25516 7651 40 0,'0'0'51'0,"0"0"-7"0,0 0-16 0,0 0-11 16,-16 13-17-16,16-13-30 0,-6 5-33 0,6-5 14 16</inkml:trace>
  <inkml:trace contextRef="#ctx0" brushRef="#br0" timeOffset="37137.01">24948 8410 30 0,'0'0'64'0,"0"0"-5"0,0 0-15 16,0 0-8-16,0 0-13 0,17-13-6 0,-17 13-20 16,5-4-42-16,-5 4-49 0,2-7 21 0</inkml:trace>
  <inkml:trace contextRef="#ctx0" brushRef="#br0" timeOffset="37966.67">24980 8419 18 0,'0'0'58'0,"0"0"-5"0,0 0-5 16,7-3-11-16,-7 3-11 0,0 0-15 0,0 0-30 16,0 0-20-16,0 0-42 0,2-7 19 0</inkml:trace>
  <inkml:trace contextRef="#ctx0" brushRef="#br0" timeOffset="39904.18">27586 9379 44 0,'7'2'87'0,"-7"-2"-11"0,0 0-8 0,11 1-4 16,-11-1-1-16,10 0-12 0,-10 0-2 0,8 2-9 0,-8-2-13 16,0 0-31-16,7 0-27 0,-7 0-58 0,0 0-97 15,0 0 42-15</inkml:trace>
  <inkml:trace contextRef="#ctx0" brushRef="#br0" timeOffset="40092.82">27740 9599 8 0,'0'0'102'0,"0"0"-7"16,0 0-18-16,0 0-38 0,0 0-28 0,0 0-20 16,0 0-46-16,-21-12-57 0,8 5 26 0</inkml:trace>
  <inkml:trace contextRef="#ctx0" brushRef="#br0" timeOffset="49215.57">21949 7701 33 0,'0'0'26'0,"-3"-13"-14"0,3 13-13 0,0 0-11 16,0 0-13-16,0 0 6 0</inkml:trace>
  <inkml:trace contextRef="#ctx0" brushRef="#br0" timeOffset="49800">22078 8424 13 0,'0'0'48'0,"0"0"-11"0,0 0-2 0,0 0-9 16,0 0 3-16,0 0-4 0,0 0-7 0,0 0 0 0,0 0-3 15,0 0-6-15,0 0-7 0,0 0-4 0,0 0-12 16,0 0-10-16,0 0-16 0,0 0-42 0,0 0 19 15</inkml:trace>
  <inkml:trace contextRef="#ctx0" brushRef="#br0" timeOffset="52804.95">25233 8369 61 0,'0'0'57'0,"2"-9"1"0,-2 9-18 0,0 0 0 0,0 0 1 15,0 0-16-15,1-7-5 0,-1 7-17 0,0 0-9 16,0 0-8-16,0 0-9 0,0 0-28 0,0 0-55 15,0 0 26-15</inkml:trace>
  <inkml:trace contextRef="#ctx0" brushRef="#br0" timeOffset="53467.15">25729 9899 26 0,'0'0'81'16,"0"0"-1"-16,9-9-8 0,-9 9-10 0,0 0-2 15,0 0-9-15,0 0-5 0,0 0-7 0,0 0-3 16,0 0-18-16,0 0-9 0,0 0-21 0,0 0-15 16,0 0-64-16,0 0-97 0,0 0 43 0</inkml:trace>
  <inkml:trace contextRef="#ctx0" brushRef="#br0" timeOffset="54803.95">26938 10159 57 0,'0'0'82'0,"2"-8"-6"0,-2 8-8 16,0 0-4-16,0 0-10 0,0 0-2 15,0 0-10-15,0 0-4 0,0 0-2 0,0 0-6 0,0 0 9 16,0 0-10-16,0 0-7 0,0 0-2 0,0 0-7 16,0 0-1-16,0 0-9 0,0 0-2 15,0 0-14-15,0 0-12 0,0 0-10 0,0 0-11 16,0 0-11-16,0 0-37 0,0 0-101 0,0 0 44 15</inkml:trace>
  <inkml:trace contextRef="#ctx0" brushRef="#br0" timeOffset="55586.4">26879 10137 19 0,'0'0'70'0,"0"0"-4"0,4 5-17 0,-4-5-20 16,0 0-20-16,0 0-28 0,0 0-19 0,0 0-40 16,0 0 18-16</inkml:trace>
  <inkml:trace contextRef="#ctx0" brushRef="#br0" timeOffset="56316.87">28544 10035 3 0,'0'0'64'0,"0"0"-9"16,0 0-6-16,0 0-9 0,0 0-17 0,0 0-13 15,0 0-12-15,0 0-39 0,0 0-43 0,0 0 19 16</inkml:trace>
  <inkml:trace contextRef="#ctx0" brushRef="#br0" timeOffset="58231.51">21541 7615 68 0,'0'0'75'16,"8"-5"-2"-16,-3 1 4 0,-5 4-8 0,9-7-2 15,-5 3-5-15,-4 4-7 0,7-7-12 0,-7 7 0 16,5-5-11-16,-5 5-4 0,0 0-8 0,6-5-6 0,-6 5-10 15,0 0-2-15,0 0-5 0,0 0-3 16,0 0-19-16,0 0-17 0,0 0-12 0,0 0-47 16,0 0-108-16,0 0 48 0</inkml:trace>
  <inkml:trace contextRef="#ctx0" brushRef="#br0" timeOffset="58694.4">21756 8467 17 0,'0'0'60'0,"0"0"-5"0,0 0-2 16,0 0-10-16,0 0-10 0,0 0-9 0,0 0-17 15,0 0-12-15,0 0-13 0,0 0-28 16,0 0-48-16,0 0 22 0</inkml:trace>
  <inkml:trace contextRef="#ctx0" brushRef="#br0" timeOffset="59442.16">21678 8504 2 0,'0'0'-1'0</inkml:trace>
  <inkml:trace contextRef="#ctx0" brushRef="#br0" timeOffset="59982.12">21599 8350 20 0,'0'0'25'0,"0"0"-11"15,0 0-25-15,0 0-9 0,0 0 4 0</inkml:trace>
  <inkml:trace contextRef="#ctx0" brushRef="#br0" timeOffset="60511.25">21558 8499 48 0,'0'0'54'15,"0"0"-10"-15,0 0-3 0,0 0-2 0,0 0-17 0,0 0-14 16,0 0-22-16,0 0-27 0,0 0-43 16,-1-25 19-16</inkml:trace>
  <inkml:trace contextRef="#ctx0" brushRef="#br0" timeOffset="63176.65">26971 10159 47 0,'9'-1'178'0,"-9"1"1"15,0 0 4-15,0 0-11 0,0 0-16 0,0 0-15 16,0 0-12-16,9-7-14 0,-9 7-12 0,4-4-7 16,-4 4-12-16,0 0-9 0,0 0-11 0,0 0-18 15,0 0-21-15,0 0-30 0,0 0-25 0,0 0-34 16,-20-12-23-16,6 10-26 0,-3 0-136 0,-12-3-270 15,2-1 119-15</inkml:trace>
  <inkml:trace contextRef="#ctx0" brushRef="#br0" timeOffset="75658.32">16755 13455 10 0,'-2'-6'71'0,"2"6"-15"0,0 0-2 0,0 0-10 16,0 0-11-16,0 0-6 0,0 0 1 0,0 0-2 16,0 0-15-16,0 0-5 0,0 0-7 0,0 0-18 15,0 0-6-15,12 17-29 0,-12-17-58 0,2 7 26 16</inkml:trace>
  <inkml:trace contextRef="#ctx0" brushRef="#br0" timeOffset="75988.48">18018 13747 11 0,'0'0'138'0,"5"3"-13"0,-5-3-11 15,0 0-5-15,0 0-15 0,0 0-8 0,0 0 2 16,0 0-22-16,0 0-5 0,0 0-7 0,0 0 2 0,0 0-15 15,0 0 2-15,0 0-12 0,0 0-17 16,0 0-7-16,0 0-5 0,0 0-11 0,0 0-10 16,0 0-23-16,8-9-5 0,-8 9-3 0,0 0-1 15,0 0-13-15,0 0-4 0,0 0-64 0,0 0-143 16,0 0 63-16</inkml:trace>
  <inkml:trace contextRef="#ctx0" brushRef="#br0" timeOffset="76200.05">17986 13866 22 0,'0'0'39'0,"0"0"-2"0,0 0-9 15,0 0-7-15,0 0-14 0,0 0-12 16,0 0-21-16,0 0-26 0,0 0 12 0</inkml:trace>
  <inkml:trace contextRef="#ctx0" brushRef="#br0" timeOffset="77602.52">19810 13676 38 0,'1'-8'121'0,"-1"8"-13"16,0 0-5-16,0 0-20 0,0 0 0 0,0 0-11 0,0 0-5 16,0 0-4-16,0 0-5 0,0 0-4 15,0 0-3-15,0 0-9 0,0 0-3 0,0 0-4 16,0 0-5-16,0 0-7 0,0 0 9 0,0 0-9 15,0 0-8-15,0 0-4 0,0 0 1 0,0 0-14 0,0 0-3 16,0 0-8-16,0 0-13 0,0 0-9 0,0 0-13 16,0 0-7-16,0 0-26 0,0 0-69 0,0 0-162 15,0 0 72-15</inkml:trace>
  <inkml:trace contextRef="#ctx0" brushRef="#br0" timeOffset="81802.82">20348 13029 87 0,'-9'-6'93'0,"5"2"-12"0,4 4-15 0,-8-4-11 16,8 4 7-16,-8-6-10 0,8 6-1 0,-5-4-11 15,5 4-2-15,0 0-17 0,-8-1 1 0,8 1-23 16,0 0-22-16,-11 10-22 0,6-3-56 0,-3 1-107 15,0 3 48-15</inkml:trace>
  <inkml:trace contextRef="#ctx0" brushRef="#br0" timeOffset="91543.66">26286 14405 44 0,'0'0'109'0,"0"0"-11"0,0 0-9 0,0 0-8 15,0 0 0-15,0 0-6 0,0 0-3 0,0 0 1 16,0 0-11-16,0 0-2 0,0 0-9 16,0 0-8-16,0 0 1 0,0 0-10 0,0 0 0 0,0 0-5 15,0 0-2-15,0 0-3 0,0 0-5 0,0 0 3 16,0 0-2-16,0 0-3 0,0 0-9 0,0 0 8 16,0 0-12-16,0 0 12 0,0 0-13 0,0 0 3 15,0 0 5-15,0 0-2 0,0 0 0 0,0 0 0 16,0 0-5-16,0 0 4 0,0 0-7 0,0 0 0 15,0 0-2-15,0 0 2 0,0 0-5 0,0 0-13 16,0 0 0-16,0 0-1 0,0 0 6 0,0 0-3 16,0 0-1-16,0 0 4 0,0 0-1 0,0 0-6 15,0 0 3-15,0 0-6 0,0 0 0 0,0 0 4 16,0 0-10-16,0 0 5 0,0 0-11 0,0 0-6 16,0 0-6-16,0 0-3 0,0 0-1 0,0 0-3 15,0 0 2-15,0 0-2 0,0 0 4 0,0 0-10 16,0 0-35-16,0 0-100 0,0 0 45 0</inkml:trace>
  <inkml:trace contextRef="#ctx0" brushRef="#br0" timeOffset="99696.3">25497 7563 14 0,'0'0'24'0,"0"0"-5"16,0 0-5-16,5-12 3 0,-5 12-4 0,2-6-1 15,-2 6-4-15,2-7-3 0,-2 7-1 0,4-7-6 16,-1 3 0-16,-3 4-2 0,7-9 0 0,-6 1-2 15,1 3 0-15,2 0-12 0,0-2-19 0,-4 7 8 16</inkml:trace>
  <inkml:trace contextRef="#ctx0" brushRef="#br0" timeOffset="113172.48">11499 11598 39 0,'0'0'48'15,"0"0"-4"-15,0 0-12 0,0 0-15 0,0 0-12 16,0 0-23-16,0 0-11 0,0 0-29 0,0 0 14 15</inkml:trace>
  <inkml:trace contextRef="#ctx0" brushRef="#br0" timeOffset="115578.29">14160 11644 25 0,'0'0'52'0,"0"0"1"15,0 0-15-15,0 0 3 0,2-7 2 16,-2 7 0-16,0 0-10 0,0 0 4 0,0 0-3 15,0 0-8-15,0 0-6 0,0 0 6 0,0 0 1 16,2-7-10-16,-2 7 0 0,0 0 0 0,0 0-3 16,0 0-6-16,0 0 4 0,0 0-5 0,0 0 2 15,0 0-6-15,0 0 6 0,0 0-9 0,0 0 6 16,0 0-5-16,0 0 4 0,0 0 6 0,0 0-10 16,0 0 3-16,0 0-4 0,0 0 0 0,0 0 4 15,0 0 0-15,0 0 1 0,0 0-7 0,0 0 8 16,0 0-6-16,0 0 0 0,0 0 0 0,0 0 0 0,0 0 2 15,0 0-4-15,0 0-1 0,0 0 1 16,0 0 9-16,0 0-8 0,0 0 1 0,0 0 2 16,0 0-3-16,0 0 1 0,0 0 2 0,0 0 2 0,0 0-2 15,0 0-1-15,0 0-2 0,0 0 0 0,0 0 5 16,0 0-9-16,0 0 8 0,0 0-1 0,0 0-4 16,0 0 3-16,3-7 1 0,-3 7-5 15,0 0 5-15,0 0-1 0,0 0 0 0,0 0 3 0,4-5 1 16,-4 5-6-16,0 0-14 0,0 0 9 0,0 0-5 15,0 0-5-15,0 0-16 0,0 0-7 0,0 0-55 16,0 0-101-16,0 0 45 0</inkml:trace>
  <inkml:trace contextRef="#ctx0" brushRef="#br0" timeOffset="116547.06">10109 12613 46 0,'0'0'36'15,"0"0"-3"-15,0 0 3 0,0 0-7 0,0 0 2 16,0 0-3-16,0 0-2 0,0 0 1 0,0 0-2 0,0 0-2 16,0 0 0-16,0 0-7 0,0 0 2 0,0 0 4 15,0 0 4-15,0 0-4 0,0 0 5 16,0 0-3-16,0 0-2 0,0 0-7 0,0 0 2 15,0 0 0-15,-16-15-3 0,16 15-6 0,0 0-3 0,0 0-4 16,0 0 5-16,-5-4-5 0,5 4 8 0,0 0-1 16,0 0-5-16,0 0-14 0,-5-7 18 15,5 7-2-15,0 0 1 0,0 0-4 0,0 0 0 0,0 0-1 16,0 0 6-16,-5-5-3 0,5 5-4 16,0 0 1-16,0 0-1 0,0 0-4 0,0 0 2 0,0 0 1 15,0 0 3-15,0 0-2 0,0 0-3 0,0 0 2 16,0 0-2-16,0 0 6 0,-8-2 0 15,8 2-6-15,0 0 3 0,0 0 2 0,0 0-10 16,0 0 12-16,0 0-7 0,0 0 1 0,0 0 6 16,0 0-2-16,0 0 1 0,0 0 4 0,0 0-3 0,0 0-4 15,0 0 2-15,0 0-6 0,0 0 9 0,0 0-7 16,0 0 5-16,0 0-4 0,0 0 2 16,0 0 4-16,0 0-4 0,0 0-4 0,0 0-4 0,0 0 5 15,0 0-17-15,0 0-8 0,0 0-13 0,0 0-16 16,0 0-32-16,0 0-96 0,0 0 43 0</inkml:trace>
  <inkml:trace contextRef="#ctx0" brushRef="#br0" timeOffset="117217.56">10184 12636 13 0,'0'0'20'16,"0"0"-2"-16,0 0-2 0,0 0 1 0,0 0-7 16,0 0 2-16,0 0-3 0,0 0 0 0,0 0 1 15,0 0 2-15,0 0 0 0,0 0 0 0,0 0-3 16,0 0-5-16,0 0 7 0,0 0-3 0,0 0-2 15,0 0-5-15,0 0 1 0,0 0-6 0,0 0 4 16,0 0-5-16,0 0-1 0,0 0-7 0,0 0-2 16,0 0-13-16,0 0-31 0,0 0 14 0</inkml:trace>
  <inkml:trace contextRef="#ctx0" brushRef="#br0" timeOffset="125749.16">15686 10232 6 0,'0'0'12'0,"0"0"4"0,0 0-2 0,0 0-4 0,0 0-1 15,0 0-3-15,0 0-2 0,0 0-6 0,0 0 0 16,0 0-11-16,0 0-12 0,0 0 5 0</inkml:trace>
  <inkml:trace contextRef="#ctx0" brushRef="#br0" timeOffset="126254.57">15835 10188 57 0,'0'0'86'0,"0"0"-10"15,0 0-12-15,0 0 5 0,0 0-8 16,0 0-7-16,0 0-5 0,0 0-6 0,0 0-8 15,0 0 0-15,0 0-20 0,0 0 12 0,0 0-10 16,0 0-3-16,0 0 6 0,0 0-5 0,0 0 7 16,-22 9-5-16,20-3-6 0,2-6 8 0,-8 11 4 15,4-7 3-15,0 2-13 0,-1 2 17 0,0-1-7 16,0-1-3-16,1 2 5 0,0-1-6 0,1 0 2 16,0-2-2-16,0 1-1 0,1 1-6 0,-2-2 3 0,1 1-5 15,0 1 0-15,3-7 10 0,-4 10 10 0,3-5-6 16,1-5-2-16,-3 8 4 0,3-8 0 15,-1 9-6-15,1-9-8 0,0 0-1 0,0 10 5 16,0-10 2-16,0 0-4 0,0 8 0 0,0-8-2 0,0 0-6 16,0 0 3-16,1 5 0 0,-1-5-4 0,0 0-4 15,0 0-10-15,0 0-30 0,5 6-15 16,-5-6-18-16,0 0-19 0,0 0-96 0,11-2-202 0,-11 2 89 16</inkml:trace>
  <inkml:trace contextRef="#ctx0" brushRef="#br0" timeOffset="126445.45">15860 10100 46 0,'-3'-8'111'0,"3"8"-11"0,0 0-11 0,0 0-10 16,0 0-3-16,-3-7-27 0,3 7-16 0,0 0-31 15,0 0-28-15,0 0-68 0,0 0-100 0,0 0 44 16</inkml:trace>
  <inkml:trace contextRef="#ctx0" brushRef="#br0" timeOffset="165091.68">25500 7587 10 0,'0'0'32'0,"0"0"-6"16,0 0 1-16,0 0 2 0,0 0-6 15,0 0 1-15,0 0-6 0,0 0-3 0,0 0 0 0,0 0-1 16,0 0 1-16,0 0-3 0,0 0 3 0,0 0-4 16,0 0 0-16,0 0-4 0,0 0 4 0,0 0-2 15,0 0 1-15,0 0-7 0,0 0 6 0,0 0-6 16,0 0 2-16,0 0 1 0,0 0-4 0,0 0 1 16,0 0 3-16,0 0-4 0,0 0 0 0,0 0 3 15,0 0 5-15,0 0-11 0,0 0 2 0,0 0 8 16,0 0-11-16,0 0-1 0,0 0-2 15,0 0 0-15,0 0-5 0,0 0-1 0,0 0-3 0,0 0 0 16,0 0-4-16,0 0-11 0,0 0-19 0,0 0-52 16,0 0 23-16</inkml:trace>
  <inkml:trace contextRef="#ctx0" brushRef="#br0" timeOffset="165691.73">25458 7576 9 0,'0'0'47'0,"0"0"-10"16,0 0-7-16,0 0-8 0,0 0-10 0,0 0-7 15,0 0-16-15,0 0-15 0,0 0-27 0,0 0 13 16</inkml:trace>
  <inkml:trace contextRef="#ctx0" brushRef="#br0" timeOffset="170405.58">25152 8341 42 0,'0'0'46'0,"0"0"-6"0,0 0 6 15,0 0-5-15,0 0 0 0,0 0-9 0,0 0-5 16,0 0-1-16,0 0 0 0,0 0-2 0,0 0 1 16,0 0-5-16,0 0-3 0,0 0-7 15,0 0 5-15,0 0 1 0,0 0-5 0,0 0-11 0,0 0 11 16,0 0-8-16,0 0 1 0,0 0-9 0,0 0-15 16,0 0 5-16,0 0-17 0,0 0-44 0,0 0-81 15,0 0 36-15</inkml:trace>
  <inkml:trace contextRef="#ctx0" brushRef="#br0" timeOffset="172125.44">25498 7609 36 0,'0'0'37'15,"0"0"-8"-15,0 0-3 0,0 0-2 0,0 0-5 0,0 0 0 16,0 0-1-16,0 0-3 0,0 0-2 0,0 0 2 16,0 0-2-16,0 0-4 0,0 0-1 15,0 0-4-15,0 0-5 0,0 0-2 0,0 0-5 16,0 0-4-16,0 0-32 0,0 0-47 0,0 0 21 0</inkml:trace>
  <inkml:trace contextRef="#ctx0" brushRef="#br0" timeOffset="190810.74">24256 9515 6 0,'0'0'42'0,"0"0"-3"15,0 0 2-15,0 0-7 0,0 0-1 0,0 0 5 16,0 0-5-16,0 0-7 0,0 0 8 0,1-8-11 15,-1 8-2-15,0 0-1 0,0 0 2 0,0 0 0 16,0 0-9-16,0 0 0 0,0 0 8 0,0 0-5 16,0 0-12-16,0 0-1 0,0 0 7 0,0 0-6 15,0 0-4-15,0 0 13 0,0 0-8 0,0 0 5 16,0 0-5-16,0 0-2 0,0 0-4 0,0 0 2 0,0 0-3 16,0 0 10-16,0 0-5 0,0 0 2 15,0 0 4-15,0 0-2 0,0 0-3 0,0 0 4 16,0 0 1-16,0 0-2 0,0 0 0 0,0 0 5 0,0 0-6 15,0 0-3-15,0 0 9 0,0 0 0 16,0 0-4-16,0 0 1 0,0 0-3 0,0 0-4 16,0 0 6-16,0 0 7 0,0 0-7 0,0 0 0 15,0 0-2-15,0 0-6 0,0 0-2 0,0 0 7 0,0 0 1 16,0 0 2-16,0 0-9 0,0 0 6 0,0 0-3 16,0 0-1-16,0 0 2 0,0 0 4 0,0 0-4 15,0 0-3-15,0 0 6 0,0 0-1 16,0 0 0-16,0 0-3 0,0 0 0 0,0 0-5 0,0 0 8 15,0 0-2-15,0 0-3 0,0 0-15 16,0 0 13-16,0 0-1 0,0 0 3 0,0 0 6 0,0 0-11 16,0 0 5-16,0 0 2 0,0 0-2 0,0 0-2 15,0 0 3-15,0 0-3 0,0 0 3 0,0 0-4 16,0 0 3-16,0 0 4 0,0 0-8 0,0 0 2 16,0 0 1-16,0 0 2 0,0 0-3 0,0 0 8 15,0 0-8-15,0 0 1 0,0 0-7 0,0 0-12 16,0 0-2-16,0 0-14 0,0 0-10 0,0 0-10 15,0 0-42-15,0 0-106 0,0 0 47 0</inkml:trace>
  <inkml:trace contextRef="#ctx0" brushRef="#br0" timeOffset="192581.6">22193 8661 2 0,'0'0'2'15,"4"6"5"-15,-4-6 2 0,0 0-2 0,0 0-1 0,4 7 0 16,-4-7 3-16,0 0-5 0,4 4 2 15,-4-4-4-15,0 0 0 0,0 0-1 0,2 7-1 16,-2-7 4-16,0 0-4 0,0 0 6 0,0 0-4 16,0 0-6-16,1 7 8 0,-1-7-6 0,0 0 5 0,0 0 3 15,0 0 0-15,0 0 4 0,0 0-2 16,0 0 0-16,0 0 0 0,-9 7-5 0,9-7 8 16,0 0-1-16,0 0 5 0,0 0-10 0,-7 1 6 15,7-1-3-15,0 0 1 0,-8 3-3 0,8-3-4 0,0 0 8 16,-9 1 0-16,9-1-5 0,0 0 1 15,0 0 1-15,-8 3-3 0,8-3 4 0,0 0-3 16,0 0-3-16,0 0 9 0,0 0-11 0,0 0 5 16,0 0-2-16,-7 2 0 0,7-2-1 0,0 0-2 15,0 0 3-15,0 0-2 0,0 0-5 0,0 0 3 0,0 0 1 16,0 0 0-16,0 0 3 0,0 0 0 0,0 0-5 16,0 0 1-16,7 15 4 0,-7-15 1 15,4 8 10-15,-1-4 1 0,-3-4 1 0,6 9-4 0,-1-3-3 16,4 0 10-16,0-2 1 0,2 3-4 0,0-1 5 15,2 1 1-15,3 2-2 0,1-2-3 0,3 2 8 16,8-1-5-16,1 3 3 0,0-1-3 0,2-2 0 16,1 3 7-16,0-2-16 0,1-1 2 0,1 2-4 15,2-2 3-15,0 4-3 0,0-2 0 0,2 2 0 16,-2 1 0-16,2-2 1 0,-1 3-3 0,13 2 0 16,-14-3-3-16,12 3 1 0,0 0-4 0,-12-3 3 15,13 4 0-15,-3 2-4 0,2-2 3 0,-14-4 6 16,13 8-4-16,-12-6-6 0,-1 2 1 0,11 4-2 15,-10-4 5-15,-2 2 1 0,1-2-4 0,1 1 2 16,7 7 1-16,-9-6 1 0,13 1 0 0,-14-4-2 16,4 0-2-16,10 5 5 0,-9-6-3 0,8 3 3 15,-9-2-5-15,0-4 2 0,13 5 4 0,-12-5-3 0,13 2-2 16,-14-3 3-16,2-2-4 0,-3 3 0 16,-1-2-2-16,2-1 3 0,-5 1-3 0,1 1 4 15,-3-4 0-15,-3 2 3 0,-1 0-1 0,-3-2-2 16,-3 0-2-16,-2-2 3 0,-1 2-7 0,2-1 3 15,-5-1-2-15,2 3 5 0,-2-2-4 0,-1 0-2 16,3 1 2-16,2 0 1 0,-1 0-1 0,0 1 8 16,1-1-8-16,-1 0 5 0,3 0-3 0,-4 0-4 0,1 1 4 15,-1 0 2-15,4 1-2 0,-5-2 4 16,3 0-5-16,1 0 2 0,-2 0-2 0,1-1 2 16,2 2 2-16,-2-2-5 0,-2 1 1 0,5 0 0 15,-5 2 7-15,1-1-8 0,0-3 4 0,0 4-2 0,1-2 0 16,-1 1 0-16,0 0-1 0,0-1 2 15,1 0-2-15,0-1 7 0,0 1-10 0,-1 1 7 16,2-1-4-16,-3 0-5 0,4-1 12 0,-2 1-7 16,2-1 0-16,-1 1-2 0,-2-1 5 0,1 1 1 0,1-1 0 15,-3-2-4-15,-3 1 4 0,-1-1-4 16,3 1 3-16,-5-1 2 0,3 0-6 0,-1 2 3 0,0-2 1 16,0 0-5-16,-2 2 6 0,0-1 0 0,-3-2-2 15,4 1 1-15,-3 1 1 0,-1-2-1 0,0 1 1 16,0-1-8-16,0 1-4 0,-6-4 12 0,9 5-2 15,-4-3 1-15,-5-2-2 0,8 4-3 0,-8-4 2 16,7 3 10-16,-7-3-14 0,7 3 11 0,-7-3-18 16,0 0 24-16,6 2 7 0,-6-2-7 0,0 0 7 15,0 0-8-15,0 0 12 0,0 0-9 0,0 0 4 16,7 1 8-16,-7-1-12 0,0 0 3 0,0 0-8 16,0 0 4-16,0 0-6 0,0 0 2 0,0 0 2 15,0 0-8-15,0 0 5 0,0 0-4 0,2 5 4 16,-2-5-4-16,0 0-4 0,0 0-7 0,0 0-15 15,0 0-15-15,0 0-8 0,5 5-15 0,-5-5-26 16,0 0-56-16,0 0-152 0,-16 6 68 0</inkml:trace>
  <inkml:trace contextRef="#ctx0" brushRef="#br0" timeOffset="198948.84">25486 7582 6 0,'0'0'13'0,"0"0"-17"16,0 0-3-16,0 0 2 0</inkml:trace>
  <inkml:trace contextRef="#ctx0" brushRef="#br0" timeOffset="212916.21">25471 7585 1 0,'0'0'39'0,"0"0"-3"0,0 0-5 0,0 0-4 16,0 0 1-16,0 0-5 0,0 0 9 0,0 0-7 15,0 0 3-15,0 0-2 0,0 0 0 0,0 0-2 0,0 0-1 16,0 0 5-16,0 0-2 0,0 0 4 16,0 0-3-16,0 0-5 0,0 0 2 0,0 0 2 15,0 0-6-15,0 0 4 0,0 0-7 0,0 0 4 16,0 0 4-16,0 0-6 0,0 0-3 0,0 0 0 0,0 0 1 16,0 0 0-16,0 0-4 0,0 0-7 15,0 0 4-15,0 0-11 0,0 0-7 0,0 0-22 16,0 0-93-16,0 0-133 0,0 0 60 0</inkml:trace>
  <inkml:trace contextRef="#ctx0" brushRef="#br0" timeOffset="-213448.06">25412 7551 87 0,'0'0'81'0,"0"0"-14"16,0 0 3-16,0 0-7 0,0 0-1 0,0 0 0 0,0 0-14 15,0 0-14-15,0 0 6 0,0 0-8 0,0 0 3 16,0 0-2-16,0 0-8 0,0 0-4 16,0 0 10-16,0 0-14 0,0 0 2 0,0 0-1 0,0 0-4 15,0 0-2-15,0 0-2 0,0 0 1 0,0 0 0 16,0 0-2-16,0 0-4 0,0 0-2 0,0 0 3 16,9-13 2-16,-9 13-2 0,0 0-3 0,0 0 0 15,0 0 1-15,0 0 2 0,9-3-2 0,-9 3-7 16,0 0 5-16,0 0 0 0,3-6-1 0,-3 6 6 15,0 0-5-15,0 0 1 0,0 0-2 0,0 0-1 16,0 0-1-16,0 0 1 0,0 0-10 0,0 0 15 16,4-7-3-16,-4 7-11 0,0 0 7 0,0 0 2 15,0 0 0-15,0 0-3 0,0 0-3 0,0 0-16 16,0 0-4-16,0 0 3 0,0 0-1 0,0 0-2 0,7-2-3 16,-7 2 1-16,0 0-6 0,0 0 5 15,0 0-3-15,0 0-4 0,0 0 4 0,0 0-7 16,0 0-8-16,0 0-41 0,0 0-94 0,11 8 41 15</inkml:trace>
  <inkml:trace contextRef="#ctx0" brushRef="#br0" timeOffset="-212916.11">25550 7624 32 0,'0'0'25'0,"0"0"2"0,0 0-21 16,0 0-6-16,0 0-15 0,0 0-17 0,0 0 7 16</inkml:trace>
  <inkml:trace contextRef="#ctx0" brushRef="#br0" timeOffset="-201554.94">9252 9645 109 0,'-19'-94'231'15,"0"-34"-234"-15,15-14 62 0,21-6-64 0,24 0 11 16,24 6-15-16,20-2-19 0,19 24 8 0,10 15-5 15,4 14-5-15,-6 12-18 0,-5 13-51 0,-21 11 22 16</inkml:trace>
  <inkml:trace contextRef="#ctx0" brushRef="#br0" timeOffset="-200754.93">13059 6592 22 0,'0'0'31'0,"0"0"-18"15,0 0-12-15,0 0-13 0,0 0-12 0,0 0 6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4T04:56:19.0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20276 4589 23 0,'0'0'34'0,"0"0"-13"16,0 0-9-16,0 0-13 0,0 0-15 15,0 0-15-15,0 0 7 0</inkml:trace>
  <inkml:trace contextRef="#ctx0" brushRef="#br0" timeOffset="42579.04">27445 9954 30 0,'-7'-3'119'0,"7"3"-7"16,0 0-11-16,0 0-3 0,0 0-9 0,-7-5-8 15,7 5-12-15,0 0 3 0,-7-4-11 0,7 4-1 0,0 0-1 16,0 0-5-16,0 0-15 0,-13 3 5 16,13-3-7-16,-11 0-9 0,11 0 2 0,-16 0 2 0,16 0-9 15,-13 0 5-15,13 0-8 0,-12 1 3 0,4-1-7 16,1 3 2-16,7-3 4 0,-16 1-7 0,16-1 5 15,-13 0 6-15,8 0 2 0,5 0-4 16,-14 0 6-16,14 0 3 0,-8 1 2 0,8-1-3 0,0 0-2 16,-11 1-2-16,11-1-3 0,0 0-7 0,0 0-6 15,0 0 0-15,0 0 6 0,0 0-8 16,0 0 1-16,0 0-1 0,0 0 4 0,40-11-6 0,-11 7 4 16,5-1-6-16,3 1 7 0,13-5-7 0,-10 4 0 15,11-4-1-15,-12 5 1 0,12-3 0 0,-11 4-1 16,-3-3 1-16,3 3 1 0,-5-1-6 0,-3-1 4 15,-1 3-5-15,-2 0 3 0,-9-2-2 0,3 2 2 16,-5 2 1-16,-7-2-4 0,1 2-1 0,-1 0-11 16,-3 0-4-16,-8 0 0 0,9-3-2 0,-9 3-11 15,11 0 6-15,-11 0-19 0,0 0-12 0,11 0-9 16,-11 0-23-16,0 0-23 0,0 0-14 0,0 0-96 16,9 0-235-16,-9 0 104 0</inkml:trace>
  <inkml:trace contextRef="#ctx0" brushRef="#br0" timeOffset="42952.43">28023 9587 64 0,'0'0'155'0,"-1"-13"-5"0,-1 7-8 16,2 6 0-16,0-12-1 0,0 12-5 0,0-9-11 0,0 9-12 16,0 0-9-16,0-8-15 0,0 8-15 0,0 0-6 15,0 0-6-15,0 0-8 0,0 0-10 16,0 0 0-16,0 0-11 0,3 38 3 0,-3-12-3 16,1 2-1-16,2 1-3 0,-3 2-7 0,2 4 3 0,0 14-2 15,-5-2-3-15,4-1 3 0,1 1-2 0,0-2-2 16,0-10 3-16,-2 1-4 0,1-3-3 0,1 3-1 15,0-4-7-15,0-3 6 0,1 1-4 16,-1-6 0-16,-2 1 3 0,4-7-7 0,-1-1 2 0,1-2 3 16,-2-2-6-16,-2-3 6 0,0 1-15 0,3-6-6 15,-1 3-22-15,-2-8-10 0,2 9-11 0,-2-9-13 16,0 0-31-16,0 0-27 0,0 0-29 0,0 0-111 16,0 0-287-16,0 0 127 0</inkml:trace>
  <inkml:trace contextRef="#ctx0" brushRef="#br0" timeOffset="43412.97">28018 9631 71 0,'-3'-9'168'0,"3"9"-8"0,-1-7-14 0,1 7-18 16,0 0-27-16,0 0 2 0,0 0-11 0,6-8-9 15,-6 8-10-15,11 0-3 0,0 0-8 0,2 0-4 16,-1 2-19-16,4 2 6 0,2-2 4 0,2 2-8 16,2 1-2-16,-4 2 1 0,9-2-9 0,2 5-6 15,-2-2-1-15,2 2 6 0,0 0-5 0,-1 2 0 16,-3-4-5-16,-1 3-4 0,2-2 3 0,-5 0 0 16,-2-1-10-16,1 0 5 0,-1 2-4 15,2-1-1-15,-3-2-1 0,2 1 1 0,-3 0-1 0,-2-2-2 16,2 1-4-16,-3-1 11 0,-3-2-5 0,1 0 0 15,-1 1-4-15,-3 0 3 0,3-1-3 0,-3-3-4 16,1 2 2-16,-2-1 1 0,-7-2 2 0,9 4-2 16,-3-3-1-16,-6-1-1 0,0 0-2 0,6 6 3 15,-6-6 2-15,3 5-3 0,-3-5 5 0,0 0-3 16,1 8-4-16,-1-8 0 0,-6 9-2 0,-2-3 2 16,0 4 5-16,-3 1-8 0,-5 1 6 0,-5 6 8 15,-4 3-5-15,-1-2-3 0,-4 1 5 0,-11 12 2 16,10-11-6-16,-11 9 3 0,13-7 0 0,-12 6 1 0,11-7-6 15,3 1 8-15,1-3-16 0,1 2-20 16,4 0-17-16,1-5-41 0,7-3-20 0,2 0-21 16,3-4-26-16,1 0-93 0,2-3-265 0,3-1 118 15</inkml:trace>
  <inkml:trace contextRef="#ctx0" brushRef="#br0" timeOffset="43725.09">28719 9599 168 0,'0'-7'200'0,"0"7"-4"0,-2-11-12 15,2 11-12-15,-3-10-19 0,3 10-17 0,-1-7-14 16,1 7-14-16,0 0-19 0,0 0-8 0,0 0 2 15,0 0-20-15,0 0-5 0,0 0-9 0,0 43-2 16,0-15-7-16,-1 1 1 0,3 3-5 0,-2 1-5 16,0 2 0-16,3 10-2 0,-3-12-6 0,0 2 0 15,2 10 1-15,-2-13-6 0,2-1 1 0,0-3 1 16,0 0-5-16,-1-2-17 0,-1-1-19 0,0-6-28 16,1-1-43-16,2 0-27 0,-3-2-26 0,1-1-161 15,-1-5-330-15,-1-1 146 0</inkml:trace>
  <inkml:trace contextRef="#ctx0" brushRef="#br0" timeOffset="44389.82">28815 9785 34 0,'0'0'137'0,"-10"-2"-4"15,10 2-8-15,0 0 3 0,-9-1-23 0,9 1-7 16,0 0-19-16,0 0-3 0,0 0-7 0,0 0-6 16,0 0 0-16,26-4-11 0,1 3-4 0,8-3-1 15,16-1-9-15,2 1 0 0,4-4-11 0,7 5 3 16,26-4 2-16,-31 0-10 0,-1-3-5 0,1 4 3 16,0-2 2-16,-2 3-2 0,-2-2-5 0,-1 1-5 15,1 2 4-15,-4-2-7 0,-14 2 0 0,3 2 5 0,-4-1-7 16,-1-1 1-16,1 2 5 0,0 1-4 15,-4-2-1-15,-2 0 4 0,0 3-9 0,-3-1 3 16,-8 1 5-16,1 0-5 0,-3 0 23 0,-3-3 5 16,-1 2 10-16,0 1-3 0,-3 0-2 0,-1 0 4 15,0 0 0-15,-9 0 0 0,11-1 0 0,-11 1-7 16,11 0-2-16,-11 0 1 0,8 0-4 0,-8 0-1 16,8-1-6-16,-8 1-2 0,0 0-2 0,0 0-2 15,0 0-2-15,0 0-11 0,0 0-18 0,0 0-18 16,9 1-22-16,-9-1-15 0,0 0-19 0,0 0-12 0,0 0-10 15,0 0-15-15,0 0-26 0,0 0-97 16,-25 13-268-16,14-11 118 0</inkml:trace>
  <inkml:trace contextRef="#ctx0" brushRef="#br0" timeOffset="45769.32">29969 9635 123 0,'0'0'161'0,"0"0"-9"0,0 0-11 16,0 0-18-16,0 0-18 0,-2-7-7 16,2 7-18-16,0 0-5 0,0 0-13 0,0 0-3 15,0 0-4-15,0 0-7 0,5 29-4 0,-2-19-8 16,0 6 0-16,2 1-3 0,-1 7 0 0,4-2-2 0,-4 5-1 16,1 0-1-16,1-4-1 0,1 5-3 15,-2-1-2-15,0 0 1 0,-1-1-3 0,1 1 4 16,-2 1-1-16,3 0-3 0,-2-3 2 0,-1 0-5 15,1-6 6-15,0 1-1 0,-1-1 2 0,-1 1 0 16,1-1-2-16,-2-2 2 0,4 2-5 0,-2-3-2 0,-2 0-2 16,0-5 0-16,0 1-3 0,-1-2 0 15,2 0-5-15,-1-1 4 0,0-2-1 0,1 0 0 16,-2-7-1-16,2 12-3 0,-2-7 1 0,0-5-2 16,2 11-4-16,-2-11 10 0,0 0-3 0,1 8-1 0,-1-8-1 15,0 0-1-15,1 8 1 0,-1-8 1 0,0 0 5 16,0 0 2-16,0 0 5 0,0 0 2 0,0 0 2 15,0 0-6-15,0 0-5 0,1 7 3 16,-1-7-4-16,0 0 1 0,0 0-2 0,0 0 1 16,0 0-7-16,0 0 3 0,0 0-2 0,0 0-5 0,0 0 1 15,0 0 1-15,9 3 0 0,-9-3 2 0,10 5-4 16,-6-3 1-16,1 0 0 0,2 1-2 0,-7-3-1 16,11 6 3-16,-4-2 0 0,0 0 0 15,0 0-3-15,0 1 1 0,-3 0 1 0,3 2 0 16,-2 0 0-16,0-2-4 0,-1 2 4 0,-3 0-1 0,0 3 2 15,1 0-1-15,-4-1-2 0,1 3 2 0,-3 0 0 16,-3 0 0-16,-1 2 2 0,-5 2-3 0,2-3 2 16,-2 3 2-16,-8 5-6 0,2-3 6 15,1 1-3-15,4-4-2 0,-1-1 1 0,-2 7-2 0,6-10 1 16,-1 2 3-16,6-1 0 0,-2 1 1 0,4-2-3 16,-1-2 0-16,3 3 1 0,0-1-3 0,2 1 5 15,2 1-6-15,3 1 3 0,0-2 3 0,5 1-4 16,2-1 2-16,-3 1 0 0,2-1-2 0,3 1 1 15,-1-2-2-15,0 1 0 0,-3-1 1 0,2 2 3 16,-2-5-5-16,-4 3 3 0,-1-1 0 0,0 0 0 16,-2 0-3-16,0 1 1 0,-2 1 3 0,-1 0-3 15,-3 0 2-15,1 4 3 0,-6 0 3 16,0-2-6-16,-1 0 5 0,0 0-5 0,3-5-1 0,-2 0-1 16,1 1 0-16,-1-1-2 0,3 0 7 0,-2 0-4 15,4 0-4-15,-1 0 1 0,0-1 6 0,0 1 0 16,4 1-4-16,-1-1 4 0,2 0-4 0,1 3 2 15,0-4-2-15,4 4 4 0,-2 0-2 16,3 2 0-16,-2-2 0 0,0 0-1 0,1 2 0 0,-1 0 3 16,0-2-4-16,2 1 4 0,-3 0-4 0,1 2 1 15,-3-4-1-15,3 5 2 0,-2-4 1 0,-1 5-3 16,1-5 3-16,-2 3 0 0,1 1 2 0,0-1-2 16,-1 2-2-16,-1-1 3 0,2 1-2 0,-2 0-4 15,-2 2 1-15,4-4 0 0,-4 3 1 0,2 0 0 16,3 1 2-16,-3-2 3 0,3 1-1 0,-2 2-3 15,2 6 2-15,0-2 2 0,2 1-2 0,-2 3 1 16,2-2 1-16,0-1-4 0,2 0-1 0,-4-1 3 16,5 1-2-16,-2 1 1 0,-2-7 0 15,0 5-2-15,-1-5 2 0,1 6 1 0,-2-6-1 0,-1 0 3 16,1-2-3-16,-2 2 3 0,-2-2-3 0,2-5 2 16,-2 1-1-16,1 0-1 0,-3-1 2 0,-1 4 1 15,1-7-3-15,-1 1 1 0,-1-2-1 0,0 4-1 16,0-5-13-16,6-7-26 0,-7 10-24 0,3-4-21 15,4-6-18-15,0 0-27 0,-5 11-21 0,5-11-26 16,0 0-98-16,0 0-298 0,0 0 133 0</inkml:trace>
  <inkml:trace contextRef="#ctx0" brushRef="#br0" timeOffset="47045.17">27359 9947 73 0,'-4'-4'73'0,"4"4"-6"0,0 0-3 0,0 0-9 0,0 0-1 16,-9-4-10-16,9 4 1 0,0 0-10 0,-6-4-3 15,6 4 6-15,0 0-3 0,0 0-5 0,-8-2 1 16,8 2-6-16,0 0-2 0,0 0 3 0,0 0 0 16,-11-1-6-16,11 1-3 0,0 0 0 15,0 0-6-15,0 0 6 0,0 0-3 0,-11 1-2 16,11-1 5-16,0 0-20 0,0 0 19 0,0 0-4 0,0 0-2 15,0 0 0-15,0 0 10 0,0 0-22 0,0 0 19 16,-6-4-5-16,6 4 0 0,0 0-1 0,0 0 15 16,0 0-14-16,0 0 7 0,0 0-6 0,0 0 6 15,0 0-9-15,0 0 4 0,0 0-5 0,-8 4-10 16,8-4 9-16,0 0 2 0,-9 3-1 0,9-3 3 16,-8 1 5-16,8-1-6 0,-12 3-8 0,3-2 5 15,1 3-2-15,-4 0 9 0,1-1 5 0,-2 2-4 16,-5 0-2-16,-1 4 0 0,-5-2-2 0,-1 3 5 15,-2-1-5-15,0 1-2 0,0-3 3 0,0 3-1 16,-4-5 5-16,4 7-8 0,0-7 5 0,0 2-2 16,0-2-2-16,5-2 2 0,1 1 2 0,1 0 0 15,-2-2 8-15,7 0 3 0,-4-1-6 0,6-1 3 16,-1 1 10-16,1-1 3 0,3 0 1 0,2 2 5 16,8-2 0-16,-13-2-2 0,13 2 1 0,-10 0-4 15,10 0-5-15,0 0-1 0,0 0-3 0,-11 0-3 16,11 0-3-16,0 0 1 0,0 0-8 0,0 0-1 15,-9-1-5-15,9 1 4 0,0 0-1 0,0 0-4 0,0 0-10 16,0 0-11-16,0 0-19 0,0 0-26 16,0 0-34-16,0 0-23 0,0 0-28 0,0 0-127 15,0 0-293-15,-9 5 129 0</inkml:trace>
  <inkml:trace contextRef="#ctx0" brushRef="#br0" timeOffset="47452.86">26650 10033 75 0,'0'0'122'0,"-24"8"-8"0,24-8-14 0,0 0-12 16,-8 4-1-16,8-4-12 0,-6 6-4 0,3-1-6 15,-1 3-1-15,2-3 1 0,-3 4-11 0,1-1-26 16,1 0 20-16,1 1-6 0,2 1 12 16,0 0-9-16,0 0-1 0,5-1-4 0,-3 0 2 0,0 1-19 15,3 0 13-15,1-3-8 0,1 1 6 0,2-3 0 16,0 1-2-16,0-3 3 0,-2 1 5 0,2-3-1 16,2 1-5-16,-4-2 0 0,-7 0 1 0,18-4 0 15,-9 0-2-15,1-1-3 0,-2-3 1 0,1 2 1 16,-3-1 1-16,-2-3-6 0,-3 1-1 0,1-1-2 15,-2-1-5-15,-3 1-4 0,-1 0 2 0,-2 0-5 16,-3-2 3-16,-3-1-2 0,-1 2-5 0,-1-1-4 16,-1 3 1-16,4 2 6 0,-5-1-7 0,1 3-14 15,0-1-11-15,5 4-13 0,-4 1-6 0,1 1-41 16,-2 1-9-16,3 1-24 0,3 6-18 0,-3 0-135 16,-1 4-288-16,6-2 127 0</inkml:trace>
  <inkml:trace contextRef="#ctx0" brushRef="#br0" timeOffset="48475.14">26856 12407 115 0,'0'0'127'16,"0"0"-1"-16,0 0-9 0,0 0-3 0,0 0-14 15,0 0-7-15,0 0-14 0,0 0-2 0,0 0-8 16,0 0-12-16,0 0-7 0,0 0 1 0,-15 15-12 15,10-10 6-15,2 3-8 0,-1 0-2 0,0 0-1 16,2 3-4-16,-1 0-8 0,-1-2 4 0,2 1-3 16,2 1-8-16,-2-1-1 0,2-2 1 0,2 1 3 15,-2-2-10-15,2 1 7 0,0 0 0 0,3-2 3 16,-1 0-11-16,0 0 9 0,3-1-6 0,1-1-3 16,-2-2 3-16,1 1 0 0,3-2-1 0,0-1 7 15,1-3 2-15,1 0 2 0,-3-1 3 0,3-1-1 16,0-2 5-16,-1 0 1 0,-4-1 3 0,1-1-3 15,0 1 10-15,-4-1 6 0,1-1-5 0,-3 0-2 0,-2-1-3 16,2 1 0-16,-2-3-9 0,-2 3-4 16,-2-1 3-16,-1 0-5 0,-1 4-4 0,-4 0-2 15,-1-1-1-15,-3 0 2 0,1 6-10 0,2 0 1 16,-9 0-2-16,3 2-11 0,0 4-16 0,-1-1-20 0,2 3-10 16,2 1-15-16,-1 1-20 0,3 0-25 0,4 1-31 15,-3 7-139-15,6-6-306 0,-4 4 135 16</inkml:trace>
  <inkml:trace contextRef="#ctx0" brushRef="#br0" timeOffset="49049.3">27057 12514 65 0,'-10'0'126'0,"10"0"-17"0,0 0-12 16,0 0-12-16,0 0-7 0,0 0-7 0,0 0-9 15,0 0-4-15,0 0-3 0,0 0-3 0,0 0 2 16,0 0-6-16,21 9-6 0,-10-6 16 0,7-1-9 16,-1 0-7-16,4-2 10 0,0 2 3 0,8 1-2 15,2-2-4-15,-2 0-4 0,3-1-8 16,-3-1 2-16,3 0-6 0,-1 1-4 0,5-2 1 0,2 1 0 15,15-3-5-15,-3 2 7 0,4-4-7 0,0 3 0 0,2-1-10 16,1-1 7-16,3-2-7 0,3 2 2 16,0-1 0-16,0 1-3 0,0-1 0 0,4-1-4 15,22 0 3-15,-26 4-4 0,2-3 2 0,28-2-1 16,-31 3-5-16,1-3 2 0,28 2-5 0,-1-5 5 16,-30 6-1-16,1-1 1 0,6-1 1 0,-4 2-5 15,1 0 0-15,0 1 3 0,-4 0-7 0,-1-1 5 16,0 3-4-16,-3 2-1 0,-1-4 1 0,-5 5-4 15,-9-1-2-15,-3 0-3 0,12-1 3 0,-12 1-10 16,-3 1-10-16,-3-1-11 0,-3 0-2 0,-1-1-17 0,-8-1-22 16,-1 2-14-16,-6-1-17 0,-2-3-19 0,-1 4-94 15,-3-2-239-15,-1 0 106 0</inkml:trace>
  <inkml:trace contextRef="#ctx0" brushRef="#br0" timeOffset="49415.11">29626 12352 11 0,'0'0'112'0,"0"0"1"0,0 0 4 16,0 0-20-16,0 0 9 0,25 2-1 0,-7-3-10 0,0 0 2 15,4-1-4-15,3-1-2 0,5-1-2 0,3 0 1 16,-4 0-8-16,4-1-4 0,1 1-4 16,1-1-4-16,-1 0-2 0,-2 0-9 0,1 3-3 15,-2-2-6-15,-2-1-8 0,0 0 1 0,1 4-10 0,-2-3-1 16,-8 1-2-16,2-1-4 0,0 2 0 0,-4-4-2 16,3 3-2-16,-3 3-1 0,-1-4-4 0,2 2 0 15,-7 1-6-15,0 0 1 0,-1 1-4 16,-4 0 3-16,-7 0-7 0,14-1-11 0,-14 1-12 0,9-1-9 15,-9 1-12-15,0 0-4 0,9-1-15 0,-9 1-20 16,0 0-8-16,0 0-19 0,0 0-7 0,0 0-13 16,0 0-5-16,0 0-85 0,0 0-233 0,-34 1 103 15</inkml:trace>
  <inkml:trace contextRef="#ctx0" brushRef="#br0" timeOffset="50943.43">26436 10411 69 0,'0'0'121'0,"0"0"-2"0,-2-8-29 15,2 8 13-15,0 0 6 0,-4-9 3 0,4 9-12 16,0 0-5-16,-3-4-11 0,3 4-9 0,0 0-6 16,0 0-11-16,0 0-15 0,0 0 1 0,0 0-3 15,0 0-1-15,0 0-7 0,0 0-5 0,2 24-4 16,1-13-3-16,1 3 1 0,-4 3-9 0,7 7 7 16,-4-7-1-16,-1 9-2 0,2 1 4 0,-2-3 4 15,-2 2 4-15,0 0 5 0,0-1-7 0,0 1 4 0,-2-7-6 16,0 2 1-16,2-3-3 0,0 0 3 0,-2-2-6 15,0 1 1-15,2-2-7 0,-2-2 2 16,1-3 0-16,-1 1-2 0,-1-1 0 0,1-1-5 16,2-1 2-16,0 1-1 0,-2-3-1 0,2-6-17 0,-2 13-20 15,2-8-23-15,0-5-31 0,0 0-24 0,0 10-21 16,0-10-138-16,0 0-287 0,-2 7 127 16</inkml:trace>
  <inkml:trace contextRef="#ctx0" brushRef="#br0" timeOffset="51458.03">26128 11118 59 0,'5'6'130'0,"0"0"-3"0,1 1-16 15,-3 1-15-15,5 0-5 0,-3 3 8 0,4 0 1 16,-2 3-15-16,-1 2-6 0,1-1-7 0,3 4-6 16,-2-2-2-16,-1 2-5 0,0-3-7 0,2 3 7 15,-2-2-8-15,1 1-13 0,-1-1 9 0,3-1-5 16,-2-4-3-16,-4-5-10 0,1 5 3 0,2-4-4 16,-2-2-5-16,-1-1 5 0,3 0-1 0,-7-5-2 15,6 8 1-15,-4-6 6 0,-2-2 8 0,5 4 4 16,-5-4 2-16,0 0-2 0,0 0-4 0,16-7-5 15,-8 0-2-15,-3-2 2 0,3-1-9 0,-2 0-3 16,3-4-3-16,-3-1 1 0,4-4-4 0,-4 2 0 16,1-1-9-16,-3 0 5 0,0 0 3 0,2 0-4 15,-2 1-6-15,-2 0 3 0,-1 1-4 0,1 0 0 16,-2 5 1-16,0 0 3 0,0 3-7 0,-3-1 0 16,1 1 2-16,2 8-2 0,-4-11-2 0,-2 7-2 15,6 4 3-15,-8-6-6 0,3 3 1 0,5 3 0 16,-10 0 1-16,10 0-2 0,-12 3 1 0,7 1 0 0,5-4-2 15,-8 9 5-15,6-4-2 0,2-5-4 0,-5 9 4 16,5-9 0-16,3 11-3 0,1-5-2 16,0 0 12-16,3 0-2 0,1-1-1 0,4-2-3 15,6 3 0-15,4-2-1 0,-1-3-14 0,8-1-14 0,-2 2-23 16,-7-2-32-16,7-2-30 0,-7 1-25 0,-2 1-41 16,-4 0-95-16,-1 0-301 0,-1 0 133 0</inkml:trace>
  <inkml:trace contextRef="#ctx0" brushRef="#br0" timeOffset="51686.3">26697 11325 192 0,'0'0'193'0,"0"0"-16"0,0 0-11 0,0 0-19 15,0 0-16-15,0 0-14 0,4 5-9 0,-4-5-6 16,0 0-19-16,-2 12-4 0,2-5-3 0,2 3-3 15,-4 0-2-15,2 1-6 0,-2 0-8 0,0 1-8 16,0-1 1-16,2 1-7 0,0-3-4 0,0 5-5 16,0-4-11-16,-2 0-18 0,2 3-22 0,2-4-35 15,-2 1-40-15,0-3-31 0,0-1-23 0,0-6-129 16,2 12-299-16,-2-12 133 0</inkml:trace>
  <inkml:trace contextRef="#ctx0" brushRef="#br0" timeOffset="51849.35">26672 11088 90 0,'0'0'109'16,"2"-10"-28"-16,-2 10-18 0,0 0-27 0,0 0-35 15,19 9-65-15,-13-2-68 0,-1 4 30 0</inkml:trace>
  <inkml:trace contextRef="#ctx0" brushRef="#br0" timeOffset="52165.07">26625 11709 83 0,'0'0'196'0,"0"0"-20"0,0 0-10 15,-5-6-21-15,5 6-16 0,0 0-16 0,0 0-10 0,0 0-10 16,0 0-9-16,0 27-2 0,0-14-4 16,0 4-10-16,0 10-8 0,0-2-3 0,-2 4-9 15,4-2 5-15,-4-1-11 0,2-1-1 0,0-5-11 0,0-2 6 16,2 0-8-16,-2-2 2 0,0 1-2 0,2-2-2 15,-2-3-5-15,3-2-9 0,-3-1-5 0,1-1-23 16,-1-1-23-16,0-7-23 0,2 10-25 16,0-3-41-16,-2-7-40 0,0 0-89 0,0 9-276 0,0-9 123 15</inkml:trace>
  <inkml:trace contextRef="#ctx0" brushRef="#br0" timeOffset="52355.68">26693 11965 2 0,'0'0'142'0,"0"0"-12"0,0 0-16 0,0 0-14 16,0 0-5-16,0 0-22 0,0 0-31 0,0 0-20 16,0 0-27-16,0 0-25 0,0 0-29 0,0 0-46 15,0 0-113-15,0 0 50 0</inkml:trace>
  <inkml:trace contextRef="#ctx0" brushRef="#br0" timeOffset="52592.95">26645 11930 126 0,'0'0'124'16,"0"0"-8"-16,0 0-32 0,0 0 11 0,0 0-4 15,0 0 5-15,0 0 3 0,-2 26 4 0,2-14-10 16,-2 0-11-16,0 6 11 0,2 1-21 0,-1 0-12 15,-3 7-2-15,2-7 0 0,0 7-2 0,2-1-5 16,-2-6-1-16,2-2-7 0,-2 2-4 0,2-3 2 16,0-4-14-16,0 0 1 0,2-2-1 0,0 2-6 15,-2-6 1-15,2 2-2 0,-2 0-3 0,0-8-20 16,2 9-10-16,-2-9-30 0,0 7-13 0,0-7-19 16,4 7-11-16,-4-7-21 0,0 0-26 0,0 0-97 15,0 0-248-15,-12 3 110 0</inkml:trace>
  <inkml:trace contextRef="#ctx0" brushRef="#br0" timeOffset="54360.11">27490 10285 26 0,'0'0'135'16,"0"0"-4"-16,-7-3-7 0,7 3-16 0,0 0-5 15,0 0-9-15,0 0-9 0,0 0-7 0,0 0-4 16,0 0-11-16,0 0 0 0,0 0-8 0,0 0-4 16,0 0 2-16,0 0-14 0,-7-4 0 0,7 4-2 15,0 0-22-15,0 0 9 0,0 0 15 0,0 0-13 16,0 0-7-16,25-1-2 0,-14-1 3 0,-1-1-11 16,3 2-19-16,1-2-14 0,-3 0-14 0,2 0-24 15,0 1-17-15,-2-1-16 0,0-1-25 16,-1 2-64-16,-1-2-198 0,-1 0 88 0</inkml:trace>
  <inkml:trace contextRef="#ctx0" brushRef="#br0" timeOffset="54550.91">27555 10129 92 0,'-6'-4'102'0,"6"4"0"16,0 0-10-16,0 0-24 0,0 0 3 0,0 0 7 15,0 0-12-15,-5 19 0 0,4-9-4 0,-1 1-12 16,2 2-4-16,-2 3-2 0,0 3-4 0,0 1-17 16,1 0-17-16,-2 4-26 0,2-4-19 0,-1 5-28 15,0-1-80-15,-2-5-160 0,3 2 71 0</inkml:trace>
  <inkml:trace contextRef="#ctx0" brushRef="#br0" timeOffset="58854.1">28912 10131 48 0,'0'0'108'0,"0"0"-3"0,0 0 1 0,0 0-8 16,0 0-6-16,0 0 7 0,0 0-6 0,0 0-2 15,0 0 1-15,0 0 3 0,0 0 2 0,0 0-2 16,0 0-1-16,0 0 5 0,0 0-2 0,0 0-1 16,0 0-4-16,0 0 3 0,0 0-4 0,0 0-4 15,0 0-4-15,0 0-2 0,0 0-11 0,0 0-4 16,0 0-4-16,0 0-8 0,0 0-7 0,0 0-4 16,0 0-8-16,0 0 2 0,0 0-8 0,0 0 1 15,0 0-2-15,0 0-1 0,0 0-9 0,9 2-1 16,-9-2-3-16,11-1-1 0,-11 1-1 0,19 1 3 15,-11-1-4-15,2 0 3 0,0 2-6 0,-2-1 2 16,-8-1-3-16,15-1-1 0,-15 1 2 0,11 0-5 16,-4-2 3-16,-7 2-2 0,0 0 0 0,15-1 2 15,-15 1-3-15,12 0 2 0,-12 0-2 0,11 0 0 16,-5-1-10-16,-6 1-9 0,13-4-9 0,-6 3-15 16,-7 1-21-16,12-3-18 0,-5 2-21 0,-1-1-31 15,1-1-34-15,0 0-39 0,-7 3-134 0,0 0-365 16,8-3 161-16</inkml:trace>
  <inkml:trace contextRef="#ctx0" brushRef="#br0" timeOffset="61160.21">30386 10675 98 0,'0'0'200'0,"0"0"-10"0,0 0-9 0,0 0-16 0,-1-10-8 16,1 10-17-16,0 0-14 0,0 0-18 15,0 0-12-15,0 0-9 0,0 0-9 0,0 0-10 16,0 0-11-16,0 0-9 0,0 0 1 0,0 0-4 16,0 0-3-16,-3 34-4 0,3-24-3 0,-2 2-5 15,2 4-5-15,-3 0-5 0,2-1 3 0,-2 2-6 16,2-5-1-16,-2 5-4 0,2-3 8 0,0-1-7 16,1 4 4-16,-1-1-6 0,-1-4 1 0,1-2-4 0,1 1 0 15,1 1-1-15,-2-2-1 0,1-3-10 16,0-7-9-16,0 13-12 0,0-7-13 0,0-6-6 0,0 9-13 15,0-9-11-15,1 7-20 0,-1-7-11 16,0 0-9-16,0 0-14 0,-1 11 9 0,1-11-6 16,0 0-16-16,0 0-69 0,0 0-220 0,0 0 98 0</inkml:trace>
  <inkml:trace contextRef="#ctx0" brushRef="#br0" timeOffset="61486.44">30394 10655 61 0,'2'-6'147'0,"2"2"-15"0,0-2-19 16,-4 6-3-16,10-10-2 0,-4 7-11 0,3 0-4 15,1 2-7-15,2 2-9 0,-2-1-6 0,-3 3-4 16,2 0-9-16,0 0-6 0,-2 4-5 0,0 0-5 16,-3 0-9-16,2 2 1 0,-6 1 0 0,0 2-4 15,-3 0-3-15,-2-1-5 0,2 1-3 0,-3-3 0 16,1 2 10-16,0-1-10 0,0-1 3 0,-3-2-4 15,3-1-5-15,0 0-10 0,0-1 18 0,1-1-12 16,4-4 8-16,-6 6-8 0,1-1 4 0,5-5-1 16,-4 7-5-16,4-7 2 0,-4 3 1 0,4-3-4 15,0 0 3-15,-3 7-1 0,3-7 1 0,0 0 4 16,0 0-4-16,4 10-2 0,-4-10 10 0,7 6-17 16,0-3 4-16,-7-3-4 0,12 3-23 0,-4-2-22 15,0 1-19-15,4-2-33 0,-2 1-19 0,2-1-19 16,-1-1-97-16,1 1-252 0,0-4 112 0</inkml:trace>
  <inkml:trace contextRef="#ctx0" brushRef="#br0" timeOffset="61742.42">30715 10754 56 0,'0'0'141'0,"8"-3"-7"15,-8 3 0-15,0 0-6 0,0 0-11 0,0 0 11 16,7 8-5-16,-7-8-6 0,2 10-7 0,-2-4 0 15,0 2-20-15,2 3-2 0,-2-2-10 0,0 2-6 16,-2 1-6-16,0-1-1 0,2 2 7 0,-2-1-1 16,2 0-12-16,-1-3-6 0,0-1-9 0,1-8-3 15,0 16-4-15,-1-10-4 0,1-6 4 0,2 11-5 16,1-6-4-16,-3-5 2 0,4 8-7 0,-1-4 2 16,3 0-2-16,1-3-1 0,5 1-11 0,2-2 2 15,0-2-48-15,4 1-24 0,1-3-37 0,0 0-32 16,-1-2-36-16,1 1-158 0,-7-2-349 0,5-2 156 15</inkml:trace>
  <inkml:trace contextRef="#ctx0" brushRef="#br0" timeOffset="62802.84">29875 9677 22 0,'0'0'62'0,"0"0"-6"0,0 0 0 0,0 0-2 0,0 0-9 16,0 0 3-16,0 0-6 0,0 0 5 15,0 0-4-15,0 0-12 0,32 2-4 0,-26-2-5 16,-6 0 1-16,15 0-2 0,-7 0 1 0,1-1-4 15,3 1-1-15,-2-1-1 0,0 0-5 0,1-1 0 16,0 2-2-16,-2 0-1 0,-9 0-6 0,16-2-10 0,-8 1-10 16,-8 1-5-16,10 0-12 0,-10 0-9 15,9-2-9-15,-9 2-36 0,0 0-97 0,9-2 44 0</inkml:trace>
  <inkml:trace contextRef="#ctx0" brushRef="#br0" timeOffset="63208.54">30090 9654 55 0,'0'0'101'0,"-21"-5"-4"16,21 5-8-16,0 0-14 0,0 0-1 0,0 0-12 15,-17 6 0-15,17-6-8 0,-6 4-4 16,6-4 0-16,-10 5-6 0,6-2-1 0,4-3-8 15,-8 5 3-15,8-5-9 0,-5 7 3 0,5-7-8 16,-5 7 3-16,5-7 4 0,-4 5-6 0,4-5-9 0,-2 8 6 16,2-8 0-16,0 0 4 0,5 10 0 15,-5-10 0-15,5 5 4 0,-5-5 2 0,8 4 2 16,-2-3-5-16,-6-1-2 0,15 0 1 0,-7 0-2 16,-8 0 0-16,19-2-1 0,-10-1-1 0,-2 2-1 15,-1-2 0-15,0 0-3 0,2 0 5 0,-3-1-3 16,-5 4-3-16,8-7-2 0,-4 2-2 0,-4 5-4 15,1-12 0-15,-1 7-4 0,0 5 1 0,-4-12-5 16,0 5 2-16,-1 1-2 0,0 1 3 0,-3 0-3 16,-1 2 1-16,-1 1-4 0,1-1 1 0,-4 3-6 0,1-2 4 15,-1 5-6-15,1 1-6 0,-2-1-23 0,3 2-11 16,-1-1-29-16,0 2-9 0,3 0-21 0,0 2-26 16,0 1-74-16,2-2-223 0,5-1 98 0</inkml:trace>
  <inkml:trace contextRef="#ctx0" brushRef="#br0" timeOffset="63986.51">30206 9659 73 0,'-10'-1'125'0,"10"1"-17"15,0 0-2-15,0 0-19 0,-11-3-4 0,11 3-11 16,0 0-8-16,0 0-6 0,0 0 3 0,0 0-7 16,0 0-12-16,30 0-7 0,-12-2 5 15,0 1-7-15,1 0-1 0,9-1 1 0,-1 0-1 0,2 0-3 16,-8-1-4-16,7 0-1 0,1-1 1 0,-9 0-4 16,3 1 3-16,3-1 3 0,-4 1-7 0,-2-1 7 15,-1 2-10-15,1-2 4 0,-8 0-3 0,2 4-4 16,-1 0-2-16,0-3-2 0,-3 2 2 0,-1-1-1 15,3 1-3-15,-12 1 1 0,12 0-3 0,-12 0 2 16,11-3-4-16,-11 3-3 0,8 0-1 0,-8 0 3 16,0 0 1-16,8 0 2 0,-8 0 3 0,0 0 1 15,0 0 1-15,0 0 8 0,0 0-4 0,0 0 2 16,0 0 2-16,0 0 6 0,0 0 1 0,0 0 3 16,0 0-1-16,0 0-1 0,0 0-3 0,0 0-3 15,0 0-4-15,0 0 1 0,0 0-6 0,0 0 1 16,0 0 1-16,0 0-4 0,0 0-4 0,0 0 3 15,-21 12-9-15,21-12 4 0,-7 4-3 0,7-4 1 16,-6 6-1-16,2-2 4 0,4-4-1 0,-5 8-1 16,1-3 0-16,-1 0-3 0,5-5-1 0,-4 8 1 15,3-3 1-15,1-5 2 0,-2 10-2 0,2-10 4 16,-1 10-3-16,1-10 1 0,-1 9-3 0,1-9 1 16,2 7-1-16,-2-7 4 0,6 7-1 0,-2-4 0 15,-4-3 2-15,10 5-2 0,-5-3 3 0,-5-2 0 16,10 3-2-16,-4-3 3 0,-6 0 0 0,14 0-2 15,-14 0 7-15,11-1 3 0,-11 1 5 0,10-5 9 16,-6 1-2-16,-4 4 3 0,6-6 5 0,-3 2-2 16,-3 4-1-16,2-12-4 0,-1 6-4 0,-1 6 0 15,2-13-2-15,-4 6 1 0,2 7-1 0,-5-16-2 16,1 6-4-16,1 6-1 0,-1-2-2 0,4 6-3 16,-9-9-6-16,3 5-17 0,-1 0-16 15,7 4-17-15,-14-3-28 0,8 3-34 0,6 0-32 0,-17 1-38 16,4 6-132-16,2-1-337 0,-2 1 149 0</inkml:trace>
  <inkml:trace contextRef="#ctx0" brushRef="#br0" timeOffset="65199.06">30132 12309 104 0,'-5'-1'86'0,"5"1"15"0,0 0-11 16,0 0 0-16,-9-3-7 0,9 3-9 15,0 0-1-15,0 0-6 0,0 0-2 0,0 0-3 0,0 0-7 16,0 0 0-16,0 0-19 0,14-10 9 16,-3 9-11-16,2 1-6 0,6-4-4 0,0 0 3 0,10 0-1 15,-1 3 3-15,0-4-8 0,1 2 3 16,3-1-7-16,-1 1 6 0,1 0 1 0,-2-1-2 0,4-1 2 15,0 2-22-15,-1-2 27 0,2 0-10 0,-5 1-3 16,1 0-6-16,1 1 0 0,-1-4 5 16,1 7-8-16,-4-3 5 0,-3 0-3 0,4 0-10 15,-9 0 3-15,0 3 5 0,-2 0-4 0,0-2 5 0,-5 1-4 16,2 1-1-16,-4 0-9 0,-5-1-12 0,3 2-6 16,-9-1-9-16,11-1 0 0,-11 1-15 15,11 0 1-15,-11 0-4 0,0 0 1 0,11 0-5 0,-11 0-2 16,0 0-17-16,0 0-2 0,0 0-4 15,0 0 9-15,0 0-2 0,0 0 11 0,0 0 3 0,0 0 11 16,0 0 12-16,0 0-1 0,0 0 14 0,0 0 4 16,0 0 10-16,0 0 9 0,0 0 12 15,0 0 5-15,0 0 11 0,0 0 3 0,0 0 8 0,0 0-2 16,0 0 13-16,0 0 3 0,-18-12 12 0,18 12-4 16,0 0-4-16,0 0-3 0,-8-5-2 0,8 5 6 15,0 0-11-15,0 0 0 0,0 0-3 0,0 0-4 16,-12 2-1-16,12-2-4 0,0 0-6 0,0 0-5 15,-10 6 1-15,10-6 0 0,-6 3-4 0,6-3 2 16,-4 10 2-16,2-6-4 0,2-4 4 0,-4 8-6 16,4-8-3-16,0 13 0 0,0-13 5 0,1 9-9 15,-1-9 3-15,4 10 5 0,-3-6 0 0,5 0 2 16,-6-4 3-16,9 5-3 0,-3-4 4 0,-6-1 1 16,15 0 2-16,-4 2 2 0,0-4-5 0,-1 2-1 15,1-4-3-15,-1 1 2 0,-1-1 5 0,-2 1-4 16,5-1 3-16,-6 0-2 0,-2 1 3 0,1-4 5 15,0 5-3-15,-5 2 0 0,6-13-3 0,-6 9-5 16,0 4-2-16,-6-14-4 0,2 8-2 0,-1 2-1 16,-2-3 5-16,-2 4-9 0,-1 1-3 0,-1-1 1 15,-3 1-3-15,3 0-19 0,-1 0-26 0,-1 0-47 16,2 3-40-16,0-2-59 0,-2-1-135 0,5 2-347 16,8 0 153-16</inkml:trace>
  <inkml:trace contextRef="#ctx0" brushRef="#br0" timeOffset="65941.17">30912 10194 61 0,'0'0'201'0,"-2"-8"4"0,2 8-5 0,0 0-6 15,0 0-12-15,-3-11-15 0,3 11-16 0,0 0-15 16,0 0-13-16,0 0-15 0,0 0-13 0,0 0-12 0,-3-4-8 16,3 4-12-16,0 0-4 0,0 0-10 15,0 0-7-15,2 25-2 0,-1-10-2 0,-1 3-7 16,-1 2-1-16,1 6-3 0,1-1 0 0,-2-1-1 15,4 1-5-15,-1 1-2 0,-1-7 0 0,2 1-3 0,-2-4-1 16,2 3 0-16,1-1 1 0,-2-3-3 0,1-1-3 16,1 1 2-16,-2-3-15 0,1 0-28 0,-2 0-38 15,2 0-46-15,-2 0-39 0,0-1-49 16,-3 4-130-16,-1-5-360 0,-2 1 160 0</inkml:trace>
  <inkml:trace contextRef="#ctx0" brushRef="#br0" timeOffset="66500.63">31071 11182 133 0,'0'0'191'16,"0"0"-11"-16,0 0-23 0,0 0-12 15,0 0-17-15,0 0-15 0,0 0-14 0,0 0-9 16,0 0-4-16,0 0-18 0,14 13 8 0,-11-7-14 16,2 0 0-16,0-1-12 0,-1 1-4 0,1 2 1 0,0 1-10 15,-1-1-5-15,-2-5 0 0,3 4-2 0,-1-2-5 16,1 1 1-16,-2-2-1 0,1 1-3 0,-4-5 7 15,6 6 7-15,-6-6 7 0,8 6 10 16,-8-6 9-16,5 2 5 0,-5-2-6 0,0 0-6 16,0 0 2-16,15-9 6 0,-10 4-7 0,4-3-4 15,-1-3-7-15,2 0-6 0,0-3-1 0,-2-2-3 16,4 0 6-16,-1 1-9 0,-1-3 0 0,1 1-6 0,-1 0 2 16,-3 1-5-16,0 1-2 0,1 6-4 0,-3 0-1 15,1 1-9-15,-2 2-29 0,-3 1-31 16,-1 5-46-16,0 0-50 0,0 0-40 0,0 0-32 0,-16-1-157 15,16 1-408-15,-22 14 180 0</inkml:trace>
  <inkml:trace contextRef="#ctx0" brushRef="#br0" timeOffset="66768.19">31283 11305 14 0,'7'3'173'0,"-7"-3"-14"0,5 2-4 0,-5-2-6 0,0 0-8 16,11 4-11-16,-6-3-16 0,-5-1-1 0,8 2-10 16,-8-2-5-16,9 0 0 0,-9 0-5 15,0 0-1-15,13-3-1 0,-13 3-5 0,0 0-12 0,7-7 5 16,-7 7-4-16,3-6-6 0,-3 6-8 0,1-7-8 16,-1 7-10-16,0 0 0 0,-6-12-7 0,6 12-2 15,-7-7-6-15,0 4-7 0,7 3 1 16,-10 0-10-16,10 0-20 0,-13 1-18 0,13-1-27 15,-14 2-20-15,7 2-19 0,7-4-23 0,-9 7-37 0,3-1-172 16,-2 2-350-16,8-8 155 0</inkml:trace>
  <inkml:trace contextRef="#ctx0" brushRef="#br0" timeOffset="67187.03">31239 11711 154 0,'-2'-8'235'15,"2"8"-24"-15,0 0-23 0,0 0-19 0,0 0-18 16,0 0-15-16,0 0-12 0,0 0-9 0,2 27-14 0,-1-12-9 15,-1 4-6-15,0 5-9 0,0 5-2 0,-3-1-12 16,3-4-5-16,-2 1-13 0,0-5-22 16,4 5-26-16,-2-6-27 0,-2-2-21 0,4-2-22 15,0-4-25-15,1 1-41 0,-2-3-26 0,0 1-93 16,-1-10-279-16,0 0 124 0</inkml:trace>
  <inkml:trace contextRef="#ctx0" brushRef="#br0" timeOffset="67323.92">31250 11990 21 0,'0'0'-4'0,"0"0"-4"16,0 0 2-16</inkml:trace>
  <inkml:trace contextRef="#ctx0" brushRef="#br0" timeOffset="70894.56">28667 12535 64 0,'0'0'107'0,"0"0"-7"0,0 0-8 0,0 0-4 16,0 0-9-16,-1-8-2 0,1 8-11 0,0 0 1 15,0 0-9-15,0 0-3 0,0 0-2 0,0 0-6 0,0 0-10 16,0 0 2-16,0 0 0 0,0 0-8 0,0 0 7 16,0 0-6-16,0 0 1 0,0 0-5 15,0 0 5-15,10 23-6 0,-9-17 3 0,2 2-3 16,2 1 7-16,0 0-1 0,-1 1-2 0,1 1-7 0,-1 0 0 16,0 1-2-16,1-2-8 0,0 3-3 15,0 2 3-15,1 0-5 0,-2-4 3 0,1 0 1 0,-2 1-6 16,5 1 1-16,-3 0-1 0,-2-3-17 15,0 0-18-15,2 2-18 0,-2-1-26 0,-2-2-19 0,0 1-12 16,0 0-107-16,-2 1-228 0,1-3 101 0</inkml:trace>
  <inkml:trace contextRef="#ctx0" brushRef="#br0" timeOffset="71098.35">28702 12926 67 0,'0'0'113'0,"0"0"-12"15,0 0-7-15,0 0-10 0,0 0-11 0,0 0 3 16,21-9-14-16,-10 6-12 0,0 3 7 0,3-3-24 16,0 1-13-16,-3-2-17 0,2 0-20 0,-2 3-31 15,0 1-80-15,-11 0-139 0,13 0 61 0</inkml:trace>
  <inkml:trace contextRef="#ctx0" brushRef="#br0" timeOffset="71271.61">28743 13066 16 0,'0'0'155'0,"0"0"-8"0,0 0-16 0,0 0 2 16,0 0-28-16,0 0-11 0,0 0-6 0,24-6-9 15,-24 6-34-15,14-5-22 0,-8 4-34 0,-6 1-25 16,12 0-27-16,-12 0-88 0,9 6-165 0,-9-6 73 16</inkml:trace>
  <inkml:trace contextRef="#ctx0" brushRef="#br0" timeOffset="71401.23">28728 13235 14 0,'0'0'122'0,"0"0"-19"0,0 0-31 16,20-5-41-16,-20 5-45 0,11-6-41 0,-4 4-59 16,-7 2 25-16</inkml:trace>
  <inkml:trace contextRef="#ctx0" brushRef="#br0" timeOffset="73815.42">28300 10446 143 0,'0'0'130'0,"-2"-6"22"16,2 6-6-16,0 0-6 0,-4-8-8 0,4 8-1 15,0 0-16-15,0 0-2 0,-4-5-6 0,4 5-7 16,0 0-8-16,0 0-6 0,0 0-7 0,0 0-7 16,0 0-8-16,0 0-10 0,0 0-3 0,0 0-10 15,0 0-9-15,0 0 1 0,0 0-4 0,0 0-6 16,0 0-1-16,0 0-2 0,0 0-4 0,0 0-2 16,-4 22 0-16,7-13 1 0,-6-2-1 0,6 3-8 15,-2 1 5-15,-1 0-4 0,-1-1 2 0,1-1-4 16,0-1-2-16,1 1 3 0,-1 1 0 0,0-1 0 15,0 1 1-15,0-1 0 0,2-4 1 0,-2-5-2 16,2 14-2-16,-1-7 0 0,-1-7-19 0,-1 15-29 16,1-9-9-16,0-6-9 0,-2 14-17 0,0-7-15 15,1 0-13-15,-4-3-14 0,-1 4-17 0,3-2-17 16,-2-1-80-16,-2-2-254 0,2 2 112 0</inkml:trace>
  <inkml:trace contextRef="#ctx0" brushRef="#br0" timeOffset="74089.87">28178 10425 35 0,'0'0'107'0,"5"-10"-3"0,0 8-5 0,7 0 16 0,1 1-12 15,8-1 1-15,7 2-13 0,0 0-8 0,3 3-1 16,-1 4-8-16,-2-4-7 0,-7 3-9 0,6 4-8 15,-9-2-3-15,-3 5-8 0,-1 0-2 0,-4-2-3 16,-5 4 2-16,1 2-5 0,-5-2-3 16,-5 2 0-16,-1-1 1 0,-8 7-5 0,-1-1 0 0,-6-3-2 15,-1 0-2-15,-5-2 2 0,1 0-5 0,-2-2-7 16,-1-1 3-16,-1 0-22 0,-2-1-11 0,-1-4-36 16,-1-2-25-16,4 1-27 0,-2 0-119 0,-1-7-245 15,3 0 109-15</inkml:trace>
  <inkml:trace contextRef="#ctx0" brushRef="#br0" timeOffset="76286.48">27822 9479 14 0,'-5'-5'75'0,"5"5"-7"16,-8-10 6-16,5 6-6 0,3 4 3 0,-6-9-5 15,6 9 2-15,-6-8-8 0,6 8-6 0,-6-6-5 16,6 6-4-16,-4-5 1 0,4 5 2 0,0 0 1 16,-4-4-13-16,4 4-1 0,0 0-4 0,0 0-5 15,0 0 1-15,0 0-4 0,-5-5-12 0,5 5 0 16,0 0-8-16,0 0 8 0,0 0 7 0,0 0-10 15,0 0 20-15,0 0-3 0,23 6 9 16,-12-6 7-16,11 3 3 0,8 0-13 0,7-5 0 0,13 0-3 16,5-1-3-16,2 1-11 0,4-2-7 0,2-3-17 15,28-1 13-15,-30 0 4 0,-2 0-4 0,6 1-4 16,-6 0 2-16,2 2 1 0,-3 2-1 0,-20-2 3 16,14-1-4-16,-2 2 0 0,-11 2 1 0,-7 0 4 0,-1-1 2 15,-2 3-6-15,-10-2-4 0,1 0 0 16,-2 2 6-16,-5-1-3 0,-1 1 1 0,-2 0 1 0,-3-1 1 15,-7 1 5-15,12-2-7 0,-12 2 4 0,11-1 6 16,-11 1 8-16,7-2-1 0,-7 2 8 0,0 0 1 16,0 0-4-16,9 0-3 0,-9 0-2 0,0 0-2 15,0 0-1-15,0 0-9 0,0 0 7 0,0 0 1 16,0 0-15-16,0 0 1 0,8 2 3 0,-8-2-1 16,0 0 0-16,0 0 0 0,0 0-2 0,0 0 0 15,-13 19 2-15,5-9-5 0,-1 0 4 0,-4 3-2 16,0 0 2-16,-1 3 7 0,-5 4-3 0,5-6-17 15,-5 5 0-15,5-6-23 0,-5 1 2 0,3-4-11 16,1 3-14-16,2-3-18 0,3-1-19 0,-1-3-15 16,3 3-93-16,0-4-220 0,3 1 98 0</inkml:trace>
  <inkml:trace contextRef="#ctx0" brushRef="#br0" timeOffset="76493.42">28879 9226 152 0,'-12'-13'169'0,"-1"3"-2"0,-1-3-11 0,3 5-18 15,1-1-5-15,-4 0-16 0,4 1-9 0,1 1-12 16,0 1-9-16,4 2-7 0,0 0-11 0,5 4-15 16,-8-6-26-16,8 6-34 0,-6-6-34 0,6 6-32 15,0 0-33-15,-8-4-25 0,8 4-71 0,0 0-216 16,0 0 95-16</inkml:trace>
  <inkml:trace contextRef="#ctx0" brushRef="#br0" timeOffset="76973.35">27807 9225 96 0,'0'0'194'0,"0"0"-6"16,0 0-10-16,-3-14-15 0,3 14-18 0,7-14-15 0,-1 3-8 15,7-4 2-15,-3-1-12 0,8-3-11 0,-5 2-9 16,0 1 3-16,-1 1-11 0,4-5-5 0,-3 6-9 16,-1-1-1-16,1 0-6 0,-4 0-5 15,-2 2-10-15,0 3 2 0,0-1-6 0,-2 1-4 0,0 3-1 16,-4 1 1-16,1 0-4 0,-2 6-7 0,2-9-4 16,-2 9-1-16,5-6-6 0,-5 6-4 0,0 0-1 15,1-8-3-15,-1 8-5 0,0 0-2 0,0 0-3 16,0 0 2-16,0 0-1 0,0 0 0 0,0 0-5 15,0 0 5-15,-13 23-2 0,7-11 1 0,0-2 0 16,-2 2 3-16,3-2-4 0,0 3 0 0,0-2-3 16,0-2 2-16,2 0 2 0,1 0-3 0,-2 1 2 15,4-1 2-15,0 0-2 0,0-2-4 0,6 0 0 16,0 0-21-16,2-1-16 0,1 1-19 0,0-3-20 16,9 1-30-16,1-2-17 0,0 0-38 0,2-1-25 15,-8-2-105-15,7-1-321 0,-2-4 141 0</inkml:trace>
  <inkml:trace contextRef="#ctx0" brushRef="#br0" timeOffset="77148.17">28004 8699 128 0,'-3'-4'161'0,"-3"-1"-11"16,6 5-17-16,-7-7-13 0,7 7-13 0,-6-4-14 0,6 4-31 15,-6-2-39-15,6 2-43 0,0 0-21 0,0 0-32 16,0 0-68-16,0 0-152 0,0 0 67 16</inkml:trace>
  <inkml:trace contextRef="#ctx0" brushRef="#br0" timeOffset="77933.66">27636 10694 67 0,'0'0'124'0,"0"0"-11"0,14-11 0 0,-1 9-13 15,5-2-2-15,4 0-9 0,7-2 6 0,6 4-5 16,4-1-8-16,-3 0-6 0,16 0 8 0,-3 2-10 16,3 4-7-16,3-2 2 0,-17 2-10 0,2 0-1 15,-1 4-7-15,-2 2-6 0,2 0-6 0,-4 2-2 16,-1 2-9-16,0 0 6 0,-3 2-8 0,0 5 3 15,-2-1-6-15,-1 3 0 0,-2-2-4 0,-1 6 2 16,1 0-6-16,-2-2-4 0,-3 4 2 0,-2 3-3 16,-3 0-3-16,0-1 5 0,-5 2-3 0,2 0 6 15,-5 3-6-15,-4 1-4 0,-1-3 3 0,-5 12-1 16,-3-12 4-16,-3 0-5 0,-6 14 2 0,0-4-8 16,-3-10 8-16,-8 8 7 0,-4 0-1 0,-1-3 0 15,6-11 6-15,-15 9-5 0,4-1 4 0,6-10 4 16,2-2 0-16,1-3 0 0,-1 0-6 0,-1-1 1 15,0-3-1-15,2 1-1 0,2-2 1 0,-2-2-4 0,3 1 2 16,5-4-6-16,-3-1-12 0,4-1-20 16,-2 0-18-16,3-1-24 0,0-1-26 0,3 0-24 15,2-3-25-15,4-2-30 0,-3 2-102 0,2-3-294 16,8 0 131-16</inkml:trace>
  <inkml:trace contextRef="#ctx0" brushRef="#br0" timeOffset="78223.2">28043 11543 140 0,'0'0'149'0,"0"0"-28"0,0 0-3 16,0 0-16-16,-16 16-6 0,7-7 2 0,-1 7-13 0,2 7-4 15,-2 0-7-15,-3 0-9 0,4-5-12 0,4-2-4 16,0 1-8-16,0 2 3 0,-2-1-9 15,4-4-4-15,1 2 0 0,0-2 0 0,2-4-3 0,2 0-4 16,-2-2 0-16,2 2-1 0,0-3-1 0,3-1 1 16,0 1-1-16,0-2 1 0,-1 0-1 0,7-2 2 15,-4 3-3-15,4-3-5 0,0 1-2 0,7-1 5 16,-5 0-5-16,4-3-2 0,-4 2-8 0,5 2-22 16,0-1-15-16,-4-2-25 0,3 1-37 0,-3 1-25 15,-1 1-123-15,-2-2-262 0,-2 0 115 0</inkml:trace>
  <inkml:trace contextRef="#ctx0" brushRef="#br0" timeOffset="78644.81">27097 12093 175 0,'0'0'182'0,"-7"-6"-17"16,7 6-10-16,0-10-7 0,0 10-12 0,3-17-9 16,3 7-12-16,3-5-6 0,7-6-10 0,1 2-7 0,2-1-8 15,-2 1-7-15,-3 4-5 0,-1 2-9 16,1-1-5-16,-5 1-6 0,-1 3-4 0,-2 0-3 15,0-3-7-15,-3 3-2 0,-1 0-2 0,-2-2-6 16,-2 2-1-16,0 1-3 0,-1-1-3 0,-1 3 0 0,-4-2-2 16,2 5 3-16,2-1-10 0,-5-1 2 0,3 1-2 15,-2 3 0-15,8 2-1 0,-13-1-3 16,13 1-3-16,-10 1 0 0,10-1 2 0,-11 6 3 16,9 0-8-16,-4 2 4 0,3 1 0 0,-1 1-4 0,2 0 2 15,2 2-1-15,2-2 2 0,0-1 0 0,1 1-2 16,3-1 0-16,1 1-3 0,-1-2-17 0,4 0-22 15,0-1-25-15,-1 1-27 0,1-3-42 16,1 0-36-16,0-2-147 0,1 0-342 0,-2-3 152 0</inkml:trace>
  <inkml:trace contextRef="#ctx0" brushRef="#br0" timeOffset="78802.39">27223 11529 59 0,'-5'-8'208'0,"-1"-3"-19"16,0 6-20-16,4 0-30 0,2 5-39 0,-7-9-28 16,7 9-44-16,-4-3-27 0,4 3-40 0,0 0-28 15,0 0-77-15,0 0-155 0,0 0 70 0</inkml:trace>
  <inkml:trace contextRef="#ctx0" brushRef="#br0" timeOffset="89701.19">20125 9424 16 0,'0'0'19'0,"0"0"-5"0,0 0 1 0,0 0-2 16,0 0-12-16,0 0-4 0,0 0-10 0,0 0-14 16,0 0 7-16</inkml:trace>
  <inkml:trace contextRef="#ctx0" brushRef="#br0" timeOffset="102473.55">20252 9535 14 0,'0'0'67'0,"0"0"-2"16,0 0-9-16,0 0-8 0,0 0-3 0,0 0-6 15,0 0-2-15,-2-12-6 0,2 12 0 0,0 0-11 16,0 0-9-16,0 0-5 0,0 0-11 0,0 0-5 16,0 0-6-16,0 0-12 0,-2-9 5 0,2 9-8 15,0 0-29-15,0 0-64 0,-4-10 28 0</inkml:trace>
  <inkml:trace contextRef="#ctx0" brushRef="#br0" timeOffset="102688.59">20183 9303 4 0,'0'0'45'16,"-3"-11"-4"-16,2 5-2 0,1 6 0 0,-1-13-4 0,1 13-3 15,0-12-6-15,-2 6-1 0,2 6-4 16,0-13-7-16,0 13-3 0,2-10-3 0,-2 10-2 16,0-10-3-16,0 10-2 0,0 0-2 0,0-9-5 15,0 9-2-15,0 0-7 0,0 0-4 0,0-9-32 16,0 9-54-16,0 0 25 0</inkml:trace>
  <inkml:trace contextRef="#ctx0" brushRef="#br0" timeOffset="116509.2">27815 9877 12 0,'0'0'21'0,"0"0"-9"15,0 0-7-15,0 0-14 0,-6 4-9 0,6-4 4 16</inkml:trace>
  <inkml:trace contextRef="#ctx0" brushRef="#br0" timeOffset="116751.43">27759 9888 34 0,'0'0'33'0,"0"0"-9"0,0 0-6 0,0 0 2 0,0 0-3 15,0 0-9-15,0 0-1 0,0 0 0 0,0 0-1 16,0 0-9-16,0 11-5 0,0-11-1 0,0 0-17 15,0 0-28-15,0 0 12 0</inkml:trace>
  <inkml:trace contextRef="#ctx0" brushRef="#br0" timeOffset="116984.26">27696 9941 5 0,'0'0'1'0,"0"0"-2"0,0 0-2 0</inkml:trace>
  <inkml:trace contextRef="#ctx0" brushRef="#br0" timeOffset="117935.02">29075 9814 19 0,'0'0'19'0,"0"0"-7"0,0 0-3 16,0 0 8-16,0 0-3 0,0 0-3 0,0 0-3 15,0 0-2-15,0 0-9 0,0 0-16 0,0 0-20 16,0 0 8-16</inkml:trace>
  <inkml:trace contextRef="#ctx0" brushRef="#br0" timeOffset="119810.39">27687 10010 22 0,'0'0'42'0,"0"0"-2"16,-10 0-7-16,10 0-10 0,0 0-10 0,0 0-8 15,0 0-9-15,0 0-10 0,0 0-13 0,0 8-29 16,0-8 13-16</inkml:trace>
  <inkml:trace contextRef="#ctx0" brushRef="#br0" timeOffset="120077.92">29490 9761 19 0,'13'-1'29'0,"-7"-1"-1"0,-6 2-12 0,16 0 1 16,-16 0-9-16,14 0-5 0,-8 0-8 0,6 0-15 16,-5 0-21-16,-7 0 10 0</inkml:trace>
  <inkml:trace contextRef="#ctx0" brushRef="#br0" timeOffset="124635.37">26764 11001 11 0,'0'0'30'0,"0"0"-2"0,-6-2-9 0,6 2-7 0,0 0-11 15,0 0-4-15,0 0-14 0,0 0-17 16,0 0 7-16</inkml:trace>
  <inkml:trace contextRef="#ctx0" brushRef="#br0" timeOffset="126439.93">20203 9432 13 0,'-9'1'32'0,"9"-1"6"0,-12 0-9 15,12 0-5-15,-13 0-20 0,5 2-12 0,-3-1-14 16,0 0-25-16,1 1 11 0</inkml:trace>
  <inkml:trace contextRef="#ctx0" brushRef="#br0" timeOffset="129833.45">27830 9974 41 0,'0'0'41'0,"0"0"-7"0,0 0-4 0,-1-10-5 16,1 10 1-16,0 0-1 0,0 0-5 15,0 0-1-15,0 0-3 0,0 0 2 0,-2-10-1 16,2 10 1-16,0 0 6 0,-3-7 1 0,3 7 1 15,0 0 5-15,0 0-10 0,0 0 6 0,0 0 2 0,0-11-3 16,0 11-2-16,0 0-7 0,0 0 8 16,0 0-13-16,0-8 4 0,0 8-4 0,0 0-3 15,0 0 9-15,0 0-7 0,-2-10 1 0,2 10-6 16,0 0-5-16,0 0 6 0,0 0 2 0,-2-8 2 0,2 8-2 16,0 0-4-16,0 0 1 0,0 0 13 0,0 0-5 15,0 0 4-15,0 0 1 0,-3-6 5 16,3 6-5-16,0 0 8 0,0 0-7 0,0 0 11 0,0 0 1 15,0 0-3-15,0 0-3 0,0 0 8 0,0 0-2 16,0 0-5-16,0 0 5 0,0 0 4 0,0 0-2 16,0 0 2-16,0 0 4 0,0 0 5 15,0 0-3-15,0 0 0 0,0 0 0 0,0 0 5 0,0 0-5 16,0 0 2-16,0 0-2 0,0 0 0 0,0 0 0 16,0 0 5-16,0 0-1 0,0 0 0 0,0 0-1 15,0 0 2-15,0 0 2 0,0 0-3 0,0 0 1 16,0 0-3-16,0 0-4 0,0 0-4 0,0 0 0 15,0 0-3-15,0 0 0 0,0 0-5 0,0 0 2 16,0 0-4-16,0 0-2 0,0 0-4 0,0 0 1 16,0 0-5-16,-4-7-2 0,4 7 0 0,0 0-3 15,0 0-6-15,0 0-15 0,0 0-18 0,0 0-20 16,0 0-22-16,0 0-25 0,0 0-34 0,0 0-23 16,0 0-13-16,0 0-142 0,0 0-330 0,0 0 146 0</inkml:trace>
  <inkml:trace contextRef="#ctx0" brushRef="#br0" timeOffset="130398.81">29167 9813 56 0,'0'0'118'0,"-7"-5"-2"15,7 5-9-15,0 0-15 0,0 0-9 0,0 0 6 16,0 0-8-16,0 0-4 0,-5-5-4 0,5 5-8 16,0 0-3-16,0 0-6 0,0 0-5 0,0 0 1 15,0 0 0-15,0 0-6 0,0 0 0 0,0 0-15 16,0 0 6-16,0 0-11 0,0 0 2 0,0 0 5 16,0 0-10-16,0 0-3 0,0 0 2 0,0 0-10 15,0 0 5-15,0 0-5 0,0 0-2 0,0 0-1 0,0 0-6 16,-6-4-13-16,6 4-11 0,0 0-10 0,0 0-13 15,0 0-11-15,0 0-24 0,0 0-11 16,0 0-28-16,0 0-76 0,-12 5-208 0,12-5 93 16</inkml:trace>
  <inkml:trace contextRef="#ctx0" brushRef="#br0" timeOffset="130866.08">27476 9894 61 0,'0'0'101'0,"0"0"-11"0,0 0-10 0,0 0-18 16,0 0-18-16,0 0-18 0,0 0-14 0,0 0-9 15,0 0-7-15,0 0-7 0,0 7-19 16,0-7-43-16,4 6-78 0,-4-6 35 0</inkml:trace>
  <inkml:trace contextRef="#ctx0" brushRef="#br0" timeOffset="131261.01">29108 9850 109 0,'0'0'136'15,"0"0"-10"-15,0 0-6 0,0 0-8 0,0 0-7 16,0 0-14-16,0 0-5 0,0 0-11 0,0 0-13 16,0 0 0-16,0 0-6 0,0 0-8 0,0 0-4 15,0 0-16-15,0 0 4 0,0 0-21 0,0 0-4 16,0 0-19-16,0 0-5 0,0 0-17 0,0 0-13 15,0 0-6-15,0 0-32 0,0 0-92 0,0 0-192 16,0 0 85-16</inkml:trace>
  <inkml:trace contextRef="#ctx0" brushRef="#br0" timeOffset="131998.56">29121 9856 54 0,'0'0'95'0,"0"0"-17"0,0 0-14 15,0 0-9-15,0 0-19 0,0 0-18 0,0 0-19 16,0 0-10-16,0 0-22 0,0 0-27 0,-17 5-64 15,17-5 29-15</inkml:trace>
  <inkml:trace contextRef="#ctx0" brushRef="#br0" timeOffset="139619.03">19928 8213 46 0,'0'0'47'0,"0"0"-8"0,0 0 1 0,0 0-7 0,0 0-5 15,0 0-12-15,0 0-7 0,0 0-7 0,0 0-12 16,0 0-7-16,0 0-23 0,0 0-41 0,0 0 19 15</inkml:trace>
  <inkml:trace contextRef="#ctx0" brushRef="#br0" timeOffset="143140.1">22160 8120 23 0,'0'0'19'0,"0"0"0"16,0 0-3-16,0 0-4 0,0 0 4 0,0 0-12 16,0 0 1-16,0 0-4 0,0 0-2 0,0 0 3 15,0 0-7-15,0 0 2 0,0 0-4 0,0 0 1 16,0 0 0-16,0 0 1 0,0 0 2 0,0 0-3 15,0 0 0-15,0 0 0 0,0 0 2 0,0 0-7 16,0 0-9-16,0 0 4 0</inkml:trace>
  <inkml:trace contextRef="#ctx0" brushRef="#br0" timeOffset="145236.1">22122 8079 5 0,'0'0'9'0,"0"0"-2"0,0 0 1 0,0 0 1 0,0 0 0 15,0 0-3-15,0 0-3 0,0 0-3 0,0 0-10 16,0 0-10-16,0 0 5 0</inkml:trace>
  <inkml:trace contextRef="#ctx0" brushRef="#br0" timeOffset="150910.28">22107 6327 8 0,'0'0'37'0,"0"0"-5"15,0 0 3-15,0 0-11 0,0 0 2 0,0 0-3 16,0 0 3-16,0 0-10 0,0 0 0 0,0 0-1 15,0 0 1-15,0 0-1 0,0 0-2 0,0 0 3 16,0 0 1-16,0 0-1 0,0 0 1 0,0 0 3 16,0 0 0-16,0 0-6 0,0 0 0 0,0 0-3 15,0 0 4-15,0 0 0 0,0 0 0 0,0 0 1 16,0 0 0-16,0 0-6 0,0 0-3 0,0 0 3 16,0 0-4-16,0 0 2 0,0 0-2 0,0 0 0 15,0 0 2-15,0 0-2 0,0 0-1 0,0 0 5 16,0 0-6-16,0 0-6 0,0 0 8 0,0 0-6 15,0 0 2-15,0 0-2 0,0 0 3 0,0 0 1 16,0 0-2-16,0 0-2 0,0 0 2 0,0 0-2 16,0 0 0-16,0 0 0 0,0 0 0 0,0 0-1 15,0 0-1-15,0 0 0 0,0 0 2 0,0 0 3 16,0 0-1-16,0 0-1 0,0 0 0 0,0 0-2 16,0 0 3-16,0 0-5 0,0 0 1 0,0 0 0 15,0 0 1-15,0 0 4 0,0 0-5 0,0 0 4 16,0 0-2-16,0 0 0 0,0 0 3 0,0 0-5 15,0 0 2-15,0 0 3 0,0 0-2 0,0 0 2 16,0 0-4-16,0 0-1 0,0 0 3 0,0 0 1 16,0 0 0-16,0 0-2 0,0 0 0 0,0 0 3 15,0 0 0-15,0 0-1 0,0 0-3 0,0 0 1 16,0 0 3-16,0 0-4 0,0 0 2 0,2-8 6 16,-2 8-1-16,0 0-6 0,0 0 0 0,0 0-1 15,0 0-1-15,0 0 3 0,0 0-1 0,0 0 0 16,0 0-3-16,0 0 4 0,0 0-3 0,0 0-1 15,0 0 1-15,0 0-12 0,0 0 4 0,0 0 1 16,0 0-2-16,0 0-2 0,0 0 1 0,0 0 1 16,0 0-1-16,0 0 0 0,0 0 3 0,0 0-4 15,0 0 5-15,0 0-4 0,0 0 3 0,0 0 2 16,0 0-3-16,0 0 0 0,0 0 6 0,0 0-7 16,0 0 7-16,0 0-6 0,0 0 5 0,0 0-1 15,0 0 2-15,0 0 2 0,0 0-2 0,0 0 1 16,0 0 2-16,0 0 1 0,0 0-5 0,0 0 7 15,0 0-3-15,0 0-1 0,0 0 1 0,0 0 3 16,0 0 4-16,0 0-4 0,0 0 3 0,0 0-2 16,0 0 2-16,0 0-2 0,0 0 0 0,0 0 1 15,0 0-2-15,0 0 3 0,0 0-5 0,0 0 3 16,0 0-3-16,0 0 3 0,0 0-3 0,0 0 3 16,0 0 0-16,0 0-4 0,0 0-1 0,0 0 0 15,0 0-4-15,0 0-1 0,0 0 2 0,0 0 5 16,6-4-6-16,-6 4 1 0,0 0-1 0,0 0 1 15,0 0-2-15,0 0-3 0,0 0-2 0,0 0-2 16,0 0-6-16,9 0-1 0,-9 0-6 0,0 0-3 16,0 0-15-16,13 3-49 0,-13-3 21 0</inkml:trace>
  <inkml:trace contextRef="#ctx0" brushRef="#br0" timeOffset="152138.34">25029 6289 61 0,'0'0'45'16,"0"0"-2"-16,0 0-1 0,0 0-6 0,0 0-1 16,0 0 1-16,0 0-11 0,0 0-11 0,0 0 2 15,0 0-5-15,0 0-6 0,0 0 1 0,0 0 1 16,0 0-4-16,0 0-3 0,0 0-3 0,0 0-8 15,0 0-6-15,0 0-10 0,0 0-28 0,0 0-59 16,0 0 26-16</inkml:trace>
  <inkml:trace contextRef="#ctx0" brushRef="#br0" timeOffset="153061.97">24988 6272 25 0,'0'0'31'15,"0"0"-6"-15,0 0-2 0,0 0-1 0,0 0 0 0,0 0-2 16,0 0-2-16,0 0 0 0,0 0 2 0,0 0-3 15,0 0-6-15,0 0 7 0,0 0-6 16,0 0-3-16,0 0 4 0,0 0 0 0,0 0-1 16,0 0 2-16,0 0 1 0,0 0-2 0,0 0 4 15,0 0 1-15,0 0-2 0,0 0-2 0,0 0 1 0,0 0-2 16,0 0-2-16,0 0-3 0,0 0 6 16,0 0-2-16,0 0-3 0,0 0-5 0,0 0 0 0,0 0 7 15,0 0-10-15,0 0 8 0,0 0-7 16,0 0 4-16,0 0-4 0,0 0 2 0,0 0-2 15,0 0-2-15,0 0 1 0,0 0-3 0,0 0 4 16,0 0-2-16,0 0 1 0,0 0-5 0,0 0-5 16,0 0-3-16,0 0-7 0,0 0-2 0,0 0-7 0,0 0-1 15,0 0-4-15,0 0-3 0,0 0-27 16,0 0-68-16,0 0 32 0</inkml:trace>
  <inkml:trace contextRef="#ctx0" brushRef="#br0" timeOffset="154193.16">24988 6272 15 0,'0'0'39'0,"0"0"-3"16,0 0-3-16,0 0-3 0,0 0 2 0,0 0 2 0,0 0-3 16,0 0-2-16,0 0 1 0,0 0-2 15,0 0 1-15,0 0 2 0,0 0-3 0,0 0-2 16,0 0-4-16,0 0-3 0,0 0 5 0,0 0-2 16,0 0 5-16,0 0-8 0,0 0 0 0,0 0-8 15,0 0 7-15,0 0-8 0,0 0 6 0,0 0-8 16,0 0 1-16,0 0 0 0,0 0-2 0,0 0 1 15,0 0 0-15,0 0 0 0,0 0-2 0,0 0-1 16,0 0 2-16,0 0 0 0,0 0 2 0,0 0-1 16,0 0 4-16,0 0 4 0,0 0 0 0,0 0-4 15,0 0 7-15,0 0-8 0,0 0 3 0,0 0-3 16,0 0 2-16,0 0-2 0,0 0 3 0,0 0-8 16,0 0 7-16,0 0-1 0,0 0-2 0,0 0-11 15,0 0 6-15,0 0 2 0,0 0 5 0,0 0-8 16,0 0 1-16,0 0-1 0,0 0 6 0,0 0-1 15,0 0-8-15,0 0 10 0,0 0-3 0,0 0-6 16,0 0 7-16,0 0-6 0,0 0-1 0,0 0-4 16,0 0 5-16,0 0 0 0,0 0 1 0,0 0-6 15,0 0 2-15,0 0 3 0,0 0 0 0,0 0-7 16,0 0 5-16,0 0 0 0,0 0 4 0,0 0-4 16,0 0 3-16,0 0 1 0,0 0-7 0,0 0 5 15,0 0-3-15,0 0 3 0,0 0 2 0,0 0-5 0,0 0 3 16,0 0 0-16,0 0 8 0,0 0-20 15,0 0 10-15,0 0-1 0,0 0 4 0,0 0-3 16,0 0-1-16,0 0-7 0,0 0 14 0,0 0-4 16,0 0-2-16,0 0-2 0,0 0 9 0,0 0-11 15,0 0 3-15,0 0-5 0,0 0 6 0,0 0-4 0,0 0 2 16,0 0 10-16,0 0-8 0,0 0-8 16,0 0 11-16,0 0-7 0,0 0 3 0,0 0 0 15,0 0-3-15,0 0-2 0,0 0 9 0,0 0-2 16,0 0 2-16,0 0-5 0,0 0 3 0,0 0 6 15,0 0-3-15,0 0-2 0,0 0-3 0,0 0 0 16,0 0-1-16,0 0-2 0,0 0 5 0,0 0-3 16,0 0 4-16,0 0-4 0,0 0-1 0,0 0 1 15,0 0 10-15,0 0-11 0,0 0 1 0,0 0 4 16,0 0-2-16,0 0-1 0,0 0 0 0,0 0 0 16,0 0 0-16,0 0-3 0,0 0 8 0,0 0-6 15,0 0 2-15,0 0-2 0,0 0 5 0,0 0-8 16,0 0 8-16,0 0-6 0,0 0 1 0,0 0 5 0,0 0-7 15,0 0 0-15,0 0 3 0,0 0 0 16,0 0 2-16,0 0-4 0,0 0 2 0,0 0 1 16,0 0-4-16,0 0 3 0,0 0-4 0,0 0-3 0,0 0 5 15,0 0-8-15,0 0 4 0,0 0 6 0,0 0-1 16,0 0-4-16,0 0 2 0,0 0-6 0,0 0 12 16,0 0-3-16,0 0-2 0,0 0-1 15,0 0 3-15,0 0 3 0,0 0 1 0,0 0-7 16,0 0 7-16,0 0-6 0,0 0-1 0,0 0 2 15,0 0 0-15,0 0-1 0,0 0 1 0,0 0 3 16,0 0-4-16,0 0 1 0,0 0 7 0,0 0-9 0,0 0 0 16,0 0 0-16,0 0 3 0,0 0-5 15,0 0 10-15,0 0-10 0,0 0 4 0,0 0 4 16,0 0-8-16,0 0-1 0,0 0 6 0,0 0 0 16,0 0 2-16,0 0-7 0,0 0 4 0,0 0-4 15,0 0-2-15,0 0-5 0,0 0 3 0,0 0-3 0,0 0-2 16,0 0-4-16,0 0 3 0,0 0 3 15,0 0-4-15,0 0-3 0,0 0 2 0,0 0 4 16,0 0-4-16,0 0 2 0,0 0 0 0,0 0-1 16,0 0-2-16,0 0-4 0,0 0-1 0,0 0-6 0,0 0-2 15,0 0-6-15,0 0 0 0,0 0 0 0,0 0-11 16,0 0-40-16,0 0-95 0,0 0 42 0</inkml:trace>
  <inkml:trace contextRef="#ctx0" brushRef="#br0" timeOffset="161453.54">24977 6279 28 0,'0'0'29'0,"0"0"0"15,0 0-2-15,0 0 0 0,0 0-4 0,0 0-1 16,0 0 0-16,0 0-1 0,0 0-6 0,0 0 2 15,0 0-6-15,0 0 5 0,0 0-5 0,0 0 1 16,0 0-5-16,0 0 5 0,0 0-6 0,0 0-1 16,0 0 1-16,0 0 2 0,0 0 6 0,0 0-12 15,0 0-1-15,0 0 3 0,0 0 0 0,0 0-1 16,0 0-1-16,0 0 5 0,0 0-6 0,0 0 6 16,0 0-5-16,0 0 5 0,0 0-10 0,0 0 4 15,0 0 4-15,0 0-1 0,0 0 3 0,0 0 4 16,0 0-2-16,0 0-3 0,0 0 6 0,0 0 1 15,0 0-3-15,0 0 0 0,0 0-6 0,0 0 3 16,0 0-3-16,0 0 0 0,0 0-1 0,0 0 3 16,0 0-5-16,0 0 2 0,0 0-5 0,0 0 4 15,0 0 2-15,0 0 1 0,0 0-1 0,0 0-7 16,0 0-9-16,0 0-5 0,9-12-18 0,-9 12-44 16,0 0-85-16,0 0 38 0</inkml:trace>
  <inkml:trace contextRef="#ctx0" brushRef="#br0" timeOffset="164476.18">23070 8432 10 0,'0'0'62'0,"-2"-9"-6"0,2 9-1 0,0 0-12 15,0 0-5-15,0 0-1 0,0 0-2 0,0 0-3 16,0 0-7-16,0 0 2 0,0 0-1 0,0 0-11 16,0 0 6-16,0 0-4 0,0 0-5 0,0 0 6 15,0 0-1-15,0 0-2 0,0 0 0 0,0 0-6 16,0 0 2-16,0 0-2 0,0 0-3 0,0 0 2 0,0 0 0 15,0 0-8-15,0 0 3 0,0 0 3 16,0 0-3-16,0 0 2 0,0 0-1 0,0 0-2 16,0 0-1-16,0 0 5 0,0 0-1 0,0 0 3 0,0 0-7 15,0 0-2-15,0 0 10 0,0 0-5 0,0 0-5 16,0 0 1-16,0 0 2 0,0 0-2 0,0 0 3 16,0 0-5-16,0 0-2 0,0 0 1 15,0 0 9-15,0 0-5 0,0 0-2 0,0 0 1 0,0 0 1 16,0 0 1-16,0 0-5 0,0 0 0 0,0 0 4 15,0 0 1-15,0 0 0 0,0 0-4 0,0 0 1 16,0 0 2-16,0 0-1 0,0 0 5 16,0 0-8-16,0 0 3 0,0 0 4 0,0 0-5 0,0 0 5 15,0 0-8-15,0 0 6 0,0 0-7 0,0 0 12 16,0 0-12-16,0 0 4 0,0 0-5 0,0 0 5 16,0 0-5-16,0 0-4 0,0 0 7 0,0 0-6 15,0 0 4-15,0 0 1 0,0 0 0 0,0 0-8 16,0 0 6-16,0 0 0 0,0 0 1 0,0 0-1 15,0 0 3-15,0 0 2 0,0 0-5 0,0 0 7 16,0 0-5-16,0 0 1 0,0 0 3 0,0 0 1 16,0 0 4-16,0 0-4 0,0 0-9 0,0 0 11 15,0 0-9-15,0 0 5 0,0 0-3 0,0 0 0 16,0 0 0-16,0 0-5 0,0 0-2 0,0 0-3 16,0 0-3-16,0 0-9 0,0 0-4 0,0 0-6 0,0 0-1 15,0 0-29-15,0 0-70 0,0 0 31 16</inkml:trace>
  <inkml:trace contextRef="#ctx0" brushRef="#br0" timeOffset="166674.6">22987 6359 9 0,'0'0'14'0,"0"0"-4"0,0 0 4 0,0 0-5 15,0 0 1-15,0 0 3 0,0 0 0 0,0 0-2 16,0 0-2-16,0 0 0 0,0 0 0 0,0 0 1 0,0 0-1 15,0 0 3-15,0 0-1 0,0 0 8 16,0 0-6-16,0 0-2 0,0 0-4 0,0 0 5 16,0 0-2-16,0 0 5 0,0 0-2 0,0 0 1 15,0 0 1-15,0 0-1 0,0 0 0 0,0 0-1 16,0 0 5-16,0 0 0 0,0 0-2 0,0 0 0 16,0 0 0-16,0 0 0 0,0 0 1 0,0 0 8 15,0 0-13-15,0 0 1 0,0 0-3 0,0 0 5 16,0 0-7-16,0 0 3 0,0 0 0 0,0 0-2 15,0 0-4-15,0 0 2 0,0 0 1 0,0 0-7 16,0 0 4-16,0 0-2 0,0 0 0 0,0 0 5 16,0 0-8-16,0 0-2 0,0 0 2 0,0 0-3 15,0 0-1-15,0 0-4 0,0 0 1 0,0 0 2 16,0 0-3-16,0 0 2 0,0 0-1 0,0 0-1 16,0 0 4-16,0 0 2 0,0 0-2 0,0 0 0 15,0 0-2-15,0 0 10 0,0 0-6 0,0 0-1 16,0 0-3-16,0 0 7 0,0 0 1 0,0 0-7 0,0 0-3 15,0 0 2-15,0 0-5 0,0 0 0 0,0 0-6 16,0 0 2-16,0 0-1 0,0 0 2 16,0 0-6-16,0 0 9 0,0 0-17 0,0 0-4 15,0 0-25-15,21-8-60 0,-21 8 26 0</inkml:trace>
  <inkml:trace contextRef="#ctx0" brushRef="#br0" timeOffset="169306.61">23025 5586 8 0,'0'0'7'0,"0"0"5"0,0 0-3 0,0 0 0 0,0 0-5 16,0 0 7-16,0 0-8 0,0 0 1 0,0 0-4 16,0 0 3-16,0 0 5 0,0 0-8 0,0 0-4 15,0 0-3-15,0 0-5 0,0 0-12 0,0 0 6 16</inkml:trace>
  <inkml:trace contextRef="#ctx0" brushRef="#br0" timeOffset="174288.06">23034 5670 17 0,'0'0'27'0,"0"0"-15"0,0 0-14 16,0 0-7-16,0 0-10 0,0 0 4 0</inkml:trace>
  <inkml:trace contextRef="#ctx0" brushRef="#br0" timeOffset="175392.58">25387 5615 25 0,'0'0'46'0,"0"0"-3"0,-4-24-3 0,4 24-13 16,0 0 3-16,0 0-2 0,0 0 3 0,0 0-10 15,0 0 6-15,0 0-5 0,0 0-9 0,0 0 2 16,0 0 8-16,0 0-6 0,0 0-3 0,0 0-9 16,0 0-2-16,0 0 6 0,0 0-3 0,0 0 2 15,0 0 2-15,0 0-14 0,0 0 6 0,0 0 1 16,0 0 0-16,0 0-3 0,0 0 10 0,0 0-6 16,0 0 2-16,0 0-4 0,0 0 1 15,0 0-4-15,0 0 2 0,0 0-4 0,0 0 0 16,0 0 1-16,0 0 7 0,0 0-10 0,0 0 7 0,6-5 0 15,-6 5 2-15,0 0-1 0,0 0 4 0,0 0-5 16,0 0 1-16,0 0-4 0,0 0 1 0,0 0 12 16,0 0-12-16,0 0 0 0,0 0 5 0,0 0-8 15,0 0 8-15,0 0-7 0,0 0 5 0,0 0-4 16,0 0 3-16,0 0 0 0,0 0-5 0,0 0 5 16,0 0 4-16,0 0-6 0,0 0-1 0,0 0 2 15,0 0-1-15,0 0 3 0,0 0 1 0,0 0-10 16,0 0 2-16,0 0 5 0,0 0-7 0,0 0 5 15,0 0 0-15,0 0 0 0,0 0-3 0,0 0 3 16,0 0 0-16,0 0-6 0,0 0 15 16,0 0-10-16,0 0-10 0,0 0 14 0,0 0-3 0,0 0-5 15,0 0-1-15,0 0 4 0,0 0-8 0,0 0-11 16,0 0 11-16,0 0 2 0,0 0-7 0,0 0 6 16,0 0-1-16,0 0 3 0,0 0-1 0,0 0-6 15,0 0 5-15,0 0-4 0,0 0 1 16,0 0-2-16,0 0 0 0,0 0-1 0,0 0-1 15,0 0 0-15,0 0 3 0,0 0-5 0,0 0-2 0,0 0-12 16,0 0-36-16,0 0 16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6T10:01:45.6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23844 8149 90 0,'-7'-2'135'0,"7"2"-1"0,0 0-16 0,-11-2-6 16,11 2-7-16,-9-3-3 0,9 3-9 0,-9-4-3 16,9 4-1-16,-11 1 2 0,11-1-15 0,-14-1-4 0,4 1-14 15,-1 1 3-15,-1-1-1 0,0 0-1 16,-2 2 2-16,3-2-3 0,0 1 0 0,0-1-3 15,1 1 6-15,2-1-4 0,8 0 4 0,-14 0-1 0,14 0 5 16,-10 0-6-16,10 0-3 0,-7 3-6 0,7-3-4 16,0 0-4-16,0 0-6 0,0 0-2 0,-11 0-1 15,11 0-6-15,0 0 0 0,0 0-4 0,0 0-5 16,32-5 0-16,-4 2 2 0,3 1-2 0,2-2 1 16,5 0 1-16,0 0-4 0,1 0-1 0,-2 2-2 15,-1 0-4-15,-2-1 2 0,-2 1-1 0,-5 1 0 16,-5 0-4-16,1 1 2 0,-2-2-4 15,-4 1-8-15,-3 1-17 0,-2 0-24 0,-3 0-34 0,-9 0-29 16,12 0-38-16,-12 0-12 0,9 3-11 0,-9-3-23 16,1 6-110-16,-1-6-326 0,0 0 145 0</inkml:trace>
  <inkml:trace contextRef="#ctx0" brushRef="#br0" timeOffset="290.01">23908 8129 33 0,'0'0'223'0,"0"0"-10"0,0 0-6 0,0 0-6 0,-8-3-17 0,8 3-10 16,0 0-18-16,0 0-19 0,0 0-9 15,0 0-20-15,0 0-11 0,0 0-16 0,0 0-7 16,0 0-7-16,0 0-11 0,0 0-6 0,-2 15-2 16,2-5-7-16,0 0-2 0,0 8-8 0,-1 6 1 15,1 1-3-15,-3 1-6 0,0 2 4 16,2-1-3-16,-4 2-4 0,-1 0 4 0,5 0-1 0,-2-2-2 15,0-1-2-15,1-1-4 0,-3 0-1 0,3 1 2 16,0-8-2-16,0 7 2 0,2-6-4 0,-1-2 0 0,-1 1 2 16,-1-1-6-16,1 0-15 0,-1 0-20 15,1-3-35-15,-2-1-34 0,1-2-41 0,2 0-43 16,0 0-187-16,-3-3-399 0,2 0 177 0</inkml:trace>
  <inkml:trace contextRef="#ctx0" brushRef="#br0" timeOffset="957.24">24001 8471 182 0,'0'0'209'0,"2"-8"-25"0,-2 8-17 15,0 0-20-15,0 0-7 0,0 0-12 0,0 0-14 16,0 0-11-16,19 11-13 0,-13-4-9 0,2 2-5 0,-1 2-8 15,3 5-5-15,-3-2-8 0,3 2-3 0,-2 1-8 16,-2 0-1-16,0-1-8 0,-1 1-1 0,1 0-3 16,-3-2-1-16,-1-1-4 0,-1-3 0 15,-1 0-2-15,0 0-5 0,-1 1 1 0,-3-3-1 16,-2 0-2-16,0-1 3 0,-3-1-4 0,1-3-3 0,-3 0 0 16,2-3-3-16,-3-1 1 0,1-1 1 0,2-3-6 15,0 1 0-15,0-1 2 0,4-2 0 16,-1 1-3-16,4-2-6 0,2 7-3 0,2-17 1 0,6 7-4 15,5-3-2-15,1-3-1 0,8 1 5 0,2-2-3 16,3 2-10-16,0 0 2 0,5 0-3 0,2 1 2 16,1-2 3-16,-1-1 2 0,2-1 1 0,-3 6 0 15,-1-2 0-15,-7 2 1 0,-8 4 4 16,0-2-2-16,-2 2 5 0,-3 3 3 0,-2-2 9 0,-5 2 5 16,3 3 4-16,-3-2-1 0,-5 4-3 0,5-7-5 15,-5 7 3-15,0 0 0 0,0 0 3 0,0 0-1 16,0 0 4-16,-27 13 6 0,14-5-2 15,-1 4 4-15,-1 1 1 0,-4 6-4 0,6-6 3 0,2 2-3 16,-1 0 2-16,-2 1 6 0,6 0-3 0,-1-2-6 16,5-2 1-16,-1 0-4 0,3-1 2 0,-1 0-2 15,3 1-4-15,0-3 1 0,3 1 1 0,-1-1-4 16,1-3 0-16,2 2-1 0,3-5 1 0,1 2 0 16,2-5-5-16,-2 3-1 0,3-3-1 0,1-4-1 15,0 0-1-15,-1 1 2 0,1-5 0 0,2-2-2 16,-5 1 1-16,5-1-4 0,-3-1 3 0,-3-5 0 15,-1 4 4-15,2-2-1 0,-4 2 5 0,1 2-3 16,0-6 0-16,0 4 0 0,-3 4-1 0,-1-2 2 16,-1 4 8-16,0 1-11 0,-2 5 0 0,5-7-4 15,-5 7-2-15,6-2-1 0,-6 2 0 0,0 0-1 16,0 0-2-16,5 16 3 0,-5-7 3 0,1 4-3 16,1 3 1-16,0 0-2 0,-1-1-8 0,0 2-19 15,3 0-18-15,-4 2-34 0,0-3-45 0,4 0-46 16,-1-5-48-16,-2 6-159 0,4-1-409 0,-2-6 181 15</inkml:trace>
  <inkml:trace contextRef="#ctx0" brushRef="#br0" timeOffset="1523.07">24720 8591 163 0,'1'-9'250'0,"-1"9"-24"16,0 0-26-16,1-7-20 0,-1 7-22 0,0 0-9 15,0 0-14-15,0 0-13 0,0 0-11 16,-5 28-12-16,4-18-11 0,-2 2-9 0,1-2-5 0,-3 4-9 16,3-5-6-16,0 2-6 0,0-1-4 15,0-3-5-15,-1-1-4 0,3-6 3 0,-1 12-6 16,1-12-6-16,0 7 5 0,0-7 10 0,-3 7 10 16,3-7 9-16,-3 5 8 0,3-5 4 0,0 0-8 0,0 0-12 15,0 0-9-15,0 0-7 0,0 0-7 0,3-26-6 16,1 16-11-16,1 0-1 0,6-6-4 0,-1 2-3 15,0-1-6-15,4-2-3 0,0 5-4 0,-1-2 0 16,0 0-2-16,1 6 4 0,-1-3-2 0,-3 5 0 16,-2 2-2-16,-1 1-2 0,3 1 1 0,-10 2 1 15,12 2-4-15,-5 2 6 0,-1 0-4 0,2 3 3 16,-1 3-2-16,-1-1 2 0,0 0 4 0,0-2-7 16,-1 3 5-16,0-3 2 0,2 1-3 0,-2-3 4 15,2 1 1-15,-2-3 4 0,3 0 11 0,-1-3-3 16,5-2-2-16,-1 1 2 0,-1-3 7 0,2-2 4 15,-4 2-1-15,1-4 2 0,1 1-3 0,-1-4-6 16,-2 1-4-16,1-4 1 0,-2 2-4 0,0 1 4 16,-3-1-1-16,-1 1-1 0,1 1-1 0,0 1-1 15,-1 1 0-15,-2 3-1 0,0 5-3 0,2-11-1 16,-2 11-8-16,2-5-3 0,-2 5-3 0,0 0 1 16,0 0-1-16,0 0 3 0,-15 27 0 0,10-11-1 15,-1-1 2-15,3 2-1 0,1 1 0 0,-2-2 5 16,3 4-1-16,0-1 0 0,-1 0 5 0,2 1-1 15,0-2 2-15,0 0-3 0,2 2 1 0,-4-2-3 16,2 1-10-16,0-2-10 0,-1-1-17 16,1-3-12-16,-4-1-26 0,0 4-37 0,1-2-49 0,-4-2-46 15,2 2-220-15,1-5-463 0,0-3 206 0</inkml:trace>
  <inkml:trace contextRef="#ctx0" brushRef="#br0" timeOffset="1810.29">25489 8471 2698 0,'8'-29'19'15,"-3"3"32"-15,-5 0 2 0,2 10-11 0,-4 0-17 0,2 0 15 16,-2 3 12-16,-1 4 14 0,1 2-1 0,2 0-1 16,0 7-5-16,0-10-5 0,0 10-14 0,0 0-10 15,-4-6-7-15,4 6-3 0,0 0-1 0,-10 32 2 16,1-4 0-16,3 8 1 0,-5 16 0 0,-1-2-6 15,0-2 3-15,0-1 1 0,3 1 6 16,0 2-4-16,1-5 1 0,2-10 3 0,-2-1 1 0,-1 0-4 16,2 0-2-16,-2-1-3 0,2-2 2 0,-2-2 2 15,3 1 4-15,-2-5-29 0,0 2-12 0,1-5-12 16,2-3-23-16,0-2-17 0,1 0-36 0,-1-1-37 16,1-6-47-16,0-2-65 0,1-1-244 0,-1-3-536 15,4-4 237-15</inkml:trace>
  <inkml:trace contextRef="#ctx0" brushRef="#br0" timeOffset="2412.01">25244 8771 160 0,'5'-12'206'0,"-1"7"-21"16,2 1-13-16,6-3-6 0,4 3-14 0,2-4-11 15,11 0-14-15,3 0-14 0,1-3-8 0,2 2-11 16,6 1-7-16,-6 0-12 0,-1-3-8 0,-2 1 0 15,-3-1-10-15,0-1-6 0,-12 4-4 0,0-1 3 16,-3-1-1-16,-5 1-2 0,-1-1 1 0,-1 0-5 0,-2-1 0 16,-3 1 2-16,0-2-1 0,-1 2-2 15,-2 0-3-15,-1 1-2 0,-2 2-6 0,0-2 0 16,-2 3-7-16,2 1 0 0,-3 2-9 0,-2-2 1 16,1 1-5-16,-4 5-1 0,3 1 0 0,-5 1-2 0,2 3-2 15,-2 5-1-15,0 1-2 0,-1 2 3 16,1 0 6-16,1 6-3 0,3-2-2 0,-1 6 0 15,5-2 0-15,0-5 2 0,5-1-5 0,-1 1 0 16,5 0 3-16,-1-2 0 0,2 0-3 0,4-1 0 0,1 0 4 16,5-1-1-16,0-2 2 0,4 1 3 15,2-5 0-15,6 6 4 0,2-7-5 0,3 0 3 0,0-4-4 16,0 0 3-16,1-4-4 0,-1 2 2 0,-3-7-6 16,-6 1 5-16,-3-1 3 0,-2-3-3 0,-1-2-4 15,-2 1 2-15,-1-4-5 0,-2-2 0 0,-4-1-2 16,-1-6-1-16,-3-1-7 0,0-1-3 0,-3 6-3 15,-4-3 6-15,0 5 0 0,-3 1 1 0,3-2 6 16,-2 6 0-16,2 2 0 0,0 2 2 0,0 3-3 16,2-1 5-16,0 1-6 0,2 6-1 0,-3-7 0 15,3 7-5-15,-4-8 3 0,4 8 0 0,0 0 1 16,0 0-1-16,0 0 2 0,0 0 2 0,32 9 0 16,-19-6 3-16,5 2-2 0,0-1-3 0,-3 3 2 15,4 0-1-15,-8-1-2 0,0 0-3 0,2 0-2 16,-2 4 6-16,-4-2 6 0,1 1 7 0,-2 3 6 15,-1-1 8-15,3-1 1 0,-6 2 6 0,2-1-2 16,-2 2 0-16,2 2-2 0,-4-2-2 0,4 3-4 16,-4 0 2-16,0 0-4 0,0-4-1 0,3-1-27 15,-3 2-21-15,0 0-36 0,2 3-57 0,4-5-76 16,-2 0-267-16,2-1-504 0,0-3 224 0</inkml:trace>
  <inkml:trace contextRef="#ctx0" brushRef="#br0" timeOffset="2839.93">26991 8519 145 0,'-9'-5'232'0,"-2"-2"-6"0,-3 4-13 0,1 2-15 15,-7 1-10-15,2 1-17 0,-2 5-13 0,1 1-5 16,-5 5-7-16,-3 6-19 0,5 2-8 0,-1 3-5 16,3 1-12-16,4 3-7 0,1 0-16 0,3 0 4 15,5 0-15-15,1 0-6 0,4-2-5 0,2 1-6 16,2-7-8-16,4 1 0 0,1-4-4 0,7 1-1 16,-1-2-7-16,3-1-5 0,6 0-8 0,1-1-12 15,-3-4-29-15,7-2-32 0,-7-5-47 0,3-1-55 16,4-6-53-16,-7 4-204 0,-2-8-449 0,0-1 198 15</inkml:trace>
  <inkml:trace contextRef="#ctx0" brushRef="#br0" timeOffset="3206.77">27197 8323 154 0,'1'-12'265'0,"1"4"-17"0,-2-3-26 15,2 6-21-15,-2 5-25 0,2-10-23 16,-2 10-16-16,0 0-16 0,0 0-6 0,0 0-6 15,0 26-3-15,0 0 7 0,-2 9-15 0,-3 11-6 0,-1 2-9 16,2-3-9-16,2 2-7 0,-6-11-3 0,8-2-5 16,-2-2-10-16,2-3-7 0,0-1 0 15,0-2-7-15,0-9 1 0,0-1-6 0,0-3 1 16,0-3-6-16,0 2 1 0,0-5 1 0,0-2-3 0,0-5-2 16,0 10 6-16,0-10 15 0,0 0 20 0,-2 8 14 15,2-8 3-15,0 0-10 0,0 0-16 0,0 0-6 16,14-20-12-16,-5 4-11 0,-1 1-11 0,10-8-2 15,-2 0-4-15,0-4-8 0,4 10-3 0,-2-2-1 16,-2 4 1-16,-1 3-2 0,0 5-1 0,-5 0-5 16,1 0 3-16,1 4-1 0,-1 4-1 0,-2 1-2 15,2 2 4-15,-4 6 2 0,1-3-5 16,-1 3 5-16,1 7 3 0,-2-3 9 0,1 4-14 0,-1 0-12 16,0-2-11-16,0 2-13 0,1-1-33 0,-1-1-29 15,1-1-32-15,0-1-53 0,0-4-39 0,4-2-214 16,2-2-480-16,5-2 213 0</inkml:trace>
  <inkml:trace contextRef="#ctx0" brushRef="#br0" timeOffset="3894.04">27907 8623 7 0,'-8'-17'248'0,"1"3"-16"16,-4 3-7-16,0-2-12 0,-1 8-3 0,-1-2-13 15,-2 5-7-15,-6 2-15 0,0 6-17 0,2 1-3 16,-6 4-21-16,2 3-11 0,2 2-14 0,0 3-8 15,6-4-8-15,2 1-11 0,-2 4-9 0,6-6-8 16,4 3-5-16,1-2-7 0,2 0-3 0,2-2-6 16,4-2-2-16,0 0-3 0,3-1 1 0,0-1-7 15,5-3 1-15,3 1-1 0,-1-3-6 0,-1-4-2 16,3 2 2-16,-1-5-4 0,-1-1-1 0,5-2-2 0,-6-3 0 16,2 0 1-16,-1-4-3 0,-1 0 1 15,0-1-2-15,-1-1-2 0,-4-2-2 0,1 1 0 16,-1-2-5-16,1 3 1 0,-5 4-2 0,0 1 1 15,1-2 1-15,-3 4-3 0,3 2-4 0,-1-1 1 0,-4 7-3 16,2-6-4-16,-2 6-2 0,0 0-1 16,5-4-1-16,-5 4 0 0,0 0-1 0,0 0 8 15,0 23 5-15,0-13-7 0,0 3 2 0,-2-1-3 16,4 5 0-16,-4-6-1 0,4 4 4 0,-2 3-2 16,2-7-1-16,4 1 5 0,-1-1-2 0,4-1 12 0,-2-1-9 15,6 1 1-15,-1-1 3 0,5-3 3 16,2 0 1-16,3-2-5 0,0-1 8 0,-2-4-3 15,2-1 2-15,-5-1-6 0,3-1 8 0,-5-2-4 0,2-2-1 16,-4-1-6-16,-1-4 6 0,-2-2-1 0,-3-1-5 16,-1-4 1-16,-2 1 1 0,-4 0-1 15,-1-1-5-15,-5-4 3 0,-1 1 2 0,2 5-1 16,-2 0 0-16,1 4 7 0,-1-2-3 0,0 3-4 0,1 5 16 16,0 0-4-16,3 2-4 0,-2 0-2 0,1 2-6 15,4 4 2-15,-5-7-6 0,5 7 0 0,-4-5-8 16,4 5-6-16,0 0 4 0,0 0-12 0,0 0-5 15,0 0-2-15,0 0 5 0,0 0 0 0,0 0 4 16,16 20 0-16,-5-17 6 0,2 2 4 0,3-2 1 16,-3-1 0-16,6 1 0 0,-6-3 1 0,2 1 3 15,-3 0-2-15,0 1 2 0,-4-1-2 0,3 1 2 16,-3-1-2-16,0 1-1 0,-2-1 1 0,-6-1 5 16,11 4 5-16,-6 1 9 0,1 0 5 0,-1 0 3 15,0 3-1-15,-1 2 1 0,0 0 5 0,-1 2-2 16,2 4 2-16,-2 1 1 0,-1 0-6 0,-1 0-2 15,0 0-10-15,-1 2-18 0,0-2-24 0,0 2-18 16,0-2-24-16,0 1-30 0,0-2-51 0,0 0-46 16,0-3-45-16,2-1-206 0,4-2-492 0,1-1 218 15</inkml:trace>
  <inkml:trace contextRef="#ctx0" brushRef="#br0" timeOffset="4239.22">28808 8649 8 0,'-1'-16'262'0,"-2"1"-17"0,-2 0-8 16,1 3-13-16,-1 4-15 0,-2-1-14 0,-1 3-16 0,-1 2-14 16,-2 3-14-16,-1 2-10 0,-6 3-2 15,0 2-17-15,0 6-8 0,-7 2-14 0,6 1-7 16,-1 5-13-16,3-3-6 0,3 0-6 0,4-1-8 16,0-2-5-16,2 2-6 0,1 0-6 0,4-5-5 0,0 1 6 15,5-1-15-15,-1-2-9 0,4 1 0 16,4-1-3-16,1-5 0 0,0 2-4 0,4-4-6 15,3-1-1-15,2-1-4 0,-6-3 2 0,5-3-1 16,-3-1 2-16,-2-1-3 0,0 0-4 0,2-3 4 0,-3-2-2 16,-3-2 3-16,0 1-3 0,0-1 1 15,0 2-2-15,-3 2 5 0,-1 0-5 0,0 4 0 0,-1 1 5 16,0 2-3-16,-4 4-6 0,2-8 1 0,-2 8-6 16,0 0-1-16,0 0 2 0,0 0-1 0,0 0 4 15,0 0 0-15,0 0-1 0,-5 25 6 0,3-14-4 16,-1 0 5-16,0 2-10 0,1 2-15 0,-1 0-15 15,2 1-35-15,1-3-43 0,2-1-56 0,2-1-52 16,0-2-192-16,4 0-454 0,2-5 201 0</inkml:trace>
  <inkml:trace contextRef="#ctx0" brushRef="#br0" timeOffset="4473.91">29222 8622 6 0,'-5'-12'268'0,"1"2"-16"0,-1 1-10 0,1 1-17 16,-1 3-18-16,5 5-21 0,-11-4-19 0,4 4-17 16,-5 5-14-16,-2 3-4 0,-2 4-11 0,-6 4-12 15,3 4-6-15,-4 1-11 0,7 0-10 0,0 1-12 16,4 2-3-16,3-6-8 0,3 0-7 0,0 0-2 16,6 2-4-16,-2-3-8 0,5 0-5 0,2-2-13 15,4 0-9-15,5-2-11 0,0-1-24 0,9 2-29 16,5-5-48-16,2-2-38 0,3-4-50 0,1 0-40 15,-3-3-137-15,0-2-395 0,-1 0 176 16</inkml:trace>
  <inkml:trace contextRef="#ctx0" brushRef="#br0" timeOffset="4709.6">29500 8388 197 0,'3'-15'247'0,"-3"1"10"0,1 2-2 16,-1 3-10-16,1 0-10 0,-1 9-15 0,2-12-25 15,-2 12-26-15,0-7-6 0,0 7-33 16,0 0-16-16,0 0-9 0,0 0 1 0,0 0-4 16,0 36-4-16,0-11-5 0,-2 1-9 0,2 6-2 15,-1 2 1-15,0-2-18 0,-2 1-7 0,3 2-2 16,2-1-6-16,-4 0-4 0,1-2-2 0,-2 0 9 0,2-5-15 16,1 1-27-16,-2-4-20 0,2-5-22 15,-3 1-32-15,-1-1-20 0,4 0-30 0,-2-2-61 0,-1-3-49 16,1-3-62-16,-2-1-152 0,-3-2-474 0,2 1 211 15</inkml:trace>
  <inkml:trace contextRef="#ctx0" brushRef="#br0" timeOffset="4872.96">29351 8650 2704 0,'-1'-15'-21'15,"1"2"25"-15,-2 0-2 0,2 4-4 0,2-1-2 16,-2 3 4-16,1-1-6 0,4 4 2 0,5-3-3 15,0 1-7-15,7 3-21 0,3 1-28 0,11 2-39 16,5 1-59-16,1 3-48 0,0 5-138 16,13-1-377-16,-17 3 167 0</inkml:trace>
  <inkml:trace contextRef="#ctx0" brushRef="#br0" timeOffset="5975.15">29721 8885 2151 0,'-5'8'167'0,"0"0"-113"0,0-3-24 16,0 0-16-16,3 0 22 0,2-5 26 0,-6 7 20 15,3-3 8-15,3-4-6 0,0 0 14 0,-4 6-3 16,4-6 1-16,0 0-10 0,0 0-10 0,0 0-8 16,0 0-11-16,32-13 3 0,-13 6-20 0,0-2-2 15,8-4 0-15,-2 1-16 0,-2-4-5 0,-1 0-4 16,2-2-7-16,-6-2-11 0,-1-3 4 0,-1 1 0 16,-4-3-6-16,-1 2 3 0,-7 4 0 0,-1 1-1 15,-2-1-1-15,-3 1 1 0,-6 1 2 0,0 1 11 16,-1 2-12-16,2 5 1 0,-3 0-1 0,1 3 9 15,-3 2-11-15,2 0-3 0,2 4 2 0,-3 0 12 16,-2 4-15-16,3 2 3 0,-1 2 1 0,-3 2 0 16,1 3-1-16,2 2-1 0,2 1 6 0,1 0-5 0,3 1 3 15,-1 2 2-15,1 0-1 0,2-2 3 0,3 1-4 16,3 0 2-16,-1 0 2 0,6-2-1 0,-3 0 2 16,4-3 1-16,0 1 0 0,5-1 4 15,-1-1-6-15,3-4 7 0,0 2-2 0,6-3 0 0,-2 1 2 16,1-1-3-16,0-2-1 0,6-2 8 0,1-1-8 15,-9-3 0-15,3 0 4 0,1-2-3 0,-3-2 4 16,0-3 4-16,-1 1-5 0,-2-2-1 16,4-7-3-16,-6 4 1 0,0-2 26 0,2-7 0 0,-6 4-7 15,-1-6 3-15,0 1-9 0,-1-2 0 0,-5 0-3 16,-4 5-1-16,-1-1-1 0,-2 2-4 0,0 0 2 16,-2 3 9-16,-1 4-15 0,0-2 2 15,-1 4-2-15,1 1-1 0,-2 2-3 0,-1-3 5 16,2 2-2-16,0 3-2 0,2 0-2 0,5 4-1 0,-10-5-2 15,6 2 6-15,4 3-3 0,0 0-8 0,-8-6 0 16,8 6-1-16,0 0 0 0,0 0-1 0,0 0-2 16,0 0 3-16,19 12 0 0,-6-8 2 0,6-1 3 15,8 0-1-15,1 2 1 0,-6 0-1 0,0-2 6 16,-3 0-6-16,-1 0 4 0,-5-2-2 0,1 2-2 16,-4 0 1-16,-2-2-3 0,-1 0-1 0,0 2 3 15,-1-1 2-15,-1 1 3 0,-5-3 4 0,10 8-1 16,-7-3 6-16,-2 5 4 0,0 0-1 0,-1 1 1 15,0-1 1-15,0 3 3 0,-1-2 3 0,-3 3-3 16,2 0-2-16,-3 2 0 0,2-3 5 0,1 1-7 16,0-1 2-16,1-1-3 0,0 0-6 0,1-3 4 15,1 4 0-15,2-2-2 0,1-2 5 0,-1 1-2 16,5-2 0-16,1 0 10 0,0 0 4 0,7 1 3 16,1-4 3-16,1 1-11 0,-1-2-8 0,2 0 11 15,1-4 2-15,1 1-2 0,-1-1-7 0,-1-3-3 16,-2 0 13-16,-3-2-8 0,1 1 8 0,-2-4 3 15,0 0-8-15,0-6 1 0,-2 1-5 0,-1-2 5 16,2-3-6-16,-1-5-3 0,-4 5 0 0,1 0-4 16,-2 1 14-16,0 1 8 0,-1 0-13 0,-1 5-2 15,-1 1 3-15,2 1-2 0,-4-1 7 0,2 3-11 16,-2 0 8-16,3 1-8 0,-4 6-7 0,4-9-2 16,-4 9 0-16,0-7 6 0,0 7-11 0,0 0 1 15,0 0-11-15,0 0 3 0,0 0 1 0,0 0-2 16,0 0 3-16,0 0 8 0,-14 29-7 0,10-16 7 15,-1 2-5-15,1-4-1 0,0 3 6 0,1-2-2 0,1 4-2 16,2-5 3-16,0 1-3 0,1-1 3 0,2 1-4 16,-2-3 2-16,5 1 7 0,-1-1 0 15,4-1-2-15,2-2 5 0,0 0-5 0,6-1 0 16,1-2 2-16,1-3 3 0,-1 0-10 0,1-2 9 16,-1-2 0-16,-3-2 20 0,2-2-12 0,-3-1-10 15,-3-3 4-15,3 1-4 0,-3-1-6 0,-1-1 2 0,-1-2 0 16,-2-1-3-16,-1 6 2 0,0-6 6 15,-2 4-8-15,-2 1-1 0,2 3-4 0,-3 1 4 16,1 1-3-16,-2 6-1 0,2-12-7 0,-2 12-16 0,0 0-10 16,0 0 5-16,0 0 11 0,0 0 2 0,0 0-7 15,-13 20 2-15,6-7 4 0,-1 3 7 16,0-3-2-16,1 4 1 0,-2 1 6 0,2-1-6 0,1-1 3 16,-2 2-3-16,0-1 7 0,2-4-3 0,0 4-4 15,1-1-12-15,2-5-15 0,-1 2-21 0,2-4-18 16,-3 3-17-16,1-2-24 0,1 2-48 0,1-4-51 15,1-1-50-15,-2 0-238 0,-1-3-551 16,4-4 244-16</inkml:trace>
  <inkml:trace contextRef="#ctx0" brushRef="#br0" timeOffset="6141.6">30704 8467 191 0,'-2'-6'211'0,"2"6"-22"16,0 0-32-16,-4-9-47 0,4 9-34 0,0 0-28 16,0 0-39-16,0 0-38 0,24 2-66 0,-11 2-50 15,7-2-157-15,10 3 71 0</inkml:trace>
  <inkml:trace contextRef="#ctx0" brushRef="#br0" timeOffset="6380.18">31254 8410 267 0,'5'-7'267'0,"0"-1"-9"0,-4 1 17 0,2-1 12 16,0 1-16-16,-2 1-3 0,-1 6-2 0,5-11-32 16,-5 11-29-16,2-7-14 0,-2 7-30 0,0 0-16 15,5-3-20-15,-5 3-13 0,0 0-1 0,4 23-3 16,-5-4-10-16,2 9-8 0,-2 1-3 0,0 0 2 16,-1 3-9-16,0-1-3 0,1-1-8 0,1 2-5 15,-4-3-6-15,1 1-8 0,1-1-5 0,2 0-2 16,-1 0-4-16,-2-6 0 0,3-1-43 0,0-6-35 15,-3 0-27-15,3-1-40 0,-1-4-23 0,-3-1-21 16,3 0-37-16,-2-3-50 0,3-7-32 0,-4 10-38 16,-1-6-191-16,5-4-539 0,-12-2 239 0</inkml:trace>
  <inkml:trace contextRef="#ctx0" brushRef="#br0" timeOffset="6658.95">31094 8671 18 0,'-1'-10'226'0,"1"10"-6"15,1-10-27-15,-1 10-23 0,4-9-14 0,5 6-17 16,1-1-19-16,3 0-7 0,5 0-12 0,3 2-14 16,8 0-6-16,4 1-5 0,0 1-11 0,0 0-7 15,1-2-5-15,-5 1-6 0,-2 0-3 0,-4-2-2 16,-3 2-4-16,-2 0 8 0,-4 1 14 0,-4-2 13 16,1 1 11-16,-3 0 12 0,-8 1 4 0,12-1 5 15,-12 1-5-15,10 0-10 0,-10 0-7 0,7-2-12 16,-7 2-6-16,0 0-9 0,0 0-9 0,0 0-2 15,12 4-4-15,-10 0-4 0,-1 4-3 0,0 2 3 16,-1 0-6-16,0 2-7 0,-1 5-1 0,1-1-4 16,-1 1-4-16,2-2-25 0,-2 1-21 0,-1 3-25 15,1-6-27-15,-2-2-48 0,2 1-64 0,0 1-56 16,0-2-195-16,1-1-482 0,0-10 213 0</inkml:trace>
  <inkml:trace contextRef="#ctx0" brushRef="#br0" timeOffset="6815.3">31558 8406 126 0,'0'-9'219'0,"0"2"-28"0,0 7-23 0,0-11-22 16,0 11-26-16,0 0-31 0,0 0-43 0,0 0-52 0,0 0-49 15,11 27-119-15,-4-10-189 0,3-2 83 0</inkml:trace>
  <inkml:trace contextRef="#ctx0" brushRef="#br0" timeOffset="7306.65">31840 8620 236 0,'0'0'243'0,"9"-6"-4"0,-9 6-3 0,0 0-12 0,0 0-21 16,0 0-11-16,0 0-16 0,0 0-17 15,0 0-18-15,0 0-8 0,0 0-12 0,0 0-9 0,-32 4-7 16,23 1-11-16,0 3-12 0,-6 2-5 0,5-2-7 15,0 1-7-15,2 0-8 0,0 3 0 0,2-1-8 16,0-1-4-16,1 3 0 0,1-3-6 16,2 2-4-16,1-1-6 0,5 0 1 0,2 0-8 0,2-2 5 15,5 2-2-15,3-2-1 0,2 0-9 0,8 0 4 16,2-4-2-16,-1 1 1 0,3-4-4 16,-8-2-3-16,4-4-3 0,2 0 3 0,0-2-2 0,-10 1-1 15,-1-4 2-15,0-1-4 0,1-9 3 0,0 0-3 16,1-1 2-16,-3-1 2 0,-4-3 4 0,-4 8-9 15,1-3 16-15,-2-5-17 0,0 9 1 0,-3 5 10 16,-3-2 3-16,3 7 5 0,-3-2-3 0,-1 7 8 16,3-12-12-16,-3 12-7 0,2-6 7 0,-2 6-19 15,0 0-2-15,0 0 1 0,0 0-1 0,0 0 4 16,-15 16-2-16,8-7-2 0,0 5 3 0,-1 4 1 16,2-3-1-16,0 3 1 0,3-1-1 0,1 2 2 15,0 0-4-15,1 0 2 0,0-1 1 0,1 0 1 16,1 0 1-16,0-1-2 0,-1-1 3 0,2-3-2 15,-1-1-5-15,1 1-2 0,-3-2 8 0,1 0-5 16,-1 0 6-16,1-2-2 0,-1-1 1 0,-2 0 0 16,3-8 1-16,-3 14-1 0,1-11 14 0,-2 3-8 15,-1 0-2-15,0-2-1 0,-3-1-5 0,8-3-12 16,-13 1-24-16,6-1-37 0,-3 0-50 0,10 0-69 16,-19-6-78-16,9 0-205 0,3-1-517 0,7 7 228 15</inkml:trace>
  <inkml:trace contextRef="#ctx0" brushRef="#br0" timeOffset="7457.42">32437 8835 3547 0,'5'0'280'0,"3"0"-142"15,-8 0-70-15,12-3-46 0,-12 3 36 0,7-3 32 16,-7 3 28-16,9-3 8 0,-9 3-18 0,0 0-9 16,6-1-9-16,-6 1-12 0,0 0-27 0,0 0-58 15,0 0-63-15,0 0-81 0,0 0-67 0,0 0-48 16,0 0-66-16,0 0-307 0,0 0-691 0,-16 14 307 15</inkml:trace>
  <inkml:trace contextRef="#ctx0" brushRef="#br0" timeOffset="8746.43">23834 9218 42 0,'-29'-4'197'0,"2"1"-9"0,8 1-4 16,1 1-6-16,4-1-5 0,1 0-1 0,1 1-4 16,2-2-9-16,4 0-9 0,6 3-12 0,-12-3-15 15,12 3-13-15,-9-1-11 0,9 1-14 0,0 0-7 16,-9-1-8-16,9 1-8 0,0 0-3 0,0 0-9 16,0 0-6-16,0 0-6 0,0 0-1 0,0 0-5 15,0 0 0-15,21 11 1 0,-10-11-2 0,10 3 3 16,0-1 2-16,10 1-1 0,6 1 5 0,14-1-4 0,4-2-1 15,5 0-4-15,4-1-3 0,30 2 0 16,-2-2 0-16,-3 0-6 0,7-2-3 0,-3 2-1 16,-1-1-2-16,7-1 1 0,4-1-3 0,-3 2 0 15,1 5-2-15,3-2-3 0,-3-2-2 0,2 1 0 0,-5 1 5 16,-2-2-4-16,-2 0 2 0,-2 1-6 16,1-2-7-16,-3 1 3 0,6 1-4 0,-6-2-1 15,2 1 0-15,4 0 1 0,-2-3 2 0,3 1 3 0,-1 2-1 16,3 0 2-16,-5 3-1 0,1-1 1 0,-3-7 3 15,-26 6 0-15,32 1 2 0,-5 3-2 0,-27-2 8 16,29 1-3-16,-1-1 1 0,-4-2-2 0,0 2 2 16,-27 2 2-16,2-4 3 0,29 4-2 15,-31-3 2-15,2-3 0 0,2 4 2 0,21-1 0 0,-27 2-1 16,2-4-2-16,28 3-1 0,-27-2 2 0,3-2 11 16,0-2-7-16,28 4-8 0,-1-1 4 0,-29-3 1 15,26 3-3-15,-27-2 0 0,2 1 1 0,25 4-3 16,-30-3-4-16,0 3-2 0,3-3-2 0,-4-3 7 15,2 3-1-15,-3-2-1 0,-2 0-4 0,2 2-4 16,0 2 7-16,-4-3 3 0,-3 1 7 0,2-1 0 16,-2-1 0-16,-14 4-6 0,12-5 7 0,3 6-7 15,-1-7 3-15,-12 3-1 0,11 2-3 0,-13 0-1 16,14 0 11-16,-13 1-11 0,1-2-6 0,12 1 2 16,-14 0 3-16,2-1-2 0,-1-1 1 0,-1 2 3 15,-1-1 0-15,0-1 7 0,-3 1 6 0,1 1-3 16,-2 1-2-16,0-2 1 0,3 0 1 0,-2 0-7 15,4 2 4-15,-3-2-1 0,4-2-3 0,-1 4-2 0,-1-1 8 16,-1-1-12-16,1 0 1 0,-3 2 1 16,2-2-4-16,-1 0 4 0,-1 0 0 0,2-2-1 15,1 1 5-15,3-3 0 0,-5 2 11 0,1-2-1 16,1 4 4-16,-1-5-5 0,2 4 11 0,-1-1-2 0,1-1-13 16,-4 0 4-16,2 2-2 0,-2-2-3 0,5 3-3 15,-5-4-6-15,1 2 5 0,-5 4-1 0,2-4-4 16,2 1-1-16,-3-1 8 0,-1 2-1 0,-3-1 2 15,-4 1-6-15,5-2 5 0,-10 4 0 0,3-2 4 16,-1-2-2-16,-3 2 5 0,3 0 10 0,-8 0 10 16,2 0 5-16,-2 0 5 0,-2 0 0 0,3 0 4 15,-3-1-1-15,-2-1 2 0,-8 2 2 0,13 1 0 16,-13-1-8-16,10-1 3 0,-10 1-6 0,0 0-8 16,8 0-4-16,-8 0-4 0,0 0-3 0,7-2-6 15,-7 2 0-15,0 0-6 0,0 0 0 0,0 0-10 16,0 0-3-16,12 2-11 0,-12-2-20 0,0 0-25 15,0 0-41-15,0 0-45 0,0 0-44 0,0 0-44 16,0 0-59-16,0 0-74 0,-37-14-354 0,7 5-770 16,-4 4 340-16</inkml:trace>
  <inkml:trace contextRef="#ctx0" brushRef="#br0" timeOffset="15222.79">23701 9886 70 0,'0'0'209'0,"-1"-6"-9"15,1 6-12-15,0 0-16 0,0 0-18 0,-5-6-15 16,5 6-16-16,0 0-16 0,0 0-5 0,0 0-18 0,0 0-8 16,0 0-5-16,0 0-9 0,14 20-6 15,-5-5-4-15,-3-6-3 0,3 6 1 0,0 4-4 16,4 3-6-16,-2-5 2 0,-3 2-7 0,4 3-3 0,-5-4-1 15,1-1-3-15,-1-1-3 0,-1 0-10 0,1-1-1 16,1-1 3-16,-2 0-5 0,-1-2-2 16,1-2 3-16,-1 1-7 0,0 0 7 0,-2-1-4 15,1-1-1-15,0-3-4 0,-1 1 5 0,-1 1-5 0,1-3 3 16,-2 0-3-16,-1-5 4 0,4 7-3 0,-4-7 14 16,5 7 25-16,-5-7 21 0,0 0 19 0,0 0 11 15,0 0-6-15,0 0-3 0,0 0-10 0,0 0-6 16,13-21-9-16,-8 11-3 0,-1-2-1 0,1-1-7 15,4-4-5-15,-4-1-6 0,1-1 0 0,3-3-5 16,1-2-6-16,0-1 0 0,0 2-4 0,-1 5 0 16,0 0-5-16,0-1 1 0,-2 2-5 0,3 2 2 15,-2 1-2-15,-3 4 2 0,0 3-4 0,0 1-3 16,-2 0 1-16,1 1-7 0,-4 5-1 0,4-7-15 16,-4 7-13-16,4-5-13 0,-4 5-16 0,0 0-12 15,0 0-8-15,0 0-8 0,0 0-19 0,10 0-38 16,-10 0-30-16,6 8-20 0,-5 2-36 0,2 1-190 15,-2 1-449-15,0 0 199 0</inkml:trace>
  <inkml:trace contextRef="#ctx0" brushRef="#br0" timeOffset="15574.09">24173 10161 86 0,'0'0'224'0,"0"0"-16"16,0 0-4-16,0 0-9 0,0 0-12 0,0 0-14 15,0 0-11-15,-18 10-13 0,18-10-6 16,-10 7-17-16,6-3-8 0,-3 4-9 0,0-1-8 16,2 1-8-16,-1 1-7 0,1 0-10 0,3 1-7 0,-1-1-7 15,2 2-3-15,0-3-5 0,-1 0-7 0,4 1-1 16,-2-9-1-16,5 13-1 0,-1-7-8 0,2-2 2 16,2 2 9-16,2-1 0 0,0-3 3 15,0 1 1-15,3-2 11 0,-1-2-11 0,0-1 8 0,0-1-1 16,1-2-2-16,-1-2-3 0,-1 0-3 0,3-4-9 15,-7 3 1-15,1-4-2 0,0 0-6 0,-2-3-1 16,-2 3-3-16,-3 0-5 0,0 0-1 16,-1-2-8-16,-2 2 3 0,-2-5-3 0,-1 6 0 0,1 3-4 15,-1-1-2-15,0 4-6 0,0 0-18 0,0 0-11 16,-4 2-17-16,-1 2-15 0,1 1-11 16,-4 2-15-16,1 1-11 0,-2 1-30 0,3 1-26 15,2 1-29-15,-1 1-25 0,2-1-20 0,3 3-169 0,1-2-431 16,4-1 191-16</inkml:trace>
  <inkml:trace contextRef="#ctx0" brushRef="#br0" timeOffset="15990.95">24363 10149 163 0,'5'-4'243'16,"-1"1"-8"-16,-4 3-12 0,8-6-8 0,-8 6-22 16,5-3-14-16,-5 3-21 0,0 0-16 0,0 0-13 15,0 0-2-15,0 0-9 0,0 0-4 0,6 12-4 16,-6-5-10-16,0 4-9 0,-1-1-12 0,1-1-4 15,-1 3-7-15,2-1-8 0,-1 1-2 0,2 0-10 16,0 0-4-16,2-1-3 0,-1-2-2 0,0 2 0 16,2-2 11-16,1-2 6 0,0-1 7 0,1 0-7 15,2-1 8-15,0-1-2 0,3-3 1 0,-3 1-4 16,2-2 15-16,-1-2-14 0,3-1-5 0,-3-3-2 16,1 0-7-16,0-2-2 0,1 0-5 0,-3 0 0 15,1-2-7-15,-3 0 2 0,2-4-5 0,-1 0 12 16,1-2-19-16,-5 6 0 0,1-1-12 0,-1 2 9 0,0-1 4 15,-3 1-5-15,0 3 12 0,2 0-14 16,-3 6-6-16,0 0-2 0,2-10-4 0,-2 10-5 16,0 0-7-16,0 0 7 0,0 0 2 0,0 0-8 15,0 0 4-15,0 0 2 0,-15 22 6 0,10-12-2 0,-1 0-1 16,0 2 1-16,3-1-11 0,1 1 14 16,1-1-8-16,1 0 8 0,1 0 1 0,3-2-2 15,-1 1 4-15,3 0-7 0,0-2 7 0,5-1-8 0,0 0-5 16,6 0-26-16,3-1-33 0,-2-4-30 0,0 0-39 15,1 1-60-15,-5-2-68 0,-1-2-52 0,-3-2-227 16,-1 1-585-16,-4-1 259 0</inkml:trace>
  <inkml:trace contextRef="#ctx0" brushRef="#br0" timeOffset="16262.1">24833 9972 186 0,'2'-5'289'0,"0"-2"-7"15,-2 7-12-15,5-9-17 0,-5 9-14 0,3-8-26 16,-3 8-20-16,0 0-20 0,0 0-19 0,2-4-2 16,-2 4-16-16,0 0 10 0,2 21 5 0,-4-9-19 15,4 6 1-15,-4-1 8 0,4 2-15 0,-4 6 0 16,2-8-9-16,0 0 0 0,0 1-2 16,0-1-9-16,2 0-5 0,-1 0-5 0,0-2-1 0,3 1-10 15,-4-4-3-15,4 0-10 0,-1-2-6 0,1 2-7 16,-2-2-5-16,3 0-10 0,0-2 1 0,0 2 1 15,0-2-14-15,3 0-18 0,3-2-19 0,-2 2-26 16,2-2-38-16,0-1-32 0,1-3-36 0,2 1-33 16,-3 0-47-16,2 1-60 0,1-6-66 0,-2 1-240 15,2-4-629-15,-3 0 279 0</inkml:trace>
  <inkml:trace contextRef="#ctx0" brushRef="#br0" timeOffset="16429.03">24803 10101 195 0,'-11'-2'259'0,"2"-3"-21"16,3 1-7-16,6 4-13 0,-10-5-11 16,10 5-15-16,-2-4-18 0,2 4-16 0,0 0-19 15,27-9-12-15,2 5-24 0,5 1-24 0,2 0-29 0,16-1-63 16,4 0-72-16,-3-1-68 0,1 2-201 16,2-2-382-16,-6-1 169 0</inkml:trace>
  <inkml:trace contextRef="#ctx0" brushRef="#br0" timeOffset="21057.99">25857 9987 92 0,'1'-11'228'0,"-1"11"-14"16,3-8-8-16,-3 8-6 0,0-8-7 0,0 8-12 16,0 0-9-16,3-7-15 0,-3 7-10 15,0 0-17-15,2-7-15 0,-2 7-16 0,0 0-9 0,0 0-11 16,0 0-13-16,0 0-6 0,0 0-7 0,0 0-4 16,0 0-8-16,-18 18-3 0,9-4-13 0,0 3-2 15,-5 6 2-15,-5-2-3 0,2 5 6 0,0-1-2 16,-5 0-3-16,3 2-1 0,1-2 1 0,-2 0 0 15,0-2 2-15,6-3-1 0,0 2-4 0,1-8 0 16,5 2-3-16,5-6 0 0,-4 3-1 0,4-3-3 16,0 1 1-16,2 0-2 0,-1-4-3 0,2 2-1 15,0-9 2-15,2 13-4 0,0-7 3 0,-2-6 1 16,10 6 1-16,-5-5-1 0,-5-1 0 0,17-1-1 16,-7-1 4-16,2-2-1 0,-2-2-2 0,1 0-2 15,0-3-1-15,-2-1 1 0,-2 0 1 0,0-4-3 16,-1-1 0-16,-1-2 0 0,-5 1-1 0,-2-3-2 15,-1 0 1-15,-1 0 1 0,-3-1 1 0,-5 0-4 16,2-5-1-16,-4 9-4 0,-3-6 2 0,-2 2 0 16,0 4-1-16,2 3-2 0,2 2-1 0,-7 3 0 15,5 4-4-15,-2-1-10 0,0 3-15 0,-1 2-20 16,2 1-11-16,0 2-32 0,5 3-30 0,4-1-44 16,1 3-46-16,0-1-187 0,5 3-435 0,2 0 192 15</inkml:trace>
  <inkml:trace contextRef="#ctx0" brushRef="#br0" timeOffset="21490.77">26248 10005 157 0,'-1'-10'256'0,"1"0"-5"0,0-1-6 15,0 11-18-15,1-12-14 0,-1 12-20 0,-1-8-21 16,1 8-23-16,-2-7-4 0,2 7-28 16,0 0-12-16,0 0-13 0,0 0-13 0,0 0-5 0,16 21-7 15,-7-7-9-15,2 8-3 0,-3-3-6 0,2 4-5 16,-1 3-4-16,1-2-4 0,-2 2-6 16,1-4-1-16,0 1-2 0,-4-5 0 0,4-2-8 0,-5 1-1 15,3-2-2-15,-3-2 1 0,0-2 2 0,2 1-7 16,0-3-1-16,-1 0 2 0,-3-2-2 0,2-2 5 15,-1 1-5-15,-3-6-3 0,4 8 5 0,-4-8 20 16,5 6 26-16,-5-6 24 0,0 0-9 0,0 0-5 16,13-12-7-16,-8 4-5 0,3-6 5 0,0-4-4 15,2-6-10-15,1-2 4 0,1 0-11 0,-1-2-7 16,-2-2 2-16,3 3-3 0,-4-2-2 0,1-2-5 0,1 4 1 16,-2 2-2-16,-1 7-6 0,-1 2-1 15,-3 5-4-15,0-1-2 0,1 1-15 0,-2 3-25 16,1 3-40-16,-3 5-33 0,0 0-37 0,2-8-16 15,-2 8-22-15,0 0-18 0,0 0-26 0,0 0-27 0,-5 40-215 16,1-21-499-16,-1 7 222 0</inkml:trace>
  <inkml:trace contextRef="#ctx0" brushRef="#br0" timeOffset="21706.68">26668 10186 70 0,'0'0'231'0,"2"-8"-6"0,-2 8 0 0,0 0 1 15,2-5-14-15,-2 5-13 0,0 0-20 0,0 0-19 0,0 0-21 16,0 0-14-16,0 0-15 0,0 0-10 0,0 0-11 16,0 0-8-16,0 0-5 0,0 23-4 15,0-12-12-15,-2 1-4 0,2 2-5 0,-2-2-3 16,0 0-8-16,2 5-1 0,-3-5-5 0,1 3-2 0,0-3-17 16,2 1-13-16,-2-3-18 0,-1 2-30 0,1-2-32 15,2 0-49-15,-3-1-48 0,1-3-38 0,2-6-161 16,-2 9-405-16,2-9 180 0</inkml:trace>
  <inkml:trace contextRef="#ctx0" brushRef="#br0" timeOffset="21841.28">26614 9933 54 0,'0'0'135'0,"0"0"-29"0,0 0-24 16,0 0-33-16,0 0-35 0,0 0-48 0,2 31-34 15,2-5-74-15,2 2 34 0</inkml:trace>
  <inkml:trace contextRef="#ctx0" brushRef="#br0" timeOffset="22089.08">26762 10387 137 0,'0'0'272'0,"0"0"-15"0,0 0-6 15,0 0-11-15,0 0-7 0,-4-25-16 16,4 25-9-16,0-13-14 0,2 5 1 0,0-2-24 15,2-1-21-15,3 1-17 0,1-6 8 0,2 7-15 16,-3 0-10-16,5 1-11 0,-4-1-3 16,1 3-11-16,0-1-12 0,-2 3 5 0,0 1-22 0,-1 1-8 15,1 0-10-15,-7 2 5 0,0 0-16 0,16 6-3 16,-12 0-1-16,1 2-5 0,-1 2 3 0,0 1-7 16,-3 1-11-16,1 4-14 0,1-1-22 0,-6-2-28 0,1 3-39 15,1 0-46-15,-3 1-46 0,2-7-76 0,-2 2-257 16,1-2-563-16,1-4 249 0</inkml:trace>
  <inkml:trace contextRef="#ctx0" brushRef="#br0" timeOffset="22272.95">26841 9935 3272 0,'-10'-25'5'0,"4"7"20"0,-1 1 4 0,3 5-21 0,0 3-2 15,-2-1 3-15,4 3-2 0,-2 1 10 0,4 6-15 16,-4-9-18-16,4 9-26 0,-3-5-28 0,3 5-30 16,0 0-46-16,0 0-62 0,0 0-259 0,0 0-505 15,0 0 223-15</inkml:trace>
  <inkml:trace contextRef="#ctx0" brushRef="#br0" timeOffset="25658.93">20709 10620 160 0,'0'0'221'16,"-13"3"-8"-16,7-3-4 0,6 0-3 0,-11 0 1 15,11 0-2-15,-11 0 0 0,11 0 1 0,0 0-10 16,-10-5-15-16,10 5-18 0,-3-11-18 0,5 0-17 16,4-3-14-16,2-4-10 0,5-5-12 0,3-2-12 15,2 0-7-15,-1-1-3 0,3 0-9 16,-4-2-10-16,2 1-2 0,-2 1-3 0,-1-1-5 0,1 3-2 15,-6-5-7-15,-1 4-4 0,0 1 0 0,-4 5-1 16,-3 0-14-16,0-1 0 0,-1 4-4 0,-2 3-2 16,-2-1-3-16,1 4-4 0,-3 0-5 0,0 5-4 15,-3-2-1-15,-2 5 1 0,-4 2 6 0,-2 5-10 16,-3 2 1-16,-5 5-2 0,-2 3 6 0,4 3 1 16,1 0-6-16,-1 0 15 0,5 0-9 0,3-4 0 15,4 0-1-15,2 0 10 0,2-3-10 0,2 0-1 16,4-1 0-16,3 1 3 0,1-1-2 0,2-1-3 15,6-3-2-15,0 1 2 0,5 0 3 0,2-4 0 16,3 2-6-16,-3-3 0 0,1 1-8 0,-2-3 5 0,-4 3-3 16,3 0 1-16,-4 0 2 0,-3 1 3 0,0-1-2 15,-1 3 2-15,-1 1 2 0,1 3 3 0,-2 0-2 16,1 6 3-16,-3-1-4 0,-2 2 6 16,2 2 1-16,-2 5 0 0,-1-7-1 0,3 1 2 0,0-2-1 15,-1 0-1-15,2-3 3 0,0-1 12 0,1-1-12 16,2-5 4-16,0-1-1 0,0 3-1 0,4-5 4 15,0-2 0-15,2 1-1 0,-2-5-1 0,5-1 2 16,0-4 0-16,1 0-1 0,-1-3-1 0,-2-1-1 16,-2-1 2-16,0 1-4 0,-3-3-3 0,0 2-5 15,-3-1 0-15,-3-3-2 0,-1 2-1 0,1-1 9 16,-5 0-8-16,-3 1 1 0,-2-2 3 0,4 5-3 16,-2 2 5-16,1 2 3 0,-2-2 0 0,1 5-2 15,1-1 0-15,2 6 1 0,-10-5-1 0,4 2-1 16,6 3-1-16,-11 6-3 0,3-1 3 0,2 3 2 15,0 3-5-15,-5 2 2 0,2 2 6 0,3 2-2 16,1-1 0-16,0 0 1 0,2 0-2 0,3 1-22 16,0-3-13-16,3-3-14 0,1 5-28 0,2 0-48 15,3-4-44-15,2-1-42 0,-2-2-161 0,0-3-407 16,3-1 180-16</inkml:trace>
  <inkml:trace contextRef="#ctx0" brushRef="#br0" timeOffset="25861.94">21364 10218 162 0,'-2'-11'246'15,"2"1"-15"-15,-2 1-20 0,2 9-20 0,0-11-25 16,0 11-16-16,0 0-19 0,0 0-15 0,0 0-7 16,0 0-1-16,-7 26-10 0,6-3-7 0,0 5-7 0,1 5-7 15,-1-2-7-15,-1 2-5 0,-2 1-7 16,6 0-2-16,-4-2-7 0,4 0-13 0,-1 1-19 15,-1-2-35-15,1-4-35 0,2-2-40 0,1-1-38 16,1-8-41-16,0 3-171 0,-3-6-371 0,2-3 164 0</inkml:trace>
  <inkml:trace contextRef="#ctx0" brushRef="#br0" timeOffset="26205.92">21541 10394 79 0,'-7'-5'233'15,"-4"1"-18"-15,1 3-19 0,-3 2-10 0,2 4-9 16,-4 2-10-16,0 3-11 0,-1 3-16 0,4 0-12 16,1 4-17-16,1-3-10 0,2 0-11 0,1 2-6 15,2-1-11-15,0 2-4 0,5-4-7 0,3-1-4 16,2-1-5-16,1-1-6 0,2 0-9 0,1-2-7 16,2-3-8-16,6-1-4 0,1-3-1 15,-4-1-5-15,0-3 2 0,3-1-1 0,-2-3-3 0,-1-2-3 16,-2 3 2-16,-2-5 0 0,-2 2-3 0,-3-1 0 15,0-2-1-15,0 0 3 0,-3 2 2 0,1 0 8 16,-2 0 1-16,1 1 1 0,-2 3 4 0,0 6-4 16,0-11-4-16,0 11-1 0,0 0-7 0,0-9 0 15,0 9-1-15,0 0-3 0,0 0 2 0,0 0-2 16,0 0 1-16,-3 29-1 0,2-16-2 0,2-2-1 16,0 1 2-16,1 0 1 0,0 4-16 0,1-2-10 15,-1-2-28-15,1 2-45 0,1-5-37 0,1 1-54 16,-2-1-53-16,0-3-122 0,0-1-388 0,2-2 173 15</inkml:trace>
  <inkml:trace contextRef="#ctx0" brushRef="#br0" timeOffset="26430.05">21801 10152 203 0,'-2'-16'267'0,"1"7"-20"0,0 4-18 16,1 5-35-16,-2-11-22 0,2 11-18 0,0 0 8 0,0 0-5 15,0 0-9-15,2 31-9 0,-1-14 1 16,0 10-13-16,-2 1-8 0,0 1-15 0,2 3-10 16,-1 0-5-16,-1-2-13 0,-1 0-9 0,2-1-4 15,3-2-4-15,-4 2-4 0,1-1-25 0,1-3-30 0,-2-7-38 16,1 6-30-16,-2-9-44 0,4 2-61 16,-4-6-56-16,1 2-184 0,0-8-447 0,-2 1 198 15</inkml:trace>
  <inkml:trace contextRef="#ctx0" brushRef="#br0" timeOffset="26693.05">21701 10379 130 0,'-3'-6'238'0,"-2"1"-21"0,5 5-23 0,0-10-20 16,0 10-18-16,0 0-17 0,13-8-10 0,-3 7-10 16,6 0-15-16,2-2-9 0,3 3-11 0,10-4-12 15,0 2-4-15,-2-2-6 0,-1 0-8 16,1 2-3-16,-8-1-7 0,-2 3-5 0,0 0-5 0,-7-2-1 15,-1 1 0-15,-1 1-2 0,-2 0 13 0,-8 0 4 16,11 1 4-16,-11-1 4 0,8 2 0 0,-8-2 1 16,7 6 4-16,-5 1 1 0,-2 0 0 0,2 3-5 15,-2 1-4-15,-3 1 0 0,3 0-10 0,-1 4-4 16,-1-1-2-16,0 2-3 0,-1-2-22 0,1 0-21 16,-1 1-20-16,2-4-30 0,1 1-36 0,-4 3-45 15,3-7-55-15,0 3-239 0,-2-6-469 0,1 1 208 16</inkml:trace>
  <inkml:trace contextRef="#ctx0" brushRef="#br0" timeOffset="26842.95">21962 10122 76 0,'0'0'146'0,"0"0"-17"16,0 0-33-16,0 0-40 0,0 0-36 0,0 0-38 15,7 20-67-15,0-10-90 0,0 1 40 0</inkml:trace>
  <inkml:trace contextRef="#ctx0" brushRef="#br0" timeOffset="27324.18">22179 10264 13 0,'0'0'190'0,"0"0"-9"0,0 0 3 15,0 0-12-15,-9 17-17 0,6-11-9 0,0 2-7 16,0 0-11-16,-2 1-11 0,3 1-7 0,0-1 2 15,0 2-5-15,0 0-9 0,4-2-8 0,-1 1-11 16,0-1-7-16,2 0-6 0,3 0-9 0,-2-1-4 0,1-2 1 16,1 2-9-16,1-2-6 0,0-3 0 15,0 2-2-15,1-3-5 0,-2 0 3 0,2-2-7 16,0 1-2-16,-8-1 0 0,13-1-2 0,-5-3 0 16,-8 4-1-16,10-8-3 0,-5 3-2 0,-1-3-3 0,-1-1 0 15,-1 0-5-15,0-2-1 0,-1 1-7 0,1-3 1 16,0 2-3-16,-1 2 1 0,3-1-8 15,-3 4 10-15,0-3-7 0,1 2-2 0,-2 7 1 0,3-7-3 16,-3 7 0-16,7-4 2 0,-7 4-2 0,0 0-1 16,14 8 0-16,-9-3 0 0,0 2 1 0,1 1 9 15,1 2-8-15,-2-1 3 0,1 0 1 0,-1 1-3 16,1-2-1-16,-3 1 8 0,1-2-2 0,-1-2 3 16,-2 1-1-16,3-2 1 0,-4-4 3 0,5 7 21 15,-5-7 5-15,4 4 3 0,-4-4-3 0,0 0-1 16,0 0-5-16,0 0-3 0,11-14 2 15,-7 9-4-15,0-5-2 0,-1 5-3 0,4-4-4 0,-2 1 0 16,2 0-8-16,-1 2 2 0,-2 1-4 0,2-1-1 16,-1 3-2-16,-5 3 4 0,11-5-4 15,-11 5 0-15,9 1-2 0,-9-1 1 0,10 7 0 16,-8-3 2-16,2 3-2 0,-2 1 4 0,0 1-2 0,-1 5 0 16,-2 2-10-16,1-4-17 0,-1 5-24 0,-3-1-35 15,1 1-65-15,0-1-46 0,-4 0-211 0,5-6-444 16,-2 2 197-16</inkml:trace>
  <inkml:trace contextRef="#ctx0" brushRef="#br0" timeOffset="28246.17">22704 10060 2718 0,'-4'-29'1'0,"1"5"32"15,-1 7 15-15,1 5-11 0,2 2-10 0,0 2-8 0,-2 0-11 16,3 8-5-16,0-10 0 0,0 10-3 0,0 0-3 16,0 0 3-16,0 0 11 0,10 32 2 15,-5-9 3-15,2 4 9 0,-2 2-10 0,2 1-1 0,-1 0 2 16,-1 2 1-16,1-2 2 0,1 0-3 16,-1-2 8-16,-2-4-11 0,-3 1 5 0,3-6 1 0,-3-2 1 15,-1-3-2-15,0-3 2 0,0-1 9 16,0-3-4-16,0-7-3 0,-1 12-1 0,0-6 5 0,1-6 0 15,0 0-2-15,-2 11-3 0,2-11-1 0,0 0-3 16,0 0-7-16,0 0-12 0,0 0-1 0,0 0-3 16,0 0-8-16,7-33-6 0,-2 23-3 0,0 1 4 15,3-2-4-15,-2 4 4 0,2-2-2 0,-3 6 4 16,5-4-2-16,-1 3 2 0,-3 2-1 0,-6 2 4 16,14 0-3-16,-14 0 4 0,11 7-3 0,-8-1 6 15,3-1-6-15,-4 3-6 0,0 1-4 0,-2 4-5 16,-3-2-8-16,-2 0-12 0,-3 3-11 0,-1-1-9 15,-2 0-7-15,0-4-1 0,2-1-1 0,-2 0 8 16,3 0 5-16,-1-5 8 0,1 1 5 0,2-3 6 16,6-1 6-16,-9 2 4 0,9-2 14 15,0 0-1-15,0 0 3 0,0 0 3 0,0 0 14 0,3-17-1 16,-3 17 1-16,13-9 4 0,-6 6 5 0,2-4-1 16,4 3-5-16,4-3 7 0,1 1 3 0,-2 1-2 15,3-1-6-15,-1 1 8 0,1 0 3 0,-1-1 7 16,1 1-12-16,-1-2 4 0,-2 0 3 0,-5 1-5 15,6-1 9-15,-7-1 4 0,5-1-4 0,-2-2 8 16,-1 3-2-16,-1-4 1 0,-2 2 2 0,-1 0 9 16,-2-2-1-16,-1 2 6 0,-1-2 1 0,0 1-3 0,-3 2-1 15,1-4-4-15,-4 1 1 0,1 2-8 0,-3 0-2 16,0 0 1-16,-2 2-6 0,1 3 0 0,-5-1-4 16,1 3 2-16,-2 0 0 0,0 2-2 15,1 1 1-15,1 4 11 0,-3 0-4 0,2 2-2 16,1 3 0-16,1 0 3 0,-2 5 2 0,6-2-3 0,0-1-2 15,2 4 4-15,-1 2-5 0,6 1 0 16,2-1-6-16,3-3 1 0,1 0-1 0,2-1 2 16,3-2 1-16,4 1-5 0,0-3-2 0,8 0 4 0,-5-1-11 15,7-5-10-15,-6 1-17 0,4-1-15 0,-5-3-23 16,-1-1-21-16,-2-2-26 0,-2-1-16 0,-4 0-18 16,-1-2-8-16,-3 1-9 0,-2-4-17 0,-1-1 11 15,-2-3 1-15,1 3 10 0,-3-6 10 0,-1 0 17 16,1-4 19-16,2-5 31 0,-3 4 26 0,0-6 33 15,0 3 24-15,0-5 15 0,-3 0 15 0,3 1 23 16,0 1 15-16,0 3 23 0,0 7 21 0,0 2 5 16,-1 1 10-16,1 4 3 0,1 2-5 0,-1 8-9 15,-1-11-16-15,1 11-11 0,0 0-14 0,1-7 7 16,-1 7 3-16,0 0 5 0,0 0 0 0,-6 39 13 16,3-14-20-16,1 0-5 0,-1 2-8 0,1 3-4 15,-1-1-7-15,0 0-8 0,2-1-7 0,0 1 0 16,-2-4-4-16,3 0-5 0,2 0-14 0,-1-5-19 15,-1-1-28-15,1-3-30 0,0 1-26 0,1-4-39 16,-2-1-66-16,1-1-42 0,-1-4-61 0,0-7-148 16,-1 10-469-16,1-10 208 0</inkml:trace>
  <inkml:trace contextRef="#ctx0" brushRef="#br0" timeOffset="28388.34">23256 10123 24 0,'0'0'245'0,"0"-12"-25"0,0 12-25 16,3-8-17-16,-3 8-21 0,5-9-17 0,3 9-17 16,1-4-26-16,1 1-56 0,3 1-56 0,1-1-56 15,5 0-152-15,-2-1-241 0,0 0 107 0</inkml:trace>
  <inkml:trace contextRef="#ctx0" brushRef="#br0" timeOffset="28712.04">23411 9781 222 0,'0'-7'253'0,"0"7"-25"0,-1-9-25 15,1 9-23-15,0 0-16 0,0 0-7 0,0 0-9 16,0 0-9-16,0 0-17 0,-12 16-9 0,8-8-13 0,-2 2-7 16,2 0-11-16,0-2-4 0,0-2-10 0,1-1-2 15,1 2-6-15,2-7 6 0,-4 5 8 16,4-5 13-16,-3 6 13 0,3-6 8 0,0 0-9 15,0 0 1-15,0 0-9 0,0 0-9 0,0 0-9 0,0 0-8 16,7-27-8-16,-2 17-5 0,2 0-2 16,2 0-13-16,0 0-2 0,1-2-7 0,-1 3 0 0,1 2-5 15,0 2-5-15,-2 0-10 0,3 0-7 0,-4 4-6 16,3-1-6-16,0 5-9 0,1 0-4 0,-1 4-22 16,4 2-14-16,-1 5-13 0,1 0-29 0,0 7-39 15,-3 2-55-15,3 0-54 0,-5 1-222 0,4-1-511 16,0 2 226-16</inkml:trace>
  <inkml:trace contextRef="#ctx0" brushRef="#br0" timeOffset="29207.56">24141 10607 159 0,'-13'0'256'0,"7"0"-15"0,0 1-18 15,6-1-13-15,0 0-16 0,0 0 1 0,0 0-10 16,0 0-7-16,53 6-14 0,9-6-15 0,37-4-11 15,15-1-12-15,7-6-14 0,16-1-10 0,8 1-9 16,7 2 0-16,6 0-19 0,1-4-2 0,9 5-16 16,7-2-13-16,-1 2-15 0,3-3-8 0,-5-1-14 15,2 2-9-15,-2 2-23 0,-5-1-20 0,-3 3-17 16,-16-2-16-16,-9 0-18 0,-12 5-19 0,-16 0-17 0,-19-8-34 16,-36 6-54-16,-20-1-140 0,-5 2-392 15,-14 1 174-15</inkml:trace>
  <inkml:trace contextRef="#ctx0" brushRef="#br0" timeOffset="29328.44">27212 10471 216 0,'-15'-3'241'0,"9"2"-33"15,6 1-37-15,-14-3-57 0,10 1-82 16,-7-2-105-16,2 0-79 0,-5-1-164 0,-3-2 73 0</inkml:trace>
  <inkml:trace contextRef="#ctx0" brushRef="#br0" timeOffset="33096.92">11673 7481 2 0,'0'0'44'0,"0"0"2"0,0 0-9 16,0 0-9-16,0 0 0 0,0 0 0 0,0 0-6 0,0 0-5 15,0 0-2-15,0 0-7 0,0 0 2 16,0 0-8-16,0 0-2 0,0 0-9 0,0 0-5 15,0 0-2-15,0 0-26 0,0 0-45 0,0 0 20 16</inkml:trace>
  <inkml:trace contextRef="#ctx0" brushRef="#br0" timeOffset="43640.05">11601 14460 16 0,'0'0'96'0,"0"0"-8"0,0 0 3 0,0 0-3 16,0 0-6-16,0 0-5 0,0 0 4 0,0 0-3 15,0 0 4-15,0 0 6 0,0 0-9 0,0 0 16 16,0 0-5-16,0 0-4 0,0 0-3 0,0 0-4 16,0 0-4-16,0 0-4 0,0 0-6 0,0 0-8 15,0 0 3-15,0 0 0 0,0 0 3 0,0 0-5 16,-16-6-4-16,16 6 4 0,0 0-5 0,-11-2-3 15,11 2-2-15,0 0-2 0,-6-2 6 0,6 2 6 16,0 0-3-16,0 0-4 0,0 0-1 0,-10-3-7 16,10 3 2-16,0 0 12 0,0 0-5 0,0 0-1 15,0 0-6-15,0 0-3 0,0 0-5 0,0 0 0 16,0 0-4-16,0 0-4 0,0 0-3 0,0 0-1 16,0 0-1-16,20-8-4 0,-13 6-1 0,-7 2 3 15,19-3-7-15,-9 3 0 0,-2-2 0 0,3 0-2 16,0 2-3-16,-4-2 2 0,-7 2-6 0,14-2 4 15,-4 1-1-15,1-2-3 0,-1 3 3 0,-10 0-4 16,15 1-2-16,-7-1 5 0,2-1-5 0,-10 1-2 16,12 0 6-16,-12 0-1 0,12 0-3 0,-12 0 6 15,10 0-2-15,-10 0 5 0,7-1 2 0,-7 1 2 16,0 0-7-16,0 0 6 0,13 1-4 0,-13-1-2 16,0 0 0-16,0 0-1 0,0 0-4 0,0 0 3 15,0 0-1-15,0 0-2 0,0 0 3 0,0 0-3 16,0 0 0-16,0 0 2 0,0 0-2 0,0 0 0 15,0 0 4-15,0 0 7 0,0 0-3 0,-30 3 5 16,24-1-3-16,-3-1 2 0,0 1-2 0,-1-2 7 0,2 2-2 16,-2 0 5-16,1-1-1 0,-1 0-1 15,2 2 1-15,0-1 3 0,8-2-1 0,-11 3 0 16,11-3 0-16,-9 3 0 0,9-3-4 0,0 0-4 16,-9 0-3-16,9 0 3 0,0 0-7 0,-8 1 1 15,8-1-4-15,0 0 3 0,0 0-2 0,0 0-5 16,0 0 3-16,0 0 2 0,0 0-7 0,0 0 1 15,0 0-2-15,0 0-5 0,25 2-20 0,-25-2-10 16,14-2-20-16,-8 2-15 0,-6 0-21 0,12 2-35 16,-12-2-43-16,15 0-53 0,-9-2-43 0,-6 2-206 0,8 2-509 15,-8-2 226-15</inkml:trace>
  <inkml:trace contextRef="#ctx0" brushRef="#br0" timeOffset="52928.43">11642 8132 11 0,'0'0'10'16,"0"0"-8"-16,0 0 0 0,0 0-7 0,0 0-4 15,22-6 2-15</inkml:trace>
  <inkml:trace contextRef="#ctx0" brushRef="#br0" timeOffset="68405.92">14575 8565 65 0,'0'0'63'0,"0"0"-6"0,0 0 2 16,0 0-7-16,0 0-1 0,0 0-6 0,0 0-2 0,0 0-4 16,-2-18-6-16,2 18 3 0,0 0-2 0,0 0 2 15,0 0-2-15,0 0 1 0,0 0-3 16,0 0 0-16,0 0-11 0,0 0-3 0,0 0 5 16,0 0-3-16,0 0 3 0,0 0-2 0,0 0 5 0,0 0-7 15,0 0-1-15,0 0 3 0,0 0 3 16,0 0-9-16,0 0 9 0,0 0-11 0,0 0 6 15,0 0-12-15,0 0 10 0,0 0-8 0,0 0 4 0,0 0-7 16,0 0 1-16,0 0 0 0,0 0-3 0,0 0-13 16,6-4-11-16,-6 4-19 0,0 0-16 15,0 0-28-15,0 0-70 0,0 0-165 0,0 0 73 16</inkml:trace>
  <inkml:trace contextRef="#ctx0" brushRef="#br0" timeOffset="71757.88">12607 7827 18 0,'0'0'36'0,"0"0"-6"0,0 0-5 16,0 0-16-16,0 0-13 0,0 0-15 0,0 0-22 15,0 0 10-15</inkml:trace>
  <inkml:trace contextRef="#ctx0" brushRef="#br0" timeOffset="72678.58">11795 7631 40 0,'0'0'52'0,"-1"-7"-2"0,1 7-7 16,0 0-6-16,0 0-15 0,0 0-10 0,0 0-20 16,0 0-15-16,0 0-15 0,0 0-41 0,0 0 19 15</inkml:trace>
  <inkml:trace contextRef="#ctx0" brushRef="#br0" timeOffset="77304.39">12619 7861 52 0,'0'0'56'0,"0"0"-6"16,0 0-3-16,4-6-5 0,-4 6-6 0,0 0-13 16,0 0-16-16,0 0-17 0,0 0-41 0,0 0-54 15,0 0 23-15</inkml:trace>
  <inkml:trace contextRef="#ctx0" brushRef="#br0" timeOffset="78679.64">11590 7557 22 0,'21'4'70'15,"-21"-4"-5"-15,0 0-5 0,16 0-11 0,-16 0 2 0,13 0-8 16,-5 0-15-16,2 0-9 0,0 0-13 16,-1 0-20-16,5 0-22 0,2 0-25 0,-4 0-66 15,5 0 30-15</inkml:trace>
  <inkml:trace contextRef="#ctx0" brushRef="#br0" timeOffset="81793.27">12624 6870 9 0,'0'0'18'0,"0"0"0"0,0 0-4 16,0 0-1-16,0 0-3 0,0 0 0 0,0 0 2 16,0 0-2-16,0 0-1 0,0 0 0 0,0 0 3 15,0 0 4-15,0 0-11 0,0 0 4 0,1-9 0 16,-1 9-1-16,0 0 3 0,0 0-13 0,0 0 4 15,0 0 3-15,0 0 1 0,0 0-2 16,0 0-5-16,0 0 5 0,0 0 1 0,0 0-7 0,0 0 9 16,0 0-7-16,0 0-2 0,0 0 7 0,0 0-2 15,0 0-5-15,0 0 6 0,0 0 1 0,0 0-5 16,0 0 3-16,0 0-2 0,0 0-7 0,0 0 7 16,1-7-1-16,-1 7-3 0,0 0 4 0,0 0 0 15,0 0-3-15,0 0 1 0,8-3-2 0,-8 3-1 16,0 0 4-16,0 0 3 0,0 0 5 0,2-5-11 15,-2 5 8-15,0 0-6 0,0 0-1 0,3-8-2 16,-3 8 6-16,0 0-1 0,0 0-3 0,0 0 1 0,5-7 3 16,-5 7-1-16,0 0 2 0,4-6-3 15,-4 6 1-15,0 0 0 0,2-3 0 0,-2 3 0 16,0 0 7-16,0 0-4 0,0 0-1 0,0 0 2 16,5-8 4-16,-5 8 3 0,0 0 5 0,0 0-3 15,0 0 2-15,0 0 3 0,0 0-7 0,0 0 7 16,0 0-7-16,0 0 2 0,0 0-3 0,2-7-1 15,-2 7 0-15,0 0 4 0,0 0-6 0,0 0 1 16,0 0 7-16,0 0-4 0,0 0-1 0,0 0-2 0,0 0 7 16,0 0-4-16,0 0 3 0,0 0 0 0,0 0-4 15,0 0 1-15,0 0 8 0,0 0-6 0,0 0-1 16,0 0 2-16,0 0 1 0,0 0-5 0,0 0 4 16,0 0 0-16,0 0 3 0,0 0 0 0,0 0 0 15,0 0-9-15,0 0 4 0,0 0 4 0,0 0-9 16,0 0 6-16,0 0-9 0,0 0 8 0,0 0 0 15,0 0-7-15,0 0-1 0,0 0 0 0,0 0-5 16,0 0 6-16,0 0-6 0,0 0 5 0,0 0-4 16,0 0-2-16,0 0-2 0,0 0 0 0,0 0-1 15,0 0 14-15,0 0-5 0,0 0-3 0,0 0 1 16,0 0-1-16,0 0 7 0,0 0-12 0,0 0 0 16,0 0 3-16,0 0 7 0,0 0 0 0,0 0-5 15,0 0 5-15,0 0-5 0,0 0-2 0,0 0-1 16,0 0 2-16,0 0-9 0,0 0 2 0,0 0 4 15,0 0 4-15,0 0-6 0,0 0 12 16,0 0-9-16,0 0-2 0,0 0 3 0,0 0 1 0,0 0-1 16,0 0 5-16,0 0 0 0,0 0-5 0,0 0-6 15,0 0 6-15,0 0-8 0,0 0 9 0,0 0-1 16,0 0 5-16,0 0-7 0,0 0 4 0,0 0 3 16,0 0-4-16,0 0-9 0,0 0 14 0,0 0 4 15,0 0 4-15,0 0-2 0,0 0 4 0,0 0-1 16,0 0-2-16,0 0-7 0,0 0 3 0,0 0-1 15,0 0 0-15,0 0 5 0,0 0-13 0,0 0 8 16,0 0-7-16,0 0-8 0,0 0 3 0,0 0-8 0,-8-8 9 16,8 8-3-16,0 0-3 0,0 0-1 15,0 0 3-15,0 0-1 0,0 0 5 0,0 0-3 16,0 0 5-16,0 0 2 0,0 0-7 0,0 0 1 16,0 0-1-16,0 0 1 0,0 0 2 0,0 0-9 0,0 0 14 15,0 0-6-15,0 0-3 0,0 0-8 16,0 0 0-16,0 0 7 0,0 0-6 0,0 0-1 15,0 0-8-15,0 0 7 0,0 0 10 0,0 0-11 16,0 0 7-16,0 0 1 0,0 0-4 0,0 0 6 0,0 0 1 16,0 0 5-16,0 0-3 0,0 0-5 0,0 0 9 15,0 0-6-15,0 0 3 0,0 0 1 0,0 0 2 16,0 0-3-16,0 0 0 0,0 0-3 16,0 0 7-16,0 0-5 0,0 0-3 0,0 0 4 0,0 0-8 15,0 0-1-15,0 0 8 0,0 0-8 0,0 0-1 16,0 0 1-16,0 0 5 0,0 0-1 0,0 0-2 15,0 0 0-15,0 0 0 0,0 0 2 0,0 0 0 16,0 0 0-16,0 0 0 0,0 0 5 0,0 0-8 16,0 0 8-16,0 0 3 0,0 0-3 0,0 0-2 15,0 0 2-15,0 0-6 0,0 0 6 0,0 0 1 16,0 0 0-16,0 0 6 0,0 0-9 0,0 0 6 16,0 0-8-16,0 0 0 0,0 0 8 0,0 0 4 15,0 0-4-15,0 0 2 0,0 0 3 0,0 0-3 16,0 0-2-16,0 0 5 0,0 0 1 0,0 0-4 15,0 0-2-15,0 0 4 0,0 0 0 0,0 0-11 16,0 0 6-16,-8-4 3 0,8 4-1 0,0 0-4 16,0 0-1-16,0 0 0 0,0 0-4 0,0 0 0 15,0 0 1-15,0 0 5 0,0 0-2 0,0 0 1 16,-2-8 4-16,2 8-2 0,0 0 2 0,0 0-8 16,0 0 0-16,0 0 4 0,0 0 2 0,0 0-3 15,0 0 8-15,0 0-5 0,0 0 6 0,0 0-1 16,0 0-4-16,0 0 6 0,0 0 1 0,0 0 4 15,0 0-8-15,0 0 10 0,0 0-7 0,0 0 2 16,0 0-9-16,0 0 10 0,0 0-11 0,0 0 4 16,0 0 2-16,0 0-4 0,0 0-1 0,0 0-9 15,0 0-5-15,0 0 3 0,0 0 0 0,0 0-9 16,0 0 0-16,0 0-9 0,0 0 2 0,0 0-16 16,0 0-29-16,0 0-77 0,0 0 35 0</inkml:trace>
  <inkml:trace contextRef="#ctx0" brushRef="#br0" timeOffset="84353.06">12662 7821 42 0,'0'0'50'0,"0"0"-6"0,0 0-2 16,0 0 0-16,0 0 3 0,0 0-1 0,0 0 1 0,0 0-2 15,0 0 2-15,0 0-6 0,0 0 6 0,0 0 1 16,0 0 3-16,0 0-5 0,0 0-2 0,0 0-3 16,0 0 3-16,0 0-5 0,0 0 3 15,0 0-10-15,0 0 4 0,0 0 2 0,0 0-9 0,0 0 1 16,0 0-9-16,0 0-3 0,0 0 2 16,0-10-2-16,0 10 1 0,0 0-3 0,0 0 0 15,0 0-8-15,0 0 8 0,0 0-14 0,0 0 1 16,0 0-6-16,-5-5-16 0,5 5-6 0,0 0-19 0,0 0-14 15,0 0-9-15,0 0-17 0,-13 2-55 16,13-2-151-16,0 0 67 0</inkml:trace>
  <inkml:trace contextRef="#ctx0" brushRef="#br0" timeOffset="86073.93">12733 6822 6 0,'0'0'30'0,"0"0"4"0,0 0 5 0,0 0 0 16,0 0-4-16,0 0-4 0,0 0-1 0,0 0-2 15,0 0-2-15,0 0-1 0,0 0 0 0,0 0 6 16,0 0-1-16,0 0-9 0,0 0 5 0,0 0-6 16,0 0-4-16,0 0-6 0,0 0 7 0,0 0-7 15,0 0 2-15,0 0 3 0,0 0-6 0,0 0 0 16,0 0 1-16,0 0-2 0,8-2 2 0,-8 2 1 15,0 0-8-15,0 0 7 0,6-5-6 0,-6 5-1 16,0 0-3-16,0 0 6 0,0 0-6 0,7-2 4 16,-7 2 2-16,0 0 1 0,0 0-5 0,8-4-1 15,-8 4-2-15,0 0-3 0,0 0 3 0,6-5 3 16,-6 5-4-16,0 0 4 0,6-2 1 0,-6 2-6 16,0 0-1-16,7-5 6 0,-7 5-4 0,0 0 1 15,0 0-5-15,10-1 5 0,-10 1 2 0,0 0-3 16,8-3-4-16,-8 3 4 0,0 0 0 0,6-2-1 0,-6 2 4 15,0 0-1-15,7-3 0 0,-7 3-3 0,0 0-8 16,0 0 4-16,7-3 0 0,-7 3-1 0,0 0-4 16,0 0-4-16,9-4 11 0,-9 4-12 0,0 0 10 15,0 0-9-15,7-3-2 0,-7 3 4 16,0 0 0-16,6-4-1 0,-6 4 2 0,0 0-1 0,4-4-6 16,-4 4-5-16,0 0 0 0,7-2-1 15,-7 2 5-15,0 0-9 0,0 0-18 0,8-5-52 0,-8 5 23 16</inkml:trace>
  <inkml:trace contextRef="#ctx0" brushRef="#br0" timeOffset="94546.43">13562 6374 23 0,'0'0'23'0,"7"-2"-2"0,-7 2-7 0,0 0-2 0,0 0 1 15,0 0 2-15,0 0 1 0,11 0-3 0,-11 0-3 16,7-2-4-16,-7 2-7 0,0 0-4 0,14-3-22 16,-14 3-29-16,8-4 13 0</inkml:trace>
  <inkml:trace contextRef="#ctx0" brushRef="#br0" timeOffset="98173.23">14516 8461 87 0,'0'0'87'0,"0"0"-5"0,0 0-6 16,0 0-10-16,0 0-5 0,0 0-8 0,0 0 1 16,0 0-8-16,0 0-5 0,0 0-10 0,0 0 3 15,0 0-2-15,0 0-12 0,0 0-11 0,0 0 0 16,0 0-20-16,0 0-12 0,0 0-16 0,0 0-28 16,0 0-41-16,0 0-117 0,0 0 51 0</inkml:trace>
  <inkml:trace contextRef="#ctx0" brushRef="#br0" timeOffset="98883.23">13616 8155 104 0,'0'0'112'0,"0"0"-12"0,0 0 0 0,0 0-15 0,0 0-8 16,0 0 5-16,0 0-16 0,0 0-11 15,0 0-6-15,0 0-7 0,0 0-6 0,0 0-35 16,0 0 16-16,0 0-21 0,0 0-12 0,0 0-18 16,0 0-25-16,0 0-77 0,0 0-147 0,8-12 65 15</inkml:trace>
  <inkml:trace contextRef="#ctx0" brushRef="#br0" timeOffset="99537.03">13576 6354 82 0,'0'0'101'0,"-4"-4"1"16,4 4-4-16,0 0-7 0,0 0-7 0,0 0-3 15,0 0-9-15,0 0-6 0,0 0-8 0,0 0-4 16,0 0-15-16,0 0-2 0,0 0 8 0,0 0-11 16,0 0-11-16,0 0-19 0,0 0-6 0,0 0-23 15,0 0 0-15,0 0-15 0,0 0-27 0,0 0-13 16,0 0-59-16,0 0-150 0,-5 18 66 0</inkml:trace>
  <inkml:trace contextRef="#ctx0" brushRef="#br0" timeOffset="100474.25">14533 8367 25 0,'0'0'163'15,"0"0"-9"-15,0 0-3 0,0 0-5 0,0 0-14 0,0 0-2 16,0 0-13-16,0 0-12 0,0 0-7 16,0 0-10-16,0 0-7 0,0 0-10 0,0 0-4 15,0 0-8-15,0 0-10 0,0 0 0 0,0 0-8 16,0 0-2-16,0 0-8 0,0 0-11 0,0 0-5 0,0 0-4 16,0 0-12-16,0 0-15 0,0 0-16 0,-4-20-11 15,4 20-24-15,0 0 16 0,-3-14-19 16,3 14-11-16,0-11-9 0,-2 4-21 0,2 7-12 15,-2-15-71-15,-1 3-208 0,-2 2 93 0</inkml:trace>
  <inkml:trace contextRef="#ctx0" brushRef="#br0" timeOffset="101361.04">14531 5734 23 0,'-1'-9'93'0,"1"9"2"15,0 0-13-15,0 0-1 0,0 0-6 0,0 0-7 16,-4-6 19-16,4 6-19 0,0 0 3 0,0 0-4 15,0 0 1-15,-2-8-6 0,2 8 3 0,0 0 4 16,0 0 0-16,0 0 5 0,0 0-4 0,0 0-3 16,0 0-7-16,0 0-4 0,0 0-1 0,0 0-6 15,0 0 2-15,0-8 4 0,0 8-4 0,0 0 1 16,0 0-4-16,0 0 1 0,0 0-6 0,0 0-1 16,0 0-6-16,0 0-1 0,0 0-4 0,0 0-5 15,0 0-2-15,0 0-3 0,0 0-4 0,0 0-5 16,0 0-15-16,0 0-19 0,0 0-24 0,0 0-23 15,0 0-21-15,0 0-23 0,0 0-26 16,0 0-143-16,0 0-304 0,-12 21 136 0</inkml:trace>
  <inkml:trace contextRef="#ctx0" brushRef="#br0" timeOffset="102587.37">12695 8182 91 0,'0'0'113'0,"0"0"-2"0,0 0-6 0,0 0-4 0,0 0-5 16,0 0-5-16,0 0 0 0,0 0-4 0,0 0-2 16,0 0-6-16,0 0-5 0,0 0-8 0,0 0-6 15,0 0-5-15,0 0 2 0,8 0-11 0,-8 0-8 16,0 0-3-16,0 0-4 0,0 0-5 0,0 0 4 16,0 0-11-16,0 0-12 0,0 0-9 0,0 0-9 15,0 0-16-15,0 0-25 0,0 0-17 0,0 0-17 16,0 0-19-16,0 0-13 0,0-8-70 0,0 8-202 15,0 0 89-15</inkml:trace>
  <inkml:trace contextRef="#ctx0" brushRef="#br0" timeOffset="103110.63">12705 6620 36 0,'0'0'60'0,"0"0"-4"0,0 0-4 15,0 0-9-15,0 0-6 0,0 0 0 0,0 0-4 16,0 0-2-16,0 0-3 0,0 0-6 0,0 0 1 15,0 0-18-15,0 0-16 0,0 9-16 16,0-9-45-16,-3 7-76 0,3-7 35 0</inkml:trace>
  <inkml:trace contextRef="#ctx0" brushRef="#br0" timeOffset="104481.24">13509 6447 36 0,'4'-6'42'0,"-4"6"3"0,0 0 6 0,0 0 0 15,0 0 0-15,0 0-4 0,0 0-1 0,-2-9 4 16,2 9-9-16,0 0 5 0,0 0-7 0,0 0 5 0,0 0-3 16,0 0-1-16,0 0-5 0,0 0-11 15,0 0 0-15,0 0 0 0,0 0-8 0,0 0-1 16,0 0-10-16,0 0-4 0,0 0-3 0,0 0-5 15,0 0-23-15,0 0-13 0,0 0-79 0,0 0-133 16,0 0 59-16</inkml:trace>
  <inkml:trace contextRef="#ctx0" brushRef="#br0" timeOffset="106038.98">14570 5661 25 0,'0'0'107'0,"0"0"-3"0,0 0-11 0,0 0-7 16,0 0-7-16,0 0-7 0,0 0-1 0,0 0-10 16,0 0-5-16,0 0-6 0,0 0-13 0,0 0-3 15,0 0 2-15,0 0-10 0,0 0-12 0,0 0-22 16,0 0-33-16,0 0-44 0,0 0-52 0,0 0-147 16,-8-2 66-16</inkml:trace>
  <inkml:trace contextRef="#ctx0" brushRef="#br0" timeOffset="115018.43">23300 10654 35 0,'0'0'76'0,"0"0"4"0,1-8-21 0,-1 8-14 16,0 0-16-16,0 0-15 0,0 0-16 15,0 0-22-15,0 0-28 0,5-4-57 0,-5 4 25 16</inkml:trace>
  <inkml:trace contextRef="#ctx0" brushRef="#br0" timeOffset="117023.79">17744 5960 35 0,'0'0'48'16,"0"0"-7"-16,0 0-9 0,0 0 3 0,0 0-4 0,0 0-2 15,0 0-6-15,0 0 1 0,0 0 1 0,0 0-2 16,0 0-12-16,0 0 5 0,0 0-1 16,0 0-4-16,0 0-4 0,0 0-10 0,0 0-11 15,0 0-6-15,0 0-10 0,0 0-27 0,0 0-61 0,0 0 27 16</inkml:trace>
  <inkml:trace contextRef="#ctx0" brushRef="#br0" timeOffset="119093.39">26522 10530 48 0,'2'6'101'0,"-2"-6"0"0,0 0-8 0,0 0-7 0,0 0-9 15,0 0-1-15,0 0-8 0,0 0 6 0,0 0-8 16,0 0-12-16,0 0 0 0,0 0 2 0,0 0 1 16,0 0 1-16,0 0-10 0,0 0 3 0,0 0-3 15,0 0-6-15,0 0-5 0,0 0-3 0,0 0 2 0,0 0-4 16,0 0-2-16,0 0-1 0,0 0 1 16,0 0-7-16,0 0-1 0,0 0-2 0,0 0 0 15,0 0 0-15,0 0-1 0,0 0-3 0,0 0-1 0,0 0 2 16,0 0-3-16,0 0 6 0,0 0-8 15,0 0 1-15,0 0 0 0,0 0-1 0,0 0 4 16,0 0-2-16,0 0-3 0,0 0 2 0,0 0-5 16,0 0-2-16,0 0 0 0,0 0-2 0,0 0 0 0,0 0 2 15,0 0 0-15,0 0-5 0,0 0 7 0,0 0-7 16,0 0 2-16,0 0 0 0,0 0-4 0,0 0 8 16,0 0-7-16,0 0 3 0,0 0-1 0,0 0-1 15,0 0-3-15,0 0 1 0,0 0 1 0,0 0 0 16,0 0 1-16,0 0 2 0,0 0-5 15,0 0 3-15,0 0-4 0,0 0 6 0,0 0-2 0,0 0-2 16,0 0 3-16,0 0 0 0,0 0-2 0,0 0 4 16,0 0-7-16,0 0 4 0,0 0 1 0,0 0 1 15,0 0-4-15,0 0 3 0,0 0-3 0,0 0 1 16,0 0-1-16,0 0 2 0,0 0 1 0,0 0 1 16,0 0-3-16,0 0 0 0,0 0 3 0,0 0-6 15,0 0-8-15,0 0 2 0,0 0-15 0,0 0-11 16,0 0-18-16,0 0-31 0,0 0-20 0,10-12-12 15,-10 12-125-15,0 0-261 0,-4-13 116 0</inkml:trace>
  <inkml:trace contextRef="#ctx0" brushRef="#br0" timeOffset="124002.02">10430 13707 39 0,'0'0'44'0,"0"0"-5"0,0 0-12 16,0 0 0-16,0 0-6 0,0 0 4 0,0 0-8 15,0 0 0-15,0 0-6 0,0 0 0 0,0 0-2 16,0 0 3-16,0 0 2 0,0 0-1 15,0 0 3-15,0 0-6 0,0 0-4 0,0 0-4 16,0 0-2-16,0 0-8 0,0 0-9 0,0 0-15 0,-1 11-19 16,1-11-54-16,-5 4 23 0</inkml:trace>
  <inkml:trace contextRef="#ctx0" brushRef="#br0" timeOffset="128942.79">11525 7610 44 0,'0'0'53'0,"0"0"-21"0,0 0-15 15,0 0-21-15,0 0-20 0,4-5-26 0,-4 5 12 16</inkml:trace>
  <inkml:trace contextRef="#ctx0" brushRef="#br0" timeOffset="129585.18">14189 8656 26 0,'0'0'54'0,"-9"4"-12"16,9-4-18-16,-9 4-24 0,4 1-25 0,-3-1-26 15,0 0 12-15</inkml:trace>
  <inkml:trace contextRef="#ctx0" brushRef="#br0" timeOffset="130256.48">9200 10586 45 0,'0'0'49'0,"-5"5"-9"0,5-5-11 16,-4 9-7-16,4-9-9 0,0 10-8 0,0-10-11 16,0 10-14-16,0-10-10 0,6 11-32 15,-2-6 15-15</inkml:trace>
  <inkml:trace contextRef="#ctx0" brushRef="#br0" timeOffset="137433.15">12659 6797 48 0,'0'0'48'0,"0"0"-9"16,0 0-2-16,0 0-10 0,0 0-1 0,0 0 3 16,0 0-3-16,0 0-3 0,0 0-3 0,0 0-6 15,0 0 6-15,0 0-7 0,0 0 5 0,0 0-7 16,0 0-7-16,0 0 5 0,0 0-4 0,0 0-5 16,0 0-8-16,9 0-7 0,-9 0-4 0,0 0-44 15,0 0-67-15,0 0 29 0</inkml:trace>
  <inkml:trace contextRef="#ctx0" brushRef="#br0" timeOffset="138070.57">12657 6748 13 0,'0'0'23'0,"0"0"-19"0,0 0-11 0,0 0-7 16,0 0 2-16</inkml:trace>
  <inkml:trace contextRef="#ctx0" brushRef="#br0" timeOffset="140532.71">11833 7501 5 0,'0'0'59'0,"0"0"-10"15,0 0-7-15,0 0-1 0,0 0-6 0,0 0-6 16,0 0-5-16,0 0-1 0,0 0-5 0,0 0 6 16,0 0-9-16,0 0 3 0,0 0-6 0,0 0-3 15,0 0-7-15,0 0-5 0,0 0-15 0,0 0-17 16,0 0-24-16,0 0-63 0,0 0 29 0</inkml:trace>
  <inkml:trace contextRef="#ctx0" brushRef="#br0" timeOffset="141685.1">13589 8095 100 0,'0'0'102'0,"0"0"-6"15,0 0-3-15,0 0-9 0,0 0 1 0,0 0-10 16,0 0 1-16,0 0-9 0,0 0-12 0,0 0-13 0,0 0 15 15,0 0-12-15,0 0 2 0,0 0-6 16,0 0 5-16,0 0-6 0,0 0 4 0,0 0-1 16,0 0-1-16,0 0-2 0,0 0 2 0,0 0-7 15,0 0 2-15,0 0-3 0,0 0-4 0,0 0 5 0,0 0-9 16,0 0-2-16,0 0 2 0,0 0-7 0,0 0-3 16,0 0-3-16,0 0 2 0,0 0 3 0,0 0 0 15,0 0-4-15,0 0-3 0,0 0-2 16,0 0 3-16,0 0 2 0,0 0 6 0,0 0-1 0,0 0-1 15,0 0 5-15,0 0-3 0,0 0 1 0,0 0 2 16,0 0-7-16,0 0 0 0,0 0 7 0,0 0-5 16,0 0 5-16,0 0-5 0,0 0 0 15,0 0-7-15,0 0 4 0,0 0-2 0,0 0-2 0,0 0 0 16,0 0-3-16,0 0 3 0,0 0-1 0,0 0 1 16,0 0 8-16,0 0-7 0,0 0 4 0,0 0-1 15,0 0-1-15,0 0 9 0,0 0-2 16,0 0 3-16,0 0-5 0,0 0 1 0,0 0 3 15,0 0 1-15,0 0 0 0,0 0-1 0,0 0-4 0,0 0 3 16,0 0 1-16,0 0-6 0,0 0 2 0,0 0-2 16,0 0-8-16,0 0 1 0,0 0 1 15,0 0-1-15,0 0-2 0,0 0 0 0,0 0-2 0,0 0-11 16,0 0-17-16,0 0-21 0,0 0-28 0,0 0-41 16,0 0-33-16,0 0-25 0,0 0-21 0,0 0-116 15,-5 5-334-15,5-5 148 0</inkml:trace>
  <inkml:trace contextRef="#ctx0" brushRef="#br0" timeOffset="142724.67">14463 8473 3 0,'0'0'74'0,"0"0"-8"0,0 0 6 0,0 0 3 16,0 0-5-16,0 0-3 0,0 0-3 0,0 0 9 16,0 0-10-16,0 0 11 0,6-4-5 0,-6 4 1 15,0 0 7-15,0 0 2 0,0 0 0 0,0 0 0 16,0 0 5-16,0 0-2 0,0 0 1 0,0 0 3 16,0 0 2-16,0 0 2 0,0 0-6 0,0 0-2 15,0 0-4-15,0 0-2 0,0 0-1 0,0 0 1 0,0 0 1 16,0 0 0-16,0 0-1 0,0 0-1 15,0 0 3-15,0 0-10 0,0 0 1 0,0 0-1 16,0 0 0-16,0 0-8 0,0 0-1 0,0 0-9 16,0 0 1-16,0 0-4 0,0 0-8 0,0 0-6 0,0 0-2 15,0 0-5-15,0 0-1 0,0 0-4 0,0 0-2 16,0 0 0-16,0 0-4 0,0 0-3 16,0 0-2-16,0 0-10 0,0 0-7 0,0 0-11 15,0 0-13-15,0 0-15 0,0 0-15 0,0 0-26 0,0 0-19 16,0 0-20-16,0 0-43 0,0 0-16 0,0 0-9 15,0 0-1-15,0 0-153 0,-33 4-377 16,33-4 167-16</inkml:trace>
  <inkml:trace contextRef="#ctx0" brushRef="#br0" timeOffset="143626.15">13599 8873 67 0,'0'0'110'0,"0"0"3"0,0 0-14 0,0 0 1 0,0 0-24 16,0 0 15-16,0 0-6 0,4-6-2 0,-4 6 2 15,0 0-1-15,0 0 0 0,0 0-1 0,0 0-2 16,0 0-2-16,0 0 0 0,0 0-1 0,0 0-4 16,0 0 0-16,0 0-2 0,0 0-1 0,0 0-9 15,0 0 3-15,0 0-2 0,0 0-3 0,0 0-6 16,0 0-1-16,0 0-4 0,0 0-4 0,0 0-3 16,0 0-4-16,0 0-6 0,0 0 2 0,0 0-7 15,0 0-2-15,0 0-1 0,0 0-5 0,0 0-1 16,0 0 0-16,0 0-6 0,0 0-3 0,0 0-11 15,0 0-11-15,0 0-26 0,0 0-14 0,0 0-29 16,0 0-24-16,0 0-19 0,0 0-24 0,0 0-28 16,0 0-119-16,0 0-320 0,0 0 142 0</inkml:trace>
  <inkml:trace contextRef="#ctx0" brushRef="#br0" timeOffset="144506.54">12617 9129 137 0,'0'0'151'0,"0"0"-6"0,0 0-4 16,0 0-11-16,-8-5-5 0,8 5-8 0,0 0-8 15,0 0-1-15,0 0-8 0,0 0-5 0,0 0-10 16,0 0-5-16,0 0-5 0,0 0-7 0,0 0-3 16,0 0-11-16,-2-6-6 0,2 6-1 0,0 0-3 0,0 0-7 15,0 0-5-15,0 0-2 0,0 0-1 16,0 0-1-16,0 0-11 0,0 0 2 0,0 0-7 15,0 0-9-15,0 0-14 0,0 0-12 0,0 0-18 0,0 0-22 16,0 0-15-16,0 0-19 0,0 0-25 0,0 0-13 16,0 0-20-16,0 0-80 0,0 0-254 15,0 0 113-15</inkml:trace>
  <inkml:trace contextRef="#ctx0" brushRef="#br0" timeOffset="145402.47">11650 9445 54 0,'0'0'83'0,"0"0"3"0,0 0-11 16,0 0 2-16,0 0-15 0,0 0 9 0,0 0-8 16,0 0-1-16,0 0 1 0,0 0-8 0,0 0 1 15,0 0 4-15,0 0-9 0,0 0-1 0,0 0-6 16,0 0 2-16,0 0-4 0,0 0-2 0,0 0-3 15,0 0-1-15,0 0-2 0,0 0-14 0,0 0 1 16,0 0 1-16,0 0-3 0,0 0-9 0,0 0-3 16,0 0-24-16,0 0-5 0,0 0-17 0,0 0-16 15,0 0-11-15,0 0-14 0,0 0-22 0,0 0-60 16,0 0-174-16,0 0 78 0</inkml:trace>
  <inkml:trace contextRef="#ctx0" brushRef="#br0" timeOffset="146600.44">11801 9393 14 0,'0'0'82'0,"0"0"0"16,0 0-13-16,0 0-11 0,0 0-14 0,0 0-11 15,-6 7-21-15,6-7-26 0,0 0-50 0,-5 7-68 16,5-7 30-16</inkml:trace>
  <inkml:trace contextRef="#ctx0" brushRef="#br0" timeOffset="153241.1">12648 7824 30 0,'0'0'68'0,"0"0"-9"15,0 0-1-15,0 0-19 0,0 0 16 0,0 0-3 16,0 0-2-16,0 0 6 0,0 0-5 0,0 0 5 16,0 0 3-16,0 0-5 0,0 0-7 0,0 0-6 15,0 0 3-15,0 0-15 0,0 0 12 0,0 0-16 0,0 0-2 16,0 0 2-16,0 0 11 0,0 0-17 0,0 0-11 16,0 0 9-16,0 0-4 0,0 0-8 15,0 0 4-15,0 0 0 0,0 0-3 0,0 0 19 0,0 0-25 16,0 0 3-16,0 0 8 0,0 0-5 0,0 0 5 15,0 0-8-15,0 0 4 0,0 0-4 0,0 0-3 16,0 0-7-16,0 0 12 0,0 0-13 0,0 0-6 16,0 0 2-16,0 0 0 0,0 0-7 0,0 0-1 15,0 0-1-15,0 0-2 0,-9-21 0 0,9 21-11 16,0 0 15-16,0 0 13 0,0 0-6 0,5-8-4 16,-5 8-1-16,0 0-1 0,0 0 13 0,0 0-7 15,0-9 5-15,0 9-5 0,0 0 7 16,0 0-1-16,-3-8 3 0,3 8 2 0,0 0-2 0,0 0-1 15,0 0-4-15,-2-10 4 0,2 10 1 0,0 0 1 16,0 0 1-16,0 0 1 0,-1-9-4 0,1 9 6 16,0 0 4-16,0 0-1 0,1-8-6 0,-1 8 3 15,0 0 9-15,0 0-11 0,0-9 13 0,0 9-11 16,0 0 1-16,0 0 5 0,2-7-7 0,-2 7 11 16,0 0-9-16,0 0-3 0,0 0 6 0,-2-10 6 15,2 10-7-15,0 0-6 0,0 0-1 0,2-9 6 16,-2 9 3-16,0 0-7 0,0 0-7 0,3-9 8 15,-3 9 3-15,0 0 1 0,0-7-2 0,0 7 5 16,0 0-13-16,2-7 8 0,-2 7-4 0,0 0-5 16,0-7 7-16,0 7 3 0,0 0-1 0,0 0-1 0,0-11 2 15,0 11 10-15,0 0-9 0,0 0-6 16,0 0-5-16,0-8 10 0,0 8 1 0,0 0-3 16,0 0 4-16,2-7 0 0,-2 7-3 0,0 0 5 15,0 0-6-15,0 0 4 0,0 0 3 0,0-10 2 16,0 10 3-16,0 0-6 0,0 0 1 0,1-8 3 15,-1 8-8-15,0 0 5 0,1-9 0 0,-1 9-1 16,0 0-5-16,2-8 4 0,-2 8 6 0,0 0-6 16,0 0 0-16,1-9-4 0,-1 9 5 0,0 0-4 0,0 0 6 15,2-7-13-15,-2 7-1 0,0 0 14 0,0 0-16 16,2-12 4-16,-2 12-9 0,0 0 11 0,0 0-1 16,0-9 4-16,0 9 4 0,0 0 2 15,0-9-5-15,0 9 1 0,0-9-5 0,0 9 9 0,0 0-11 16,-2-10 4-16,2 10 2 0,0 0 1 0,-2-10 3 15,2 10-1-15,-1-8-6 0,1 8 7 0,0 0 6 16,0 0-5-16,-2-7 4 0,2 7-6 16,0 0-4-16,0 0-2 0,0 0 4 0,0 0 0 0,-2-7-2 15,2 7-1-15,0 0-10 0,0 0 11 0,0 0-6 16,0 0 3-16,0 0 1 0,0 0-5 0,0 0 3 16,0 0 2-16,0 0 0 0,0 0 6 0,0 0-4 15,0 0 3-15,0 0 1 0,0 0-3 0,0 0-6 16,0 0 2-16,0 0-2 0,0 0 1 0,0 0-5 15,0 0 6-15,0 0 0 0,2-9-17 0,-2 9 16 16,0 0-4-16,0 0 8 0,0 0-8 0,0 0 5 16,0 0-5-16,0 0 0 0,0 0-2 0,0 0 3 15,0 0-3-15,0 0 9 0,0 0-7 0,0 0 13 16,-6-5-11-16,6 5 6 0,0 0 1 0,0 0-5 16,-5-7-5-16,5 7 8 0,0 0-1 0,0 0 2 15,0 0-3-15,-5-4 3 0,5 4 4 0,-4-7-6 16,4 7-10-16,0 0 7 0,-4-7-4 0,4 7 10 15,0 0-8-15,-2-10 0 0,2 10 0 0,0 0-2 16,0-11 4-16,0 11 1 0,-3-7 7 0,3 7-3 0,-2-7-2 16,2 7 4-16,-2-9-7 0,2 9 9 15,0-8 4-15,0 8-5 0,0 0 2 0,0-13-1 16,0 13 4-16,2-9-5 0,-2 9-3 0,0 0 1 0,0-10 6 16,0 10-2-16,-2-9-1 0,2 9-3 15,0 0-3-15,0-10-3 0,0 10 4 0,0-8-6 16,0 8-2-16,0 0 9 0,2-10-7 0,-2 10 8 15,2-8 0-15,-2 8-5 0,4-10 1 0,-3 5 0 0,-1 5 8 16,4-10 2-16,-2 4-11 0,-2 6 14 0,4-8-6 16,-4 8-15-16,0-8 16 0,0 8-6 0,2-7-2 15,-2 7 6-15,6-9 2 0,-6 9-5 0,2-6-3 16,-2 6 0-16,2-5 6 0,-2 5-3 0,2-7-7 16,-2 7 5-16,0 0 2 0,0 0 4 0,0-11-3 15,0 11 2-15,2-7 1 0,-2 7 3 0,1-6-5 16,-1 6-4-16,2-8 9 0,-2 8-3 15,0 0-5-15,0-11 4 0,0 11 2 0,2-8-13 0,-2 8 7 16,0 0 2-16,-2-11 4 0,2 11 6 0,0 0-4 16,2-11 1-16,-2 11 4 0,-2-7-11 0,2 7 6 15,0 0-2-15,2-10 6 0,-2 10-1 0,0 0-6 16,0 0 3-16,0-9 1 0,0 9-1 0,0 0-11 16,0-10 2-16,0 10 0 0,0 0 3 0,0-10 5 15,0 10 7-15,0 0-5 0,0-9 7 0,0 9-5 16,0-10-3-16,0 10-10 0,0 0 17 0,0-10 0 15,0 10-15-15,2-9 9 0,-2 9 3 0,0 0 5 16,-2-10 6-16,2 10-9 0,0 0 2 0,0-12-2 16,0 12 1-16,2-8-7 0,-2 8 0 0,0-9-1 15,0 9 3-15,0 0 3 0,0-12-2 0,0 12-1 16,2-7 8-16,-2 7-7 0,0 0-4 0,0-10-3 16,0 10 3-16,0 0-4 0,-2-9-1 0,2 9 4 15,0 0-2-15,0-10 0 0,0 10 1 0,0 0 3 16,0-10 0-16,0 10-3 0,0-9 2 0,0 9-5 0,0 0 1 15,0-10-5-15,0 10 4 0,2-7 3 0,-2 7-3 16,0-9-1-16,0 9 0 0,0 0 2 16,0 0 5-16,0-8-7 0,0 8-4 0,0 0 11 15,0 0-1-15,0 0 4 0,0-10 0 0,0 10-6 0,0 0 3 16,0 0-3-16,0 0 3 0,0 0-6 0,-2-11 1 16,2 11-1-16,0 0 1 0,0 0-2 0,2-7 0 15,-2 7 1-15,0 0-8 0,0 0 5 0,1-10 1 16,-1 10 2-16,0 0 0 0,1-7-1 0,-1 7 0 15,0 0 3-15,0 0-6 0,0 0 2 0,0 0 1 16,0-12-3-16,0 12 2 0,0 0 2 0,0 0-4 16,0-9 8-16,0 9 9 0,3-7 4 0,-3 7 0 15,0 0 1-15,2-8-4 0,-2 8-1 0,0 0-3 16,0-9-2-16,0 9 1 0,0 0 1 0,0-10 0 16,0 10 3-16,0 0-3 0,2-8 1 0,-2 8-1 15,0 0-3-15,0 0 1 0,0 0 4 0,0 0-4 16,-2-10 1-16,2 10-2 0,0 0 1 0,-2-8-3 15,2 8 2-15,0 0 7 0,-4-8 5 0,4 8-2 16,0 0-3-16,0 0 0 0,0 0-3 0,0-11-4 16,0 11 2-16,0 0-2 0,0 0 0 0,0-9-2 15,0 9-3-15,0 0 3 0,0 0-1 0,0 0-2 16,-1-9 3-16,1 9-5 0,0 0 1 0,0 0-3 16,0 0 3-16,0 0-2 0,0 0-2 0,0 0 0 15,0 0-3-15,0 0 1 0,0 0 1 0,0 0-1 16,0 0 3-16,0 0-7 0,0 0 5 0,0 0 0 0,0 0-1 15,-2-8 1-15,2 8 1 0,0 0-2 16,0 0 2-16,0 0-1 0,0 0 2 0,0 0-4 0,0 0 2 16,0 0 1-16,0 0-2 0,0 0 1 0,0 0-1 15,0 0 4-15,0 0-4 0,0 0-3 0,0 0 1 16,0 0 0-16,0 0-1 0,0 0-1 0,0 0 2 16,0 0 2-16,0 0-2 0,0 0-1 0,0 0 0 15,0 0-2-15,0 0-1 0,0 0 1 0,0 0 4 16,0 0-4-16,0 0 0 0,0 0 4 0,0 0-2 15,0 0 2-15,0 0 1 0,-4 20 1 0,4-20-2 16,0 0 0-16,0 14-1 0,0-9 2 0,0-5 0 16,-3 13 0-16,3-8 1 0,-4 1-2 0,4 3 1 15,0-9-5-15,0 13 11 0,-2-8-7 0,2-5 2 16,0 11-1-16,0-11 2 0,-2 12-3 0,2-12 7 16,0 11-5-16,-3-4 0 0,3-7 0 0,-2 8 0 15,2-8-2-15,0 11 2 0,0-11 1 0,-1 9-2 16,-1-2 2-16,2-7 4 0,-2 11-9 0,2-11 5 15,0 11 0-15,-2-7 0 0,2-4-2 0,-2 10 1 16,2-10 1-16,0 8-4 0,0-8 2 0,0 10 1 16,0-10-2-16,0 7 4 0,0-7-3 0,0 0 0 15,0 13 0-15,0-13 2 0,0 6-2 0,0-6 0 16,0 8 3-16,0-8-3 0,0 0 1 0,-2 12 4 16,2-12 0-16,0 0 1 0,0 9-3 0,0-9-1 15,0 7 3-15,0-7 0 0,2 7-1 0,-2-7 1 16,0 9-2-16,0-9 1 0,4 6-1 0,-4-6 3 15,0 8-1-15,0-8-2 0,2 8 3 0,-2-8-2 16,0 5 0-16,0-5 0 0,0 0-4 0,0 0 2 16,0 0 1-16,0 11 8 0,0-11 4 0,-2 7 2 15,2-7-4-15,0 0 0 0,4 10-2 0,-4-10-4 16,3 5 3-16,-3-5-2 0,0 0-2 0,3 10 1 16,-3-10-2-16,0 7 3 0,0-7-2 0,2 7-1 0,-2-7 1 15,2 10 2-15,-2-10-3 0,0 9 3 16,0-9-1-16,1 10-1 0,-1-10 3 0,1 10 0 15,-1-10-4-15,-1 6 0 0,1-6 2 0,3 8 1 16,-3-8-6-16,1 9 4 0,-1-9-1 0,2 6-2 0,-2-6 0 16,0 0 2-16,0 9-3 0,0-9 2 0,0 0-2 15,0 0 2-15,0 0 1 0,0 9 2 0,0-9 2 16,2 4-1-16,-2-4-1 0,0 0 8 16,0 0-9-16,0 10-1 0,0-10 0 0,0 0 2 0,2 7 0 15,-2-7-1-15,0 0-2 0,0 0 2 0,0 10-2 16,0-10 0-16,0 0-3 0,-2 9 5 0,2-9 0 15,0 0 4-15,2 8-5 0,-2-8 3 0,0 0-3 16,0 10 2-16,0-10 4 0,2 8-5 0,-2-8-1 16,0 0-1-16,1 9 0 0,-1-9 0 0,0 0-1 15,0 7 3-15,0-7-3 0,0 0 2 0,0 9-3 16,0-9-2-16,0 0 5 0,0 0-4 0,0 8-1 16,0-8 3-16,0 0 0 0,0 0 0 0,0 0 2 15,1 7-2-15,-1-7-4 0,0 0 2 0,0 0 2 16,0 0 1-16,0 0-4 0,-2 8 3 0,2-8-1 15,0 0 0-15,0 0 1 0,1 9 1 0,-1-9-3 16,0 0 2-16,-1 9-1 0,1-9-1 0,-2 8-1 16,2-8-2-16,0 0 3 0,0 9 2 0,0-9-3 15,0 0 2-15,0 9-2 0,0-9 3 0,0 0-1 16,0 8-1-16,0-8 0 0,0 0 5 0,0 0-8 16,-2 9 4-16,2-9-1 0,0 0 3 0,0 0-1 15,0 0-3-15,0 7 1 0,0-7 1 0,0 0-3 16,0 0 2-16,0 0 0 0,0 0 0 0,0 0 0 15,0 9-3-15,0-9 1 0,0 0 4 0,0 0-6 0,0 0 6 16,-2 9-6-16,2-9 4 0,0 0-2 16,0 9 0-16,0-9 2 0,0 0 4 0,0 0-4 15,0 0 4-15,2 9-2 0,-2-9 1 0,0 0-2 16,0 0 1-16,0 8-2 0,0-8 0 0,0 0 0 0,0 0 1 16,0 0-2-16,0 0 1 0,0 0 1 0,0 9-3 15,0-9 0-15,0 0 3 0,0 0-2 0,0 0 1 16,-4 8-3-16,4-8 5 0,0 0-4 15,0 0 2-15,-3 9-1 0,3-9 4 0,0 0-3 0,0 0 1 16,0 8-6-16,0-8 10 0,0 0-6 0,0 0-1 16,0 0 2-16,-1 8 0 0,1-8 3 15,0 0-3-15,0 0 0 0,0 0 1 0,-1 10 1 0,1-10-5 16,0 0 2-16,0 0 4 0,0 0-2 0,-2 4 2 16,2-4-2-16,0 0 7 0,-2 9-8 0,2-9 0 15,0 0 0-15,0 0 2 0,0 0-2 16,0 0 1-16,2 12 0 0,-2-12 0 0,0 0 1 15,0 0 1-15,0 0-1 0,0 8-1 0,0-8 7 0,0 0 3 16,0 0-4-16,0 7 4 0,0-7-2 0,0 0-3 16,0 0-2-16,0 0 4 0,0 9-5 0,0-9-1 15,0 0-4-15,0 0 5 0,-2 8 0 0,2-8 1 16,0 0-2-16,-5 6 0 0,5-6 0 0,0 0-1 16,-1 8-2-16,1-8 3 0,0 0-1 0,3 10 0 15,-3-10-1-15,0 0 10 0,0 8-11 0,0-8 3 16,0 0-4-16,-2 9 2 0,2-9-3 0,0 0 5 15,-1 8-4-15,1-8 5 0,0 0-6 16,0 0 3-16,1 7 0 0,-1-7 0 0,0 0 1 0,0 8-1 16,0-8 6-16,0 0-6 0,0 0-3 0,0 0 3 15,-1 12 0-15,1-12 1 0,0 0-1 0,0 11 1 16,0-11-1-16,0 0 0 0,-2 8-1 0,2-8 1 16,0 0-3-16,3 6 2 0,-3-6-3 0,0 0 2 15,0 0 3-15,2 7-1 0,-2-7 1 0,0 0-1 16,0 0-2-16,0 9 5 0,0-9-6 0,0 0 4 15,0 0-4-15,0 0 1 0,3 9 2 0,-3-9 3 0,0 0-1 16,0 6 0-16,0-6-3 0,0 0 2 16,0 0-1-16,0 0 2 0,0 12 0 0,0-12 1 15,-3 6-3-15,3-6 1 0,0 0-3 0,0 0 3 16,0 13-1-16,0-13 0 0,0 0 2 0,0 6 2 0,0-6 5 16,0 0-1-16,-2 10 1 0,2-10 2 0,0 0-1 15,0 0-3-15,0 9-1 0,0-9-1 0,0 0 0 16,0 0-2-16,0 0 9 0,0 8-10 15,0-8 1-15,0 0 10 0,0 0-8 0,0 0-1 0,0 8 2 16,0-8 6-16,0 0-7 0,0 0-5 0,0 0 3 16,0 0-1-16,0 0 0 0,-1 7 3 15,1-7-3-15,0 0 1 0,0 0-2 0,0 0 4 0,0 0-3 16,0 0 1-16,0 0 3 0,0 0 8 0,0 0-11 16,0 0 7-16,0 0 2 0,0 0 4 0,0 0 3 15,0 0 0-15,0 0 6 0,0 0 1 0,0 0 10 16,0 0-8-16,0 0 3 0,0 0 2 0,0 0 3 15,0 0-3-15,0 0 5 0,0 0 0 0,0 0-6 16,0 0 6-16,0 0-7 0,0 0 9 0,0 0-7 16,0 0-1-16,0 0 6 0,0 0-9 0,0 0-3 15,0 0 1-15,0 0-3 0,0 0-8 0,0 0 4 16,0 0-5-16,0 0 3 0,0 0-6 0,0 0 5 16,0 0-7-16,0 0 2 0,0 0-3 0,0 0 9 15,0 0-15-15,0 0 4 0,0 0-4 0,0 0 9 16,0 0-5-16,0 0-1 0,0 0-4 0,0 0 1 15,0 0 1-15,0 0 3 0,0 0-4 0,0 0-2 16,0 0 1-16,0 0-1 0,0 0-2 0,0 0 7 16,0 0-10-16,0 0 11 0,0 0-7 0,0 0-1 15,0 0 0-15,0 0 3 0,0 0-5 0,0 0 7 16,0 0-1-16,0 0-2 0,0 0 5 0,0 0-8 16,0 0 4-16,0 0-2 0,0 0 3 0,0 0 2 15,0 0-5-15,0 0 0 0,0 0-3 0,0 0-4 16,0 0-14-16,0 0-19 0,0 0-23 0,0 0-28 15,0 0-36-15,-2-23-40 0,2 23-46 0,-6-9-57 0,4 2-73 16,-1-1-182-16,1-1-569 0,0-3 252 16</inkml:trace>
  <inkml:trace contextRef="#ctx0" brushRef="#br0" timeOffset="154944.91">12682 6777 49 0,'0'0'63'0,"0"0"-9"0,0 0-21 15,0 0-19-15,0 0-28 0,0 0-20 0,0 0-35 16,-10-1 16-16</inkml:trace>
  <inkml:trace contextRef="#ctx0" brushRef="#br0" timeOffset="156271.26">12657 6823 46 0,'0'0'106'0,"0"0"-1"0,0 0-15 0,0 0-12 16,0 0-2-16,0 0-6 0,0 0-8 0,0 0-6 15,0 0-5-15,0 0-16 0,0 0-13 0,0 0 9 16,0 0-2-16,2-6 0 0,-2 6-6 0,0 0-16 16,0 0-11-16,0 0-12 0,0 0-22 0,0 0-17 15,0 0-80-15,0 0-144 0,0 0 64 0</inkml:trace>
  <inkml:trace contextRef="#ctx0" brushRef="#br0" timeOffset="158990.97">11725 7527 28 0,'0'0'29'0,"0"0"3"0,0 0-12 15,0 0 3-15,0 0-7 0,0 0 1 0,0 0-1 16,0 0-1-16,16 11-2 0,-16-11 0 0,0 0-7 16,0 0 5-16,9 4-2 0,-9-4-1 0,6 2-6 15,-6-2 7-15,7 1-5 0,-7-1 2 0,4 4-3 16,-4-4 6-16,7 2-7 0,-7-2 2 0,9 4-10 16,-9-4 15-16,7 2-3 0,-7-2 0 0,5 2 5 15,-5-2-3-15,0 0-3 0,11 2 1 0,-11-2-3 16,9 0-1-16,-9 0-1 0,7 0 3 0,-7 0 3 15,9 0-2-15,-9 0-1 0,0 0-2 0,13-1 5 16,-13 1-8-16,0 0 0 0,11 1-1 0,-11-1 5 16,0 0-4-16,11 0-1 0,-11 0 8 0,0 0-3 15,7 2-3-15,-7-2-5 0,0 0 7 0,9 0-5 16,-9 0 4-16,0 0 0 0,11 0 5 0,-11 0-8 16,7 0-4-16,-7 0 9 0,10 1 4 0,-10-1-9 15,0 0 1-15,12 1 4 0,-12-1-6 0,9 0 4 16,-9 0-2-16,8 2-2 0,-8-2 2 0,6 3-2 15,-6-3 8-15,0 0-9 0,8 2 6 0,-8-2-9 16,7 2 3-16,-7-2-2 0,0 0 3 0,0 0 0 16,12 0-2-16,-12 0 7 0,0 0-7 0,0 0 4 15,9 2 1-15,-9-2-2 0,0 0-2 0,5 2 6 16,-5-2-3-16,0 0-1 0,0 0 7 0,5 4-8 16,-5-4 3-16,0 0-1 0,6 5-5 0,-6-5 1 15,0 0 3-15,0 0 5 0,7 3-2 0,-7-3-1 16,0 0 5-16,6 2-1 0,-6-2-8 0,0 0 1 15,5 4 3-15,-5-4-6 0,0 0 1 0,8 7 2 16,-8-7-4-16,5 4-1 0,-5-4-2 0,5 4 0 16,-5-4 2-16,0 0-1 0,5 5 3 0,-5-5-1 15,5 4-4-15,-5-4 3 0,0 0 3 0,7 5-2 16,-7-5 3-16,5 4-6 0,-5-4 4 0,5 3-2 0,-5-3-1 16,0 0 3-16,8 3 0 0,-8-3 2 15,0 0 0-15,5 3-1 0,-5-3-1 0,0 0 6 0,8 4-3 16,-8-4-2-16,5 2-1 0,-5-2 3 15,7 3-3-15,-7-3-2 0,9 3 7 0,-9-3-3 16,9 4-8-16,-5-2-6 0,4-1-19 0,-8-1 8 0</inkml:trace>
  <inkml:trace contextRef="#ctx0" brushRef="#br0" timeOffset="159676.01">12298 7684 8 0,'0'0'6'0,"0"0"-2"0,11 0 0 0,-11 0-1 15,0 0 0-15,0 0 2 0,0 0-3 0,7 2 3 16,-7-2-2-16,0 0-3 0,6 2 3 0,-6-2-2 15,0 0-3-15,9 2 4 0,-9-2-2 0,9 0 0 16,-9 0 3-16,9 0-3 0,-9 0-2 0,0 0 7 16,9 2-3-16,-9-2 4 0,9-2-6 0,-9 2 9 15,0 0-4-15,0 0 4 0,9-2 0 0,-9 2-4 16,0 0 2-16,0 0 0 0,0 0-3 0,0 0-2 16,11 2 2-16,-11-2-1 0,0 0 1 0,0 0 0 15,0 0-5-15,0 0 4 0,7 0-1 0,-7 0 0 16,0 0-2-16,0 0 1 0,0 0 1 0,5 5-1 15,-5-5-1-15,0 0 2 0,0 0-2 0,6 2-2 16,-6-2 1-16,0 0 0 0,0 0 2 0,0 0 0 16,7 3-3-16,-7-3 4 0,0 0 3 0,0 0-1 15,6 3-1-15,-6-3 2 0,0 0-2 0,0 0 1 16,0 0 0-16,0 0 4 0,11 0 1 0,-11 0-3 16,0 0-2-16,0 0 2 0,0 0 2 0,0 0-4 15,12 0-1-15,-12 0 2 0,0 0-6 0,0 0 2 16,0 0-1-16,9-3 2 0,-9 3-3 0,0 0 1 15,0 0 0-15,4 3 1 0,-4-3-4 0,0 0 4 16,0 0 2-16,0 0 2 0,0 0-3 0,0 0-5 16,8 3 6-16,-8-3-3 0,0 0-1 0,0 0 0 15,8 1 0-15,-8-1 4 0,0 0-3 0,0 0 1 16,5 5 0-16,-5-5 0 0,0 0-4 0,6 4-1 16,-6-4 2-16,0 0 3 0,0 0-3 0,3 6 3 0,-3-6-2 15,0 0 2-15,0 0-1 0,7 5 4 16,-7-5-6-16,0 0 5 0,0 0-3 0,5 4 0 15,-5-4-5-15,0 0 2 0,0 0 0 0,4 7-2 16,-4-7-4-16,6 2-1 0,-6-2 3 0,0 0-4 16,0 0 1-16,5 4 7 0,-5-4-2 0,0 0 5 0,6 5-3 15,-6-5 1-15,0 0-4 0,4 2 6 0,-4-2-5 16,0 0 1-16,0 0 1 0,0 0 1 0,6 5-3 16,-6-5-3-16,0 0-13 0,0 0-23 15,0 0 10-15</inkml:trace>
  <inkml:trace contextRef="#ctx0" brushRef="#br0" timeOffset="162061.07">12646 6822 15 0,'0'0'23'0,"0"0"1"16,0 0-3-16,0 0 5 0,0 0 3 0,0 0-4 16,0 0-4-16,0 0-6 0,0 0 0 0,0 0 5 15,0 0-7-15,0 0-3 0,0 0 7 0,0 0-7 16,0 0 7-16,0 0-5 0,3-7-10 0,-3 7 3 15,0 0 11-15,0 0-11 0,0 0-3 0,0 0 8 16,0 0-6-16,0 0-5 0,0 0 7 0,0 0 0 16,0 0 0-16,0 0-8 0,0 0 13 0,0 0 0 15,0 0 0-15,0 0-3 0,0 0 1 0,0 0-3 16,0 0 2-16,0 0 0 0,0 0-3 0,0 0-4 16,0 0 4-16,0 0-5 0,0 0 3 0,0 0-2 15,0 0 5-15,0 0-7 0,0 0 6 0,0 0-2 16,0 0-3-16,0 0 5 0,0 0 1 0,0 0-5 15,0 0-3-15,0 0 1 0,0 0 6 0,0 0 1 16,0 0-6-16,0 0 3 0,0 0 0 0,0 0-3 16,0 0 1-16,0 0 1 0,0 0 2 0,0 0 0 15,0 0-6-15,0 0-1 0,0 0 3 0,0 0-2 0,0 0 1 16,0 0-2-16,0 0 1 0,0 0-1 0,0 0 5 16,0 0-4-16,0 0 4 0,0 0-4 0,0 0 4 15,0 0 0-15,0 0-6 0,0 0 3 16,0 0 1-16,0 0 0 0,0 0-3 0,0 0-1 0,0 0 3 15,0 0 6-15,0 0-2 0,0 0-3 0,0 0-1 16,0 0-1-16,0 0 0 0,0 0 0 0,0 0 2 16,0 0 0-16,0 0-2 0,0 0-1 15,0 0 4-15,0 0-1 0,0 0-3 0,0 0 1 0,0 0-4 16,0 0 3-16,0 0-6 0,0 0-7 0,0 0 1 16,0 0-4-16,0 0-3 0,0 0-7 0,0 0-31 15,0 0-64-15,0 0 28 0</inkml:trace>
  <inkml:trace contextRef="#ctx0" brushRef="#br0" timeOffset="191757.29">16388 6363 46 0,'0'0'116'0,"0"0"-8"15,0 0-8-15,0 0-15 0,0 0-5 0,0 0-13 16,0 0-1-16,0 0-13 0,0 0 3 0,0 0-14 15,0 0-10-15,0 0-12 0,0 0-13 0,0 0-10 16,0 0-20-16,0 0-10 0,0 0-21 0,0 0-8 16,0 0-56-16,0 0-126 0,0 0 56 0</inkml:trace>
  <inkml:trace contextRef="#ctx0" brushRef="#br0" timeOffset="193580.81">13612 6406 28 0,'0'0'26'0,"0"0"-2"16,0 0-5-16,0 0 1 0,0 0-5 0,0 0 0 15,0 0-3-15,20 9-7 0,-20-9-9 0,0 0-5 16,0 0-17-16,9 3-27 0,-9-3 13 15</inkml:trace>
  <inkml:trace contextRef="#ctx0" brushRef="#br0" timeOffset="194106.78">13666 6393 5 0,'0'0'48'0,"0"0"-6"0,0 0-5 0,0 0 2 0,0 0-5 16,-10-1-10-16,10 1 2 0,0 0-7 0,0 0 1 15,0 0-4-15,0 0 3 0,0 0-7 0,0 0-2 16,0 0-5-16,0 0 0 0,0 0 0 0,0 0-3 16,0 0 5-16,0 0-7 0,0 0-1 0,0 0-2 15,0 0 2-15,0 0-2 0,23 10 3 0,-17-7-4 16,6-2 5-16,1 1-2 0,4 0 1 0,0 0 4 15,1-1-6-15,3 0 3 0,-2 1 0 0,2 0-5 16,2-1-1-16,-2 3 2 0,6 0-8 0,1 0-1 16,-1-1 3-16,-5-3-4 0,8 1-2 0,-1 1 1 15,-1-1 1-15,3-2 2 0,-1 1-2 0,-1 0 7 16,-2 0-1-16,4-2-1 0,-3 2 3 0,-1 0 0 16,2-4-1-16,-2 2 3 0,-4 2-5 0,6-1 5 15,-8 1-5-15,7-1 0 0,-7-1 4 0,1 1 0 16,-1 0-2-16,-2-1 0 0,4 2 3 0,-4-2 3 15,0 2-2-15,0-1-5 0,2 2 1 0,-2-1 3 16,0 2-2-16,0-4 2 0,3 2 0 0,-3-1 5 16,0 1-3-16,2-2 2 0,-2 0 1 15,4 1-3-15,0 1 3 0,-4-4 4 0,3 4-1 0,-2-1-3 16,1 1 1-16,-2-2 0 0,0 2-4 0,-1-1 3 16,0 1-2-16,0 0 0 0,2 1-3 0,-3-1 6 15,2 0-1-15,-1 3-2 0,-4-3 0 0,4 3 3 16,-5-2-1-16,7-1-5 0,-4 1 4 0,3-1 2 15,0 1-7-15,-5 0-6 0,2-2-14 0,-2 2-26 16,5-2 11-16</inkml:trace>
  <inkml:trace contextRef="#ctx0" brushRef="#br0" timeOffset="194683.87">16704 6289 5 0,'0'0'66'0,"0"0"0"0,11 0 0 16,-11 0 9-16,0 0 4 0,0 0-9 0,0 0 3 15,0 0-6-15,0 0-4 0,0 0-7 0,0 0-13 16,0 0 2-16,0 0-14 0,0 0-9 0,0 0-22 16,0 0-21-16,0 0-19 0,0 0-35 0,0 0-41 15,0 0-125-15,0 0 56 0</inkml:trace>
  <inkml:trace contextRef="#ctx0" brushRef="#br0" timeOffset="196492.39">14492 5689 34 0,'0'0'35'0,"0"0"-6"0,0 0-2 15,0 0-2-15,0 0-7 0,0 0 5 0,0 0-9 16,0 0 2-16,0 0 0 0,0 0-1 0,0 0-6 0,0 0-2 16,0 0 0-16,0 0-3 0,0 0 4 0,0 0-1 15,0 0-3-15,0 0 2 0,0 0-2 16,0 0 5-16,0 0-2 0,0 0-4 0,0 0 2 16,0 0-3-16,0 0 0 0,0 0-1 0,0 0-4 15,0 0 4-15,0 0-4 0,0 0 2 0,0 0-1 0,0 0 2 16,0 0 1-16,0 0-1 0,0 0 1 15,0 0-2-15,0 0 0 0,0 0-2 0,0 0-1 16,9 11 2-16,-9-11 2 0,7 2 0 0,-7-2-5 0,6 3 5 16,-6-3-6-16,12 1 5 0,-12-1 5 0,13 2 1 15,-4 0-8-15,2-2 0 0,0 0 4 0,-2 0 1 16,5 0 4-16,-3 0 0 0,3 1 3 16,3-1-7-16,-3-1-1 0,2 1 3 0,2 0 3 15,-3-1-7-15,2 1-1 0,0-1 4 0,1 1-3 16,-4 0 6-16,0 0-6 0,3 0-1 0,-3 0 0 15,4 0 1-15,-3 1-1 0,-2 0-1 0,2-1 6 0,-1 0-6 16,3 0 3-16,-4 1 2 0,1-1-4 0,-1 2 0 16,2-1-3-16,-5 0 6 0,3-1-5 0,1 2 3 15,-1-1 2-15,2-1-1 0,-2 2 2 0,3-2-3 16,1 1 6-16,3-1-1 0,1 0-4 16,-5 0 4-16,5 1 0 0,-3-1-3 0,3 0-3 0,0 2 1 15,-2-2 0-15,3 1 2 0,-3-1 1 0,3 0-3 16,-2-1 0-16,1 2-1 0,-1-2-2 15,0-1 3-15,2 2-1 0,-4-2 1 0,3 1-3 16,-2 0 2-16,0 0-1 0,-1-2-1 0,1 0 2 0,0 1-1 16,0 1 3-16,-2 0-3 0,-1-1 1 0,-3-1 0 15,1 3 0-15,0-1 1 0,-2 0 0 0,0 0-1 16,0 1 3-16,1-1-7 0,-3-1 8 0,1 2 0 16,0-1-3-16,-2 1 2 0,-9 0 1 0,15-2 0 15,-6 2 1-15,-9 0 8 0,13-1-4 16,-7 0-5-16,6 2 11 0,-12-1-10 0,11-1 7 0,-11 1-8 15,9-2 5-15,-9 2-2 0,13-1 1 0,-13 1-3 16,9-2-1-16,-9 2 4 0,10-2 5 0,-10 2-8 16,10 0-1-16,-10 0 0 0,12 0 5 0,-6-1-8 15,-6 1 2-15,13-1-1 0,-13 1 1 0,13-1-1 16,-5-1 1-16,-8 2-2 0,15-2 0 0,-7 2-1 16,-8 0 0-16,15 0-2 0,-9-1 7 0,-6 1-2 15,13 0-6-15,-13 0 5 0,14-2 1 0,-7 2 3 16,-7 0-5-16,12 0 3 0,-3 0-5 0,-1-1 6 15,2 1-5-15,3-1 1 0,-5 1 2 0,2-2-1 16,1 2 4-16,1 2-4 0,-1-2-3 16,2-2 3-16,-1 2-3 0,0 0-1 0,-1-3 0 0,-1 3 6 15,3-2-5-15,-3 1-2 0,1 0 4 0,-1-1 3 16,1 2-5-16,-2-1 3 0,2 0-4 16,-11 1 2-16,14 0 3 0,-7-2 1 0,-7 2-4 15,14-1 1-15,-14 1 3 0,11-1-4 0,-4-1 3 0,-7 2-5 16,14 0 4-16,-14 0 0 0,11 0 2 0,-11 0-8 15,13 0 6-15,-13 0-4 0,10 0 5 0,-10 0 1 16,9 0-1-16,-9 0-2 0,12 2 0 0,-12-2 3 16,10-2 2-16,-10 2-2 0,11 0-7 0,-11 0 9 15,16 0 3-15,-10 0-2 0,-6 0-4 0,15 0-2 16,-7 0 4-16,-8 0 0 0,17 0-4 0,-7 0 2 16,0 0 3-16,2 0 0 0,0 0-3 0,-1 0 1 15,-2 0 1-15,2 0-3 0,-1 0 1 16,-10 0 0-16,17 0-2 0,-7 0 0 0,-10 0-2 15,17 0 8-15,-8 0-3 0,1 0-3 0,-2 0 11 0,-8 0-8 16,16 0-2-16,-7 2 3 0,0-2-1 0,-1 0-1 16,2 0 4-16,-1 1-5 0,0-1 4 0,-9 0-2 15,17 1 2-15,-10-1 0 0,2 2-2 0,-9-2-3 16,14 1 0-16,-7-1 6 0,-7 0-9 0,12 0 8 16,-12 0 1-16,11 0 0 0,-11 0 10 15,7 0-9-15,-7 0 7 0,0 0-6 0,0 0 2 0,10 0 6 16,-10 0-13-16,0 0 5 0,0 0-3 0,0 0 3 15,11-1-1-15,-11 1-4 0,0 0 8 16,0 0-3-16,0 0-2 0,0 0 4 0,9 1-1 0,-9-1-4 16,0 0-1-16,0 0 4 0,11-3-2 0,-11 3 3 15,0 0 4-15,9 0 4 0,-9 0 0 0,0 0-9 16,12 0 0-16,-12 0-1 0,0 0 6 0,7-1-1 16,-7 1 3-16,0 0 3 0,0 0-9 0,0 0 3 15,8-3 4-15,-8 3 9 0,0 0-11 0,0 0 1 16,0 0-7-16,0 0 8 0,0 0-8 0,0 0-1 15,0 0 1-15,0 0-1 0,0 0-19 0,0 0-16 16,0 0-19-16,0 0-30 0,0 0-82 0,0 0-171 16,0 0 75-16</inkml:trace>
  <inkml:trace contextRef="#ctx0" brushRef="#br0" timeOffset="197823.68">16236 6835 99 0,'-4'-7'143'0,"4"7"-13"0,0 0-7 16,0 0-16-16,0 0-17 0,0 0-4 0,0 0-29 16,0 0-21-16,0 0-16 0,0 0-25 0,0 0-14 0,0 0-15 15,0 0-20-15,0 0-10 0,4-9-56 16,-4 9-129-16,0 0 58 0</inkml:trace>
  <inkml:trace contextRef="#ctx0" brushRef="#br0" timeOffset="206695.95">24196 4918 16 0,'0'0'109'0,"0"0"-7"16,-13-2-9-16,13 2-11 0,-10-1 8 0,2 0-12 15,8 1-4-15,-18-4 5 0,8 3-6 0,0 0 12 16,1-3-20-16,-2 4 4 0,1-2-7 0,0 1-10 16,0-1-4-16,0 2-5 0,-1 0 1 0,11 0-8 15,-20-2 0-15,12 4 4 0,8-2 7 0,-13-4-1 16,13 4-6-16,-12 0 0 0,12 0-1 16,-8-3-3-16,8 3 4 0,0 0-7 0,-8-1 6 0,8 1-5 15,0 0-6-15,0 0 0 0,0 0-6 0,0 0-1 16,0 0-6-16,0 0 4 0,0 0-2 0,0 0-3 15,32-8 1-15,-11 5-5 0,-1-2-5 0,7 0-1 16,-5 1 9-16,-2 1-2 0,1-1-2 0,0 1-1 16,-4 2 1-16,-3-1-1 0,-2 0-4 0,0 2 0 15,-1-2 3-15,-1 2-4 0,0-2-3 0,-2 1-6 16,2 1-14-16,-10 0-16 0,16 0-23 0,-9 1-21 0,-7-1-33 16,14-1-22-16,-14 1-24 0,11 1-81 15,-11-1-259-15,4 3 115 0</inkml:trace>
  <inkml:trace contextRef="#ctx0" brushRef="#br0" timeOffset="206945.37">24088 4698 87 0,'0'0'157'0,"-7"-2"-16"15,7 2-14-15,0 0-8 0,-6-4-18 0,6 4-9 16,0 0-15-16,0 0-3 0,0 0-11 0,0 0-4 16,-8 10-11-16,5-3 0 0,1 3-2 0,-1 5-4 15,0 4-8-15,1 7 2 0,-3 1-4 0,1 1-4 16,0 2-18-16,-1 1-21 0,4-2-29 0,-2 4-25 16,-1 3-20-16,-1 8-15 0,0-9-87 0,-1 10-202 15,-5-11 89-15</inkml:trace>
  <inkml:trace contextRef="#ctx0" brushRef="#br0" timeOffset="207441.64">24014 7268 53 0,'-9'-1'194'0,"9"1"-2"0,-10-6-1 15,5 5 1-15,5 1-8 0,-8-4-10 0,8 4-16 16,-7-2-18-16,7 2-19 0,0 0-14 0,0 0-11 16,0 0-9-16,0 0-8 0,0 0-7 0,40-2-1 15,-9 2-20-15,4-2-20 0,16-2-29 0,1 1-31 16,6-2-43-16,2-4-38 0,1 5-44 0,-3 4-151 16,-2-6-331-16,-6-1 146 0</inkml:trace>
  <inkml:trace contextRef="#ctx0" brushRef="#br0" timeOffset="209279.28">30344 3577 44 0,'-10'0'150'0,"-1"0"13"0,-1-2-12 0,1 0-6 15,-1 1-3-15,0 1-13 0,-1-2-3 0,-1 2-19 16,4 0-8-16,-4 0-7 0,0 0-6 0,1-1 1 16,-1-2-5-16,1 4-6 0,1-1-6 0,1 0-6 15,1 0-5-15,10 0 0 0,-13 0-11 0,13 0 2 16,-10 2-6-16,10-2-4 0,0 0-7 0,0 0-3 15,-8-3-1-15,8 3-2 0,0 0 9 0,0 0 2 16,50 6-2-16,-13-5 9 0,23 0 0 0,34 2-8 16,5-8 2-16,11 0-2 0,7 3-5 0,4 1-1 15,9-4-4-15,-7 8-2 0,5-3 4 0,-12-2 3 16,-3-2 4-16,-2 5-28 0,-10-2 2 0,-9 1-1 16,-26 0-2-16,24 3 1 0,-30-3-2 0,5-2 1 15,-1 5-1-15,29-4 0 0,-33 1 0 16,-2 3 1-16,0-3-3 0,-6 2 1 0,-12-1-2 0,-3 1 1 15,-3-3-2-15,-6 4 31 0,-6-3-6 16,-3 0 0-16,-1-4-13 0,-7 4-8 0,-2 0-15 16,-9 0-23-16,13-1-47 0,-13 1-74 0,0 0-78 15,0 0-179-15,-45-11-444 0,8 7 196 0</inkml:trace>
  <inkml:trace contextRef="#ctx0" brushRef="#br0" timeOffset="209856.28">30102 2909 8 0,'0'0'184'0,"0"-14"1"0,3 7-8 15,-2-2-31-15,-1 0-5 0,0 9 12 0,1-13-11 16,-1 5-3-16,3 2 6 0,-3 6-14 0,0-13-2 16,0 13 2-16,1-9-8 0,-1 9-2 0,0-8-11 15,0 8-2-15,0 0-18 0,0-9-9 0,0 9-10 16,0 0-7-16,0 0-5 0,1-7-15 16,-1 7-6-16,0 0-8 0,0 0-4 0,0 0 0 15,0 0-7-15,3 26-1 0,0-8 4 0,-1 14 6 0,5 12-3 16,-3 9 2-16,2 5-1 0,-2 29-6 0,1 0 4 15,-4 0-1-15,0-3-5 0,1-4-1 0,-4-19-2 16,4 25 1-16,-2-2-5 0,2-2 4 16,1 0 0-16,2-22-3 0,2 23 1 0,-3-23 1 15,4 20-1-15,-3-23 5 0,2-4-8 0,-4-2-1 16,4-2 1-16,-5-14 1 0,2 0-5 0,-1 1 7 16,-1-5-4-16,1 1 2 0,-4-3-3 0,2-2 2 15,-2 0 1-15,1-7-3 0,0-3-2 0,-2-1-21 16,1-5-26-16,-2 6-26 0,1-6-31 0,2-11-35 15,-5 17-53-15,5-17-45 0,-3 12-196 0,3-12-464 16,0 0 206-16</inkml:trace>
  <inkml:trace contextRef="#ctx0" brushRef="#br0" timeOffset="213910.01">30174 3596 28 0,'-1'7'28'0,"1"-7"1"0,0 0 1 0,0 0-3 16,0 0-3-16,0 0-3 0,0 10 8 0,0-10-1 15,0 0 11-15,0 0 10 0,0 0-3 0,0 0 1 16,0 0 0-16,0 0-1 0,0 0 1 0,0 0 3 16,0 0-9-16,0 0-1 0,0 0-2 0,0 0-1 15,0 0 8-15,0 0-4 0,0 0 5 0,0 0-6 16,0 0 8-16,0 0 2 0,0 0-2 0,0 0-3 15,0 0-2-15,0 0-1 0,0 0 0 0,0 0-4 16,0 0 1-16,0 0 3 0,5-25 2 0,-5 25-9 16,2-6 3-16,-2 6 3 0,3-9-1 0,-3 9 4 15,5-8 3-15,-4 2-7 0,-1 6-1 0,4-9-3 16,-4 9 4-16,3-9-3 0,0 2-2 16,0 3 1-16,-1-3-8 0,1 1-1 0,0-1-1 0,1 1-2 15,-4 6 11-15,6-15-1 0,-5 9-5 0,3-2-1 16,-3-1-3-16,6 0 0 0,-5 1-3 0,1-1-2 15,2 1 8-15,-4 0 5 0,3 0-2 0,-3-2-2 16,4 3-4-16,0-3-5 0,-2 3 0 16,0-3-3-16,0 1 6 0,-3 3 2 0,3-2-3 15,0 0 0-15,-2 0 1 0,1 2 0 0,0-4-3 0,0 3-5 16,2-1 0-16,2 0-1 0,-3-3-3 0,1 1 1 16,-2 3 5-16,2-3-3 0,0 1 0 15,0-1-5-15,0 0 4 0,1-2-1 0,-1 3-6 16,-1 1 2-16,3-2 2 0,-1 0-1 0,0 1 8 15,-2 2 3-15,0 1-8 0,2-1 4 0,0-2-3 16,2 1-3-16,-1-1 1 0,-1 0 0 0,4 0 1 16,-5 1-5-16,1-1 2 0,2-1-1 0,-2 1-1 0,0 3-5 15,2-2 4-15,0-1-4 0,1 2 4 0,-2-2-1 16,3 3-1-16,-1-3-4 0,-1 1 6 16,1 1-5-16,2-1 3 0,-1 1 3 0,-4 3 14 15,0-4-1-15,3 4-2 0,-4-1-4 0,1 0 1 16,-1-1 0-16,4 0-4 0,-2 2-1 0,-1-1 0 15,-5 5-3-15,6-8 1 0,-6 8-4 0,7-6 4 16,-3 2-2-16,-4 4 2 0,8-4-3 0,-8 4 2 0,8-5-5 16,-3 1 1-16,-5 4-1 0,11-6 0 15,-8 3-3-15,4 0 0 0,-7 3 3 0,10-6-3 16,-5 4 0-16,-5 2 0 0,10-2 1 0,-10 2-1 16,9-4-1-16,-9 4 1 0,10-3-29 0,-4 3 2 15,-6 0 3-15,11-2 5 0,-11 2 2 0,12-1 4 16,-12 1-7-16,10 0 5 0,-10 0 1 0,0 0 0 15,12 1 4-15,-6 1-3 0,-6-2 0 0,9 0 3 16,-9 0 7-16,7 0-6 0,-7 0 0 0,8 5-3 16,-8-5 5-16,8 4 2 0,-8-4-1 0,7 8 0 15,-3-5 4-15,1-1-4 0,-5-2 2 0,8 9 2 16,-4-4-3-16,1-2 2 0,-3 3 1 0,-2-6-2 16,8 10 2-16,-5-7 2 0,2 3 0 0,-1 0 2 15,-2 1-3-15,3 0-3 0,0 0 3 0,1 1 0 16,-4-2 1-16,3 0 0 0,-1-1 1 0,1 3-1 15,-1 1 2-15,-1-1 1 0,0-2 0 0,3 3-4 16,-4 0 5-16,2 0 0 0,-3-1 0 0,3 0 0 16,0-2-3-16,0 4 1 0,-1-2 0 0,1 1-4 15,0 0 1-15,-1 1-2 0,2-2 2 0,-3-1 0 16,1-1 3-16,-1 2-2 0,1-2 1 0,0 1 2 16,-2 0 1-16,1 0-2 0,1 0-2 15,-2 1 0-15,-1-8 2 0,3 13-1 0,-2-7 0 0,2 1 7 16,-1 0 6-16,-1-1 1 0,1 1-2 15,-1 2-2-15,0-3-1 0,-1-6 1 0,4 13-2 16,-1-7 2-16,-1 1-3 0,-2-1 0 0,3 1-1 16,-3-7 1-16,1 12-2 0,2-5 1 0,-3-7-6 15,1 13 7-15,0-8 0 0,1 1 5 0,-1 2 0 0,1-3-3 16,1 3 2-16,-3 0-2 0,2-1 2 16,0 0-7-16,-2-7 0 0,3 11 6 0,-3-3-5 15,2-1 2-15,-2-7-1 0,2 11-3 0,0-4 8 16,-2-7-8-16,2 9 0 0,-2-9-1 0,1 10 1 15,1-5-2-15,-2-5 4 0,1 10-3 0,2-6 1 16,-3-4-5-16,1 7 2 0,-1-7 10 0,3 10-11 16,-3-10 5-16,3 7-3 0,-3-7 0 0,3 8-2 15,-3-8 1-15,2 9 2 0,-2-9-1 0,2 9 2 16,-1-4-1-16,-1-5 0 0,0 0-1 0,4 9 3 16,-4-9-3-16,1 6-1 0,-1-6 2 0,1 7 0 15,-1-7 0-15,2 7-2 0,-2-7 3 0,2 6-4 16,-2-6 6-16,3 6-3 0,-3-6 1 0,0 0-3 15,2 9-6-15,-2-9 6 0,0 0 0 0,2 6 1 16,-2-6-1-16,0 0 3 0,0 0-4 0,1 9 4 16,-1-9 0-16,0 0-1 0,2 6 1 0,-2-6-3 15,0 0 3-15,4 6-2 0,-4-6 3 0,0 0-1 16,0 0 3-16,0 0 3 0,3 9-5 16,-3-9-3-16,0 0 0 0,0 0 1 0,0 0-1 15,1 6 4-15,-1-6-5 0,0 0 0 0,0 0 1 0,0 0 2 16,4 5-4-16,-4-5 4 0,0 0-1 0,0 0 0 15,0 0 0-15,0 0-2 0,2 6 3 0,-2-6 2 16,0 0-4-16,0 0 3 0,0 0-3 0,0 0 3 16,0 0-1-16,2 7-1 0,-2-7-1 0,0 0 0 15,0 0 0-15,0 0 0 0,0 0 1 16,0 0 5-16,0 0-8 0,0 0 1 0,0 0-2 16,4 4 4-16,-4-4-4 0,0 0 3 0,0 0 0 15,0 0-3-15,0 0 4 0,0 0-2 0,0 0-2 16,0 0 4-16,0 0-1 0,0 0-1 0,0 0-4 15,0 0 5-15,0 0-4 0,0 0 7 0,0 0-4 16,0 0 1-16,0 0-1 0,0 0-2 0,0 0 11 16,0 0-11-16,0 0 0 0,0 0 2 0,0 0 0 15,0 0-1-15,0 0 1 0,0 9 1 0,0-9-1 16,0 0-1-16,0 0-1 0,0 0 2 0,0 0 1 16,2 7 0-16,-2-7-3 0,0 0 2 0,0 0 0 15,3 9 0-15,-3-9-1 0,1 6 3 0,-1-6-3 16,0 0 3-16,1 10-1 0,-1-10-1 0,2 6 4 15,-2-6-2-15,0 0-1 0,1 13 2 0,-1-13-5 16,0 0 2-16,1 11 1 0,-1-11 2 0,0 0-3 16,5 12-2-16,-5-12 6 0,1 9-5 0,-1-9 2 15,0 0-3-15,3 12-3 0,-3-12 7 0,0 0-3 16,1 9 3-16,-1-9-1 0,0 0 0 0,3 10-1 16,-3-10 3-16,1 11-4 0,-1-11 1 0,1 9-2 15,-1-9 2-15,3 11 0 0,-3-11-1 16,1 13 2-16,-1-13 0 0,3 12 0 0,-3-12-1 15,2 12 2-15,-2-12 2 0,2 15-4 0,-1-8 0 16,-1-7 2-16,3 12-2 0,-3-12-2 0,2 13 5 0,2-6-6 16,-4-7 6-16,2 12-3 0,-2-12 2 15,4 13 1-15,-3-5-5 0,-1-8 4 0,3 11 3 16,-3-11-6-16,3 11 3 0,-3-11 1 0,3 11 2 16,-3-11-2-16,4 12 4 0,-1-6 0 0,-3-6-4 15,5 12 2-15,-5-12 4 0,5 13 2 0,-2-8 2 16,-3-5 0-16,3 12 1 0,-3-12 2 0,6 15-1 15,-4-9 10-15,-2-6 15 0,7 13-12 0,-5-7 3 16,4 0 1-16,-6-6-2 0,9 14 8 0,-5-9-6 16,1 4-6-16,-5-9-2 0,7 12-1 0,-2-6-3 15,0-1 0-15,-5-5-4 0,10 14 3 0,-5-9-1 16,3 3 5-16,-3-2 1 0,3-1 2 0,-3 1-2 16,-5-6-2-16,13 12-1 0,-6-8 0 0,1 2 7 15,-3-2-3-15,4 1-4 0,-1 1 6 0,-1 0 1 16,-7-6 3-16,13 8 7 0,-13-8-7 0,15 9 2 15,-9-4-1-15,0-3 6 0,4 2 5 0,-10-4-5 16,16 6 11-16,-10-4-4 0,-6-2 5 0,20 4-14 16,-8-2 2-16,-1 0-3 0,-2-1 0 0,-9-1 0 15,22 2-3-15,-14-2 1 0,-8 0 0 0,20-2-3 16,-10 2-2-16,-10 0-1 0,15-1 0 0,-15 1 6 16,13-3-10-16,-4-1-3 0,-9 4-3 0,17-5 0 15,-9 3 0-15,-8 2-1 0,14-6 2 0,-7 2-10 16,2-1 1-16,-1-1 1 0,2 2 2 0,0-1-4 15,-4 0 2-15,3-1-3 0,-2-1 0 0,2 1 0 16,0-1-1-16,-1 1-5 0,2 1 2 0,-2-2 1 16,-3 2 2-16,1-1 0 0,2 0-1 0,-3-1-8 15,1-1 3-15,3 1 2 0,-3 0-1 0,1 0 0 16,-3 2 4-16,1-5-1 0,0 3 5 0,0-2-8 16,0-1 1-16,2 2-3 0,-3-3 0 0,1 3 1 15,-1-1-1-15,-1-2 2 0,1 1 3 0,-2 1-2 16,1 0-2-16,1-3-7 0,1 1 5 0,-4-3 5 15,3 3-5-15,-1-1 0 0,-1-1 1 0,2 3 0 16,-2-2-1-16,3 1-4 0,0-5 7 0,-1 4-2 16,-1 0-4-16,0 0 4 0,0 0-3 0,2 0-3 15,-3 0 4-15,1 0-1 0,1-2-6 16,-4 1-2-16,3 1-1 0,-1-1-2 0,3-2-1 0,-3 5 4 16,2-6-2-16,-2 5-1 0,0-2 5 0,1 1 0 15,-1-4-4-15,1 0-1 0,1 5 16 0,-2-3-15 16,1 3 2-16,0-6 0 0,1 1 1 0,0 1-8 15,-1 2 1-15,-1 1 17 0,1 1-9 0,1-5-3 16,-3 3 2-16,4 3 0 0,-2-4 5 16,-2 4-8-16,1-2 3 0,1 1 4 0,0-1-2 15,-1 2 6-15,-2 1 3 0,4-3-8 0,-3 6 2 0,1-1 1 16,0-2 5-16,0-1-3 0,-1 3 3 0,4-5-8 16,-4 5 4-16,2-5 0 0,-1 3 7 15,1-1-14-15,-1 2 10 0,1-2-3 0,1 2 9 16,-2-1-12-16,1-1 7 0,1 1 0 0,-2 1-3 15,2 1-1-15,-2-1 9 0,1 0-3 0,0 1 0 0,-1 1-11 16,2-4 3-16,-1 5 4 0,-1-3-1 0,1 1-7 16,-1-1 10-16,5 0-3 0,-4 2 0 15,-1 0 12-15,0-1-21 0,2-1 10 0,0 1 0 16,0-1 1-16,1 0 3 0,1-1-3 0,-3 3-2 0,1-2-3 16,2 1 8-16,-1-2 10 0,0 3-1 0,0 2-16 15,-1-2 5-15,-1 1 6 0,2 0-7 0,-1-1 9 16,1 2-11-16,-5 4 4 0,6-9-5 0,-1 4 2 15,0 1 1-15,1 0 0 0,0 0 2 0,-1-1-5 16,0 1 6-16,2 1 2 0,0-3 1 16,-2 2-9-16,2 2 7 0,2-2-6 0,-3 1-1 15,3-1 6-15,0 1 2 0,-1 0-8 0,-8 3 5 0,13-7-1 16,-4 6 1-16,-3-1-3 0,-6 2 6 0,10-4-10 16,-5 1 3-16,-5 3-9 0,0 0 12 0,9-2-8 15,-4-1 10-15,-5 3-8 0,12 0 3 0,-12 0-2 16,10 0 5-16,-10 0-3 0,13 0 3 15,-13 0 0-15,11 0-1 0,-4 2-3 0,-7-2 4 16,12 2-9-16,-5-2 9 0,-1 3-3 0,-6-3-2 0,13 2-1 16,-5 1 3-16,-8-3-2 0,14 5 6 15,-8-4 8-15,3 3-11 0,-3-1-1 0,1 0 0 16,1 1-3-16,-3-1-10 0,5 2 12 0,-5 0 2 16,3 0 3-16,-2-1-5 0,0 2 4 0,1-1-10 15,-1 2 9-15,2 1-6 0,1-1 6 0,-4-2-1 16,-1 2-2-16,1 2 0 0,-1-2 3 0,2-1 3 15,0 1-5-15,-1 2 5 0,-1-2 4 0,-1 0-7 0,1 0 3 16,1 2-4-16,-1-3 6 0,1 3-6 16,-1-2 0-16,-1 1 6 0,1 3-6 0,0-2-3 15,0-1 5-15,-1-1 2 0,-1 1 2 0,2 2-1 16,1-2-2-16,-1 2-2 0,0-1 0 0,-2-3 1 16,2 4 1-16,-1-3-2 0,-2 1-1 0,2 1 5 15,-2-1-4-15,1-1 1 0,0-2-1 0,0 3 2 16,1-2 0-16,-2 5-2 0,1-5 1 0,0 1-5 15,-2-7 3-15,4 11-2 0,-3-4 3 0,-1-7-3 16,1 11 1-16,1-7 5 0,-2-4-3 0,2 13 4 16,-1-6-8-16,-1-7 5 0,3 12 11 0,-2-7-4 15,1 5 6-15,-2-10-24 0,1 16 11 0,0-9 5 16,0 2 2-16,2-2-5 0,-2 0 0 0,-1 3 1 16,1-2 6-16,1-1 12 0,-2-7-18 0,1 15 2 15,0-7-4-15,0 0 16 0,1-1-21 0,-2-7 6 16,0 13-4-16,2-4 8 0,0-2 2 0,-2 0-3 15,0-7 0-15,0 15 8 0,1-8-3 0,-1 0 1 16,1 0-3-16,0 1 5 0,1 1-8 0,-1 0 6 16,0-2 0-16,-1-7-1 0,2 20 5 0,0-11-7 15,0-2 0-15,-1 1 1 0,-1-8 0 0,2 18-3 16,2-8-1-16,-4-10-2 0,3 14 3 0,-1-6 2 16,-2-8-1-16,3 13 1 0,-1-4-4 0,0 1 0 15,-2-10-2-15,6 16 1 0,-3-11-8 0,-3-5 19 16,2 15-11-16,-2-15-7 0,3 16 5 0,-3-9 0 15,3 1 5-15,0 3 1 0,-2-1-5 0,2 1 0 16,-1-2-2-16,1 0 9 0,0 0-5 0,-1 1 2 16,1-1-6-16,1 1 5 0,-2 0-7 0,1-1 9 15,-3-9 1-15,5 18 3 0,-3-9-1 0,-1 1 2 16,3-1-4-16,-1 1 6 0,-1-1 2 0,0 1 2 16,2-3-2-16,-3 3-5 0,0 0 3 0,-1-10 1 15,4 15-8-15,-4-15 2 0,5 14-1 0,-5-14 4 16,0 0-3-16,0 0 1 0,0 0 0 0,0 0-3 15,12 44-6-15,-12-44 8 0,0 0 2 0,0 0-8 16,7 32 6-16,-7-32 2 0,0 0 5 0,0 0-3 16,10 36-1-16,-10-36 5 0,0 0-3 0,0 0 1 15,7 32 5-15,-7-32-2 0,0 0-6 0,0 0 2 16,9 26-1-16,-9-26 0 0,0 0 2 16,0 0-4-16,0 0-6 0,0 0 3 0,9 29 1 15,-9-29-2-15,0 0 4 0,0 0-4 0,0 0 1 0,0 0 0 16,0 0-2-16,0 0 1 0,15 20 5 0,-15-20-2 15,0 0 1-15,0 0-3 0,0 0-11 0,0 0-16 16,36 13-17-16,-36-13-30 0,0 0-47 0,0 0-48 16,42 0-40-16,-42 0-28 0,0 0-37 15,42-6-72-15,-42 6-64 0,0 0-223 0,45-22-676 16,-30 9 300-16</inkml:trace>
  <inkml:trace contextRef="#ctx0" brushRef="#br0" timeOffset="-214690.44">32471 3567 4 0,'0'0'31'0,"-7"5"2"0,7-5-4 16,0 0 0-16,-8 2 2 0,8-2-10 0,-5 4 4 15,5-4-2-15,0 0 1 0,0 0-3 0,0 0 6 16,-14 3-2-16,14-3-3 0,0 0 10 0,0 0 0 15,-10 3-7-15,10-3 5 0,0 0-4 0,-9 4 0 16,9-4 7-16,0 0 6 0,0 0 6 0,-11 3-2 16,11-3 8-16,0 0-4 0,0 0 7 0,0 0 6 15,0 0-1-15,0 0 1 0,0 0 8 0,-11 0-2 16,11 0 0-16,0 0-4 0,0 0 3 16,0 0-7-16,0 0-5 0,0 0-6 0,0 0 6 15,0 0-3-15,0 0 3 0,0 0-6 0,0 0 0 16,32 0-2-16,-19 0 1 0,6-2-9 0,2 2 1 15,7 2 2-15,1-2 5 0,3-2 2 0,-32 2-7 0,65 2 31 16,-33-2-6-16,-32 0-6 0,67 2-9 0,-35 0 0 16,-32-2-8-16,64 1-2 0,-34 1-2 0,-30-2-5 15,56 0 1-15,-56 0-3 0,49-2-3 16,-49 2 6-16,42-1 5 0,-42 1-2 0,35 0-3 0,-35 0-1 16,0 0-3-16,53 1 0 0,-53-1-1 15,0 0 6-15,36-1-1 0,-36 1 0 0,0 0 0 16,0 0 2-16,0 0-2 0,0 0 5 0,41 0-8 15,-41 0 1-15,0 0-7 0,0 0 8 0,0 0-5 16,0 0-1-16,0 0-7 0,0 0 3 0,0 0-8 16,0 0 2-16,0 0 2 0,0 0-4 0,0 0-2 15,0 0-1-15,0 0-9 0,0 0-11 0,0 0-23 16,0 0-23-16,0 0-33 0,0 0-27 0,0 0-44 16,0 0-44-16,0 0-44 0,0 0-179 0,0 0-459 15,0 0 203-15</inkml:trace>
  <inkml:trace contextRef="#ctx0" brushRef="#br0" timeOffset="-213854.8">30155 4429 2 0,'9'-4'21'0,"-9"4"-6"0,0 0-11 15,0 0-11-15,0 0-9 0,0 0 4 0</inkml:trace>
  <inkml:trace contextRef="#ctx0" brushRef="#br0" timeOffset="-212636.36">30202 4407 8 0,'0'0'11'0,"0"0"-5"16,0 0 4-16,6-6 5 0,-6 6 2 0,0 0 8 15,0 0 9-15,0 0-6 0,0 0-2 0,0 0 5 16,7-6 5-16,-7 6 6 0,0 0 6 0,0 0-3 16,0 0 1-16,0 0 3 0,0 0 4 15,0 0-3-15,0 0 20 0,0 0-19 0,0 0-1 16,0 0 1-16,0 0 4 0,0 0-7 0,0 0 7 15,0 0-8-15,0 0 1 0,0 0 0 0,0 0 10 16,1-12-9-16,-1 12 11 0,0 0 1 0,0 0 0 0,0 0 3 16,0 0-1-16,0 0 1 0,0 0 0 0,0 0 2 15,0 0 1-15,4-7-2 0,-4 7 2 0,0 0-4 16,0 0 0-16,0 0-1 0,0 0-5 16,0 0-6-16,0 0-1 0,0 0-6 0,0 0-8 15,0 0-2-15,0 0-2 0,0 0-6 0,0 0 2 16,0 0-11-16,0 0-1 0,0 0-1 0,0 0-4 15,0 0-3-15,0 0 0 0,0 0-2 0,0 0 1 16,0 0-4-16,0 0 4 0,0 0-4 0,0 0 2 0,0 0-5 16,0 0 9-16,0 0-3 0,0 0 9 15,-1 33 4-15,1-33-7 0,-3 12 1 0,3-12 0 16,0 16 3-16,-2-8-1 0,2-8-3 0,-2 20-2 16,2-12-1-16,2 3-8 0,-2-11 10 0,-2 21-5 15,1-9 3-15,1-12 1 0,0 20-1 0,0-7-4 16,0 3 14-16,-1-2 1 0,1-3-2 0,-2 4-4 15,2 2-6-15,0 0 6 0,-1-5-1 0,0-1-3 16,-1 5 1-16,1 0-2 0,0-4 2 0,-2-1 0 16,2 2-1-16,-1-2 0 0,0 0-2 0,2 2-9 15,-2-1 8-15,2-1 0 0,-3 2-1 0,2-1 4 16,0 1 0-16,-2-3 5 0,3 3 3 0,-4-2-4 16,3-2-1-16,0 3 1 0,-1-2-2 0,2-10-1 15,-1 19 2-15,0-12-2 0,0 3 0 0,1-10-2 16,0 19 1-16,-2-9-2 0,2-10-2 15,-2 17-1-15,2-9 2 0,0-8-4 0,0 18 4 16,0-18-6-16,0 17 5 0,-2-10-3 0,2-7 2 16,0 14-3-16,0-14-2 0,-2 13 1 0,2-13 3 15,0 14-1-15,0-14-9 0,2 17 21 0,0-10 2 0,-2-7 2 16,0 17-2-16,0-8 1 0,0-9-5 16,0 17 0-16,0-8-4 0,1 0 0 0,-1-9 0 15,0 0-2-15,-1 28 3 0,1-28 0 0,0 21-1 16,0-21-1-16,-4 14 0 0,4-14 0 0,-1 16 2 15,1-16-2-15,0 20 1 0,-3-10-3 0,3-10 1 16,-1 20-3-16,1-8 2 0,0-12 0 0,-1 20 4 16,1-20-7-16,-3 18 0 0,3-18 2 0,-1 18-2 15,-1-9 6-15,2-9-5 0,-1 16 0 0,1-16-1 16,0 16 5-16,0-16-4 0,0 18 1 0,0-18-3 16,0 15 3-16,0-15-1 0,0 16-1 0,0-16 2 15,1 14-5-15,-1-14 4 0,2 15-12 0,-2-15 16 16,1 14 5-16,-1-14-4 0,0 13 1 0,0-13 1 15,3 17-1-15,-3-17 7 0,3 18 0 0,-3-18 4 16,2 17 2-16,-2-17-20 0,1 16 16 0,-1-16 2 16,2 17 3-16,-2-17-3 0,2 18 3 0,-1-9 3 15,-1-9-11-15,4 19 0 0,-3-9 2 0,-1-10 1 16,3 21 9-16,-2-12-7 0,-1-9 4 16,3 19-2-16,0-10-5 0,-3-9 3 0,3 13-5 0,-3-13-3 15,1 13 9-15,-1-13-1 0,0 0-10 0,4 16 2 16,-4-16-4-16,0 0-1 0,1 13 0 0,-1-13-6 15,4 12-1-15,-4-12 7 0,0 0 1 0,0 0 3 16,1 15-7-16,-1-15-6 0,0 0 5 0,3 13 5 16,-3-13-5-16,1 15 3 0,-1-15 7 15,3 19 14-15,-2-5 6 0,0-3-3 0,1 2-4 16,0-1-7-16,3 4-2 0,-3 1 3 0,2-2-2 16,-4-15-3-16,7 28 4 0,-4-12-14 0,-1-5 12 0,2 4-2 15,-4-15 12-15,5 25 6 0,-2-15-5 0,-3-10-3 16,4 23-4-16,-4-23-3 0,3 21 4 0,0-9-6 15,-3-12 3-15,2 17-1 0,-2-17-10 16,3 18 8-16,-3-18-12 0,0 0 13 0,1 20 2 16,-1-20-1-16,0 0-2 0,0 19-3 0,0-19 5 15,0 0-4-15,0 0-7 0,0 16 2 0,0-16 1 16,0 0-1-16,0 0-2 0,4 18 0 0,-4-18-1 16,0 0 5-16,0 0-4 0,0 0-10 0,0 17-12 15,0-17-10-15,0 0-27 0,0 0-32 0,0 0-19 0,0 0-27 16,0 0-23-16,0 0-26 0,0 0-36 15,0 0-66-15,0 0-77 0,-20 1-204 0,20-1-608 16,0 0 269-16</inkml:trace>
  <inkml:trace contextRef="#ctx0" brushRef="#br0" timeOffset="-209707.91">23831 4902 28 0,'0'0'83'16,"0"0"-13"-16,0 0 5 0,0 0-5 0,0 0-11 15,0 0-8-15,0 0-3 0,0 0 1 0,0 0-11 16,0 0-3-16,0 0-7 0,0 0-2 0,0 0-4 15,0 0 2-15,-7 7-1 0,7-7-5 0,-9 4 1 16,9-4-5-16,-8 3-2 0,8-3 4 0,-6 2-8 16,6-2 14-16,0 0-6 0,-5 3 3 0,5-3 6 15,0 0 3-15,0 0-2 0,-9 2 5 0,9-2-3 16,0 0-1-16,0 0-3 0,0 0-5 0,0 0 1 16,0 0 3-16,0 0-3 0,0 0-4 0,0 0-2 15,0 0 4-15,0 0-13 0,0 0 20 0,0 0-13 16,0 0-5-16,0 0-1 0,0 0 2 0,0 0 1 15,0 0 2-15,15 9 3 0,-7-7 6 16,3-2-2-16,2 1 3 0,4-2-1 0,3 1 2 0,7-3 5 16,4-1 3-16,-1-2-2 0,2 1 6 0,4-1 0 15,-3-2-6-15,2 1 0 0,-2 1 0 0,-2 0-8 16,-4 1 4-16,-6 1-7 0,0 2 0 0,-5-2 1 16,-2 2-7-16,-1-1 2 0,-6 1-3 0,1 1-4 15,-8 1 5-15,12-1-4 0,-12 1 2 0,9-3-2 16,-9 3-2-16,6-1-2 0,-6 1 3 0,0 0 0 15,0 0 1-15,10-2-2 0,-10 2 1 0,0 0 2 16,0 0-3-16,0 0 1 0,0 0-3 0,8 0 1 16,-8 0-2-16,0 0-1 0,0 0-6 0,0 0-16 15,0 0-15-15,0 0-16 0,0 0-25 0,0 0-18 16,0 0-14-16,0 0-11 0,0 0-106 0,0 0-243 16,0 0 108-16</inkml:trace>
  <inkml:trace contextRef="#ctx0" brushRef="#br0" timeOffset="-208967.54">24129 4741 35 0,'0'0'118'0,"-7"-3"-12"0,7 3-6 0,0 0-9 0,0 0 0 15,0 0-10-15,-6-7 0 0,6 7-1 0,0 0-9 16,-5-4 1-16,5 4 7 0,0 0-5 15,-4-6-2-15,4 6-4 0,0 0 2 0,0 0-8 16,0 0-6-16,-3-7-1 0,3 7-6 0,0 0-1 16,0 0-8-16,0 0-1 0,0 0-1 0,0 0-6 0,0 0-1 15,0 0-8-15,-4-5-2 0,4 5 4 0,0 0-4 16,0 0-6-16,0 0-4 0,0 0 1 0,0 0-3 16,0 0-1-16,0 0-2 0,0 0 2 15,-17 3 0-15,17-3-1 0,0 0-6 0,-11 2 4 16,11-2-2-16,0 0 3 0,-13 0 4 0,13 0-6 0,0 0 0 15,-10 0 1-15,10 0-4 0,0 0-2 0,-9-2 5 16,9 2 0-16,0 0-2 0,-9-3 2 16,9 3-7-16,0 0 4 0,-9-4-2 0,9 4-1 15,0 0 2-15,-5-4 2 0,5 4 2 0,0 0-2 16,0 0-5-16,0 0 5 0,0 0-3 0,0 0-3 0,0 0 6 16,0 0-2-16,0 0-5 0,0 0 5 15,0 0-8-15,0 0 4 0,-12 0-1 0,12 0 0 0,0 0-2 16,-1 13 0-16,1-13 2 0,0 11 1 15,-1-2 4-15,1 2 1 0,-2 0-2 0,4 0-4 16,-2 3-1-16,1 1 3 0,-1 0-3 0,1 4 11 0,2-2-8 16,-2 0 0-16,2 2 6 0,-1 0 4 15,-1 9 1-15,2-5 1 0,-2 1-1 0,1-5-3 16,-1 2-1-16,0 3-1 0,-1-6 0 0,0-2 5 16,0 0 0-16,0-4-3 0,1 0 1 0,-1 0 1 15,0-1-1-15,0-3 4 0,-1-1 4 0,1-7-8 0,0 13 5 16,0-13-3-16,0 9 6 0,0-9-6 0,0 7 3 15,0-7 1-15,0 0-1 0,0 0-2 0,-1 9-1 16,1-9 4-16,0 0 0 0,0 0 1 0,0 0-2 16,0 0-9-16,0 0-15 0,0 0-34 15,0 0-48-15,0 0-30 0,0 0-44 0,0 0-116 0,-4-27-308 16,5 16 137-16</inkml:trace>
  <inkml:trace contextRef="#ctx0" brushRef="#br0" timeOffset="-207789.89">30180 3644 11 0,'0'0'75'0,"0"0"-5"16,0 0-2-16,0 0-4 0,0 0 2 0,0 0-2 15,0 0 8-15,0 0-13 0,-4-6-10 0,4 6 5 16,0 0-17-16,0 0 6 0,0 0-7 0,0 0-6 16,0 0-1-16,0-10-6 0,0 10-9 0,0 0-3 15,0 0 5-15,0 0-5 0,0-11-11 0,0 11-9 16,0 0-19-16,2-9-1 0,-2 9-7 0,-3-8 1 16,3 8 2-16,3-9-22 0,-3 9 3 0,2-13-4 15,1 6 1-15,-1 0-31 0,2-4-93 0,1 3 41 16</inkml:trace>
  <inkml:trace contextRef="#ctx0" brushRef="#br0" timeOffset="-205204.63">31020 3600 56 0,'0'0'44'0,"0"0"-3"15,0 0 1-15,0 0-6 0,0 0 2 0,0 0-7 16,0 0 7-16,0 0-7 0,0 0 3 0,0 0-3 15,0 0 1-15,0 0-1 0,0 0-1 0,0 0 4 16,0 0-6-16,0 0 6 0,0 0 9 0,0 0-3 16,0 0-2-16,0 0 7 0,0 0 0 15,0 0 3-15,0 0-8 0,0 0 1 0,0 0-7 16,0 0 4-16,0 0 1 0,0 0-6 0,0 0 1 16,0 0-9-16,0 0 4 0,0 0 1 0,0 0-4 15,0 0-4-15,0 0 3 0,0 0-2 0,0 0-4 16,0 0 1-16,0 0-1 0,0 0-3 0,0 0 3 15,0 0-11-15,0 0 12 0,0 0-11 0,0 0 5 16,0 0-9-16,0 0 5 0,0 0-6 0,0 0-2 16,0 0 2-16,0 0 1 0,0 0 1 0,0 0 1 15,0 0 1-15,0 0-1 0,0 0-6 0,0 0 7 16,0 0-2-16,0 0 0 0,0 0-2 0,0 0 4 16,0 0-4-16,0 0 2 0,0 0-1 0,0 0 0 15,0 0 2-15,0 0 0 0,0 0-6 0,0 0 9 16,0 0 0-16,-3-16-5 0,3 16-2 0,0 0-2 15,0 0 1-15,6-6 2 0,-6 6-5 0,0 0-2 16,6-5 11-16,-6 5-7 0,0 0 2 16,5-3-4-16,-5 3 3 0,0 0-4 0,6-5 2 0,-6 5 12 15,0 0-11-15,7-6-2 0,-7 6 9 0,0 0-11 16,5-6-1-16,-5 6 2 0,3-4 4 0,-3 4-1 16,0 0 2-16,3-4-4 0,-3 4 2 0,0 0-1 15,0 0-2-15,7-6 0 0,-7 6 5 0,0 0 4 16,0 0 0-16,5-3 7 0,-5 3-1 0,0 0 4 15,0 0 0-15,0 0 2 0,0 0 0 0,0 0-5 16,0 0 1-16,2-8-3 0,-2 8 1 0,0 0-1 16,0 0-5-16,0 0 5 0,0 0-4 0,0 0 6 15,0 0-4-15,0 0 2 0,0 0-2 0,0 0 6 16,0 0-6-16,0 0 1 0,3-7 3 16,-3 7-3-16,0 0 4 0,0 0 1 0,0 0-7 15,0 0 1-15,0 0 2 0,0 0-4 0,0 0 1 0,0 0-1 16,0 0 3-16,0 0-4 0,0 0 5 0,0 0-13 15,0 0 3-15,0 0 0 0,0 0-5 0,0 0-4 16,0 0 1-16,0 0 2 0,0 0 2 0,0 0 0 16,0 0 0-16,-28 12-2 0,21-6 6 15,-2 1-5-15,2-3 1 0,-1 1 3 0,2-1 1 16,0 1-5-16,-2 0 4 0,3-2-5 0,-4 3 4 16,2-2 0-16,2-1 0 0,5-3-1 0,-11 6-1 15,5-4 2-15,1 1 5 0,-1 1 0 0,6-4-1 16,-11 5-1-16,5-3 3 0,6-2 1 0,-7 3 0 15,7-3-3-15,-9 3 0 0,9-3 1 0,-7 2-6 16,7-2 3-16,0 0 1 0,-6 2 0 0,6-2-3 16,0 0 3-16,0 0-3 0,0 0 4 0,-6 3-6 15,6-3 8-15,0 0-7 0,0 0 5 0,0 0-3 16,0 0 3-16,0 0-3 0,0 0 4 0,0 0 4 16,0 0 3-16,0 0 13 0,0 0 0 0,0 0 13 15,0 0 8-15,0 0-7 0,0 0-6 0,0 0 0 16,0 0-10-16,0 0 3 0,12-18-3 0,-7 14-3 15,2-2-4-15,1-2 0 0,1 2-2 0,-1-1-6 16,1-1 5-16,0-2-8 0,3 3 3 0,-5-3-1 16,2 3-3-16,2 1 1 0,-3-3-3 0,2 4 4 15,-3-3-3-15,3 2-5 0,-3-1 4 16,-1 2 1-16,-1 0 3 0,-1 2-4 0,1-2 0 16,-5 5 2-16,8-6-3 0,-8 6 2 0,6-5-2 15,-6 5 0-15,3-4-1 0,-3 4 0 0,0 0-2 0,0 0 4 16,5-4-3-16,-5 4 0 0,0 0-1 0,0 0-4 15,0 0 4-15,0 0-2 0,0 0 3 0,0 0-5 16,0 0 5-16,0 0-4 0,0 0-2 0,0 0 3 16,0 0-1-16,0 0-1 0,0 0 0 15,0 0-2-15,0 0 5 0,-13 17-1 0,4-10 2 16,0 0 1-16,2 3-1 0,-2-4 0 0,0 6 2 16,-3-1 0-16,1 1 0 0,1-4-1 0,1 0 3 15,-2 0 6-15,-3 5-1 0,4-5 4 0,1 1-2 0,-1-1-3 16,-3 3 1-16,0 0-2 0,4-4 0 0,0-1 1 15,3 1-1-15,0-2 1 0,1-1-5 0,5-4 1 16,-8 7 0-16,1-3-1 0,5 0 1 16,2-4-2-16,-5 5 3 0,5-5 1 0,-5 6-1 15,5-6 2-15,0 0 1 0,0 0 4 0,0 0-1 16,-5 5 9-16,5-5 0 0,0 0 10 0,0 0 4 16,0 0 8-16,0 0 11 0,0 0 9 0,0 0-16 15,0 0 0-15,0 0-5 0,0 0-5 0,0 0-6 0,11-24-5 16,-6 15-4-16,3-1-4 0,3-1-2 15,2-2-8-15,-1 1 2 0,3-3-6 0,-1 1 1 16,-4 0 0-16,6 0-2 0,-5 1-3 0,-2 2 3 16,0 3 1-16,-1 0 0 0,-2 2-2 0,0 0 4 15,-1 0-4-15,1 2 4 0,-2 0-6 0,-4 4 3 16,6-6-1-16,-6 6 0 0,5-5 1 0,-5 5 1 16,5-4-2-16,-5 4 4 0,0 0-4 0,0 0 4 15,4-5-2-15,-4 5-2 0,0 0 2 0,0 0-4 16,4-6 1-16,-4 6 2 0,0 0 0 0,0 0 0 15,0 0-2-15,0 0 2 0,0 0-5 0,4-4 4 16,-4 4-7-16,0 0 2 0,0 0-7 0,0 0-7 16,0 0-15-16,0 0-12 0,0 0-11 0,0 0-17 15,0 0-18-15,0 0-42 0,0 0-50 0,-23 17-62 16,8-10-126-16,-1 0-402 0,-2 2 178 0</inkml:trace>
  <inkml:trace contextRef="#ctx0" brushRef="#br0" timeOffset="-200872.3">27559 4618 16 0,'0'0'41'0,"-13"-7"-8"0,13 7-3 0,0 0-10 16,0 0 3-16,0 0-10 0,0 0-4 0,0 0-3 15,0 0-6-15,0 0 3 0,0 0-1 0,0 0-1 16,0 0-2-16,0 0-1 0,0 0 5 0,0 0-5 16,0 0 4-16,0 0-2 0,0 0 0 0,0 0 0 15,0 0 0-15,0 0 2 0,0 0 4 0,0 0-3 16,0 0 3-16,0 0-1 0,0 0 2 0,0 0 3 16,3-12 1-16,-3 12 1 0,0 0 2 0,0 0-4 15,0 0 1-15,0 0-5 0,0 0-2 0,0 0 4 16,0 0 0-16,0 0-7 0,0 0 5 0,0 0-2 15,0 0 2-15,0 0-1 0,0 0-2 0,0 0-2 16,0 0 2-16,0 0 2 0,0 0 1 0,0 0 2 16,0 0 6-16,0 0-1 0,0 0 0 0,0 0 2 15,0 0-2-15,0 0 4 0,0 0-2 0,0 0 1 16,0 0-5-16,0 0 0 0,0 0 1 0,0 0-2 16,0 0 4-16,0 0-7 0,0 0-3 0,0 0 1 15,0 0-3-15,0 0 2 0,0 0 1 0,0 0-3 16,0 0 1-16,0 0-2 0,0 0-2 0,0 0-3 15,0 0-1-15,0 0 0 0,0 0-9 0,0 0-1 16,0 0-11-16,0 0-5 0,0 0-8 0,0 0-34 16,0 0-79-16,0 0 36 0</inkml:trace>
  <inkml:trace contextRef="#ctx0" brushRef="#br0" timeOffset="-199767.78">30989 3589 2 0,'4'6'0'0,"-4"-6"-1"0</inkml:trace>
  <inkml:trace contextRef="#ctx0" brushRef="#br0" timeOffset="-198644.46">32019 3573 5 0,'0'0'36'0,"0"0"-3"0,0 0-6 0,0 0-8 16,0 0 1-16,0 0-10 0,0 0 0 15,0 0-24-15,0 0-11 0,0 0-26 0,0 0 12 0</inkml:trace>
  <inkml:trace contextRef="#ctx0" brushRef="#br0" timeOffset="-196710.1">11733 9335 52 0,'-18'-3'94'0,"18"3"-8"15,0 0 0-15,0 0-13 0,0 0-8 0,0 0-1 16,0 0 1-16,0 0-17 0,0 0-3 0,0 0-5 15,0 0-3-15,0 0-4 0,0 0 0 0,0 0 4 16,0 0-9-16,0 0-9 0,0 0 2 0,0 0-7 16,0 0-5-16,0 0 4 0,-15 3-7 0,15-3-7 15,0 0-11-15,-7 3-4 0,7-3-22 0,-9 5-16 16,2-2-17-16,1 1-59 0,-4 0-140 0,-1 1 63 16</inkml:trace>
  <inkml:trace contextRef="#ctx0" brushRef="#br0" timeOffset="-191323.63">31155 3320 8 0,'0'0'63'0,"2"-7"0"0,-2 7-7 15,0 0 0-15,0 0-9 0,0 0 0 0,0 0-7 0,3-6-1 16,-3 6 1-16,0 0-12 0,0 0 1 15,0 0-4-15,0 0-1 0,-15 14 0 0,6-7-12 16,-4 6 12-16,-8 3-13 0,-2 4 2 0,-4 1-12 16,-2 2 12-16,-11 9-9 0,-1 0 11 0,-1 0 7 15,0 1-35-15,-2 0-30 0,3 1-65 0,-2-2-117 16,-2 1 51-16</inkml:trace>
  <inkml:trace contextRef="#ctx0" brushRef="#br0" timeOffset="-190399.76">31899 3670 50 0,'0'0'51'0,"0"0"-22"15,0 0-19-15,0 0-34 0,0 0-25 0,-9 3 11 16</inkml:trace>
  <inkml:trace contextRef="#ctx0" brushRef="#br0" timeOffset="-187316.25">17655 6932 14 0,'0'0'19'15,"-10"-1"-4"-15,10 1 1 0,0 0 1 0,0 0-6 16,-8-4-2-16,8 4-1 0,0 0 3 0,0 0-2 0,-9-2-3 15,9 2 2-15,0 0 2 0,0 0 0 0,0 0 4 16,0 0-3-16,0 0 7 0,-6-3 3 0,6 3-1 16,0 0 6-16,0 0-2 0,0 0 8 15,0 0-7-15,0 0 2 0,0 0-2 0,0 0 6 0,0 0-2 16,-5-6 2-16,5 6-2 0,0 0-4 0,0 0-2 16,0 0 1-16,0 0-2 0,-6-6-2 0,6 6-1 15,0 0-9-15,-4-5 13 0,4 5-2 0,0 0 4 16,0 0-5-16,-5-5 1 0,5 5 2 0,0 0-6 15,0 0-4-15,0 0-4 0,0 0 4 0,0 0 3 16,0 0-2-16,0 0 0 0,-7-4 0 0,7 4 2 16,0 0-1-16,0 0 1 0,0 0-2 0,0 0 1 15,0 0 7-15,0 0 0 0,0 0-13 0,0 0 0 16,0 0 2-16,0 0 4 0,0 0-5 0,0 0 0 16,0 0-13-16,0 0 9 0,0 0 1 0,0 0-7 15,0 0-5-15,0 0-1 0,0 0 3 0,0 0-1 16,0 0 9-16,-9 0 1 0,9 0-19 0,0 0 11 15,0 0-5-15,0 0 3 0,-7-5-2 0,7 5 2 16,0 0 7-16,0 0-2 0,0 0-4 0,0 0 3 0,0 0 1 16,0 0-1-16,0 0 4 0,0 0 2 15,0 0-11-15,0 0 2 0,-7-2 5 0,7 2-2 16,0 0-2-16,0 0-4 0,0 0 4 0,0 0-4 16,0 0 3-16,0 0 0 0,0 0 6 0,0 0-9 0,0 0 7 15,0 0 2-15,0 0-7 0,0 0 8 16,0 0-8-16,0 0 10 0,0 0-12 0,0 0 7 0,0 0-5 15,0 0 5-15,0 0-13 0,0 0 13 16,0 0-3-16,0 0-1 0,0 0 2 0,0 0 3 0,18-7-4 16,-18 7-1-16,10-1 0 0,-1-2 4 0,0-1-3 15,1 3 0-15,0-2 0 0,2 3-4 0,-1-3 10 16,5 3-6-16,-5-2 1 0,8 0 8 0,0-2-3 16,-1-2 0-16,1 1-9 0,-1 3 15 0,2-1-9 15,0 0 1-15,1 1-7 0,-2 1 5 0,0-1 4 16,-3-2-4-16,-2 4-4 0,3 0 1 0,-3-3 2 15,-1 4 11-15,0 1-13 0,-1-1 0 0,1 2-2 16,-1-3 4-16,-1 0-6 0,0 2 1 0,0-1 3 16,0-1 1-16,-1 2-4 0,1 0 11 0,-3-2-8 15,2 0 3-15,-1 0-4 0,-9 0-3 16,15 1 8-16,-7 0-3 0,1-1 3 0,-2 1-2 0,-7-1 4 16,17 2 2-16,-6-2-11 0,-2 3 17 0,-1-3-15 15,5 0 4-15,-2 0-3 0,0 4 1 0,0-2 1 16,-1-2 2-16,4 0-4 0,-1 0 4 0,-1-2-2 15,3 2 0-15,-3-1 3 0,1 1-4 0,-1-2 2 16,2 1-4-16,-1 1-2 0,-1 0 4 0,-1 0 0 16,0 0 6-16,0 0-5 0,1 0 2 0,-1 0-3 15,0 0-4-15,-3 1 6 0,2 1 0 0,-2-2-2 0,1 1 5 16,1-1 1-16,0 2 1 0,-10-2-10 16,17 0 4-16,-10 0 4 0,1 1-4 0,-8-1 10 15,19 0-2-15,-10 0 7 0,3 0-8 0,-2 2 5 16,0-2-1-16,3 0 0 0,-5 2 1 0,1 0 5 0,1-1-5 15,0 0-2-15,0-1 5 0,-1 2-3 0,-9-2-5 16,15 0 0-16,-8 0 2 0,2 0-3 16,-3 3 8-16,-6-3 1 0,17 2-9 0,-6 0-7 0,-3 0 7 15,1-2-1-15,2 2 0 0,0-2-2 0,0 1 0 16,-1-1 4-16,-2 0-2 0,2 2-7 0,2 0 7 16,-2-2-3-16,-1 0-2 0,2 2 5 0,1-2-2 15,-2-2-4-15,2 2 10 0,-5-1-8 0,4 0 4 16,0-1-1-16,-1 1 0 0,1 1-4 0,-3-1-4 15,-8 1 6-15,16 0-1 0,-6-1-5 0,-10 1 5 16,14 0 1-16,-6-2 5 0,-8 2-7 0,11 0 0 16,-11 0 1-16,14-1 1 0,-14 1-6 0,12 0 6 15,-7-1 0-15,-5 1 2 0,13 1-3 0,-13-1 1 16,11 0-7-16,-11 0 5 0,14-1 2 0,-7 1-4 16,-7 0 2-16,11 0 5 0,-11 0-10 0,12 0 5 15,-12 0 2-15,11 0-3 0,-11 0-1 0,10 2 9 16,-10-2-3-16,12-1-5 0,-6 2 7 0,-6-1-3 15,11 2 0-15,-11-2 0 0,13 0 7 0,-13 0-5 0,12 1-3 16,-12-1 7-16,15-1-4 0,-8 1 3 16,-7 0-4-16,14 1 6 0,-8 0 0 0,-6-1-6 15,16 1-1-15,-10-1 0 0,2 2 1 0,-8-2-1 0,14 1-2 16,-9 0 6-16,-5-1-6 0,11 2 4 0,-11-2 8 16,10 1 0-16,-10-1-3 0,9 0 4 0,-9 0 4 15,11 1-5-15,-11-1-3 0,11 1 4 16,-11-1-1-16,10 1 2 0,-3-1-3 0,-7 0-4 0,14 0-3 15,-14 0 10-15,13 0 6 0,-13 0 3 0,12-2-1 16,-5 1-2-16,3 1-3 0,-10 0-2 16,18-3-3-16,-8 1 0 0,0 0 0 0,-2 1 2 0,2 1-3 15,-1-1-1-15,3-2 0 0,-5 3-1 0,2-2-4 16,-1 0-1-16,1 2-1 0,-9 0 1 0,14 0 0 16,-6 0-3-16,-8 0 0 0,14 0 4 0,-7-2 2 15,-7 2 0-15,14 0-1 0,-7-1-3 0,-7 1-1 16,11 0 7-16,-11 0-1 0,13 0 4 0,-13 0-6 15,9 0 8-15,-9 0-9 0,10-2 3 0,-10 2 0 16,13-2-1-16,-13 2 1 0,10 0-2 0,-10 0-4 16,9-3 1-16,-9 3 0 0,10 0-1 0,-10 0 2 0,0 0-2 15,12 0-2-15,-12 0 1 0,6-1 1 16,-6 1 2-16,0 0-2 0,0 0-3 0,11 0 2 16,-11 0 2-16,0 0 0 0,10 0-2 0,-10 0 0 15,0 0 5-15,9 0 0 0,-9 0-7 0,0 0 0 16,11 0 5-16,-11 0-1 0,9 0 0 0,-9 0 0 15,9-2 4-15,-9 2-3 0,10 0-1 0,-10 0 1 0,14 0 0 16,-14 0 2-16,13 0-3 0,-6 0 0 0,-7 0 1 16,14 2-3-16,-14-2 2 0,13-2-1 15,-7 1-1-15,-6 1 0 0,9-2 4 0,-9 2-1 16,0 0-4-16,13-1 1 0,-13 1 1 0,6-2 7 0,-6 2 2 16,0 0 0-16,11-1 4 0,-11 1-3 0,0 0-3 15,11 0-5-15,-11 0 2 0,0 0 0 0,10-2 2 16,-10 2 0-16,7-2-4 0,-7 2-3 15,0 0 2-15,10-1 2 0,-10 1-2 0,0 0 0 0,10-1 1 16,-10 1 5-16,0 0-1 0,0 0 2 0,10 0 2 16,-10 0-3-16,0 0 1 0,0 0 1 0,8 1-4 15,-8-1 5-15,0 0 3 0,0 0 0 0,0 0 4 16,6 2-1-16,-6-2-2 0,0 0 4 0,0 0-3 16,0 0 0-16,0 0-2 0,0 0 4 0,0 0-3 15,0 0 2-15,0 0-7 0,0 0 1 0,0 0 2 16,0 0 0-16,0 0-7 0,0 0 3 0,0 0-2 15,0 0 2-15,0 0 0 0,0 0-2 0,0 0-3 16,0 0 1-16,0 0 1 0,0 0-1 0,0 0 1 16,0 0-1-16,0 0-1 0,0 0-2 0,0 0 2 15,0 0 1-15,0 0-4 0,0 0-1 0,0 0-3 16,0 0-7-16,0 0-24 0,0 0-27 0,0 0-29 16,0 0-47-16,0 0-23 0,0 0-176 0,0 0-362 15,-28-4 160-15</inkml:trace>
  <inkml:trace contextRef="#ctx0" brushRef="#br0" timeOffset="-183166.72">11644 13450 11 0,'0'0'42'15,"0"0"-6"-15,10-13-13 0,-4 10-17 0,-6 3-11 16,6-4-15-16,2 0-19 0,0-1 8 0</inkml:trace>
  <inkml:trace contextRef="#ctx0" brushRef="#br0" timeOffset="-182515.7">12626 11428 14 0,'0'0'46'0,"-3"9"-5"16,3-9-9-16,0 8 0 0,0-8-6 0,0 0-2 15,-2 8-15-15,2-8-14 0,0 0-15 0,0 0-14 16,0 0-35-16,0 0 16 0</inkml:trace>
  <inkml:trace contextRef="#ctx0" brushRef="#br0" timeOffset="-179335.84">20633 5688 81 0,'-12'-2'103'0,"12"2"2"16,0 0-2-16,0 0-3 0,0 0-6 0,0 0-3 15,-9 3-12-15,9-3 1 0,0 0-10 0,0 0-6 16,0 0-7-16,0 0-4 0,0 0-12 0,0 0 0 16,0 0 0-16,0 0 2 0,0 0 7 0,0 0 0 15,0 0 4-15,0 0 0 0,0 0 4 0,0 0-3 16,0 0-2-16,0 0 1 0,0 0-7 0,0 0-1 15,0 0-4-15,0 0-7 0,0 0-3 0,0 0-1 16,0 0-4-16,0 0-6 0,0 0-1 0,0 0-1 16,0 0 0-16,0 0-4 0,0 0-2 0,0 0-5 15,0 0-3-15,0 0-4 0,0 0-4 0,0 0 1 16,0 0-4-16,0 0-6 0,0 0-4 0,0 0 1 16,0 0-9-16,0 0 5 0,0 0-13 0,-8-6 0 15,8 6 0-15,0 0-4 0,-3-7 3 0,3 7 5 16,0 0 0-16,-7-6 10 0,7 6-4 0,0 0 7 15,0 0 0-15,0 0 6 0,-4-5 3 0,4 5 4 16,0 0 7-16,0 0 4 0,0 0 2 0,0 0 8 16,0 0 0-16,0 0 10 0,-5-6 3 0,5 6 10 15,0 0 10-15,0 0-8 0,0 0 0 0,0 0 6 16,0 0 0-16,0 0 2 0,0 0 2 0,0 0 2 0,0 0 2 16,0 0 4-16,0 0-3 0,0 0 3 0,0 0 3 15,0 0 1-15,0 0 4 0,0 0-2 16,0 0 0-16,0 0-4 0,0 0 4 0,0 0-4 15,0 0-4-15,0 0-5 0,0 0-2 0,0 0-6 16,0 0-7-16,0 0-4 0,0 0-5 0,0 0-1 0,0 0-18 16,0 0-20-16,0 0-22 0,0 0-21 0,0 0-30 15,0 0-44-15,0 0-50 0,0 0-32 16,0 0-43-16,0 0-156 0,0 0-438 0,0 0 194 16</inkml:trace>
  <inkml:trace contextRef="#ctx0" brushRef="#br0" timeOffset="-177290.28">31776 3617 8 0,'0'0'65'0,"0"0"5"15,0 0-8-15,0 0-12 0,0 0-7 0,0 0 8 16,0 0-3-16,0 0-8 0,0 0 7 0,0 0-3 15,0 0 5-15,0 0-17 0,0 0 5 0,16-14-3 16,-16 14-7-16,5-5 2 0,0-1-22 0,-5 6 9 16,8-7-3-16,-4 5-2 0,-4 2 2 0,9-11-1 15,-4 8-1-15,1-4-3 0,-1 0-10 0,0 2 7 16,0 0 2-16,2-3-8 0,-1 2-7 0,2-1-1 16,-1-2-5-16,1 1 0 0,2-1-7 0,-2 0-8 15,1-1-8-15,4-1-8 0,-3-1-9 0,-1 2-6 16,2-3-32-16,0-1-97 0,-1-1 43 0</inkml:trace>
  <inkml:trace contextRef="#ctx0" brushRef="#br0" timeOffset="-155300.65">30262 5969 24 0,'0'0'78'0,"0"0"-5"0,0 0-15 16,-1-12 1-16,1 12 0 0,0 0-8 0,-2-7-5 15,2 7 1-15,0 0-3 0,-3-8-6 0,3 8-6 16,0 0 0-16,0 0-6 0,-3-8 2 0,3 8 6 16,0 0 11-16,-2-7-16 0,2 7 2 0,0 0 0 15,-3-8-5-15,3 8 3 0,0 0 1 0,-3-9-6 16,3 9 15-16,0 0 6 0,-2-10 1 0,2 10-1 15,-3-7-11-15,3 7 5 0,0 0-7 0,-1-11-3 16,1 11 3-16,-1-7 4 0,1 7 0 0,0 0 1 16,-2-9-5-16,2 9-2 0,-1-9 3 0,1 9 8 15,0 0 2-15,0 0-3 0,-2-10-8 0,2 10-3 16,0 0-2-16,-3-6 0 0,3 6-9 0,0 0 6 16,0 0-2-16,0 0-3 0,0 0-1 0,-1-8 1 15,1 8-1-15,0 0-2 0,0 0-6 0,0 0 3 16,0 0-3-16,0 0-2 0,0 0-1 0,0 0 1 15,0 0 0-15,0 0-5 0,0 0 3 0,0 0-1 16,0 0-3-16,0 0-1 0,0 0-1 0,0 0 0 16,0 0-3-16,0 0-1 0,0 0 1 0,0 0-1 15,0 0 1-15,0 0 0 0,0 0 3 0,0 0 0 16,0 0-2-16,0 0 3 0,-9 23-2 0,8-18-4 16,-2 3 1-16,1 1 4 0,0 0 1 0,0 0-3 15,0 4 0-15,0-3-3 0,-1 2 4 0,3-2 1 16,-2 2-1-16,0-2 1 0,1 0-3 0,1 3 2 15,1-2-2-15,-2 0 2 0,4 1 3 0,-3-3-3 16,2 3 1-16,-1 0 1 0,1-2 1 0,-2 2 1 16,2-1-3-16,0-2 3 0,-1 1-2 0,0 1-1 15,1 1 1-15,-1 0 2 0,0-1-1 0,0 1 8 16,1 0 5-16,-1 1-2 0,0-2 0 0,1 1 1 16,-2-1-2-16,1 1 4 0,-1-3-8 0,2 2 2 15,-2-1-2-15,0 0-2 0,0 0 5 0,0-3-10 16,0-7 1-16,0 17 1 0,0-7 2 0,-1 0 0 15,1 0 2-15,0-1-1 0,0 1-1 0,0 0 1 16,-1 0-1-16,1-1-1 0,-1-2 2 0,-1 5 0 16,2-3 15-16,-1 1 2 0,1 1-3 0,-3-1-2 15,2-1-1-15,0 3-3 0,1-3-3 0,-3-1-1 16,2 2 1-16,1-1-2 0,-1 1 0 0,1-1-3 0,-2 1 0 16,2-10 3-16,-2 17-3 0,2-6-1 15,1-3 1-15,-1-1 0 0,-1 5 1 0,1-5-4 16,0 3 0-16,1-2 0 0,-2 3 0 0,2-1 0 15,-1-1-1-15,0 2 3 0,1-2 0 0,-1 4-3 16,-1-5 1-16,1 3 0 0,0 1-1 0,1 1 8 16,-1-2-5-16,2 2 0 0,-2 2 9 0,1 2 7 15,-1 0-2-15,-1-1-2 0,2 0 1 0,2 3-4 16,-1-2 3-16,-2 3 0 0,0 0 12 0,3-1-3 16,-2 1 1-16,0 5-1 0,1 0 4 0,-4-7-1 0,4 8 1 15,-5-2 14-15,3-1-2 0,0 4-4 16,-1-2-4-16,-2 0 3 0,3 0 1 0,-1-4 4 15,0-4-10-15,-2 9 10 0,3-6-3 0,-1-2 3 16,-1 2 0-16,2-3 0 0,-1-1 1 0,2-1 0 16,-2-3-8-16,0-1-4 0,1 0-3 0,2-3-2 0,-2 2 0 15,0-3-7-15,0-7-2 0,0 12-5 0,0-5-14 16,2-1-17-16,-2-6-22 0,1 11-21 16,-1-11-19-16,0 9-26 0,0-9-36 0,0 0-31 0,0 0-46 15,-4 13-232-15,4-13-488 0,0 0 216 16</inkml:trace>
  <inkml:trace contextRef="#ctx0" brushRef="#br0" timeOffset="-154553.24">30284 6248 19 0,'1'-10'63'0,"-1"10"-6"0,1-7 1 16,-1 7 10-16,0-9-7 0,0 9-10 0,0-11-1 16,0 11 4-16,0-9-1 0,0 9 6 0,-2-10 4 15,2 10 7-15,-1-9-3 0,1 9-3 0,0 0 5 16,-2-9-4-16,2 9-9 0,0 0-8 16,-1-11-8-16,1 11 0 0,0 0-7 0,-3-7-5 0,3 7 3 15,0 0-6-15,-1-7 1 0,1 7-1 0,0 0-1 16,0 0-6-16,-2-9 3 0,2 9-3 0,0 0-3 15,-7-6 2-15,7 6-9 0,-6-6 2 0,6 6 2 16,-9-5-1-16,5 1 4 0,4 4-7 0,-9-5-1 16,3 2 5-16,-1 0 2 0,7 3-6 0,-10-6 9 15,4 3 12-15,0-1-1 0,6 4 6 0,-11-6-4 16,6 3-1-16,5 3 5 0,-9-4 1 0,9 4 6 16,-6-4-4-16,6 4-2 0,0 0-3 15,-9-3 4-15,9 3-10 0,0 0-5 0,0 0-4 0,-7-3-2 16,7 3-3-16,0 0-2 0,0 0-2 0,0 0-1 15,0 0-3-15,0 0-2 0,0 0 4 0,0 0-1 16,0 0 1-16,19 10-3 0,-7-6 2 0,6 2 0 16,2 1-3-16,6-2 5 0,3 2-4 0,6 0 9 15,3-2-1-15,0 1 0 0,17 3 0 0,2-6 0 16,0 2 5-16,5-1-4 0,0-2 1 0,29 0 1 16,-26 1 1-16,28-3-3 0,-28 3 0 0,31-6 0 15,-1 0 1-15,-29 3 1 0,30 0-4 0,1-4 3 16,7 0 1-16,-1 3-17 0,-2-6 0 0,5 9 1 15,-6-5 1-15,6 0-3 0,0 3 8 0,-2 3-1 16,4-2 3-16,1-1-2 0,2 6-3 0,-5-4 3 16,-1 6 7-16,-1-8 2 0,-9 0 3 0,-1 7 29 15,-1-7-1-15,-4 6-2 0,-23-5-3 0,-1 3-4 16,27-1-2-16,-37 0 0 0,-3 2-6 0,-1-2 4 16,0 0 1-16,-16 1 1 0,-3 0 1 0,-3 4 7 15,-29-8-4-15</inkml:trace>
  <inkml:trace contextRef="#ctx0" brushRef="#br0" timeOffset="-151190.22">30252 6134 5 0,'0'0'25'15,"0"0"1"-15,0 0-9 0,0 0 7 0,0 0-4 0,0 0-10 16,0 0 6-16,0 0-1 0,0 0 4 0,0 0-10 16,0 0 4-16,0 0 3 0,0 0 3 15,0 0-8-15,-8 3 3 0,8-3 2 0,0 0 3 16,0 0 5-16,0 0-7 0,0 0 3 0,0 0-4 16,0 0 4-16,0 0-6 0,0 0 2 0,0 0-3 0,0 0-2 15,0 0-9-15,0 0 6 0,0 0-1 0,0 0 3 16,0 0 6-16,0 0 2 0,0 0-2 0,0 0 17 15,0 0 3-15,0 0-12 0,0 0 0 16,0 0 14-16,0 0 5 0,0 0 3 0,0 0-3 16,0 0 8-16,0 0 3 0,0 0-5 0,0 0 1 15,0 0-4-15,0 0 3 0,0 0 7 0,0 0 4 0,0 0-1 16,0 0-6-16,0 0-1 0,0 0-2 16,0 0 2-16,0 0 1 0,0 0 0 0,0 0 1 15,0 0 1-15,0 0 3 0,0 0-3 0,0 0-4 16,0 0-1-16,0 0-5 0,0 0-4 0,0 0-4 15,0 0-4-15,0 0 0 0,0 0-5 0,0 0-2 16,0 0-2-16,0 0-3 0,0 0-3 0,0 0-5 16,0 0 0-16,0 0 3 0,1-18-4 0,-1 18 2 15,0 0-4-15,0 0 0 0,0 0 0 0,4-11-3 16,-4 11 6-16,0 0 5 0,3-8-1 0,-3 8 1 16,0 0-5-16,0 0 4 0,-1-11-2 0,1 11-5 15,0 0 5-15,2-7-4 0,-2 7 1 0,0 0 8 16,1-7-3-16,-1 7 1 0,0 0-2 0,0 0 0 15,2-7 0-15,-2 7-1 0,0 0-2 0,1-7-1 16,-1 7 0-16,0 0-6 0,2-8 2 0,-2 8 3 16,2-9-2-16,-2 9-1 0,2-8-2 0,-2 8-1 0,3-9 2 15,-3 9-1-15,2-10-3 0,1 4 3 0,-3 6-1 16,3-11-1-16,-3 11-5 0,5-11 5 16,-4 5-3-16,2-1 3 0,-1 1-1 0,-2 6-1 15,6-13 0-15,-3 6 4 0,1 3-4 0,-3-4 2 16,2 1-3-16,-3 7 2 0,5-13-1 0,-3 5 4 15,0 2 7-15,0-2 0 0,-2 8 4 0,4-14-6 0,1 6-4 16,-4 0 0-16,3-2-1 0,0 0 2 16,-1 2-2-16,0-1-1 0,1 1 4 0,0 0 3 15,-1 0-1-15,3 0 0 0,-3-3 0 0,0 2-1 16,1-1-5-16,1 0 3 0,1-1-1 0,-3 1-3 0,4-1 6 16,-4 0-3-16,3 0-1 0,-1 1 4 15,-1 1-4-15,1 1 2 0,1-1-3 0,-2-1 0 16,1 1 0-16,-2 1 0 0,0 0 1 0,1 0-3 15,-1 2 2-15,1-2-1 0,3 0 4 0,-5 1-8 16,1 0 2-16,0 0 0 0,1 1 3 0,-2-1 0 0,-2 7-3 16,7-14 1-16,-5 10 9 0,3-3-1 0,-1-1 0 15,0 4-2-15,0-6-2 0,-1 7 2 0,-3 3-5 16,6-10 4-16,-3 4-3 0,-3 6 0 0,5-7-4 16,-2 1 5-16,-3 6-4 0,5-7 1 15,-2 3 4-15,-3 4-5 0,8-10-3 0,-4 5 6 0,-4 5-4 16,5-8 3-16,-3 3-2 0,-2 5-1 0,7-9-1 15,-1 2 8-15,-1-2-9 0,0 4 2 0,-1 2-2 16,0-3 3-16,2 3 2 0,-1-2-1 0,-1 0 0 16,-4 5 2-16,9-9-3 0,-5 6-7 15,1-2 1-15,1 0 2 0,0-1-3 0,-1 3 1 0,-1-1-1 16,2 0 2-16,-6 4 2 0,9-8 0 0,-5 7 5 16,0-4-8-16,-4 5 6 0,9-8-4 0,-5 5 9 15,-4 3-8-15,8-5 2 0,-8 5 0 0,7-5 8 16,-7 5 1-16,5-3-3 0,-5 3 2 0,5-4-1 15,-5 4 0-15,8-6 0 0,-8 6 3 0,6-5-5 16,-6 5 1-16,6-6 0 0,-6 6-4 0,6-2 3 16,-6 2-2-16,0 0 1 0,0 0-3 0,0 0 0 15,6-3 2-15,-6 3-3 0,0 0 2 0,0 0-1 16,9-4-2-16,-9 4-3 0,0 0 4 16,0 0 0-16,5-3 2 0,-5 3-1 0,0 0-3 15,0 0 11-15,8-5-12 0,-8 5 2 0,6-1 0 0,-6 1-3 16,5-4 2-16,-5 4 1 0,9-3-3 0,-9 3 1 15,10-4 0-15,-5 2-2 0,2-1 3 0,-7 3 1 16,11 0 1-16,-11 0-5 0,8-3 3 0,-8 3-2 16,8-3 0-16,-8 3 1 0,0 0-2 15,7-1 3-15,-7 1-2 0,0 0 0 0,9-2 0 0,-9 2-3 16,0 0 12-16,0 0-11 0,0 0 1 0,8-1 8 16,-8 1-8-16,0 0 0 0,9 5 1 0,-9-5-1 15,0 0 0-15,13 0-3 0,-13 0 5 0,6 2 0 16,-6-2 0-16,0 0 5 0,10 3-6 15,-10-3 0-15,5 4 0 0,-5-4-2 0,9 4 5 0,-9-4-3 16,7 3 0-16,-3 1 0 0,-4-4 2 16,6 4-4-16,-6-4 5 0,10 4 0 0,-6-1 1 0,-4-3-2 15,9 3 1-15,-4 0 1 0,-5-3-1 0,8 4 2 16,-8-4-4-16,7 5-1 0,-3-2 3 16,-4-3-5-16,8 5 2 0,-3-2 3 0,-5-3 0 0,8 7-1 15,-3-3 3-15,-1-1-5 0,-4-3 2 0,6 9-3 16,-2-5 2-16,0-1 6 0,-4-3-4 15,7 5-4-15,0-1 8 0,-7-4-3 0,7 8-2 16,-3-4 2-16,0 0-2 0,-4-4-1 0,7 6 3 16,-1-2-1-16,-2-1 8 0,-1 3-8 0,3 0-3 0,-6-6 3 15,7 4 0-15,-4 0 0 0,-3-4-3 0,6 7 1 16,-1-2 3-16,-2 0-4 0,1-1 3 0,0 1-1 16,-1 0 1-16,0 1 6 0,2-2-7 15,3 4 2-15,-4-2-2 0,-2-1-1 0,2 2 2 0,-1-2 0 16,0 0-4-16,0 1 3 0,1 1 1 0,-2-1 1 15,2 1 0-15,-1-1-4 0,0 0 2 0,1 0-1 16,-1 0 3-16,1 1 1 0,0-2-1 0,-4-5-3 16,5 12 3-16,0-8-1 0,-3 3 0 0,2-1 0 15,-1 1 0-15,-1-2 4 0,1 2-2 0,-1-1-3 16,1 1 3-16,0 1-3 0,-2-1 3 0,3 1 5 16,-1-3-6-16,-1 2-1 0,0-1 0 0,2 3-3 15,-1-2 0-15,-1 0 10 0,1 0-8 0,-3-7-1 16,4 11 4-16,-3-6-2 0,2 4-2 0,-2-3 2 15,1 0 0-15,2 0-1 0,-1-1 2 0,-1 2-2 16,-2-7 1-16,3 11-2 0,-2-4 2 0,0 0 0 16,-1-7-2-16,3 13-1 0,-2-6 5 0,2-2-2 15,-3-5 1-15,1 11-2 0,3-3 5 0,-3-4-5 16,-1-4 1-16,2 10-2 0,0-4 3 0,-2-6 0 16,5 11-2-16,-2-8 1 0,-3-3 1 0,1 10-1 15,-1-10 0-15,1 9 6 0,0-4 3 16,-1-5-7-16,0 10-4 0,0-10 0 0,3 9 4 0,-2-2-2 15,-1-7 2-15,3 10-3 0,-2-5 2 0,-1-5 2 16,1 7-2-16,-1-7-1 0,2 10 0 0,-2-10 2 16,2 7 0-16,-2-7-4 0,3 8 2 0,-3-8 1 15,0 10 2-15,0-10-2 0,1 9-3 16,-1-9 2-16,2 8 5 0,-2-8-5 0,0 10 0 0,0-10-2 16,2 5-1-16,-2-5 4 0,4 7 1 0,-4-7-2 15,1 7 0-15,-1-7 2 0,3 8-4 0,-3-8 3 16,1 7-2-16,-1-7 3 0,0 0-1 0,0 10 1 15,0-10-1-15,1 7-2 0,-1-7 1 16,1 7-1-16,-1-7 10 0,2 7-4 0,-2-7-4 16,1 8 2-16,-1-8 3 0,1 9-6 0,-1-9-4 15,3 10 5-15,-3-10 0 0,1 7 2 0,-1-7-3 0,3 6-3 16,-3-6 2-16,1 8 12 0,0-1-11 0,-1-7-2 16,2 10 1-16,0-7 1 0,-2-3 1 0,5 11-4 15,-5-11 4-15,1 10-1 0,-1-10-1 0,2 9 7 16,0-3-4-16,-2-6 1 0,1 9-5 0,-1-9 1 15,3 10 1-15,-2-4 0 0,-1-6-2 0,3 11 4 16,-3-6-2-16,4 1-2 0,-4-6 4 0,0 8 1 16,0-8-2-16,1 11 1 0,-1-11-4 0,3 8 3 15,-2-3 0-15,-1-5 0 0,3 10-2 0,-3-10 4 16,1 9-1-16,-1-9 0 0,1 7 2 16,-1-7-2-16,1 8-1 0,-1-8 1 0,4 10 0 0,-3-4 1 15,-1-6-4-15,3 10 5 0,-2-5 1 0,2 1-1 16,-3-6 0-16,2 11 0 0,0-7 0 15,-2-4 3-15,2 8-3 0,-2-8 10 0,5 9-3 16,-2-4-10-16,-3-5 6 0,3 10-1 0,-1-4 8 16,-2-6 9-16,5 8-8 0,-2-3 3 0,-1 0-1 0,-2-5-2 15,4 9 2-15,-4-9-9 0,1 7 13 0,-1-7-11 16,3 9-2-16,-3-9 9 0,4 8-8 0,-3-3-1 16,-1-5-2-16,4 8 2 0,-2-4 1 0,-2-4-3 15,5 9 1-15,-2-3 2 0,0-1-1 0,-1 1-1 16,-2-6 2-16,4 10 0 0,-1-5-6 0,-3-5 4 15,3 9-2-15,-3-9 6 0,3 11-8 0,-2-7-1 16,-1-4 1-16,3 12 4 0,-2-9 0 0,-1-3 18 16,3 8-1-16,-3-8 12 0,5 8-21 0,-5-8 4 15,2 8-4-15,-2-8 1 0,3 6-3 0,-3-6 0 16,4 8 0-16,-4-8-1 0,3 7-1 0,-3-7 0 16,0 0 3-16,2 8-8 0,-2-8 2 0,0 0-2 15,1 8 0-15,-1-8 1 0,3 4 0 16,-3-4-4-16,0 0 2 0,0 0 1 0,2 6 2 15,-2-6-6-15,0 0 2 0,0 0-1 0,2 7 0 0,-2-7 2 16,0 0-3-16,3 6-3 0,-3-6 2 0,0 0-1 16,0 0 1-16,4 6 6 0,-4-6-15 0,0 0-23 15,0 0-24-15,0 0-22 0,0 0-24 0,1 7-20 16,-1-7-25-16,0 0-19 0,0 0-39 0,2 9-42 16,-2-9-231-16,0 0-517 0,6 8 228 0</inkml:trace>
  <inkml:trace contextRef="#ctx0" brushRef="#br0" timeOffset="-131207.18">31300 6189 36 0,'1'-8'28'0,"-1"8"3"16,0 0 4-16,0 0 6 0,0 0-1 0,0 0 5 16,-5-8 2-16,5 8-9 0,0 0-8 0,0 0 5 0,0 0-3 15,0 0-2-15,0 0 8 0,0 0-8 16,0 0 2-16,0 0 2 0,0 0 0 0,0 0 5 15,0 0 4-15,0 0 4 0,-5-5-7 0,5 5-1 16,0 0 9-16,0 0 6 0,0 0-3 0,0 0-3 16,0 0-7-16,0 0-3 0,0 0-8 0,0 0 5 15,0 0-4-15,0 0-2 0,0 0-5 0,0 0-5 0,0 0-2 16,0 0 0-16,0 0 1 0,0 0 0 16,0 0-8-16,0 0 6 0,0 0 15 0,0 0-9 15,0 0 0-15,0 0 7 0,0 0-8 0,0 0-3 16,0 0-4-16,0 0 0 0,0 0 2 0,0 0-1 0,0 0-4 15,0 0-3-15,0 0 1 0,0 0-8 0,0 0-3 16,0 0 8-16,0 0-8 0,0 0 9 16,0 0-11-16,0 0 3 0,0 0-1 0,0 0 2 15,0 0 6-15,0 0-6 0,2 25 3 0,-2-25-4 16,6 9 3-16,-5-1-2 0,0-3 2 0,0 3 5 0,3 1-6 16,0 1-1-16,-2-1-3 0,1 3 3 0,1-2-5 15,-1 0 13-15,0 3-13 0,1-3 12 0,0 2-8 16,2-2-1-16,-3 2 14 0,1-2-15 15,0 0 5-15,-1 0 5 0,3-2-7 0,-1 1 9 16,0 0-1-16,-1 0-4 0,1-1 9 0,0-2 4 0,1 4-12 16,-2-1 5-16,4-2 3 0,-4-1-2 15,-1-1-2-15,0 0 2 0,1 2-3 0,0-2 0 16,-4-5-3-16,5 9 7 0,-3-4-2 0,-2-5 1 16,4 8-10-16,-1-4 3 0,-1 2-2 0,-2-6 2 0,5 8-2 15,-2-4-4-15,-3-4 8 0,4 8 7 0,-2-2-13 16,-2-6 12-16,4 7 7 0,-4-7-3 0,5 8-2 15,-5-8 0-15,5 5 0 0,-5-5-5 0,4 6-4 16,-4-6 5-16,3 4-2 0,-3-4-3 0,0 0 4 16,5 6-3-16,-5-6 2 0,0 0 0 0,0 0-6 15,4 6 3-15,-4-6 3 0,0 0-5 0,4 4 0 16,-4-4 0-16,0 0 3 0,2 6 1 0,-2-6 0 16,0 0 1-16,0 0-6 0,6 3 0 0,-6-3 6 15,0 0-2-15,0 0-5 0,4 6 7 0,-4-6-4 16,0 0-1-16,0 0-1 0,0 0 2 15,3 5-1-15,-3-5-1 0,0 0 6 0,0 0-6 0,0 0 1 16,0 0-2-16,0 0 0 0,0 0 1 0,0 0 1 16,5 5-2-16,-5-5 3 0,0 0-3 0,0 0 0 15,4 4-2-15,-4-4 2 0,0 0 0 0,0 0-4 16,4 4 3-16,-4-4-6 0,0 0 9 0,0 0-3 16,0 0 0-16,5 7 0 0,-5-7 1 0,0 0-2 15,0 0 4-15,4 6 17 0,-4-6 0 0,3 4-1 16,-3-4 4-16,5 5-4 0,-5-5-7 0,6 3 7 15,-6-3-3-15,6 4-2 0,-6-4-2 0,5 6-2 16,-5-6 4-16,8 2-1 0,-8-2 8 0,6 5 1 16,-6-5-3-16,8 3 3 0,-4-1-3 0,-4-2 2 15,8 4-7-15,-8-4 3 0,7 6 6 0,-7-6-9 16,9 2-1-16,-9-2-1 0,5 3-2 0,-5-3 15 16,9 2-5-16,-9-2-2 0,9 3 1 0,-9-3 1 15,10 1 1-15,-5 0 1 0,-5-1-2 0,13 2-4 0,-7-2 2 16,1 2-2-16,-7-2-4 0,12 0 1 15,-5 2-4-15,-7-2-3 0,9 1 5 0,-9-1-4 16,9 1-1-16,-9-1 1 0,8 2-1 0,-8-2 0 16,0 0 5-16,0 0-1 0,10 0-4 0,-10 0 4 0,0 0 1 15,9 0 0-15,-9 0 2 0,0 0 3 0,0 0 0 16,9 0-1-16,-9 0 0 0,0 0-1 16,0 0 1-16,0 0 3 0,11 0 0 0,-11 0 3 15,0 0-4-15,8-4 5 0,-8 4 0 0,5-4-3 0,-5 4 4 16,5-3-4-16,-5 3 3 0,8-4-1 0,-8 4-2 15,6-4-4-15,-6 4 7 0,7-5-4 0,-7 5-4 16,6-4 1-16,-6 4-3 0,6-6 1 0,-1 3-6 16,-5 3 6-16,8-6-2 0,-4 1-3 15,0 0-4-15,-4 5 2 0,8-9-1 0,-5 5-1 0,4-2 6 16,-2-1-6-16,0 2-1 0,-1-1 0 0,0 0 1 16,2-1 0-16,-1 1-2 0,1-1 2 0,0 1-2 15,-1-2-4-15,0 0 3 0,0-1 2 0,1 5-2 16,-2-3-1-16,0 1 0 0,0 0 6 0,0 0-4 15,0 2-2-15,1-1 0 0,0-2 6 0,-3 2-5 16,3-1-1-16,-2-1 2 0,1 2 1 0,1 0-3 16,-2 0 0-16,-3 5-3 0,7-10 2 15,-4 3 1-15,0 1 4 0,-3 6 5 0,4-10 7 0,0 4 7 16,-4 6-1-16,4-9-3 0,0 3-4 0,-4 6 1 16,5-8 0-16,-1 2-7 0,-4 6-1 0,4-11 12 15,-2 5-13-15,1 0 5 0,-1 0-7 0,2 2 3 16,-4 4 0-16,7-16-2 0,-5 11 3 0,1-1-1 15,0-1 9-15,0 2-11 0,-3 5 1 0,4-13-3 16,-3 7 0-16,2-2 3 0,1 2-1 0,-1 1-1 16,0-2-5-16,1-3 2 0,-2 5-1 0,5-5-1 15,-4 2 3-15,0 2-4 0,0-3 3 0,-3 9 3 16,3-12-5-16,3 4 3 0,-5 2 2 0,3 0-1 16,-4 6 4-16,5-13 6 0,-4 8-6 0,2-1-2 15,0-2-1-15,1-3 1 0,0 1-1 0,0-1 2 16,-1 1 2-16,-1 3-4 0,2-3 1 0,-2 2-3 15,1 3 1-15,1-5-4 0,-3 3 6 0,2 1-2 16,-3 6-3-16,4-12-1 0,-2 6 4 0,1-2-5 16,-1 3 2-16,-2 5 1 0,5-12-3 0,-1 7 3 15,-1-1-4-15,-3 6-2 0,3-12 5 0,-1 6-2 16,0-1-4-16,-2 7 6 0,4-9 5 0,-1 4 0 16,-3 5 1-16,4-10 0 0,-3 4-6 0,2 0 5 15,-3 6-2-15,7-12 0 0,-3 5 0 0,-3 0 0 16,3 1 2-16,-4 6-5 0,3-12 0 0,2 3 3 15,-4 4-3-15,2-1 19 0,-3 6-11 0,4-11-3 16,-2 6 2-16,2-2 1 0,-2 1-1 0,-2 6 6 16,5-12-4-16,-2 6-3 0,0 0-2 0,0 1 1 15,3-3-3-15,-3 2 3 0,2 0 5 0,-1 0-11 16,0-1 3-16,0 2 2 0,-1-1 1 0,-3 6-1 16,5-11-5-16,-1 5 0 0,-1 0 3 0,1 1-3 15,0-1 3-15,-4 6 0 0,5-10 2 0,-1 7 18 16,-4 3-18-16,4-10-1 0,-2 7 4 0,-2 3-2 15,4-7 0-15,-4 7 2 0,4-7-1 0,-4 7-2 16,4-7 4-16,-4 7-5 0,5-5 8 0,-5 5-7 16,2-5-3-16,-2 5-4 0,4-7 1 0,-4 7 5 15,0 0-1-15,4-5-1 0,-4 5-2 0,0 0 3 16,8-7 7-16,-4 4-7 0,-4 3-4 0,7-8-2 0,-7 8 3 16,5-5-4-16,-1 1 8 0,-4 4 1 15,7-6-9-15,-7 6 2 0,6-5-6 0,-1 2 56 16,-5 3-18-16,6-5 4 0,-6 5-16 0,8-5-12 15,-8 5 15-15,8-5 1 0,-8 5-2 0,4-3-6 16,-4 3-5-16,7-4 0 0,-7 4 4 0,0 0-7 16,8-4 1-16,-8 4 6 0,5-4-10 0,-5 4 7 15,8-3-6-15,-8 3-1 0,7-2-3 0,-7 2 1 16,9-5 0-16,-9 5 3 0,9-2-2 0,-9 2 1 16,9-3 3-16,-9 3-10 0,12-2 2 0,-12 2 0 15,10-1 2-15,-3 0-1 0,1-2 3 0,1 3-7 0,-1-2 1 16,-8 2 1-16,17-1 2 0,-11 1 2 15,2-1-4-15,-8 1 12 0,17 0-12 0,-9-2 4 16,-8 2-6-16,19-1 9 0,-12 1-8 0,-7 0 2 16,14-1 7-16,-14 1-5 0,13-1-22 0,-13 1 33 15,7-1-14-15,-7 1 0 0,0 0 9 0,12 0-6 0,-12 0 3 16,9 0-5-16,-9 0-2 0,9-2 2 16,-9 2 3-16,13-1 5 0,-13 1-9 0,0 0-3 15,0 0 9-15,0 0-8 0,0 0 2 0,0 0-1 16,0 0-1-16,0 0-1 0,0 0 4 0,0 0-2 15,0 0 3-15,63-6-3 0,-63 6 2 0,0 0 3 0,0 0-7 16,0 0 11-16,0 0-4 0,0 0 7 0,46 3-9 16,-46-3 2-16,0 0-4 0,0 0 2 15,30 7-3-15,-30-7 0 0,0 0 8 0,0 0 6 16,0 0-10-16,33 6 1 0,-33-6-2 0,0 0 2 16,0 0 0-16,33 7 3 0,-33-7-4 0,0 0-1 15,0 0 2-15,37 7-6 0,-37-7 1 0,0 0 1 16,0 0-16-16,36 8 29 0,-36-8-17 0,0 0 5 15,0 0-1-15,33 11-2 0,-33-11 6 0,0 0 0 16,27 7-4-16,-27-7-17 0,0 0 30 0,0 0-3 16,30 13-7-16,-30-13 1 0,0 0-9 0,0 0 6 15,24 12 1-15,-24-12-2 0,0 0 2 0,0 0 7 0,0 0-14 16,27 13 7-16,-27-13 0 0,0 0 2 16,0 0 1-16,0 0-7 0,26 16 8 0,-26-16-6 15,0 0 1-15,0 0-1 0,21 15-3 0,-21-15 15 16,0 0-13-16,0 0 2 0,23 14-1 0,-23-14 7 15,0 0-6-15,0 0 0 0,0 0-6 0,27 23-26 16,-27-23 3-16,0 0 0 0,18 15 1 0,-18-15 7 16,0 0 1-16,0 0 4 0,19 21 1 0,-19-21-3 15,0 0 10-15,0 0-8 0,22 17 7 0,-22-17 0 16,0 0 3-16,0 0 1 0,0 0-1 0,23 19 8 16,-23-19-8-16,0 0-4 0,0 0 10 0,0 0-5 15,0 0 2-15,0 0 1 0,15 18 1 0,-15-18 1 16,0 0-3-16,0 0 4 0,0 0-4 0,0 0 1 15,0 0 3-15,19 22 1 0,-19-22-2 0,0 0 1 16,0 0-4-16,0 0 5 0,13 24-3 0,-13-24 2 16,0 0-1-16,0 0 14 0,18 25-8 0,-18-25-9 15,0 0 3-15,13 22 1 0,-13-22-1 0,0 0 5 16,15 22 3-16,-15-22-6 0,0 0-1 0,14 24 4 16,-14-24 0-16,0 0-9 0,16 24 6 0,-16-24-2 15,0 0 7-15,16 26-2 0,-16-26-4 0,0 0 0 16,20 33-1-16,-20-33 0 0,14 20 2 0,-14-20-1 15,18 29 2-15,-18-29 3 0,21 25-2 0,-21-25 1 16,20 32-9-16,-8-15-14 0,3 3 4 0,-15-20-11 16,31 36-11-16,-12-17-14 0,-5 3-20 0,8-3-21 15,3 6-19-15,-1-2-18 0,3 1-34 0,2 0-51 16,0-3-52-16,2 0-209 0</inkml:trace>
  <inkml:trace contextRef="#ctx0" brushRef="#br0" timeOffset="-115022.36">31356 6273 7 0,'0'0'19'0,"0"0"-3"0,0 0 1 16,0 0-3-16,0 0-3 0,0 0 0 0,0 0-1 16,0 0-3-16,0 0-1 0,0 0 2 0,0 0-6 15,0 0 4-15,0 0-3 0,0 0 0 0,0 0-1 16,0 0 2-16,0 0-5 0,0 0 2 0,0 0 2 16,0 0 2-16,1-9-4 0,-1 9-4 0,0 0 3 15,0 0 0-15,0 0 0 0,0 0 0 0,0 0-1 0,-4-7-1 16,4 7 2-16,0 0 0 0,0 0-2 15,0 0 3-15,0 0-4 0,0 0 2 0,0 0-2 0,2-10 8 16,-2 10-4-16,0 0 0 0,0 0-3 16,0 0 2-16,0 0-3 0,-2-9 2 0,2 9 0 15,0 0 2-15,0 0-2 0,0 0-4 0,-1-10 1 16,1 10 2-16,0 0 0 0,0 0 5 0,0 0-7 16,0 0 4-16,0 0-2 0,0 0 1 0,-1-9 1 15,1 9 0-15,0 0-4 0,0 0 7 0,0 0-3 16,0 0 1-16,0 0 0 0,0 0-6 0,0 0 0 15,0 0-15-15,0 0 19 0,0 0-15 0,0 0-17 16,0 0 8-16</inkml:trace>
  <inkml:trace contextRef="#ctx0" brushRef="#br0" timeOffset="-113372.47">31645 6685 3 0,'0'0'11'16,"0"0"3"-16,9 1-6 0,-9-1 3 0,0 0-5 16,6 1 7-16,-6-1-7 0,0 0 4 0,0 0-2 15,8 2 5-15,-8-2 0 0,0 0 3 0,0 0 1 16,0 0-3-16,10 0-5 0,-10 0-2 0,0 0 4 15,0 0 4-15,0 0-6 0,0 0 9 0,10-2-5 16,-10 2 3-16,0 0-4 0,0 0-3 0,0 0-1 16,8-1 3-16,-8 1-3 0,0 0-5 0,0 0 7 0,0 0 0 15,9-1-2-15,-9 1-4 0,0 0 4 0,0 0 2 16,10-4 1-16,-10 4-1 0,0 0-2 16,10-2-2-16,-10 2-3 0,8-2 4 0,-8 2 1 15,13-1-2-15,-13 1 1 0,10-2 2 0,-10 2-3 16,9 0-12-16,-9 0 12 0,10-2-2 0,-10 2 3 0,9-2-2 15,-9 2 0-15,8-1 2 0,-8 1 5 0,7-6 1 16,-7 6-3-16,7-3 1 0,-7 3-2 16,9-4 3-16,-4 2-9 0,1 0 5 0,-6 2 0 15,10-6 4-15,-4 3-9 0,-6 3 14 0,7-6 1 16,-7 6-9-16,9-5 1 0,-4-2-4 0,-1 4-4 16,3-5 5-16,-2 0-4 0,0 4 0 0,1-6 3 15,1 4 0-15,-2-3 2 0,0 5-17 0,1-6 14 16,-1 2-1-16,0 1-4 0,-1 1-3 0,0-2 6 15,1-1 0-15,-1 1 1 0,0 2-3 0,-1-1-4 16,0 0 6-16,2 0-3 0,-2 0 3 0,-1 2 0 16,2-3 16-16,-1 2-17 0,-1-1 5 0,1 1-2 0,0-1-6 15,1 0 6-15,-2-1-3 0,3 0 9 0,-1 1-13 16,0-1-1-16,-2 2 0 0,2-1 6 16,0 0 0-16,0 3-2 0,-4 4-5 0,5-14 8 15,-1 9-4-15,-2-2-1 0,-2 7-1 0,7-11 6 16,-6 4-3-16,3 1-6 0,-2-1 12 0,1 2-8 15,-2-2 0-15,-1 7-1 0,4-11 4 0,-1 5-1 0,0-1-2 16,-3 7-8-16,4-8 6 0,-3 1 6 16,-1 7 3-16,6-10 2 0,-6 10 6 0,2-10 2 15,-2 10-17-15,3-9 1 0,-1 2 7 0,0 1-9 16,-2 6 8-16,4-10 0 0,-3 3 12 0,-1 7-11 16,2-6-8-16,-2 6 5 0,5-7-11 0,-5 7 16 15,0 0-9-15,2-10 2 0,-2 10 2 0,3-7-1 16,-3 7 0-16,2-9 2 0,-2 9 16 0,2-8-13 15,-2 8 1-15,2-11-6 0,-2 11-2 0,3-8 1 16,-1 1-4-16,-1 0 3 0,-1 7 0 0,3-11 11 16,-1 6-17-16,-2 5 13 0,4-11-10 0,0 5 7 15,-3 0-1-15,-1 6 2 0,4-11-2 0,-3 5-8 0,-1 6 4 16,3-11 4-16,-1 6-7 0,-2 5 8 16,4-12-9-16,-3 7 6 0,-1 5-6 0,6-10 5 15,-4 3 0-15,3 2 2 0,-2-1-10 0,0-1 6 16,0 2 0-16,0-2 0 0,-1 0 2 0,-2 7-1 15,5-10 6-15,-2 4-15 0,1 0 17 0,-4 6-9 16,5-10 4-16,-3 7-4 0,1-4 14 0,-3 7-16 0,2-8 5 16,-2 8 1-16,4-8-4 0,-4 8 0 15,5-9-2-15,-2 5 6 0,-3 4 8 0,4-7-16 16,-4 7 5-16,3-7-1 0,-3 7-1 0,6-7-1 16,-6 7-2-16,5-5 2 0,0-1 0 0,-5 6 2 15,4-8 2-15,-4 8-4 0,4-8 6 0,-2 3-5 0,-2 5 5 16,4-8 0-16,-4 8-6 0,5-6 7 0,-5 6-3 15,0 0-7-15,3-8 6 0,-3 8-5 16,0 0 5-16,3-5 0 0,-3 5-2 0,4-4 3 16,-4 4 0-16,0 0-7 0,4-10 1 0,-4 10 8 15,3-6-6-15,-3 6 5 0,6-6-2 0,-3 1 8 16,-3 5-16-16,7-8 11 0,-7 8-5 0,4-7-2 16,-1 1 4-16,-3 6 3 0,6-7-2 0,-2 4 0 15,-4 3-6-15,4-6 2 0,-4 6 1 0,4-6-3 16,-4 6 4-16,2-6-2 0,-2 6 6 0,5-8-5 15,-1 2 0-15,-4 6-2 0,7-6 1 0,-7 6 6 16,5-7-9-16,-5 7 10 0,2-5-5 0,-2 5 2 16,0 0-1-16,3-7 7 0,-3 7-5 0,4-5 2 15,-4 5-2-15,0 0 1 0,3-7-3 0,-3 7 1 16,0 0-16-16,6-5 16 0,-6 5-6 0,0 0 7 16,3-6 3-16,-3 6 6 0,3-7-5 0,-3 7-9 15,0 0-1-15,5-6 0 0,-5 6-1 0,0 0-1 16,4-5 7-16,-4 5-4 0,5-4-2 0,-5 4 2 15,0 0-5-15,6-5 1 0,-6 5 0 0,0 0-18 16,5-5 1-16,-5 5-14 0,0 0-15 0,7-4-64 16,-7 4-126-16,6-2 56 0</inkml:trace>
  <inkml:trace contextRef="#ctx0" brushRef="#br0" timeOffset="-109503.39">31826 3423 67 0,'0'0'45'0,"0"0"-23"0,0 0-45 0,0 0-24 16,0 0 11-16</inkml:trace>
  <inkml:trace contextRef="#ctx0" brushRef="#br0" timeOffset="-97723.23">30927 7087 9 0,'0'0'83'0,"0"0"-3"0,0 0-3 0,0 0-2 16,0 0-2-16,0 0 4 0,0 0-17 0,0 0 2 15,0 0 3-15,0 0-2 0,0 0 5 0,0 0-8 16,0 0 7-16,0 0-1 0,0 0 2 0,0 0-6 15,0 0-1-15,0 0-2 0,0 0-4 0,0 0-3 16,0 0-1-16,0 0 1 0,0 0-2 0,0 0-2 16,0 0 3-16,0 0 0 0,0 0 4 0,0 0 1 15,0 0-2-15,0 0 2 0,0 0-5 0,0 0-3 16,0 0-3-16,0 0-3 0,0 0-7 0,0 0 6 16,0 0 1-16,0 0 1 0,0 0-6 0,0 0-6 15,-17-12-2-15,17 12-3 0,0 0-3 0,-10-5 3 16,10 5-10-16,-8-3 0 0,2 0-5 0,6 3 0 15,-11-1-4-15,11 1 3 0,-11-3-2 0,11 3-2 16,-14 3-3-16,5-2-1 0,1 0 0 0,-1 3-2 16,-3-2 2-16,0 2-1 0,2 3 7 0,-2-2-7 15,2 1-1-15,0 0 0 0,-1 1 0 0,-1 0-2 16,2 1 1-16,-3-1-2 0,4 1 2 0,-4 5 0 16,0-3 15-16,3 2-6 0,-1 1 3 0,2-1 0 15,-3 1-4-15,6-3 2 0,-2-1-2 0,1 6-3 16,3-3 4-16,0 0-3 0,1-1 0 0,2 0 0 15,-2-1-2-15,3 0 0 0,2 0 1 0,0 0-1 16,2-1 4-16,1 1 4 0,2-3 1 0,-2 3 11 16,2-2-9-16,-2-3 0 0,3 3 11 0,1-3 12 15,3-3 1-15,-2 5 1 0,0-4-6 0,3 0-1 16,-2 1 2-16,2-1-7 0,-1-1-2 0,-2-2 0 16,1 2-5-16,0-2 0 0,-4 2 0 0,-7-2-4 15,14 1-2-15,-14-1 0 0,12 0-2 0,-6 0 2 16,-6 0 2-16,14-3-11 0,-7 1 2 0,-7 2-4 15,16-2-6-15,-4-1-12 0,-3 0-8 0,-2 1-11 16,2 1-26-16,-1-1-23 0,0 0-21 0,-1-1-26 16,5 1-27-16,-1 0-23 0,2 0-16 0,-1-2-164 15,-1 2-390-15,3-1 172 0</inkml:trace>
  <inkml:trace contextRef="#ctx0" brushRef="#br0" timeOffset="-97339.55">31163 7287 5 0,'-9'-4'182'0,"9"4"-9"0,-10-3-8 16,10 3-12-16,-9-2 5 0,9 2-17 0,-9-4-4 15,9 4-6-15,0 0-4 0,-9-1-10 0,9 1-8 16,0 0-5-16,-6-5-7 0,6 5-8 0,0 0-7 16,0 0-9-16,0 0-5 0,0 0-7 0,0 0-4 15,0 0-6-15,0 0-1 0,0 0-5 0,0 0-9 16,0 0 2-16,26-7-2 0,-8 3-3 0,3 1-1 16,-2 1-2-16,3 0 2 0,-2-2-4 0,-1 1 0 15,2 2-2-15,-3-2-6 0,1 2 0 0,-2-1-3 16,-5 1-1-16,0 0-2 0,-1-1-4 0,1 2 0 15,-5 0-1-15,-7 0-2 0,16-4 2 0,-10 4-4 16,-6 0-16-16,10 4-15 0,-10-4-24 0,8 0-21 16,-8 0-23-16,0 0-17 0,9 3-15 0,-9-3 4 15,4 3-9-15,-4-3-14 0,0 0-6 0,0 0-13 16,0 0-108-16,-17 9-294 0,8-5 130 0</inkml:trace>
  <inkml:trace contextRef="#ctx0" brushRef="#br0" timeOffset="-97101.61">31300 7247 125 0,'-9'-2'142'0,"9"2"-7"0,-8-3 0 0,8 3-5 0,0 0-6 16,0 0-1-16,-9-3-9 0,9 3-10 0,0 0-6 16,0 0-14-16,0 0-8 0,0 0-8 15,0 0-13-15,0 0-6 0,0 0-9 0,0 0-9 16,-10 6 0-16,10-6 1 0,1 10 7 0,-2-4-6 0,0 4 20 16,1 1-8-16,0 2 9 0,-2 1-3 0,1-2-4 15,1 2 1-15,-1 1-9 0,0-4-2 0,1 2-7 16,-3 0-1-16,2 2 0 0,-1-2-5 15,2-3-3-15,-1 4 2 0,0-4 1 0,0 2-5 16,-2-3 0-16,3 4-20 0,-4-3-23 0,3 1-32 0,1-11-30 16,0 18-31-16,-1-9-39 0,2 1-164 0,-1-10-347 15,1 14 153-15</inkml:trace>
  <inkml:trace contextRef="#ctx0" brushRef="#br0" timeOffset="-96707.42">31793 7446 22 0,'6'3'154'0,"-6"-3"-12"16,0 0-13-16,0 0-12 0,-5 14-8 0,5-14-8 15,-7 9-16-15,0-4-12 0,1 1-20 0,-5 0-33 16,3 0-38-16,-1 0-36 0,-3 0-102 0,1 0-168 16,2-3 74-16</inkml:trace>
  <inkml:trace contextRef="#ctx0" brushRef="#br0" timeOffset="-96122.33">32297 7163 56 0,'0'0'123'0,"0"0"-6"0,0 0-2 16,0 0 3-16,2-7-11 0,-2 7-9 0,0 0-7 15,0 0-7-15,0 0 0 0,0 0-3 0,0 0-1 16,0 0 1-16,0 0-10 0,0 0-1 0,0 0-5 15,0 0-6-15,0 0-2 0,0 0 0 0,0 0-13 16,0 0-1-16,0 0-6 0,0 0-2 0,0 0-3 16,0 0 4-16,0 0 6 0,0 0-5 0,0 0 3 15,0 0 1-15,0 0-1 0,0 0 0 0,0 0-4 16,0 0 0-16,0 0-2 0,-11-6-6 0,11 6-2 16,0 0-4-16,0 0-6 0,-5-5 2 0,5 5-7 15,0 0-1-15,-8-4-6 0,8 4 6 0,-9-3-8 16,0 1 4-16,9 2 1 0,-13-2-2 0,3 0-1 15,10 2-1-15,-17 0-3 0,7 2 5 0,-2 2-8 16,0-2 4-16,-1 3-6 0,0 1 4 0,-2 2 1 16,-2 2 2-16,1 1-1 0,-1 2 1 0,2 0-2 15,-6 4 11-15,2 1 3 0,1 1 0 0,6-5-1 16,-1-1-1-16,1 2 1 0,6-3 1 0,-1-3-3 16,1 1-3-16,3 0 0 0,1-1 4 0,1 0-2 15,3 0 1-15,1-2 6 0,3 2-2 0,2-2-3 0,7 2 4 16,1-1-8-16,-1-3 4 0,3 2-3 15,3-4 0-15,-1 0 1 0,0 1-12 0,-2-1-18 16,1 0-36-16,-5 0-45 0,4 0-60 0,-4-2-33 16,-2 0-154-16,0 0-377 0,-3 0 167 0</inkml:trace>
  <inkml:trace contextRef="#ctx0" brushRef="#br0" timeOffset="-95638.7">32623 7432 81 0,'0'0'200'0,"-7"-10"-10"0,1 7-9 0,-3-3-14 16,-3 0-13-16,1 4-10 0,-7-3-11 0,0 2-15 16,4 3-11-16,-4 3-6 0,0-3-11 0,0 4-11 15,2-1-4-15,4 1-7 0,-6 2 0 0,9 0-6 16,-1 0-3-16,-1 0-10 0,3 1-7 0,-1 0-4 15,4-1 0-15,1 2-6 0,1-4-1 0,3-4-1 16,0 15-1-16,3-9-4 0,0 1 0 0,3-1-3 16,3 2-2-16,0-3-1 0,1-1 1 0,4 0-4 15,-1-2 1-15,5 1-2 0,-1-3 0 0,0 0 1 16,0-2-2-16,-2-1-2 0,-2 1 1 0,0-2 1 16,-3-2 13-16,0-1-2 0,-1-1-2 0,4-2-2 15,-4-5-1-15,-1 0-5 0,-1 1 7 0,-2-4 42 16,-1 1-6-16,0 0-3 0,0-9-10 0,1 2-3 15,-1 5-4-15,-2-6-2 0,2 1-6 0,-1-1-4 16,-2 4 1-16,3-2-5 0,-3 4-3 0,2 1 0 16,-2 3 20-16,0 5 1 0,1 2-6 0,0 3-1 15,-2 5-2-15,1-12-13 0,-1 12-4 0,2-6-12 16,-2 6 6-16,0 0-6 0,0 0 0 0,0 0 3 16,-3 36-4-16,1-11 5 0,-2 4-11 0,1-1 14 15,-2 0-1-15,3 0-2 0,-2 3 2 0,0 0-13 16,-1-3-15-16,1-1-16 0,0-3-17 0,2 2-20 15,0 1-25-15,0 0-44 0,0 0-44 0,4-4-44 16,-1 4-218-16,-1-7-483 0,1-5 214 0</inkml:trace>
  <inkml:trace contextRef="#ctx0" brushRef="#br0" timeOffset="-95387.66">31057 7814 67 0,'-18'-2'273'0,"4"2"-30"0,6-1-27 16,8 1-17-16,0 0-19 0,0 0-18 0,49-8-19 15,13 5-14-15,49-5-16 0,13 0-9 0,24 1-12 16,15-5-15-16,7 10-34 0,10-3-42 15,2 0-52-15,6-1-54 0,-3 6-47 0,-17 3-137 0,-1-9-314 16,-10-1 139-16</inkml:trace>
  <inkml:trace contextRef="#ctx0" brushRef="#br0" timeOffset="-87140.63">29388 10290 1841 0,'-12'-12'-7'0,"2"-1"51"15,-1 1-40-15,3 2 35 0,2 0-3 0,-2 1-6 16,2 1 1-16,0 1 6 0,3 1 4 0,-1 0 5 0,4 6 2 15,-5-10 1-15,5 10-5 0,-4-5-5 0,4 5-7 16,-5-4-3-16,5 4-5 0,0 0-5 16,0 0 1-16,0 0-5 0,0 0-2 0,0 0-7 15,15 19 3-15,-9-9-3 0,1-1 1 0,4 4 0 0,1 3 1 16,-2-2-2-16,3-1 0 0,-2 3 2 0,2-1-3 16,-1-1 0-16,1 0-2 0,-1 1 4 0,0-1 1 15,0-1-5-15,1 0 1 0,-2 0-17 0,0-1-27 16,-5-1-33-16,1-1-20 0,-3 0-29 0,1-1-26 15,0 1-21-15,-4-2-150 0,-1 0-347 0,0-8 154 16</inkml:trace>
  <inkml:trace contextRef="#ctx0" brushRef="#br0" timeOffset="-86938.22">29515 10241 210 0,'-2'-12'212'0,"2"1"-9"0,0 2-16 0,0 9-12 0,0-12-14 16,0 12-21-16,-1-10-11 0,1 10-17 0,0 0-14 15,-1-7-15-15,1 7-2 0,0 0 1 0,0 0 1 16,-15 27-9-16,5-10-6 0,-1 6-3 0,-2 2-6 16,-2 0-9-16,-1 2-3 0,-2-1-6 0,3 1-3 15,1-1-4-15,-1-2-1 0,-2 0-3 0,4 0-2 16,1-3-12-16,0-4-19 0,-3 3-36 0,5-2-34 16,-1-2-42-16,1-1-40 0,0 2-48 0,1-4-123 15,2-2-352-15,2-3 156 0</inkml:trace>
  <inkml:trace contextRef="#ctx0" brushRef="#br0" timeOffset="-86706.21">29636 10428 1889 0,'16'-11'86'16,"-4"-1"-6"-16,-4 7-34 0,-2-1-17 0,-1 2-13 16,-5 4-5-16,1-5-4 0,-1 5 2 0,0 0 14 15,0 0-2-15,0 0 7 0,-25 14 4 0,13-8 5 16,-2 4 0-16,1 1-3 0,0 2 4 0,-2 0-3 15,1 2-1-15,2-2-4 0,0 1-1 0,1-1-4 16,0 1-1-16,5-5-6 0,-2 2 1 0,3-1-5 16,1-1 2-16,4 0 0 0,0-1-5 0,2 2-7 15,3-3-13-15,2 2-23 0,1-4-38 0,4 1-39 16,5-2-40-16,5 0-43 0,-1-2-165 0,5-4-385 16,3-2 170-16</inkml:trace>
  <inkml:trace contextRef="#ctx0" brushRef="#br0" timeOffset="-86553.43">29991 10472 171 0,'0'0'195'0,"4"-5"-21"0,-4 5-17 0,0 0-18 15,6-5-14-15,-6 5-8 0,0 0-5 0,7-3-21 16,-7 3-11-16,0 0-3 0,16 4-22 0,-8 0-30 16,1-3-31-16,-1 3-38 0,1 2-37 15,-3-3-20-15,-1 3-114 0,1-1-232 0,-2 0 103 16</inkml:trace>
  <inkml:trace contextRef="#ctx0" brushRef="#br0" timeOffset="-86435.64">30086 10541 68 0,'-6'5'164'0,"6"-5"-19"0,0 0-10 15,0 0-10-15,0 0 3 0,0 0-13 0,0 0-13 0,0 0-6 16,0 0-11-16,0 0-15 0,0 0-14 0,19-3-19 16,-6 3-40-16,0-2-37 0,8-2-50 0,-3 3-110 15,2-2-214-15,10-4 94 0</inkml:trace>
  <inkml:trace contextRef="#ctx0" brushRef="#br0" timeOffset="-86206.4">30698 10107 45 0,'4'-11'261'16,"-3"1"-11"-16,0-1-10 0,1 5-12 0,0 1-9 15,-2 5-19-15,1-10-20 0,-1 10-21 0,2-8-19 16,-2 8-17-16,0 0-14 0,0 0-11 0,0 0-14 15,0 0-5-15,0 0-3 0,-2 31-5 0,-1-14-6 16,0 7-7-16,0 0 3 0,2 1-14 0,0 2 0 16,1 0-4-16,2-3 13 0,0 2-16 0,2-2-17 15,1 0-30-15,-3 0-26 0,6 1-48 16,-2-1-68-16,2-1-53 0,-6-2-220 0,1-5-457 0,-2 1 202 16</inkml:trace>
  <inkml:trace contextRef="#ctx0" brushRef="#br0" timeOffset="-86039.75">30507 10524 259 0,'-10'-3'247'15,"10"3"-26"-15,0 0-17 0,0 0-12 0,0 0-3 16,23-4-16-16,-2 1-16 0,11 2-14 0,6-1-17 16,14-2-13-16,3 0-7 0,5 0-14 0,-1 2-11 15,-5 2-20-15,-14 2-31 0,-2-1-53 0,-6 3-69 16,-4 1-58-16,-10-1-206 0,-7 0-383 0,-2 2 169 15</inkml:trace>
  <inkml:trace contextRef="#ctx0" brushRef="#br0" timeOffset="-85687.63">30599 10651 2083 0,'-8'2'158'0,"1"-1"-120"0,7-1-23 0,-10 4-12 15,9 0 2-15,1-4-6 0,-2 9 17 0,2-9 10 16,4 12 4-16,0-4 8 0,-1 1-4 0,-2 1-3 15,1 1-1-15,0 0-2 0,0-1-7 0,-4 6 0 16,-1-1 1-16,-1-2-4 0,-6 2 3 0,-10 2-1 16,2 4 3-16,-5-6-5 0,-3 0 1 0,-2-2-3 15,-1-1-1-15,2 1-2 0,6-7 1 0,2 0 1 16,-1-2 2-16,7-1 16 0,-1-3 6 0,4 3 4 16,1-3 0-16,-1 0-5 0,10 0 8 0,-12 0-2 15,12 0 7-15,-8-5-11 0,8 5-3 0,2-11-2 16,-2 11-6-16,9-8-1 0,0 3 4 0,3 1-4 15,0 1 2-15,-1 0-3 0,7 3-3 0,-4 0-3 16,0 1-2-16,4 1-5 0,-5 0 6 0,0 3-6 16,3 0-5-16,-4 0-2 0,4 3 8 0,-5 0-8 15,-2-2 3-15,3 1-26 0,-3 2-16 0,5 2-24 16,-6-3-28-16,0 0-51 0,0 0-56 0,0 0-53 16,-1 0-228-16,-1-3-512 0,-1 0 227 0</inkml:trace>
  <inkml:trace contextRef="#ctx0" brushRef="#br0" timeOffset="-85490.38">30743 10744 163 0,'2'-9'273'0,"1"-1"-12"0,-2 4-19 16,3 0-24-16,-4 6-27 0,1-9-20 16,-1 9-14-16,0 0-14 0,0 0 1 0,0 0-7 15,0 0-8-15,5 22-5 0,-5-9-9 0,-1-1-11 16,-2 5-8-16,2 0-12 0,-4-1-7 0,4 1-7 0,-2 1-5 15,1-1-11-15,-1 1-18 0,0-2-27 0,2 0-20 16,-1-5-35-16,0 1-56 0,1-2-68 0,1 0-61 16,0-2-187-16,0-8-451 0,3 11 200 15</inkml:trace>
  <inkml:trace contextRef="#ctx0" brushRef="#br0" timeOffset="-85289.63">30887 10782 166 0,'3'-4'236'0,"-1"-2"-22"15,-2 6-20-15,3-8-22 0,-3 8-5 0,0 0 4 16,0 0 4-16,0 0-1 0,0 0-6 0,12 19-2 16,-12-8-10-16,0 2-10 0,2-2-14 0,-2 4-4 15,-2 3-19-15,-1-1-9 0,1-2-13 16,0 1-6-16,2 0-5 0,-4-2-7 0,3 0-23 16,-1-3-21-16,1 0-33 0,0-1-31 0,-2-1-39 0,3 1-58 15,0-10-63-15,-1 11-70 0,-2-6-137 0,3-5-438 16,-6 7 194-16</inkml:trace>
  <inkml:trace contextRef="#ctx0" brushRef="#br0" timeOffset="-85139.63">30772 10794 2026 0,'-1'-12'85'0,"1"5"-59"0,0-3-22 0,0 10 6 16,2-11-8-16,3 6-1 0,6 1 1 0,-2-1-1 15,10 1-1-15,6-4-1 0,3 1-4 0,3 5-12 16,1-3-20-16,4 5-33 0,-3-3-34 0,1 2-37 15,-4 2-34-15,-8 1-94 0,-1-2-289 0,0 1 129 16</inkml:trace>
  <inkml:trace contextRef="#ctx0" brushRef="#br0" timeOffset="-84916.34">31239 10673 171 0,'0'0'216'0,"0"0"-13"0,-4-11-4 0,4 11-17 15,0 0-17-15,0 0-11 0,0 0 2 0,0 0-3 16,0 0-4-16,0 0-13 0,-13 24-2 15,6-6-3-15,0-1 4 0,-2 7-3 0,-1 3-9 0,1-2 0 16,-2 4-8-16,1-2-9 0,0-2-9 0,1 1-1 16,3-1-5-16,0 0-3 0,3-7-15 15,0 1 2-15,-1 0-12 0,2-2-4 0,1 0-2 16,-1-2-10-16,1 1 1 0,0-4-3 0,1 0-29 0,0-4-28 16,1 3-33-16,-1-3-25 0,0-8-30 0,-1 13-44 15,-1-7-50-15,2-6-42 0,0 9-43 0,-3-4-164 16,3-5-481-16,0 0 213 0</inkml:trace>
  <inkml:trace contextRef="#ctx0" brushRef="#br0" timeOffset="-84772.26">31061 10990 91 0,'1'-8'185'0,"-1"8"-21"0,4-9-7 16,1 5-7-16,1 0-12 0,3 1-7 0,5-1 1 15,4-1-31-15,3 1-14 0,7-2-47 0,0 2-45 16,5 0-64-16,-3-2-148 0,-2 1-236 0,2 1 105 15</inkml:trace>
  <inkml:trace contextRef="#ctx0" brushRef="#br0" timeOffset="-84586.63">31723 10762 106 0,'-10'-11'280'15,"2"11"-6"-15,-2 0-10 0,-2 4-8 0,-6 2-9 16,0 2-16-16,1 3-6 0,-3 1-17 0,-1 3-12 15,-2 4-25-15,4 0-15 0,6-4-15 0,1 0-13 16,6 1-15-16,1 0-9 0,6 1-3 0,4-2-24 16,6-1-17-16,6-2-27 0,15 0-34 0,18 1-38 15,4-2-55-15,4-1-50 0,6-6-57 0,-4 1-58 16,-10 0-181-16,3-4-474 0,-15-1 209 0</inkml:trace>
  <inkml:trace contextRef="#ctx0" brushRef="#br0" timeOffset="-83351.55">30970 10618 9 0,'0'0'100'0,"0"0"-3"0,0 0-15 0,0 0-5 16,-6-8-9-16,6 8-6 0,-4-5 3 0,4 5-10 16,-4-5-2-16,4 5 1 0,-6-7-12 0,6 7 0 15,-6-3-5-15,6 3 10 0,-3-5-15 0,3 5-1 16,-7-6-1-16,7 6 23 0,0 0-17 0,-3-7 6 15,3 7 1-15,0 0-5 0,-7-5 0 0,7 5-1 16,-4-5 2-16,4 5-3 0,0 0-6 0,-6-5 2 16,6 5 3-16,0 0 2 0,-8-6 1 0,8 6 0 15,-6-2 1-15,6 2 6 0,0 0 2 0,0 0-2 16,-9-3 5-16,9 3-7 0,0 0 1 0,0 0 2 16,0 0 2-16,0 0-3 0,0 0-3 0,0 0 3 15,0 0-8-15,28-11 1 0,3 8-6 0,2 0 11 16,7 0 1-16,20-2-12 0,2-2-1 0,32-2-6 15,-4 0 0-15,1 1-2 0,0 1-1 0,1 1 3 0,-28 3-13 16,1-4 1-16,-3 3-1 0,1 2-16 0,-7 1-3 16,-3-3 2-16,-19 2 2 0,-2 0-1 15,-1 1-1-15,-12 1 3 0,-1 0-4 0,-4-2 3 16,-3 2 6-16,0-1 17 0,-11 1 13 0,11-1 14 0,-11 1 6 16,9 0 4-16,-9 0 7 0,0 0-12 0,0 0-4 15,0 0-5-15,0 0-7 0,0 0 0 0,0 0-4 16,0 0-1-16,0 0-5 0,0 0-1 0,0 0 5 15,-24-9-11-15,24 9-4 0,-7-1-1 16,7 1-14-16,0 0-17 0,-10 0-19 0,10 0-18 0,0 0-30 16,-14 2-37-16,8 0-40 0,6-2-34 0,-12 1-41 15,0 1-140-15,2 0-405 0,1-1 180 16</inkml:trace>
  <inkml:trace contextRef="#ctx0" brushRef="#br0" timeOffset="-81228.52">29382 10507 91 0,'0'0'168'0,"0"0"-24"0,0 0-17 0,0 0-13 0,0 0-15 15,0 0-8-15,0 0-13 0,0 0-6 0,0 0-4 16,0 0-6-16,0 0-21 0,5-6-16 0,-5 6-20 16,0 0-16-16,0 0-27 0,0 0-11 0,0 0-25 15,0 0-24-15,0 0-55 0,0 0-165 0,0 0 73 16</inkml:trace>
  <inkml:trace contextRef="#ctx0" brushRef="#br0" timeOffset="-81064.5">29413 10497 61 0,'0'0'121'0,"0"0"-13"0,0 0-2 0,0 0-29 16,0 0-4-16,0 0-22 0,-15-12-27 16,15 12-20-16,0 0-31 0,0 0-31 0,0 0-32 15,0 0-98-15,0 0 43 0</inkml:trace>
  <inkml:trace contextRef="#ctx0" brushRef="#br0" timeOffset="-80923.47">29459 10463 29 0,'0'0'52'0,"0"0"-26"0,0 0-45 16,0 0-18-16,0 0 8 0</inkml:trace>
  <inkml:trace contextRef="#ctx0" brushRef="#br0" timeOffset="-80756.26">29439 10458 14 0,'0'0'45'0,"0"0"-34"0,0 0-23 16,0 0-13-16,-20 15 6 0</inkml:trace>
  <inkml:trace contextRef="#ctx0" brushRef="#br0" timeOffset="-79138.75">29461 10526 2075 0,'3'-5'-8'0,"-3"5"7"0,0 0 12 0,3-11-1 16,-3 11-6-16,0 0 3 0,3-7-4 0,-3 7-1 15,0 0-1-15,0 0 0 0,1-7 1 0,-1 7 1 16,0 0-1-16,0 0 2 0,0 0 0 0,0 0-3 16,0 0 1-16,0 0 3 0,0 0 2 0,0 0-5 15,0 0 0-15,0 0 0 0,0 0 5 0,0 0 1 16,0 0 6-16,0 0 1 0,4-6-4 0,-4 6-2 16,0 0 1-16,0 0-4 0,0 0-1 0,0 0 6 15,0 0-8-15,0 0 2 0,0 0 0 0,0 0-3 16,0 0-11-16,0 0-20 0,0 0-17 0,-14 14-25 15,14-14-20-15,-7 6-17 0,7-6-32 0,-6 7-29 16,2-2-97-16,4-5-286 0,-8 4 127 0</inkml:trace>
  <inkml:trace contextRef="#ctx0" brushRef="#br0" timeOffset="-78614.33">29195 10618 123 0,'-5'-4'206'15,"5"4"-41"-15,0 0-27 0,0 0-27 0,0 0-24 0,-9 4-35 16,9-4-22-16,-6 6-40 0,2-1-36 16,4-5-97-16,-9 6-155 0,2-2 69 0</inkml:trace>
  <inkml:trace contextRef="#ctx0" brushRef="#br0" timeOffset="-78280.84">29226 10655 3571 0,'0'0'-96'0,"0"0"53"0,0 0-39 0,-16-20-33 16,16 20-96-16,-3-6-69 0,3 6-7 0,0 0-123 15,0 0-444-15,0 0 197 0</inkml:trace>
  <inkml:trace contextRef="#ctx0" brushRef="#br0" timeOffset="-78081.16">29325 10941 4009 0,'0'0'-227'0,"-15"-15"35"16,5 8-141-16,1 2-145 0,-3 5 14 0,-9 4-502 16,-10 4 223-16</inkml:trace>
  <inkml:trace contextRef="#ctx0" brushRef="#br0" timeOffset="-75816.19">28278 4969 45 0,'0'0'84'0,"0"0"-2"16,0 0-9-16,0 0-1 0,0 0-3 16,0 0-4-16,0 0-8 0,0 0 1 0,0 0-10 15,0 0 0-15,0 0 10 0,0 0-3 0,0 0-9 16,0 0-14-16,0 0-11 0,0 0 0 0,0 0-7 0,0 0 3 15,-16-9 12-15,16 9-7 0,0 0-15 0,-15-3 11 16,4 5-19-16,-1-2 8 0,-5 0-11 16,-4 2 12-16,1 0-4 0,-7 1 0 0,-5 1-11 15,2-1-2-15,-5 0 10 0,-3 0-9 0,-13 3-4 16,1 0-8-16,-6-5-1 0,1 2 2 0,0-2-3 16,-4 2 6-16,-1-4-1 0,4-2 4 0,-3 0-1 15,1 0 7-15,1-1-1 0,-1 0-4 0,5-1 0 0,-2-1 11 16,-3 0 1-16,2 1-6 0,2 0 3 15,1 4 1-15,-4-3-2 0,3 1 4 0,2 2 2 16,1-2-3-16,13 2 10 0,1 0-4 0,2 1-3 16,1 0 5-16,3 0-3 0,3 0-1 0,-1 2 2 0,12-2 4 15,0 1-8-15,2 1-4 0,3-2-8 0,2 1-10 16,3 0-21-16,-2 2-12 0,4-1-12 16,5-2-47-16,-9 5-123 0,9-5 55 0</inkml:trace>
  <inkml:trace contextRef="#ctx0" brushRef="#br0" timeOffset="-75406.63">26697 4779 55 0,'0'0'71'0,"-18"5"-4"0,5 0 6 0,-6-1-15 0,-2 5-8 15,-7 0-2-15,-1 4-17 0,-2-1 5 0,-1 1-3 16,-1-1 8-16,-2 0-23 0,2-2 8 0,1 0-5 15,3-1-2-15,3 0-2 0,5-2 1 0,1-4 3 16,4 1-7-16,2 1 14 0,4-2-18 0,-1-1 11 16,3 1-11-16,2-1-9 0,6-2 6 0,-9 2-5 15,9-2-1-15,-6 5 1 0,6-5 2 0,-1 10-3 16,6-1 13-16,6 2-16 0,12 7 5 0,8 2-4 16,21 11 6-16,24 11-1 0,12-2-1 0,10 0-4 15,7 3-18-15,4 3-10 0,-6 2-15 0,11-2-18 16,-3 4-51-16,-10-6-122 0,3-2 54 0</inkml:trace>
  <inkml:trace contextRef="#ctx0" brushRef="#br0" timeOffset="-74140.18">32072 6500 76 0,'-4'-7'84'0,"4"7"-11"0,-5-7-2 0,5 7-7 0,-4-7-5 15,4 7-7-15,0 0-1 0,-7-5-8 0,7 5-20 16,0 0-15-16,-3-5-3 0,3 5-23 15,0 0-14-15,0 0-4 0,-14 0 2 0,14 0-6 0,0 0-36 16,-17 4-80-16,7-3 36 0</inkml:trace>
  <inkml:trace contextRef="#ctx0" brushRef="#br0" timeOffset="-73927.42">30616 6493 85 0,'-8'-1'188'0,"3"-2"-34"16,5 3-27-16,0 0-28 0,-15-2-23 0,15 2-4 16,0 0-15-16,0 0-15 0,-13-1-19 0,13 1-36 0,0 0-23 15,-6 3-31-15,6-3-68 0,-9 13-145 0,-1-5 64 16</inkml:trace>
  <inkml:trace contextRef="#ctx0" brushRef="#br0" timeOffset="-69836.56">29691 10636 65 0,'0'0'149'0,"0"0"-12"15,0 0-6-15,0 0-10 0,0 0-15 16,0 0-13-16,0 0-3 0,0 0-8 0,0 0-25 16,0 0 10-16,0 0-8 0,0 0-17 0,0 0-9 0,0 0-21 15,0 0-19-15,0 0-16 0,0 0-12 0,0 0-22 16,0 0-13-16,0 0-106 0,0 0-189 16,0 0 83-16</inkml:trace>
  <inkml:trace contextRef="#ctx0" brushRef="#br0" timeOffset="-69137.42">30820 11151 32 0,'0'0'96'0,"0"0"3"0,0 0-5 0,8 1-10 16,-8-1-19-16,0 0 5 0,0 0-11 0,0 0-3 16,0 0 1-16,0 0-8 0,0 0-9 0,0 0-2 15,0 0-15-15,0 0 5 0,0 0-9 0,0 0-24 16,0 0 9-16,0 0-14 0,0 0-10 0,0 0-12 15,0 0-12-15,0 0-24 0,0 0-55 0,0 0-133 16,0 0 60-16</inkml:trace>
  <inkml:trace contextRef="#ctx0" brushRef="#br0" timeOffset="-67440.61">27911 9297 88 0,'0'0'227'0,"0"0"-30"15,0 0-27-15,0 0-12 0,-21 17-17 0,16-5-5 16,1 3-15-16,-3-1-12 0,3 5-11 0,-3 0-13 16,2 5-6-16,-4 2 5 0,4 0-9 0,-1-1-10 15,-2 1-4-15,-2-1-4 0,6-6-7 0,-1-3-6 16,0 1-3-16,-1 0-6 0,-1-7 4 0,2 1-6 16,1-3 4-16,1 3 5 0,0-4 0 0,0 0 6 15,-1-3 9-15,4-4 10 0,-2 7 6 0,2-7 9 16,-4 7 11-16,4-7-4 0,0 0-7 0,0 0-5 15,0 0-7-15,0 0-10 0,0 0-6 0,0-31 6 16,1 18-7-16,4-3-10 0,2-3-6 0,-3 0-1 16,2-8-5-16,4 3 0 0,0-3-8 0,-1-1 0 15,4 0-1-15,-3 0-3 0,1 2-6 0,3 0 7 0,-5 4-2 16,2-1-5-16,2 8-2 0,-4 2-3 16,-4 2 2-16,-1 3-1 0,1 3-3 0,-1-1-4 15,-4 6 10-15,9-4-12 0,-9 4-2 0,9 2 6 16,-2 3-9-16,-2 4 0 0,4 5 1 0,0 4 2 0,0 6 8 15,-1 2-2-15,-3 0 1 0,0 1 5 0,-1 0-7 16,0-1 5-16,1-1 5 0,-2-6-6 16,-1 1-2-16,3-3-4 0,-2 0-1 0,-1 1 2 15,1-2-10-15,-1-4-11 0,1-1-27 0,-2 0-22 0,0 1-24 16,1-3-40-16,-2 0-46 0,2-4-40 0,-2-5-35 16,0 9-198-16,0-9-488 0,-11 3 217 0</inkml:trace>
  <inkml:trace contextRef="#ctx0" brushRef="#br0" timeOffset="-67306.38">27809 9551 25 0,'0'0'226'0,"-5"-9"-23"15,5 9-21-15,0 0-20 0,7-11-20 0,2 3-9 16,2 5-14-16,2-2-7 0,6-1-23 0,8 0-26 16,-3-3-24-16,7 6-28 0,0-3-43 0,1 2-45 15,0-3-39-15,-3 4-98 0,3-3-232 0,-4 1 104 16</inkml:trace>
  <inkml:trace contextRef="#ctx0" brushRef="#br0" timeOffset="-67122.83">28283 9336 189 0,'0'0'224'15,"1"-10"-11"-15,-1 10-12 0,0-10-8 0,0 10-15 16,1-7-19-16,-1 7-15 0,0 0-18 0,0 0-19 16,0 0-11-16,0 0-2 0,0 0-8 0,0 0 1 15,0 0 9-15,-1 34-12 0,-2-17-5 0,0 1-6 16,1 7-9-16,-1 1-6 0,0 1-1 0,-2 0-12 15,2-1-18-15,-1 0-19 0,-3-2-30 0,4 2-31 16,-1-8-46-16,-2 1-49 0,2-4-47 0,-6 2-168 16,1-3-391-16,2-4 173 0</inkml:trace>
  <inkml:trace contextRef="#ctx0" brushRef="#br0" timeOffset="-66990.73">28172 9536 121 0,'12'-3'114'0,"6"-2"-34"0,2 0-29 0,11 1-33 0,2-1-82 16,-3 0-70-16,5 3 31 0</inkml:trace>
  <inkml:trace contextRef="#ctx0" brushRef="#br0" timeOffset="-66339.61">28716 9324 278 0,'-4'-9'261'0,"3"-1"-12"0,-3 1-7 0,2 3-26 16,2 6-13-16,-1-9-33 0,1 9-17 0,0 0-17 16,0 0-9-16,0 0-11 0,0 0-12 0,-10 25-7 15,8-8-7-15,-4 7-10 0,0 0-4 0,2 1-11 16,0-1-5-16,-1 2-4 0,5-7-3 0,-3-1-9 16,2 2-4-16,1-4-3 0,-2-3-4 0,2-3-2 15,-2 2-2-15,2-5-3 0,0 0-2 0,0-7-1 16,0 10 9-16,0-10-14 0,2 8 15 15,-2-8-15-15,0 0 0 0,0 7-1 0,0-7-5 0,0 0-7 16,0 0 5-16,13-13-5 0,-8 4 5 0,7-3-10 16,1-1-2-16,-1 2 0 0,4-2-3 0,0 1-3 15,3 2 5-15,-3 2-3 0,0 2-1 0,-5 4 1 16,1 0 1-16,1 2-1 0,-1 3 0 0,-1 1 0 16,-1-1 0-16,0 4 0 0,-1 1 2 0,0-1 0 15,1 1 1-15,2 2 0 0,-2-3 5 0,1-1 0 16,0 0 9-16,1-1 4 0,5-2-4 0,2 1-1 0,0-4 2 15,2 0 2-15,-1-2-5 0,1-1-1 16,0-1 3-16,0-3-5 0,-2 2 4 0,-2-2-4 16,-1-1 0-16,-4 1 0 0,-2-2 1 0,2-2-4 15,-5 2-1-15,-1-1 1 0,2-2-1 0,-3 4 1 16,0-2 0-16,0 5 2 0,-2 0 3 0,1 0 6 16,-4 5-1-16,0 0-5 0,1-8-2 0,-1 8-1 15,0 0 2-15,0 0-1 0,-18 18 0 0,12-9-5 16,-1 1 1-16,1 0-1 0,1 2 6 0,0 1-5 15,2-4-2-15,1 1 0 0,2 0 2 0,2 0-7 16,0-5-7-16,2 0 0 0,2 0 4 0,3-1-1 16,-3-3 6-16,6-1-7 0,0 0 3 0,0-1 1 15,1-2 5-15,-2-1 0 0,0-1 1 0,0 1-1 0,-1-1-2 16,-1-3 1-16,0 1-1 0,-1-1 3 0,-1 1-3 16,0 0-1-16,-1-2 6 0,-1 4-5 0,0 2 2 15,-5 3-4-15,8-6-2 0,-8 6-2 0,7-3 4 16,-7 3 2-16,0 0 7 0,10 13 1 0,-9-3 1 15,-1 1 0-15,-3 4 3 0,2 1-2 0,-3 3 0 16,-3 5 0-16,2-5-9 0,1-2-9 0,-2 2-14 16,1-1-18-16,0 1-21 0,2-3-40 0,-1-1-48 15,2-6-54-15,0 3-64 0,-1-2-150 0,2-3-454 16,1-7 200-16</inkml:trace>
  <inkml:trace contextRef="#ctx0" brushRef="#br0" timeOffset="-66199.33">29185 9332 28 0,'0'0'64'0,"0"0"-23"0,0 0-50 16,10-6-12-16,-10 6-23 0,20 5 10 0</inkml:trace>
  <inkml:trace contextRef="#ctx0" brushRef="#br0" timeOffset="-65886.18">29640 9349 146 0,'6'-6'238'0,"-6"6"-10"15,6-3-21-15,-6 3-19 0,0 0-25 0,0 0 9 16,0 0 0-16,7 12-6 0,-7-3-10 0,-3 7-11 16,-1 2-14-16,1 6-5 0,-1-4-11 0,-3-1-8 15,4 7-10-15,-1-7 1 0,0-2-11 0,1 2 4 16,-1-4-20-16,3-4-3 0,0 1-5 0,1-4-5 15,-1 0-5-15,1-8 1 0,-2 12 1 0,2-12 3 0,-1 9 12 16,1-9-4-16,0 0 15 0,0 0-3 0,0 0-6 16,1 8-2-16,-1-8-14 0,0 0-11 15,0 0-3-15,21-15-10 0,-8 8-10 0,3-1-5 16,3-2-8-16,9-1-7 0,-2 3 4 0,-5 3-3 16,-2-1-5-16,0 1-5 0,-1 4-6 0,-4 0-7 15,-3 3-5-15,0 1 15 0,0 2-10 0,-5 1-7 16,1 1-15-16,-1 2-25 0,-1 0-17 0,0 2-13 15,-1 1-46-15,-4 1-58 0,1-2-63 0,-1-2-230 0,2 1-535 16,0-1 236-16</inkml:trace>
  <inkml:trace contextRef="#ctx0" brushRef="#br0" timeOffset="-65638.66">30202 9568 1697 0,'8'-27'-22'0,"-3"-3"69"0,-1 0-22 16,-3-1-6-16,2 4 38 0,-3 0 26 0,1 9 21 15,-1-1-8-15,-1 2 7 0,-1 7 5 0,2-1 1 16,0 5-3-16,0 6-17 0,-1-11-13 0,1 11-8 16,0 0-7-16,0 0-6 0,0 0 0 0,-9 32-1 15,4-7-1-15,-2 5-3 0,0 2-3 0,-1 1-2 16,0 2-2-16,1-3-5 0,-5 1 2 0,5 1-5 16,0-2-6-16,1-1 0 0,0-3-1 0,0 1-1 15,1-3-7-15,1-2-5 0,-1 0-19 0,4-5-18 16,0 0-20-16,-2-4-12 0,-1-3-30 0,3-2-33 15,-1 2-37-15,2-1-21 0,-3-3-32 0,0-4-24 16,3-4-170-16,-7 6-432 0,7-6 192 0</inkml:trace>
  <inkml:trace contextRef="#ctx0" brushRef="#br0" timeOffset="-65354">30045 9568 129 0,'5'-10'163'16,"4"1"-16"-16,4 2-6 0,1 4-1 0,5 0-2 15,3 2-2-15,4-1-1 0,4 5-8 0,-3 2-10 16,-1 1-4-16,1 5-9 0,-2 0-11 0,-5-3-5 0,-2 1-1 16,-3 1-8-16,1-1-6 0,-7-1-4 15,-2-2-4-15,2 1 1 0,-4 0 4 0,-2-1 3 16,-1-3-1-16,-2-3 6 0,3 9 1 0,-3-9 0 16,0 0 2-16,0 0-8 0,0 0-2 0,0 0-7 0,0 0-6 15,0 0-5-15,0 0-3 0,-22-10-5 0,22 10-4 16,-6-9-5-16,3 3-3 0,3 6-6 15,0-17-11-15,2 7-7 0,1-1-19 0,5-3-13 16,5-2-24-16,0 0-22 0,8-3-37 0,4 0-38 0,-1 1-36 16,4 3-32-16,2 2-210 0,-2 5-456 0,0 3 202 15</inkml:trace>
  <inkml:trace contextRef="#ctx0" brushRef="#br0" timeOffset="-64915.32">30601 9642 259 0,'0'0'250'0,"-7"-19"-23"0,7 19-20 0,7-9-16 16,-2 2-18-16,3 1-12 0,1-1-11 0,2 1-17 15,0-1-11-15,6-1-14 0,1 2-8 0,-2-3 7 16,1 1-15-16,2-1-7 0,-3 0-8 0,-1-1-7 16,-5 5-8-16,-2-2-4 0,0 3-5 0,-2-1-4 15,-2 0-12-15,-4 5 0 0,1-9-2 0,-1 9 2 16,0 0 5-16,-9-6-8 0,9 6 0 0,-15 0-6 15,15 0 0-15,-22 5-6 0,4 5 1 0,0 0 3 16,2-1-3-16,-2 2 1 0,1 2 5 16,2-2-10-16,6-2 1 0,1 3-6 0,2-2 1 0,2 1 0 15,2 0 0-15,3-1-5 0,5-1 4 0,2 0-6 16,3-1 0-16,6-2 0 0,1 0 3 0,2-2-3 16,3-2-2-16,4-4-1 0,0 1-1 0,-7 0-1 15,-2-1 2-15,-1-2-2 0,-3 2 1 0,-1-3-3 16,3 0 0-16,-5-4 0 0,-1 4 3 0,1-2-1 15,-2 0-3-15,0 1 1 0,-4 2-2 0,2 0 2 16,-2 1 2-16,-5 3-9 0,9-5-3 0,-9 5 2 16,0 0 4-16,0 0 7 0,5 11 5 0,-5-2 7 15,-1 1 3-15,-3 3 0 0,-3 4 5 0,0-1-7 16,-5 1 0-16,1 6-3 0,2-5-11 0,-1-1-19 16,1 0-25-16,1-2-29 0,-1 1-54 0,5-6-79 15,0 2-94-15,2-4-165 0,2-8-500 0,-3 11 222 16</inkml:trace>
  <inkml:trace contextRef="#ctx0" brushRef="#br0" timeOffset="-64767.39">31203 9607 3094 0,'2'-13'191'0,"0"0"-67"16,-1 1-77-16,-4 2-23 0,1 2-10 15,-1 1-3-15,3 7 2 0,-2-12-4 0,2 12-2 16,-6-6-2-16,6 6-12 0,0 0-14 0,0 0-28 15,0 0-36-15,-14 13-57 0,14-13-89 0,-3 15-270 0,0-8-543 16,2 3 240-16</inkml:trace>
  <inkml:trace contextRef="#ctx0" brushRef="#br0" timeOffset="-63605.59">31435 9150 30 0,'-59'-22'183'0,"-2"0"-22"0,-24-5-16 16,21 11-14-16,-31-8-12 0,4 3-16 0,-1 0-4 16,-1 6-9-16,-4 1-10 0,-3 0-1 0,-2 2-12 15,-7 2-8-15,-4 0-3 0,-2 4-8 0,1-2-3 16,-5 6 0-16,3 2-7 0,-7 2-4 0,2-1-4 16,-5 4-2-16,-2 0-10 0,6 4 8 0,-2 2-3 15,0-1-6-15,4 2 0 0,0 5-6 0,2-1 5 16,-1 4-7-16,9 1 5 0,4 3-8 0,0 0-2 15,3 2 4-15,6 2-2 0,13 2-2 0,23-8 4 16,3 0-2-16,5 3-3 0,2 2 0 0,6-2 1 0,16-3 1 16,2 3 0-16,6 0 1 0,2 3-1 15,5 6-5-15,3-1 1 0,4 13 10 0,5-11-3 16,4 10-6-16,7 0 5 0,2 0 5 0,9 3-9 16,-1-2 4-16,10 6-6 0,16 18 7 0,-8-20 6 15,21 17-6-15,-1-4 1 0,3-2-14 0,0-1 1 0,-16-20-8 16,20 19-4-16,-16-17-1 0,17 13-2 15,-17-20 1-15,23 17 4 0,-18-20-4 0,22 14 6 16,-20-14-4-16,28 9 6 0,4 2 4 0,11-7 12 0,5-1 6 16,4-9-2-16,18-2 5 0,9 0-8 0,3-4 4 15,13 1-4-15,1-4 2 0,10-3 1 0,8 1 3 16,2-2-1-16,4 3 4 0,0 4 1 16,2-2-1-16,2 2 2 0,0 0-8 0,0-4 2 0,-4 0-4 15,-5-3-10-15,-1-3 1 0,-11-6-19 0,-3 2-25 16,-8-4-6-16,-9-9-9 0,-6-3 0 0,-7-4-2 15,-11-4-4-15,-5-5 9 0,-13-7 10 0,-10 0-4 16,-28 4-2-16,-4-9 7 0,-3-2 0 0,-7-3 9 16,-6-3 0-16,-7-2 5 0,-5-3 8 0,-12-3 12 15,-4-1 10-15,-8 0 13 0,-5-3 10 0,-9-4 12 16,-19-20 10-16,-12 7 7 0,-3 2 0 0,-14 8 6 16,-12 0 0-16,-1 7-5 0,-16 2 0 0,-6 0-6 15,-9 0-5-15,-10 13-6 0,-5-4-1 0,-7 4-2 16,-11 1-3-16,-6 5-5 0,-7 1-6 0,3 6 3 15,-11 5 0-15,-3 3-8 0,-8 5 5 0,-2 8-2 16,0 7 4-16,-2 4 2 0,-1 6-5 0,3 3-12 16,0 7-19-16,3 0-30 0,9 1-56 0,5 3-29 15,12 1-161-15,12 3-315 0,11 0 141 0</inkml:trace>
  <inkml:trace contextRef="#ctx0" brushRef="#br0" timeOffset="-8272.58">28932 5837 47 0,'0'0'117'0,"0"0"-14"16,0 0-2-16,0 0-16 0,-4-8 4 0,4 8 4 15,0 0-1-15,0 0 1 0,0 0 0 0,0 0-7 16,-4-5 1-16,4 5-5 0,0 0 3 0,0 0-12 16,0 0-3-16,0 0 2 0,0 0-7 0,-5-6-1 15,5 6 3-15,0 0 0 0,-3-5-5 0,3 5-2 16,0 0 5-16,-4-8-1 0,4 8-1 0,0 0-5 15,-1-8-2-15,1 8-8 0,0 0 0 0,-4-10-5 16,4 10-2-16,-1-7 0 0,1 7 2 0,0 0 3 16,-1-8 1-16,1 8-1 0,0 0-4 0,0 0-5 15,0 0-3-15,-5-8-4 0,5 8-5 0,0 0-5 16,0 0 0-16,0 0-6 0,0 0-7 0,0 0-2 16,0 0-2-16,0 0-3 0,0 0 2 0,0 0 0 15,0 0-3-15,0 0 0 0,-5 25 1 0,5-13 0 16,-2 0 2-16,4 4-1 0,-5 1-4 0,2-2 5 15,-1-1-1-15,2-2-1 0,0 1 1 0,0-2-2 16,-2 2 1-16,4-1 2 0,-2-1-4 0,-2-1 2 16,2 0 1-16,0 0-1 0,0-1-2 0,2-3 0 15,-2-6 5-15,2 14-2 0,-2-9 0 0,0-5 5 16,1 9-4-16,-1-9-1 0,0 8-2 0,0-8 4 16,0 9-4-16,0-9 9 0,0 0-8 0,0 8 1 15,0-8 0-15,0 0 5 0,1 8-23 0,-1-8-15 16,0 0-20-16,0 0-24 0,2 8-29 0,-2-8-42 15,0 0-28-15,0 0-27 0,-4 7-136 0,4-7-366 16,0 0 162-16</inkml:trace>
  <inkml:trace contextRef="#ctx0" brushRef="#br0" timeOffset="-7815.3">29100 5835 88 0,'0'0'171'0,"0"0"-3"16,4-6 7-16,-4 6-14 0,0 0-9 0,0 0-11 15,0 0-10-15,3-5-15 0,-3 5-9 0,0 0-13 0,0 0-12 16,0 0-8-16,0 0-6 0,0 0-1 16,0 0 3-16,0 0-8 0,-24 16 3 0,15-7-10 15,-3 1 11-15,-1 2-9 0,2 2-8 0,0 0-4 16,4-4 2-16,-2 2 1 0,0 3-6 15,4-4-5-15,-1-1-3 0,2 0-4 0,1 2 0 0,1-2-7 0,0 0 1 16,4-1-3-16,-2 1-1 0,0-3 0 0,0-7-3 16,3 13-2-16,1-7 2 0,0 0-3 15,4-2 3-15,-3 1-4 0,1-1 4 0,-1-3-3 16,2 2 0-16,-7-3-5 0,14 3 5 0,-7-5-3 16,-7 2 0-16,16-4 1 0,-6 3-6 0,0-3 7 15,-1-1-5-15,-1 0 2 0,-1-1-2 0,-1 0 6 0,-2 1-4 16,2-2 3-16,-4 1-8 0,1 0 2 15,-3 6-3-15,2-12-1 0,-2 12 1 0,-1-8 0 16,1 8-6-16,0 0 5 0,-4-10-5 0,4 10 2 0,-5-5-2 16,5 5 0-16,0 0-1 0,-13-1-3 15,13 1-1-15,-14 4-5 0,7-1-15 0,-2 1-21 0,0 0-18 16,-2 0-27-16,3 1-35 0,8-5-34 16,-13 8-37-16,8-3-166 0,-5 2-396 0,2-3 176 15</inkml:trace>
  <inkml:trace contextRef="#ctx0" brushRef="#br0" timeOffset="-7456.45">29155 5974 92 0,'0'0'107'0,"0"0"15"0,0 0-11 0,0 0-5 0,0 0-11 16,5 12 4-16,-5-12 2 0,2 6-8 15,-2-6-9-15,2 10-3 0,-2-10 7 0,2 8-7 16,0-3-10-16,-2-5-6 0,4 7-7 0,-1-2 1 0,0 0-4 16,4 0 1-16,-1-1 9 0,2-1-4 0,1 0-4 15,2 1-5-15,1-1-4 0,-3-2-6 0,3 1-4 16,-1-2 2-16,-4 0 1 0,2 0 10 16,-9 0 2-16,14-2 8 0,-7 0 0 0,2-1 3 0,-9 3 5 15,10-6-5-15,-8 1-4 0,2 0-4 0,-1-2-8 16,-3 7-6-16,4-13-7 0,-6 5 0 0,2 8-6 15,-2-17-4-15,-1 12-3 0,-1-3 1 16,-1-1-8-16,0 2-1 0,0-2-4 0,-2 3-11 16,-1-1-10-16,0 3-12 0,-1-2-18 0,-1 5-14 15,1-3-14-15,-1 2-15 0,-2 0-24 0,2 4-27 0,1-2-22 16,0 2-22-16,0 2-162 0,-1 0-368 0,0-1 163 16</inkml:trace>
  <inkml:trace contextRef="#ctx0" brushRef="#br0" timeOffset="-7055.13">29357 6157 139 0,'5'2'134'0,"-5"-2"-4"0,9 0 13 0,-9 0 3 0,11-2-4 15,-6-3-5-15,-5 5 1 0,11-7-1 0,-5 2-7 16,0-1 0-16,-3-3-9 0,1 2-1 0,-1-3-12 15,-2 1-7-15,3-1-7 0,-3 0-5 0,2 1-12 16,-3-5-8-16,1 2-9 0,-1 0-2 16,0 0-8-16,0-2-3 0,0 4-5 0,3-2-9 15,-2-5-4-15,0 7 3 0,2 3-7 0,-1-3-3 0,0 4-5 16,-2 6-1-16,2-10-4 0,-2 10-3 16,1-7-3-16,-1 7-3 0,0 0-4 0,7-5 4 15,-7 5-2-15,0 0-2 0,0 0 1 0,12 9-1 16,-8-5 2-16,-1 3-4 0,1 4 4 0,-3 1-5 0,-1 0 4 15,1-2-3-15,-1 1 2 0,0 0-1 0,-1-2 0 16,1 2 2-16,0-1 2 0,-1 2-3 0,1-6-1 16,0 4 0-16,0-10 1 0,0 15 1 0,1-8 6 15,-1 0-6-15,1 3 4 0,5-4 1 16,-3 2-2-16,5 0-2 0,0-3-27 0,3 1-39 0,2 0-57 16,6-1-51-16,2-3-50 0,0 1-134 0,10-4-387 15,-2-3 171-15</inkml:trace>
  <inkml:trace contextRef="#ctx0" brushRef="#br0" timeOffset="-3018.32">25332 5947 28 0,'0'0'145'0,"0"0"5"0,0 0-8 16,0 0-5-16,0 0-10 0,0 0-9 0,0 0-10 16,0 0-8-16,6-4-5 0,-6 4-14 0,0 0-9 15,0 0-6-15,0 0-7 0,0 0-6 0,0 0-6 16,0 0-8-16,0 0-5 0,0 0 0 0,0 0-5 16,0 0-2-16,0 0-2 0,0 0-3 0,0 0-3 15,0 0-4-15,0 0-1 0,0 0 2 0,0 0-6 16,0 0 3-16,0 0-3 0,0 0 2 0,0 0-5 15,0 0 1-15,0 0-1 0,0 0 2 0,0 0-5 16,0 0 0-16,0 0 4 0,0 0 0 0,0 0 1 16,0 0 1-16,0 0 5 0,0 0-3 0,0 0 2 15,0 0-6-15,0 0-2 0,0 0 11 0,0 0-9 16,0 0-1-16,0 0 0 0,0 0-4 0,0 0 2 16,0 0-1-16,0 0-3 0,0 0 5 0,0 0 0 15,0 0 0-15,0 0-11 0,13 5-18 0,-6-5-23 0,-7 0-24 16,16 0-36-16,-5 2-28 0,-3-2-26 15,2 0-91-15,-1 3-271 0,-9-3 120 0</inkml:trace>
  <inkml:trace contextRef="#ctx0" brushRef="#br0" timeOffset="-2831.42">25324 6047 17 0,'0'0'129'0,"0"0"-3"16,0 0-2-16,0 0-17 0,0 0-13 0,0 0-2 16,0 0-7-16,0 0-12 0,25-3-8 0,-25 3-12 15,14-1-6-15,-7 1-10 0,1-1-26 0,-8 1-30 16,13 0-37-16,-13 0-32 0,10-3-62 0,-4 1-162 16,-6 2 72-16</inkml:trace>
  <inkml:trace contextRef="#ctx0" brushRef="#br0" timeOffset="-2551.04">25491 5849 76 0,'0'0'186'0,"0"0"-2"0,0 0-2 0,2-9-6 15,-2 9-13-15,0 0-12 0,0 0-16 0,0 0-12 16,0 0-12-16,0 0-16 0,0 0-10 0,0 0 5 15,0 0-17-15,0 0-6 0,0 0-6 0,0 0-9 16,0 0-1-16,0 0-8 0,0 0-3 16,-4 33-4-16,4-24-3 0,0 2-5 0,0 2 0 0,0-1 1 15,-3 1-5-15,0 2-3 0,1-2 2 0,0-2-18 16,2 2-20-16,-2-3-33 0,0 0-26 0,2 1-40 16,0-3-36-16,0 2-29 0,0-10-120 0,-3 13-323 15,3-13 143-15</inkml:trace>
  <inkml:trace contextRef="#ctx0" brushRef="#br0" timeOffset="-2273.36">25581 5955 43 0,'-14'19'142'0,"14"-19"-7"0,-2 8-7 15,2-8-7-15,2 9-8 0,-2-9-13 0,4 9-6 16,-4-9-9-16,4 6-7 0,2-3 0 0,-2 1 4 15,-4-4-2-15,11 4 8 0,-4-3 2 0,-7-1 0 16,12 2 4-16,-6-1 5 0,-6-1-2 0,0 0-4 16,13-4-2-16,-13 4-7 0,8-8-6 0,-4 4-4 15,-4 4-7-15,4-12-6 0,-4 8-4 0,0 4-8 16,0-13-4-16,0 13-4 0,-4-13-8 0,0 7-5 16,-1-1-7-16,0 2-10 0,0 0-14 0,1-1-16 15,4 6-22-15,-11-6-15 0,2 3-19 0,9 3-23 16,0 0-36-16,-22 3-31 0,12-2-28 0,0 2-122 15,10-3-341-15,-12 5 152 0</inkml:trace>
  <inkml:trace contextRef="#ctx0" brushRef="#br0" timeOffset="-1938.65">25738 5860 99 0,'0'0'148'0,"0"0"-20"0,0 0-15 16,0 0-11-16,0 0-2 0,0 0-11 0,13 13 18 16,-9-8-5-16,4 3-9 0,-1 2 5 0,1 0-5 15,1 2-8-15,1 1-6 0,0 1-7 0,-1-5 16 16,1 0-5-16,-2 0-8 0,-1 0-9 0,0-2-1 16,2 0-4-16,-4-2-4 0,3 0-2 0,-3-2 10 15,-3 2 11-15,-2-5 7 0,6 5 8 0,-6-5 6 16,8 2 13-16,-8-2 9 0,0 0-5 0,8 0-8 15,-8 0-14-15,9-10-5 0,-2 5-12 0,0-4-4 16,0 2-8-16,0-3-4 0,6-2-4 0,-4-2-13 16,0-2-4-16,5 0-6 0,-5 0-6 0,1-1-10 15,2 2-18-15,-1-1-5 0,-2 1-17 0,-3 5-24 16,0-1-30-16,0 4-33 0,-3 1-46 0,-1 0-69 16,-2 6-53-16,0 0-162 0,0 0-477 0,0 0 211 15</inkml:trace>
  <inkml:trace contextRef="#ctx0" brushRef="#br0" timeOffset="62086.44">25253 6147 95 0,'0'0'96'0,"0"0"-16"0,0 0 6 0,0 0-13 0,0 0-26 16,0 0 8-16,0 0-5 0,0 0-3 0,4 7-9 16,-4-7-7-16,0 0-9 0,0 0-14 15,0 0-13-15,0 0-12 0,0 0-11 0,0 0-16 16,0 0-10-16,0 0-43 0,0 9-105 0,0-9 47 15</inkml:trace>
  <inkml:trace contextRef="#ctx0" brushRef="#br0" timeOffset="62864.48">25709 6250 38 0,'0'0'76'0,"0"0"-12"15,0 0-12-15,0 0-12 0,0 0-18 0,7 1-22 16,-7-1-19-16,0 0-27 0,0 0-50 0,0 0 23 0</inkml:trace>
  <inkml:trace contextRef="#ctx0" brushRef="#br0" timeOffset="63156.74">26063 6211 67 0,'0'0'107'0,"0"0"1"0,0 0-2 0,0 0-5 16,0 0 1-16,0 0-11 0,0 0-5 0,4 3-4 15,-4-3-8-15,0 0-10 0,0 0-5 16,0 0-11-16,0 0 3 0,0 0-1 0,0 0-4 0,0 0-6 15,0 0-5-15,0 0-2 0,0 0-1 0,0 0 1 16,0 0-14-16,0 0 2 0,0 0-15 0,0 0 9 16,0 0-4-16,0 0-15 0,0 0-19 0,0 0-26 15,0 0-12-15,0 0-24 0,0 0-21 0,0 0-88 16,0 0-209-16,0 0 93 0</inkml:trace>
  <inkml:trace contextRef="#ctx0" brushRef="#br0" timeOffset="64071.48">29223 6305 33 0,'0'0'75'0,"0"0"-10"0,0 0-6 16,0 0-10-16,0 0-5 0,0 0-5 0,0 0-4 0,0 0 0 16,0 0-11-16,0 0-7 0,0 0-10 0,0 0-16 15,0 0-24-15,0 0-41 0,0 0-79 0,0 0 35 16</inkml:trace>
  <inkml:trace contextRef="#ctx0" brushRef="#br0" timeOffset="105077.77">19705 15015 137 0,'-12'-2'149'0,"1"1"-9"15,3 0-11-15,-1-1-3 0,0 1-20 16,9 1 2-16,-11-4-9 0,11 4-9 0,-11-1 2 16,11 1-14-16,0 0-1 0,0 0-11 0,-12 0-4 15,12 0-7-15,0 0-7 0,0 0 0 0,0 0-8 0,0 0-1 16,0 0-4-16,30 6-2 0,-7-3 2 0,11-2 3 16,1-2-4-16,19 1 0 0,3-1 1 0,5 1-6 15,3 1-2-15,27-1-4 0,-1 0 3 0,-1 1 1 16,3-1-6-16,6-2-2 0,6-1-1 15,5 0-1-15,4 0-2 0,7 2-2 0,3-3 1 16,8 0 7-16,3 1-3 0,13 2 5 0,5-2 1 0,2-3 4 16,5 6 6-16,1-7-2 0,8 6-4 15,0-2 3-15,-5-2-2 0,8 4 0 0,3-1 9 16,2 0-4-16,0 1 9 0,1 0-12 0,-1-5 5 0,3 6 2 16,2 2-5-16,-5-2 2 0,-3 1-2 15,-1 0-3-15,-3 1 6 0,2 0-11 0,-2 0-1 16,-4 3-4-16,-1-2 0 0,3-2 1 0,-9 2-7 0,1 3 3 15,-3 0-4-15,-6-1 0 0,-1-1 2 16,-6-1-1-16,-5 2 7 0,-5 0 1 0,-3-3 5 16,-15 2 0-16,-7-4 8 0,-8 2-17 0,-11-4 4 15,-28 4 1-15,-5 0-9 0,-1-3-1 0,-16 2-2 0,-6-1-3 16,-1 0 0-16,-14-1-14 0,1 2-8 0,-7-1-20 16,-4-1-14-16,-2 2-16 0,-7-1-30 15,0 0-37-15,0 0-38 0,0 0-48 0,0 0-206 16,-38 9-458-16,8-6 204 0</inkml:trace>
  <inkml:trace contextRef="#ctx0" brushRef="#br0" timeOffset="112143.61">21003 14557 56 0,'0'0'101'0,"0"0"4"0,0 0-6 0,0 0-2 15,0 0 3-15,0 0-9 0,0 0-3 0,-5-4 0 16,5 4-13-16,0 0 4 0,0 0 0 0,0 0-3 16,0 0-5-16,0 0-1 0,0 0-4 0,-8-3-1 15,8 3-2-15,0 0-2 0,0 0 4 0,0 0-10 16,0 0-2-16,-6-5-2 0,6 5-4 0,0 0-6 15,0 0 3-15,0 0-7 0,0 0-1 0,0 0-7 16,0 0 6-16,0 0-9 0,0 0 8 0,0 0 14 16,0 0-4-16,0 0 4 0,0 0-8 0,0 0-3 15,0 0-6-15,14-8 0 0,-14 8-3 0,17-1-2 16,-6-1 4-16,-2 0-2 0,-1 1-5 0,3 0 2 16,-4 1-2-16,-7 0-3 0,13-3-3 0,-8 2-1 15,-5 1 1-15,10 0-6 0,-10 0 1 0,8-3-3 16,-8 3 2-16,0 0-3 0,0 0 2 0,10-1-4 15,-10 1-1-15,0 0-17 0,0 0-14 0,0 0-13 16,0 0-18-16,0 0-30 0,0 0-41 0,0 0-36 16,0 0-38-16,-17 14-127 0,9-10-357 0,-3 0 159 0</inkml:trace>
  <inkml:trace contextRef="#ctx0" brushRef="#br0" timeOffset="112543.62">20511 14537 216 0,'0'0'208'0,"0"0"-14"16,-5-5-12-16,5 5-18 0,0 0-16 0,0 0-11 15,0 0-18-15,0 0-12 0,0 0-11 0,0 0-15 0,0 0-7 16,0 0-7-16,0 0-6 0,0 0-9 16,0 0-4-16,0 0 2 0,0 0 5 0,-3 18-5 15,3-18 7-15,0 10-8 0,0-10 2 0,3 12-2 16,-3-4-6-16,1-3-3 0,-1-5 3 0,0 14-10 0,2-9-2 15,-2-5-5-15,-2 14-3 0,4-8 2 0,-2-6-6 16,0 10-1-16,0-10-1 0,1 10-1 0,-1-10-2 16,1 10 2-16,-1-10-12 0,3 8-12 15,-3-8-17-15,1 10-31 0,-1-10-38 0,1 8-24 0,-1-8-36 16,3 6-28-16,-3-6-159 0,2 9-370 0,-2-9 163 16</inkml:trace>
  <inkml:trace contextRef="#ctx0" brushRef="#br0" timeOffset="112859.9">20633 14621 193 0,'0'0'198'0,"0"0"-12"0,0 0-17 16,0 0-17-16,0 0-18 0,0 0-12 16,0 0-11-16,0 0-8 0,0 0-10 0,0 0-8 0,0 0-10 15,0 0-3-15,0 0-8 0,7 13-5 16,-7-13 0-16,4 5-9 0,-4-5-2 0,5 5 0 15,-5-5 6-15,8 6 4 0,-4-4-2 0,-4-2 2 0,9 2 1 16,-4 0 0-16,-5-2-1 0,11 0-5 0,-11 0-7 16,10-2 1-16,-6-2-3 0,-4 4-2 0,9-7-1 15,-5 1-2-15,-4 6-2 0,4-7-1 0,-3 1-1 16,-1 6-2-16,0-9-6 0,0 9-2 0,-2-11-5 16,2 11-1-16,-9-10-5 0,5 6-1 0,-1 0-7 15,5 4-14-15,-11-6-13 0,5 5-16 16,-3-1-23-16,9 2-25 0,-15 3-41 0,5-1-43 0,1 3-56 15,0 2-154-15,4-3-409 0,-2 0 181 0</inkml:trace>
  <inkml:trace contextRef="#ctx0" brushRef="#br0" timeOffset="113511.59">20877 14130 114 0,'0'0'166'0,"0"0"-12"0,23-9-6 15,-18 6-9-15,1 1-5 0,2 0-8 16,2-1-5-16,0 0-13 0,-1 0-6 0,4 0-7 0,-3 0-7 16,-1 2-11-16,0-2-7 0,-1 2-9 0,-1 0-3 15,-7 1-9-15,13-2-4 0,-5 1-2 0,-8 1-6 16,13-3-7-16,-7 2-2 0,-6 1-6 0,15-3-14 15,-8 3-18-15,-7 0-23 0,10-1-15 0,-10 1-16 16,11-1-17-16,-11 1-9 0,10-1-17 0,-10 1-13 16,7-1-19-16,-7 1-84 0,0 0-239 0,0 0 106 15</inkml:trace>
  <inkml:trace contextRef="#ctx0" brushRef="#br0" timeOffset="113926.76">20388 14135 187 0,'-7'-1'197'15,"7"1"-7"-15,0 0-16 0,0 0-13 0,0 0-12 16,0 0-15-16,0 0-14 0,0 0-14 0,0 0-10 15,0 0-10-15,0 0-12 0,0 0-6 0,0 0-7 16,0 0-4-16,9 20-2 0,-9-12 1 0,0-8-3 16,-3 15 1-16,1-7-1 0,-2 0-5 0,-3 1-4 15,1 1-6-15,0 0-4 0,-1-3 0 0,1 0-2 16,-2 0-3-16,3-3-4 0,-3-1-3 0,5 1 0 16,-3 0 8-16,6-4 6 0,-6 4 4 0,6-4 10 15,-7 5 9-15,7-5 1 0,0 0-9 0,0 0-7 16,0 0-3-16,0 0-6 0,0 0-3 0,0 0-2 15,0 0 1-15,0 0-5 0,0 0-4 0,0 0-2 16,13-17-3-16,-13 17-3 0,9-3-3 0,-9 3 0 16,11-2-5-16,-11 2 5 0,12 2-3 0,-12-2 1 15,13 0-20-15,-6 1-20 0,-7-1-28 0,15 1-34 16,-7 0-48-16,3 0-36 0,-1 1-37 0,1 0-26 16,-5 0-125-16,3-1-395 0,-1 0 175 0</inkml:trace>
  <inkml:trace contextRef="#ctx0" brushRef="#br0" timeOffset="114209.57">20534 14205 59 0,'0'0'183'0,"-2"-9"2"0,2 9-16 15,0 0-9-15,0 0-14 0,0 0-14 0,0 0-15 16,0 0-10-16,0 0-7 0,0 0-13 0,0 0-9 16,0 0-8-16,0 0-4 0,0 0-6 0,0 0-10 15,0 0 1-15,0 0-7 0,0 0 15 0,0 0 5 16,15 13 0-16,-15-13 4 0,13 0 0 0,-13 0-5 15,11-1-2-15,-6-2-5 0,-5 3 12 0,13-3-12 16,-9 2-8-16,-4 1 7 0,6-8-16 0,-3 1 0 16,-3 7-6-16,2-10-4 0,-2 10-1 0,2-12-3 15,-2 12-1-15,-4-12 0 0,0 8-12 0,4 4-2 16,-6-12-5-16,-1 7-10 0,2 2-14 0,5 3-17 16,-11-5-5-16,3 5-19 0,8 0-23 0,-20 5-30 15,12-2-44-15,0 1-46 0,1 4-155 0,7-8-388 16,-9 9 173-16</inkml:trace>
  <inkml:trace contextRef="#ctx0" brushRef="#br0" timeOffset="114861.59">20766 13669 47 0,'-11'-1'193'0,"11"1"-8"0,0 0-11 15,-11 0-12-15,11 0-11 0,0 0-15 0,-9-3-12 16,9 3-9-16,0 0-5 0,0 0-8 0,0 0-8 16,0 0-5-16,0 0-5 0,0 0-1 0,28-5-6 15,-15 3-4-15,-3 1 4 0,2-2-4 0,3 0-9 16,-5 1-8-16,4 0-3 0,-2-1-3 0,-1 2-6 16,2-2-5-16,-3 0-3 0,2 0-5 0,2 1 0 15,-4 1-3-15,0-1-4 0,-4 0-2 0,1 0-2 16,-7 2-10-16,10-1-12 0,-10 1-19 0,0 0-31 15,0 0-39-15,11 0-36 0,-11 0-35 0,0 0-37 16,0 0-136-16,0 0-360 0,0 0 159 0</inkml:trace>
  <inkml:trace contextRef="#ctx0" brushRef="#br0" timeOffset="115326.76">20316 13680 118 0,'0'0'177'15,"-4"-4"-19"-15,4 4-11 0,0 0-8 0,0 0-17 16,0 0-8-16,0 0-13 0,0 0-6 0,15-5-15 15,-15 5-2-15,0 0-9 0,0 0-11 0,14 4-5 16,-14-4 7-16,7 4-16 0,-7-4 4 0,1 6-3 16,-1-6-3-16,0 0 0 0,0 12-8 0,0-12 3 15,-1 7-7-15,1-7 3 0,0 0-7 0,-3 13-4 16,3-13-5-16,-4 6-1 0,4-6 0 0,-1 8-3 0,1-8 0 16,0 0-3-16,1 10-1 0,-1-10 4 15,5 6-1-15,-5-6-3 0,5 3-3 0,-5-3-1 16,6 4 4-16,-6-4-4 0,6 2 0 0,-6-2 2 15,6 5-5-15,-6-5-1 0,7 2 2 0,-7-2 2 16,0 0-7-16,6 5-1 0,-6-5 4 0,0 0 0 16,0 0 2-16,6 4 0 0,-6-4-2 0,0 0 3 15,0 0-3-15,0 0 1 0,0 0 2 0,0 0 0 16,-10 9-2-16,10-9 2 0,-10 5-1 0,10-5-5 16,-6 6-12-16,6-6-12 0,-8 6-21 0,4-4-33 0,4-2-40 15,-5 5-35-15,5-5-134 0,-5 8-313 0,5-8 139 16</inkml:trace>
  <inkml:trace contextRef="#ctx0" brushRef="#br0" timeOffset="115610.49">20488 13749 50 0,'3'-4'206'0,"-3"4"-19"0,0 0-17 0,0 0-15 16,0 0-17-16,0 0-13 0,0 0-12 0,0 0-16 15,0 0-5-15,0 0-12 0,0 0-7 0,10 0 2 0,-10 0-2 16,0 0-1-16,0 0 1 0,0 0-7 16,11 2 0-16,-11-2 4 0,6-3-4 0,-6 3 1 15,0 0-6-15,7-7-7 0,-7 7-4 0,7-5-7 16,-7 5 6-16,3-7 4 0,-3 7-3 0,0-7-7 16,0 7-2-16,2-10-3 0,-2 10-7 0,-4-10-1 15,4 10-5-15,-8-8-3 0,3 3-8 0,-1 2-9 16,6 3-14-16,-14-5-19 0,6 3-16 0,0 0-24 15,8 2-27-15,-14 0-37 0,14 0-38 0,-11 2-41 16,11-2-117-16,-12 2-355 0,12-2 157 0</inkml:trace>
  <inkml:trace contextRef="#ctx0" brushRef="#br0" timeOffset="116468.93">20719 13258 126 0,'0'0'204'0,"0"0"-10"0,0 0-14 0,0 0-16 15,0 0-14-15,0 0-18 0,0 0-9 0,0 0-11 16,0 0-11-16,25-11-1 0,-15 7-6 0,-1-2-9 16,4 4 1-16,-2-3-7 0,1 2 0 0,0-1-10 15,0-1-8-15,1 1-7 0,-2 1-3 0,0-1-8 16,0 0-5-16,1 1-3 0,-3 0 0 0,-2 1-6 16,-1 1-4-16,-6 1-19 0,9-3-19 0,-9 3-39 15,0 0-35-15,11-1-46 0,-11 1-35 0,0 0-166 16,0 0-361-16,0 0 159 0</inkml:trace>
  <inkml:trace contextRef="#ctx0" brushRef="#br0" timeOffset="116953.45">20143 13250 121 0,'-4'-5'250'0,"4"5"-11"0,-4-8-15 0,4 8-21 15,-3-4-21-15,3 4-23 0,0 0-17 0,0 0-17 16,-3-7-14-16,3 7-12 0,0 0-6 0,0 0-12 15,0 0-11-15,0 0-6 0,0 0-5 0,0 0-4 16,1 23-3-16,-1-23-7 0,5 9-4 0,-2-4-2 16,1 0-5-16,0-1-4 0,1 0 8 0,-5-4 1 15,10 5-2-15,-6-3-5 0,-4-2 2 0,10 0-1 16,-10 0-5-16,12-1-3 0,-12 1 2 0,10-3-3 16,-10 3-1-16,7-6-3 0,-7 6 2 0,6-7-3 15,-3 4-2-15,-3 3-2 0,4-9 1 0,-4 9-4 16,5-7 1-16,-2 3-6 0,-3 4 1 0,0 0-2 15,2-10-1-15,-2 10-2 0,0 0-3 0,0 0 1 16,0 0-2-16,4-3-3 0,-4 3 0 0,0 0-1 16,0 0 6-16,7 15-6 0,-6-10 2 0,0 5-1 15,-1-1 6-15,-1 3-5 0,2 0 3 0,-1 0-2 16,2 0 2-16,-2 0 1 0,1 0-3 0,-1-2-12 16,1 1-26-16,0-1-39 0,-1 0-47 0,2-3-55 15,-1 2-52-15,-1-2-154 0,0-7-419 0,0 10 185 16</inkml:trace>
  <inkml:trace contextRef="#ctx0" brushRef="#br0" timeOffset="117228.49">20299 13296 166 0,'0'0'165'0,"5"-6"1"15,-5 6-13-15,0 0-12 0,0 0-9 0,0 0-11 16,18 8-8-16,-18-8-6 0,10 3-1 0,-2-1-2 15,-8-2-2-15,17 0-2 0,-8 0-3 0,-9 0-6 16,15-3-4-16,-9 1-3 0,1-1-3 0,-1-2-10 16,-6 5 3-16,11-7-5 0,-7 3-4 0,-1-2-3 15,-3 6-9-15,1-9-4 0,-1 9-5 0,-2-12-6 16,2 12-2-16,-6-9-7 0,6 9-3 0,-7-7-4 16,1 4-10-16,6 3-5 0,-11-2-8 0,11 2-10 15,-13 0-11-15,13 0-26 0,-17 5-27 0,8-1-39 16,1 1-43-16,2-1-51 0,-3 1-149 0,3-1-385 15,6-4 170-15</inkml:trace>
  <inkml:trace contextRef="#ctx0" brushRef="#br0" timeOffset="117827.8">20762 12917 142 0,'0'0'167'0,"-5"-3"-2"0,5 3-6 0,0 0-13 15,0 0-8-15,-7-3-12 0,7 3-6 0,0 0-8 0,0 0-6 16,0 0-5-16,0 0-10 0,0 0-7 0,0 0-5 15,0 0-11-15,0 0-5 0,0 0-2 0,0 0-7 16,0 0 0-16,0 0-4 0,0 0-5 16,26-8 0-16,-16 5-6 0,3-2-3 0,1 2-7 15,-1 1 3-15,2-2-5 0,2 0-5 0,-5 1-2 0,-1 0-2 16,0 2-2-16,-1-3-4 0,-2 1-7 16,-2 1-13-16,2-1-18 0,0-1-17 0,-2 2-12 0,4 0-28 15,-3 0-16-15,4-2-37 0,-3 1-36 0,-3 1-130 16,-5 2-327-16,6-3 144 0</inkml:trace>
  <inkml:trace contextRef="#ctx0" brushRef="#br0" timeOffset="118327.24">20213 12900 171 0,'0'0'239'15,"-3"-6"-13"-15,3 6-32 0,0 0-17 0,0 0-19 16,0 0-15-16,0 0-15 0,0 0-14 0,-11 0-8 16,11 0-14-16,0 0-8 0,0 0-12 0,0 0-7 15,0 0-7-15,-6 10-2 0,6-10-9 0,0 0-4 16,0 0-3-16,0 0-4 0,8 13-3 0,-8-13-2 16,5 9-2-16,-5-9-1 0,6 5-6 0,-1-1-2 15,3 0 2-15,0 0-3 0,-2 0-5 0,2 1 3 16,2-2-2-16,-4 0-3 0,1 1-2 0,-1 0-2 15,2-1 0-15,-3 0 0 0,-5-3 0 0,11 7-5 16,-8-5 5-16,-3-2-5 0,6 5-1 0,-6-5 1 16,7 4-1-16,-7-4 1 0,2 5 2 0,-2-5-3 15,3 6 4-15,-3-6 2 0,0 0-1 0,-8 10-1 16,8-10 1-16,-11 7-2 0,5-3 0 0,-1-1-4 16,0-1-16-16,1 2-26 0,-4-2-30 0,2 2-39 15,8-4-33-15,-13 3-31 0,7-2-29 0,-2 1-109 16,8-2-338-16,-14-2 149 0</inkml:trace>
  <inkml:trace contextRef="#ctx0" brushRef="#br0" timeOffset="118793.81">20261 12876 5 0,'6'-7'159'16,"3"1"0"-16,0 0-15 0,0 2-10 0,-3 0-15 15,1-1-14-15,0 2-6 0,1-1-6 0,2 3-18 16,-3-1-5-16,-7 2-9 0,16-2-13 0,-5 0-14 15,-4 2-11-15,-7 0-17 0,13 0-6 0,-5 0-16 16,-8 0-2-16,15 0-13 0,-9 0 4 0,-6 0-2 16,11 0 6-16,-11 0-11 0,10 0 18 0,-10 0-8 15,9 0 6-15,-9 0 1 0,0 0 0 0,9 0-1 16,-9 0-4-16,0 0 4 0,6-4 6 0,-6 4-5 16,0 0 8-16,8-3-2 0,-8 3-2 0,5-5 3 15,-5 5 10-15,5-4 4 0,-5 4 0 0,0 0 7 16,0 0 7-16,6-3 1 0,-6 3 10 0,0 0 2 15,0 0 2-15,0 0 1 0,0 0 3 0,0 0 2 16,0 0 10-16,0 0 0 0,0 0 3 0,2 15-2 16,-2-15-2-16,-4 11-8 0,4-11 1 0,-1 13-3 15,-1-7 0-15,2-6-3 0,0 10-7 0,0-10-1 16,3 12 3-16,-1-8-7 0,1 1 6 0,-3-5 7 16,8 8 5-16,-2-5-4 0,-6-3 6 0,11 2 1 15,-4-2-2-15,-7 0 0 0,14-3 4 0,-14 3 1 16,13-5 4-16,-8 3-1 0,0-2 3 0,0-1 1 0,-1 0-9 15,-4 5-2-15,6-10-4 0,-4 5-3 16,-2 5-3-16,-2-14-6 0,2 14 0 0,-4-11-3 16,0 5-8-16,1 1-9 0,-5 0-11 0,2 0-12 15,-1 3-15-15,7 2-23 0,-15-2-25 0,6 4-28 16,-1 2-34-16,-3 0-45 0,3 3-154 0,1-1-367 0,-1 0 163 16</inkml:trace>
  <inkml:trace contextRef="#ctx0" brushRef="#br0" timeOffset="124249.55">20841 12237 70 0,'-1'-14'98'0,"-1"9"0"16,2 5-2-16,-1-15-14 0,1 6-8 0,-1 1 7 16,1 8 7-16,-4-14-4 0,3 7-5 0,-2 0-4 0,3 7 3 15,-6-12-3-15,3 6-5 0,3 6-2 16,-5-10-1-16,1 6-10 0,4 4 2 0,-5-9 6 16,5 9-5-16,-6-6 4 0,6 6 9 0,-4-6-2 15,4 6-1-15,0 0 0 0,-3-7-3 0,3 7-6 16,0 0-1-16,0 0-2 0,0 0-8 0,0 0-3 15,0 0-4-15,0 0-5 0,0 0-6 0,0 0-4 16,0 0-5-16,0 0-1 0,0 0 1 0,0 0-4 16,14 17-2-16,-12-9-1 0,-2 0-1 0,1 4 0 15,-1 0-4-15,0 0 0 0,0 5-3 0,1 3 4 0,-1-1-4 16,0 7 0-16,-1 0 1 0,1-7 2 16,0 6 6-16,-1-5 8 0,2 5-4 0,-1-6 6 15,-1 2-9-15,2 2 4 0,-1-4-5 0,0-3-2 0,1 3-1 16,-1 0 10-16,0-1-15 0,1 1 2 0,-1-2 0 15,2 1-4-15,-1-1 0 0,-1-1 0 0,1 1 21 16,1 0-2-16,-2-1 1 0,1-2-3 0,-1 0-5 16,1-2 5-16,0 4-8 0,1-4-1 0,0 1-3 15,-2-1 1-15,3 0-1 0,-2-1 0 0,0 0 2 16,1-1-7-16,-1-1 3 0,0 3 12 0,2-3-1 16,-2 2 5-16,0-1-9 0,-2-2 0 15,2 0-3-15,1 1-2 0,-2-1-2 0,1 2 2 16,-1-10 0-16,0 15-1 0,1-7-3 0,-1 1 2 0,1-1-4 15,1-1-1-15,-1 1 0 0,0 0-2 0,-1-8 7 16,2 15-7-16,-2-10 3 0,1 5-3 0,-1-10 2 16,0 15 2-16,0-11-8 0,2 5 5 0,-2-9-2 15,0 14-2-15,2-6 1 0,-1 3-1 0,-1-5 5 16,1 2-1-16,-1-8-3 0,2 12 3 0,-1-5-1 16,-1-7-2-16,1 13 0 0,-1-7 0 0,0-6-2 15,1 12 2-15,-1-12 2 0,0 11 0 0,0-5-2 16,0-6 0-16,3 11 3 0,-3-6-1 0,0-5-1 15,0 13 12-15,2-6 1 0,-2-7-6 0,0 11 4 16,2-4-3-16,-2-7-2 0,0 12-2 0,0-5 1 16,1-1 2-16,-1-6-1 0,0 14 1 0,0-9-1 15,0-5-1-15,0 14-2 0,0-7 0 0,0 0-3 16,1 0 0-16,-1-7 0 0,-1 14 4 0,1-14 2 16,0 13 7-16,1-6-6 0,-1-7 1 0,-1 13-4 15,1-6 3-15,0-7 4 0,0 14-9 0,0-5 0 16,-1 1 3-16,-1-3-1 0,2 2 4 0,0 0 0 15,-2-2-3-15,2-7 4 0,2 16-3 0,-2-7-1 16,0 0 0-16,0 1 4 0,0-2-3 0,0 0 2 16,0 0-1-16,0-8-1 0,-2 17 0 0,2-9 2 15,0 2 1-15,0 0 1 0,2-3-3 0,-2 0-1 16,2 1-1-16,-4 1-2 0,2 0 0 0,0-9 1 16,-2 17 6-16,4-10-6 0,-4 1-1 0,2-8 3 15,0 13 0-15,-1-5-5 0,1-8-1 0,-2 14 8 16,4-7 1-16,-2-7 2 0,-2 14-3 0,2-6 4 15,0-8-3-15,0 12-3 0,0-5 0 0,0-7-1 16,0 17-1-16,0-10 4 0,-1 0-4 0,1-7 4 16,0 12-6-16,0-5 0 0,0-7-2 0,-1 10 1 15,1-10 3-15,0 12 7 0,0-5-9 0,0-7-8 16,0 12 7-16,0-12 6 0,0 13-6 0,0-13 3 16,0 10-6-16,0-3 5 0,0-7 3 0,1 11-3 15,-1-11 0-15,0 12-1 0,0-12-3 0,-1 9-2 16,1-9 0-16,0 17 12 0,0-11 14 0,0 2 0 15,1 0-20-15,-1-8 17 0,-1 14-4 0,0-7-6 16,1-7 5-16,0 17-2 0,1-6 1 0,-1-4-3 16,0 0 1-16,0-7-7 0,0 16-1 0,1-6 3 15,-1-1-2-15,0-1 12 0,0-1-21 0,0-7 23 16,3 16-18-16,-3-6-11 0,-2 0 8 0,2-3 4 16,0 2-1-16,2-2 0 0,-2-7 2 0,1 13-1 15,-1-4-7-15,2-2 5 0,0-1 0 0,-2-6 3 0,0 14-2 16,0-9 13-16,2 2-17 0,-1 0-6 15,-1-7 4-15,4 12 6 0,-2-5-1 0,-1 0-1 16,0 1 1-16,3 0-3 0,-3-1 6 0,1 1-8 16,-1-3-2-16,0 5 5 0,-1-3-4 0,0-7-1 15,2 14 8-15,-2-8-3 0,1 1 2 0,-1-7 5 16,2 14-9-16,-2-6-3 0,2-2 8 0,0 2-2 16,-2-8 22-16,3 14-15 0,-2-4-11 0,-1-1-12 15,2 1 6-15,1-2 10 0,-2 3-4 0,-1-2 0 16,3 1 3-16,-2 1 0 0,0-2-1 0,2 2 0 15,-3 1-2-15,3-2-2 0,-2 0 6 0,0-3 2 16,1 3-4-16,0-2-10 0,-1-1 5 0,2 0 4 16,-2-1 17-16,2 4-21 0,-2-5 7 0,1 6 10 15,0-5-9-15,-1 1-2 0,-1-7-2 0,3 13 2 16,-2-6 2-16,0-1-1 0,-1 1-3 0,4 3 3 16,-3-3-4-16,-1 0 2 0,0-7 2 0,4 15-9 15,-3-3 5-15,1-2-1 0,1 1 3 0,-1 1 6 16,-1-3-9-16,-1 2 8 0,2-2-1 0,0 2-2 15,0-2-1-15,0 0 7 0,-1 1-8 0,0-1 4 16,1-1-1-16,-1 0-3 0,-1-2 4 0,2 3-3 16,-2-1 4-16,0-8 10 0,4 15 8 0,-4-8-8 0,3 2 6 15,-1-2-4-15,0 0-8 0,0-1 1 16,-1 1 2-16,2 0-2 0,-4 2 2 0,1 0 8 16,1 1-1-16,-1-3 4 0,0-7-9 0,0 15-3 15,2-11-2-15,-2 3-11 0,0-7 15 0,2 13-1 0,-2-6-2 16,0-7-2-16,-2 11 0 0,2-11 5 15,2 10-7-15,-2-10 4 0,0 8-7 0,0-8 3 16,1 10-2-16,-1-10 7 0,0 6 3 0,0-6-7 16,0 0 2-16,0 0-3 0,-3 9-1 0,3-9 2 0,0 0-2 15,0 0 4-15,2 9-4 0,-2-9 1 0,0 0-9 16,0 0 3-16,0 0 6 0,0 9-7 16,0-9 4-16,0 0 0 0,0 0-4 0,-2 8 2 15,2-8 1-15,0 0-4 0,0 0-14 0,2 11-3 16,-2-11-5-16,0 0-15 0,-3 9-12 0,3-9-20 0,-2 8-45 15,-3-3-21-15,1 0-27 0,-1 0-24 0,-2 0-42 16,1-2-43-16,-4 2-48 0,-1-2-188 16,1-1-553-16,-1 1 244 0</inkml:trace>
  <inkml:trace contextRef="#ctx0" brushRef="#br0" timeOffset="125229.57">20726 12459 117 0,'0'0'161'0,"0"0"-3"0,0 0-7 0,0 0-10 16,0 0-5-16,0 0-4 0,0 0-5 0,0 0-3 16,0 0-9-16,0 0-7 0,0 0-2 0,0 0-9 15,0 0-2-15,0 0-8 0,0 0-2 0,0 0-7 16,0 0-3-16,0 0-10 0,0 0 1 0,0 0-7 15,0 0-3-15,0 0-10 0,0 0-4 0,0 0-2 16,0 0-5-16,5-5-3 0,-5 5-6 0,13-4-4 16,-6 3 1-16,5-2-3 0,1 1-5 0,-2 1 0 15,2-1 2-15,1 0-5 0,-2 0 3 0,0 1-7 16,-3 0 2-16,0-1-2 0,-1 1-2 0,-8 1-1 16,17 0 1-16,-12-1-1 0,-5 1-1 0,12 0-2 15,-12 0-1-15,12-1-7 0,-12 1-12 0,10 0-27 16,-10 0-25-16,13-1-40 0,-13 1-36 0,11-2-38 15,-11 2-179-15,7 2-392 0,-7-2 173 0</inkml:trace>
  <inkml:trace contextRef="#ctx0" brushRef="#br0" timeOffset="126143.9">19986 12422 103 0,'0'0'155'0,"0"0"-11"0,0 0 3 0,6-5-4 0,-6 5-10 16,0 0-10-16,3-6 1 0,-3 6-7 0,0 0-1 15,0 0-5-15,5-4-5 0,-5 4-7 0,0 0-3 16,0 0-13-16,1-9-6 0,-1 9-6 16,0 0-8-16,0 0-4 0,0 0-8 0,0 0-6 0,5-5-2 15,-5 5-4-15,0 0-1 0,0 0-6 0,0 0-2 16,0 0-5-16,0-8 0 0,0 8-6 0,0 0-4 15,4-6 4-15,-4 6-6 0,0 0 2 16,0 0-7-16,4-6 5 0,-4 6-6 0,0 0-8 0,0 0-14 16,5-4-8-16,-5 4-18 0,0 0-21 0,7-4-16 15,-7 4-9-15,0 0-16 0,10-3 7 0,-10 3 6 16,0 0 5-16,9 0 5 0,-9 0 10 0,0 0 10 16,9-2-4-16,-9 2 12 0,0 0 10 0,0 0 5 15,0 0 22-15,7-1-6 0,-7 1 29 0,0 0 5 16,0 0 12-16,0 0 8 0,0 0 9 0,0 0 6 15,0 0-1-15,0 0 2 0,0 0-1 0,0 0 2 16,0 0 2-16,0 0 3 0,-12-14-7 16,12 14 1-16,0 0-5 0,-8-2-6 0,8 2-5 0,0 0-1 15,0 0-5-15,-14 0-2 0,14 0 8 0,-9 6 5 16,4-2-6-16,-3 2-2 0,-2 3 0 0,2 0 7 16,-2 3 3-16,1 3-7 0,-1 0 2 0,1 1 12 15,0-1-2-15,1 2-8 0,2-2 0 0,-1 1-4 16,1-1-4-16,2-3-1 0,0-1-4 0,2 0 17 15,1 0-6-15,-1-1-3 0,4 1 0 0,-1-4-1 16,0-1-5-16,2 1 0 0,3-2-6 0,0-1 1 16,0 1-2-16,1-2-1 0,1-2-1 0,3 0-2 15,-2-1 1-15,2 0-3 0,-3-2-2 0,1 0 0 16,-1-1 2-16,0 1-1 0,-1-2-1 0,-1 0 0 16,-6 4-2-16,7-6 2 0,-7 6 0 0,5-8-3 15,-5 8 1-15,3-8-3 0,-2 4-4 0,-1 4 1 16,-1-11-2-16,1 11 1 0,0 0-5 0,-8-10 0 15,8 10-1-15,-7-3 3 0,7 3-4 0,-11-1-13 16,11 1-8-16,-12 4-15 0,4-2-19 0,3 1-15 16,-3 1-27-16,2 1-33 0,-1-1-46 0,4 0-37 15,-3 2-176-15,6-6-426 0,-6 8 189 0</inkml:trace>
  <inkml:trace contextRef="#ctx0" brushRef="#br0" timeOffset="126443.88">20201 12482 98 0,'0'0'180'15,"3"-5"-3"-15,-3 5-10 0,0 0-12 0,0 0-17 16,0 0-11-16,0 0-17 0,0 0-9 0,0 0-11 16,2 18-3-16,-2-18-13 0,5 6-4 0,-5-6-7 15,10 6-6-15,-10-6-2 0,10 2-6 0,-2 0-3 16,0-2-1-16,2-2 2 0,1 0 5 0,-3 0 2 15,1-2 7-15,1 1 4 0,-5-1 0 0,1 0 2 0,-3-1-2 16,-3 5-2-16,7-12-7 0,-5 4-1 16,-2 8-9-16,-2-16-4 0,-1 10-4 0,-3-1-4 0,-1 0-2 15,0 1-9-15,-1 1-2 0,-1 0-2 0,1 3-8 16,-2-2-15-16,2 4-16 0,8 0-22 16,-21 1-25-16,9 2-49 0,3 1-58 0,0 3-223 15,2-2-431-15,-2 3 191 0</inkml:trace>
  <inkml:trace contextRef="#ctx0" brushRef="#br0" timeOffset="127243.39">20805 11775 42 0,'-4'-6'115'0,"4"6"-5"0,0 0-3 0,-1-11 0 15,1 11 3-15,-1-7-9 0,1 7-5 0,-1-8-9 16,1 8-2-16,0 0 0 0,-2-11-1 0,2 11-4 16,-1-8-2-16,1 8-2 0,0 0 2 0,-3-8-3 15,3 8 1-15,0 0-5 0,0 0 1 0,-1-9 2 16,1 9-6-16,0 0-8 0,0 0-4 0,-1-8-8 16,1 8-8-16,0 0-4 0,0 0-8 0,0 0 0 15,0 0-7-15,0 0-2 0,0 0-2 0,0 0 2 16,0 0-4-16,6 31 2 0,-4-18-3 15,0 1 0-15,1 5 2 0,2 0-2 0,-4 0 7 0,1 2-2 16,1 3-11-16,-2-1 9 0,2-2-2 0,-1-2 1 16,2 6-6-16,0-6 3 0,-1 1 2 0,-1-1 6 15,2-1-2-15,-1 2 1 0,-2-3-5 0,1 0-1 0,1-1 0 16,-3-1 1-16,0-2 0 0,1-1 3 16,-1 1-6-16,-1-1 1 0,1-2-2 0,-1 3 1 15,2-4-1-15,-2 1-1 0,1 1-3 0,0-3 0 16,0 1 3-16,-2 2-2 0,4-5-10 0,-2 4-21 0,1-3-29 15,2 0-34-15,-1-1-35 0,2-1-30 0,2 1-42 16,-1-1-157-16,-5-5-379 0,9 4 168 0</inkml:trace>
  <inkml:trace contextRef="#ctx0" brushRef="#br0" timeOffset="127711.51">20735 11846 50 0,'-10'-5'130'15,"10"5"-9"-15,-9-6 11 0,2 3-7 0,7 3-7 0,-7-2-4 16,7 2-4-16,-7-4-5 0,7 4-14 0,0 0-12 16,0 0 5-16,-9-2-17 0,9 2-11 0,0 0-2 15,0 0-1-15,0 0-5 0,0 0-9 16,0 0-3-16,0 0-1 0,17-7-4 0,-6 5-7 0,-2 1 0 16,4 0-5-16,0 0-6 0,-3-1-25 0,3 0-27 15,1 1-26-15,-2 1-38 0,0 0-40 0,-2-3-90 16,1 0-253-16,1 0 113 0</inkml:trace>
  <inkml:trace contextRef="#ctx0" brushRef="#br0" timeOffset="128527.9">19884 11865 90 0,'-10'0'183'0,"-1"0"-9"16,11 0-5-16,-16 0-5 0,16 0-5 0,-12 0-11 15,12 0-11-15,-9-2-15 0,9 2-3 0,0 0-19 16,-10 0-10-16,10 0-8 0,0 0-8 0,0 0-10 16,0 0-4-16,0 0-8 0,0 0-4 0,0 0-3 0,0 0-2 15,37-3-4-15,-23 2-12 0,0 1 3 0,-1-1 0 16,0-1-6-16,1 2 0 0,-1-2-4 15,-1 1-3-15,0-1 2 0,-1 2-7 0,-2-1 1 16,-1 0 2-16,-8 1-5 0,13-1-3 0,-13 1-3 16,12-2 2-16,-12 2-8 0,9 0 6 0,-9 0 1 0,0 0 0 15,12 2-5-15,-12-2 5 0,6 2 1 0,-6-2-6 16,7 3 2-16,-7-3-2 0,5 3-2 16,-5-3 1-16,4 7 1 0,-4-7-1 0,2 10 0 15,-2-10 4-15,0 12 3 0,0-3 0 0,0 0 8 0,0-1-3 16,-1 3 11-16,0-1-2 0,-2 2 2 15,2-2-7-15,0 0 0 0,-2 2 5 0,2-1-6 0,-1-1 0 16,1 1-4-16,1-2-3 0,-1 1-19 0,0-1-26 16,1 0-35-16,-3-2-51 0,3-7-48 0,0 13-198 15,0-13-402-15,-4 10 178 0</inkml:trace>
  <inkml:trace contextRef="#ctx0" brushRef="#br0" timeOffset="128692.62">19937 12013 113 0,'0'0'130'0,"10"-5"-16"0,-3 4-11 0,1-2-12 0,-1 0-7 16,2 1-11-16,3 1-15 0,-2 0-24 0,3-1-29 16,-2 1-28-16,2-2-13 0,0 0-18 0,-2 1-14 15,5-2-36-15,-3 2-113 0,0-3 49 0</inkml:trace>
  <inkml:trace contextRef="#ctx0" brushRef="#br0" timeOffset="128984.69">20212 11885 140 0,'3'-7'154'0,"-3"7"-9"0,0 0-10 0,0 0-14 16,0 0-10-16,1-7-17 0,-1 7-11 0,0 0-22 16,0 0 3-16,0 0 3 0,0 0-4 0,0 0-6 15,0 0 10-15,0 0-9 0,-3 25-1 0,3-25-3 16,2 11-17-16,-2-11 5 0,1 10 3 15,0-6-9-15,-1-4-4 0,5 9 2 0,-5-9-7 0,4 7-1 16,-4-7-3-16,5 4 1 0,-5-4-3 0,7 3-2 16,-7-3 3-16,0 0-7 0,9 0 2 0,-9 0 0 15,0 0-6-15,10-5-1 0,-10 5 2 0,5-6-1 16,-2 1-2-16,-3 5 3 0,0 0-1 0,2-11-8 16,-2 11 5-16,-1-9-1 0,1 9 0 0,-4-8-2 15,4 8-10-15,-7-9 5 0,4 5-8 0,3 4-11 16,-13-5-7-16,8 4-20 0,5 1-15 0,-14 0-25 15,14 0-15-15,-14 3-20 0,9 0-30 0,-2 1-91 16,2 1-262-16,0 0 116 0</inkml:trace>
  <inkml:trace contextRef="#ctx0" brushRef="#br0" timeOffset="130309.78">20875 12163 53 0,'-19'-12'161'0,"19"12"-12"15,0 0-22-15,0 0-14 0,0 0-2 0,0 0-15 16,0 0-5-16,0 0-6 0,0 0-10 0,0 0-2 15,0 0-10-15,0 0-9 0,0 0-6 0,0 0-4 16,0 0 3-16,0 0-1 0,0 0-1 0,0 0-2 16,0 0-11-16,0 0 6 0,0 0 3 0,0 0 4 15,0 0-6-15,0 0 1 0,0 0 0 0,0 0-7 0,0 0-3 16,0 0 2-16,0 0-7 0,0 0 4 0,15-2-12 16,-15 2 4-16,0 0 3 0,0 0 1 15,-1-13-8-15,1 13 1 0,0 0 1 0,-6-9-4 0,6 9-1 16,0 0-1-16,-5-5-5 0,5 5 1 0,0 0 2 15,-8-3-6-15,8 3 0 0,0 0-4 0,0 0-1 16,-15 7 2-16,15-7-1 0,-8 4 5 0,4 1-9 16,4-5 8-16,-6 8-3 0,6-8 0 0,-4 7-3 15,4-7 4-15,-1 6 0 0,1-6-5 0,0 0 6 16,2 11-1-16,-2-11 1 0,7 6 1 0,-3-4-6 16,-4-2 7-16,11 2 5 0,-11-2-4 15,10 0-3-15,-10 0 2 0,8 0 3 0,-8 0 8 0,0 0 4 16,11-5-2-16,-11 5-1 0,4-5 0 0,-4 5-3 15,0 0-1-15,3-8-6 0,-3 8 2 0,0 0-3 16,-4-13 3-16,4 13-5 0,0 0 0 0,-8-7 0 16,8 7-4-16,-5-4 2 0,5 4-4 0,0 0 3 15,0 0-2-15,-11 0-7 0,11 0 6 0,0 0-3 16,-9 6 0-16,9-6 4 0,-7 7-7 0,7-7 7 16,-3 8-4-16,3-8 4 0,-3 6 1 0,3-6-2 15,0 0 1-15,4 11 3 0,-4-11 2 0,6 2-1 16,-6-2 1-16,10 4 6 0,-10-4-4 0,9-1 6 15,-9 1 2-15,0 0 8 0,17-5 6 0,-13 1 3 16,-4 4 2-16,8-4 4 0,-8 4 7 0,2-6-4 16,-2 6-2-16,3-6-11 0,-3 6-1 0,0 0-5 15,0 0-4-15,-2-10-4 0,2 10 1 0,0 0-6 16,-7-6-6-16,7 6-19 0,0 0-23 0,0 0-24 16,-19 6-36-16,13-3-53 0,6-3-68 0,-7 9-162 0,3-2-412 15,1-2 182-15</inkml:trace>
  <inkml:trace contextRef="#ctx0" brushRef="#br0" timeOffset="131750.34">20847 12156 50 0,'-6'-5'59'16,"6"5"-8"-16,0 0-4 0,0 0-4 0,0 0-6 15,0 0-6-15,0 0 0 0,0 0-3 0,0 0-8 16,0 0-3-16,0 0-1 0,0 0-11 0,0 0 1 15,0 0 2-15,0 0-8 0,0 0-4 0,0 0-5 16,0 0 2-16,0 0-5 0,0 0 6 0,0 0-3 16,0 0 4-16,0 0-1 0,0 0 1 0,0 0 11 15,0 0 3-15,0 0 9 0,0 0 1 0,0 0 4 16,0 0 14-16,0 0 3 0,0 0-7 0,0 0 12 16,0 0-5-16,0 0 6 0,0 0-2 0,0 0 1 15,0 0 0-15,-4-5-6 0,4 5-10 0,0 0 3 16,0 0 6-16,0 0-19 0,0 0 1 0,0 0 2 15,0 0 4-15,0 0-12 0,0 0 7 0,0 0-7 16,0 0-3-16,0 0-1 0,0 0 0 0,0 0 3 16,0 0 0-16,0 0 4 0,0 0-8 0,0 0 5 15,0 0-7-15,0 0-6 0,0 0-3 0,0 0 10 0,0 0-4 16,0 0-14-16,0 0 15 0,0 0-3 16,0 0 9-16,0 0-9 0,0 0-1 0,0 0 7 0,0 0 2 15,0 0-5-15,0 0 0 0,0 0-7 0,0 0 2 16,0 0 7-16,0 0-4 0,0 0 3 0,0 0-6 15,0 0 6-15,0 0-1 0,0 0-10 0,0 0-4 16,0 0-18-16,0 0-26 0,0 0-33 0,0 0-100 16,0 0-200-16,0 0 90 0</inkml:trace>
  <inkml:trace contextRef="#ctx0" brushRef="#br0" timeOffset="134833.47">20863 12143 47 0,'-7'-2'71'0,"7"2"0"15,0 0 1-15,0 0-9 0,-7-2 16 0,7 2-10 0,0 0 8 16,0 0-15-16,0 0 22 0,-7-4-22 0,7 4 5 16,0 0 1-16,0 0 5 0,-5-6-6 0,5 6-1 15,0 0 7-15,-6-5 6 0,6 5-1 0,0 0 0 16,-7-3 2-16,7 3-2 0,0 0-9 0,0 0 2 16,-6-4-5-16,6 4-2 0,0 0-9 0,0 0 0 15,0 0-6-15,0 0-9 0,0 0 2 0,0 0-9 16,-5-5-2-16,5 5-7 0,0 0 2 15,0 0-1-15,0 0-1 0,0 0-1 0,0 0 1 0,0 0-4 16,0 0 0-16,0 0-1 0,0 0-1 0,0 0-3 16,0 0 1-16,0 0-6 0,0 0 0 0,0 0-1 15,0 0 1-15,0 0-4 0,0 0-1 0,0 0 1 16,0 0-3-16,0 0 0 0,0 0-3 0,0 0 0 16,0 0 0-16,0 0 0 0,0 0 0 0,0 0 3 15,0 0-1-15,0 0 4 0,0 0-3 0,0 0 1 16,25 9 3-16,-21-7-7 0,3 1 12 0,-7-3-1 15,9 3-3-15,-4-1 3 0,-5-2-4 0,10 5 0 16,-5-2-5-16,1 1 5 0,0-1-1 0,-1 1-1 16,2 0 6-16,0 0-3 0,0 1 1 0,2-1 5 15,-1 1 13-15,0 0-8 0,1 0-2 0,-3-2 1 0,4 2-2 16,-3-1-1-16,-1 0-5 0,0-2-1 16,2 1 2-16,-2 2-1 0,-1-2 0 0,-5-3-4 15,10 8-1-15,-4-6 3 0,0 0-3 0,-1 3 2 16,-5-5-2-16,8 8-1 0,-4-7 2 0,-4-1-5 0,10 6 8 15,-7-3-7-15,-3-3 1 0,7 5 1 0,-3-1 0 16,-4-4 2-16,8 8 0 0,-4-3-2 16,1-1 3-16,-5-4-1 0,6 6 0 0,1-1 0 15,-5-1-4-15,-2-4 1 0,9 7 0 0,-3-4 2 0,-2 0-2 16,1 1 2-16,0 0 0 0,1-1-1 0,-6-3 2 16,11 6-1-16,-6-4-1 0,-1 2-3 0,-4-4 3 15,8 7-2-15,-8-7 1 0,6 5 0 16,-2-3 1-16,-4-2-3 0,7 6 0 0,-1-2 1 0,-2-1-2 15,1 1 4-15,0 0-2 0,-5-4 0 0,10 7 1 16,-6-3-1-16,1-1-1 0,0 1 2 0,-1 1-1 16,1-1-2-16,1-1 4 0,-6-3-1 15,8 7 0-15,-5-4-1 0,-3-3-1 0,9 9 1 0,-6-6-2 16,-3-3 5-16,9 5-2 0,-5-2 1 0,-4-3-2 16,7 6 3-16,-4-3-2 0,-3-3-2 0,9 6 2 15,-2-2-2-15,-7-4 3 0,5 6-2 0,-1-3-2 16,1 0 1-16,-5-3 3 0,8 5-2 0,-8-5-1 15,7 6 3-15,-2-4-4 0,-5-2 2 0,7 5 0 16,-4-1 1-16,-3-4 0 0,8 4-1 0,-8-4 1 16,5 7-1-16,-5-7-1 0,8 4-2 0,-4-1 3 15,-4-3-2-15,5 5 1 0,-5-5 0 0,8 6 9 16,-6-3 10-16,-2-3 0 0,10 6-1 0,-7-4-2 16,-3-2-2-16,8 6-2 0,-3-4 0 0,-5-2 2 15,5 6-2-15,1-4-2 0,-6-2-1 0,6 5-4 16,-6-5 4-16,6 5-5 0,-6-5-1 0,6 3 3 15,-6-3-3-15,5 6-1 0,-5-6-2 0,8 4-1 16,-8-4-1-16,6 3 5 0,-6-3-2 0,4 4 3 16,-4-4-1-16,0 0 3 0,6 5-9 0,-6-5 5 15,4 3 9-15,-4-3-10 0,0 0-1 0,7 7 1 16,-2-4 0-16,-5-3 0 0,7 4 0 0,-7-4 5 16,7 4-5-16,-7-4-1 0,6 6 9 0,-6-6-11 15,5 3 2-15,-5-3 0 0,9 5 0 0,-5-2 13 16,-4-3-11-16,6 5-3 0,-6-5-1 0,7 6 11 0,-7-6-8 15,6 3 24-15,-6-3-7 0,9 5 1 0,-5-2-4 16,-4-3-1-16,9 5 1 0,-5-2-7 0,-4-3 3 16,7 5-1-16,-2-3 0 0,-5-2-7 15,8 6 4-15,-3-3-2 0,-5-3 3 0,8 6-2 16,-2-3 2-16,-2 1-2 0,1-1-4 0,-5-3 2 0,9 7 2 16,-5-3-5-16,1-1-1 0,2 0 3 15,-7-3 0-15,7 8 6 0,0-4 11 0,-2 0 4 16,1 1-10-16,1-2 3 0,-2 1-4 0,1 0-1 15,1 0 1-15,-1 2 2 0,0-3 2 0,3 3-4 0,0-2 3 16,0 3 1-16,-1-2 9 0,1-1-12 0,0 2 4 16,1 0 1-16,-1-1-1 0,1 1-3 15,0 0 1-15,-1-1 6 0,2 0-6 0,0 0-3 16,-1-1 10-16,1 1 8 0,0 1-10 0,0-1 0 0,0 1-9 16,0 0 9-16,1 0 0 0,-1-1-4 0,1 2-1 15,-2-1-4-15,3 0 2 0,1 1-1 16,-3 1 5-16,2-3-5 0,-3-1-4 0,2 2 3 15,-1 2-2-15,1-3 1 0,2 4-7 0,-1-3 6 0,1 2-6 16,-3-2 8-16,4 2-4 0,-4-1-4 0,3 0 0 16,1 3 1-16,-3-4-1 0,-1 0 3 0,4 4-1 15,1-1 7-15,-2 3-1 0,-4-6-1 0,5 4-4 16,-3-2 3-16,3-1 3 0,-2 5 1 0,2-3-7 16,-1 1 5-16,2 0-2 0,-2-3 3 0,1 2 2 15,-1 1-14-15,0 0-5 0,2-3 8 0,-1 3 5 16,-2-2 5-16,1 0-4 0,2 2-4 0,-3-2-1 15,2 2 0-15,-3-3 8 0,3 1 0 0,-1 2-11 16,2 0 0-16,-2-3 3 0,1 3 7 0,-1-1-2 16,-2 1 7-16,3-1-18 0,-1-1-6 0,-1 0 12 15,0 1 2-15,-1 0 0 0,2-1 4 0,2 2 3 16,-3 1-7-16,-3-2 10 0,5-1-11 0,-2 3 5 16,1-3-10-16,0 1 5 0,-4-1 3 0,6 3-6 15,-2-4 0-15,0 2-1 0,0 0 7 0,0 1-3 16,-1-1 3-16,-1-2 2 0,-3 2-19 0,8-1 13 15,-6 0 0-15,4 1 1 0,-2 2-5 0,0-3-2 16,3 1 3-16,-6-2 2 0,1 1-20 0,1-1 24 16,2 2-4-16,-1-1 11 0,0 1-9 0,-2-2-6 15,4 4-1-15,0-3 3 0,-3 1 2 0,-2-2-2 16,6 1 0-16,-1 0 12 0,0 1-24 0,-4-2 16 16,0 1 0-16,6 0 3 0,-7-1-3 0,7 2 9 0,-2-1-8 15,0 1-1-15,-1 0 2 0,-2-1-1 16,3-1 9-16,-3 1-27 0,4 0 24 0,-4 0-6 15,-1-2 2-15,5 0-1 0,-1 5-5 0,-4-4 0 16,1-1-1-16,5 2 6 0,-3 3-5 0,1 0 5 0,-2-1 6 16,3 0-19-16,-3 0 8 0,1 0 1 15,2 1-4-15,-1-2 3 0,0 1-1 0,-1-2 1 16,0 3-1-16,2 0 0 0,-5-2-3 0,6 1 5 16,-4 2-6-16,1-3-1 0,4 4 0 0,-4-3 4 0,2 0 4 15,1 2 7-15,-3-1-17 0,2 0 7 0,0 1 0 16,-1-1-4-16,0 0 4 0,2 2 5 0,-3-1-25 15,3 2 16-15,-4-2 5 0,7 6-4 0,-5-6 4 16,2 1-3-16,-2-2 4 0,2 1 0 0,3 3 8 16,-3-2-2-16,0-1-2 0,-1-1-4 0,1 1 5 15,3 2 0-15,-3-2-2 0,0-1-2 0,0-1-2 16,0 0 3-16,3 1 7 0,2 2-2 0,-5-2 0 16,2 0 5-16,3 4-6 0,-4-4 1 0,-2-2 0 15,2 2-5-15,1-2 1 0,-1 1 2 0,-1 1-6 16,2 0 3-16,4 0 1 0,-6 2 0 0,0-3-6 15,0 2 7-15,3-2-4 0,-4-2 0 0,2 3-2 16,-1-2-4-16,5 7 4 0,-5-5-1 0,-2 1 0 16,2 1-2-16,5 3 5 0,-7-6-4 0,6 7 5 15,-6-5-5-15,1-1 0 0,0 3 3 0,-1-3-6 16,-1 2 2-16,2 0 2 0,-1 0 0 0,0 0-2 16,-1-3 2-16,0 3-3 0,4-3 3 0,-4 2-1 15,-1 1 2-15,0-3 2 0,2 2-3 0,-1-2 1 16,1 1 5-16,-2 0 4 0,4 1 0 0,-3-2-5 15,2 0-7-15,-1-1 9 0,0 0-4 0,-1 2 0 16,1-1 2-16,-4-1-1 0,1 1-2 0,2 0 2 16,-1 0-31-16,1-1 2 0,-4 0 1 0,1-1-1 15,0-2 9-15,-2 2-3 0,1-1 6 0,0-2-2 16,-1 3 4-16,1-2 3 0,-2-1-1 0,-3-1-5 16,2 1 11-16,-1-1-3 0,-2 0 8 0,1-2-1 15,-5-2-3-15,9 7-1 0,-5-4-1 0,-4-3-3 16,7 3 5-16,-7-3 3 0,5 2-1 0,-5-2-2 15,3 5-2-15,-3-5 1 0,0 0 2 0,9 4-1 16,-9-4 0-16,0 0-3 0,4 5 9 0,-4-5-7 16,0 0-1-16,0 0 3 0,6 4-2 0,-6-4 1 15,0 0-1-15,0 0 2 0,4 3-5 0,-4-3 5 16,0 0-1-16,0 0-2 0,9 4 1 0,-9-4 6 16,5 3-2-16,-5-3-4 0,7 4 0 0,-7-4 4 15,0 0-1-15,7 5-2 0,-7-5 5 0,6 3-3 16,-6-3-2-16,6 3 4 0,-6-3 7 0,6 3-5 15,-6-3 0-15,5 4 0 0,-5-4 2 0,0 0-5 16,0 0 5-16,6 3-4 0,-6-3 5 0,0 0-5 16,0 0-1-16,0 0-2 0,0 0-4 0,0 0-12 15,0 0-7-15,0 0-12 0,0 0-14 0,0 0-13 16,0 0-55-16,0 0-38 0,0 0-31 0,0 0-34 16,-23-9-17-16,12 6-31 0,-3 0-19 0,-5-4-24 15,0 0-16-15,-12 0-192 0,1-6-561 0,-1 5 249 16</inkml:trace>
  <inkml:trace contextRef="#ctx0" brushRef="#br0" timeOffset="139526.63">21040 15043 2 0,'0'0'37'0,"-7"-3"-1"16,7 3-3-16,0 0-5 0,0 0 0 0,0 0-8 15,0 0-2-15,0 0-5 0,0 0 2 0,0 0-9 16,0 0 5-16,0 0 2 0,-9 4-4 0,9-4-6 16,0 0 10-16,0 0 0 0,0 0 4 0,0 0 0 15,0 0 6-15,0 0-3 0,0 0-4 0,0 0 1 16,0 0-7-16,0 0 11 0,0 0-10 0,0 0-2 16,0 0-1-16,0 0 6 0,0 0 0 0,0 0-2 15,0 0 7-15,0 0 1 0,0 0-6 0,-13-1-2 16,13 1 1-16,0 0 2 0,0 0 1 0,0 0-1 15,0 0 0-15,-8-3 3 0,8 3-3 0,0 0 10 16,0 0 6-16,0 0 4 0,0 0 8 0,-8-3 2 16,8 3 9-16,0 0 3 0,0 0-2 0,0 0-1 15,0 0-2-15,0 0-1 0,0 0-10 0,0 0 3 16,0 0-4-16,0 0 1 0,0 0-9 0,0 0 5 16,0 0-1-16,0 0-6 0,0 0-4 0,0 0 3 15,0 0-6-15,0 0 2 0,0 0-8 0,0 0 4 16,0 0-3-16,0 0-2 0,0 0-2 0,0 0-1 15,0 0 2-15,0 0-1 0,0 0-4 0,0 0 6 16,0 0-2-16,0 0 4 0,0 0 2 0,0 0 2 16,0 0-2-16,0 0 8 0,0 0 5 0,0 0 2 15,0 0 3-15,0 0-5 0,0 0 1 0,29 6 1 16,-29-6 0-16,10 0-4 0,-10 0 3 0,14-2-1 16,-3 1 3-16,-3-1-5 0,0 1-6 0,-8 1 1 15,19-2-5-15,-9 1-1 0,2 1 1 0,-2-2-2 16,-1 1-1-16,4 0-2 0,-3 0-3 0,-1-1-1 15,2 2 3-15,1-2-7 0,-2 2 2 0,1-2-3 0,-2 1 1 16,2 0 6-16,-1-1-5 0,0 1-4 16,0 0 1-16,2-1 4 0,-2 0 3 0,2 1-1 15,-1 0 1-15,-1-1 1 0,2 1-2 0,-1 1 2 16,0-1 2-16,3-1 1 0,-2 0 0 0,0 0-3 16,2-1 3-16,-1 0-2 0,-1 0-1 0,1 1 1 15,1 0 6-15,-2-1-5 0,-1 1-1 0,2-1 0 16,-3 0 1-16,1-1 1 0,0 1-2 0,-1 2 1 15,-1-4-5-15,3 3 3 0,-2 0-1 0,-1-1-2 16,1-3-4-16,0 4 1 0,1 0 1 0,0-1-3 16,-2-1 1-16,1 1-3 0,2 2-1 0,-3-4 1 15,1 3 1-15,1-2-2 0,0 0 2 0,-1 1-1 16,0 0 4-16,2 0-4 0,-2-1 0 0,-1-1 0 16,0 3 6-16,1-3 3 0,-1 2 12 0,-3 1-11 15,1-1-3-15,-1 1 4 0,-6 2-3 0,13-6 1 16,-7 5-1-16,-6 1 0 0,9-4-2 0,-5-1-1 15,-4 5-1-15,11-3-2 0,-5 2 1 0,-1-3 0 16,1 0 1-16,-6 4-5 0,14-5 1 0,-7 1 1 16,2 0 1-16,-3 2-1 0,1-2 0 0,0 0-1 15,-7 4 7-15,17-11-6 0,-10 8 1 0,1-1 0 16,-8 4 4-16,12-6-1 0,-5 2 2 0,-7 4 3 16,12-6 4-16,-12 6-4 0,11-8-1 0,-11 8-2 15,9-4 0-15,-9 4 0 0,10-6 0 16,-10 6-1-16,9-10-2 0,-4 7 3 0,-5 3-1 15,12-11-2-15,-7 6-5 0,-5 5 1 0,12-10 3 0,-4 3 0 16,-3 1-3-16,3 1 5 0,-1-3-2 0,-1 1 8 16,0 0 7-16,1 1 11 0,-7 6-4 0,7-16-3 15,-1 7 1-15,-1 1-4 0,1-3-6 16,-1 4 1-16,0-3-2 0,2 0-2 0,-2 0-3 16,4 0 4-16,-4-1-3 0,0 1-2 0,1 0-4 15,0 0 2-15,2-6-5 0,-3 6 8 0,2-2-5 0,-1-1-1 16,1-2 1-16,-1 4 0 0,-1 1 2 0,-1 0-3 15,1-2-4-15,2 2 16 0,-2-3-13 0,0 2 2 16,-2 1 0-16,3 0 3 0,-1 0 3 0,-3-1-2 16,4 1 0-16,-3 0 5 0,1-1-6 0,-1 1 3 15,0 3-1-15,0-4-3 0,1 3 6 0,-3-4-13 16,2 3 10-16,1-3-4 0,-2 3-2 0,2-2 1 16,0 0-2-16,0 0-3 0,-1 0 4 0,1 1-2 15,1-2-5-15,-1 0 6 0,0 0-1 0,2 1 3 16,-2-1 1-16,0 2 4 0,0-5-2 0,0 5-3 15,-3-3 2-15,3 3-1 0,0 1-3 0,-2-2-1 16,3 4 1-16,-2-4 3 0,-1 2-1 16,-2 9 2-16,6-16-1 0,-4 10-1 0,-2 6-3 0,4-15 8 15,-1 8-3-15,-3 7 4 0,5-13 4 0,-4 5-1 16,3-1 7-16,-4 9-11 0,4-19-2 0,-3 7-1 16,1 3 9-16,-2 9-5 0,4-18 0 0,-1 7 4 15,-3 11-8-15,5-19 5 0,-2 9-2 0,-3 10 2 16,2-18-5-16,1 5 0 0,0 2 0 15,-3 11 1-15,7-20 0 0,-7 20 8 0,5-19-5 0,-2 11 1 16,-3 8 2-16,3-19 4 0,-1 10-8 0,-2 9 5 16,5-19-16-16,-3 9 10 0,-2 10-2 15,5-19 0-15,-3 10-4 0,0-1 22 0,-1 0-22 0,2 0 5 16,-2-1 5-16,-1 11-9 0,2-20 11 16,-1 9-7-16,-1 0-2 0,1 0 2 0,0 1 1 0,-1 10 1 15,2-19 2-15,-2 9-10 0,1 0 6 0,0-1-6 16,1 1-1-16,-1-2 0 0,2 1 0 0,-2 0 2 15,0-1 0-15,0 2 7 0,3-3-9 0,-3 1 0 16,1 1 0-16,0-2-1 0,-1 1-2 16,1-1 8-16,-1 1-2 0,0-1 0 0,2 2 1 15,-1-3-3-15,0 2 0 0,-1-1 4 0,2-3-5 0,-2 0 2 16,1 4 9-16,0-1-8 0,-1-1-1 0,3-1-3 16,-4 15-3-16,1-24 4 0,1 12 11 0,0-3-11 15,0 3-4-15,-2 12 7 0,4-25-6 16,-1 13-1-16,2-3 2 0,-1-1 2 0,-2 4-7 15,2 1 7-15,0 0 1 0,-4 11 0 0,5-23-1 16,-4 11-2-16,2 1 1 0,1-1 16 0,-4 12 0 0,5-23-13 16,-4 11 1-16,3 2-5 0,-4 10 5 0,5-23-3 15,-2 10 3-15,0 2-2 0,1 0 7 0,-4 11-12 16,7-20 0-16,-5 9 2 0,2-3 4 16,0 3-2-16,1-2-1 0,-5 13 4 0,5-23 0 15,-1 10 1-15,0-1-5 0,1 3 9 0,-2-2-3 0,0 1 6 16,0 1-1-16,1 2 1 0,-2-1-7 0,-2 10-6 15,5-21 10-15,-3 10-1 0,0 0-6 0,1-1 3 16,-3 0-3-16,1 1 3 0,-1 11 2 16,5-24-1-16,-2 13 0 0,-1-2 7 0,1 1-14 15,-3 12 1-15,4-24 1 0,-3 14 4 0,1-3 5 0,-2 13-15 16,3-21 6-16,-2 11-1 0,-1 10 3 0,3-19-2 16,-3 19-3-16,2-21 5 0,0 11-5 0,-2 10-6 15,4-21 12-15,-3 11 1 0,-1 10 2 16,2-20-3-16,-2 20-1 0,4-19 3 0,0 8 3 15,-4 11-2-15,1-20-2 0,-1 20 7 0,2-19-10 16,-1 9-2-16,-1 10 0 0,2-23 6 0,-2 23-1 0,6-17 0 16,-6 17-2-16,2-21 5 0,-2 21-9 0,3-21 1 15,1 12 4-15,-4 9-4 0,2-19 2 0,-1 8-2 16,-1 11-6-16,5-19 7 0,-3 10-3 16,-2 9-1-16,1-17 4 0,-1 17-1 0,4-19 0 15,-4 19-3-15,1-16 10 0,-1 16-3 0,4-14-2 0,-4 14 3 16,3-14 4-16,-3 14 2 0,2-17 2 0,-2 17-5 15,4-15-3-15,-4 15 2 0,1-15-2 16,-1 15-1-16,3-13-2 0,-3 13 0 0,2-12-3 16,-2 12 1-16,2-14-1 0,-2 14 4 0,0 0-1 15,3-18 1-15,-3 18-5 0,0 0 2 0,-1-15 1 16,1 15-1-16,4-11-1 0,-4 11 4 0,0 0 2 0,2-15-4 16,-2 15 1-16,0 0-2 0,2-16-1 0,-2 16-2 15,0 0 1-15,4-16 4 0,-4 16-6 16,0 0 0-16,0-14 4 0,0 14 3 0,0 0-5 15,2-13-1-15,-2 13 4 0,0 0 0 0,0 0-5 16,1-17 9-16,-1 17-8 0,0 0 6 0,0 0-2 0,0 0 2 16,0-15 5-16,0 15-4 0,0 0 3 0,4-14 0 15,-4 14 4-15,0 0 0 0,0 0-5 0,3-15 1 16,-3 15-4-16,0 0 1 0,3-13 1 16,-3 13-3-16,0 0 1 0,1-14 0 0,-1 14 1 15,0 0-2-15,1-13 4 0,-1 13-4 0,0 0 0 16,0 0 4-16,0-15-3 0,0 15-1 0,0 0-2 15,0 0 5-15,4-13-8 0,-4 13 4 0,0 0-5 0,1-16 3 16,-1 16 3-16,0 0-2 0,0 0 2 0,1-15-3 16,-1 15 2-16,0 0 2 0,0 0-3 15,3-15 6-15,-3 15 2 0,0 0 3 0,0 0 1 16,0-13 1-16,0 13-1 0,0 0-2 0,0 0-3 0,0 0 1 16,0 0-1-16,0 0 2 0,-1-17-2 0,1 17 1 15,0 0-3-15,0 0-1 0,0 0 2 0,0 0-4 16,0 0 1-16,0 0 0 0,0 0 1 15,0 0 0-15,0 0-3 0,0 0 2 0,0 0-2 0,-2-15-1 16,2 15 1-16,0 0 1 0,0 0-5 16,0 0 4-16,0 0-3 0,0 0 4 0,0 0-3 15,0 0 4-15,0 0-7 0,0-18 6 0,0 18 0 16,0 0-2-16,0 0 0 0,0 0 0 0,0 0 4 16,-2-12-5-16,2 12-5 0,0 0 3 0,0 0 0 15,0 0 3-15,0 0-3 0,0 0 4 0,0 0-3 16,-4-13 1-16,4 13-6 0,0 0-1 0,0 0-2 0,0 0-39 15,0 0-39-15,0 0-32 0,0 0-36 0,0 0-27 16,0 0-12-16,0 0-3 0,0 0-15 16,0 0-13-16,0 0-22 0,0 0-40 0,27 32-43 15,-20-21-225-15,1 0-601 0,0 0 266 0</inkml:trace>
  <inkml:trace contextRef="#ctx0" brushRef="#br0" timeOffset="142268.67">25219 14988 137 0,'0'0'147'16,"0"0"-14"-16,-10 0-14 0,10 0-14 0,0 0-2 15,-15 1-8-15,15-1-15 0,-7 2-3 0,7-2-4 16,-6 3-3-16,6-3 6 0,-5 8 1 0,5-8-4 16,-8 9-5-16,7-5-6 0,1-4-3 0,-8 10-5 15,7-4-6-15,-1-1-4 0,2-5-1 0,-2 11-3 16,0-4-6-16,2-7 2 0,0 10-2 0,0-10-4 15,2 9-5-15,-2-9-4 0,3 9 6 0,1-5 13 16,2-1 1-16,-1-2 0 0,4 0-5 0,4-1 3 16,-2 0-3-16,3-1 2 0,-1-3-1 0,1 3 6 15,-1-2-2-15,-1-3-2 0,1 0-6 0,-2-1 6 16,-2 1 0-16,1-1 4 0,-2-2 0 0,-2 2-5 16,0-2 0-16,-1-3-2 0,-2 3-2 0,0-2-5 15,-5 1 0-15,2-3-1 0,-1 3-6 0,-2-1-3 16,2 2 1-16,-5-1-6 0,-2 1-1 0,0 3-3 15,3 0 0-15,-1 2-1 0,-4 0-3 0,-1 2-9 16,0 2-11-16,-3 2-27 0,2 2-14 0,0 2-34 16,-2 3-46-16,-2 1-53 0,3 1-52 0,-3 2-128 15,5-1-399-15,3-1 176 0</inkml:trace>
  <inkml:trace contextRef="#ctx0" brushRef="#br0" timeOffset="144878.99">21010 15041 5 0,'0'0'67'0,"0"0"0"0,0 0-4 0,0 0-4 15,0 0-3-15,-8-3 4 0,8 3-3 16,0 0-2-16,0 0-8 0,0 0 11 0,0 0-23 0,0 0-11 15,0 0 11-15,0 0-3 0,0 0-1 0,0 0-7 16,0 0-7-16,0 0 1 0,0 0-3 0,0 0-4 16,0 0 9-16,0 0-8 0,0 0-6 15,0 0 15-15,0 0-15 0,0 0 5 0,0 0-10 0,0 0 2 16,0 0 0-16,0 0 1 0,0 0 3 0,0 0 1 16,0 0-5-16,0 0-4 0,0 0 17 0,0 0-15 15,0 0-5-15,0 0 5 0,0 0-1 0,0 0-1 16,0 0 10-16,0 0-3 0,0 0-3 15,0 0 0-15,0 0-5 0,0 0 5 0,0 0-4 16,0 0-1-16,0 0 9 0,-5-4-4 0,5 4-1 16,0 0-7-16,0 0 1 0,0 0 3 0,-4-5 1 15,4 5 5-15,0 0 4 0,0 0-7 0,0 0-6 0,0 0 11 16,0 0-4-16,-6-7 6 0,6 7-15 0,0 0 12 16,0 0-3-16,0 0 9 0,-5-5-2 0,5 5-4 15,0 0 2-15,0 0-7 0,0 0 11 16,0 0-10-16,0 0 3 0,0 0-2 0,0 0-2 15,0 0 0-15,0 0 2 0,0 0-1 0,0 0-7 0,0 0 6 16,0 0 1-16,0 0 0 0,0 0-2 0,0 0-5 16,0 0-9-16,0 0 8 0,0 0 11 0,0 0-13 15,0 0 1-15,0 0 4 0,0 0-3 0,0 0 0 16,0 0-1-16,0 0 2 0,0 0 12 16,0 0-11-16,0 0-3 0,19 10 14 0,-19-10-3 15,0 0-7-15,0 0 2 0,0 0-6 0,7 2 9 0,-7-2-5 16,0 0 4-16,0 0-12 0,0 0 5 0,0 0 3 15,0 0 0-15,6 3 0 0,-6-3 0 0,0 0 1 16,0 0 2-16,0 0-1 0,0 0 13 16,0 0-9-16,0 0-1 0,0 0-7 0,0 0 5 15,0 0-9-15,0 0-3 0,0 0 7 0,0 0 4 0,0 0-3 16,0 0 10-16,0 0-1 0,0 0-5 16,0 0-2-16,6 3 4 0,-6-3-1 0,0 0-2 0,0 0 2 15,0 0-2-15,0 0 0 0,0 0 9 0,0 0 10 16,0 0-18-16,0 0 10 0,0 0-4 15,0 0-1-15,0 0 5 0,0 0-1 0,0 0 3 16,0 0-9-16,0 0 7 0,0 0 1 0,0 0 6 0,0 0 9 16,0 0-11-16,0 0 15 0,0 0-9 0,0 0-7 15,0 0 9-15,0 0-5 0,0 0 6 0,0 0-7 16,0 0 3-16,0 0 0 0,0 0 6 0,0 0-4 16,0 0 2-16,0 0 1 0,0 0 4 15,0 0 0-15,0 0-2 0,0 0 7 0,0 0-5 0,0 0 7 16,0 0 0-16,0 0-6 0,0 0 1 0,0 0 0 15,0 0-3-15,0 0-5 0,0 0 5 16,0 0-9-16,0 0 5 0,0 0-3 0,0 0-3 16,0 0-1-16,0 0-1 0,0 0-5 0,0 0 1 15,0 0-4-15,0 0 1 0,0 0 2 0,0 0-6 0,0 0 4 16,0 0-4-16,0 0-3 0,0 0 5 0,0 0-2 16,0 0 1-16,0 0-5 0,0 0 4 15,0 0-1-15,0 0-3 0,0 0-3 0,0 0 4 0,0 0 1 16,0 0-3-16,0 0 0 0,0 0-1 15,0 0-1-15,0 0 2 0,0 0 3 0,0 0-6 0,0 0 2 16,0 0 3-16,0 0-3 0,0 0-1 16,0 0 3-16,0 0 1 0,0 0 0 0,0 0 4 15,0 0-8-15,0 0 2 0,0 0-1 0,0 0 2 16,0 0-3-16,0 0 4 0,0 0-5 0,0 0 8 16,0 0-9-16,0 0 6 0,0 0 3 0,0 0-3 0,0 0 0 15,0 0 3-15,0 0-2 0,0 0 1 0,0 0-3 16,0 0 7-16,0 0 7 0,0 0 1 15,0 0 0-15,0 0 0 0,0 0 3 0,0 0-4 0,0 0 0 16,0 0-2-16,0 0-3 0,0 0-5 16,0 0 7-16,0 0-7 0,0 0-3 0,0 0 4 0,0 0-1 15,0 0 0-15,0 0 0 0,0 0-5 0,0 0 3 16,0 0 3-16,0 0-4 0,0 0-2 16,0 0-1-16,-21-9-1 0,21 9 5 0,0 0-6 15,-12 1-1-15,12-1 5 0,-8 3-4 0,8-3 2 16,-8 4-1-16,8-4-1 0,-9 6 4 0,3-3-4 0,6-3 4 15,-8 7-7-15,3-3 6 0,5-4-4 0,-8 9 2 16,6-3 1-16,-1-2-2 0,3-4 1 0,-6 11-4 16,5-7 6-16,1-4 1 0,-3 13-3 15,2-6-2-15,1-7 2 0,1 13 4 0,-1-13-12 16,2 13 10-16,0-7 1 0,2-1-1 0,-2 0 1 16,-2-5 5-16,8 8-3 0,-2-4 0 0,1-1 2 0,2-1 3 15,-2 1-2-15,4-2 0 0,0-1-1 0,-2 1 5 16,4-1-6-16,-3 0 1 0,0-2 4 0,-2-1 3 15,-8 3 4-15,14-5-8 0,-8 4 6 16,0-2 4-16,-6 3-2 0,9-6 2 0,-6 1-4 16,2-1-2-16,-5 6-2 0,4-11 6 0,-4 4-6 0,0 7-1 15,0-14 0-15,0 14 0 0,-4-15-2 0,-1 6 0 16,0 1 0-16,1 0 1 0,1-2-5 0,-3 5 2 16,4-2-4-16,-3 3 1 0,-2-3 1 0,2 3-2 15,5 4-1-15,-10-7-1 0,4 3-2 16,-2 2-10-16,8 2-8 0,-15 0-8 0,15 0-15 15,-14 4-21-15,9 0-22 0,5-4-26 0,-9 7-31 0,5-3-31 16,1 3-126-16,3-7-326 0,-1 9 145 16</inkml:trace>
  <inkml:trace contextRef="#ctx0" brushRef="#br0" timeOffset="150460">22021 14708 95 0,'0'0'106'0,"0"0"7"16,0 0-4-16,0 0 5 0,0 0-6 0,0 0-7 15,-4-10-8-15,4 10 0 0,0 0-11 0,0 0-8 0,0 0-7 16,0 0-15-16,0 0-4 0,0 0-3 0,0 0-7 16,0 0-2-16,0 0 0 0,0 0-10 0,-2 30-4 15,2-17 1-15,3 1-4 0,-4 3-5 0,2 1 3 16,-1-3-1-16,1 3 1 0,2 0-8 16,-1 0-31-16,2 2-32 0,0-1-47 0,1-1-132 15,-2 0-253-15,-2-2 113 0</inkml:trace>
  <inkml:trace contextRef="#ctx0" brushRef="#br0" timeOffset="150814.69">21936 15134 28 0,'0'0'197'0,"0"0"-14"15,0 0-11-15,0 0-9 0,0 0-18 0,0 0-17 16,13-16-12-16,-13 16-12 0,0 0-11 0,9 1-8 16,-9-1-9-16,0 0-11 0,11 10-6 0,-7-5-12 15,0 6 18-15,-3-2 1 0,-2 0-8 0,-3 4-3 16,-1 2-3-16,-3 2-8 0,-1-3 4 0,-2 1-2 15,-1-2-4-15,2 2-5 0,1-5-4 0,3-2-2 16,1-4-2-16,0 3-2 0,1-3-4 0,0 0-4 16,4-4-3-16,-6 7 0 0,6-7-1 0,0 0 0 15,0 0-3-15,0 0-10 0,0 0-20 0,19 0-23 16,-8 0-21-16,8-4-19 0,-1 3-20 0,2-4-23 16,6 0-27-16,3-2-25 0,-8 1-101 0,7-2-299 15,0 4 133-15</inkml:trace>
  <inkml:trace contextRef="#ctx0" brushRef="#br0" timeOffset="151061.09">22614 14844 135 0,'0'0'255'0,"0"0"-17"0,0-14-22 16,0 14-22-16,0-7-19 0,0 7-23 0,0 0-17 16,0 0-16-16,0 0-12 0,0 0-12 0,0 0-7 15,0 0-10-15,6 32-6 0,-4-17-9 0,0 4-29 16,0 5-23-16,-1-6-50 0,1 1-50 16,-2 0-37-16,1 0-54 0,2 0-110 0,-2-1-312 0,1 0 139 15</inkml:trace>
  <inkml:trace contextRef="#ctx0" brushRef="#br0" timeOffset="151344.7">22689 15182 145 0,'0'0'175'0,"0"0"-6"0,0 0-10 16,-1 12-11-16,1-12-15 0,0 8-7 0,0-8-16 15,2 9-8-15,1-5-13 0,-3-4-4 0,6 7-11 16,-2-4-3-16,1-1-2 0,-5-2-1 0,13 4 0 15,-7-4-6-15,5 2 4 0,-11-2-5 0,16-2-6 16,-8 1-7-16,2-1-1 0,-10 2-4 0,14-2 2 16,-8 0 3-16,-6 2-1 0,8-3-7 0,-8 3-7 15,10-3-4-15,-10 3 2 0,7-1-12 0,-7 1-2 16,0 0 0-16,7 8-4 0,-7-8 0 16,3 9-3-16,-2-2 3 0,-1 2-2 0,2-3-3 0,-1 3-11 15,-1 2-12-15,1 0-26 0,0-2-31 0,-1-9-37 16,4 19-49-16,-3-10-57 0,-1-9-111 15,3 11-353-15,-3-11 156 0</inkml:trace>
  <inkml:trace contextRef="#ctx0" brushRef="#br0" timeOffset="151550.23">23327 14843 127 0,'0'0'208'0,"0"0"-11"0,0 0-3 0,0 0-8 16,11 15-20-16,-7-4-16 0,1 8-9 0,-1 6-13 15,2 0-11-15,-4 3-14 0,3-1-13 0,-4 1-8 0,0-2-26 16,-1 0-30-16,1-1-62 0,-1-6-73 0,2 1-196 16,-4-1-329-16,1-3 145 0</inkml:trace>
  <inkml:trace contextRef="#ctx0" brushRef="#br0" timeOffset="151883.07">23407 15287 232 0,'0'0'228'0,"0"0"-17"15,0 0-3-15,0 0-9 0,0 0-8 0,0 0-10 16,3 12-7-16,-3-12-16 0,-7 17-6 0,2-8-13 0,0 1-9 15,0 2-6-15,0-1-19 0,-2 3-13 0,5-3-8 16,-2-1-7-16,1-1-9 0,3 2-7 16,-1-2-2-16,0-2-10 0,1 3-3 0,0-10-3 15,2 13 0-15,5-6-8 0,-2-2-2 0,4 1-3 16,2-3 1-16,1 1-16 0,1-2-1 0,-2 0-3 16,1-2-2-16,-1-2 3 0,-3-1 1 0,1 2-2 0,-3-2 5 15,1-2-6-15,-7 5 1 0,5-6-2 16,-5 6 2-16,1-9-3 0,-1 9-2 0,0 0 2 15,-9-12-9-15,9 12-9 0,-10-3-4 0,1 3-20 16,-1 0-25-16,-2 2-25 0,1-2-30 0,-2 4-44 16,3-3-75-16,-2 4-207 0,-2-1-477 0,4 0 210 15</inkml:trace>
  <inkml:trace contextRef="#ctx0" brushRef="#br0" timeOffset="152226.68">24138 15002 141 0,'0'0'278'15,"3"-7"-17"-15,-3 7-19 0,0 0-13 0,4-6-26 16,-4 6-18-16,0 0-22 0,0 0-21 0,2-6-13 16,-2 6-14-16,0 0-10 0,0 0-15 0,4 16-4 15,0-7-11-15,-2 0-24 0,2 4-19 0,3 2-28 16,-2-1-35-16,0 2-40 0,0 0-47 0,1 1-54 15,1-2-185-15,-4-4-386 0,0 2 170 0</inkml:trace>
  <inkml:trace contextRef="#ctx0" brushRef="#br0" timeOffset="152643.79">24152 15320 8 0,'0'0'210'16,"0"0"-11"-16,0 0-10 0,0 0-13 0,26 10-10 16,-18-3-11-16,2-3-16 0,-1 5-12 0,-2-2-10 15,2 3-10-15,1-1-8 0,-2 1-12 0,-1-1-4 16,-1 1-3-16,3 0-3 0,-3-3-5 0,-1 4-6 16,1-4-1-16,-4 0-9 0,3-1-1 15,-2-2 8-15,-3-4 1 0,0 9 3 0,0-9-7 0,-10 7-3 16,-1-5-5-16,0 0-3 0,-3-3-9 15,-4-2-1-15,0 0-3 0,5 1-5 0,1 0 2 0,1-3-9 16,-2-1 1-16,6 3-5 0,2-4-3 16,1 3 5-16,1-2-15 0,3 6-4 0,0-13 0 0,0 13-7 15,8-15-2-15,-2 6 1 0,4 0-1 0,-1-1 2 16,3-1-1-16,2-1 0 0,-3 1 6 0,2 0-5 16,-3 3 1-16,-2 0 2 0,0-1 1 0,-3 2-1 15,0 0 5-15,-3-2 0 0,1 3 4 0,-3 6-2 16,-4-11 1-16,-2 5-2 0,6 6-2 15,-15-7-1-15,3 7-5 0,-7 1-3 0,0 1-14 0,3 4-11 16,-3 1-16-16,4 1-18 0,-3 2-28 0,4 2-36 16,3 1-50-16,4-2-60 0,3-2-133 0,5 3-402 15,6-2 177-15</inkml:trace>
  <inkml:trace contextRef="#ctx0" brushRef="#br0" timeOffset="153004.57">25284 15353 263 0,'2'-6'272'0,"-2"-2"-22"0,0 8-25 16,2-9-26-16,-2 9-24 0,3-5-21 0,-3 5-18 16,0 0-10-16,0 0-4 0,0 0-12 0,4 31-7 15,-6-15-12-15,-1 4-6 0,1 6-12 0,1-3-2 16,0 2-24-16,1 0-13 0,-2-5-28 0,2 0-30 15,0-2-37-15,2 2-62 0,-1-4-57 0,0-4-179 16,2 0-390-16,1-1 173 0</inkml:trace>
  <inkml:trace contextRef="#ctx0" brushRef="#br0" timeOffset="153178.18">25462 15515 11 0,'0'0'190'16,"0"0"-12"-16,0 0-21 0,4-10-13 0,-4 10 6 15,0 0-5-15,0 0-5 0,0 0-12 0,0 0-7 16,9 2 4-16,-9-2 5 0,0 0 5 0,0 0 12 16,11-2 12-16,-11 2-17 0,5-7-10 0,-5 7-8 15,2-9-17-15,-2 9-12 0,-4-10-23 0,4 10-33 16,-12-9-57-16,-1 9-63 0,-8 0-100 0,-16 9-235 16,-13 2-450-16,-4 6 200 0</inkml:trace>
  <inkml:trace contextRef="#ctx0" brushRef="#br0" timeOffset="154759.93">25497 15395 197 0,'-6'6'222'0,"6"-6"-13"0,0 0-14 16,-7 6-15-16,7-6-11 0,-5 6-13 15,5-6-12-15,-2 9-10 0,2-9-16 0,-2 8-2 16,2-8-9-16,4 10-2 0,-2-5 0 0,3 1 1 16,0-3 0-16,-1 1-7 0,3-1-5 0,-7-3-5 0,14 1-6 15,-3-1-5-15,-3-1-4 0,-8 1-2 0,19-4-3 16,-11 0-12-16,1-1 0 0,1 0-6 16,-6-1 7-16,0 2 5 0,1-7-3 0,-5 7 1 15,2-6 1-15,-2 3-3 0,0 7-3 0,-6-14-4 16,-1 6-7-16,-1 1-5 0,0 2-6 0,-1-1 2 0,-4 3-7 15,2 2-9-15,-2 0-24 0,-2 3-19 16,-2 3-51-16,-3 4-56 0,-3 2-67 0,7-1-110 16,0-1-215-16,1-2-566 0,3-1 250 0</inkml:trace>
  <inkml:trace contextRef="#ctx0" brushRef="#br0" timeOffset="159131.78">20706 11718 14 0,'0'0'92'15,"0"0"5"-15,3-4-5 0,-3 4-18 0,0 0 2 16,0 0 3-16,0 0-12 0,0 0-1 0,0 0-2 15,7-3-3-15,-7 3-6 0,0 0-1 0,0 0-15 16,0 0 16-16,0 0-6 0,0 0 5 0,0 0 1 16,0 0-8-16,0 0-1 0,0 0 0 0,0 0-6 15,0 0-3-15,0 0-7 0,2-10-2 0,-2 10-4 16,0 0-10-16,4-7 12 0,-4 7-2 0,5-7-7 16,-5 7 5-16,5-9-7 0,-2 4-1 0,-3 5-5 15,5-10 8-15,0 5-10 0,-2 1-1 0,-3 4-4 16,3-8 5-16,-3 8 1 0,6-7 1 0,-6 7-6 15,3-6 2-15,-3 6-5 0,0 0 4 0,6-5 2 0,-6 5-4 16,0 0 2-16,5-3-6 0,-5 3 11 16,0 0-6-16,0 0 6 0,0 0 5 0,0 0 7 15,0 0 10-15,0 0 1 0,0 0 8 0,0 0 12 16,0 0 0-16,-8 24-2 0,3-14-2 0,1 2-5 16,-2-2 7-16,-3 6-1 0,-2 1 0 0,2-3-3 15,-1 1-7-15,0 1 1 0,0 0-5 0,-2-1-2 16,2 2-3-16,0-2-7 0,-2-2 2 0,2 0-1 0,2-2-8 15,3-2-11-15,-2 0-11 0,0-1-18 0,3-2-36 16,1 0-26-16,-1-2-36 0,4-4-32 0,-7 7-24 16,7-7-139-16,-5 3-342 0,5-3 151 15</inkml:trace>
  <inkml:trace contextRef="#ctx0" brushRef="#br0" timeOffset="159327.99">20671 11667 22 0,'4'-5'159'16,"-4"5"-25"-16,11-7-7 0,-6 2-10 0,2 1 5 16,1 2 2-16,-8 2-9 0,17-2-13 0,-9 0-7 15,5 2-12-15,-2 0-8 0,1 3-7 0,0-2-7 16,1 1-4-16,1 1-7 0,-1-1-10 0,0 0-10 16,5 3-33-16,-7-4-5 0,3 2-31 0,-1-1-23 15,0-1-30-15,-2-1-10 0,0 0-111 0,-2 0-230 16,0-2 101-16</inkml:trace>
  <inkml:trace contextRef="#ctx0" brushRef="#br0" timeOffset="159592.69">20767 11129 36 0,'0'0'192'16,"-5"-3"-17"-16,5 3-15 0,0 0-1 0,0 0-16 15,0 0-8-15,0 0-10 0,0 0-14 0,16-12-2 16,-5 11-10-16,0-2-13 0,2 0-8 0,1 1-6 16,0 0-7-16,-1 0-13 0,1 2-21 0,-3-1-31 0,1 0-25 15,-2 2-38-15,0 0-5 0,-3 1-17 16,-7-2-24-16,10 4-9 0,-10-4-10 0,2 6-78 15,-2-6-222-15,0 0 98 0</inkml:trace>
  <inkml:trace contextRef="#ctx0" brushRef="#br0" timeOffset="159878.78">20930 11113 680 0,'-11'10'-25'0,"11"-10"23"0,-8 3 10 0,8-3 19 0,-8 0 14 16,8 0 8-16,0 0 11 0,0 0 12 0,-13 0 5 15,13 0 0-15,0 0 2 0,0 0-10 0,0 0-18 16,-8 0 13-16,8 0-1 0,0 0 10 16,0 0 19-16,1 13-8 0,-1-13 1 0,3 15-2 0,2-5-5 15,-3 2-10-15,0-1-5 0,4 6-1 16,-2-2-1-16,-2 1-8 0,0-5-4 0,-1 3-3 0,1-1-5 15,-2-1-5-15,2 4-1 0,-2-6-4 0,1 2 2 16,-1 0-7-16,-3-3-1 0,1 1-5 0,-1-5-1 16,-1 5 0-16,2-4 0 0,-2 0 3 0,-1 0 3 15,5-6 1-15,-8 10-3 0,5-7-2 0,3-3 1 16,-6 7-1-16,2-3 0 0,4-4-3 0,0 0 9 16,-5 5-1-16,5-5 13 0,0 0-12 0,0 0-2 15,0 0-3-15,0 0-2 0,0 0-6 0,0 0 0 16,0 0-6-16,0 0 1 0,18-19-16 0,-9 16-11 15,5-1-14-15,-1 0-18 0,5-1-25 0,2 2-38 16,1 0-46-16,10 0-47 0,-10 2-188 0,2-2-427 16,3-4 190-16</inkml:trace>
  <inkml:trace contextRef="#ctx0" brushRef="#br0" timeOffset="161093.51">26417 15005 27 0,'12'4'110'0,"2"-1"-5"0,4-2-12 0,3 1-6 15,1-1-17-15,7-4-1 0,-9 3 2 0,1 0-20 16,1 0 9-16,-2 0 2 0,-2 0 0 0,-7 2-11 15,1-4 1-15,-1 4 1 0,-3-2-21 0,-8 0 1 16,9 0 4-16,-9 0-4 0,10 1 4 0,-10-1 9 16,4 3 6-16,-4-3-2 0,0 12-2 0,0-12-6 15,-4 14 4-15,2-5-11 0,-3 0-1 0,2 1 6 16,-1 1-18-16,0-1 4 0,-1 3-7 0,-1 1 0 16,1-1-1-16,-2 0 2 0,2 1-3 0,-1 2-7 15,-1 0-18-15,-3-2-31 0,4 1-35 0,-3 0-35 16,3 2-30-16,-3 2-90 0,0-3-247 0,-2-3 110 15</inkml:trace>
  <inkml:trace contextRef="#ctx0" brushRef="#br0" timeOffset="161488.59">26423 15455 7 0,'0'0'139'0,"-6"3"-1"0,6-3-6 0,0 0 7 0,0 0 4 16,0 0-1-16,0 0-1 0,10 17-19 0,-7-11-12 16,3 1-6-16,1 1-10 0,0 1-10 0,-1-1-5 15,1 1 1-15,1 2 0 0,-2-1-14 0,3 1-4 16,-1-2-6-16,4 4 0 0,-7-4-2 0,1 0-10 15,1 0-2-15,2 0-1 0,-6-3-7 0,1-2-3 16,0 1-3-16,-1-1-3 0,-3-4 3 0,8 6 13 16,-8-6 7-16,4 6 11 0,-4-6 1 15,0 0-3-15,0 0-5 0,0 0-5 0,0 0-3 0,10-13-3 16,-10 4-5-16,2 1-3 0,1-4-7 0,-3-1-2 16,4-5-2-16,-2 3-2 0,2-3-4 0,1 6 0 15,0-4-13-15,0 5-6 0,-1-1-15 16,0 2-15-16,-2 2-17 0,0 1-19 0,1 0-29 15,-3 7-32-15,2-9-26 0,-2 9-12 0,6-4-11 16,-6 4-12-16,0 0-118 0,0 0-334 0,0 0 147 0</inkml:trace>
  <inkml:trace contextRef="#ctx0" brushRef="#br0" timeOffset="161679.67">26769 15511 177 0,'-1'9'172'0,"1"-9"1"0,-6 13-1 16,2-6-6-16,-1 5-10 0,1-3-8 0,1 2-9 15,-1 0-14-15,1 0-9 0,-1 2-10 16,2 2-2-16,0-3-15 0,-1 2-7 0,3-3-9 0,0 2-2 16,1-2-12-16,1-1-2 0,0-1-10 15,2 0-2-15,0 1-3 0,4-3-14 0,-4 2-12 16,1-3-17-16,1-2-33 0,-1 2-33 0,-5-6-34 0,8 7-23 16,-4-4-37-16,-4-3-152 0,0 0-339 0,0 0 151 15</inkml:trace>
  <inkml:trace contextRef="#ctx0" brushRef="#br0" timeOffset="161861.34">26764 15591 8 0,'0'0'133'15,"9"-8"-10"-15,-9 8 15 0,12-6-8 0,-3 5-2 16,-9 1 0-16,18-1-8 0,-5-1-6 0,-2 4-1 0,3 2-7 16,-5-3-8-16,5 5-6 0,-6 1-17 0,-1 2-1 15,2 4-8-15,-7-2-9 0,-4 6-3 0,-3 2-4 16,-6 5-5-16,-5-2-10 0,-6 0-19 15,-5 1-29-15,-2 0-26 0,-3-2-47 0,-11 1-40 16,-3 0-148-16,-4-2-295 0,3-5 131 0</inkml:trace>
  <inkml:trace contextRef="#ctx0" brushRef="#br0" timeOffset="163731.56">21252 11300 160 0,'0'0'211'0,"0"0"-14"0,-2-11-10 0,2 11-11 15,0 0-11-15,0 0-18 0,-1-8-14 0,1 8-9 0,0 0-17 16,0 0-11-16,0 0-9 0,0 0-7 0,0 0-1 16,0 0 10-16,0 0-5 0,0 0-3 0,0 0-7 15,0 0-9-15,3 24-8 0,-1-16-2 0,-1-1-6 16,-1 1-2-16,1 3-6 0,1-4-1 0,-1 2-8 16,0-1-4-16,-1 2-2 0,1-3-1 0,1 0-2 15,1 0-15-15,-3 0-12 0,3-1-18 0,-3-6-18 16,-1 16-25-16,-3-9-27 0,1-1-30 15,3-6-21-15,-7 10-30 0,2-5-23 0,-1-1-124 0,-1-2-345 16,-2 0 152-16</inkml:trace>
  <inkml:trace contextRef="#ctx0" brushRef="#br0" timeOffset="163911.68">21255 11307 149 0,'8'0'157'0,"3"0"-1"15,-11 0-1-15,13 2-2 0,-5 0-11 0,-2 2-14 16,-1 1-3-16,-1 1-9 0,-2 0-1 0,1 4-11 16,-6 2-8-16,0-1-9 0,-6 5-14 0,-10 4-27 15,-4 3-38-15,-5 2-59 0,-16 1-56 0,-8 3-169 16,-5-4-298-16,-3 1 132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2T10:19:05.1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17872 14722 30 0,'0'0'42'0,"0"0"0"0,0 0-4 16,0 0-6-16,0 0 4 0,0 0-10 16,0 0 3-16,0 0 1 0,0 0-9 0,0 0-1 15,0 0 3-15,-6 4-5 0,6-4-1 0,0 0 2 16,-9 2-9-16,9-2-1 0,-8 3 9 0,8-3-5 16,-13 3-1-16,7 0-5 0,-2-1 5 0,3 0 3 15,-2 1 0-15,7-3 8 0,-17 4-11 0,8-3 4 16,1 0-5-16,2 1 3 0,-3-1-1 0,0 1 0 15,9-2 7-15,-15 2 2 0,8-1-10 0,-2 0 10 16,9-1 14-16,-11 3-1 0,11-3-11 0,-9 1 5 16,9-1-1-16,-10 1 3 0,10-1-3 0,0 0 0 0,-9-1 5 15,9 1-1-15,0 0-13 0,0 0 6 16,-8 1-9-16,8-1 3 0,0 0-6 0,0 0 3 16,0 0-7-16,0 0 5 0,0 0-5 0,0 0 0 15,0 0-3-15,0 0 0 0,33 0 4 0,-20-1 8 16,7 0-9-16,3 0 1 0,7-1 0 0,-1-2 4 0,4 2 5 15,2-1-4-15,1 1 3 0,0-3 2 16,4-1 4-16,-3 2-10 0,15-1 3 0,-1 2-7 0,-15-2 12 16,2 3 3-16,3-2-11 0,-3 1 6 15,-1-1-3-15,3-1 0 0,-5 3-1 0,1 0-1 16,-4 0-1-16,2 2 1 0,-3-2 5 0,1 0 0 16,-3-1 1-16,0 1-1 0,-1 1 4 0,1 1-7 15,-9-1 1-15,1 1-2 0,1-2-1 0,-3 2-4 0,3-1 1 16,-2 2 2-16,-2-1-3 0,-1 0 6 15,-3 2-4-15,5-4 7 0,-1 1-1 0,-5 0 5 16,-2 0-2-16,2 0 4 0,-4-1 0 0,-1 2-1 16,-8 0-2-16,15-2-1 0,-9 0 3 0,-6 2-6 15,12-3 1-15,-4 1-5 0,-8 2 1 0,10-2-2 16,-10 2-2-16,10-1-6 0,-10 1 1 0,8-4-3 0,-8 4-7 16,5-3-17-16,-5 3-11 0,0 0-28 15,0 0-29-15,0 0-18 0,0 0-18 0,0 0-8 16,0 0-10-16,0 0-100 0,0 0-262 0,0 0 116 15</inkml:trace>
  <inkml:trace contextRef="#ctx0" brushRef="#br0" timeOffset="709.33">18952 14299 35 0,'-4'-10'97'0,"2"5"6"15,2 5-4-15,-5-9-8 0,2 3-4 0,3 6-1 16,-5-8 1-16,5 8 0 0,-4-7-5 0,4 7-2 16,-6-6 4-16,6 6-2 0,-4-7-2 0,4 7-6 15,0 0-12-15,0 0-7 0,0 0-2 0,-4-7-8 16,4 7-6-16,0 0-10 0,0 0 4 0,0 0-7 16,0 0-1-16,0 0-5 0,0 0-1 0,0 0-2 15,0 0-5-15,6 21-1 0,-3-10 3 0,1-1 5 16,1 5-1-16,0 2-3 0,0 1-2 0,3 5 5 15,-1-6 1-15,1 8-4 0,1 1 2 0,-1-3-1 16,1 6-1-16,-3-9 4 0,4 6 3 0,-3 0 1 16,1-1-5-16,-1 2-1 0,-1-3 1 0,0 0-4 15,-3 1 1-15,1-6-2 0,-1 0-3 0,0 7 0 16,-1-8-3-16,0 2-3 0,1-2 0 0,-2 3 3 16,-1-2 2-16,3 0 0 0,-3-1-1 0,2-1 3 15,0-1-5-15,-1 1 3 0,2-1-2 0,-1-1-2 16,-1 1 2-16,2-6-2 0,-2 3 1 0,2-4 3 15,-2 2-7-15,1-2 4 0,0-3 2 0,-1 2-5 16,0-2 3-16,-1-6-2 0,4 11-4 0,-4-6 2 16,3 1-3-16,-3-6 2 0,1 6-21 0,-1-6-17 15,1 7-19-15,-1-7-24 0,0 0-12 0,0 0-10 16,2 9-17-16,-2-9-23 0,0 0-117 0,0 0-282 16,0 0 125-16</inkml:trace>
  <inkml:trace contextRef="#ctx0" brushRef="#br0" timeOffset="1569.88">18847 14224 64 0,'0'0'87'16,"0"0"-2"-16,-6-6-8 0,6 6-13 0,0 0-1 0,0 0 3 16,0 0-12-16,0 0-8 0,0 0 1 15,0 0 1-15,0 0-12 0,0 0-2 0,0 0 1 0,-2-4 15 16,2 4-12-16,0 0-3 0,0 0 3 16,0 0 2-16,22 16-11 0,-12-10-3 0,-1 1 12 15,0-2-2-15,3 1-4 0,1 0 1 0,2 2-7 0,-2 3 4 16,3-4-4-16,1 2 8 0,2-2-3 15,-1 2-1-15,8 2-1 0,-7-3 1 0,6 3 3 16,0 1-2-16,3-3-1 0,-1 2-4 0,1 2-2 0,-1-1-1 16,1-2 0-16,1-2 0 0,-1 3-1 0,3-2-1 15,-4 2-3-15,1-2-1 0,1 1 1 0,-3-3-3 16,1 4-5-16,-1-4 1 0,-6 2-3 16,6 2 0-16,-9-5 1 0,2 4-3 0,-2-5-2 15,-1 2 2-15,-3-3-2 0,0 3-1 0,1 3 4 16,-4-4 0-16,3 3-2 0,-3-4-9 0,3 1 11 0,-4-1 3 15,1 0 2-15,-1 1-9 0,0-1 0 0,-2-1 1 16,-1 0-5-16,0-1-2 0,-1 1 12 0,-5-4-4 16,8 4-3-16,-8-4-1 0,8 4-6 15,-8-4 12-15,5 4-12 0,-5-4 1 0,0 0 6 16,4 3-2-16,-4-3 2 0,0 0 0 0,0 0 8 0,0 0-2 16,0 0 3-16,0 0 3 0,0 0-5 15,0 0 4-15,0 0 2 0,0 0-6 0,0 0 2 16,0 0 0-16,0 0-6 0,0 0 4 0,0 0-3 15,0 0-1-15,0 0 2 0,-11 8-2 0,4-6-5 16,-3 3 6-16,-2-1-5 0,1 2 5 0,-6 0 1 0,2 3-10 16,-8 5 9-16,-2-3-4 0,7-1 1 15,-6 5 2-15,-1-1-5 0,-1 2 1 0,1-1-4 0,-2 2 6 16,1-1 2-16,2 2-1 0,-3-5-5 16,0 4 0-16,2-1 0 0,0 1 4 0,3-5-1 15,0 3-2-15,2-6 3 0,4 1-3 0,-2-1 0 16,2 1 1-16,5-1-2 0,1 0-1 0,0-1-1 15,-2-2 2-15,3 1 1 0,0 0-6 0,-1 1-11 0,4-1-22 16,-2 0-3-16,3-1-3 0,0 0-9 0,1-2-25 16,0 1-13-16,4-5 1 0,-6 10-6 15,3-6-5-15,1 1-8 0,2-5-11 0,-4 7-78 16,4-7-215-16,-5 7 95 0</inkml:trace>
  <inkml:trace contextRef="#ctx0" brushRef="#br0" timeOffset="3077.79">19780 14230 14 0,'0'0'27'0,"-5"-6"0"0,5 6-8 0,0 0-2 16,-4-6 4-16,4 6 1 0,0 0 11 0,0 0 6 16,-4-9-1-16,4 9-5 0,0 0 6 0,0 0 1 15,0 0-1-15,-1-7-5 0,1 7-1 0,0 0 4 16,0 0-5-16,0 0 17 0,0 0-20 0,0 0-11 15,-1-14 12-15,1 14 7 0,0 0-6 0,0-7 8 16,0 7 6-16,0 0 0 0,0 0-5 0,0 0 0 16,0-9 3-16,0 9 2 0,0 0-1 0,0 0 4 15,0 0-11-15,0 0 1 0,-2-12-4 0,2 12-1 16,0 0-4-16,0 0 2 0,0 0-10 0,2-8 5 16,-2 8 3-16,0 0 1 0,0 0-7 0,0 0 4 15,0 0-6-15,-2-11 4 0,2 11-2 0,0 0-5 16,0 0 1-16,0 0 0 0,-1-7 0 0,1 7 1 15,0 0 1-15,0 0-1 0,0 0-1 0,0 0-4 16,0 0-1-16,0 0-1 0,0 0 3 0,0 0-8 16,0 0 0-16,0 0 3 0,0 0-6 0,0 0-5 15,0 0 3-15,0 0 2 0,0 0-4 0,0 0 1 16,0 0-2-16,0 0 5 0,0 0-5 0,0 0 0 16,5 21 2-16,-2-14-5 0,-3-7 6 0,2 13-2 15,0-5 1-15,-1 1 6 0,-1 0-1 0,0-2 4 0,3 3-2 16,-2-1 2-16,0 1-2 0,-1 1 3 15,0 0-3-15,2-2 3 0,-1 2-8 0,0 1 9 16,-1-1-1-16,0 0 1 0,0 2-2 0,0 0 1 16,0-2 1-16,0 1-5 0,0-1 3 0,1 2 0 15,-1-1 0-15,3 1 8 0,-3 1-10 0,0-2 6 16,0 1 2-16,0-1-6 0,-3 1 0 0,2-2 5 16,1 1 1-16,0-1-2 0,0 1-2 0,0-1-1 15,-2 1 4-15,2 1-4 0,-2-4-1 0,1 2 0 16,0-1 1-16,-1 1-4 0,2-2-2 0,0 1 1 15,0-3 0-15,0 3 1 0,2 0 0 0,-1-2-3 16,-1-8-4-16,0 13 5 0,0-6 0 0,1 0-1 16,-1-7-1-16,3 12 1 0,-3-5-2 0,0-7-2 15,2 9 4-15,-2-4-5 0,0-5 4 0,4 11-4 16,-4-4 4-16,0-7-3 0,3 11 6 0,-2-3-8 16,0-3 3-16,0 2-3 0,-1-7 7 0,4 12-4 15,-2-6 1-15,-1 1 0 0,0 0-1 0,-1-7 1 16,1 12-2-16,1-5 3 0,0-1-3 0,-2-6 3 15,3 13 0-15,-3-8-3 0,2 2-1 0,-2-7 4 16,2 12-4-16,0-5 0 0,-2-7 1 0,3 11-1 16,-2-5 3-16,-1-6 2 0,1 12-7 0,2-8-4 15,-3-4 8-15,1 10-1 0,-1-10 0 0,1 11 1 16,1-6-3-16,-1 1 2 0,-1-6-4 0,0 11 4 16,0-11 0-16,3 10-4 0,-2-4 3 0,1-1 0 15,-2-5-2-15,2 10 0 0,0-4 2 0,-2-6 1 16,2 9 0-16,-2-9 2 0,2 9-2 0,-1-4-2 15,-1-5-1-15,3 9 4 0,-3-9 1 0,4 8 0 16,-4-8-3-16,1 8-2 0,-1-8-12 0,1 7-12 16,-1-7-18-16,0 0-7 0,3 5-16 0,-3-5-15 15,0 0-21-15,0 0 1 0,0 0-11 0,0 0-12 16,0 0-17-16,0 0-112 0,0 0-275 0,0 0 121 16</inkml:trace>
  <inkml:trace contextRef="#ctx0" brushRef="#br0" timeOffset="4022">19833 14657 9 0,'0'0'61'0,"0"0"-5"0,0 0-2 0,0 0-9 16,0 0 4-16,0 0-6 0,0 0-4 16,0 0 2-16,0 0-5 0,0 0 9 0,0 0-5 0,0 0-1 15,0 0-2-15,0 0 3 0,0 0-1 0,0 0-8 16,0 0 1-16,0 0-5 0,0 0 10 0,0 0-10 15,0 0 3-15,0 0-3 0,0 0 0 0,0 0 8 16,0 0-3-16,0 0-12 0,-2-14-3 0,2 14-4 16,0 0 4-16,0 0-3 0,0 0-5 15,0 0 12-15,0 0-5 0,0 0-4 0,0 0 4 0,0 0-3 16,0 0-3-16,0 0 2 0,0 0-4 0,-14 0 4 16,14 0-4-16,0 0 13 0,0 0-4 15,0 0-8-15,0 0 10 0,0 0 8 0,0 0-2 0,0 0 1 16,0 0-9-16,0 0 4 0,0 0-6 15,0 0-3-15,0 0 7 0,0 0-4 0,26-6 1 0,-16 3 3 16,0 0 2-16,4-1 0 0,4 2-6 0,1 0 8 16,1 1-6-16,1-3 2 0,1 1 3 15,0-1-1-15,7 1 8 0,1 0-10 0,0 0 0 16,0 1 0-16,0 1-2 0,1-3 0 0,2 0 0 16,2 0 4-16,-3 1 6 0,1 1-11 0,0 0-1 15,1-1-2-15,1 1 0 0,0-4 12 0,-2 5-9 0,1 0 2 16,1 1 2-16,-1-1 2 0,3 1-2 0,-1-4-5 15,-1 2 1-15,0 0 5 0,0 1 1 0,0 1-3 16,0 0 0-16,-2-1-2 0,-1-2 2 16,2 0-3-16,-3 3 4 0,0 0 1 0,-1-2-2 15,-1-1 1-15,0 1 4 0,-3 0-8 0,-4 2 4 0,6-2-2 16,0 0-2-16,1-3 3 0,-7 3-3 0,5 0 2 16,0 0-2-16,-4 0-1 0,-2 1-1 0,8-1 3 15,-10-1-3-15,3 0-1 0,0 0 5 0,-1-1-9 16,-1 3 5-16,-1-1-5 0,0-1 4 15,-6 3-1-15,0-2-2 0,1 0-2 0,-2 2-1 16,-1 0 1-16,-1-1-2 0,1-1 0 0,-11 2-1 0,13-1 5 16,-6-2-4-16,-7 3-3 0,9 0 0 15,-9 0-2-15,0 0 2 0,11-2-3 0,-11 2 5 0,0 0-2 16,0 0-3-16,8 0 0 0,-8 0 5 0,0 0-1 16,0 0-3-16,0 0 0 0,0 0 1 15,0 0-1-15,0 0-2 0,0 0-21 0,0 0-8 0,0 0-17 16,0 0-26-16,0 0-21 0,0 0-32 0,0 0-19 15,0 0-25-15,0 0-22 0,0 0-100 0,0 0-316 16,0 0 140-16</inkml:trace>
  <inkml:trace contextRef="#ctx0" brushRef="#br0" timeOffset="7475.96">19505 14090 25 0,'0'0'30'0,"0"0"-2"0,-5-4 1 16,5 4 2-16,0 0-4 0,0 0-3 0,-7-5 1 16,7 5-2-16,-4-4-4 0,4 4-2 15,0 0 0-15,-9-2-3 0,9 2 2 0,-8-3-2 16,8 3-2-16,-8-4 2 0,8 4 1 0,0 0-2 16,-11 0 0-16,11 0-3 0,0 0-2 0,-10-2 4 0,10 2-1 15,0 0 5-15,-9 0 2 0,9 0-1 0,0 0 4 16,0 0-4-16,0 0 0 0,-9 0-3 15,9 0 5-15,0 0-3 0,0 0-3 0,0 0-4 0,0 0 6 16,0 0-7-16,0 0 8 0,0 0 2 0,0 0 4 16,-9-3-6-16,9 3-1 0,0 0 0 0,0 0 4 15,0 0-7-15,0 0 11 0,0 0-15 0,0 0 6 16,0 0-10-16,0 0 0 0,0 0 3 0,0 0 3 16,0 0 1-16,0 0-7 0,0 0 5 0,0 0 2 15,0 0-1-15,0 0-5 0,0 0 3 16,0 0-2-16,0 0 3 0,0 0 2 0,15 14 14 0,-15-14-1 15,7 4 0-15,-7-4 10 0,9 5-7 0,-3-2 6 16,-1-1-9-16,-5-2-3 0,9 4 3 0,-4-1 6 16,-5-3-4-16,10 3-1 0,-3-2 6 15,-7-1-7-15,9 6 1 0,-4-3-3 0,0-2-2 0,3 2 5 16,-8-3-4-16,10 5 3 0,-4-4 2 0,1 1 11 16,0 0 3-16,-7-2-11 0,12 5 1 0,-7-5 0 15,1 3-8-15,-6-3 1 0,10 3-4 0,-10-3-2 16,8 4-4-16,-3-1 7 0,0-1-10 0,-5-2 5 15,12 5-2-15,-7-2-2 0,-5-3-2 0,9 4 3 16,-4-1 4-16,3-1 11 0,-3 0-9 16,-5-2 0-16,10 5-4 0,-6-2 2 0,-4-3-13 0,10 4-4 15,-6-1 4-15,-4-3-2 0,9 3 1 0,-9-3 1 16,8 4-2-16,-4-1-1 0,-4-3 4 0,10 5 0 16,-7-3 5-16,-3-2-3 0,9 2-3 0,-9-2 2 15,8 6-2-15,-3-5 0 0,-5-1 6 0,8 3-10 16,-8-3-3-16,8 3 10 0,-8-3-6 0,7 4 1 15,-7-4 4-15,9 2 3 0,-4 0-1 0,-5-2 1 16,7 3-1-16,-7-3-4 0,0 0 0 16,7 2 1-16,-7-2 5 0,7 3 1 0,-7-3-9 0,6 3 1 15,-6-3-1-15,0 0 9 0,6 2-14 0,-6-2 0 16,0 0 4-16,0 0 5 0,7 3-1 0,-7-3-2 16,6 2-3-16,-6-2 5 0,0 0 0 0,7 4 0 15,-7-4-1-15,0 0 3 0,0 0 0 0,0 0-2 16,0 0-2-16,0 0 2 0,9 3-2 0,-9-3 2 15,0 0-4-15,0 0 3 0,0 0-2 0,0 0 1 16,0 0 1-16,0 0-1 0,0 0-4 0,0 0 2 16,0 0-1-16,0 0 1 0,0 0-2 0,0 0 5 15,6 1-3-15,-6-1-3 0,0 0 3 0,0 0-7 16,0 0 7-16,0 0 1 0,0 0 2 0,0 0 0 16,0 0-1-16,0 0-3 0,0 0 5 0,0 0-1 15,0 0-3-15,3 5 1 0,-3-5-2 0,0 0 1 16,0 0 1-16,0 0-5 0,0 0 6 0,0 0-3 15,0 0 3-15,0 0-1 0,0 0 4 0,0 0-7 16,0 0 2-16,0 0-1 0,0 0 7 0,0 0-3 16,0 0-1-16,0 0 2 0,0 0-2 0,0 0 2 15,0 0-7-15,0 0 5 0,0 0-12 0,0 0-11 16,0 0-19-16,0 0-10 0,0 0-9 0,0 0-21 16,0 0-18-16,0 0-31 0,0 0-26 0,-16 8-96 15,16-8-273-15,-7 4 121 0</inkml:trace>
  <inkml:trace contextRef="#ctx0" brushRef="#br0" timeOffset="11760.27">19833 15094 11 0,'0'0'31'16,"0"0"-2"-16,0 0-8 0,0 0 7 0,0 0-5 15,0 0 1-15,0 0 0 0,0 0 4 0,0 0 0 16,0 0 0-16,0 0-8 0,0 0-4 0,0 0 2 15,0 0 3-15,0 0-3 0,0 0-1 0,0 0-1 16,0 0 2-16,0 0-4 0,0 0-6 0,0 0 5 16,0 0 0-16,0 0 0 0,0 0-6 0,0 0 0 15,0 0 3-15,0 0 1 0,0 0-7 0,0 0 0 16,0 0 2-16,0 0-1 0,0 0 0 0,0 0-7 16,0 0 14-16,0 0-24 0,0 0 7 0,0 0-2 15,0 0-5-15,0 0 0 0,0 0-8 0,0 0-9 16,0 0-1-16,0 0-1 0,0 0-6 0,0 0-22 15,0 0-65-15,0 0 29 0</inkml:trace>
  <inkml:trace contextRef="#ctx0" brushRef="#br0" timeOffset="12477.93">19871 15051 35 0,'0'0'41'0,"0"0"2"0,0 0-14 0,0 0 2 0,0 0-3 16,0 0-3-16,0 0-5 0,0 0 0 0,0 0 3 15,0 0 5-15,-5-7-10 0,5 7 4 0,0 0-1 16,0 0 0-16,0 0 9 0,0 0-8 0,0 0 7 16,-5-4-7-16,5 4 4 0,0 0-3 0,0 0-4 15,0 0-3-15,0 0 7 0,0 0 3 0,0 0 0 16,0 0 2-16,0 0-14 0,0 0 6 0,0 0 0 16,0 0-5-16,0 0 0 0,0 0 0 0,0 0 1 15,-4-6-3-15,4 6-2 0,0 0-1 16,0 0-1-16,0 0-4 0,0 0 1 0,0 0 7 0,0 0-10 15,0 0 0-15,0 0-4 0,0 0 3 0,0 0-2 16,0 0-1-16,0 0 4 0,0 0 3 0,0 0 8 16,0 0 1-16,15 13 8 0,-15-13 1 0,0 0-6 15,12 1 2-15,-7 1 1 0,-5-2-5 16,10 3 7-16,-10-3 6 0,9 1 5 0,-1 1-12 0,-1 0 7 16,2-1-4-16,3 0 5 0,-5-2-6 0,5 2 0 15,-2 1-5-15,0 0 5 0,-1-2-4 0,-1 2-4 16,1-2-3-16,-1 3 7 0,-1-2 5 0,1-1-14 15,-8 0-2-15,15 3 6 0,-7-3-1 0,0 2 2 16,0 0-9-16,-1 0 18 0,1 1-17 16,-8-3 4-16,14 3-2 0,-7-2-2 0,-7-1 5 0,13 2-4 15,-5-2 3-15,-8 0 0 0,13 1 3 0,-7-1-4 16,-6 0 1-16,11 1-3 0,-11-1-2 0,9 1 4 16,-9-1 2-16,0 0 3 0,8 0-7 0,-8 0 9 15,0 0 5-15,0 0 4 0,8 3-5 0,-8-3 9 16,0 0 0-16,0 0 4 0,0 0 3 15,0 0-3-15,0 0-3 0,0 0 1 0,0 0-2 0,0 0-2 16,9 0 2-16,-9 0-8 0,0 0 0 0,0 0-4 16,0 0-2-16,0 0 2 0,0 0-5 15,0 0-1-15,0 0 0 0,0 0-7 0,0 0-12 0,0 0-14 16,0 0-18-16,0 0-20 0,0 0-24 16,0 0-19-16,0 0-28 0,0 0-4 0,0 0-13 0,0 0-113 15,-29 4-282-15,29-4 125 0</inkml:trace>
  <inkml:trace contextRef="#ctx0" brushRef="#br0" timeOffset="56207.91">12406 9856 13 0,'0'0'6'0,"0"0"-10"0,0 0-3 16,0 0 2-16</inkml:trace>
  <inkml:trace contextRef="#ctx0" brushRef="#br0" timeOffset="59168.46">13691 9871 6 0,'0'0'83'0,"0"0"-20"0,0 0-11 16,0 0-24-16,10 17-20 0,-7-8-23 0,1 1-23 16,0 6-41-16,-1-6 19 0</inkml:trace>
  <inkml:trace contextRef="#ctx0" brushRef="#br0" timeOffset="59609.28">14039 10119 66 0,'2'-8'172'0,"-2"8"-2"0,0 0-16 16,0 0-31-16,0 0-40 0,2-7-40 0,-2 7-40 15,0 0-38-15,0 0-96 0,0 0-139 0,0 0 61 16</inkml:trace>
  <inkml:trace contextRef="#ctx0" brushRef="#br0" timeOffset="94541">9925 9967 12 0,'0'0'17'0,"0"0"7"0,0 0-6 15,0 0-5-15,0 0-2 0,-9 0-6 0,9 0-4 16,0 0 3-16,0 0-8 0,0 0-1 0,-16 4-11 16,16-4-18-16,-10 3 8 0</inkml:trace>
  <inkml:trace contextRef="#ctx0" brushRef="#br0" timeOffset="100344.38">8939 13643 28 0,'0'0'44'0,"0"0"-4"0,0 0 0 0,0 0-4 0,0 0 0 16,0 0-10-16,0 0 1 0,0 0-3 0,0 0-10 15,0 0 3-15,0 0 3 0,0 0-6 16,0 0 0-16,0 0-2 0,0 0-10 0,0 0 9 16,-22 6 2-16,22-6-2 0,0 0-4 0,-8 2 4 0,8-2-3 15,0 0-5-15,0 0 7 0,-11-2-3 16,11 2-3-16,0 0 9 0,-8-2-1 0,8 2 10 0,0 0-5 16,0 0 5-16,-7-4-1 0,7 4 4 0,0 0 11 15,0 0-3-15,-6-4 10 0,6 4-8 16,0 0-3-16,0 0 10 0,0 0-16 0,0 0-3 15,0 0-3-15,0 0-1 0,0 0 5 0,0 0 2 16,0 0 3-16,0 0-4 0,7 20 6 0,-3-11-10 16,-2 2-10-16,0-5 7 0,0 7 6 0,0 2 3 0,0-2-5 15,0 2-3-15,-1-2 4 0,0-1-7 0,0 6-2 16,1-3 3-16,-1 0 0 0,-1-2 0 0,3 0-11 16,-2 1 6-16,-1 0-7 0,1-3 0 15,-1-4 3-15,1 2 3 0,1-2-7 0,-1 3 5 16,1-4-3-16,-2-6-2 0,2 12 6 0,-2-12-6 0,1 7 8 15,-1-7-4-15,1 7 4 0,-1-7-5 16,0 0 3-16,4 8-3 0,-4-8 2 0,0 0-1 16,9-2 1-16,-9 2-2 0,12-6 5 0,-2 2-1 15,0-2-6-15,4-1 2 0,-2 1-10 0,3-3-12 16,-1 1-10-16,1-2-31 0,2-1-23 0,-2 4-22 16,-2 0-16-16,-1 4-69 0,0-1-201 0,-2-3 90 15</inkml:trace>
  <inkml:trace contextRef="#ctx0" brushRef="#br0" timeOffset="100906.12">8312 14334 26 0,'-3'-8'140'0,"0"-1"-9"15,2 1-1-15,1 8 5 0,-1-10-4 0,1 10-2 16,-1-8-14-16,1 8-9 0,0 0-15 0,-4-7-15 15,4 7-5-15,0 0-7 0,0 0-3 0,0 0-20 16,0 0 2-16,0 0 10 0,7 32-8 0,-4-16 2 16,-2 3-4-16,3 7-4 0,-3-5 0 0,2 4-7 15,-2 2 3-15,2 2-8 0,1-4-5 0,-2 1 3 16,2 2-2-16,-4-4-3 0,3-4-4 0,-1 0 3 16,1 3-3-16,-5-5 0 0,2 1-4 0,2-2 1 15,-4 1-5-15,2-5-5 0,2 1 6 0,-2-3 1 16,0 1-3-16,1 0-7 0,-1 0-25 0,-1-1-26 15,1 1-29-15,-2-2-10 0,0 0-19 0,-1 0-25 16,2-4-15-16,-4 3-90 0,0-2-258 0,2-4 114 16</inkml:trace>
  <inkml:trace contextRef="#ctx0" brushRef="#br0" timeOffset="101248.89">8355 14254 20 0,'11'-11'103'0,"4"-3"-5"0,1 2-4 0,1 0-7 16,6-3 0-16,-4 7-5 0,0 1-11 0,0 2-3 15,1 1 1-15,-1 4-10 0,-1 1 0 0,-2 2-18 16,-2 3 0-16,-2 0 7 0,-2 2-6 0,0 3 1 15,-2 3-9-15,0-2-9 0,-4 5 14 16,-2-1-16-16,-2-1-5 0,-2 2 5 0,-2 0-2 0,-2 0-5 16,0 0 1-16,-10 2 5 0,5-4-7 15,0 1-4-15,-2 0 9 0,-4-3 2 0,-4 2-7 0,-1 2-1 16,-1-2-1-16,6-3-12 0,-2-4 10 0,5 3 13 16,-2-2-17-16,4-3 3 0,-5 5-6 0,7-6-17 15,0 3-24-15,-2-3-24 0,3 1-27 0,0 2-21 16,1 0-93-16,1 1-219 0,3-4 98 0</inkml:trace>
  <inkml:trace contextRef="#ctx0" brushRef="#br0" timeOffset="102059.02">8627 14600 121 0,'0'0'101'0,"0"0"1"0,9-2-7 0,-9 2 1 15,0 0-11-15,13 1 0 0,-13-1-7 0,12 1-3 16,-5-1-4-16,5 2-9 0,-5-2 5 16,5 0-5-16,-2 2-7 0,-1-2-6 0,-1 0-1 15,4 3-5-15,-4-3-4 0,2 1-3 0,-1 0 4 0,-9-1-3 16,17 3-12-16,-11-2-2 0,3 3-3 0,-2-4 0 15,-1 1-2-15,-6-1 0 0,10 5-5 16,-5-3-2-16,-5-2 1 0,8 5-3 0,-8-5-2 16,8 3 1-16,-8-3-2 0,4 3 1 0,-4-3 2 15,0 0-15-15,0 0 13 0,10 1-5 0,-10-1-1 16,0 0 6-16,2 6-5 0,-2-6 9 0,0 0-13 16,0 0 3-16,0 0 2 0,7 4 3 0,-7-4-10 15,0 0 11-15,0 0-6 0,0 0 0 0,1 7-2 16,-1-7 4-16,0 0 0 0,0 0-2 0,0 0-1 15,0 0 1-15,1 7 8 0,-1-7-7 0,0 0-4 16,0 0 6-16,0 0-7 0,0 0 5 0,0 0-2 16,-4 12-2-16,4-12 8 0,0 0-1 0,-3 7-4 15,3-7 1-15,-8 6 8 0,3-2-1 0,5-4 5 16,-8 8 1-16,3-4-3 0,0 5 3 0,-1-2 0 16,-2 3-5-16,-1 3 3 0,-1 0-1 0,-2 1 4 15,2 1 2-15,0 3-7 0,-2-3 2 0,1 6 3 16,-2 3-7-16,4-6 5 0,0-1-6 0,-1 5 5 15,-2 1 25-15,3-5-5 0,2-2-1 0,-1 1-4 16,2 2 0-16,-2-4-6 0,3 0-2 0,-3-2-2 16,6-1 3-16,-2-1 0 0,0-2-5 0,1 2-2 15,-2-3 0-15,3 2 1 0,-1-2-2 0,-1-2 0 16,1-1-1-16,0 2-1 0,3-7 4 0,-2 9-1 16,2-9 1-16,-6 9-2 0,6-9 4 0,-2 6 0 15,2-6 0-15,0 0-4 0,-4 5 0 0,4-5-2 16,0 0 0-16,0 0-2 0,0 0-1 0,0 0 1 15,-3 7-2-15,3-7 0 0,0 0-1 0,0 0 1 16,0 0-2-16,0 0 2 0,0 0 0 0,0 0-2 16,0 0 1-16,17-2-2 0,-17 2 4 0,17-4-3 15,-6 2-4-15,3-1 3 0,2-2 1 0,3 1-4 16,-3-1 3-16,2 0-3 0,4 1 4 0,-4-1-2 16,2 1-3-16,1-1 5 0,-2 2-1 0,1-1-1 15,1-1-2-15,-3 0 2 0,2 1-2 0,-2 0 2 16,-1-1-2-16,-4 3 2 0,0-1-2 0,-1 0-3 15,-2 2-9-15,-1 0-11 0,-1 0-9 0,-8 1-11 16,10-2-13-16,-10 2-14 0,9-1-11 0,-9 1-19 16,0 0-17-16,0 0-19 0,13-1-14 0,-13 1-26 15,0 0-101-15,0 0-298 0,0 0 132 0</inkml:trace>
  <inkml:trace contextRef="#ctx0" brushRef="#br0" timeOffset="102576.31">8060 15459 32 0,'0'0'172'16,"-12"2"-16"-16,12-2-18 0,-7 2-12 0,7-2-13 16,0 0-6-16,0 0 2 0,0 0 4 0,0 0 3 15,0 0-2-15,46-2-3 0,-16-4-6 0,7-2-10 16,13-2-2-16,5-5 2 0,3 4-5 0,1-5-4 15,3 2-1-15,3 3-5 0,-1-3-2 0,2 1-3 16,-1 0 4-16,0 3-12 0,-3 5-2 0,-3-5-8 16,-1 3-1-16,2 3-8 0,-4-1 0 0,0 2-7 15,-1-2 2-15,-4 3-4 0,0 2-4 0,-12-3-3 16,12 3-1-16,-15 0 0 0,1-3-5 0,-3 2-3 16,-3 0 1-16,-2-1-4 0,-7 0-2 0,-4 1 5 15,-5 0 5-15,-3 1 5 0,-1 0 11 0,-1 0 15 16,-8 0 10-16,10 1 9 0,-10-1-7 0,0 0 1 15,9-3 6-15,-9 3-24 0,0 0-10 0,0 0 0 16,0 0-1-16,0 0-8 0,0 0-13 0,-30-9-21 16,20 9-11-16,-1-2-43 0,0 3-24 0,-1-2-33 15,12 1-27-15,-26 1-35 0,13-1-48 16,-1 0-42-16,3 1-210 0,11-1-511 0,-25 0 226 16</inkml:trace>
  <inkml:trace contextRef="#ctx0" brushRef="#br0" timeOffset="105392.15">9393 14755 38 0,'-7'-7'152'0,"7"7"-10"0,-6-8-16 0,1 5 3 0,5 3-3 15,-5-7-4-15,5 7 0 0,-5-4-4 0,5 4-14 16,-4-6-5-16,4 6-7 0,0 0-13 0,0 0-9 16,0 0-4-16,0 0-10 0,0 0-2 0,14-9-6 15,-3 6-4-15,4 2-6 0,2-1-4 0,10-1-26 16,1 1-9-16,2 0-38 0,-3 0-38 15,1 2-27-15,1-2-32 0,-7 2-116 0,6-2-273 0,-8 2 121 16</inkml:trace>
  <inkml:trace contextRef="#ctx0" brushRef="#br0" timeOffset="106084.77">10218 14544 84 0,'0'0'169'0,"4"-8"-16"16,-4 8-13-16,0 0-21 0,0 0-11 0,0 0-10 16,0 0-7-16,0 0-8 0,0 0-6 0,-2 25-8 15,-1-14-3-15,2-1-7 0,-2 3-9 16,-3-3-1-16,2 2-5 0,2-2-2 0,-1 0-5 0,0 3 0 15,1-4-6-15,1 1-3 0,-3 0 0 0,2-3-4 16,1-1 0-16,0 1-5 0,1-7-3 0,0 9 1 16,0-9 3-16,-3 7-1 0,3-7-2 0,0 0-8 15,-1 7 13-15,1-7 6 0,0 0 8 16,0 0 10-16,0 0 6 0,0 0 7 0,0 0-4 0,0 0-1 16,0 0-9-16,0 0 0 0,0 0-10 0,0 0-2 15,-9-24-2-15,8 13-4 0,1 0-5 0,-1-2-1 16,-1 2-1-16,4-5-1 0,0 1-2 0,2-2 0 15,-1-1-4-15,3 3-1 0,-1-2-4 0,1 2 0 16,2 0 0-16,3 2-3 0,1 0 0 0,0 1-3 16,2 3 4-16,1 1 0 0,2 4-6 15,-1-1 0-15,3 3 0 0,0 0-1 0,-2 5-3 0,4 0-2 16,-2 4 3-16,0 3 0 0,-4 0 1 0,1 1 4 16,-1 1-2-16,2 0 0 0,-5 1 0 15,1 0 0-15,-1 2-2 0,-2-3 0 0,-1 1 2 0,-3 1-2 16,1-5 1-16,-2 2 0 0,-3-2-2 0,2-1 3 15,-3-2 3-15,2 1-3 0,-2 0-1 0,-1-7 2 16,1 7 0-16,-1-7 4 0,0 0-3 0,0 0 2 16,0 0-3-16,0 0 3 0,0 0 2 0,0 0-4 15,0 0 4-15,0 0-6 0,-17-21 6 0,15 13-1 16,0-1-7-16,2-3 3 0,-1-1-5 0,2-2 5 16,1 4 0-16,1-2-2 0,3-3-2 0,1 2 1 15,-2 2-3-15,-1 3 2 0,0 1-3 0,1 0 4 16,1-1-5-16,-2 5-1 0,2 3 2 0,-6 1-1 15,10-1 4-15,-10 1-3 0,16 5 3 16,-9 3-2-16,2 0 0 0,0 2 3 0,0 3 4 0,-1 2-6 16,0 1-3-16,-2 2 0 0,-1-4-13 0,-1 7-10 15,0 3-32-15,-6-6-12 0,4 3-26 0,-1-6-32 16,-1 3-33-16,1-3-23 0,-1 1-102 0,2-5-314 16,-2 0 139-16</inkml:trace>
  <inkml:trace contextRef="#ctx0" brushRef="#br0" timeOffset="106483.93">10976 14517 140 0,'-11'1'155'0,"-2"2"-11"0,-1 2-6 0,0 8-16 0,0-2-10 16,0 2-8-16,0 0-11 0,1 4-9 0,4-2-5 15,0 0-11-15,4-1-7 0,1-1-2 0,0 4-5 16,4-5-9-16,0 1-4 0,2-3 3 16,0 0-12-16,2 0 0 0,0-1-4 0,5-1-2 15,-6-3 1-15,1 0-6 0,4-4-1 0,-8-1-4 16,15 0 1-16,-7 0 4 0,2-2-10 0,-1-3-3 0,-1 1-2 16,0-2 3-16,-2-1 1 0,-1-1-3 15,3-1-2-15,-5-2 2 0,2-1-1 0,-2 2-4 0,-2-1 5 16,-1-4-4-16,3-2 0 0,-3 7 2 15,1 0-7-15,-1 10 10 0,0-11 6 0,0 4-4 16,0 7 4-16,3-8-5 0,-3 8 0 0,0 0-2 16,0 0-1-16,0 0 0 0,0 0 1 0,0 0-1 15,0 0 1-15,16 21-1 0,-12-11-3 0,1 0 2 16,3 5 4-16,0-1-5 0,-3-3 3 0,4 3-1 16,0 2-5-16,0-3-30 0,-2-2-43 0,5 1-34 15,-6-1-44-15,3-1-127 0,-1 1-298 0,-2-5 132 16</inkml:trace>
  <inkml:trace contextRef="#ctx0" brushRef="#br0" timeOffset="106709.72">11206 14513 61 0,'0'0'172'0,"7"-5"0"15,-7 5-3-15,0 0-6 0,16 9-14 0,-7-4-11 16,-1 1-16-16,1 0-6 0,2 5-12 0,0-2-13 16,1 4-4-16,0-5-15 0,2 1-5 0,-1 5-9 15,-2-3-17-15,1 2-30 0,-5-4-35 0,1 1-24 16,0-1-43-16,-3-2-30 0,2 3-28 0,-5-2-78 0,-1-2-246 16,0-1 110-16</inkml:trace>
  <inkml:trace contextRef="#ctx0" brushRef="#br0" timeOffset="106890.12">11338 14532 54 0,'0'0'167'0,"0"0"9"16,0 0-10-16,-19 12-13 0,10-2-14 0,-3 4-14 15,-2 7-10-15,-1-1-13 0,-3 4-7 0,1-3-14 16,2 4-5-16,2-2-36 0,-3 0-43 0,7-5-44 15,-3 0-47-15,3-2-131 0,3 0-242 0,-2-4 107 16</inkml:trace>
  <inkml:trace contextRef="#ctx0" brushRef="#br0" timeOffset="107347.09">12010 14354 118 0,'2'-10'194'16,"0"6"3"-16,-2 4-8 0,3-8-10 0,-3 8-19 16,0 0-12-16,0 0-23 0,4-6-12 0,-4 6-10 15,0 0-16-15,0 0-7 0,-2 25-1 0,0-7-9 16,-2 6 2-16,-3 5-7 0,0 1 0 0,0 4-1 15,1-1-2-15,-2 0-7 0,0-1-3 0,2 1-7 0,2 0-2 16,0-6-5-16,4 3-2 0,-2-4-3 16,2 0 0-16,-1 0-9 0,-1-6-2 0,4 4 1 15,-2-6-7-15,0 1 0 0,0-5-22 0,0 4-28 16,-2-4-20-16,0-3-18 0,-2 2-24 0,4-2-38 16,-6 0-29-16,4-5-15 0,-4 3-134 0,1-3-337 15,0-1 149-15</inkml:trace>
  <inkml:trace contextRef="#ctx0" brushRef="#br0" timeOffset="107586.52">11958 14557 15 0,'12'-3'145'0,"-4"3"-2"0,3 2-21 0,0 1 6 16,-1 0-7-16,-1 4-10 0,0 1-10 0,0 1-5 15,0 1-9-15,-4 1-5 0,0 0-4 0,-1 5-2 16,-2-5-8-16,-4 7 3 0,-2-1-8 0,-2 1-10 16,-1-2 1-16,-1 1-5 0,-4 1-8 0,-1-3-3 15,2 0-12-15,-2 0-25 0,-1-2-33 0,0 0-22 16,5-6-28-16,0 2-34 0,-2-1-32 0,2-3-76 16,1-1-240-16,1-3 106 0</inkml:trace>
  <inkml:trace contextRef="#ctx0" brushRef="#br0" timeOffset="107860.15">12192 14747 76 0,'3'3'153'0,"3"1"-13"0,0 0-22 0,-3 1 0 15,4-1 1-15,-3-1-23 0,3 2 10 0,0-3 3 16,2 2-6-16,0-2-1 0,-1-2-2 0,1 0-8 15,3-4-7-15,1 2 0 0,-1-2-5 0,-3 1-3 16,2 0-6-16,-1-1 0 0,-2-2-3 0,-2 1 1 16,-1 1 4-16,-1-1-8 0,-4 5-3 0,4-13-8 15,-4 8-4-15,0 5-7 0,-4-14-4 0,2 5-13 16,-6 1-10-16,1-1-23 0,-5 1-28 0,1 1-11 16,-4 2-15-16,-4-2-12 0,5 5-28 0,1 0-29 15,-7 2-32-15,7 4-147 0,-5 1-334 0,5-1 147 16</inkml:trace>
  <inkml:trace contextRef="#ctx0" brushRef="#br0" timeOffset="108333.24">12466 14704 39 0,'0'0'158'16,"7"4"-3"-16,-7-4-9 0,8 4-2 0,-5 2-2 15,2-2-10-15,-1 2-12 0,1 1-13 0,-1 1-13 16,-2-2-2-16,1-2-16 0,-3-4-4 0,8 11-7 16,-6-6-5-16,-2-5-10 0,4 8 1 0,0-2-5 15,-4-6-7-15,7 6 4 0,-5-3-9 0,-2-3 4 16,8 3-4-16,-8-3 2 0,10 0-6 0,-10 0-11 16,11-6 2-16,-7 3 4 0,5-4-7 0,-5 3 2 15,6-3-6-15,-6 1 3 0,3-3-1 0,-1 0 0 16,0 0-5-16,0 1-1 0,-1 2-3 0,1-1-2 15,-2 2 3-15,-2-2-4 0,-2 7 3 0,5-7-5 16,-5 7-2-16,7-5-5 0,-7 5 0 0,0 0 4 16,0 0 4-16,0 0-7 0,0 0 4 15,11 10-1-15,-9-5 2 0,-1 4-4 0,3-1-1 0,-2-2 4 16,2 3 0-16,-1-2 0 0,0-1 1 0,5-1-1 16,-3-1 2-16,3 0-2 0,2-1 2 0,-1-1 2 15,4-3 5-15,-2 1 1 0,2-3-4 0,6-3 16 16,-4 0 0-16,-3 1 7 0,3-5 0 0,0 1 1 15,-3-1 4-15,-1-1-3 0,-1 2 1 0,-1-2 1 16,-3 1-3-16,1-1-4 0,-2 1 0 0,-1-2-4 16,-3 1-4-16,-1 1-16 0,-1 0-25 0,-1 1-27 15,-3 3-28-15,5 6-33 0,-11-16-32 0,7 13-24 16,-5 1-20-16,9 2-125 0,0 0-336 16,-23 4 150-16</inkml:trace>
  <inkml:trace contextRef="#ctx0" brushRef="#br0" timeOffset="108823.33">13072 14695 6 0,'10'-9'185'0,"-2"0"-8"0,-3 0-10 0,-1 0-3 16,2 0-13-16,-2-2-17 0,0 2-1 0,-2 0 3 15,0-3-10-15,-2 3-12 0,0-1-10 0,0 1-8 16,0 0-7-16,-4 2-10 0,4 7-4 0,-4-12-8 15,2 7-7-15,2 5-7 0,-8-7-8 0,8 7-7 16,-6-1 0-16,6 1-3 0,-13 7-7 16,5-2-3-16,1 3-2 0,-1 0-1 0,1 5-2 0,1 0-6 15,-2 4 0-15,4 0 1 0,-2 0 0 0,5-1-5 16,-3 0-5-16,4-1 5 0,0 1-6 0,0-3 6 16,4-1-3-16,-2-1-4 0,5 0 0 15,-3 1 1-15,6-3-2 0,-3 1 3 0,1-4 1 16,1 0 2-16,3 0-4 0,-1-3-2 0,3 1 3 15,-3-4 1-15,2 0-1 0,1 0-1 0,-1-4 0 0,1 2 0 16,-1-2 2-16,1-2-3 0,-1 2 5 16,-4-4-5-16,2 0 2 0,2-3 1 0,1-1-4 0,-5 0 3 15,-2-3 1-15,1 4-1 0,0-4-1 0,1-1 3 16,1 2-6-16,-3-1 2 0,-1 5-1 16,2-4-4-16,-1 5 8 0,-1-1 0 0,0 3-3 15,-2-2 2-15,-4 9-2 0,9-9-3 0,-9 9 3 0,8-5-6 16,-8 5 0-16,10-2 2 0,-10 2 2 15,0 0 2-15,11 8-2 0,-11-8 9 0,8 12-7 16,-3-4 0-16,-5-8-2 0,4 16 5 0,-4-5 0 16,3-1-3-16,-3 0-4 0,0 3-22 0,0-3-28 15,2 2-32-15,-2-12-31 0,-5 22-45 0,5-11-48 16,-2 0-134-16,0 0-368 0,2-11 163 0</inkml:trace>
  <inkml:trace contextRef="#ctx0" brushRef="#br0" timeOffset="110363.54">14229 14668 161 0,'-7'-11'156'0,"1"8"-10"0,-1 1-10 0,-4 0-9 16,2-1-3-16,-5 6-10 0,-3-1-11 15,1 5-8-15,-2 2-13 0,0 0-4 0,-1 4-7 16,-2 2-10-16,7-2-9 0,1 0-1 0,1 4-12 16,1-2 4-16,4 1-7 0,3-1-3 0,0-1 0 15,3-1-9-15,1 0-6 0,2-2 4 0,1 1-2 16,1-3 1-16,1 1-3 0,3-1 1 0,2-3-5 16,1 1 1-16,0-4-2 0,1-1 2 0,1 0-1 15,3-2 0-15,-5-4-5 0,7-2 1 0,-7 0-1 16,2-4-1-16,3-1 3 0,-3 1-2 0,-1-4 2 0,-3-3-3 15,-1 2-2-15,0-2 2 0,0-9-12 0,-5 2 11 16,1-1-4-16,1-3 0 0,-1 1 1 0,-2-1 4 16,0-4 0-16,-4 3 3 0,0 1 0 15,4-2-3-15,-4 2 1 0,-2 3-2 0,-1-3 3 16,1 9-1-16,0 0 8 0,-1 4 2 0,0 3 17 0,1 1 2 16,-1 3 0-16,5 0-6 0,-2 3-5 0,2 5-9 15,-2-8 2-15,2 8-1 0,0 0-6 16,0 0-3-16,0 0-2 0,-2 30 0 0,1-4-2 15,4-2 3-15,-3 4-1 0,4 1-1 0,0 1 10 16,-2 1 2-16,1 0-4 0,2-1 2 0,0 1 2 0,-1-3-8 16,0-1 0-16,2-2 0 0,-1-1 0 15,1-7-5-15,2 1 3 0,-4-7-1 0,1 0-1 0,3 0-1 16,-2-1 2-16,2-2-1 0,-1 0 5 0,4-3-3 16,-3 0 1-16,0-2-3 0,3-1 2 15,1-3 0-15,-1-2 0 0,1 1-1 0,1-4 1 0,0-1-2 16,1-2-2-16,1 0 2 0,-1-3-1 0,-1-1 4 15,-4 1 0-15,2-2-6 0,-2-2 3 16,-2 2-4-16,-1-4-3 0,-1 1 1 0,-2 2 3 0,3 1-4 16,-3-2 3-16,-1 6-1 0,0 1-3 15,-2 3 3-15,0-2-1 0,0 8-3 0,0-9-1 0,0 9-5 16,0 0 0-16,0 0 4 0,0 0 0 16,0 0-2-16,0 0 1 0,0 0 3 0,-3 30-2 15,2-18 1-15,1 1 0 0,1-2-4 0,0 1 3 16,1 0 1-16,0 1 3 0,3-2 1 0,0 0 0 15,-1-3-4-15,4 1 4 0,0-1-1 0,0-3 2 0,4-1 1 16,-1 0-2-16,1-1-1 0,-2-2 0 16,3-2 5-16,-3-1-5 0,1-2 2 0,0 2 1 0,0-2-3 15,-2-2 3-15,0 0-3 0,1-1 4 0,-2-1-4 16,-1 0 0-16,-1-2 2 0,-1-2 5 16,2 2-8-16,-4-2-2 0,-1 1-4 0,0-1 1 15,0-4 2-15,0 3 2 0,-1 4 0 0,1 2 0 0,-2 0-1 16,0 7 1-16,2-10-3 0,-2 10-4 0,0 0 0 15,0 0 3-15,0 0-1 0,0 0-1 16,2 22 4-16,-2-8-1 0,-2 2-1 0,2 4 6 16,-2 0-3-16,-1-2-1 0,4 1-1 0,-4 0 4 15,3-2-2-15,0 1 3 0,-4-5-3 0,4-1 3 0,0 0 0 16,0-2-1-16,0-3 1 0,0-7 4 0,0 12-2 16,0-12 2-16,0 9 1 0,0-9 0 0,0 0 7 15,0 0-5-15,0 0-4 0,0 0 1 0,15-13-2 16,-6 6-2-16,-4-2 10 0,4-1-6 15,0-4-3-15,2 0 4 0,0-1-2 0,4-7 0 16,-7 4 0-16,7-4 5 0,-3 0 0 0,-1 4-5 0,1-4-5 16,-2 7 3-16,-5-3-3 0,3 3 5 0,-5 5 0 15,1-2 0-15,0 2-5 0,-1 3 2 0,-1 0 3 16,-2 7-2-16,0-11-4 0,0 11-2 16,1-5 0-16,-1 5-1 0,0 0 3 0,0 0-3 15,0 0-2-15,-16 17 5 0,11-5-1 0,-1-2-1 16,4 4 5-16,-3 1 3 0,1-1 0 0,0-1-8 0,3-2 0 15,2 3-1-15,-1 0-1 0,4 1 8 0,-2-2-1 16,4 0-5-16,-3 0 3 0,3 0 0 0,-1-4-2 16,-1 2 2-16,3-1-3 0,-3 0 2 15,1-2 0-15,0 1 4 0,-2-3-4 0,0-1 4 16,-3-5 1-16,3 9-3 0,0-3 2 0,-3-6 1 16,4 5 0-16,-4-5 0 0,0 0 0 0,0 0-4 0,0 0 4 15,0 0-1-15,0 0-5 0,0 0 4 16,0 0-1-16,0 0-1 0,0 0-7 0,0 0-1 0,-21-11-2 15,21 11-7-15,0-9-2 0,0 9 6 16,0 0-3-16,8-17 4 0,-3 10-1 0,4-1 2 16,-1-2 3-16,5-1 0 0,0-1 2 0,3 2-3 15,2 0 2-15,-2-2 3 0,2-1 1 0,-3 2 2 0,-1-2 0 16,-1 1 0-16,1-1-3 0,-3 3 4 16,0 1-3-16,-3 2 7 0,0-2-3 0,-2 1 4 15,-2-1 4-15,1 1-2 0,-5 8 3 0,5-11 1 16,-5 11-3-16,0-12 5 0,0 12-2 0,0 0 2 15,2-10-3-15,-2 10 1 0,0 0-4 0,0 0-2 16,0 0 2-16,0 0 0 0,0 0-2 0,0 0-2 16,-20 22 4-16,16-11-1 0,0 1-2 0,2 1 4 15,-1-2-3-15,1 0-2 0,-1 2 10 0,6-3-4 16,-3 4-9-16,4-3 4 0,-1-1 1 0,1 2-3 16,1-1-11-16,1-1-31 0,0-3-25 0,1 1-57 15,1 1-43-15,-1-3-41 0,-2-1-125 0,-5-5-361 16,9 9 160-16</inkml:trace>
  <inkml:trace contextRef="#ctx0" brushRef="#br0" timeOffset="110779.09">15371 14382 132 0,'5'-9'178'15,"-5"9"3"-15,5-7-11 0,-5 7-22 0,0 0-14 16,7-3-14-16,-7 3-4 0,0 0 0 0,12 17-4 16,-6-5-16-16,0 4 2 0,0 2-7 0,-1 10-6 15,-1-1-5-15,-4 3-3 0,3-1-6 0,-2 0-1 16,-1 2-8-16,2-1-9 0,-4-2 0 0,2 1-10 16,0-1-1-16,0-3-5 0,0 3-3 0,0-3 2 15,-1-6-10-15,0 6-4 0,1-5-3 0,0-4-10 16,1 0-21-16,-1-4-21 0,0 0-37 0,0-2-37 15,0 2-17-15,0-6-25 0,0-6-26 16,0 13-133-16,0-13-331 0,0 0 146 0</inkml:trace>
  <inkml:trace contextRef="#ctx0" brushRef="#br0" timeOffset="111014.57">15499 14528 78 0,'11'-6'164'0,"1"3"-13"16,-1 1-3-16,1 2-8 0,-12 0-13 0,22 2-10 0,-11 0-16 15,-2 7-3-15,-1 0-6 0,-1 0-11 0,-2 1-4 16,-2 0-6-16,-2 3-5 0,-2-1-6 16,0-1-5-16,-6 3-6 0,0-1 0 15,-1 1-11-15,-1 0-2 0,-2-1-6 0,-2 0-11 0,4-3-8 16,-5 0-23-16,4-1-31 0,1-1-28 0,0-3-32 15,1 2-26-15,2-2-121 0,6-5-272 0,-12 8 121 0</inkml:trace>
  <inkml:trace contextRef="#ctx0" brushRef="#br0" timeOffset="111387.35">15785 14569 86 0,'3'-9'156'16,"-3"9"-1"-16,0 0-13 0,0 0-11 0,0 0-5 15,0 0-10-15,0 0-8 0,-16-7-11 0,16 7-7 16,-15 14-8-16,7-5-7 0,-2 1 2 0,-1 6-6 16,-1-3-5-16,3-1-4 0,1 0-5 0,3-1-6 15,-1 0-4-15,4 1-9 0,-1-4-2 16,2 2-5-16,2-3 1 0,-1-7-1 0,3 11 0 0,-1-5-5 16,4-3-1-16,-6-3 0 0,11 5 0 0,-6-3-7 15,-5-2 3-15,16-2-4 0,-16 2 2 0,13-5-4 16,-5 1 0-16,2-1-1 0,-1-2 0 0,-1 0-1 15,-3-1 1-15,1 0 2 0,0 1 1 0,0-3-7 16,-1 1 2-16,-1 0-3 0,1-1 0 0,-5 10-4 16,6-10 4-16,-6 10 5 0,5-9-8 0,-5 9-2 15,4-7 0-15,-4 7-1 0,0 0 3 0,0 0-1 16,0 0 1-16,0 0 2 0,9 19 1 0,-9-9-1 16,1 0 1-16,-1-1-4 0,0 3 3 0,0 1 0 15,0 0-1-15,0 0-12 0,2 2-29 0,-1-4-32 16,0 1-36-16,0-2-32 0,-1-10-34 0,5 20-157 15,-5-12-350-15,0-8 155 0</inkml:trace>
  <inkml:trace contextRef="#ctx0" brushRef="#br0" timeOffset="111645.93">16055 14408 223 0,'0'0'236'0,"5"-14"-24"0,-5 14-21 0,0 0-29 0,0-8-8 16,0 8-9-16,0 0-1 0,0 0-2 0,6 33-11 15,-5-16-5-15,1 3-4 0,-2 3-10 0,-2 3-13 16,1 0-4-16,0-1-3 0,-2 1-15 16,1-1-9-16,-1-6-6 0,2 0-7 0,0 1-3 15,0-3-6-15,-1 1-4 0,-2 0-3 0,1-3-3 16,0-3-33-16,0 5-42 0,3-7-38 0,-2 1-27 0,2-11-37 15,-4 13-31-15,4-13-24 0,-1 9-161 0,1-9-385 16,-8 7 170-16</inkml:trace>
  <inkml:trace contextRef="#ctx0" brushRef="#br0" timeOffset="111948.72">15932 14585 66 0,'0'0'158'0,"0"0"-2"0,0 0 2 16,0 0-8-16,19-5-6 0,-7 5-12 16,6 2-6-16,1-3-9 0,1 0-4 0,1 1-6 15,0-1-13-15,-3-2-5 0,1 3-7 0,-1 0-6 16,0-1-9-16,-5 2-5 0,2-1-4 0,-2-1-3 0,0-1-10 16,-3 5-5-16,-10-3 0 0,17 0-6 15,-17 0 2-15,10 3-9 0,-10-3 1 0,12 2-5 16,-12-2 3-16,10 5-7 0,-10-5 1 0,7 9 0 15,-4-2-4-15,0-2-1 0,-1 5 0 0,-2-3-1 16,1 3-1-16,2-1 0 0,-2 2-1 0,-1 0 2 16,-2 0-6-16,0 0 3 0,1 0-12 0,-1 2-24 15,-1-4-28-15,0 2-32 0,3-11-42 0,-2 17-51 16,0-8-161-16,-1 0-367 0,3-9 164 0</inkml:trace>
  <inkml:trace contextRef="#ctx0" brushRef="#br0" timeOffset="112127.2">16283 14428 63 0,'2'-9'111'15,"-2"9"-24"-15,0 0-19 0,0 0-37 0,0 0-25 16,0 0-29-16,0 0-35 0,0 0-61 0,6 35 27 15</inkml:trace>
  <inkml:trace contextRef="#ctx0" brushRef="#br0" timeOffset="112654.79">16473 14580 49 0,'0'0'176'0,"0"0"-13"0,0 0-14 0,0 0-2 16,0 0 0-16,0 0-15 0,0 0-11 0,-18 25-9 15,14-17-12-15,0 2-10 0,0-2-7 0,2-2-9 16,-1 4-6-16,1-4-4 0,0 3-11 0,2-9-2 16,0 13-3-16,0-13-6 0,3 10-1 0,-1-5-3 15,2 1-4-15,0-3 1 0,-4-3-3 0,9 6-1 16,-9-6-3-16,11 3 1 0,-3-3-7 0,-8 0 2 16,12-3-3-16,-12 3-3 0,12-6-2 15,-6 2 1-15,-1-1-3 0,1-3-1 0,-1 1-3 0,2-3-1 16,-4 1 1-16,3-2-1 0,-4 2 1 0,2-3-6 15,0 0 7-15,-2 2 0 0,1-3-3 16,1 3-4-16,-3 0-3 0,1 1 1 0,-2 9-2 0,2-13 2 16,-2 13 0-16,2-10-2 0,-2 10-2 15,0 0-1-15,9-6-5 0,-9 6 5 0,0 0 0 16,0 0 0-16,17 19 1 0,-13-10 5 0,1 3 0 0,0-1 5 16,-4 0-3-16,3 0 4 0,1 3-1 0,-2-2-3 15,-1-2 6-15,1 3 1 0,-2-4-5 0,0-1-1 16,1 1 3-16,-2-2-2 0,0-7 2 0,2 9 3 15,-2-9 10-15,2 5 13 0,-2-5 5 16,0 0 2-16,0 0-8 0,0 0-1 0,0 0-6 16,0 0 0-16,0 0-2 0,0 0-6 0,0 0 4 0,3-21-6 15,-3 21-2-15,9-18-1 0,-5 9-2 0,4-2-3 16,-2 4 6-16,2 0-8 0,-2 3-2 0,-6 4 0 16,13-8-2-16,-6 6-5 0,-7 2 2 0,12-2 2 15,-12 2 0-15,0 0-1 0,9 11-4 16,-9-11 4-16,4 15-2 0,-4-5 0 0,-1 0-3 0,-2 2-23 15,-1-1-24-15,-1 5-34 0,2-1-52 0,-1-4-49 16,-1 4-215-16,-2-3-434 0,2-2 192 0</inkml:trace>
  <inkml:trace contextRef="#ctx0" brushRef="#br0" timeOffset="117622.11">11130 15069 9 0,'0'0'140'15,"0"0"-22"-15,0 0-13 0,1-10-4 0,-1 10-14 16,0 0-8-16,0 0-3 0,0 0-13 16,10 26 2-16,-7-12-9 0,-1 3 3 0,1 1-6 0,2 0-5 15,-5 1-7-15,1 0 10 0,1 0-20 0,-2-1 1 16,2 0-8-16,-1-1 2 0,1 0-1 0,-1-1-2 15,3-7-4-15,-5 2 7 0,2-1-9 16,-1-4 11-16,0-6-7 0,0 10-10 0,0-10 5 0,0 0 15 16,0 9-1-16,0-9 9 0,0 8 1 0,0-8 10 15,0 0-7-15,0 0 0 0,0 0-4 0,0 0-6 16,0 0-2-16,0 0-4 0,0 0 2 0,0 0-7 16,0 0-1-16,12-28-4 0,-4 22-2 0,6-6-3 15,0 0-2-15,5 3-2 0,-1 1 8 0,3 1-9 16,-1 1 2-16,-1 1-5 0,-1 2 0 0,-5 3 2 15,1 1-5-15,-1 2 1 0,0 0-1 16,-2 1-4-16,-1 0 4 0,1 5-2 0,-5 0 3 0,0-2 0 16,0 6 1-16,-5-3 0 0,0 0-4 0,-3 2 2 15,0-2 1-15,-5 3-2 0,-2-3-1 0,-4 3 3 16,0-4 0-16,-2 2 3 0,-2-2-4 0,1 2 2 16,-2-5 2-16,0 0-10 0,1 1-18 15,0-1-22-15,-2-1-18 0,7-2-33 0,0-1-35 16,1-2-36-16,0 2-89 0,11-2-278 0,-20-4 123 0</inkml:trace>
  <inkml:trace contextRef="#ctx0" brushRef="#br0" timeOffset="117980.24">11570 15252 42 0,'9'6'133'0,"-9"-6"-2"0,11 8-7 15,-4-3-11-15,-7-5-4 0,9 9-22 0,-4-5 1 16,3 2-5-16,-8-6-2 0,16 8-7 16,-7-4 4-16,-1 2-22 0,1-2 8 0,3-1-4 15,-3 0 2-15,1-1-9 0,-10-2-4 0,22-2 1 16,-22 2 1-16,18-3 2 0,-9-3 1 0,-9 6-7 0,15-7-4 16,-6 1-5-16,-5 1 3 0,1 0-6 0,-1 0 6 15,2 0 2-15,-4 1-1 0,-2 4-6 0,6-10-1 16,-4 6 3-16,-2 4-2 0,0 0-7 15,5-4-7-15,-5 4-2 0,0 0-5 0,0 0 1 16,0 0-6-16,0 0 3 0,0 0-2 0,0 31-5 16,-4-18 4-16,-1 2 0 0,3 0-3 0,0 4-1 0,1 0 2 15,0-2-2-15,0 4-5 0,-1-3 8 0,0 4 1 16,1-3-5-16,1 1-14 0,-2-1-21 16,2-3-29-16,0 3-38 0,2-1-20 0,-1-3-40 15,-1 1-163-15,-1 1-346 0,-1-5 154 0</inkml:trace>
  <inkml:trace contextRef="#ctx0" brushRef="#br0" timeOffset="118238.24">12133 15215 101 0,'5'-4'186'0,"-5"4"-3"16,0 0-7-16,14 11-2 0,-10-2-12 0,1 1-13 16,1 8-13-16,1 7-5 0,-5 0-13 0,0 1-13 15,-4-2-7-15,2 2-11 0,2-2-7 0,-4 1-8 16,2-7 19-16,-2 0-8 0,2 2-12 0,-3-3-22 16,1 1-22-16,0-2-25 0,-2 1-36 0,-1-2-46 15,4-6-53-15,-2 1-53 0,1 0-122 0,-6-3-334 16,4-1 147-16</inkml:trace>
  <inkml:trace contextRef="#ctx0" brushRef="#br0" timeOffset="118820.99">12205 15341 113 0,'16'-10'161'0,"4"1"-13"0,-2 2-6 0,-1-6-8 15,-2 6-9-15,-1-1-2 0,-5 2 0 0,2 1-4 16,-3-2 7-16,-1 1-5 0,-4 1-6 0,3 0-10 16,-6 5 1-16,4-10-15 0,-1 4-6 15,-3 6-8-15,2-9-13 0,-2 9-5 0,0 0 1 0,0 0-13 16,0-7-4-16,0 7-7 0,0 0-5 0,0 0-4 16,0 0-3-16,-11 23 0 0,5-13-7 0,2 3 1 15,3 4 1-15,-4 1 0 0,0 1-7 0,4 0 3 16,-2-2-2-16,3 3-2 0,-2-2 0 0,0 0-3 15,-2-1 1-15,3 0-2 0,0-1-1 0,1-3-2 16,0-1 2-16,0-2 0 0,0-3 0 16,0-7-6-16,-1 13-1 0,1-13-1 0,0 7-4 15,0-7 0-15,0 9 2 0,0-9 1 0,0 0-1 0,0 0 1 16,5 4 4-16,-5-4-5 0,0 0 5 0,0 0-3 16,20-11 1-16,-13 9 0 0,0-2 1 0,1 1-5 15,-2 1 2-15,6-1 2 0,-3 2-1 0,3-2-3 16,-5 1 3-16,3 0-1 0,1 0 6 15,1 1-7-15,-3 1 7 0,5 0-2 0,-5-3 3 16,3 3-2-16,0-1-4 0,1 1 7 0,1-2-1 0,1-3 2 16,-1 3-4-16,0-2-1 0,-1-1 9 15,3-2-3-15,-5 2 2 0,3 0 7 0,-7 3-5 16,3-7 4-16,-5 2 1 0,4 3 5 0,-7-4 4 0,5 3 5 16,-5-1-1-16,-2 6 0 0,7-11-6 15,-7 11 2-15,0-9-4 0,0 9 1 0,-4-10-7 16,1 4-2-16,3 6-1 0,-13-5-1 0,3 5-1 0,10 0-4 15,-23 9 0-15,7-3-3 0,-1 6 3 16,0 1-2-16,0 0 2 0,3 1-2 0,2 4 0 16,1-3-31-16,4-1-25 0,3 2-26 0,0-3-28 15,6 3-35-15,2-5-41 0,3-2-52 0,7 3-129 16,7-4-393-16,13 1 175 0</inkml:trace>
  <inkml:trace contextRef="#ctx0" brushRef="#br0" timeOffset="119680.17">13394 15409 58 0,'0'0'153'0,"0"-10"4"0,0 10-19 15,0 0-15-15,-9-16-6 0,9 16-5 16,-10-11 12-16,4 9-8 0,-1-1 0 0,-3-2-11 0,2 2-3 15,-3 3-1-15,-3-2-13 0,3 2-3 0,0 4-10 16,-3 0-9-16,1 1-5 0,2 1-2 0,-5 5-8 16,1 0-6-16,1 0-3 0,3 1-1 0,-1 0-7 15,4-1-4-15,3 3-3 0,-1-2-1 16,1 3 2-16,2-5-11 0,1 2 3 0,0-1-6 0,2-2 0 16,4 0-1-16,-4-2-1 0,5 1 2 15,0-2-2-15,1 0 1 0,3 0-3 0,-2-2 1 0,7-1-3 16,-4 0 3-16,2-3-2 0,-1 0 0 0,0 0-4 15,1-3 6-15,-1-1-5 0,0-1 0 0,1 0-2 16,-2 0 3-16,5-4 0 0,-5-1-1 0,1 2-1 16,-5-2 2-16,0-2-4 0,3-2-1 15,-3 0 6-15,-1-3-4 0,2-2-1 0,-3 1-1 16,-1 1 4-16,-1-9-1 0,-2 8-2 0,0-10 0 0,-2 11 3 16,0-8 0-16,1 0-3 0,-1 7 2 0,0-7 3 15,-5 1 3-15,4 0 1 0,-1 5 9 16,0 6 5-16,-1 0 2 0,3 1 2 0,-2 2-1 15,0 3-2-15,4 1 1 0,0 6-4 0,-4-11-3 16,4 11-7-16,0 0-3 0,0 0-3 0,0 0 4 16,0 0-5-16,0 0 2 0,0 0-3 0,-2 40-1 15,2-21 0-15,-2 7 3 0,0 3-1 0,2 3 2 16,0-1 1-16,0 0-1 0,2-2 0 0,0 2 2 16,0-2-6-16,4-3 7 0,-6-2-9 0,2-5 3 15,0-3 2-15,2 2-3 0,1-3-1 0,3 0 1 16,-3-3-1-16,0-2 2 0,0-2 0 0,5-1 1 15,-3 0 1-15,5-3-2 0,-1-1 2 0,-1-2 1 16,4-2-4-16,-1-2 3 0,1-2-3 0,2 1 3 16,0-4-3-16,-3 2 0 0,-1-4-3 0,1 1 3 15,-4 1-2-15,0-1 1 0,0 0-1 0,0 0 3 16,-3-1-3-16,2-1-2 0,-4 1 2 0,0 1 1 16,1 4 1-16,-3 0 4 0,0-1-4 0,-2 6 1 15,5-8-3-15,-5 8 1 0,0 0-5 0,0 0 2 16,0 0-2-16,0 0 1 0,0 0 2 0,0 0-1 15,0 0-3-15,-7 30 11 0,7-18-5 16,-2-2-12-16,4-1-15 0,-4 3-18 0,2-3-25 0,0 2-28 16,0 0-31-16,0-11-41 0,2 18-55 0,-2-11-191 15,0-7-445-15,2 12 196 0</inkml:trace>
  <inkml:trace contextRef="#ctx0" brushRef="#br0" timeOffset="119843.13">13569 15263 42 0,'-5'-13'84'0,"5"13"-36"0,0 0-37 16,0 0-43-16,0 0-32 0,0 0 14 0</inkml:trace>
  <inkml:trace contextRef="#ctx0" brushRef="#br0" timeOffset="120148.32">13793 15445 42 0,'0'0'165'0,"1"12"-6"16,-1-7-7-16,0-5-12 0,0 13-2 15,0-3-12-15,2-4-5 0,-2 1-16 0,0-7-7 16,2 13-7-16,0-6-7 0,0-3-1 0,0 3-3 15,-2-7 0-15,7 8-7 0,-2-5-1 0,-5-3-4 16,9 1 0-16,-2-1-3 0,-7 0-3 0,16-1-3 16,-7-4-3-16,-1 1-1 0,-1-2-3 0,4-1-7 15,-4 0 1-15,0-1 1 0,-1 0-4 0,1-1 2 16,-2-2-4-16,-3 2-6 0,0-3 0 0,-4 3-4 16,0-2-6-16,0 2 0 0,-3-1-4 0,-2 2-7 15,0-1-6-15,-3 1-16 0,-2 4-11 0,-1 1-20 16,2 1-12-16,11 2-19 0,-27 5-21 0,8 0-28 15,6 0-32-15,1 1-29 0,2 1-17 0,3 4-108 16,3-6-331-16,4-5 146 0</inkml:trace>
  <inkml:trace contextRef="#ctx0" brushRef="#br0" timeOffset="120755.53">14189 15418 160 0,'0'0'196'0,"0"0"-4"0,0 0-9 0,-18-10-8 0,7 11-10 16,-1-1-7-16,-3 4-11 0,-1 3-14 0,-2-2-12 16,2 4-11-16,-1-2-7 0,1 5-13 0,0-2-7 15,-2 2-3-15,5-1-14 0,3-2-5 0,3 1-9 16,-1-2-3-16,3 0-5 0,3-2-5 0,0 3-4 16,2-2-2-16,0-7 2 0,6 14-5 0,-1-10-3 15,1-1-2-15,3 2 0 0,1-4-5 16,3-1 1-16,1-1-5 0,4-2 0 0,-2-3-1 15,-4 3 2-15,3-6-3 0,-2 2 0 0,0-1-2 0,-2-1 4 16,-2 1-2-16,0-3 1 0,1-4-1 0,-4 0 0 16,1-3-3-16,-3 2 3 0,2-3 1 0,-2-4-2 15,-4 3 2-15,0-5-4 0,0-1 0 16,0 7-3-16,0-5 1 0,0 5-1 0,0 0 5 16,0-1 0-16,-1 2 14 0,-2 7 11 0,2-2 7 15,0 3 2-15,1 4 5 0,0 6-15 0,-2-12-2 16,2 12-9-16,-2-9 0 0,2 9-7 0,0 0-1 0,0 0-3 15,0 0 0-15,0 0-6 0,5 32 2 16,-6-14-1-16,3 1-1 0,1 7-1 0,-2 2-2 16,-1 0 0-16,0-7 0 0,2-2-2 0,-2 7 1 15,2-8-2-15,2 1 7 0,-1-3-7 0,3-1 1 16,-2-4 0-16,1 2 0 0,3-4 1 0,0 0 1 16,1-1-4-16,0-2 5 0,2-1-3 0,0-1 4 15,-1 0-2-15,3-4 2 0,0 0-4 0,1 0 1 16,-3-4 1-16,3 0 0 0,3-2 1 0,-1-1 1 15,-3-4-5-15,0 2 0 0,-1-4-3 0,-5 4 2 16,3-5-1-16,-2 0 3 0,-3 2-4 0,-1 2 0 16,-4-3 3-16,2 2-2 0,-2 11 0 0,-4-18-4 15,4 18-2-15,-6-10-1 0,6 10 0 0,-12 0 0 16,12 0-1-16,-27 12 4 0,13-2-1 0,1 4 6 16,-1 0-3-16,1 1-1 0,5 1-4 0,-2-3-2 15,4 4-21-15,3 1-51 0,3-7-47 0,3 2-66 16,1-1-45-16,0-3-48 0,3 0-143 0,5-4-464 15,-2 0 206-15</inkml:trace>
  <inkml:trace contextRef="#ctx0" brushRef="#br0" timeOffset="120874.07">14683 15485 194 0,'0'0'180'0,"6"-9"-15"0,-6 9-16 15,0 0-28-15,0 0-46 0,0-13-61 0,0 13-70 16,0 0-85-16,-12-14-152 0,2 9 68 0</inkml:trace>
  <inkml:trace contextRef="#ctx0" brushRef="#br0" timeOffset="141666.15">12331 9679 10 0,'0'0'15'16,"0"0"-3"-16,0 0-1 0,0 0-6 0,0 0 9 0,0 0-8 15,0 0 0-15,0 0 2 0,0 0 3 0,0 0-5 16,0 0-4-16,-11 0 4 0,11 0-4 15,0 0 5-15,0 0 0 0,0 0-9 0,0 0-3 16,-13 3-6-16,13-3 1 0,0 0-7 0,-10 2-19 16,10-2 9-16</inkml:trace>
  <inkml:trace contextRef="#ctx0" brushRef="#br0" timeOffset="142200.18">11850 9694 5 0,'0'0'5'0,"0"0"0"0,0 0 1 16,0 0 2-16,-11 0-4 0,11 0-1 0,0 0 0 15,0 0 3-15,0 0-6 0,-9 1 2 0,9-1-2 16,0 0 0-16,0 0 3 0,-10 0-3 0,10 0 1 15,0 0 5-15,0 0-6 0,0 0-1 0,0 0 0 16,0 0 5-16,-12-1-4 0,12 1-1 0,0 0-9 16,0 0 15-16,0 0-5 0,-9-1 3 0,9 1-6 15,0 0 8-15,0 0-7 0,0 0-8 0,0 0-10 16,0 0 5-16</inkml:trace>
  <inkml:trace contextRef="#ctx0" brushRef="#br0" timeOffset="142654.23">12102 9697 13 0,'-10'0'8'0,"10"0"3"0,-11 0-6 16,11 0 1-16,-12 0-2 0,12 0 2 0,-13 0 0 16,7 2 0-16,6-2-1 0,-13 0-4 0,5 1 0 15,8-1-4-15,-15 3-1 0,9-3 2 0,6 0-2 16,-14 1 5-16,6 0-7 0,8-1-3 0,-14 2-10 15,5-2 32-15,2 2-20 0,7-2-7 0,-16 1 24 16,9-1-15-16,7 0-6 0,-15 2 4 0</inkml:trace>
  <inkml:trace contextRef="#ctx0" brushRef="#br0" timeOffset="144920.67">10233 9842 2 0,'0'0'13'16,"0"0"2"-16,0 0-6 0,0 0 2 0,0 0 0 16,0 0 1-16,0 0-7 0,0 0 7 0,0 0-5 15,-22 8-5-15,22-8 0 0,0 0 3 0,-9 2-2 16,9-2-2-16,0 0 1 0,0 0 0 0,-9 3-1 0,9-3 2 15,0 0-5-15,-8 1 7 0,8-1-6 16,-7 2-1-16,7-2 4 0,0 0 0 0,-9 1-1 16,9-1 3-16,0 0-2 0,-11 2 1 0,11-2-3 15,-9 0 5-15,9 0-6 0,-10 2 5 0,10-2-4 0,-10 4-1 16,5-3 2-16,5-1-1 0,-12 1 3 16,5 3-6-16,7-4 6 0,-13 1-3 0,5 0 0 15,8-1 0-15,-10 3-3 0,4-3 9 0,6 0-14 16,-12 3 7-16,12-3 3 0,-11 1-3 0,11-1 6 0,-11 3-5 15,11-3-1-15,-11 1 0 0,11-1-5 16,-12 0 5-16,5 0-8 0,7 0 6 0,-12 0-2 16,12 0-6-16,-11 1-7 0,11-1-19 0,-13 0 8 0</inkml:trace>
  <inkml:trace contextRef="#ctx0" brushRef="#br0" timeOffset="149409.72">6428 8975 33 0,'0'0'96'0,"0"0"-7"0,0 0-3 0,0 0-5 16,0 0-7-16,0 0-5 0,-15 21 11 0,8-11-6 0,-1 3 1 15,-2 1 0-15,3-1-11 0,-6 2-1 0,-5 5-6 16,0 2-6-16,-1 1-3 0,-2-2-1 0,2 1 0 16,-3 1-7-16,1-4-2 0,0 2-6 15,6-8-1-15,0 0-2 0,-1 0-3 0,0-1-2 16,2 1 3-16,2-6-8 0,1 1 3 0,0-1-2 0,1-1 5 16,1 2 0-16,2-4 4 0,0 0-1 0,1-1 0 15,1 1 0-15,5-4 6 0,-13 5-8 0,8-3 1 16,5-2 4-16,-8 5-9 0,8-5-5 15,-9 5-2-15,9-5 2 0,-4 4-4 0,4-4-6 0,0 0-3 16,-2 6 0-16,2-6-1 0,0 0 2 0,5 13-1 16,0-7 4-16,1 1 9 0,2 2-12 0,2-1 4 15,4 4-1-15,2-2 0 0,4 1-1 0,4 0 1 16,2 2-2-16,0-3 9 0,0-1-11 0,3 1 4 16,-1 0-2-16,0-1-1 0,-1 1 1 0,1 0 0 15,-2-2-3-15,0 0 3 0,1-2 2 0,-7 1-3 16,6 0-4-16,-6 0-1 0,6 0-7 0,0 1-8 15,0-1-22-15,-7 1-21 0,1 0-25 0,5 2-16 16,-6-2-28-16,-3 3-24 0,-1 1-97 0,-6-4-266 16,-1 2 117-16</inkml:trace>
  <inkml:trace contextRef="#ctx0" brushRef="#br0" timeOffset="150393.72">2342 9774 98 0,'4'-6'93'0,"-4"6"-14"0,0 0-5 15,0 0 5-15,0 0-11 0,0 0 6 0,0 0 2 16,16 16-8-16,-8-8-1 0,-3 1-10 0,2-1 2 16,-1 3-5-16,-1-2-8 0,2 1 2 0,-2 1-6 15,0-3-4-15,1 3 1 0,-1-2 3 0,-2-2-5 0,-2-1 6 16,3 0-3-16,-2 0 4 0,-2-6 7 0,3 7 5 16,-3-7 5-16,1 7 11 0,-1-7 4 15,0 0 12-15,0 0-15 0,0 0-9 0,0 0-4 16,0 0-2-16,0 0-8 0,0 0 3 0,0 0-12 15,0 0-3-15,-12-21-6 0,9 10-3 0,-2-1-3 0,6-3-5 16,-1-3-1-16,4 0-1 0,0 2-4 16,1-4-1-16,5-4-19 0,-3 7-1 0,7-6 2 15,-5 6-2-15,5 2-2 0,-2-1 1 0,1 2 1 16,1 4 0-16,-2 0-1 0,0 3-2 0,-1 3 2 16,2 1-4-16,-3 1 3 0,1 4 0 0,1 1 1 15,-1 3-1-15,-2 0-3 0,5 4 4 0,-3 3-2 16,-2-1 2-16,2 3-3 0,-3 3 9 0,-1-3 1 15,1 2-4-15,2-4 1 0,-3 1 1 0,3 0-1 16,-4-5 0-16,6 1 1 0,-3-3 1 0,0 0 2 16,2-2 2-16,5 1-2 0,1-3 1 0,0 0-1 15,1-4 0-15,1-1 4 0,2-1-3 0,-1-3 3 16,8-1-1-16,-3-3 3 0,-5 1-4 0,5-3 0 16,1-1 3-16,-8 2-4 0,-2 2 2 0,0-3-1 15,-4 1 1-15,0-2 3 0,1 0-2 0,-6 3 1 16,0-1-2-16,-3 1-1 0,1 0 2 0,-3-2-5 0,-2 0-3 15,0-4-8-15,-1 6 0 0,-3-2 1 16,-1 3 1-16,0 1 3 0,-1-1-7 0,-2 3 7 16,0 2-3-16,-2 1 0 0,1 0 1 0,-2 3-1 15,0 3-1-15,1 0 1 0,0 5-1 0,-4 1 2 16,2 5-3-16,0-1-2 0,1 4 6 0,4 1 0 16,-2-1 1-16,4 0 0 0,3 0 4 0,1 2 0 0,4-3 6 15,-1 0-7-15,6 0-15 0,-1-6-5 16,6 4-9-16,0-2-32 0,2-2-18 0,4 1-15 15,1-4-21-15,0-1-20 0,10 1-117 0,-2-5-275 16,-8 0 121-16</inkml:trace>
  <inkml:trace contextRef="#ctx0" brushRef="#br0" timeOffset="150722.75">3350 9607 30 0,'0'0'166'0,"-2"-10"-13"0,2 10-27 16,0 0-7-16,0 0-13 0,0 0-12 0,0 0-10 0,0 0-5 16,0 0-6-16,18 18-12 0,-9-10-5 15,-2 2-2-15,1 0-7 0,1 4-3 0,2 0-2 16,-2-6 3-16,-1 3-15 0,2-2-1 0,-2-1 2 16,0 0 0-16,-1 0-5 0,1-3-1 0,-3-2-2 15,-1 2-1-15,0-2 6 0,-4-3 4 0,8 4 14 16,-8-4 13-16,5 3 17 0,-5-3 6 0,0 0-2 15,7 2-3-15,-7-2-11 0,0 0-6 0,3-16-4 16,-2 7-11-16,0-2 1 0,2 0-6 0,-1-6-2 16,1 0-8-16,1-3-4 0,1-6 0 0,1-3-4 15,1 2-7-15,0 1-10 0,1-2-17 0,1 3-16 16,-1 6-24-16,-1 3-12 0,-1 6-39 0,4-3-27 16,-4 5-34-16,2 2-13 0,0 4-127 0,0 2-329 15,-8 0 146-15</inkml:trace>
  <inkml:trace contextRef="#ctx0" brushRef="#br0" timeOffset="151364.24">3828 9569 87 0,'8'-8'135'0,"-4"3"17"0,2-5 0 16,-1 0-7-16,1 0-11 0,-3-1-14 0,0 0-4 15,2 1-8-15,-3 1-10 0,0 1-11 0,-2-2-5 16,1 1-7-16,-1 0-7 0,0 9-11 0,-3-12-7 15,3 12-1-15,-3-11-3 0,-2 8-8 0,5 3-4 16,-8-8-6-16,3 6 1 0,5 2-8 0,-12 0-3 16,12 0 1-16,-16 2-5 0,7 5-3 0,-1 0-2 15,-1 0 0-15,1 0-1 0,-1 5-3 0,3 2 4 16,-1 0-1-16,1 0-5 0,1 2 3 0,2-1-4 16,1-2-1-16,1-2 0 0,3 1 1 0,0-1-1 15,1 1 2-15,2-3-2 0,1 0-1 0,1 0 4 16,0-2 0-16,1 0 4 0,2 0-4 0,1-2 1 15,2 0 4-15,0 0 1 0,0-4-3 0,2-1 5 16,1 1-5-16,1-1 5 0,2-1-3 0,-3 0 0 16,-1-2 3-16,5-2-1 0,-1 0-3 0,-4 3 2 15,-1-5-3-15,4 0 2 0,-5 1-6 0,3-4 4 16,-1-1-2-16,-4 3 1 0,3-3 2 0,-5 3-7 16,-1-4 1-16,-1-1 6 0,-1 2-2 0,-3-2-5 15,2-2-3-15,-3-1-2 0,-3 1-3 0,0-1 5 16,-1 5-1-16,-3-5 0 0,2 1-4 0,0 4 9 15,-2 1-7-15,0 0 1 0,2 1 7 0,-2 3-3 16,2-1 2-16,-1 4 6 0,2-1-1 0,4 4-5 16,-6-8 0-16,6 8 1 0,-3-6-2 0,3 6-6 15,0 0 1-15,0 0-1 0,-5-4-2 0,5 4 1 16,0 0 4-16,0 0 0 0,0 0-2 0,0 0 3 16,0 0 0-16,29 4-1 0,-17-3 4 0,2-2 1 15,3 1-2-15,-1-1-1 0,-3 1 2 0,0-1 2 16,-2-2-2-16,0 4-3 0,3-2-3 0,-8 1 4 15,4 1-3-15,-3 2 0 0,2-2 1 0,-3 0-2 16,-1 3-2-16,2-2 3 0,3 3 1 0,-4 2 1 16,-1-2 0-16,2 3-2 0,-1-1 2 15,2 2 2-15,-2 2-2 0,-1 0 4 0,0 3 0 0,2 1-1 16,-3 2-2-16,3 0 1 0,-2 1 4 0,0 0-5 16,-1 0-28-16,3-1-37 0,-1 0-21 0,0 0-38 15,1 1-14-15,1 0-19 0,3-3-110 0,2-3-287 16,-2-1 127-16</inkml:trace>
  <inkml:trace contextRef="#ctx0" brushRef="#br0" timeOffset="152678.26">4622 9306 78 0,'-1'-9'197'16,"-2"4"-16"-16,3 5-14 0,-1-11-20 0,1 11-25 15,-1-8-12-15,1 8-8 0,0 0-17 0,0 0-4 16,0 0-12-16,0 0-1 0,0 0-7 0,7 28-6 16,-4-15-6-16,1-1-2 0,2 0-5 0,0 2-5 15,-2-3 0-15,4 0-6 0,-4-2-1 0,2 1-3 16,-1 0 1-16,2-3-8 0,-2-2 4 0,0 0-3 16,-1 1-3-16,2-3 2 0,0 0-2 15,0 0 1-15,-6-3 1 0,10 4-5 0,-10-4 3 16,10 0-2-16,-10 0 0 0,12-4 3 0,-7-2-3 15,0 3-5-15,0-5 4 0,1 2 0 0,-1-1-1 0,-1-3 0 16,1-1-6-16,1 1 5 0,-3-7-9 0,1 2 4 16,1-1 0-16,-2-1 2 0,-2-2-3 15,2 3-4-15,-1 3 1 0,0 3-2 0,-2 0 2 16,0 10 6-16,1-18-5 0,-1 18-3 0,2-8-1 0,-2 8 0 16,0 0 1-16,0 0-2 0,6-7-3 0,-6 7 3 15,0 0-2-15,15 15 1 0,-9-5-1 0,-1 1 3 16,-1 5 7-16,3-1-8 0,-1 0-1 15,0 1 1-15,-2 0 1 0,0-3 1 0,1-5-2 0,3 3 0 16,-3-2 1-16,0-1 3 0,1 0-2 16,0 0 3-16,2-2 2 0,1-2-1 0,-1-1 0 0,-8-3 1 15,18 3 1-15,-8-3 0 0,0-4-3 0,1 2 2 16,-11 2-1-16,18-11 0 0,-8 4 0 0,-3-1-2 16,2 0-1-16,0-5-3 0,0-2 4 15,1 1-1-15,-2-1-12 0,-3 1 1 0,0-3-5 16,-1 0-2-16,-1 0 3 0,-2-1-1 0,-1 3 2 0,-1-2-1 15,-1 7 0-15,1 0 3 0,1 10-6 0,-2-20 9 16,2 20-4-16,-2-10 3 0,2 10-3 0,0 0-2 16,-5-9 1-16,5 9 2 0,0 0-1 0,0 0 1 15,0 0 5-15,0 0 2 0,-2 39-3 0,2-27 0 16,5 6 3-16,0-2-4 0,1-1 6 16,2 3-2-16,0-1 2 0,0-2-4 0,0 0 0 0,1 1 0 15,1-3 1-15,1 1-2 0,-2 0 7 0,-3-3 4 16,2-2-12-16,-3 0 4 0,0-1 3 15,0 1-3-15,-2-2-18 0,0 1-2 0,-1 0-2 0,-2-2 1 16,0-6-10-16,0 0 0 0,-5 20-5 0,2-14-4 16,3-6 4-16,-6 10 7 0,6-10 7 0,-4 7-2 15,4-7 7-15,0 0 1 0,0 0-1 0,0 0-4 16,0 0 5-16,0 0-2 0,0 0 3 16,13-33 4-16,-3 17 9 0,1 2-5 0,1-2 6 15,2 4-11-15,1-12 5 0,2 3 7 0,-3 7 0 16,0-2 1-16,-1 3-2 0,1-9-3 0,-3 7 8 15,-2 1 2-15,-2 3 1 0,0 0 0 0,-2 1 10 0,-1 0 8 16,0 0-1-16,-3 1-10 0,-1 9 5 0,0-13 5 16,0 13 0-16,0 0-2 0,-5-15 1 15,5 15-2-15,-6-5-1 0,6 5 1 0,-10-3-1 16,10 3-4-16,0 0-8 0,-20 6 6 0,13 3 1 16,-2 0-1-16,1 1-1 0,3 2-1 0,0 0 1 0,0 4 0 15,1-6 0-15,4 0-3 0,-1 2-3 0,2 0-4 16,5 0-6-16,1-1-8 0,0-1-8 0,6 0-16 15,4 1-12-15,1-2-6 0,0-3-33 0,2-3-5 16,2 0-3-16,-3-1-16 0,3-2 8 0,-2 0-9 16,-2-2 6-16,2 0 4 0,-3-2 10 15,1 0 9-15,-3-2 12 0,-1 1 12 0,-2 3 7 0,-1-6 9 16,0 0 16-16,-1 1 16 0,-1-2 3 16,-2 1 9-16,-2-2 14 0,-1-1 29 0,-4 11-1 15,4-22-2-15,-2 13 16 0,-2 9 16 0,-3-14 0 16,3 14 6-16,-5-16-3 0,2 8 1 0,3 8-1 15,-8-11-4-15,8 11 6 0,-10-6-10 0,10 6-7 16,-12 0-8-16,12 0-10 0,-18 7 0 0,9 3-5 0,-3 2 1 16,0 1-5-16,1 2-5 0,1 1-2 15,0-1-13-15,5 0 8 0,0-4-6 0,1 3 2 16,1-4-4-16,3 1 2 0,0-2-2 0,3 1 0 16,-1-1-2-16,1-4-1 0,1 0 3 0,1-1-5 15,-5-4 2-15,11 2-3 0,-11-2 3 0,14 0-5 0,-14 0-6 16,16-6-3-16,-7 1-1 0,0-4-7 0,-3 1 5 15,3-2 3-15,-1 0-12 0,-5-3 3 0,3-2 1 16,-3-2 0-16,0-2 1 0,1 1 5 16,-3-3-4-16,-1 2 3 0,0-8-4 0,-1 8 3 15,-3-8-4-15,4 2 7 0,-4 0-1 0,3-1 7 16,0 1-2-16,-2 5 13 0,2 3 14 0,-3 0 9 0,3 4 17 16,-1 2 23-16,0 3 12 0,2 2-6 15,0 6-14-15,-3-11-12 0,3 11-6 0,0 0-7 16,0 0-5-16,0 0-5 0,0 0-2 0,7 30-7 15,-4-11 1-15,3 8-1 0,-1 5-1 0,2 3 2 16,-2 1-3-16,-1 10-16 0,0 2-24 0,-1-13-35 0,4 12-42 16,0-13-48-16,-1 2-61 0,-3-1-137 15,-1 0-370-15,3-5 164 0</inkml:trace>
  <inkml:trace contextRef="#ctx0" brushRef="#br0" timeOffset="158028.87">11026 9746 7 0,'0'0'31'0,"-9"-1"-10"0,9 1-12 0,0 0-4 16,-14-2-7-16,14 2-11 0,0 0-12 0,-10 2 6 0</inkml:trace>
  <inkml:trace contextRef="#ctx0" brushRef="#br0" timeOffset="158695.17">10515 9782 10 0,'0'0'17'0,"0"0"0"0,-9 0-3 16,9 0-3-16,0 0-3 0,0 0-9 0,-12 1 1 15,12-1-1-15,-6 2-1 0,6-2-4 0,-8 2-6 0,8-2-12 16,0 0 6-16</inkml:trace>
  <inkml:trace contextRef="#ctx0" brushRef="#br0" timeOffset="172159.96">9156 10269 13 0,'0'0'99'0,"0"0"-11"0,0 0-7 15,0 0-18-15,0 0 3 0,0 0-6 0,0 0-10 16,0 0-5-16,0 0-20 0,0 0-2 0,0 0-13 15,0 0-7-15,0 0-12 0,0 0-4 0,0 0-6 16,0 0-13-16,0 0-9 0,0 0-45 0,16 14-92 16,-16-14 41-16</inkml:trace>
  <inkml:trace contextRef="#ctx0" brushRef="#br0" timeOffset="181972.02">12320 10943 8 0,'0'0'14'0,"0"0"-18"0,-6 21-4 0,10-10 2 15</inkml:trace>
  <inkml:trace contextRef="#ctx0" brushRef="#br0" timeOffset="185493.14">15652 10786 97 0,'0'0'103'0,"-10"10"-25"15,10-10-22-15,-2 17-36 0,4-7-37 0,3 6-40 16,0-4-60-16,7 2 26 0</inkml:trace>
  <inkml:trace contextRef="#ctx0" brushRef="#br0" timeOffset="186924.23">9311 10181 97 0,'0'0'88'0,"0"0"-15"0,0 0 4 16,0 0-20-16,0 0-10 0,0 0-14 0,0 0-12 0,0 0-21 16,0 0-29-16,0 0-49 0,-15 10-84 15,15-10 38-15</inkml:trace>
  <inkml:trace contextRef="#ctx0" brushRef="#br0" timeOffset="188164.95">9245 10243 9 0,'0'0'64'0,"0"0"-14"0,0 0 4 16,0 0-6-16,0 0-6 0,0 0-3 0,0 0 3 15,0 0-1-15,0 0 3 0,0 0-2 0,0 0 3 16,0 0 3-16,0 0 3 0,0 0-2 0,0 0-1 16,0 0 1-16,0 0 5 0,0 0-1 0,0 0 4 15,0 0-9-15,0 0 3 0,0 0-3 0,0 0-9 16,0 0 4-16,0 0-4 0,0 0-1 0,0 0-4 16,0 0-5-16,0 0-1 0,0 0-6 0,0 0 4 15,-13-6-4-15,13 6 3 0,0 0-5 0,0 0 2 16,0 0-4-16,0 0-2 0,0 0-4 0,0 0 2 15,0 0-4-15,0 0-9 0,0 0-18 0,0 0-24 16,0 0-11-16,0 0-19 0,0 0-31 0,0 0-107 16,0 0-226-16,0 0 100 0</inkml:trace>
  <inkml:trace contextRef="#ctx0" brushRef="#br0" timeOffset="-203900.28">7536 16069 17 0,'-1'-11'158'0,"1"1"1"0,-2 1-6 16,1-1-3-16,1-1-8 0,0 11 0 0,-1-13-11 16,2 7-9-16,-1 6-10 0,-1-12-10 0,1 12-15 15,-3-7-6-15,3 7-17 0,0 0-5 16,-2-8-4-16,2 8-8 0,0 0-7 0,0 0-4 0,0 0-5 16,5 36-1-16,-1-10-2 0,-2 4 5 0,1 5-2 15,-1 1-3-15,1 18-3 0,1 2 2 0,-4 0-5 16,2-3-30-16,2-4 3 0,-4 0-2 15,1-3 7-15,-1-12-5 0,0 0 0 0,2 1 3 0,-2-3 0 16,2-2 2-16,1 0-7 0,-1-2 5 16,1-1 5-16,-1 1-3 0,-2-2-2 0,3-7 1 15,0-1-5-15,-2-3-1 0,0 1-14 0,0-6-20 16,-1-3-22-16,0-7-21 0,4 14-11 0,-4-14-24 16,0 8-3-16,0-8-25 0,0 0-81 0,0 0-246 15,0 0 109-15</inkml:trace>
  <inkml:trace contextRef="#ctx0" brushRef="#br0" timeOffset="-203589.5">7573 16069 90 0,'14'-15'112'0,"6"-1"-13"15,-2 6-12-15,0 2-8 0,1 0-12 0,-1 4-6 16,3 0-6-16,-5 3 1 0,1 1-12 0,-3 3-6 16,-1 3 2-16,-2 2-2 0,2 1 2 0,-3 6-11 15,-1 3 5-15,1 6 4 0,-3 5-4 0,-7 0-1 16,-1 2-5-16,-2 3-4 0,-3 0-2 16,-4-1-3-16,-1 0 4 0,0 2-6 0,-3-3 6 15,-2-1-9-15,2-2 0 0,0-3-2 0,-2 1-2 16,-2-1 2-16,-1-7-1 0,3 1 0 0,-3-1 0 0,5-3-24 15,1-3-12-15,0-2-22 0,3-1-30 0,1-2-24 16,1 0-76-16,1-2-192 0,-1-3 85 16</inkml:trace>
  <inkml:trace contextRef="#ctx0" brushRef="#br0" timeOffset="-203196.75">7986 16576 67 0,'12'-3'110'0,"1"0"-3"0,-2 3-11 0,1 0-3 16,-3 0-12-16,3 0-5 0,-6 1-7 0,3 1-4 16,-1 1-3-16,-1 1-9 0,0 1 6 0,-1 2-7 15,-3 0-2-15,1 3-2 0,-2 6 6 0,0-1-8 16,-4 1-4-16,0 1-3 0,-5 8-2 0,-1-1-3 15,-2 2-3-15,-1-1-3 0,0 1-8 0,-4 0 3 16,0 0 4-16,-2-4-2 0,1 6-15 0,-2-7 5 16,1 2 3-16,4-5 1 0,2-4-4 0,-2-1 0 15,2-1 5-15,3-2-5 0,-1-3 2 0,3 0 2 16,2-2-1-16,0-1-2 0,4-4-2 0,-7 8 2 16,7-8-3-16,-3 5 1 0,3-5 2 0,0 0 2 15,0 0-1-15,10 6 11 0,-10-6 24 0,19-2-2 16,-5-2-8-16,4 1-2 0,3-1-4 0,5-2-6 15,4 0-12-15,-1-1-24 0,-2 0-20 0,1-1-7 16,3 3-12-16,-4-3-34 0,2 4-10 16,0-2-40-16,2 2-19 0,-5-3-109 0,3 1-279 15,-2 0 124-15</inkml:trace>
  <inkml:trace contextRef="#ctx0" brushRef="#br0" timeOffset="-203041.04">8538 16758 65 0,'0'0'137'16,"9"-5"-14"-16,-9 5-18 0,6-5-9 0,-6 5-6 15,12-4-22-15,-12 4-20 0,14 0-34 0,-4-1-37 16,-10 1-42-16,14 4-45 0,-14-4-119 0,9 5 52 16</inkml:trace>
  <inkml:trace contextRef="#ctx0" brushRef="#br0" timeOffset="-202901.5">8570 16919 62 0,'11'2'129'0,"-11"-2"-14"0,13 0 10 16,-13 0-27-16,22-6-13 0,-5 2-21 0,0-1-43 16,1 0-62-16,1-2-69 0,0-2-119 0,11-3 52 15</inkml:trace>
  <inkml:trace contextRef="#ctx0" brushRef="#br0" timeOffset="-202468.28">9183 16243 184 0,'-4'-11'238'0,"2"0"-11"0,2 11-22 0,-7-14-19 15,7 14-19-15,0 0-22 0,-2-11-11 0,2 11-16 16,0 0-13-16,0 0-10 0,0 0-9 16,37 23-11-16,-19-5-5 0,2 1-5 0,-1 1-9 15,-2 2-5-15,0 2-5 0,-2 1-2 0,2-1-7 16,-7 3-2-16,3-4-3 0,-3-1-5 0,-1-4-4 16,-3 0-4-16,3-2 2 0,-1 0-4 0,-2-2 1 15,2 0-4-15,-2-4-1 0,1 2-4 0,-2-5-1 16,1 1 3-16,1 0-2 0,-1 0 0 0,-2-3 1 15,0 0-1-15,-1-1-2 0,-3-4 6 0,6 5 10 16,-6-5 7-16,6 1-1 0,-6-1-6 0,0 0-7 16,8-11 4-16,-5 0-1 0,1-6-2 0,1 0-3 15,1-8 2-15,0-1-4 0,0-2 1 0,-2-1-11 16,-3 0 9-16,2-2-4 0,1 1 2 0,-2 0-4 16,0 0 2-16,-2 2 1 0,0-1-2 0,1 4 0 15,-1 7-1-15,1 6-5 0,-1 2-5 0,0 10-16 16,3-19-22-16,-3 19-28 0,2-12-17 0,-2 12-27 15,0 0 1-15,13-4-23 0,-13 4-32 0,0 0-22 16,18 17-140-16,-8-9-358 0,-2 1 159 0</inkml:trace>
  <inkml:trace contextRef="#ctx0" brushRef="#br0" timeOffset="-201940.03">9762 16436 137 0,'0'0'167'16,"0"0"-18"-16,0 0-13 0,0 0-12 0,0 0-14 15,0 0-7-15,0 0-16 0,45-1-3 0,-31 0-12 16,6-3-3-16,-4 0-9 0,3 0-5 0,-6 1-4 16,1 0-10-16,-1 0 3 0,-3-1-7 15,1 2-8-15,-11 2-1 0,16-4-3 0,-16 4 2 0,12-3-7 16,-12 3 5-16,9-1-5 0,-9 1-2 16,0 0 1-16,11-2-8 0,-11 2 11 0,0 0-9 15,0 0-9-15,0 0 1 0,0 0 5 0,12 8 0 16,-12 2-1-16,0-10 5 0,-1 21-5 0,-5-5 7 15,2 1-7-15,-3 0 0 0,1 2 3 0,-8 6-6 16,4-8 5-16,-2 6-3 0,-2-1 3 0,1-5 0 16,-3 2-3-16,-1 1-2 0,1 1-6 0,1-1 8 15,3-7 5-15,-2 1-4 0,2-3-5 0,2 2-2 16,1-5-1-16,3-2 4 0,-2 0 1 0,8-6 2 16,-9 10 0-16,9-10 1 0,-8 7-1 0,8-7-4 15,0 0 4-15,-5 6 2 0,5-6 16 0,0 0-6 16,0 0 7-16,21 7-4 0,-21-7 1 0,25-1 4 15,-6 0-9-15,2-1 2 0,1 2-3 0,10-3-2 16,-3-3-7-16,3 2-25 0,0 2-27 0,0 0-32 16,0-2-44-16,-2 1-35 0,2-1-32 0,2 0-96 15,0-2-306-15,-2-1 135 0</inkml:trace>
  <inkml:trace contextRef="#ctx0" brushRef="#br0" timeOffset="-201749.79">10417 16518 191 0,'-15'-3'203'16,"15"3"-12"-16,-10-3-19 0,5 2-19 0,5 1-9 16,0 0-24-16,-10 0-10 0,10 0-12 0,0 0-29 15,0 0-29-15,0 0-36 0,-4 13-45 0,4-13-57 16,3 10-128-16,-3-10-246 0,0 0 109 0</inkml:trace>
  <inkml:trace contextRef="#ctx0" brushRef="#br0" timeOffset="-201413.93">10718 16096 155 0,'-8'2'145'15,"8"-2"-9"-15,-11 2-2 0,5 0-3 0,6-2-13 16,-7 1-10-16,7-1-7 0,0 0-6 0,0 0-11 15,0 0 0-15,0 0-5 0,0 0-2 0,0 0-2 16,39-7-11-16,-18 0-5 0,5-1-6 0,1-1-2 16,1 0-11-16,0 2-3 0,1-2-3 0,-2 3-11 15,0-2-23-15,-5 3-14 0,-1-1-30 0,-3 2-26 16,0-1-44-16,-6 4-43 0,-2-2-91 0,-10 3-267 16,13-3 118-16</inkml:trace>
  <inkml:trace contextRef="#ctx0" brushRef="#br0" timeOffset="-200970.85">10914 15994 138 0,'0'0'157'0,"0"0"-11"0,-9-4-24 16,9 4-3-16,0 0 4 0,0 0-5 0,-2 19-10 15,2-19 1-15,7 30 1 0,-6-3-6 0,3 2-6 16,1 1-7-16,-1 3-7 0,0-1-8 0,-2 2-6 0,1-2-5 15,-1-1-3-15,0 0-8 0,-1-2-4 0,2-1-3 16,-2-1-5-16,0-8-4 0,2 1-7 16,3-2 0-16,-5 0-1 0,3-2-4 0,0-4 0 15,1-1-1-15,-2-2-8 0,1 1 3 0,-3-2-6 16,3-2 0-16,-1 1-4 0,-1-1 2 0,-2-6-2 16,5 9-6-16,-5-9 4 0,1 8 5 0,-1-8-3 15,0 0 2-15,4 6-4 0,-4-6 0 0,0 0-4 16,0 0 1-16,0 0-5 0,0 0-5 0,0 0 1 15,-24-9-1-15,24 9 3 0,-17-6-8 0,10 3 1 16,-3-1 2-16,1 2 4 0,2 1-3 0,-5-1-1 16,2 2 2-16,10 0 4 0,-16-1-5 0,9 0 3 15,7 1-3-15,0 0 2 0,-12-2 0 0,12 2 0 16,0 0-2-16,0 0 2 0,-11 0 6 0,11 0-7 16,0 0 2-16,0 0 1 0,0 0 0 0,0 0 3 15,20 11 3-15,-8-10-4 0,6 0 2 0,1-2-1 16,8 0-6-16,-7 1-14 0,12-2-28 15,-2 0-29-15,-2-1-34 0,1-1-37 0,-1 1-42 0,-7 3-107 16,-2-6-320-16,0 1 142 0</inkml:trace>
  <inkml:trace contextRef="#ctx0" brushRef="#br0" timeOffset="-200435.26">11337 16313 150 0,'0'0'188'15,"0"0"-24"-15,0 0-11 0,-5-5-17 0,5 5-15 16,0 0-9-16,0 0-11 0,0 0-16 0,0 0-3 16,0 0-8-16,0 0 4 0,0 0-9 0,22-4-5 15,-10 4-4-15,0-1-3 0,2 1-3 0,5-1-5 16,-6 1 0-16,3 0-1 0,2-1-10 0,0 1 2 15,-5 0-5-15,3 0-1 0,-5 0-9 0,2 0 1 16,-1 1-3-16,-2 0 0 0,2 0-4 0,-12-1-4 16,18 2-1-16,-18-2-7 0,13 3 7 0,-13-3-2 15,12 2-1-15,-12-2-4 0,7 7 0 16,-5-6-1-16,-2-1-1 0,0 0-2 0,9 6 4 16,-9-6 1-16,5 6-2 0,-5-6 1 0,0 16-2 15,-5-9 3-15,2 3-1 0,-4-1-2 0,2 4 2 16,-3 0-1-16,-1 3-1 0,0-1 0 0,-2 2 0 15,1-1 1-15,-2 1-2 0,-2 4 3 0,-3 0-1 16,3 1-1-16,0-6-4 0,3 0 7 0,-1-2-2 0,1 2-7 16,-1-1 4-16,1-1 1 0,3 0-3 15,-2 1-4-15,1-4 7 0,4 0 1 0,0-2-4 16,-2-1-1-16,3 2 1 0,1-4-2 0,-2 1 3 16,5-7-3-16,-4 8 3 0,4-4-5 0,0-4 1 15,-4 6 7-15,4-6 0 0,0 0 2 0,0 0 6 16,13 8 6-16,-7-7 2 0,4 0 0 0,4-3-2 15,3 1-2-15,1-5 0 0,1 2 1 0,1 1-4 16,7-4-3-16,-4 3 2 0,-3 1-9 0,0 0-14 16,2-3-31-16,-2 3-25 0,7-1-33 0,-5 2-42 15,-4 1-44-15,3-1-158 0,0 2-371 0,1-1 163 16</inkml:trace>
  <inkml:trace contextRef="#ctx0" brushRef="#br0" timeOffset="-197702.63">11873 16652 14 0,'0'0'99'0,"0"0"-12"0,0 0 1 16,0 0-8-16,3 17-15 0,-3-17 11 0,0 8-7 15,0-8-9-15,2 9-1 0,-2-9-1 0,0 9 9 16,0-9-9-16,0 0 11 0,0 7 5 16,0-7 10-16,0 0 9 0,0 0 1 0,0 0 5 15,0 0-11-15,0 0-12 0,0 0-5 0,0 0-7 16,0 0-1-16,0 0-8 0,-22-16-7 0,16 7-6 16,0-1-1-16,1 1-6 0,0-1-7 0,2-1-4 0,2-6-1 15,-3 5 1-15,6-6-6 0,0 1-1 0,1-2-1 16,-1 3 0-16,4-1-7 0,1 1 2 0,3 2 3 15,-2 3-11-15,1 3 2 0,1-1-2 16,3 5-2-16,1 3 1 0,-1 0-4 0,5 4 8 0,-1 4-8 16,0 5 1-16,3 4-3 0,-3 2 4 15,-3-2 0-15,-2 0 0 0,0 5-2 0,0-4 4 16,1 4-2-16,-8-4-1 0,4 0 0 0,-4-3-1 16,-3-3 2-16,2-1-1 0,-4 1 8 0,1-1-6 15,-1-4 0-15,0-6 4 0,0 11-3 0,0-11 4 16,-1 8-1-16,1-8 0 0,-6 5-1 0,6-5 1 15,0 0-4-15,-12-2-1 0,12 2 1 0,0 0-5 16,-7-10 7-16,7 10 1 0,0-17 0 0,1 6-3 16,5-4-4-16,-1-3-4 0,4 2-2 0,2-8-1 15,-2 7-4-15,3 0 4 0,4-4 2 0,-4 6-1 16,4 3 3-16,0-2-7 0,-7 7 4 0,5 1 2 16,-3 3-1-16,0 2 1 0,1 4 2 0,-2 1 2 15,1 4-3-15,-2 0 4 0,-1 3-3 0,2 4 1 16,0 0 5-16,-4 4-3 0,-3 1 0 15,3-2 0-15,-4 2 1 0,2-1-12 0,-3 0-17 16,0-2-28-16,2 2-19 0,-1-2-31 0,1-6-27 0,-2 2-26 16,1-2-89-16,0-4-272 0,-2-7 121 0</inkml:trace>
  <inkml:trace contextRef="#ctx0" brushRef="#br0" timeOffset="-197334.43">12496 16513 25 0,'-14'3'150'16,"-2"3"-11"-16,0 4-9 0,3-1-3 0,4-1-18 15,-5 3-4-15,2 0-8 0,4 1-14 0,1 0-3 16,3 1-5-16,1-2-13 0,0-2-4 0,3 2-5 16,1-3-10-16,4 2 2 0,-1-2 1 0,-1-3-9 15,4 0-4-15,-3 0-2 0,3-2-5 0,0-2 1 16,6-1-4-16,-6 0 6 0,-7 0-7 0,19-5 3 15,-7 1-8-15,-5 0-2 0,1-3-1 16,2 0-3-16,-3-1 3 0,-1-1-2 0,-1-1-1 0,1 1 2 16,-1-1-6-16,0 1-2 0,-3-3 3 0,0 3-2 15,-2 1-1-15,2 3 2 0,-2 5-3 0,2-11 2 16,-2 11-7-16,0 0 3 0,1-9-3 0,-1 9 1 16,0 0 0-16,0 0 6 0,0 0 2 15,18 15 9-15,-12-8 1 0,-1 3-3 0,-1 0 0 16,5 6 2-16,0-3-1 0,-2-3-7 0,2 4-1 15,-1-1-1-15,0-4-2 0,-1 2 2 0,1-1-28 16,1-1-29-16,-1-1-41 0,2 1-30 0,-3-2-163 0,-3 0-306 16,-4-7 135-16</inkml:trace>
  <inkml:trace contextRef="#ctx0" brushRef="#br0" timeOffset="-197108.53">12783 16526 53 0,'0'0'197'0,"0"0"-12"15,16 9-12-15,-10-4-16 0,-1 0-13 0,1 1-9 16,3 1-12-16,1 1-10 0,-2-3-14 0,1 4-9 16,3-2-8-16,-6 0-9 0,3 2-7 15,-2-3-10-15,2 1-20 0,-2-1-26 16,0 1-26-16,-1-2-26 0,-6-5-34 0,12 7-29 0,-8-4-19 0,-4-3-19 15,7 4-72-15,-7-4-232 0,0 0 103 0</inkml:trace>
  <inkml:trace contextRef="#ctx0" brushRef="#br0" timeOffset="-196968.09">12895 16497 121 0,'-12'4'144'0,"4"2"-8"0,1 3-5 16,-5 4-12-16,-1 9-12 0,-2 0-7 0,1 6-18 15,-3-1-17-15,0 1-36 0,-1 0-62 0,1 4-50 16,-1-5-70-16,4-1-166 0,-4-1 73 0</inkml:trace>
  <inkml:trace contextRef="#ctx0" brushRef="#br0" timeOffset="-196808.55">12736 16770 1469 0,'9'-10'91'0,"-5"1"-13"0,1 1-40 0,-1 3-17 15,-2 1 2-15,-2 4 12 0,4-8 23 0,-4 8-13 16,0 0-6-16,0 0-2 0,0 0-6 0,0 0-12 16,-19 15-29-16,10-7-36 0,-5 3-46 0,1 2-54 15,-1 3-136-15,-4-4-305 0,-2 5 135 0</inkml:trace>
  <inkml:trace contextRef="#ctx0" brushRef="#br0" timeOffset="-194464.45">8291 17185 76 0,'0'0'135'0,"5"9"-2"0,-5-9-16 16,2 12-4-16,-1-2-11 0,-1-10-13 0,5 13-6 15,-5-13-9-15,0 13-5 0,0-13-8 16,1 12-7-16,-1-12-1 0,1 10-7 0,-1-10-1 15,0 0-3-15,2 9-3 0,-2-9 14 0,0 0 2 16,0 0 11-16,0 0 1 0,-2 10 11 0,2-10 5 16,0 0-12-16,0 0-1 0,0 0-4 0,0 0-5 0,0 0-1 15,0 0-7-15,0 0-8 0,-21-17 0 16,18 12-6-16,3 5 1 0,-5-13-9 0,2 5-4 16,1 1 0-16,-2-3-2 0,2 2-7 0,2 8 3 15,-2-13-4-15,2 1-3 0,0 12 3 0,2-14-6 16,-2 14-2-16,2-13-1 0,-2 13-3 0,5-11-1 15,-5 11 1-15,5-5-4 0,-5 5-4 0,8-6 3 16,-8 6-6-16,15 0 8 0,-15 0 1 16,24 7-2-16,-13-3-3 0,0 2 1 0,0 2 7 0,-1-1-5 15,-2 0 0-15,-1 0-4 0,1 1 6 0,1 0-2 16,-4 0-2-16,-1-3 4 0,1 4-2 0,-1-5 5 16,-4-4-6-16,1 9 5 0,-1-9-5 15,0 6 2-15,0-6 1 0,0 0 1 0,-4 10 1 0,4-10 0 16,0 0-1-16,0 0-1 0,-10 0-2 0,10 0 2 15,0 0 0-15,0 0-4 0,-7-12 3 0,7 12-3 16,0 0-8-16,2-19 9 0,-2 19 0 0,6-20 2 16,-2 10-2-16,1-2-2 0,0 4-1 0,3-2-1 15,0 3 1-15,-1 0 2 0,0 1-1 16,0 2-6-16,2 0 7 0,0 2-1 0,3 2-2 16,-2 0 4-16,0 2 0 0,0 4-5 0,1 1 2 15,-1 5 5-15,-4-2-1 0,4 4-1 0,-6 1 3 16,0-3-4-16,0 5 2 0,0-1-1 0,-2-4-12 15,1 3-20-15,-2-3-29 0,-1-12-31 0,0 22-41 16,-1-12-47-16,0-3-158 0,1-7-365 0,0 0 161 16</inkml:trace>
  <inkml:trace contextRef="#ctx0" brushRef="#br0" timeOffset="-194094.73">8769 17187 143 0,'0'0'161'15,"0"0"-11"-15,0 0-2 0,-11-14-10 0,11 14-5 16,0 0-13-16,-20 6-4 0,20-6-5 0,-20 13-13 16,10-4-8-16,-3 1-9 0,5 0-13 0,2-2-2 15,1 3-5-15,2 0-11 0,1-4 0 16,-2 2-5-16,4-9-4 0,0 17-9 0,0-17 0 0,4 14-3 16,-2-7-5-16,-2-7-1 0,7 10 5 15,-3-6-5-15,-4-4-5 0,10 5 2 0,-10-5-2 16,12 2-4-16,-12-2-1 0,12-1 3 0,-12 1-7 15,0 0 2-15,18-6 3 0,-18 6-5 0,9-8 1 16,-5 2-5-16,-4 6 5 0,7-13-2 0,-3 5 0 16,-4 8-2-16,7-15 1 0,-5 9 2 15,-2 6 3-15,5-12-4 0,-5 12 9 0,4-9-2 16,-4 9-5-16,0 0 0 0,7-7 8 0,-7 7 0 0,0 0 3 16,0 0-2-16,0 0 0 0,19 16-1 0,-15-10-3 15,1 1-3-15,0 3-2 0,1-1 5 0,-1 0-12 16,2 2-7-16,-2-2-26 0,1 1-13 0,-6-10-35 15,14 16-34-15,-7-9-44 0,-1 0-44 0,-1-1-115 16,-5-6-339-16,0 0 150 0</inkml:trace>
  <inkml:trace contextRef="#ctx0" brushRef="#br0" timeOffset="-193900.31">8924 17228 96 0,'0'0'191'0,"-3"-8"-1"0,3 8-13 0,0 0-14 15,0 0-12-15,0 0-13 0,0 0 3 0,0 0 7 16,0 0 2-16,0 0-3 0,0 0-12 0,0 0-12 16,32 17-12-16,-23-12-13 0,0 0-7 15,2 2-6-15,-3 0-11 0,4 1-17 0,-2-2-30 0,-1 2-27 16,1-3-35-16,2 0-41 0,-3 1-31 16,1-2-43-16,-10-4-35 0,15 9-139 0,-15-9-350 0,7 7 155 15</inkml:trace>
  <inkml:trace contextRef="#ctx0" brushRef="#br0" timeOffset="-193743.94">9089 17215 140 0,'-4'-11'195'0,"4"11"-10"16,-4-5-18-16,4 5-1 0,0 0-11 0,0 0-6 0,-33 24-10 16,16-2-14-16,0 2-12 0,-4 1-12 15,-2 5-22-15,1-2-39 0,0-1-53 0,2 0-47 16,3-3-76-16,-4-3-122 0,5-6-279 0,2-4 124 15</inkml:trace>
  <inkml:trace contextRef="#ctx0" brushRef="#br0" timeOffset="-192529.83">8957 15153 48 0,'0'0'73'0,"4"10"-4"0,-3-3-10 15,0-1-6-15,2 0 6 0,-3-6-18 0,3 12 10 16,-2-6-2-16,-1-6-8 0,2 9-4 0,0-1 2 0,-2-8 3 16,2 8 1-16,-2-8-7 0,4 6 18 15,-4-6 5-15,0 0 9 0,1 6 6 0,-1-6 9 16,0 0 2-16,0 0-5 0,0 0-2 0,0 0-10 16,0 0-8-16,0 0-3 0,0 0 3 0,0 0-14 15,0 0 3-15,0 0-1 0,0 0-3 0,-10-22-1 16,10 22-4-16,-2-12 3 0,3 3-4 0,-1 9-2 15,-1-15-4-15,1 3-2 0,2 4-3 0,2-3-2 16,1 1-2-16,0 0-1 0,2 0-6 0,-2 0-2 16,2 3-4-16,1-1-2 0,1 1 1 0,-1 4 2 15,1 0-4-15,2 2-1 0,1 2 3 0,-2 3 2 16,1 1 1-16,0 1-4 0,-4 2 1 0,2 1-5 16,-1 1 2-16,0 0 1 0,-3 1-1 0,1 2 2 15,-1-3-2-15,-2 3 1 0,0-2-2 0,0-1 0 16,0-1 0-16,-2 1-1 0,1-4 2 0,0 2 2 15,-2-8 0-15,0 10 4 0,0-10-6 0,-3 9 13 16,3-9 3-16,-5 4-6 0,5-4 2 0,-8 1-2 16,8-1 2-16,0 0 0 0,0 0-2 0,-9-12-1 15,6 7-1-15,3 5 0 0,0-16-4 0,-2 5 1 16,2 0-4-16,2-1 1 0,0 1 0 0,-1-6 1 16,4 2-4-16,-1 5-1 0,3-6 2 0,-2 3-4 15,5 0-3-15,-4 4 3 0,2 0-2 0,-1 4-3 16,-2-1-1-16,3 4 3 0,4-2-3 0,-2 4 1 15,2 2 1-15,-2 0-4 0,0 3 8 0,-1 1-1 16,0 2-2-16,-1 0-2 0,3 5 4 0,-3 1-4 16,-2-3 2-16,1 3 1 0,2 1-1 0,-4-1 5 15,1 3-9-15,-2-2-18 0,-3-2-15 0,1-2-25 16,2 1-33-16,-3-2-41 0,0-1-34 0,-1 1-37 16,3-2-115-16,-3-8-347 0,2 13 154 0</inkml:trace>
  <inkml:trace contextRef="#ctx0" brushRef="#br0" timeOffset="-192161.22">9421 15105 7 0,'-7'-3'172'0,"-3"-1"-11"0,3 3 4 0,-4 1-3 0,0 1-7 16,3 2-7-16,1 1-15 0,-4 2-3 15,1 1-12-15,2 2-11 0,2 1-11 0,0 1-9 16,-1-1-10-16,5 1-8 0,-1 5-10 0,2-4 0 0,1-4-5 15,3 2-6-15,0-1-3 0,0 0-4 0,3-1-6 16,-1-4-5-16,0 1-4 0,2-2 0 0,-1-2-8 16,-6-1-3-16,14 0-3 0,-6 0-2 0,-8 0-6 15,17-9 2-15,-11 5-1 0,0-3-2 16,0 1 0-16,-1-1 2 0,1-3 1 0,-2 1-3 16,0-2 4-16,-3 1-6 0,1-1-1 0,0 1 5 0,-1-2-1 15,2 4-1-15,-2 0 6 0,-1 8 5 0,1-10-1 16,-1 10-4-16,3-7-1 0,-3 7 2 0,2-6-2 15,-2 6 2-15,0 0 10 0,0 0 1 0,0 0-2 16,17 10-7-16,-15-4 7 0,2-2-3 16,1 1 1-16,-1 2 0 0,5 2-4 0,-2-1-3 0,-1 0-17 15,0-1-12-15,-2 0-23 0,5 1-36 0,-4-2-43 16,3 2-39-16,-3-6-44 0,1 5-119 16,-2-5-349-16,-4-2 154 0</inkml:trace>
  <inkml:trace contextRef="#ctx0" brushRef="#br0" timeOffset="-191939.17">9562 15030 91 0,'-2'-9'224'0,"2"9"-17"0,0-8-10 16,0 8-10-16,0 0 7 0,0 0 18 0,0 0-14 15,0 0-18-15,27 16-13 0,-17-10-11 0,-1 2-17 16,4 3-16-16,1-1-7 0,0 2-12 0,-1 0-9 15,2-2-8-15,-1 0-11 0,2-1-7 0,-1 1-9 16,-1 0-32-16,-4-4-32 0,2 1-33 0,-2 0-44 0,-1-3-38 16,1 2-47-16,-3-1-31 0,-1-2-26 15,-2-1-125-15,-4-2-376 0,0 0 167 0</inkml:trace>
  <inkml:trace contextRef="#ctx0" brushRef="#br0" timeOffset="-191784.87">9758 15045 33 0,'-5'-5'218'16,"1"1"-13"-16,4 4-3 0,-14 0-4 0,14 0-4 16,-15 11-7-16,1-2-10 0,1 5-20 0,-1 2-14 15,-1 6-16-15,-2 2-13 0,3 0-22 0,-4 2-43 16,3-1-53-16,1 1-61 0,1-1-76 0,-2 1-174 16,4-2-341-16,-1-2 152 0</inkml:trace>
  <inkml:trace contextRef="#ctx0" brushRef="#br0" timeOffset="-191623.67">9684 15259 3 0,'4'-5'279'0,"-4"5"-25"16,3-7-26-16,-3 7-24 0,0 0-29 0,0 0-37 15,0 0-39-15,0 0-46 0,0 0-67 0,-26 0-68 16,17 6-142-16,-4-3-240 0,2 2 106 0</inkml:trace>
  <inkml:trace contextRef="#ctx0" brushRef="#br0" timeOffset="-189070.25">13589 15790 145 0,'0'0'175'0,"10"-1"-10"15,-10 1 2-15,0 0-7 0,10 0 13 0,-10 0-15 16,0 0-19-16,0 0-11 0,7-3-12 0,-7 3-12 16,0 0-7-16,0 0-9 0,0 0-3 0,0 0-4 15,0 0 3-15,0 0 1 0,0 0-1 0,0 0 2 16,0 0-2-16,0 0 2 0,0 0-2 0,0 0-2 15,0 0-1-15,0 0-2 0,6-3-4 0,-6 3-1 16,0 0-6-16,0 0-3 0,0 0-7 0,0 0-13 16,0 0 6-16,0 0-8 0,0 0-5 0,0 0 4 15,0 0-8-15,0 0-5 0,0 0-2 0,0 0 0 16,0 0-8-16,0 0-2 0,0 0-9 0,0 0 10 16,0 0-3-16,0 0 0 0,0 0 2 15,0 0-4-15,0 0-1 0,0 0-1 0,0 0 0 0,0 0-2 16,0 0 0-16,0 0-2 0,0 0 0 0,0 0-7 15,0 0 0-15,0 0 5 0,0 0-5 0,0 0 3 16,0 0-3-16,0 0 0 0,0 0-3 0,0 0 0 16,0 0 3-16,0 0-1 0,0 0 2 0,0 0-5 15,0 0 0-15,0 0 3 0,0 0-4 0,0 0 5 16,0 0 0-16,0 0 1 0,0 0-2 0,0 0 1 16,0 0 1-16,0 0 4 0,0 0-5 0,0 0 3 15,0 0-1-15,0 0 0 0,0 0-5 0,0 0 3 16,0 0-4-16,0 0 7 0,0 0 4 0,0 0-6 15,0 0-4-15,0 0 3 0,0 0 2 0,0 0-2 16,0 0-2-16,0 0 6 0,0 0-3 16,0 0-2-16,0 0-2 0,0 0 2 0,0 0 10 0,0 0-10 15,0 0 0-15,0 0 6 0,0 0-18 0,0 0 13 16,0 0 2-16,0 0-3 0,0 0-1 0,0 0 2 16,0 0 5-16,0 0-5 0,0 0 4 0,5-2-1 15,-5 2-4-15,0 0 6 0,0 0-2 16,0 0-2-16,0 0-2 0,0 0 2 0,0 0-15 15,0 0 5-15,0 0-11 0,0 0-13 0,0 0-23 0,0 0-21 16,0 0-18-16,0 0-30 0,0 0-17 0,0 0-43 16,0 0-39-16,0 0-230 0,0 0-491 0,0 0 218 15</inkml:trace>
  <inkml:trace contextRef="#ctx0" brushRef="#br0" timeOffset="-187567.14">8151 17331 8 0,'0'0'93'0,"0"0"-11"0,0 0-3 0,0 0-12 15,0 0-8-15,-7-3-11 0,7 3-6 0,0 0-5 16,0 0 8-16,0 0-14 0,0 0-6 0,0 0 0 16,0 0-1-16,-7-4-2 0,7 4 14 0,0 0-25 15,0 0 7-15,0 0-1 0,0 0-7 0,0 0 13 16,0 0-9-16,-8-2 7 0,8 2-4 0,0 0-4 16,0 0 4-16,0 0-11 0,0 0 11 0,0 0-8 15,0 0-6-15,0 0 0 0,0 0 0 0,0 0 3 16,0 0-7-16,0 0 8 0,0 0-1 0,0 0 11 15,0 0 2-15,0 0 4 0,0 0 8 0,0 0 3 16,0 0 3-16,0 0-4 0,0 0 5 0,0 0-1 16,0 0 6-16,0 0-10 0,0 0 0 15,0 0-3-15,0 0 1 0,0 0 0 0,0 0-2 16,0 0 10-16,0 0-4 0,0 0-4 0,0 0-2 16,0 0-1-16,0 0-7 0,0 0 2 0,0 0-11 0,0 0 8 15,0 0-4-15,0 0-3 0,0 0 0 16,0 0 2-16,0 0-1 0,0 0-1 0,0 0-1 15,0 0-5-15,0 0 3 0,0 0-5 0,0 0-2 16,0 0 0-16,0 0 3 0,0 0 1 0,9-13 0 16,-9 13 1-16,0 0 15 0,0 0-18 0,0 0 8 15,0 0 1-15,0 0-3 0,0 0-2 0,0 0 2 16,0 0-5-16,0 0 4 0,0 0-2 0,0 0-2 16,0 0 1-16,0 0 1 0,0 0-4 0,0 0 4 15,0 0-1-15,0 0-2 0,0 0-2 0,0 0 2 16,0 0-3-16,0 0 1 0,0 0-4 0,0 0 4 15,0 0 1-15,0 0-4 0,0 0 2 0,0 0 0 16,0 0 3-16,0 0-2 0,0 0-1 0,0 0 2 16,0 0-2-16,0 0-4 0,0 0 5 0,0 0-5 15,0 0-2-15,0 0 4 0,0 0-8 0,0 0 7 16,0 0 2-16,0 0-1 0,0 0-3 0,0 0 1 16,0 0-3-16,0 0 4 0,0 0-1 0,0 0 1 15,0 0-1-15,0 0 1 0,0 0 4 16,0 0-3-16,0 0-3 0,0 0 0 0,0 0 3 15,0 0 3-15,0 0-8 0,0 0 7 0,0 0-5 16,0 0-8-16,0 0-17 0,0 0 4 0,0 0-30 16,0 0-28-16,0 0-43 0,10-2-36 0,-10 2-91 15,0 0-271-15,9-5 121 0</inkml:trace>
  <inkml:trace contextRef="#ctx0" brushRef="#br0" timeOffset="-186382.56">8085 16512 7 0,'0'0'45'0,"0"0"-3"0,0 0-7 0,0 0-2 16,0 0-12-16,0 0 10 0,0 0 3 0,0 0-7 15,0 0-10-15,0 0-4 0,0 0 7 0,0 0-10 16,0 0 1-16,-5 15 0 0,5-15-8 0,0 0 5 15,-2 7 1-15,2-7 0 0,0 0-5 0,0 0 1 16,-5 4-1-16,5-4-1 0,0 0 0 0,-5 3-3 16,5-3 0-16,0 0 1 0,-10 3-2 15,10-3 4-15,0 0 0 0,-10 5 9 0,5-3-8 16,5-2-1-16,-9 3-3 0,4-1 5 0,5-2-4 16,-11 2-2-16,4 0-1 0,7-2 5 0,-13 2 2 15,6-1 5-15,7-1 1 0,-12 2 7 0,6-1 2 16,6-1 8-16,-10 1 7 0,10-1 5 0,-12-1 7 15,12 1-13-15,-10-1 0 0,10 1-4 0,-10 0 10 0,10 0 2 16,0 0 6-16,-12-3-6 0,12 3-5 16,0 0-1-16,0 0-3 0,0 0-6 0,-7-2-2 15,7 2-2-15,0 0-2 0,0 0 1 0,0 0-8 16,0 0 2-16,0 0-5 0,0 0-5 0,0 0 5 16,0 0 2-16,0 0-3 0,0 0-6 0,0 0 6 15,0 0 6-15,-12 3-10 0,12-3 9 0,-5 7-7 16,5-7-3-16,-4 5 2 0,4-5-1 0,-4 8-2 15,4-8 4-15,-5 4 1 0,5-4-4 0,-2 7-3 16,2-7 3-16,-4 5-4 0,4-5 5 0,0 0 0 16,0 0 0-16,-8 7 0 0,8-7 1 0,0 0 3 15,0 0-1-15,0 0 7 0,0 0 4 0,-5 3-2 16,5-3-1-16,0 0 0 0,0 0 2 0,0 0 5 16,0 0-8-16,0 0-3 0,0 0 0 0,0 0-1 15,0 0-3-15,0 0-3 0,0 0 2 0,0 0-6 16,0 0-6-16,0 0 11 0,0 0 2 0,14 4 10 15,-14-4-11-15,12 0 3 0,-12 0-1 16,17 2 1-16,-6-1-1 0,3 1 1 0,-1-1 0 16,-2 0 8-16,0-1-14 0,1 1 3 0,0 0 3 0,-1 0-5 15,1 2 3-15,-1-3-2 0,1 2 0 0,-1-3-2 16,-1 3 2-16,-2 0-3 0,1 1-1 0,-1 0 2 16,-8-3-4-16,14 2 5 0,-8 0-4 0,1 0-2 15,-7-2 0-15,10 5 2 0,-5-1 4 16,-1-2-2-16,-4-2 0 0,6 5 0 0,-6-5-4 15,3 6 6-15,-3-6 0 0,2 6 3 0,-2-6 0 16,0 0 2-16,0 0 1 0,-6 12-5 0,6-12 3 16,-7 5 0-16,7-5-3 0,-6 7 3 0,2-3-1 0,4-4-2 15,-9 6 2-15,9-6 0 0,-5 3-6 16,5-3 4-16,-5 4-1 0,5-4-2 0,0 0-1 16,0 0-1-16,-5 5-3 0,5-5 3 0,0 0 2 15,0 0-4-15,0 0 5 0,0 0-4 0,0 0-5 16,-7 4 7-16,7-4-3 0,0 0-2 0,0 0 3 15,0 0-5-15,0 0 1 0,0 0 0 0,0 0 0 16,0 0 8-16,0 0-5 0,0 0 1 0,0 8-3 16,0-8-2-16,0 0 6 0,0 0-1 0,0 11 1 15,0-11-4-15,0 0-3 0,0 0 3 0,0 0-30 16,3 8-2-16,-3-8-17 0,0 0-19 0,0 0-11 16,1 6-4-16,-1-6-20 0,0 0 1 0,0 0-8 15,0 0 8-15,0 0 1 0,0 0-80 0,0 0-196 16,0 0 87-16</inkml:trace>
  <inkml:trace contextRef="#ctx0" brushRef="#br0" timeOffset="-185539.52">9165 17041 8 0,'0'0'65'0,"0"0"-6"15,0 0-15-15,0 0-12 0,0 0-12 16,0 0-23-16,0 0-18 0,0 0-13 0,0 0-38 16,0 0 17-16</inkml:trace>
  <inkml:trace contextRef="#ctx0" brushRef="#br0" timeOffset="-184567.57">8033 16621 11 0,'0'0'45'16,"0"0"-7"-16,0 0 10 0,0 0-1 0,0 0 3 15,0 0-11-15,0 0 0 0,0 0 0 0,0 0-2 16,0 0-5-16,0 0-4 0,0 0-1 0,0 0 0 15,0 0 0-15,0 0-3 0,0 0-12 0,0 0 12 16,0 0-10-16,0 0 3 0,0 0-3 0,0 0 3 16,0 0 3-16,0 0-9 0,0 0 4 0,0 0 0 15,0 0 3-15,0 0-3 0,0 0 2 0,0 0 6 16,0 0-6-16,0 0-12 0,0 0 18 0,0 0-4 16,0 0 2-16,0 0-17 0,0 0 26 0,0 0-17 15,0 0 5-15,0 0-7 0,0 0 0 0,0 0 1 16,0 0 2-16,0 0-1 0,0 0 2 15,0 0-4-15,0 0 3 0,0 0-9 0,0 0 6 16,0 0-6-16,0 0 2 0,0 0-13 0,0 0 11 16,0 0-2-16,0 0 5 0,0 0-5 0,0 0 1 15,0 0 6-15,0 0-10 0,0 0 14 0,0 0-12 16,0 0-1-16,0 0 6 0,0 0-6 0,0 0-3 16,0 0 6-16,0 0-7 0,0 0 2 0,0 0 0 15,0 0 2-15,0 0-3 0,0 0 0 0,0 0 4 16,0 0-2-16,0 0 8 0,0 0-9 0,0 0 5 15,0 0-1-15,0 0 0 0,0 0-5 0,0 0-1 16,0 0 2-16,0 0-4 0,0 0 8 0,0 0-3 16,0 0-3-16,0 0 9 0,0 0 1 0,0 0-7 15,0 0 2-15,0 0 3 0,0 0-1 0,0 0-3 16,0 0-1-16,0 0 1 0,0 0-4 0,0 0-6 16,0 0 10-16,0 0-7 0,0 0 12 0,0 0 4 15,0 0-9-15,0 0-5 0,0 0 7 0,0 0 4 16,0 0-11-16,0 0 8 0,0 0-6 0,0 0 17 15,0 0-15-15,0 0 13 0,0 0-21 0,0 0-8 16,0 0 21-16,0 0-5 0,0 0-5 0,0 0 5 16,0 0-4-16,0 0 9 0,0 0-4 0,0 0 0 15,0 0 0-15,0 0-2 0,0 0 3 0,0 0-4 16,0 0 2-16,0 0 2 0,0 0 1 0,0 0 8 16,0 0-15-16,0 0 8 0,0 0-2 0,0 0-4 15,0 0 0-15,0 0 4 0,0 0-4 0,0 0 2 16,0 0 3-16,0 0-6 0,0 0-6 0,-14 6 7 15,14-6-2-15,0 0-2 0,0 0 2 16,0 0 5-16,0 0-11 0,0 0-15 0,0 0-23 16,0 0-22-16,0 0-20 0,0 0-62 0,0 0-164 15,0 0 73-15</inkml:trace>
  <inkml:trace contextRef="#ctx0" brushRef="#br0" timeOffset="-182469.41">7941 16677 10 0,'0'0'11'16,"0"0"4"-16,0 0-3 0,0 0 1 0,0 0-1 15,0 0-12-15,0 0 11 0,0 0-9 0,0 0 5 16,0 0-7-16,0 0 8 0,0 0-2 0,0 0-1 0,0 0-2 16,0 0-3-16,0 0 3 0,0 0-1 0,0 0-2 15,0 0 1-15,0 0-1 0,0 0 3 16,0 0-4-16,5 4 4 0,-5-4-2 0,0 0-2 15,0 0 1-15,4 5 3 0,-4-5 3 0,0 0 1 16,0 0 7-16,0 0-3 0,0 0 3 0,0 0 2 16,0 0 7-16,0 0-12 0,0 0 4 0,0 0-1 15,0 0 1-15,0 0-1 0,0 0-5 0,0 0 1 16,0 0 3-16,0 0-5 0,5 3 5 0,-5-3-7 16,0 0-2-16,0 0 12 0,0 0-11 0,0 0-4 15,0 0-2-15,0 0-1 0,0 0 8 0,0 0-1 16,0 0-5-16,0 0 3 0,0 0-4 0,0 0 6 15,0 0-4-15,0 0 13 0,0 0-19 0,0 0 6 16,0 0 1-16,0 0-2 0,0 0 4 0,0 0-6 16,0 0 3-16,0 0-5 0,0 0 4 0,0 0 2 15,0 0 0-15,0 0-8 0,0 0 5 0,0 0 4 16,-6 13-6-16,6-13 16 0,0 0-13 0,0 0-4 16,0 0 2-16,-5 4 4 0,5-4-1 0,0 0-2 15,0 0-3-15,0 0 4 0,0 0 2 16,0 0-5-16,0 0 3 0,0 0 0 0,0 0 0 15,0 0-1-15,-2 9 2 0,2-9-1 0,0 0 1 16,0 0-5-16,0 0 6 0,0 0-4 0,0 0 1 16,0 0 0-16,0 0 1 0,0 0 4 0,0 0 2 15,0 0 0-15,0 0 8 0,0 0-2 0,0 0-5 16,0 0-5-16,0 0 6 0,0 0 0 0,0 0-2 16,0 0 2-16,0 0-5 0,0 0-7 0,0 0 8 15,0 0 2-15,0 0-6 0,0 0 7 0,0 0 1 16,0 0-4-16,0 0 1 0,0 0-4 0,0 0 1 15,0 0 4-15,0 0 0 0,0 0-4 0,0 0 3 16,0 0-6-16,0 0 5 0,0 0-3 0,0 0 6 16,0 0-3-16,0 0-3 0,0 0 4 0,0 0 3 15,0 0-6-15,0 0-3 0,0 0 6 0,0 0-2 16,0 0 12-16,0 0-3 0,0 0-2 0,0 0 1 16,0 0 3-16,0 0 1 0,0 0-5 0,0 0 0 15,0 0-6-15,0 0-2 0,0 0 11 0,0 0-1 16,0 0-5-16,0 0 5 0,0 0-8 0,0 0-6 15,0 0 3-15,0 0-2 0,0 0 0 0,0 0 0 16,0 0 1-16,0 0 20 0,0 0-17 16,0 0 0-16,0 0-1 0,0 0-2 0,0 0 0 15,0 0-1-15,0 0 9 0,0 0 0 0,0 0-3 16,0 0-3-16,0 0 7 0,0 0-15 0,0 0 12 16,0 0 2-16,0 0-2 0,0 0 1 0,0 0 1 15,0 0-5-15,0 0 0 0,0 0 1 0,0 0-2 16,0 0-3-16,0 0-8 0,0 0 4 0,0 0-3 15,0 0-19-15,0 0-1 0,0 0-11 0,0 0-11 0,0 0-59 16,0 0-118-16,0 0 53 0</inkml:trace>
  <inkml:trace contextRef="#ctx0" brushRef="#br0" timeOffset="-180305.76">13176 16786 127 0,'0'0'178'0,"6"0"-22"0,-6 0-13 15,0 0-14-15,0 0-12 0,0 0-14 0,0 0-12 16,0 0-9-16,0 0-14 0,0 0-20 0,0 0-21 16,-22-5-16-16,22 5-26 0,-18 2-17 15,4-1-30-15,3 1-19 0,-7-2-101 0,5 0-197 0,-10 2 87 16</inkml:trace>
  <inkml:trace contextRef="#ctx0" brushRef="#br0" timeOffset="-179038.18">9852 15717 19 0,'-8'-8'81'0,"0"2"7"0,2-2-11 0,-3 1-2 0,0 2-10 16,-1-5 4-16,0 7-10 0,-1-4 3 0,-1 2-13 16,-1 1 4-16,-1 4-12 0,-3 0 0 0,-2 0-7 15,0 3 3-15,-2-1-9 0,-6 3 4 0,1 4-2 16,0 1-10-16,7-2-9 0,-8 3 6 0,0 2 7 15,2 0-13-15,-2 3 2 0,5-1 1 0,-4-3-3 16,2 6-3-16,-1-2 1 0,3 4-1 0,3-1 6 16,-2-2 5-16,7-2-2 0,-4 5 4 15,3-1-10-15,1-2 5 0,0 4-4 0,1 2 4 16,6-4-7-16,-4 7 6 0,2-2-3 0,3 7 8 16,0-4-11-16,-1 0 6 0,3 3 0 0,-1 0-3 0,5-1-5 15,-4 1 5-15,-1-3 1 0,5 3-2 0,0-3-3 16,2 2 0-16,-1-2 7 0,1 3-2 0,0-5-2 15,4 4 3-15,2-3-8 0,-1 2 5 16,1-1-5-16,2-4 1 0,-1 2 0 0,4 0 0 16,2-4-1-16,0 2 1 0,-3 1-3 0,5-2 0 15,1-1 6-15,0 3-2 0,2-3 7 0,-1-2 5 0,3 1-6 16,2-1-21-16,3-2-1 0,-1 1 3 0,2-4 8 16,0 2-4-16,2-4 1 0,6-1 4 15,-2-2 6-15,0-2-3 0,2 0-1 0,0-5 4 16,4 2 0-16,-1-3-4 0,-1-3 5 0,3 2-1 15,10-6-9-15,-12 2 7 0,-1-2-3 0,-1 0 5 16,14-7-9-16,-17 6 10 0,0-2-2 0,0-2-7 0,-2 1-8 16,1-2 12-16,-1 2-3 0,-2-1 5 0,-1-2-7 15,-1 1 4-15,0 0 1 0,-3 0-1 16,-3-1-2-16,0-1-2 0,-4 1 1 0,-2 2 5 16,1-1-1-16,3-4 3 0,-6 4-4 0,0-1-3 15,4-6 3-15,-7 5 6 0,1-1-8 0,-3-3 0 16,2-7 2-16,-1 7 1 0,1-7 2 0,-1-1-2 15,-4-4-3-15,2 2 3 0,-4-2-7 0,-4-2 2 16,2-3-4-16,-3 2 6 0,-2-2-3 0,-2 0 2 16,-5 1 2-16,2-1 1 0,-4-11-4 0,-2 15-2 15,-4-12 2-15,2 13 0 0,-4-2 0 0,2 2 0 16,-7-9 0-16,3 10-2 0,-9-7-2 0,4 11 2 16,-1 1 0-16,0 1 7 0,-14-6-11 0,10 9 4 15,-1-1-3-15,-13-2 3 0,-2 4-2 0,13 8-3 16,-4 2 4-16,0 0 1 0,0 1 2 0,1 3-3 15,1 3 0-15,-4 2-2 0,1 4 3 0,-9-3-5 16,10 7 2-16,-9 3 3 0,9 0-6 0,-13 6 2 16,17-3 2-16,0 2-6 0,0 1-5 0,3 2-5 15,0-2-19-15,2 4-10 0,2-1-11 0,3 5-31 16,5-3-22-16,1 2-11 0,2 0-83 0,2-1-222 16,3-6 98-16</inkml:trace>
  <inkml:trace contextRef="#ctx0" brushRef="#br0" timeOffset="-178298.53">10120 16931 50 0,'0'0'149'16,"0"0"-8"-16,-5-9-16 0,5 9-17 16,0 0-7-16,0 0-13 0,0 0-11 0,0 0 1 15,0 0-12-15,11 35 2 0,-4-17-5 0,3 9-1 0,1 2-7 16,0 5 0-16,2-2-10 0,-3 4 0 16,1 10 29-16,-4-13-15 0,-1 0 1 0,-2-2-10 15,0 0-2-15,0 0-6 0,-1-4-6 0,3 1 1 16,-1-4-4-16,-2-4-1 0,1-1-4 0,-1-2 0 0,-1 0-6 15,2-5-5-15,-3-3 0 0,2 2 0 0,-3-11-3 16,3 15 0-16,-3-15 0 0,1 10 2 16,-1-10 11-16,0 0 9 0,1 9 10 0,-1-9 10 15,0 0-7-15,0 0-4 0,0 0-2 0,0 0-9 16,0 0-1-16,5-30-4 0,0 20-4 0,-1-5-4 16,4 1 5-16,0-3-6 0,2-1-6 0,-4 1 4 15,3 2-4-15,1-2 0 0,0 3-2 0,-1 1 4 16,1-3-7-16,1 3-5 0,-2 4 8 0,-1-1-6 15,4-2 3-15,-4 3-2 0,0 2-2 0,-1 2 0 16,1-3-11-16,-2 4-8 0,2-2-17 0,-8 6-22 16,10-4-13-16,-10 4-15 0,0 0-15 15,18-2-22-15,-18 2-17 0,0 0-23 0,12 8-22 16,-12-8-109-16,2 9-313 0,-2-9 140 0</inkml:trace>
  <inkml:trace contextRef="#ctx0" brushRef="#br0" timeOffset="-178116.57">10116 17462 143 0,'-19'-2'163'16,"-8"-4"-8"-16,8 3-6 0,1-1-10 0,-4 1-15 16,3-3-14-16,1 3-11 0,1 0-7 0,5 0-13 15,0 1-6-15,12 2-23 0,-17-5-30 0,17 5-29 16,-13-2-36-16,13 2-42 0,-12-3-123 0,12 3-226 15,0 0 100-15</inkml:trace>
  <inkml:trace contextRef="#ctx0" brushRef="#br0" timeOffset="-176632.58">10768 17398 132 0,'-6'-8'181'0,"2"-1"-11"0,4 9-8 16,-7-11-7-16,7 11-22 0,-7-10-8 0,7 10-12 16,-9-2-10-16,9 2-12 0,0 0-5 0,-26 13-9 15,12-3-4-15,1 3-10 0,-3 8-4 0,3-6-1 16,3 3-4-16,-3 5-4 0,4 3-7 0,1 2-3 15,2-4-2-15,0 2-4 0,7 1-4 0,-2-9 2 16,3 1-6-16,3 0 0 0,5-3-6 0,-1 1-31 16,3-1 5-16,1-3-5 0,1 1 5 0,6 3 4 15,-2-10-3-15,-1 2 3 0,2-3-3 0,0-4 0 16,3 0-8-16,-1 0-11 0,0-2-13 0,2-3-11 16,-1 0-3-16,-2-2-5 0,-1 0-6 0,-2-1-12 15,1 0 15-15,-1-2 9 0,-3 0-1 0,-2 0 0 16,-2 0 12-16,1-4-3 0,-2 3 7 0,-2-3-4 15,0-4 16-15,-3 4 8 0,1-7 0 0,-3 4 9 16,2-2 16-16,-5 5 2 0,-2 0 0 0,2-1 9 16,1 13 10-16,-2-22 5 0,-1 12 4 15,2 1 8-15,1 9 6 0,-4-14-4 0,4 14-1 16,-5-9 3-16,5 9-12 0,-6-7 1 0,6 7-9 16,0 0-4-16,0 0 1 0,0 0-3 0,-16 22-5 15,13-10-2-15,-6 0 0 0,8 6-1 0,-2 0-5 16,3 0 5-16,0 0-9 0,3-2 1 0,2-2 7 15,0-3-7-15,0 5 2 0,4-1-1 0,-2-6-1 16,-2 1-2-16,3 1 4 0,-1-4 1 0,1-3-5 16,2 3 4-16,2-3-8 0,-1-2 8 0,-1 0-3 15,2-3-4-15,-1-2 1 0,0 1 5 0,2 0-6 16,-1-4-1-16,0 0 3 0,-1 0 0 0,-5 0-2 16,2-1 3-16,-1-1-5 0,-1-2-2 0,0 1 9 15,-4 0-5-15,-1-3-3 0,-1 2-2 0,1 0 2 16,-1 10-7-16,-4-23-5 0,-3 11 6 0,0-2-3 15,-4 1-3-15,3 2-1 0,-10 0 5 0,8 2-1 16,1 1-2-16,-2-1 4 0,0 6 2 16,4-3-1-16,-4-1 4 0,11 7 0 0,-9-6-3 15,9 6-5-15,-6-7 4 0,6 7-1 0,0 0 3 16,-5-9 3-16,5 9-1 0,15-7-2 0,-3 3-3 16,6 0 5-16,2-1 6 0,1 2-9 0,9 1 0 15,-3 2 3-15,-5 0 0 0,-1 2 3 0,-1 1 4 16,1 3-4-16,-1 2 4 0,-5 0-1 0,1 2 2 15,-1 4 0-15,0-2 0 0,-4 0 5 0,-2 2-5 0,0-1 0 16,-2 3 4-16,-1-1-1 0,-3-4-3 16,1 0 3-16,-2 0-2 0,0-1 2 0,0-2 2 15,-2 1-6-15,0-9 4 0,0 0 1 0,-5 16 9 16,5-16 2-16,-4 7 8 0,4-7-4 0,0 0-2 16,-8 6 5-16,8-6-2 0,0 0-6 0,0 0 6 15,-18-3-5-15,18 3 2 0,0 0-3 0,-11-10-2 16,11 10-3-16,-7-16-4 0,7 7 0 0,2-4 1 15,-2-3 0-15,4 2-5 0,-1-4 1 0,3 0-3 16,0 2 1-16,2-1-1 0,-1 0-2 16,1 3 0-16,1 0 0 0,0 3-4 0,-1 1-2 15,2 2 3-15,-3 1-2 0,2 0-1 0,0 3 0 16,2 0 1-16,-11 4 0 0,16 0-1 0,-5 4-1 16,-1 2-1-16,-3 0 1 0,1 2-3 0,0 0 2 15,0 3 0-15,-1-1 0 0,-1 5 2 0,0-3-1 16,-1 0 0-16,2 3 2 0,-2 1 0 0,-2-1-3 15,2-4 4-15,-2 1-4 0,-3-12 3 0,7 18-2 16,-3-12 7-16,1 4-6 0,-5-10 0 0,5 11-1 16,-5-11 3-16,8 8-2 0,-8-8 2 0,0 0 0 15,14 5 2-15,-14-5 0 0,18-3-2 0,-18 3-2 16,20-12 5-16,-9 5-1 0,5-3 0 0,-2-1 3 16,0-1-7-16,-2-3 3 0,-1 2 6 0,1-2-4 15,-1-2 0-15,-3-2-3 0,3-4 6 0,1 0-4 16,-7-1-1-16,1 5 2 0,-3 1-1 0,-3-2-3 15,-3 4 1-15,1 4 4 0,2 12-5 0,-4-23-1 16,0 13 2-16,4 10-2 0,-7-10-1 0,7 10-2 16,-11-6 0-16,11 6 1 0,0 0-3 0,-28 11 0 15,17-5 1-15,2 4 2 0,-2 4-2 16,4 0-1-16,2 0 0 0,1 2 1 0,0-1 2 16,2 1-6-16,2-16 2 0,2 25-2 0,5-9-3 15,-4-5-5-15,6 1 9 0,1 2-6 0,-3-4 6 16,6 5-1-16,-2-2 1 0,-2-3-3 0,5 3 5 15,-9-3-3-15,3-3 2 0,-2 4-1 0,2-5-2 16,-2 2 4-16,0-3 3 0,0 4-6 0,-6-9 6 16,4 12-1-16,-2-5 1 0,1 2 5 0,-3-9-3 15,0 0-3-15,-5 20 5 0,1-10-1 0,0-4-7 16,4-6-4-16,-9 14-6 0,5-9-19 0,-2 1-12 16,6-6-12-16,0 0-29 0,-13 12-13 0,13-12-21 15,-9 7-27-15,9-7-33 0,0 0-114 0,-14 2-322 16,14-2 142-16</inkml:trace>
  <inkml:trace contextRef="#ctx0" brushRef="#br0" timeOffset="-176356.89">11945 17264 116 0,'-2'-17'193'16,"2"17"-7"-16,0 0-20 0,-2-16-11 0,2 16-18 15,0 0-8-15,0 0-5 0,0 0-7 0,0 0-5 16,0 0-5-16,27 48 0 0,-19-25-14 0,1 0 1 16,0 4-1-16,-4 0-6 0,-2 1-5 0,0-1-6 15,2 4-7-15,-3-3-4 0,1-1-10 0,-1-2-6 16,2 1-1-16,-4-7-8 0,2 0-2 0,-2 0-2 16,0-2-3-16,0 0-7 0,2-2-12 15,-2-3-12-15,2-2-20 0,-2-10-26 0,1 18-26 16,-1-18-26-16,0 0-28 0,0 17-11 0,0-17-11 15,0 0-32-15,1 7-129 0,-1-7-332 0,0 0 148 16</inkml:trace>
  <inkml:trace contextRef="#ctx0" brushRef="#br0" timeOffset="-175856.72">11849 17466 79 0,'0'0'99'0,"0"0"4"0,0 0-3 0,42-3-7 0,-23 5-2 16,2-2-15-16,8 1-2 0,-2-1-14 16,1-3 3-16,3 5 2 0,-11-2 0 0,7-4-4 15,1 4-5-15,-7-1-2 0,-3-1-7 0,0 0-4 16,-6 0-3-16,-1 2-1 0,-11 0-10 0,16-2 6 16,-16 2 5-16,13 0 6 0,-13 0-2 0,0 0 5 15,0 0 4-15,14-1-11 0,-14 1-7 0,0 0-1 16,0 0-4-16,0 0-2 0,0 0 0 0,0 0-10 15,-36 6-2-15,26-1 4 0,-4 1-5 0,1 0-2 16,3 1-1-16,1 2-1 0,-5 3-1 0,3-2-4 16,2 1 6-16,2 0-10 0,2 0 5 0,1 0 3 15,0 0-1-15,2 1-5 0,2-2-2 0,0-10 7 16,4 22 0-16,-2-14-5 0,-1-1-3 0,-1-7 4 16,8 12 2-16,-1-7-6 0,-7-5 5 0,14 1-1 15,-14-1 3-15,15 1 0 0,-15-1-6 0,18-4 3 16,-12 1 3-16,4-1 2 0,-1-2-3 15,-9 6-4-15,9-15 6 0,-1 7-1 0,-3-2-3 16,-2-1 0-16,1 2-1 0,-2-2 3 0,1 1-4 16,-3 10-1-16,6-20 2 0,-6 11 3 0,2 1 7 15,-2 8 6-15,2-11 3 0,-2 11-1 0,0 0-9 16,0 0 0-16,1-11 0 0,-1 11-4 0,0 0 6 16,0 0-2-16,0 0 0 0,14 20 4 0,-10-10-3 15,-2 2-2-15,2-1-1 0,0 6-7 0,1 1-6 16,-1-1-25-16,0-1-35 0,0 1-29 0,-2-6-47 15,1 2-45-15,0-1-125 0,-2-1-333 0,-1-11 148 16</inkml:trace>
  <inkml:trace contextRef="#ctx0" brushRef="#br0" timeOffset="-175466.57">12363 17535 10 0,'0'0'166'0,"4"-9"-11"0,-4 9-1 0,0 0-8 16,0 0-2-16,0 0-5 0,0 0-16 16,16 18-12-16,-16-18-6 0,7 15-13 0,-5-5-9 15,-2-10-2-15,5 20-6 0,-3-10-7 0,0-1-6 16,-2-9-3-16,-2 17-4 0,2-17-8 0,-2 13-2 16,2-13 4-16,0 0 6 0,0 9-4 0,0-9 0 15,0 0-4-15,0 0-8 0,0 0 0 0,0 0 1 16,0 0-9-16,0 0-7 0,0 0 1 0,0 0 0 15,-12-32-4-15,14 20 0 0,0-1 2 0,3-1 0 16,2-1-6-16,0-1-4 0,-1 1-2 0,1 0-1 16,1 1-3-16,-2 2-1 0,1 2-1 0,-1 1-1 15,1 1 0-15,0 2-3 0,-1 1 1 16,-6 5-2-16,11-2 3 0,-11 2 7 0,0 0-8 16,25 7 2-16,-16-2 5 0,1 4-6 0,0 1 2 15,1 3 1-15,-3-2-3 0,-2-2 0 0,-1 4 2 16,3 1-2-16,-3 0 3 0,-1-2-5 0,0-2-27 15,2 6-19-15,-4-6-40 0,0 1-39 0,-2-11-36 16,5 20-42-16,-1-12-130 0,-4-8-357 0,4 13 158 16</inkml:trace>
  <inkml:trace contextRef="#ctx0" brushRef="#br0" timeOffset="-175162.27">12699 17166 44 0,'-2'-12'216'0,"2"12"-4"0,-2-20-20 16,2 20-23-16,0 0-19 0,0 0-16 0,0 0-8 15,0 0-2-15,0 0-14 0,0 0 3 16,14 53-6-16,-12-21-5 0,-2 0-4 0,2 14-1 16,-4-13-5-16,0 0-7 0,2 1-3 0,-4 2-6 15,-2-2-4-15,4-4-10 0,0-2-6 0,-2 1-2 16,4-9-6-16,2-2-6 0,0 1 1 0,0-2-6 15,0-2-7-15,0-3-2 0,0 0 0 0,2-2-1 16,2 1-3-16,-1-3-4 0,3-2 5 0,4 0 2 16,1-3-8-16,-2-2-14 0,5-1-11 0,0-1-19 15,4-3-33-15,-3 0-33 0,2-1-25 0,-3 1-33 16,1-2-40-16,-2-5-34 0,-4 5-131 0,0-4-382 16,-2 0 169-16</inkml:trace>
  <inkml:trace contextRef="#ctx0" brushRef="#br0" timeOffset="-174998.6">12607 17377 98 0,'0'0'166'0,"-17"-5"-12"0,17 5-12 0,0 0-13 16,0 0-16-16,0 0-8 0,27-23-12 0,-10 15-11 15,2 1-25-15,10-5-36 0,0 1-40 0,1 2-55 16,3 1-105-16,-6 0-191 0,2 1 84 0</inkml:trace>
  <inkml:trace contextRef="#ctx0" brushRef="#br0" timeOffset="-157086.05">7343 15866 2 0,'-19'9'8'16,"-2"-4"-2"-16,0 3 3 0,-3 2-1 0,-2 0 0 15,5-3-3-15,2 3 2 0,-7-1-3 0,1 1 0 16,-2 2-4-16,0 0 8 0,2 0-1 0,-1 0-5 16,1-1 8-16,0 1-6 0,1 0 8 0,4-4-7 15,2 2 1-15,-5 6-3 0,4-5 4 0,-2 3 1 16,2 0-1-16,1 3-1 0,-5 0 1 0,4 1-3 15,0-1 2-15,0 2-1 0,2 2 3 16,-2-1 4-16,2 0-8 0,0 1 3 0,1 1 4 16,6-5-6-16,-2 1 1 0,1 3-6 0,3-3 9 15,-1-1-9-15,4 2 3 0,-1 0-2 0,2-2 4 0,1 2 6 16,1-2-8-16,0 3-2 0,0-5-2 0,2 3 0 16,-2 0 8-16,2-1-8 0,2 1 3 15,-4 0-1-15,4 0 1 0,2 1-6 0,-4 2-1 0,1-2 7 16,1 5 1-16,1 1-4 0,0-1-1 15,-1-5 4-15,1 0-1 0,-2-2-10 0,3 1 1 16,-2-2-3-16,2 1-6 0,0 0-19 0,-1-4-39 16,2 2 17-16</inkml:trace>
  <inkml:trace contextRef="#ctx0" brushRef="#br0" timeOffset="-140174.65">11037 16988 19 0,'-10'-1'20'0,"10"1"3"16,0 0-3-16,0 0-1 0,0 0-1 0,-9 2-7 15,9-2 2-15,0 0-4 0,0 0 5 0,0 0-9 16,0 0 4-16,0 0-3 0,0 0 2 0,0 0-2 16,21 9 5-16,-10-8 3 0,2 2 0 0,8-3 2 15,-2 0-1-15,8 1 6 0,5 1 3 16,3-1 2-16,2 0-6 0,15 0 0 15,0-2 0-15,3 3-2 0,-3 0 6 0,3-4 0 0,2 2-4 16,5 0 5-16,-3 2-7 0,1-1 1 0,7 0-6 16,25-2 6-16,-26 0-6 0,25-1 5 0,-27 0-8 15,28 2 1-15,-25-2 0 0,26-5 3 0,-1 2-5 16,-29 0 6-16,29-2 5 0,-27 1-6 0,29-6-6 16,-4 6 2-16,-25-3-7 0,25-1 14 0,-29 3-3 15,2 2 2-15,0 0-16 0,-7 0 21 0,2 0-16 16,-2 2 12-16,-2 1-3 0,-18 2-3 0,2-4 3 15,-4 4-1-15,-5-1 15 0,1 2-14 0,-2-2-7 16,-8 1 5-16,-1-2-8 0,0 5-8 0,-7-3 10 16,-1 0-10-16,-11 0-12 0,16 2-4 0,-16-2-5 15,7 2-1-15,-7-2-21 0,6 2-18 0,-6-2-60 16,0 0-133-16,0 0 60 0</inkml:trace>
  <inkml:trace contextRef="#ctx0" brushRef="#br0" timeOffset="-110059.27">12850 16415 12 0,'0'0'49'0,"0"0"-6"0,0 0-1 0,0 0-9 0,0 0-4 16,0 0-1-16,0 0 0 0,0 0-3 15,0 0 12-15,0 0-20 0,0 0 7 0,0 0-10 0,0 0 4 16,0 0-8-16,0 0 6 0,0 0-4 0,-22 19 10 15,13-15-15-15,4-1-12 0,-3 0-5 0,3 0-7 16,-2 2-4-16,0 1-7 0,0-2 9 0,-3 1-6 16,2 1-1-16,-1-2-4 0,1 5 6 15,-1-4 0-15,-1 2-16 0,0 0-43 16,3 0 19-16</inkml:trace>
  <inkml:trace contextRef="#ctx0" brushRef="#br0" timeOffset="-109191.49">12663 16545 46 0,'-10'9'-2'0,"10"-9"11"0,0 0-1 16,0 0 9-16,0 0 3 0,0 0 6 0,-7 3-2 15,7-3 9-15,0 0-4 0,0 0-1 0,0 0 1 16,0 0-1-16,0 0 3 0,0 0 1 0,0 0 7 16,0 0-1-16,0 0-6 0,0 0-1 0,0 0-3 15,0 0-5-15,0 0 5 0,0 0 6 0,0 0-8 16,0 0-3-16,0 0 5 0,0 0-1 0,0 0-10 16,0 0-1-16,0 0 0 0,0 0-5 0,0 0 12 15,0 0-7-15,0 0 1 0,0 0-4 0,0 0-3 16,0 0 0-16,0 0 2 0,0 0-2 0,0 0 3 15,0 0 0-15,0 0-5 0,0 0 9 0,0 0-1 16,17 8-1-16,-17-8 1 0,0 0 5 0,0 0-2 16,0 0 1-16,0 0-8 0,0 0-1 0,0 0-2 15,0 0-4-15,0 0 3 0,0 0-10 0,7 5 10 16,-7-5 13-16,0 0-17 0,0 0-4 0,0 0 6 16,0 0-3-16,0 0 1 0,0 0-1 0,0 0 6 15,0 0-10-15,0 0 5 0,0 0 8 0,0 0-13 16,0 0-1-16,0 0 5 0,0 0-10 0,0 0 0 15,0 0 2-15,0 0 1 0,-22-25-2 16,22 25-4-16,0-10 5 0,0 10-4 0,0-10 0 16,0 10 1-16,0 0 7 0,-2-13-2 0,2 13-2 0,0 0-2 15,0 0-7-15,0 0 12 0,2-13-1 0,-2 13-2 16,0 0 1-16,0 0 2 0,1-11-2 0,-1 11 4 16,0 0 2-16,0 0-8 0,3-11 0 15,-3 11 0-15,0 0 9 0,0 0-5 0,0 0 6 16,0 0-9-16,0 0 5 0,0 0-2 0,0 0-3 15,1-10 7-15,-1 10-1 0,0 0-2 0,0 0 1 16,0 0 8-16,0 0-15 0,-5-12 11 0,5 12-5 16,0 0 9-16,0 0-2 0,0 0 0 0,-4-8 0 15,4 8 8-15,0 0-1 0,0 0-5 0,0 0 5 16,-8-7 8-16,8 7-4 0,0 0 4 0,0 0-9 16,0 0-2-16,0 0 8 0,0 0-7 0,0 0 4 15,0 0 0-15,0 0-5 0,-2-9-4 0,2 9 5 16,0 0 1-16,0 0-9 0,0 0 7 0,0 0-1 15,0 0-8-15,0 0 3 0,0 0 0 0,0 0 8 16,0 0-15-16,0 0-6 0,0 0 13 0,0 0 11 16,0 0-11-16,0 0 3 0,23 4 1 0,-23-4 8 15,0 0-3-15,9 3 3 0,-9-3-4 0,6 3 0 16,0 0-2-16,-6-3 2 0,10 8 6 0,-3-6 3 16,-3 2-1-16,6-1-5 0,-1 2-2 0,-5-1 2 15,5 2 15-15,0-3-19 0,-2 2 3 0,0-1-1 16,-1 1-1-16,2-2 0 0,-2 0-7 0,0 1 9 15,-1 1-9-15,1-1 2 0,2 0 5 0,-1 1-10 16,1 0 1-16,-1 3 5 0,2-4-2 0,-2 1 4 16,1 3-4-16,1-3 3 0,1 2-2 0,-1-2 6 15,-1 2-5-15,-1 1-1 0,2-1-5 16,0 0 3-16,0 0 7 0,-2 1-6 0,-2-2-4 0,1 2 6 16,-1-4-6-16,1 4 0 0,-2-2 6 0,2-3-3 15,-2 4-1-15,-1-4-2 0,1 2 2 0,-4-5-2 16,6 5 0-16,-6-5 2 0,3 6-4 0,-3-6-1 15,4 4 1-15,-4-4-7 0,0 0-6 0,5 6-22 16,-5-6-13-16,0 0-8 0,0 0 1 0,0 0-26 16,0 0-21-16,0 0-17 0,0 0-99 15,0 0-236-15,0 0 105 0</inkml:trace>
  <inkml:trace contextRef="#ctx0" brushRef="#br0" timeOffset="-109007.04">12770 16597 67 0,'-3'26'70'0,"-2"2"-30"15,1 2-17-15,-3-2-42 0,1 4-12 0,-3-4-32 16,4-4 14-16</inkml:trace>
  <inkml:trace contextRef="#ctx0" brushRef="#br0" timeOffset="1950.06">10305 9839 19 0,'-10'0'26'0,"10"0"-5"16,0 0-2-16,-9 3 1 0,9-3-6 0,-6 0 4 16,6 0-3-16,-8 3-2 0,8-3-3 15,0 0-4-15,-10 2-1 0,10-2 5 0,-9 3-1 16,9-3-4-16,-8 4-4 0,8-4-1 0,-7 4 2 0,7-4 0 15,-8 1-1-15,8-1 3 0,-6 2-2 16,6-2-2-16,0 0 5 0,-10 3-6 0,10-3 3 16,-7 4-8-16,7-4 6 0,0 0-3 0,-10 3-12 15,10-3 2-15,-9 3-1 0,9-3 0 0,-7 3 5 0,7-3-17 16,-10 1-28-16,10-1 12 0</inkml:trace>
  <inkml:trace contextRef="#ctx0" brushRef="#br0" timeOffset="8345.73">9826 9952 5 0,'0'0'23'0,"0"0"-5"0,0 0 0 16,0 0-5-16,0 0 2 0,0 0 2 0,0 0-4 15,0 0 3-15,0 0-4 0,0 0 4 16,-2-9 2-16,2 9-4 0,0 0 1 0,0 0 1 15,0 0-2-15,0 0-1 0,0 0 0 0,0 0-1 0,0 0-1 16,0 0-8-16,0 0 8 0,0 0 4 16,0 0-1-16,0 0-3 0,0 0 3 0,0 0 1 15,0 0 0-15,0 0-3 0,0 0 5 0,0 0-6 16,0 0 1-16,0 0 2 0,-3-7-4 0,3 7 2 16,0 0-1-16,0 0 3 0,0 0-1 0,0 0 1 15,0 0-10-15,0 0 0 0,0 0 0 0,0 0-1 16,0 0-2-16,0 0 6 0,0 0 5 0,0 0-9 0,0 0 4 15,0 0-1-15,0 0-10 0,0 0 7 16,0 0-3-16,0 0 1 0,0 0 0 0,0 0 2 0,0 0 3 16,0 0-5-16,0 0-2 0,0 0 4 0,0 0 2 15,0 0-5-15,0 0 3 0,0 0-4 0,0 0 2 16,0 0 1-16,0 0-1 0,0 0 1 16,0 0-1-16,0 0 3 0,0 0 0 0,0 0-1 0,0 0-2 15,0 0 6-15,0 0 2 0,0 0-2 0,0 0 0 16,0 0-2-16,0 0 7 0,0 0-12 0,0 0 14 15,0 0-10-15,0 0 6 0,0 0-4 0,0 0 2 16,0 0-2-16,0 0-12 0,0 0 16 0,0 0-11 16,0 0 4-16,0 0 0 0,0 0-2 0,0 0 4 15,0 0-1-15,0 0-7 0,0 0 3 0,0 0-3 16,0 0 5-16,0 0-6 0,0 0 1 0,0 0 6 16,0 0-1-16,0 0-4 0,0 0 5 0,0 0-7 15,0 0 8-15,0 0-7 0,0 0-2 0,0 0 2 16,0 0 7-16,0 0-7 0,0 0 4 0,0 0-3 15,0 0 7-15,0 0-13 0,0 0 4 0,0 0-5 16,0 0 4-16,0 0-2 0,0 0 1 0,0 0-7 16,0 0 8-16,0 0 4 0,0 0-12 0,0 0 3 15,0 0-5-15,0 0 4 0,0 0-8 0,0 0-4 16,0 0-8-16,0 0-3 0,0 0-5 0,0 0-4 16,0 0-29-16,0 0-77 0,0 0 35 0</inkml:trace>
  <inkml:trace contextRef="#ctx0" brushRef="#br0" timeOffset="20935.62">29235 6322 47 0,'0'0'85'16,"0"0"-4"-16,0 0-18 0,0 0-5 15,0 0-7-15,0 0 3 0,0 0-10 0,0 0-1 0,0 0-12 16,0 0 3-16,0 0-2 0,0 0-1 16,0 0-8-16,0 0-2 0,0-9-1 0,0 9 0 15,0 0-4-15,0 0-2 0,0 0-4 0,0 0 3 0,0 0-5 16,0 0 3-16,0 0-8 0,0 0 0 16,0 0 1-16,0 0 0 0,0 0 1 0,0 0-2 15,0 0-1-15,0 0 0 0,0 0 5 0,0 0 2 16,0 0-8-16,0 0-2 0,0 0 1 0,0 0 1 15,0 0 1-15,-22 11 2 0,22-11 1 0,-9 1-3 16,9-1-4-16,-8 0 8 0,8 0-9 0,-10 4 2 0,10-4 1 16,-10 3 4-16,5 0-2 0,5-3 6 15,-12 2-6-15,6-1 0 0,6-1-5 0,-13 2 6 16,7 0 0-16,6-2 5 0,-13 1-6 0,7 0 3 16,6-1 10-16,-12 1 8 0,5 0-4 0,7-1-1 0,0 0-7 15,-13 0 3-15,13 0-1 0,-9-1-1 0,9 1-1 16,0 0 2-16,-13 0-3 0,13 0 6 15,0 0-2-15,-10 0 7 0,10 0-2 0,0 0-2 16,0 0 9-16,0 0 2 0,-8-2-6 0,8 2 6 0,0 0-5 16,0 0 0-16,0 0-3 0,0 0 4 0,0 0-9 15,0 0 1-15,0 0-5 0,0 0 10 0,0 0-10 16,0 0-1-16,0 0-4 0,0 0 3 0,0 0-4 16,0 0-1-16,0 0-1 0,0 0 4 15,0 0-3-15,0 0 1 0,0 0-1 0,0 0 4 0,28 0 1 16,-28 0 1-16,20 1 2 0,-9-2 0 15,2 2-1-15,0-1 5 0,0-1-7 0,4 1 5 16,-3 1 5-16,4-2 4 0,0 0-3 0,3 1 10 16,0-1-13-16,-2 1 0 0,3 0 1 0,-3-1-2 0,0-1-5 15,2 4 1-15,-1-4 2 0,1 2-4 0,-2-1 0 16,1 1 2-16,-1 0 0 0,3-1 1 0,-2 1 0 16,0-1 0-16,0 1-1 0,0 0 0 0,1-1-1 15,2-1 1-15,4 2 1 0,-6 0 0 0,1-1 4 16,0 1 0-16,7-3-7 0,-2 3 2 0,1-3 3 15,4 2 2-15,-1-3 3 0,3 3-4 0,1 0-1 16,-1-3-2-16,1 1 5 0,1 2-1 0,3-3-3 16,-4 1-4-16,-2 0 4 0,3 0 0 15,-4-1-4-15,0 0 1 0,-2 1-2 0,2 1 1 0,-3 0-5 16,0-2 6-16,3 3-2 0,-3-3-3 0,1 3 1 16,-2-1 1-16,1-1-3 0,0 1 1 0,-8 0-2 15,8-1 1-15,-2 0 2 0,1 1 0 0,0-2-1 16,-6 3 3-16,-1-1-2 0,7-1-15 0,0-1 1 15,-8 1 3-15,8 1 1 0,-8 0 7 16,1-1-5-16,2 1-2 0,-2 0-3 0,-1 0 9 0,2 1-3 16,-2-2 3-16,1 1 0 0,1-2 0 0,-2 3-3 15,-1-1-1-15,3 0-2 0,-3-1 6 0,2 3-2 16,0-2 3-16,1-1-3 0,5 0-3 0,-7 0 4 16,8 0 1-16,-5 3 2 0,7-5-7 0,-10 3 9 15,10 1-4-15,-9-1-1 0,10-2 2 0,-2 3-1 16,-7-1-3-16,6 2 6 0,-7-3-3 0,-1-1-3 15,10 3 1-15,-2 0 5 0,-8-2-4 0,-1 0-3 16,2 2 4-16,0-2 5 0,-1 3-2 0,3 0-2 16,-2-3-2-16,0 1-4 0,7-3 2 0,-6 3 2 15,1 2 1-15,5-5-1 0,-8 3-1 0,8 2 0 16,-7-6 0-16,-1 3-1 0,2 2 5 0,-2 1-3 16,2-3 0-16,-3 2-1 0,2-2 1 0,-2 3 2 15,0-2-3-15,0 1 1 0,-6 1 0 0,7-3 3 16,-2-1-3-16,0 3 3 0,0 1 2 0,-1 0-4 15,2-2 1-15,-1-1-1 0,-4 0-1 0,4 3 0 16,1-2 2-16,0 2 0 0,0-1 2 0,2-1-1 16,-2 0-3-16,0-1 0 0,0 0 4 0,-1 3-5 15,0 0-3-15,0 0 4 0,1 0 25 0,0 0-4 16,-1-3-1-16,-1 3 0 0,1-3-5 0,-3 2-2 16,4-1 1-16,-1 1-5 0,2 0 2 0,-20 1-2 15,0 0-1-15,62-3 1 0,-62 3 0 0,50-3-2 16,-50 3 2-16,43-5-3 0,-43 5-3 0,49 1 2 15,-49-1-2-15,41 0-1 0,-41 0 1 0,39 0-2 16,-39 0-1-16,36-1 3 0,-36 1 0 0,0 0 1 16,45-4-2-16,-45 4 0 0,0 0-1 0,48-3-1 15,-48 3-1-15,35-1 6 0,-35 1 1 0,0 0 1 16,48-2-4-16,-48 2 1 0,32-3-3 0,-32 3 4 16,0 0 0-16,43 1-27 0,-43-1 1 0,0 0-1 15,0 0 4-15,42-2 6 0,-42 2-4 0,0 0 7 16,0 0-1-16,37 0 0 0,-37 0 0 0,0 0 3 15,0 0-1-15,0 0 3 0,0 0-6 0,0 0 2 16,0 0-10-16,41 0-6 0,-41 0-16 0,0 0-15 16,0 0-28-16,0 0-20 0,0 0-44 0,0 0-36 15,0 0-152-15,0 0-360 0,0 0 159 0</inkml:trace>
  <inkml:trace contextRef="#ctx0" brushRef="#br0" timeOffset="22778.76">30787 4381 82 0,'-1'-5'72'0,"1"5"-3"16,-3-8 5-16,3 8 6 0,-3-9-2 0,3 9-8 15,0 0 3-15,-3-9-7 0,3 9 0 0,-1-8-6 16,1 8 5-16,0 0 10 0,0 0-14 0,-1-8 5 16,1 8-5-16,0 0-3 0,0 0-4 0,0 0-7 15,0 0-5-15,0 0-7 0,0 0-2 0,0 0-7 16,0 0-5-16,0 0-10 0,0 0 7 0,0 0 5 15,0 0-7-15,0 0-11 0,0 0 4 0,0 0 0 16,0 0-3-16,0 0-1 0,0 0-3 0,1 27 0 16,-1-17-2-16,1 0 0 0,0 2 5 0,1 1 1 15,1 2-3-15,-1 2 5 0,0-2-7 0,1 4 1 16,-2-2 0-16,0 2 3 0,1 1 2 0,2 5-1 16,-2-1 4-16,1-4-1 0,-1 4 0 0,1 4-3 15,1-4 5-15,-2 1-2 0,1-2 7 0,-2 3-9 16,1-8 4-16,1 6 2 0,-3-4-3 0,5 5 0 15,-1-2 7-15,-1-3-3 0,1-1 0 0,2 6 2 16,-2 1 1-16,-2-5 1 0,3 2-2 0,0 1 2 16,1 2-5-16,-3-7 4 0,2 0-4 0,2 5 3 15,-2 1-2-15,-1-7 0 0,0 2-1 0,1 3-1 16,-3-3 0-16,2-1-4 0,1 6 3 0,-1 0-3 16,3-1 9-16,-6-5-9 0,4 6 3 0,-1-7-4 15,1 1 4-15,-3-2-3 0,2 2 4 0,0-2-10 16,-1 2 6-16,-1 0-3 0,1 0 5 0,-3 1-3 15,2-2 4-15,0 1-8 0,-2-1 6 0,2 0-7 16,0-2 4-16,0 3 0 0,2 0 0 16,-3-2 0-16,0 0 3 0,2 1-2 0,-2-2 0 0,2 1-1 15,-2-1-1-15,2 0 2 0,-1-3-2 0,-1 2-3 16,1-3 0-16,0 0-1 0,0 0 0 0,0 0 2 16,1 4 0-16,2-4 4 0,-2 3 0 0,1 0-6 15,0-4 7-15,-1 1-1 0,2 3 0 16,-2-2-3-16,3 2 6 0,-5-2-5 0,0 0 1 15,2-1-1-15,-2 3 0 0,0-1 0 0,1-2-2 0,-1 3 2 16,-1-3 2-16,1 0-1 0,2 4 0 0,-3-5-4 16,1 3 4-16,-1-1-3 0,0 3 4 0,1-1 0 15,-1 1-1-15,2-4 2 0,-1 4 0 0,0-5-3 16,2 5 4-16,-3-4-2 0,3 5-3 16,-2-5 4-16,1 2 1 0,-2 1-6 0,4 2 6 0,-1-6-5 15,-1 6 2-15,1 0-2 0,-2-1 0 16,2 0 3-16,-2-1-5 0,1 2 0 0,1-2 2 0,-2 2 0 15,1-5 0-15,-1 3-2 0,0-4-1 0,0 4 2 16,1-3 0-16,-2 0 5 0,1 0-6 16,3-1-2-16,-4 0 1 0,2 1-1 0,-2 1 1 15,2-2 2-15,-1 1 0 0,0 2 1 0,0-4 3 16,1 5 3-16,0-2-3 0,-2-3-4 0,2 2 7 16,-1 4-4-16,0 1 0 0,0-7-5 0,1 2 4 0,-2-2 6 15,2 6-4-15,0-3 4 0,-2 3-1 0,1-1-2 16,-1-1-1-16,0-2 5 0,0 2 2 15,0 3-1-15,0-2 0 0,0-3-4 0,0 1 4 0,-1-2-4 16,1 2 0-16,0 0-1 0,1-1 3 16,-1 4-3-16,1-4 3 0,-1 0 2 0,0 0-3 15,0 1 2-15,1 3 1 0,1-1-4 0,-2-1-3 0,2 0 2 16,-2-1 0-16,1-1-1 0,1 1 2 0,-2 0 0 16,1 0-1-16,-2-1-1 0,2-2-2 15,-1 3 0-15,2-3-1 0,-2 3-1 0,3-1 0 16,-2-1 1-16,1 3 1 0,-1-4 0 0,-1 4 0 15,1-3-1-15,0 1-2 0,-2-1 1 0,2 0 0 16,1 1 1-16,0-2-3 0,0 1 2 0,-1-4-3 16,0 6 0-16,-1-5 0 0,3 2 2 0,-2-1-1 0,0 1 3 15,2 0 0-15,-3-2-2 0,1 0 0 16,-1 2 0-16,1-3 0 0,2 5-1 0,-2-2 2 16,2-3-3-16,-2-1 1 0,0 1 1 0,1-1 0 15,-2-6 2-15,5 11-3 0,-5-11 1 0,2 12 1 16,-2-7 1-16,0-5-6 0,3 11 4 0,-3-11-2 0,1 14 1 15,0-6 4-15,-1-8-3 0,3 15 0 16,-3-15 0-16,4 13-1 0,-3-3 2 0,0 2-2 16,-2-1-1-16,2 0 2 0,-1-11-4 0,0 20 5 15,0-12 0-15,2 4-3 0,-1-3 5 0,1 3-3 16,0 1 0-16,-2-5 0 0,1 3 2 0,0-4-3 16,-1 4 1-16,3-1 0 0,-1-1-1 0,2 0 0 15,-1 2 0-15,1-2-2 0,-1 2 1 0,4-2 3 16,-3 1-3-16,0 0 1 0,1-1 0 0,0 1-2 15,1 0 3-15,-2 0-1 0,0 2 1 0,0-1-2 16,-1-1 3-16,0 1-3 0,0 0 2 0,1 0-4 16,-3 1 2-16,1-2 1 0,1 2-1 0,-1-2 1 15,-2 0-1-15,2 2 3 0,-1-2-3 0,0 1-1 16,0 0 2-16,-1 0-1 0,2 1 0 0,-2-3-2 16,0 1 2-16,0-3-6 0,0-7-3 0,1 11-2 15,-1-11-9-15,0 0-9 0,0 18-8 0,0-18-18 16,0 8-15-16,0-8-16 0,0 0-20 0,0 0-21 15,3 14-28-15,-3-14-15 0,0 0-34 0,0 0-115 16,0 0-345-16,0 0 153 0</inkml:trace>
  <inkml:trace contextRef="#ctx0" brushRef="#br0" timeOffset="26719.62">29798 6336 10 0,'0'0'15'0,"0"0"-4"0,0 0 2 0,0 0-1 0,0 0 0 15,0 0 1-15,0 0-7 0,0 0 3 16,0 0-2-16,0 0-1 0,0 0-2 0,0 0 1 16,0 0 0-16,0 0-4 0,0 0 2 0,0 0 2 0,0 0-2 15,0 0 3-15,0 0-1 0,0 0 0 0,0 0-1 16,0 0 2-16,0 0-3 0,0 0 4 0,0 0 0 16,0 0 3-16,0 0-4 0,0 0 0 15,0 0-3-15,0 0 1 0,0 0 0 0,0 0-1 16,0 0 6-16,0 0-5 0,0 0-1 0,0 0 1 0,0 0 4 15,0 0 0-15,0 0-2 0,0 0 2 0,0 0-2 16,0 0-4-16,0 0 8 0,0 0-4 0,0 0 3 16,23 1 7-16,-23-1-9 0,0 0 6 15,0 0-8-15,12 0 3 0,-12 0-1 0,0 0-3 16,0 0-3-16,10-1 5 0,-10 1 0 0,8 1-1 0,-8-1-5 16,0 0 7-16,14 0-6 0,-14 0 5 15,9 0-2-15,-9 0-5 0,10 0 0 0,-10 0 5 0,11-1-5 16,-11 1 6-16,11 0-1 0,-11 0-5 15,11-1 2-15,-11 1-1 0,10 0 3 0,-10 0-1 16,10-3 3-16,-10 3-5 0,9 0 1 0,-9 0-1 0,11-1 1 16,-11 1 3-16,9 0-2 0,-9 0 2 0,0 0 0 15,10-3-3-15,-10 3-4 0,9 0 2 0,-9 0 1 16,9-3 3-16,-9 3 0 0,9 0-2 0,-9 0-1 16,11 0 4-16,-11 0 0 0,9 0-3 15,-9 0-2-15,10 0 2 0,-10 0-4 0,9 0 2 0,-9 0-3 16,10 0 1-16,-10 0 5 0,0 0 2 0,12 0-6 15,-12 0 1-15,10 0-4 0,-10 0 8 16,8-1-4-16,-8 1 2 0,0 0-1 0,10-2-1 16,-10 2 3-16,9-2-1 0,-9 2 2 0,11 0 2 15,-11 0-1-15,9-2 0 0,-9 2 7 0,11 0-9 16,-11 0 3-16,10-3-3 0,-10 3 2 0,10-1-8 0,-10 1 8 16,7-1 2-16,-7 1-4 0,0 0-3 0,12-2 3 15,-12 2-2-15,0 0 2 0,9 0 10 16,-9 0-19-16,11-1 6 0,-11 1 5 0,8 0-1 15,-8 0 1-15,0 0 2 0,13-2 1 0,-13 2-6 16,8-2 9-16,-8 2-5 0,0 0 7 0,15 0-2 0,-15 0 2 16,9 0-7-16,-9 0 4 0,7 0 1 0,-7 0-10 15,0 0 1-15,12-3 2 0,-12 3 0 0,7-2 5 16,-7 2 1-16,9 0-3 0,-9 0 2 16,0 0-5-16,12-2 16 0,-12 2-6 0,8-2 1 0,-8 2-7 15,9-1 9-15,-9 1-13 0,7-3 0 16,-7 3-5-16,0 0 11 0,11-1-1 0,-11 1 1 0,8-1-1 15,-8 1-2-15,7-2 0 0,-7 2-7 16,7-1 2-16,-7 1 6 0,0 0-3 0,14-2-3 16,-14 2 7-16,6 0-9 0,-6 0 13 0,9-3-5 0,-9 3-5 15,11-2 4-15,-4 0-1 0,-7 2 7 16,10-1-4-16,-10 1-6 0,10-1 5 0,-10 1-2 0,11-3 5 16,-11 3 2-16,10-1-2 0,-10 1-7 0,11-1 3 15,-11 1-5-15,8-2 4 0,-8 2 1 0,12 0-4 16,-12 0-5-16,10-3 9 0,-4 3-3 0,-6 0 8 15,9 0-7-15,-9 0 8 0,0 0-11 16,14-3 1-16,-9 2-1 0,-5 1 3 0,9-2 0 0,-9 2-2 16,9-2 9-16,-9 2-2 0,10-2 0 0,-10 2-2 15,9-2-17-15,-9 2 12 0,13 0 0 16,-13 0 0-16,12 0 6 0,-12 0-2 0,10 0-6 0,-10 0 3 16,9 0 4-16,-9 0-2 0,0 0-6 15,12-1 1-15,-12 1 6 0,10 1-5 0,-10-1-4 16,10-2 5-16,-1 0 1 0,-9 2-3 0,11-1 4 0,-11 1-3 15,13-3 10-15,-4 3-13 0,-9 0 7 0,11-2 4 16,-4 2-4-16,-7 0-8 0,12 0 0 16,-12 0 7-16,11-3-1 0,-11 3 2 0,10-1 0 15,-10 1 3-15,13-1-15 0,-13 1 4 0,7 0-12 16,-7 0-15-16,8-2-21 0,-8 2-1 0,0 0-11 0,8 4-12 16,-8-4-53-16,0 0-137 0,0 0 60 0</inkml:trace>
  <inkml:trace contextRef="#ctx0" brushRef="#br0" timeOffset="30847.67">29727 6444 24 0,'-8'2'26'0,"8"-2"2"15,0 0-5-15,0 0-2 0,0 0-1 0,0 0 1 16,0 0-1-16,0 0-2 0,0 0-3 0,0 0 0 15,0 0 4-15,0 0-1 0,0 0-5 0,-8-8 4 16,8 8-3-16,0 0 8 0,0 0-7 0,0 0 6 16,0 0-5-16,0 0-3 0,0 0 0 15,0 0-4-15,0 0 6 0,0 0-4 0,0 0 4 16,0 0-8-16,0 0 5 0,0 0-1 0,0 0-2 0,0 0 4 16,0 0-7-16,0 0 7 0,0 0-3 0,0 0-5 15,0 0 2-15,0 0-3 0,0 0 5 0,0 0 0 16,0 0-5-16,0 0-4 0,0 0 8 0,0 0 3 15,0 0 2-15,0 0-1 0,0 0-4 16,0 0-1-16,0 0 2 0,0 0 1 0,0 0-8 16,0 0 5-16,0 0 2 0,0 0 1 0,0 0-1 0,0 0-4 15,0 0 1-15,0 0-1 0,0 0-4 0,0 0-8 16,0 0 16-16,0 0-11 0,0 0 10 16,0 0-6-16,0 0 0 0,0 0 2 0,0 0-6 15,0 0 4-15,0 0-2 0,0 0 8 0,0 0-5 16,0 0 3-16,0 0-5 0,0 0 0 0,0 0 8 15,0 0-4-15,0 0 3 0,0 0-9 0,0 0 6 0,0 0-2 16,0 0 2-16,0 0-2 0,0 0-6 16,0 0 6-16,0 0 9 0,0 0-10 0,0 0-4 15,0 0-4-15,0 0 8 0,0 0-4 0,0 0-1 16,0 0 5-16,0 0 1 0,0 0-8 0,0 0 9 16,0 0-1-16,0 0 8 0,0 0-21 0,0 0 10 0,0 0-2 15,0 0 2-15,0 0 4 0,10-20-6 16,-10 20 0-16,0 0 4 0,0 0-5 0,0 0 2 15,0 0 1-15,0 0-7 0,0 0 2 0,0 0 2 16,0 0-1-16,0 0 6 0,0 0-1 0,0 0-2 16,0 0 0-16,0 0-8 0,0 0 1 0,0 0 10 15,0 0 2-15,0 0-5 0,0 0 1 0,0 0-7 0,0 0 11 16,0 0-5-16,0 0 4 0,0 0-6 16,0 0 2-16,0 0 1 0,0 0 6 0,0 0-5 15,0 0 5-15,0 0-3 0,0 0 5 0,-7-6-3 16,7 6 5-16,0 0 4 0,0 0-5 0,0 0 7 15,0 0-8-15,0 0-4 0,0 0 7 0,0 0-5 0,0 0 11 16,0 0-11-16,0 0 6 0,0 0-7 16,0 0 6-16,0 0 13 0,0 0-20 0,0 0 1 15,0 0-10-15,0 0 10 0,0 0-5 0,0 0-1 16,0 0 8-16,0 0-2 0,0 0 0 0,0 0-4 16,0 0 8-16,0 0-15 0,0 0 5 0,0 0-2 15,0 0 7-15,0 0 1 0,0 0-9 0,0 0 5 0,0 0 6 16,0 0-3-16,0 0 8 0,0 0-6 15,0 0-8-15,0 0 14 0,0 0-18 0,0 0 15 16,0 0-11-16,0 0 3 0,0 0 4 0,23 2-3 16,-23-2 7-16,0 0 11 0,7 1-9 0,-7-1-7 15,0 0 4-15,0 0-5 0,16 1 3 0,-16-1 2 16,5 2-3-16,-5-2 10 0,0 0-2 0,11 0-3 0,-11 0 0 16,8 0-11-16,-8 0 15 0,0 0-5 15,10 0-3-15,-10 0 4 0,0 0-12 0,10 1 2 16,-10-1 4-16,8 2 1 0,-8-2-1 0,0 0 3 15,12-2-6-15,-12 2 1 0,9 2 2 0,-9-2-11 16,9 0 11-16,-9 0 3 0,9 0-2 0,-9 0 5 16,0 0-9-16,14 0 1 0,-14 0 0 0,0 0 2 15,10 0 1-15,-10 0-11 0,8-2 13 0,-8 2-6 16,8-1-7-16,-8 1 13 0,11 0-6 0,-11 0-2 16,0 0-2-16,13-2 1 0,-13 2-4 0,10 0 3 15,-10 0 0-15,9-2 3 0,-9 2 11 0,7 0-9 16,-7 0-4-16,10-1 3 0,-10 1 1 0,11 0-1 0,-11 0-4 15,0 0 7-15,11 0-4 0,-11 0 1 16,9 0-2-16,-9 0 2 0,8 1-2 0,-8-1-1 16,0 0 4-16,13-1 0 0,-13 1-6 0,7-1 6 15,-7 1-2-15,10 0-4 0,-10 0 8 0,0 0 3 0,9 0 4 16,-9 0-14-16,0 0 6 0,10 0-5 16,-10 0-4-16,8-2 7 0,-8 2 3 0,0 0 1 15,12-2-7-15,-12 2 1 0,8 0-1 0,-8 0 4 16,11 0 1-16,-11 0-5 0,10-2 6 0,-10 2-6 15,9 0 0-15,-9 0 5 0,10-1 0 0,-10 1-7 16,9 0 4-16,-9 0-3 0,0 0 6 0,11-3-4 16,-11 3 0-16,10 0 0 0,-10 0-5 0,7-2 12 0,-7 2-10 15,0 0 6-15,11 2-6 0,-11-2 0 16,0 0 5-16,6-3 0 0,-6 3 3 0,0 0-8 16,9-2-2-16,-9 2 6 0,0 0-3 0,0 0 3 0,10 2 4 15,-10-2-5-15,0 0 4 0,11 0-3 0,-11 0-8 16,0 0 16-16,10 0-6 0,-10 0 0 0,0 0 0 15,9 0 0-15,-9 0-4 0,0 0 8 16,9 0-10-16,-9 0-12 0,7 0 14 0,-7 0 3 16,0 0 0-16,13 0 1 0,-13 0-1 0,0 0 5 15,10 0-6-15,-10 0 10 0,8-3-15 0,-8 3 7 0,0 0 0 16,11-1-3-16,-11 1 3 0,0 0-3 16,11 1 1-16,-11-1-1 0,0 0 3 0,9-1 4 15,-9 1-6-15,0 0-7 0,0 0 5 0,10-2 2 16,-10 2-2-16,0 0 10 0,0 0-7 0,9 0-2 0,-9 0 2 15,0 0 3-15,0 0 0 0,0 0 7 0,10-1-5 16,-10 1 2-16,0 0 3 0,10-1-16 16,-10 1 17-16,0 0-3 0,8 0-7 0,-8 0-6 15,0 0 13-15,10 0-9 0,-10 0 4 0,0 0 6 16,9-2-7-16,-9 2 5 0,0 0 1 0,0 0-9 16,0 0 1-16,10-2 0 0,-10 2 0 0,0 0-1 0,9 0 5 15,-9 0 1-15,0 0-1 0,0 0 2 0,10-1-6 16,-10 1-6-16,0 0 2 0,0 0-5 0,12 0 12 15,-12 0 3-15,0 0-5 0,8-1 0 16,-8 1-3-16,0 0 1 0,7-2 0 0,-7 2 14 16,0 0-6-16,0 0-7 0,13 1-4 0,-13-1 5 0,0 0-7 15,0 0-1-15,9 0 6 0,-9 0 0 16,0 0 2-16,0 0 2 0,8-1-4 0,-8 1 6 16,0 0-7-16,0 0 1 0,10-1 0 0,-10 1 14 15,0 0-16-15,0 0-12 0,0 0 14 0,0 0 2 16,10 1-4-16,-10-1 3 0,0 0 4 0,7-4-5 0,-7 4 2 15,0 0-1-15,10-2-6 0,-10 2 7 0,0 0 4 16,7-2-3-16,-7 2-4 0,0 0 2 16,0 0 0-16,9 0-4 0,-9 0 3 0,0 0-5 15,9 2 12-15,-9-2-6 0,0 0-2 0,0 0 2 16,13-2 4-16,-13 2 5 0,0 0 1 0,8-1-5 0,-8 1-1 16,0 0 1-16,11 0 0 0,-11 0-4 0,0 0 4 15,0 0-5-15,12-2 3 0,-12 2 5 0,0 0-6 16,9-2-2-16,-9 2 3 0,0 0 1 0,9 0-6 15,-9 0 9-15,0 0-4 0,0 0-7 16,0 0 10-16,10 0-7 0,-10 0-4 0,0 0 10 0,0 0 4 16,0 0-15-16,8 0 6 0,-8 0-3 0,0 0 4 15,0 0-13-15,0 0 4 0,0 0 9 16,0 0-2-16,10 0 3 0,-10 0 3 0,0 0-2 0,0 0-3 16,12-2 5-16,-12 2 9 0,7-1-17 15,-7 1 5-15,0 0 5 0,0 0-14 0,9-3 11 16,-9 3-1-16,0 0 1 0,9-1-6 0,-9 1 6 15,0 0-3-15,0 0 2 0,10-2 0 0,-10 2 1 0,0 0 0 16,6-2 5-16,-6 2 0 0,0 0-3 0,8-2 2 16,-8 2 0-16,0 0-1 0,0 0-4 15,10-3 1-15,-10 3 1 0,0 0-1 0,7-1 4 0,-7 1-10 16,0 0 7-16,0 0-4 0,7-3 1 0,-7 3-1 16,0 0 0-16,0 0 3 0,9-3-5 0,-9 3 3 15,0 0-2-15,0 0 3 0,10-1-2 0,-10 1 0 16,0 0 3-16,0 0 0 0,8-2-7 0,-8 2-3 15,0 0 5-15,0 0-4 0,0 0 4 0,8-1-5 16,-8 1 10-16,0 0-2 0,0 0 5 0,0 0-7 16,9-1 4-16,-9 1-5 0,0 0 6 0,0 0-5 15,7-2-2-15,-7 2-3 0,0 0 0 0,0 0-2 16,0 0 9-16,11 1-9 0,-11-1 4 16,0 0 4-16,0 0-8 0,0 0 6 0,9-1 1 0,-9 1-4 15,0 0 1-15,0 0 1 0,0 0 1 0,11-2 3 16,-11 2 0-16,0 0-3 0,0 0-1 0,8-2 7 15,-8 2-9-15,0 0 3 0,0 0-6 16,0 0 4-16,0 0 2 0,9-1 0 0,-9 1-1 16,0 0 2-16,0 0 0 0,0 0-1 0,7-3 5 0,-7 3 1 15,0 0 7-15,0 0-7 0,11 0-1 0,-11 0 5 16,0 0 0-16,0 0-4 0,6-4-6 0,-6 4 5 16,0 0 1-16,0 0-2 0,0 0 3 0,0 0-1 15,9-1-1-15,-9 1-2 0,0 0 0 16,0 0 3-16,9-2-2 0,-9 2 4 0,0 0 1 0,8-3-3 15,-8 3 0-15,0 0 0 0,7-2-4 0,-7 2 0 16,0 0-1-16,0 0 6 0,0 0-4 0,8-1 3 16,-8 1 0-16,0 0-6 0,0 0 11 0,0 0-12 15,8-1 3-15,-8 1-2 0,0 0 2 0,0 0 1 16,0 0 1-16,0 0-1 0,0 0 2 0,0 0 4 16,0 0 4-16,7-4-5 0,-7 4-1 0,0 0 2 15,0 0-2-15,0 0-2 0,0 0-1 0,0 0 2 16,0 0-3-16,0 0-1 0,0 0 1 0,0 0 3 15,0 0-4-15,0 0 2 0,9-1 0 0,-9 1-2 16,0 0 4-16,0 0-5 0,8-2-1 0,-8 2 3 16,0 0-1-16,0 0 2 0,0 0-3 0,0 0-3 15,10-1 6-15,-10 1-3 0,0 0 4 0,0 0-8 16,0 0 5-16,0 0-2 0,7-4 9 0,-7 4-8 16,0 0-4-16,0 0-4 0,0 0 10 0,0 0-6 15,0 0 6-15,0 0 0 0,0 0 1 16,0 0 0-16,7-4 2 0,-7 4 4 0,0 0-6 0,0 0-4 15,0 0 7-15,10-1-5 0,-10 1 3 0,0 0 4 16,0 0-3-16,0 0-1 0,5-4-1 0,-5 4-1 16,0 0 0-16,0 0-1 0,0 0 1 0,0 0 2 15,0 0 3-15,0 0-7 0,0 0 4 0,0 0-2 16,0 0-3-16,0 0 0 0,0 0 0 0,0 0 4 16,10-1-7-16,-10 1 15 0,0 0-8 0,10-3 1 15,-10 3-1-15,0 0-7 0,0 0 8 0,10-1-5 16,-10 1 4-16,0 0-2 0,0 0 1 0,9 0 2 15,-9 0-6-15,0 0-1 0,0 0 7 0,8-3-8 16,-8 3 4-16,0 0-1 0,0 0 0 0,0 0 4 16,0 0-7-16,0 0 3 0,11 0-2 0,-11 0 2 15,0 0 2-15,0 0-1 0,0 0-5 0,0 0 6 16,8 0 4-16,-8 0-4 0,0 0 0 0,0 0-6 16,0 0 2-16,0 0 5 0,0 0-4 0,7-3 1 15,-7 3 0-15,0 0-2 0,0 0 4 0,0 0-3 16,0 0 4-16,0 0-2 0,8-2-3 0,-8 2 3 15,0 0 2-15,0 0-3 0,0 0 1 0,9-1-1 16,-9 1 1-16,0 0-3 0,0 0 2 0,0 0 0 16,0 0-4-16,0 0 6 0,0 0-5 0,0 0 3 15,0 0 1-15,0 0 2 0,8-1-6 0,-8 1 8 16,0 0-4-16,0 0 1 0,0 0 5 0,0 0-8 16,0 0 4-16,0 0-3 0,0 0 0 0,0 0 2 15,6-3-3-15,-6 3 3 0,0 0 0 0,0 0-3 16,0 0 0-16,0 0 2 0,0 0-1 0,0 0 3 15,0 0-1-15,0 0-3 0,0 0 3 0,0 0-2 16,9-2 6-16,-9 2-2 0,0 0 2 0,0 0 2 16,0 0-7-16,0 0 2 0,0 0 0 0,0 0 0 15,0 0 1-15,9-1-2 0,-9 1 2 0,0 0-2 16,0 0 0-16,6-3 0 0,-6 3-6 0,0 0 7 16,0 0-2-16,0 0-2 0,0 0 0 0,0 0-2 15,8-3 5-15,-8 3 0 0,0 0 6 16,0 0-8-16,0 0 0 0,0 0-2 0,0 0 0 0,0 0 3 15,0 0 0-15,8-1-2 0,-8 1 0 0,0 0 1 16,0 0 3-16,0 0-3 0,0 0-1 0,0 0 1 16,0 0-1-16,0 0 2 0,9-4-2 0,-9 4-2 15,0 0 5-15,0 0 4 0,0 0-7 0,0 0 0 16,9-1 3-16,-9 1-1 0,0 0 0 16,0 0 1-16,0 0-2 0,6-3 2 0,-6 3 0 0,0 0-4 15,0 0 0-15,0 0 6 0,0 0-4 0,0 0 4 16,0 0-5-16,0 0 1 0,0 0 0 0,0 0 3 15,8-2-1-15,-8 2-3 0,0 0 0 0,0 0 4 16,0 0-6-16,0 0 6 0,0 0-3 16,0 0 2-16,0 0-1 0,0 0 1 0,0 0 2 15,0 0 4-15,0 0-1 0,0 0 0 0,0 0 1 0,0 0-2 16,0 0 2-16,0 0-2 0,0 0 1 16,0 0-3-16,0 0 1 0,0 0 0 0,0 0 0 15,0 0 4-15,0 0-3 0,0 0-5 0,0 0 2 0,0 0 0 16,0 0-1-16,0 0-1 0,0 0-1 15,0 0 1-15,0 0 0 0,0 0 2 0,0 0-6 0,0 0 3 16,0 0 2-16,0 0 0 0,0 0 2 0,0 0-3 16,0 0-1-16,0 0 4 0,9-2-8 0,-9 2-5 15,0 0-10-15,0 0-9 0,0 0-16 0,0 0-23 16,0 0-22-16,0 0-41 0,0 0-25 0,0 0-154 16,0 0-335-16,0 0 148 0</inkml:trace>
  <inkml:trace contextRef="#ctx0" brushRef="#br0" timeOffset="32151.27">31118 6150 5 0,'0'0'24'0,"0"0"-3"16,0 0-4-16,0-9-1 0,0 9 5 15,0 0-4-15,0 0 2 0,0 0-9 0,0 0 3 0,0 0-5 16,0 0 5-16,0 0-3 0,0 0-10 0,0 0-6 15,0 0 1-15,0 0-10 0,0 0-13 0,0 0-31 16,0 0 14-16</inkml:trace>
  <inkml:trace contextRef="#ctx0" brushRef="#br0" timeOffset="32685.78">31126 6202 32 0,'0'0'52'0,"0"0"-10"0,0 0-5 16,0 0-6-16,0 0-6 0,0 0-6 0,-23 0-9 16,23 0-2-16,-12 5-18 0,4-2-14 0,1 0-13 15,-1-2-41-15,-2 3 18 0</inkml:trace>
  <inkml:trace contextRef="#ctx0" brushRef="#br0" timeOffset="33316.78">31052 6242 11 0,'0'0'70'0,"0"0"-16"0,0 0 0 0,0 0-10 16,0 0-4-16,0 0-11 0,0 0-20 0,0 0-19 15,0 0-21-15,0 0-14 0,-32 4-49 0,22-3 21 16</inkml:trace>
  <inkml:trace contextRef="#ctx0" brushRef="#br0" timeOffset="34386.25">30475 6391 9 0,'0'0'10'0,"-11"0"-1"0,11 0 1 15,-10 1-3-15,10-1-1 0,-14 1-5 0,14-1 7 16,-12 0-3-16,6 0-1 0,6 0 3 0,-13 2-5 16,13-2 4-16,-11 1 0 0,4 0-2 0,7-1 0 15,-13 2-2-15,13-2-1 0,-10 0-1 0,10 0 5 16,-13 3-1-16,6-3 0 0,7 0-3 0,-13 4 0 15,13-4-2-15,-12 0 4 0,5 2-4 0,7-2-3 16,-13 1 1-16,6-1 2 0,7 0 0 0,-12 3 0 16,12-3 3-16,-13 1 3 0,8 0-5 0,5-1 3 15,-14 2-6-15,7-2 7 0,7 0 0 0,-12 3-5 16,4-1 0-16,8-2 8 0,-13 0-11 0,7 3 7 16,-2-2-7-16,1 2 3 0,-4-2 2 0,1 2 0 15,1-1-3-15,-1-1 1 0,1 1 0 0,-1-1 4 16,-1 1-1-16,0-1-8 0,-2 2 8 0,3-1-1 15,0 1-2-15,-2-3-1 0,2 1 5 0,1 3 2 16,0-4-8-16,0 0 8 0,-1 3-4 0,1-3 0 16,9 0-3-16,-15 2 0 0,8-1 5 0,-4 0 1 15,3 2-5-15,-2-3 4 0,-2 2 0 0,5-2 4 16,7 0-3-16,-14 2 4 0,5-2-4 16,9 0 9-16,-13 1-9 0,13-1 9 0,-10 1-6 0,1-1 0 15,9 0-2-15,-13 1 2 0,13-1 1 0,-8 3 0 16,8-3-5-16,-9 0 1 0,9 0 5 0,0 0-5 15,-10 0 2-15,10 0 2 0,0 0 6 0,0 0-7 16,0 0-4-16,0 0 0 0,-11-1 1 16,11 1 4-16,0 0-5 0,0 0 4 0,0 0-8 15,-9-2 6-15,9 2-2 0,0 0-4 0,0 0 7 0,0 0-11 16,0 0 9-16,0 0 0 0,0 0 0 0,0 0-4 16,0 0 0-16,-9-1 0 0,9 1 1 0,0 0 2 15,0 0 2-15,0 0 0 0,0 0-6 16,0 0 6-16,0 0-5 0,0 0 3 0,-8-2-2 0,8 2-1 15,0 0 3-15,0 0 2 0,0 0-7 16,0 0 2-16,0 0 1 0,0 0 5 0,-13-1-8 16,13 1 1-16,0 0 5 0,0 0 0 0,0 0-4 0,0 0 3 15,-7-3 8-15,7 3-7 0,0 0 6 16,0 0 0-16,0 0 1 0,0 0-6 0,0 0 4 16,0 0-2-16,0 0-4 0,0 0 2 0,0 0-4 15,0 0-1-15,0 0 2 0,0 0-5 0,0 0 1 0,0 0-7 16,0 0-11-16,0 0-11 0,-9 0-35 0,9 0-70 15,0 0 31-15</inkml:trace>
  <inkml:trace contextRef="#ctx0" brushRef="#br0" timeOffset="35541.38">29964 6402 2 0,'0'0'53'0,"0"0"-13"0,0 0-2 0,0 0-5 16,0 0 0-16,-19-6-1 0,19 6 2 0,0 0-9 16,0 0-3-16,0 0-3 0,-9 0 8 0,9 0-8 15,0 0 8-15,0 0-7 0,0 0-5 0,-10-1 8 16,10 1-6-16,0 0 1 0,0 0-4 0,0 0 2 0,-13 1 8 15,13-1-5-15,0 0 1 0,0 0-8 16,0 0 4-16,-10-1-5 0,10 1-1 0,0 0 1 16,0 0 1-16,0 0-4 0,-10 1 0 0,10-1-1 15,0 0 2-15,-9 1-2 0,9-1 4 0,0 0-3 16,0 0-4-16,-9 2 4 0,9-2-8 0,0 0 2 16,0 0 5-16,0 0-1 0,-8 1-1 0,8-1-3 15,0 0 4-15,0 0 3 0,0 0-7 0,0 0-4 16,0 0 1-16,0 0 7 0,0 0-6 0,-11 0 1 15,11 0 4-15,0 0 0 0,0 0-13 0,-8 2 13 16,8-2-15-16,0 0 15 0,0 0-4 0,-9 4-4 16,9-4 3-16,0 0-7 0,0 0 7 0,-6 2 5 15,6-2-7-15,0 0-1 0,0 0 9 0,-9 2-6 16,9-2 0-16,0 0 5 0,0 0-13 0,-8 3 3 16,8-3 5-16,0 0 5 0,0 0 1 0,-8 3-1 15,8-3-1-15,0 0-3 0,0 0 6 0,-5 3-10 16,5-3 1-16,0 0 7 0,0 0-7 0,0 0 6 15,0 0 1-15,0 0-7 0,0 0 11 0,0 0-6 0,0 0-5 16,0 0 5-16,-9 2 8 0,9-2-7 16,0 0-12-16,0 0 7 0,-5 4-3 0,5-4 10 15,0 0-4-15,0 0-2 0,-7 4-2 0,7-4 4 16,0 0 1-16,0 0-3 0,0 0 0 0,-7 3-3 16,7-3 8-16,0 0-7 0,0 0-4 0,0 0 11 15,-8 3-6-15,8-3 5 0,0 0-2 0,0 0 4 16,-10 2-9-16,10-2 0 0,0 0 1 0,-6 3 8 15,6-3-3-15,0 0 2 0,0 0 2 0,0 0-3 16,0 0 4-16,0 0-4 0,-13 4 9 0,13-4-1 16,0 0-3-16,0 0 5 0,0 0-6 0,0 0 6 15,0 0-4-15,0 0 4 0,0 0 2 0,0 0-7 16,0 0 7-16,-7 6-10 0,7-6 2 0,0 0 0 16,0 0-7-16,0 0-2 0,0 0 9 0,0 0-4 15,0 0 2-15,0 0-6 0,0 0-3 0,0 0 9 16,0 0-4-16,0 0 0 0,0 0-8 0,-8 0 15 15,8 0-8-15,0 0 1 0,0 0 3 0,0 0 7 16,0 0-6-16,0 0 0 0,0 0-1 0,0 0 3 16,0 0 1-16,0 0 0 0,0 0-6 0,0 0 11 15,0 0-6-15,0 0-3 0,0 0-4 0,-7 4 17 16,7-4-14-16,0 0-6 0,0 0 10 0,0 0 3 16,0 0-11-16,-9 0 11 0,9 0-7 0,0 0-5 0,0 0 15 15,0 0-2-15,0 0-2 0,0 0 1 16,0 0-10-16,0 0-1 0,0 0 3 0,0 0 4 15,0 0-4-15,0 0 4 0,0 0-1 0,0 0-2 16,0 0 3-16,0 0-11 0,0 0 23 0,0 0-6 16,0 0-11-16,0 0 3 0,-8 3 1 0,8-3-5 0,0 0 7 15,0 0 2-15,0 0-2 0,0 0-5 16,0 0-10-16,0 0 11 0,0 0-3 0,0 0 3 16,0 0 9-16,0 0-14 0,0 0 0 0,0 0-4 15,0 0 1-15,0 0 7 0,0 0 0 0,0 0 0 16,0 0-10-16,0 0-1 0,0 0-4 0,0 0 0 15,0 0-8-15,0 0-13 0,0 0-16 0,0 0-10 16,0 0-15-16,0 0-7 0,0 0-9 0,0 0-64 16,0 0-166-16,0 0 74 0</inkml:trace>
  <inkml:trace contextRef="#ctx0" brushRef="#br0" timeOffset="37474.4">29816 6432 60 0,'0'0'65'0,"0"0"-3"0,0 0-5 15,0 0-3-15,0 0 1 0,0 0-1 0,0 0 4 16,0 0-10-16,0 0-6 0,0 0 3 0,0 0-6 16,-17-11-6-16,17 11-4 0,0 0-1 0,0 0-9 15,0 0 9-15,0 0-11 0,-15 0-2 16,15 0 0-16,0 0 5 0,-6 0 8 0,6 0 2 0,0 0-8 16,0 0 3-16,-9-2 3 0,9 2-3 0,0 0-2 15,0 0-10-15,0 0 4 0,-14 0 3 0,14 0-1 16,-8-1-5-16,8 1 8 0,0 0 13 0,0 0-4 15,0 0-11-15,0 0-6 0,-14 0 1 0,14 0-2 16,0 0-1-16,-8-3 8 0,8 3-5 0,0 0 7 16,0 0-5-16,0 0-6 0,0 0 2 15,-10 3-4-15,10-3-4 0,0 0 5 0,0 0 2 0,0 0 2 16,0 0 1-16,0 0-14 0,-8 0 7 0,8 0-10 16,0 0 7-16,0 0-8 0,0 0 17 0,0 0-8 15,0 0-6-15,-11 3 7 0,11-3-9 0,0 0 4 16,-8 2 1-16,8-2-5 0,0 0 6 0,-8 1 4 15,8-1-3-15,0 0 10 0,-10 3-7 0,10-3 6 16,0 0-16-16,-9 2 9 0,9-2-2 0,-5 5 2 16,5-5 0-16,0 0-2 0,-7 3-3 0,7-3 6 15,0 0-3-15,-8 1 3 0,8-1-8 0,0 0 4 16,-8 2-2-16,8-2 13 0,0 0-5 0,0 0 0 16,-9 2-10-16,9-2-3 0,0 0 0 0,-4 5 7 15,4-5-5-15,0 0 7 0,0 0-12 0,-6 7 19 16,6-7-10-16,0 0-2 0,-6 3-1 0,6-3 3 15,0 0 3-15,0 0 4 0,-5 7-2 0,5-7-9 16,0 0 14-16,0 0-4 0,0 0-7 0,0 0 4 16,-5 3 7-16,5-3-6 0,0 0-3 0,0 0-1 15,0 0 2-15,0 0 1 0,0 0-16 0,-6 4 19 16,6-4-3-16,0 0 2 0,0 0-5 0,0 0 1 16,0 0 1-16,-4 5-3 0,4-5 4 0,0 0 2 15,-6 3-3-15,6-3 4 0,0 0-1 0,0 0-3 16,-6 7-1-16,6-7 4 0,0 0 0 0,-5 3-2 15,5-3-4-15,0 0-1 0,0 0 1 0,-5 4 2 16,5-4-1-16,0 0-1 0,0 0 1 0,0 0-3 16,-6 4 0-16,6-4 0 0,0 0 3 0,0 0-3 15,-5 5 3-15,5-5-2 0,0 0-3 0,0 0 2 16,-4 4 4-16,4-4-4 0,0 0 3 0,0 0-2 16,-5 6 0-16,5-6 0 0,0 0 0 0,0 0-1 15,-3 5 0-15,3-5 3 0,0 0-3 0,0 0-7 16,0 0 6-16,0 0 0 0,0 0 3 0,-3 7 0 15,3-7 7-15,0 0-9 0,0 0 0 0,-4 5-1 16,4-5 3-16,0 0 6 0,-5 6 6 0,5-6-10 16,0 0 8-16,-4 5-7 0,4-5-3 0,0 0 5 15,0 0-2-15,0 0 0 0,-4 5-3 0,4-5 4 16,0 0-6-16,0 0 2 0,-6 5 1 0,6-5-2 16,0 0 0-16,0 0 0 0,0 0 2 0,0 0-1 15,0 0 0-15,0 0-1 0,-5 4 3 0,5-4-7 16,0 0 4-16,0 0 3 0,0 0-2 0,0 0 1 15,0 0-3-15,0 0-1 0,-3 6 2 0,3-6-3 16,0 0 2-16,0 0 1 0,0 0 0 0,0 0 2 16,-4 7 0-16,4-7-3 0,0 0 3 0,0 0-1 15,0 0 2-15,0 0-2 0,0 0 4 0,-2 7 1 16,2-7-7-16,0 0 1 0,0 0-1 0,0 0 7 16,-3 6 0-16,3-6-7 0,0 0 2 0,0 0 0 15,0 0-1-15,-2 6-1 0,2-6-2 0,0 0 5 16,0 0-5-16,-4 7 6 0,4-7-2 0,0 0 0 15,-3 7 6-15,3-7 1 0,0 0-6 0,0 0 2 16,-2 8 1-16,2-8 2 0,0 0-2 0,-3 6-11 16,3-6 10-16,0 0 3 0,0 0-2 0,0 0-3 15,-2 8 4-15,2-8-8 0,0 0 5 0,0 0-1 16,0 0-2-16,0 0 2 0,0 0-5 0,-3 6 1 16,3-6 1-16,0 0 1 0,0 0 2 0,0 0-3 15,0 0 3-15,-4 8-2 0,4-8-2 0,0 0 2 16,0 0 2-16,0 0-3 0,0 0 0 0,-1 7 1 15,1-7 0-15,0 0 3 0,0 0-6 0,0 0 5 16,-4 7-6-16,4-7 3 0,0 0-1 0,0 0 4 16,0 0-5-16,0 0 3 0,0 0-2 0,-1 9 1 15,1-9 2-15,0 0-3 0,0 0-1 0,0 0-1 16,0 0 4-16,0 0-4 0,0 0 8 0,0 0-4 16,-5 4-5-16,5-4 7 0,0 0-6 0,0 0 3 15,0 0-3-15,0 0 3 0,0 0-3 0,-2 7 3 16,2-7 1-16,0 0 1 0,0 0-1 0,0 0-2 15,0 0 2-15,0 0 1 0,0 0-4 0,0 10 4 16,0-10-2-16,0 0-1 0,0 0 2 0,0 0-2 16,0 0 4-16,0 0-5 0,0 9 5 0,0-9-3 15,0 0-3-15,0 0 6 0,0 0-4 0,0 0 0 16,0 0 2-16,0 0-1 0,0 0-1 0,-1 8 2 16,1-8 0-16,0 0-1 0,0 0 0 0,0 0 1 15,0 0 5-15,0 0-2 0,0 0-4 0,1 9 0 16,-1-9 3-16,0 0-6 0,0 0 3 0,0 0 0 15,0 0-1-15,0 0 2 0,-1 9-4 0,1-9 10 16,0 0-6-16,0 0-3 0,0 0 2 0,0 0 0 16,0 8 2-16,0-8-4 0,0 0 3 0,0 0 1 15,1 8-2-15,-1-8-1 0,0 0 5 0,0 0-8 16,0 0 6-16,2 7-5 0,-2-7-1 0,0 0 3 16,0 0 2-16,0 0-3 0,0 0 2 0,0 0 2 15,0 0-2-15,0 0-3 0,0 9 0 0,0-9 4 16,0 0 2-16,0 0-2 0,0 0 0 0,0 0 1 15,0 0-1-15,0 7 1 0,0-7-2 0,0 0-2 16,0 0-1-16,0 0 3 0,0 0 3 0,0 0-3 16,0 9 2-16,0-9 3 0,0 0 0 0,0 0-3 15,0 8 6-15,0-8-8 0,0 0-1 0,0 0-1 16,0 0 5-16,0 0-5 0,0 0 2 0,0 0 0 0,-4 7 0 16,4-7-1-16,0 0-1 0,0 0 0 0,0 0 1 15,0 0 0-15,0 0-1 0,0 0 5 16,0 0-5-16,0 0 2 0,0 0 3 0,0 0-1 15,0 0-3-15,0 0 2 0,0 0-4 0,0 0 1 16,0 0 2-16,0 0 0 0,0 0 0 0,0 0 2 16,0 0 1-16,0 0-2 0,0 0 1 0,0 0-3 15,0 0-1-15,0 0-4 0,0 0-14 0,0 0-16 16,0 0-14-16,0 0-24 0,0 0-27 0,0 0-13 16,0 0-31-16,0 0-120 0,0 0-287 0,0 0 127 15</inkml:trace>
  <inkml:trace contextRef="#ctx0" brushRef="#br0" timeOffset="39563.15">29755 6408 43 0,'0'0'75'0,"0"0"1"16,0 0-3-16,0 0-8 0,0 0-5 0,0 0-5 16,0 0-7-16,0 0-6 0,0 0-4 0,-7-6-2 15,7 6-11-15,0 0 9 0,0 0-13 0,0 0-4 16,0 0 7-16,0 0-8 0,0 0 1 16,-17 0-3-16,17 0-2 0,0 0 1 0,0 0-1 0,0 0-8 15,0 0 0-15,0 0 0 0,-16 6 5 16,16-6-5-16,0 0-1 0,-9 2 3 0,9-2 2 0,0 0 0 15,-11 6-1-15,8-4-1 0,3-2-4 0,0 0 2 16,-9 1 0-16,9-1-9 0,-5 4 17 0,5-4-4 16,-6 4 0-16,6-4 2 0,0 0-8 0,-8 5-2 15,8-5 14-15,-5 3-4 0,5-3 6 0,-7 3-9 16,7-3 1-16,0 0 3 0,-6 6 8 0,6-6-2 16,0 0 8-16,-9 6-7 0,9-6-2 0,-6 2 14 15,6-2-14-15,0 0 2 0,-7 5 7 0,7-5-1 16,-5 3-1-16,5-3 3 0,0 0-4 0,-5 6 4 15,5-6-1-15,-5 4-4 0,5-4-7 0,0 0 7 16,-8 6-4-16,8-6 3 0,-3 3 0 16,3-3-2-16,-6 7-2 0,6-7 0 0,0 0-4 0,-6 4 5 15,6-4-6-15,-6 6 4 0,6-6-1 0,-4 6-3 16,4-6 4-16,-5 7-4 0,5-7 2 0,-5 5-2 16,5-5 3-16,-4 7 2 0,4-7-7 0,-4 6-2 15,4-6 2-15,-5 4-2 0,5-4 4 0,-7 5 3 16,7-5-3-16,-2 6 6 0,2-6 7 0,-5 6-2 15,5-6 0-15,-4 6-6 0,4-6-2 16,0 0-1-16,-5 9 1 0,5-9-4 0,-4 6 7 0,4-6-5 16,-4 8 3-16,4-8-5 0,-4 6 2 0,4-6-1 15,-2 6 1-15,2-6-5 0,-5 7-1 16,5-7 1-16,-4 6 0 0,4-6 3 0,-3 7 0 0,3-7-2 16,-4 6 2-16,4-6-6 0,-4 7 0 0,4-7 1 15,-2 5 3-15,2-5-2 0,-3 8 5 0,3-8-8 16,-5 8 12-16,5-8 1 0,-3 7-1 15,3-7-2-15,-4 9 1 0,4-9-6 0,-3 5 9 0,3-5-6 16,-5 10 2-16,5-10-7 0,-1 6 0 0,1-6 0 16,-4 7 0-16,1-2-9 0,3-5 12 0,-2 7 2 15,2-7 1-15,-4 7-1 0,4-7 0 0,-3 8-7 16,3-8 7-16,-3 7-6 0,3-7 4 0,-3 7-2 16,3-7 2-16,-4 7-3 0,4-7 2 0,-1 7 0 15,1-7-2-15,-3 9 3 0,3-9-2 0,-2 8 0 16,2-8 4-16,-4 9-7 0,4-9 7 0,-3 10-4 15,3-10-1-15,-2 9-1 0,2-9 2 16,-4 6 1-16,4-6-3 0,-1 9-1 0,1-9 1 0,-1 7 0 16,1-7 0-16,0 0-4 0,-4 8 10 0,4-8-8 15,-3 7 3-15,3-7-8 0,-3 7 4 0,3-7 0 16,-1 7 1-16,1-7-1 0,-1 9 2 0,1-9-2 16,-3 6 1-16,3-6-5 0,-1 8 6 0,1-8 1 15,-3 9-6-15,3-9 1 0,-1 11 1 0,1-11 4 16,0 8-1-16,0-8 2 0,-1 8-6 15,1-8 1-15,1 8 2 0,-1-8-6 0,0 0 5 0,-2 13-4 16,2-13 2-16,-2 4-1 0,2-4-2 0,0 0 1 16,-1 10 1-16,1-10 3 0,0 0-2 0,0 10 1 15,0-10 1-15,-1 8 1 0,1-8 3 0,0 0-4 16,-3 7 2-16,3-7-3 0,0 0 3 16,-1 10 0-16,1-10 0 0,0 0-1 0,-1 10-1 0,1-10 1 15,0 0 3-15,1 8-2 0,-1-8 1 0,0 7-3 16,0-7 4-16,0 0-4 0,0 0 1 0,-2 13 0 15,2-13 5-15,0 7 1 0,0-7 2 0,-2 6 3 16,2-6 5-16,0 10-4 0,0-10-1 0,-2 9-1 16,2-9 0-16,-2 7-3 0,2-7 0 0,0 0-1 15,-1 9-3-15,1-9-2 0,0 0 0 0,-1 7 2 16,1-7 1-16,0 0-2 0,0 9 1 0,0-9-3 16,0 0 4-16,0 0-5 0,0 0 2 0,-1 10-4 15,1-10 1-15,0 0 4 0,0 0-1 0,0 9-2 16,0-9 1-16,0 0-1 0,0 0 2 0,-2 11-4 15,2-11 0-15,0 0-1 0,0 10 4 0,0-10-2 16,0 0 1-16,2 9-2 0,-2-9 4 0,0 7-4 16,0-7-1-16,0 0 3 0,-2 10-1 0,2-10-2 15,0 0 1-15,-1 10-1 0,1-10 3 16,3 6 0-16,-3-6 3 0,0 0-2 0,0 0 1 0,0 9 0 16,0-9-5-16,0 0 1 0,0 9 3 0,0-9-5 15,0 0 6-15,0 0-2 0,-2 9 2 0,2-9-6 16,0 0 5-16,0 0-4 0,2 6 0 0,-2-6 1 15,0 0 3-15,0 0-4 0,0 9 1 0,0-9 2 16,0 0 4-16,0 0-7 0,1 9 2 0,-1-9-1 16,0 0 8-16,1 7-7 0,-1-7-2 0,0 0 0 15,0 0 3-15,0 0-1 0,4 6 2 0,-4-6 4 16,0 0-6-16,1 8 1 0,-1-8-2 0,3 5 2 16,-3-5-2-16,2 8 3 0,-2-8-4 0,4 6 0 15,-4-6 1-15,0 0 2 0,1 8-2 0,-1-8 0 16,0 0-2-16,3 7 8 0,-3-7-8 0,2 4 2 15,-2-4 1-15,0 0-2 0,0 0 3 0,3 10-5 16,-3-10 4-16,0 0-3 0,3 5 2 0,-3-5 0 16,0 0 3-16,2 5-4 0,-2-5 1 0,0 0 5 15,3 8-5-15,-3-8-1 0,0 0 0 0,1 7 4 16,-1-7-1-16,0 0-3 0,0 0 3 0,1 8-2 16,-1-8-1-16,0 0 8 0,0 0-9 0,2 7 4 15,-2-7-2-15,0 0 2 0,0 0 1 0,1 8-1 16,-1-8-3-16,0 0 0 0,3 4 1 0,-3-4 0 15,0 0 0-15,0 0 1 0,1 8 0 0,-1-8 0 16,0 0 0-16,0 0-2 0,1 7 3 0,-1-7-1 16,0 0-1-16,0 0 2 0,4 8 0 0,-4-8 2 15,0 0-1-15,0 0-3 0,2 5 1 0,-2-5 1 16,0 0 1-16,0 0-1 0,2 10-1 0,-2-10 0 16,0 0 3-16,1 6-1 0,-1-6 0 0,0 0 0 15,0 0 1-15,0 7-3 0,0-7-1 0,0 0 4 16,0 0-2-16,1 8 1 0,-1-8 0 0,0 0 0 15,0 0-5-15,3 8 3 0,-3-8-1 0,0 0 2 16,0 0 2-16,0 0-3 0,0 0-2 0,0 6 4 16,0-6 0-16,0 0 2 0,0 0 0 0,0 0-2 15,0 0 1-15,0 10-4 0,0-10 3 0,0 0 1 16,0 0-2-16,0 0-1 0,0 0 3 0,0 0-2 16,1 8 1-16,-1-8 0 0,0 0 0 0,0 0-3 15,0 0 3-15,0 0-3 0,0 0-1 0,0 0 2 16,0 0 3-16,0 0-3 0,0 0 8 0,0 0-3 15,0 0 2-15,0 0-4 0,0 0-5 0,0 0-13 0,0 0-26 16,0 0-31-16,0 0-31 0,0 0-38 16,0 0-12-16,5-24-8 0,-1 17-29 0,-1 1-9 15,-3 6-129-15,2-10-354 0,-2 10 158 0</inkml:trace>
  <inkml:trace contextRef="#ctx0" brushRef="#br0" timeOffset="43521.73">29438 6988 29 0,'-4'-7'57'0,"4"7"-7"0,0 0 0 0,0 0-5 0,-1-11-6 15,1 11-3-15,0 0-5 0,0 0-2 0,-4-7-4 16,4 7 2-16,0 0-6 0,0 0 1 0,0 0-2 16,0 0-5-16,-3-8 0 0,3 8-4 15,0 0 7-15,0 0-7 0,0 0 2 0,-1-10-9 0,1 10 3 16,0 0-5-16,0 0 3 0,0 0 4 0,-2-7-5 15,2 7 4-15,0 0-1 0,0 0 2 0,-2-7 1 16,2 7 4-16,0 0 4 0,0 0-6 16,0 0 2-16,-8-6-3 0,8 6 4 0,0 0-2 15,-5-5-2-15,5 5-1 0,0 0 1 0,-6-5 3 0,6 5 0 16,0 0-1-16,-8-5 3 0,8 5 2 0,0 0-2 16,-6-3-1-16,6 3 2 0,0 0 0 0,0 0 0 15,0 0-8-15,0 0 7 0,0 0-8 0,0 0 2 16,0 0-2-16,-8-2-4 0,8 2-5 0,0 0 3 15,0 0 12-15,0 0-9 0,0 0-4 0,0 0 0 16,0 0 1-16,0 0-2 0,0 0 2 0,0 0 10 16,-2 13-3-16,2-13-4 0,0 0-1 0,0 9 3 15,0-9 4-15,-3 11 2 0,3-11-5 16,0 6-1-16,0-6 5 0,0 10 1 0,0-10 0 16,0 7 6-16,-1 2-2 0,1-9 9 0,0 9-5 0,0-9-4 15,-2 12-2-15,1-4 4 0,1-8-5 0,0 12 3 16,-1-7 0-16,1-5 5 0,-1 15-9 15,-1-11 8-15,2-4-7 0,0 12 3 0,0-12-5 0,0 10-1 16,2-3 0-16,-2-7-2 0,1 11 2 0,-1-3-3 16,0-8 3-16,4 9-2 0,-3-4-2 0,-1-5 0 15,3 9 1-15,-3-9-2 0,2 7 2 0,1-2 9 16,-3-5-3-16,2 7-1 0,-2-7-1 16,3 7 2-16,-3-7-2 0,3 10-3 0,-3-10 3 0,0 9 2 15,1-3-8-15,-1-6 2 0,1 7 3 0,-1-7 0 16,0 10 1-16,0-10 8 0,0 8-12 0,0-8 1 15,1 8-3-15,-1-8 6 0,3 9-8 0,-3-9 3 16,0 0-3-16,0 7 6 0,0-7-8 0,0 0 2 16,-3 9 4-16,3-9-4 0,0 0-2 15,0 0 10-15,0 9-7 0,0-9 6 0,-2 5 2 0,2-5 2 16,0 0 1-16,0 9 2 0,0-9-2 0,0 0-1 16,0 0-6-16,-1 9 8 0,1-9-6 0,0 0-3 15,-2 8 2-15,2-8-1 0,0 0-2 0,0 0 2 16,0 0-3-16,0 0 2 0,0 12-1 0,0-12-3 15,0 0 1-15,-2 7-2 0,2-7 2 0,0 0 1 16,0 0-2-16,0 0 3 0,2 7 3 0,-2-7 7 16,0 0-4-16,0 0 2 0,-1 10-1 0,1-10-1 15,0 0-1-15,0 8-3 0,0-8-2 0,0 0 5 16,0 9 1-16,0-9-2 0,0 0 1 0,0 10-6 16,0-10 1-16,0 0 1 0,0 9-4 0,0-9 1 15,0 0-4-15,-3 9 4 0,3-9-4 0,-1 6 5 16,1-6 3-16,0 8 3 0,0-8 5 0,0 0 1 15,1 11 3-15,-1-11-6 0,-2 9-4 16,2-9 2-16,0 7 3 0,0-7-3 0,0 12-1 0,0-12 8 16,0 8-4-16,-1-1-2 0,1-7 2 0,1 10-5 15,-1-10 5-15,0 8-6 0,0-8 0 0,0 10 1 16,0-10-1-16,0 7-3 0,0-7-3 0,1 8 3 16,-1-8-1-16,0 8 2 0,0-8-2 0,0 9-2 15,0-9 0-15,0 8 1 0,0-8-1 0,0 9-2 16,0-9 4-16,0 8-3 0,0-8-2 0,0 0 6 15,-1 12-5-15,1-12 2 0,1 9-1 0,-1-9 6 16,0 8-4-16,0-8-5 0,1 7 3 0,-1-7 0 16,0 0 0-16,-1 11-2 0,1-11 7 0,1 8-8 0,-1-8-1 15,0 7 3-15,0-7 0 0,0 0 2 16,0 10-1-16,0-10-3 0,0 9 2 0,0-9 1 16,0 8-4-16,0-8 3 0,2 9 2 0,-2-9-5 15,0 0 3-15,0 9 2 0,0-9-2 0,0 9 1 0,0-9-3 16,0 9 1-16,0-9 3 0,1 8-1 15,-1-8 4-15,1 9-4 0,-1-9 1 0,0 11-1 16,0-11 0-16,3 8 1 0,-3-8 0 0,0 7-1 16,0-7 0-16,0 10 0 0,0-10 3 0,1 6-6 15,-1-6 5-15,0 0 1 0,0 11-1 0,0-11-2 0,1 9 3 16,-1-9-3-16,3 10 2 0,-3-10 0 16,1 6-2-16,-1-6 0 0,0 0-1 0,1 9 2 15,-1-9-4-15,3 7 3 0,-3-7-1 0,0 0 2 16,1 10-1-16,-1-10 2 0,1 6-2 0,-1-6 6 15,0 0-7-15,0 10 3 0,0-10-3 0,2 8 0 0,-2-8-1 16,1 8 0-16,-1-8 5 0,1 8-1 0,-1-8 0 16,2 8-1-16,-2-8 3 0,2 12 1 15,-2-12 3-15,3 8 0 0,-3-8 0 0,1 8-1 16,0-3 0-16,-1-5-1 0,2 8 1 0,-2-8-1 0,1 8-1 16,-1-8 1-16,1 9 1 0,-1-9-1 0,2 6 2 15,-2-6-3-15,1 8 3 0,-1-8-4 0,5 8 0 16,-5-8-2-16,0 8 3 0,0-8-1 0,0 6-3 15,0-6 3-15,0 0 5 0,0 13-3 16,0-13 6-16,1 7-5 0,-1-7 1 0,0 9-1 0,0-9 0 16,0 11 1-16,0-11 1 0,1 10-1 0,1-5-2 15,-2-5 0-15,1 10 2 0,-1-10 0 16,1 10-4-16,-1-10 2 0,1 9-5 0,-1-9 1 0,2 9 0 16,-2-9-1-16,0 0 4 0,0 9-3 15,0-9 0-15,1 7-1 0,-1-7 2 0,1 7 2 0,-1-7-4 16,0 0 4-16,0 11 0 0,0-11 0 0,2 7-3 15,-2-7 1-15,1 9 2 0,-1-9-1 16,0 0 4-16,1 11-6 0,-1-11 3 0,0 8-1 16,0-8 1-16,1 7-5 0,-1-7 5 0,0 0-2 0,2 10 2 15,-2-10-1-15,1 5-5 0,-1-5-2 0,0 0 7 16,1 10-3-16,-1-10 0 0,2 9 0 0,-2-9 2 16,2 9-3-16,-2-3 4 0,0-6 2 0,3 10-5 15,-2-5-2-15,-1-5 7 0,0 8-9 0,0-8 1 16,2 10-2-16,-2-10 7 0,3 10-4 0,-2-6 3 15,-1-4 4-15,3 10-7 0,-3-10 3 0,2 8 2 16,-2-8-5-16,3 8 5 0,-3-8-4 0,3 6 6 16,-3-6-6-16,1 7 4 0,-1-7-1 0,0 0-5 15,2 7 3-15,-2-7 5 0,0 0-3 0,3 7-2 16,-3-7 0-16,0 0 2 0,3 8 0 0,-3-8-2 16,0 0 3-16,1 7-1 0,-1-7 3 0,1 7-5 15,-1-7 0-15,1 8 1 0,-1-8 3 16,0 7-1-16,0-7-6 0,0 9 3 0,0-9 1 0,3 7 0 15,-3-7-1-15,0 8-4 0,0-8 6 0,0 0-4 16,4 9 1-16,-4-9 0 0,0 0 3 0,-2 10-2 16,2-10 1-16,0 9 3 0,0-9 6 0,2 7-3 15,-2-7 2-15,2 6-1 0,-2-6-4 0,1 7 2 16,-1-7-2-16,0 0 0 0,2 10 2 0,-2-10 0 16,0 0-2-16,0 9 1 0,0-9 1 0,2 6-2 15,-2-6 0-15,3 6 2 0,-3-6-2 0,0 0 4 16,1 7-7-16,-1-7 3 0,0 0 0 0,0 0 1 15,0 0-1-15,0 9-3 0,0-9-3 0,0 0 14 16,1 7-9-16,-1-7-5 0,0 0 2 0,2 7 3 16,-2-7-4-16,0 0 3 0,2 8-4 0,-2-8-1 15,0 0 1-15,0 0 3 0,-1 10 2 0,1-10-2 16,1 7 1-16,-1-7-3 0,0 0 2 0,3 7-3 16,-3-7-1-16,1 6 1 0,-1-6 2 0,2 7-3 15,-2-7 1-15,0 9 11 0,0-9-12 0,0 0 1 16,3 10 0-16,-3-10-3 0,4 4 6 0,-4-4-2 15,0 0-3-15,-1 10 3 0,1-10-4 0,0 0 2 16,-3 11 0-16,3-11 3 0,0 0-1 0,-1 7 6 16,1-7-2-16,1 10 5 0,-1-10 7 0,0 10-6 15,0-4 5-15,0-6-5 0,3 10 3 0,-2-3-4 16,-1-7 1-16,1 11-6 0,-1-11 7 0,0 9-2 16,3-5 4-16,-3-4-16 0,2 10 8 0,-2-10-3 15,0 8 1-15,0-8-3 0,2 8 3 0,-2-8-4 16,0 0 1-16,0 13-3 0,0-13 6 0,2 7-8 0,0-2 10 15,-2-5-3-15,0 0 4 0,2 10-7 16,-2-10 19-16,1 8-22 0,-1-8 9 0,0 0-2 16,2 9-3-16,-2-9 0 0,1 8 4 0,-1-8-3 15,0 0 2-15,0 8-10 0,0-8 6 0,0 0 5 16,3 6-3-16,-3-6 0 0,0 0 1 0,0 0-2 0,0 9 1 16,0-9-7-16,0 0 6 0,1 6 1 15,-1-6 5-15,0 0-4 0,2 8 9 0,-2-8-22 16,0 0 15-16,2 7-4 0,-2-7-7 0,0 0 5 15,1 7 3-15,-1-7 3 0,2 6 5 0,-2-6-10 0,0 0-2 16,2 9-5-16,-2-9 10 0,2 6 1 0,-2-6-4 16,0 0-1-16,0 0 9 0,0 0-10 15,-1 9 4-15,1-9 1 0,0 0 2 0,0 0 0 16,1 9-13-16,-1-9 10 0,0 0-1 0,3 7 0 16,-3-7-3-16,0 0 4 0,0 7 7 0,0-7-4 0,0 0 1 15,1 7-7-15,-1-7-2 0,0 0 7 0,0 0-4 16,-2 10 3-16,2-10-3 0,0 0 3 0,0 0 4 15,1 7-1-15,-1-7-10 0,0 0-2 0,0 0 8 16,0 0-6-16,2 8 8 0,-2-8-3 0,0 0-2 16,0 0 1-16,0 0-1 0,0 8 5 0,0-8-8 15,0 0-8-15,3 7 10 0,-3-7-1 16,0 0 12-16,0 0-9 0,0 8 3 0,0-8-3 0,0 0 0 16,0 0-4-16,0 0 1 0,0 8 0 0,0-8 10 15,0 0-9-15,0 0 4 0,1 7 0 0,-1-7-6 16,0 0 8-16,0 0-5 0,0 0-3 0,0 9 10 15,0-9-2-15,0 0-15 0,0 0 6 0,0 0 9 16,0 0-2-16,-1 10 4 0,1-10-9 0,0 0 4 16,0 0 13-16,0 0-12 0,0 0 4 0,0 0-5 15,0 10-4-15,0-10 7 0,0 0 2 0,0 0-10 16,0 0-12-16,0 0 10 0,3 7 5 0,-3-7-1 16,0 0-2-16,0 0 7 0,0 0 2 0,0 0-3 15,-6 5-8-15,6-5 3 0,0 0 6 0,0 0-2 16,0 0-7-16,0 0 0 0,4 10 7 0,-4-10 0 15,0 0-7-15,0 0 1 0,0 0-3 0,0 0 11 16,0 0-3-16,0 0 0 0,0 0 3 0,0 0-3 16,-4 9-6-16,4-9 12 0,0 0 0 0,0 0-1 15,-1 6-21-15,1-6 14 0,0 0 0 0,0 0 5 16,0 0-3-16,1 9 5 0,-1-9-8 0,0 0 5 16,0 0-10-16,0 0 4 0,2 8 10 0,-2-8-10 15,0 0-4-15,0 0 11 0,0 0-13 0,0 0 18 16,0 0-14-16,2 8 4 0,-2-8-4 0,0 0 10 15,0 0-5-15,0 0-2 0,0 0 4 0,0 0-1 16,0 0 1-16,0 0-1 0,0 0-4 0,0 0 5 16,0 0 3-16,0 0-3 0,0 0 0 0,0 0 3 15,0 0-4-15,0 0-3 0,0 0 0 0,0 0-2 16,0 0 8-16,0 0-2 0,0 0 3 0,0 0 5 16,0 0-6-16,0 0-2 0,0 0-13 0,0 0 14 15,0 0 11-15,0 0-11 0,0 0-16 0,0 0-42 16,0 0-44-16,0 0-26 0,-15-16-37 0,10 8-59 15,0 0-62-15,0-7-56 0,-6-2-230 0,4-1-615 0,-1 0 272 16</inkml:trace>
  <inkml:trace contextRef="#ctx0" brushRef="#br0" timeOffset="45144.87">29372 7027 15 0,'0'0'49'16,"0"0"-6"-16,0 0-4 0,0 0-10 0,0 0-5 16,0 0-4-16,0 0 5 0,0 0-5 0,0-9 1 15,0 9-5-15,0 0 0 0,0 0-3 0,0 0-4 16,0 0 1-16,0 0 7 0,0 0-6 0,0 0 3 16,0 0-2-16,0 0 5 0,0 0-1 0,0 0-2 15,0 0-2-15,0 0 4 0,0 0-7 0,0 0-6 16,0 0-9-16,0 0-8 0,0 0-4 0,0 0-9 15,0 0-10-15,0 0-28 0,0 0-71 0,0 0 32 16</inkml:trace>
  <inkml:trace contextRef="#ctx0" brushRef="#br0" timeOffset="47313.5">29412 6970 50 0,'0'0'52'0,"0"0"-5"0,0 0-2 16,-2-7 2-16,2 7-4 0,0 0 5 0,0 0-10 16,-2-8-1-16,2 8 3 0,0 0 4 0,0 0-7 15,0 0-3-15,-1-9-5 0,1 9 0 0,0 0-2 0,0 0 0 16,-3-7 8-16,3 7-4 0,0 0-6 0,0 0 4 15,-1-8-3-15,1 8 0 0,0 0 6 0,0 0-6 16,-4-9 3-16,4 9-2 0,0 0-3 16,-2-7-5-16,2 7 2 0,0 0-4 0,0 0 0 15,-3-10-3-15,3 10 0 0,0 0-1 0,-1-8 8 16,1 8-6-16,0 0-4 0,-1-8 4 0,1 8-2 0,0 0-4 16,-3-8 10-16,3 8-4 0,0 0 4 0,0 0 0 15,-1-9-6-15,1 9-4 0,0 0-1 16,-1-8-4-16,1 8 5 0,0 0 0 0,-3-7-3 0,3 7 0 15,0 0 1-15,0 0-1 0,-2-9 1 0,2 9-7 16,0 0 4-16,-3-6-6 0,3 6 7 16,0 0-1-16,-3-7 0 0,3 7 7 0,0 0-9 15,0 0-4-15,-4-10 8 0,4 10-3 0,0 0 2 16,0 0-4-16,-2-5 5 0,2 5-2 0,0 0-2 0,0 0-1 16,-1-11-2-16,1 11 9 0,0 0-12 0,-2-7 1 15,2 7 4-15,0 0-1 0,-1-10 8 0,1 10-2 16,0 0-3-16,0-9 1 0,0 9 1 15,0 0-5-15,-2-9 1 0,2 9-1 0,0 0 2 0,-2-7 0 16,2 7 2-16,0 0-2 0,0 0 6 0,-1-10-11 16,1 10 3-16,0 0 0 0,0 0 6 0,-2-10-7 15,2 10 1-15,0 0 3 0,-2-9-5 0,2 9 7 16,0 0 1-16,0-9-1 0,0 9 3 0,0 0-7 16,-1-8 4-16,1 8-2 0,0 0 0 0,0 0-1 15,-3-11 1-15,3 11-1 0,0 0 3 0,-1-8 2 16,1 8-4-16,0 0 0 0,-2-9 5 15,2 9-5-15,0 0 9 0,0-8-10 0,0 8 7 16,0 0-4-16,0 0 4 0,-2-11-7 0,2 11 5 0,0 0-2 16,0 0-2-16,0 0 0 0,-1-7-2 0,1 7 1 15,0 0-4-15,0 0-3 0,0 0 5 0,0-10-2 16,0 10 11-16,0 0-7 0,0 0 1 0,1-8 0 16,-1 8 5-16,0 0-2 0,0 0-5 0,-2-8 2 15,2 8 3-15,0 0-6 0,-2-9 10 0,2 9-12 16,0 0 4-16,0-9-1 0,0 9-3 0,0 0 0 15,3-12 3-15,-3 12-3 0,0 0 7 0,0-9-1 16,0 9 0-16,0-7 23 0,0 7-24 0,0 0-2 16,-1-11 4-16,1 11 0 0,0 0 4 0,-2-8-7 15,2 8 7-15,0 0-5 0,0 0 6 0,-2-9 0 16,2 9 3-16,0 0-5 0,0 0 1 0,0-8-1 16,0 8 2-16,0 0-7 0,0 0 5 0,-3-9 3 15,3 9-4-15,0 0-4 0,0 0-2 0,0-10 5 16,0 10-9-16,0 0 7 0,0 0 0 0,3-8-7 15,-3 8 4-15,0 0-2 0,0 0 8 0,0 0-7 16,0 0-2-16,0-11 2 0,0 11 1 0,0 0-3 16,0 0 2-16,0-8-1 0,0 8 5 0,0 0 0 15,0 0-1-15,0 0 2 0,0 0 0 0,0 0-1 16,0 0 7-16,-1-9-2 0,1 9-1 0,0 0-3 16,0 0-1-16,0 0 1 0,0 0-2 0,-3-8 0 15,3 8 2-15,0 0-5 0,0 0 9 0,0 0-7 16,0 0 2-16,0 0-1 0,0-9 2 0,0 9-5 15,0 0 6-15,0 0-6 0,-3-8 3 0,3 8-3 16,0 0 2-16,0 0 0 0,-2-9 3 0,2 9-8 16,0 0 7-16,0 0-3 0,0 0 4 0,0 0-6 15,-3-9 2-15,3 9-1 0,0 0-3 0,0 0 1 16,-1-7 2-16,1 7-3 0,0 0 3 0,-2-7-2 16,2 7 2-16,0 0 2 0,0 0-1 0,0 0 1 15,0 0 0-15,0-9-6 0,0 9 4 0,0 0 4 16,0 0-2-16,0 0-4 0,-2-9 2 0,2 9 3 15,0 0-1-15,0 0-5 0,-1-8 6 0,1 8-6 16,0 0 3-16,0 0 0 0,0 0 9 0,0 0-9 16,0 0 3-16,-3-8-2 0,3 8-2 0,0 0-3 0,0 0 6 15,0 0-6-15,0 0 5 0,-1-8-2 16,1 8 2-16,0 0-5 0,0 0 2 0,-1-8-1 16,1 8 6-16,0 0-8 0,0 0 5 0,0 0 0 15,0 0 4-15,0 0-6 0,-3-8 3 0,3 8-1 16,0 0 2-16,0 0 1 0,0 0-2 0,0 0-2 15,0 0-1-15,0 0 1 0,-2-7-1 0,2 7 3 16,0 0-1-16,0 0-1 0,0 0 2 0,0 0 2 16,0 0-2-16,0 0-3 0,0 0 6 0,-2-10-5 15,2 10-3-15,0 0 4 0,0 0-2 0,-1-9 1 0,1 9 2 16,0 0 1-16,0 0-4 0,0 0 5 16,0 0-3-16,0 0 0 0,-1-7-3 0,1 7 1 15,0 0-1-15,0 0 5 0,0 0-2 0,0 0 2 16,0 0 1-16,0 0 0 0,0 0 0 0,0 0 5 15,0 0-4-15,0 0 3 0,0 0-2 0,-1-9-1 0,1 9 5 16,0 0-6-16,0 0 2 0,0 0-1 16,0 0 1-16,-2-9-2 0,2 9-1 0,0 0-4 15,0 0 7-15,0 0-7 0,0 0 8 0,3-9-7 16,-3 9 1-16,0 0 0 0,0 0 0 0,0 0 4 16,0 0 0-16,0 0-1 0,0 0-2 0,-3-8-2 15,3 8-3-15,0 0 10 0,0 0-3 0,0 0 3 16,0 0 3-16,0 0-2 0,0 0-2 0,0 0 0 0,0 0 1 15,0 0-3-15,0 0 4 0,0 0-3 16,0 0-2-16,0 0 1 0,0 0 1 0,0 0 0 16,0 0 1-16,0 0-4 0,0 0-1 0,0 0 0 0,0 0 3 15,0 0 1-15,0 0-5 0,0 0 3 16,0 0-2-16,0 0 3 0,0 0-1 0,0 0 0 16,0 0-3-16,0 0 1 0,0 0 3 0,0 0-3 15,0 0-3-15,0 0-1 0,0 0 0 0,0 0-1 16,0 0 2-16,0 0-2 0,0 0 1 0,0 0 1 15,0 0 0-15,0 0 0 0,0 0 6 0,0 0-9 16,0 0 4-16,0 0 2 0,0 0 2 0,0 0-2 0,3 26-2 16,-3-26 0-16,0 9 1 0,0-9 1 15,1 7-3-15,-1-7 3 0,3 9 0 0,-3-9 0 16,-2 10 3-16,2-10-3 0,0 10 0 0,0-10 0 0,2 13-1 16,-2-13 4-16,0 10-3 0,0-6-16 0,0-4 4 15,1 12 3-15,-1-12 4 0,0 10-2 0,0-10-3 16,0 10 8-16,0-10-4 0,0 9 0 0,0-9-2 15,1 9 2-15,-1-9 0 0,2 7-2 0,-2-7 6 16,2 10-2-16,-2-10-1 0,4 7 3 0,-4-7 0 16,1 7 2-16,-1-7 1 0,2 8-1 0,0-4 0 15,-2-4-6-15,1 9 9 0,-1-9-2 0,0 7 0 16,0-7-7-16,3 8 5 0,-3-8 2 16,2 7-3-16,-2-7 2 0,2 9 4 0,-2-9-8 15,2 7 5-15,-2-7 3 0,2 8-5 0,-2-8 0 0,1 9 0 16,-1-9 7-16,1 8-4 0,-1-8-2 0,1 8 0 15,-1-8 0-15,2 10 3 0,-2-10 4 16,-2 7-9-16,2-7-1 0,0 0 4 0,0 10-4 16,0-10 1-16,2 8 3 0,-2-8-3 0,0 0-2 15,0 9 5-15,0-9 1 0,0 0 0 0,1 10-4 0,-1-10 4 16,0 8 0-16,0-8-4 0,1 7 0 0,-1-7-4 16,0 0 7-16,0 9-2 0,0-9 2 15,0 0-2-15,0 0 5 0,0 11-4 0,0-11-3 16,0 0-5-16,3 8 14 0,-3-8-4 0,0 0-6 15,1 7 4-15,-1-7 1 0,0 0 2 0,1 9 2 0,-1-9-4 16,0 0 1-16,0 9-13 0,0-9-19 0,0 0-19 16,0 7-17-16,0-7-22 0,0 0-25 0,2 7-17 15,-2-7-114-15,0 0-264 0,0 0 117 0</inkml:trace>
  <inkml:trace contextRef="#ctx0" brushRef="#br0" timeOffset="48313.64">28998 5904 53 0,'0'0'115'0,"0"0"-9"0,-5-7-6 15,5 7-7-15,0 0-15 0,0 0-10 0,0 0 0 0,0 0-10 16,0 0-8-16,0 0 1 0,0 0-12 0,0 0 2 16,0 0 2-16,0 0 3 0,0 0-10 15,0 0 0-15,22 16 6 0,-18-10 0 0,-1-1-3 0,4 2-2 16,-3-2 0-16,1 1-4 0,0 2 8 16,0 1-3-16,1-1-4 0,-1-1 0 0,0 2-9 0,-1-3 1 15,2 4-2-15,-3-3 6 0,1 0-8 0,1 1 1 16,0-1-4-16,0 1 4 0,-1-2-1 0,0-1 0 15,0 1-4-15,0-2 5 0,0 2-4 16,-4-6-2-16,5 7-5 0,-1-3 1 0,-4-4 1 16,3 6 0-16,-3-6 0 0,3 6 0 0,-3-6-2 0,0 0-1 15,0 0 13-15,5 3 4 0,-5-3 12 0,0 0 4 16,0 0 4-16,0 0 4 0,0 0-7 0,0 0-4 16,0 0-3-16,0 0-4 0,8-11-4 0,-8 11-6 15,1-11-3-15,-1 11-2 0,0-11 2 0,0 4-5 16,0 7-1-16,0-15-2 0,1 6-1 0,-1-2-6 15,2 2 5-15,-1-4-4 0,1 2 1 16,0-1-3-16,0 0-2 0,0 1 0 0,0-1 0 0,2 1 1 16,-1 0-1-16,-2 1 0 0,1 3 1 15,0-2-1-15,0 0-3 0,0 2 3 0,-2 7-3 0,3-13 0 16,0 9 1-16,-3 4-1 0,4-8-1 0,-4 8 3 16,1-7-5-16,-1 7 1 0,0 0 0 0,0 0-2 15,4-7 4-15,-4 7-3 0,0 0-2 0,0 0-2 16,0 0 7-16,0 0-4 0,2-6 1 15,-2 6-10-15,0 0-3 0,0 0-7 0,0 0-3 0,0 0-10 16,0 0-5-16,0 0-18 0,0 0-9 0,0 0-28 16,0 0 3-16,0 0-39 0,0 0-11 0,-4 29-26 15,2-23-91-15,2-6-282 0,-1 11 124 0</inkml:trace>
  <inkml:trace contextRef="#ctx0" brushRef="#br0" timeOffset="48942.77">29252 5974 78 0,'0'0'79'0,"0"0"0"0,0 0 7 16,3 8-2-16,-3-8 1 0,0 0-2 0,10 0-5 15,-10 0 7-15,12 0-7 0,-12 0-8 0,14-1-3 0,-6-1-6 16,-8 2-13-16,19-1 7 0,-9 0-2 16,0 0-18-16,-2-1 11 0,-2 0-15 0,3 2-2 15,-9 0 1-15,15-2-8 0,-8 2 10 0,-7 0-4 16,10 0-1-16,-10 0-2 0,10 0-4 0,-10 0 5 15,0 0-6-15,9 0-2 0,-9 0-5 0,0 0 0 0,0 0-3 16,8 0 11-16,-8 0-13 0,0 0 2 0,0 0-3 16,0 0-3-16,0 0 1 0,0 0 0 15,0 0-8-15,0 0 9 0,0 0-3 0,1 8-1 16,-1-8 12-16,0 0 5 0,-6 14-5 0,3-6-7 16,-2 0 15-16,1 2-1 0,0-1-2 0,-1 2-2 0,0 0 3 15,0 0 7-15,0 3 2 0,0-2-6 0,0 2 0 16,-3-1-8-16,4 2 6 0,0-5-2 0,1 1 4 15,-3-3-1-15,3 3-2 0,-1-2-6 16,0-1 5-16,3-1-2 0,-2 0 0 0,-1-1 1 16,2 0-2-16,2-6 0 0,-5 7-3 0,5-7 4 0,-2 7-3 15,2-7 1-15,-2 6 1 0,2-6 2 0,0 0 7 16,-3 7-4-16,3-7 1 0,0 0 2 16,0 0-6-16,0 0 8 0,0 0-4 0,0 0 0 15,0 0-1-15,0 0 2 0,0 0-4 0,0 0-3 16,0 0 0-16,0 0-2 0,0 0-1 0,0 0-5 15,19-4 1-15,-19 4 0 0,12-3-2 0,-6 1 0 16,2 0-1-16,0 0 2 0,-1 0-16 0,1 0-21 16,0-1-14-16,3 0-28 0,-1 1-31 0,2-1-18 15,1-1-23-15,-1 0-30 0,5-1-147 0,-2 0-346 16,-1 0 154-16</inkml:trace>
  <inkml:trace contextRef="#ctx0" brushRef="#br0" timeOffset="50482.43">29344 6297 4 0,'0'0'36'0,"0"0"-10"15,0 0 12-15,0 0-2 0,0 0 0 0,0 0 7 0,0 0-3 16,0 0-8-16,0 0 2 0,0 0-4 16,0 0-4-16,0 0 1 0,0 0-2 0,0 0-2 15,0 0-3-15,0 0 0 0,0 0-1 0,0 0-2 0,0 0-3 16,0 0 4-16,0 0-15 0,0 0 4 0,0 0-2 16,0 0 11-16,0 0-3 0,0 0-2 15,0 0-6-15,0 0 0 0,0 0 0 0,0 0 6 16,-9 6 0-16,9-6-9 0,0 0-4 0,0 0 0 15,-7 3 12-15,7-3-9 0,-5 5 8 0,5-5 1 16,-4 8 1-16,4-8 6 0,-4 6-3 0,4-6-1 16,-3 6-7-16,3-6 3 0,0 0 0 0,-2 9-2 15,2-9 6-15,0 0-4 0,0 0-2 0,0 0 6 16,-3 6 10-16,3-6-1 0,0 0 5 0,0 0 1 16,0 0 3-16,0 0-3 0,0 0-3 0,0 0 1 15,0 0 5-15,0 0-5 0,0 0-9 0,0 0 18 0,0 0-9 16,0 0-2-16,0 0-13 0,17-12 16 0,-17 12-18 15,0 0 16-15,4-7-12 0,-4 7 3 16,0 0-3-16,0 0 11 0,2-7 2 0,-2 7-1 16,0 0-5-16,0 0-8 0,0 0-5 0,0 0 5 15,0 0 1-15,0 0-3 0,0 0-9 0,0 0 7 16,0 0-9-16,0 0 12 0,0 0-10 0,0 0 2 16,-23 7-2-16,23-7 1 0,-6 5 0 0,6-5 0 15,0 0-4-15,-5 5 5 0,5-5 0 0,0 0-3 16,0 0 1-16,0 0 3 0,0 0 2 0,0 0 2 15,0 0-2-15,0 0 2 0,0 0 1 0,0 0-3 0,0 0 2 16,0 0 0-16,24-1 6 0,-24 1-1 16,0 0 3-16,10-8 3 0,-7 5-4 0,-3 3 1 15,9-5-4-15,-9 5 6 0,5-5-5 0,-5 5 7 16,0 0 0-16,3-9-5 0,-3 9-1 0,0 0-4 16,0 0 1-16,0-7-7 0,0 7 0 0,0 0 2 0,0 0-2 15,0 0 10-15,0 0-11 0,-22 2-2 16,22-2 0-16,-10 10 1 0,3-3 1 0,1-3-3 15,0 2-3-15,2 1 2 0,-1-2 1 0,2 1 1 16,3-6-1-16,-4 11 2 0,4-11-1 0,-1 9-4 16,1-9 9-16,-2 6-5 0,2-6 3 0,0 0 2 0,6 7 0 15,-6-7 2-15,0 0-12 0,0 0 0 0,9 0 15 16,-9 0 6-16,0 0 4 0,0 0-3 0,12-9 3 16,-12 9-6-16,4-6 0 0,-4 6-4 0,3-5 1 15,-3 5 2-15,2-10-6 0,-2 10-2 16,-1-8-4-16,1 8 6 0,-4-9 1 0,4 9-2 15,0 0-7-15,-5-7 4 0,5 7-8 0,0 0 6 0,-6-4-4 16,6 4 1-16,0 0 4 0,0 0-5 0,-14 4-3 16,14-4 1-16,0 0 1 0,-9 6 0 15,6-2 0-15,3-4-2 0,0 0-4 0,0 0-7 16,-5 8-1-16,5-8-9 0,0 0-7 0,0 0-11 16,0 0-17-16,0 8-16 0,0-8-8 0,0 0-37 0,0 0-130 15,0 0-273-15,-1 9 120 0</inkml:trace>
  <inkml:trace contextRef="#ctx0" brushRef="#br0" timeOffset="53334">29284 5543 123 0,'0'0'183'0,"0"0"-9"0,0 0-11 0,0 0-8 15,0 0-12-15,0 0-8 0,0 0-12 0,0 0-7 16,0 0-9-16,-6-3-10 0,6 3-6 0,0 0-8 16,0 0-6-16,0 0-13 0,0 0-2 0,0 0-7 15,17-9-6-15,-10 3-3 0,9-3-9 0,-2-1-6 16,4 1 6-16,1-1-9 0,-3 1-1 0,2-3-3 15,4-1-3-15,-4 2-7 0,1-2 1 0,-2 4-3 16,0-4-1-16,-1 1 2 0,2 0 1 0,-4-1-4 16,1 2 1-16,-1-1-5 0,-4 3 4 0,-2 2 0 15,0 0 2-15,0-2-2 0,-2 4-3 0,0-1 3 16,-2 2 0-16,0-1 2 0,-4 5 3 0,6-4 2 16,-6 4-4-16,0 0-1 0,4-5-4 0,-4 5 0 15,0 0-4-15,0 0-2 0,0 0 4 0,0 0-5 16,0 0 3-16,0 0-3 0,0 0 1 0,-1 20 3 15,-2-11-3-15,2 3-1 0,0-2 6 0,-2 1-2 16,-1 0 3-16,0 0-5 0,2 1 3 0,1-2-4 16,-3 1 1-16,1-1 0 0,2 0-3 0,0-2-14 15,-3 2-17-15,0-2-20 0,3-1-30 0,-2 0-32 16,3-7-27-16,-2 11-31 0,0-5-159 0,-2-1-356 16,4-5 157-16</inkml:trace>
  <inkml:trace contextRef="#ctx0" brushRef="#br0" timeOffset="53511.68">29568 5241 152 0,'-10'-17'177'0,"0"1"3"0,-2 0-7 16,2 2-4-16,-1 0-3 0,0 1-7 0,3 6-21 16,3 2-10-16,-1-3-14 0,2 4-7 0,4 4-25 15,-7-7-30-15,7 7-36 0,-6-5-40 0,6 5-23 16,0 0-26-16,0 0-46 0,0 0-31 0,0 0-84 15,-14 16-253-15,14-16 112 0</inkml:trace>
  <inkml:trace contextRef="#ctx0" brushRef="#br0" timeOffset="54183.65">29605 4844 73 0,'0'0'149'0,"0"0"-18"0,-1-10-17 0,1 10-6 15,0 0-15-15,9-10-4 0,-5 6-7 0,5 1-7 16,-3-3-12-16,3 1-4 0,5 0-6 0,-2 2-8 15,0-4-3-15,0 2-10 0,-1 1 0 0,1 0 5 16,-3-1-7-16,-3 2-3 0,2 2 7 0,-8 1-6 16,9-3 0-16,-4 1 6 0,-5 2-8 0,0 0 2 15,8-3-8-15,-8 3-9 0,0 0 8 0,0 0-7 16,0 0 0-16,10 6 0 0,-9 0-1 0,0 2 0 16,-1 2-1-16,1 2 1 0,-2 2-4 0,1 1 6 15,-1 3-2-15,-2-2 10 0,0 0 1 0,0 1-4 16,2-1-3-16,0-6 2 0,-1 3-8 15,2-2 3-15,-2-3 1 0,2 1-7 0,0-9-5 0,-2 13 11 16,2-5-9-16,0-8 9 0,-2 11-4 0,2-11-1 16,-1 7 3-16,1-7-5 0,0 0 3 0,0 9-2 15,0-9-3-15,0 0 1 0,3 4-6 0,-3-4 1 16,0 0 0-16,0 0-1 0,9 3 2 0,-9-3 0 16,13-3 3-16,-13 3 1 0,17-6 1 0,-6 3-2 15,-1-2-2-15,1 1 2 0,1-1 0 0,0-2 0 16,5 0-6-16,-6 1 5 0,1-1-4 0,-4-1 2 15,7-1 5-15,-5 3-4 0,-1-2-3 0,0-1 1 16,0 1 1-16,-2-2 0 0,-2 2 0 0,-1-2 3 16,1 1 4-16,-1-1-7 0,-1 0 1 0,-2 0 1 15,-1 3-6-15,0-1 5 0,0 8 2 0,-5-11-2 16,5 11-1-16,-4-8 6 0,2 3-9 0,2 5 3 16,-6-5 0-16,6 5-7 0,0 0 4 0,-9-1-3 15,9 1 5-15,-8 9 1 0,2-2-3 0,3 1 3 16,-1 2 0-16,0-1 1 0,1 1 1 0,2-1-2 15,0 3 0-15,1-3 6 0,0-1-7 0,2-1 6 16,1 1-7-16,1-2-11 0,0-2-14 0,2 2-15 16,0-1-28-16,6 0-23 0,-2-2-36 0,0-1-128 15,2 0-277-15,-1-4 123 0</inkml:trace>
  <inkml:trace contextRef="#ctx0" brushRef="#br0" timeOffset="54905.6">30079 4795 67 0,'8'-3'116'0,"-8"3"-10"0,0 0 2 16,0 0-8-16,9 11-12 0,-9-11-8 16,5 6-6-16,-5-6-5 0,5 8-8 0,-5-8-7 0,4 3 2 15,-4-3-6-15,0 0-4 0,4 5-5 16,-4-5 19-16,0 0 4 0,0 0 2 0,0 0 2 15,4 5-1-15,-4-5 1 0,0 0-7 0,0 0-3 16,0 0-3-16,0 0-7 0,0 0-1 0,5-15-8 16,-5 15-6-16,5-13-5 0,-2 4-3 0,0 0-2 15,4 0-3-15,-2 0-5 0,0 0 0 0,0 2-3 16,0-2 1-16,1 2-4 0,-2 2-3 0,1-1-1 16,-5 6-4-16,9-6-1 0,-5 3-1 0,-4 3 3 15,12-3 1-15,-12 3-3 0,11 0 6 0,-11 0-6 0,12 1 1 16,-5 1 1-16,-7-2-2 0,11 0 2 0,-5 1-1 15,-6-1 2-15,13 0 1 0,-13 0 1 16,13-3 4-16,-6 1-3 0,2-1 1 0,-3 1 1 16,2-5-4-16,-1 4 0 0,-1-3 0 0,0 0 7 15,-1-1-6-15,-1 2 2 0,0 0-3 0,-3-4-3 16,2-1 1-16,-3 1-1 0,1 2 2 0,1-4-1 16,-2 11 4-16,-2-14-3 0,0 7-1 0,2 7 4 15,-2-14-3-15,1 9-2 0,1 5 3 0,-6-8-2 16,6 8-1-16,0 0-3 0,-3-8 2 0,3 8-9 15,0 0-8-15,0 0 18 0,-14 11-3 0,9-6 0 16,3 4-1-16,-2 1 0 0,2-1 5 0,0 1-2 16,2 2 2-16,-2-3-1 0,4 1 1 0,-1-2-3 0,0-1 4 15,2 0 0-15,0-2 0 0,-1 2 5 16,-2-7-5-16,5 10 2 0,-1-8 4 0,4 1 0 16,-8-3-4-16,7 3 1 0,-7-3 2 0,9 3-2 15,-9-3-3-15,0 0 2 0,17-6 1 0,-12 3-6 16,0-3 1-16,0 2 4 0,-1-2 0 0,4-2 0 0,-5 1-3 15,4-1 1-15,-3-2-3 0,1-1-5 0,-4 0 10 16,3 3 2-16,0-3-7 0,0 2 6 16,-3-2-3-16,1 5-1 0,2-4-1 0,-2 4-2 15,0-1 0-15,-2 7 1 0,3-10-8 0,-3 10 6 16,4-9-6-16,-4 9 2 0,4-3-4 0,-4 3 1 16,0 0 9-16,0 0-3 0,0 0-3 0,16 5 2 15,-16-5-1-15,9 7 0 0,-1 0 2 0,-2 1 4 16,-2-3 0-16,1 4-2 0,1 1 0 0,1-6-11 15,0 5-23-15,0-2-31 0,-7-7-36 0,10 13-41 16,-6-7-160-16,-4-6-329 0,6 10 145 0</inkml:trace>
  <inkml:trace contextRef="#ctx0" brushRef="#br0" timeOffset="55500">30686 4138 97 0,'0'0'172'0,"0"0"-11"15,-1-7-21-15,1 7-15 0,0 0-18 0,0 0-3 16,0 0-17-16,0 0-2 0,0 0-12 0,15 17 3 16,-11-6-8-16,3 3-3 0,-3 2-10 0,-1 1-1 15,4 0-8-15,-5-3-3 0,1 4 1 0,-1-1-9 16,2-2-1-16,-1-1-5 0,-1-2 0 0,2-2 2 16,0 6 10-16,1-5-32 0,-2-2-19 0,0 1-27 15,1-2-27-15,-1 0-31 0,1-4-22 0,-3 2-10 16,-1-6-100-16,4 7-246 0,-4-7 110 0</inkml:trace>
  <inkml:trace contextRef="#ctx0" brushRef="#br0" timeOffset="55833.75">30759 4120 27 0,'7'-6'115'16,"0"1"-9"-16,1-2 1 0,0 3-7 0,-3 2-15 15,-5 2-12-15,13-1-6 0,-5-1-4 0,-8 2-10 16,12 2-8-16,-6 1 5 0,0 0-9 0,0 2 2 16,-2 0-9-16,-2 1-2 0,2 4-5 15,-1-1 4-15,-2 1-9 0,-2 0 5 0,-2 1-10 16,2-1-3-16,-3 0-2 0,3-4-2 0,-2 2-20 0,3-8-1 16,-1 13-6-16,1-6-7 0,0-7 2 0,1 11-6 15,0-6 6-15,-1-5-1 0,5 9 1 0,-1-6 2 16,-4-3 6-16,11 6 3 0,-8-2-8 0,4-2 8 15,-2 2 2-15,-5-4 0 0,9 7 3 16,-5-4 0-16,1 2 8 0,-1-2 16 0,1 2-20 16,-5-5 4-16,5 11 1 0,-3-6 0 0,1 0 0 15,-2 2-1-15,-1-7 0 0,-1 9-9 0,1-9-21 0,-1 14-22 16,-2-8-36-16,-2 0-45 0,-1-2-139 16,1 0 61-16</inkml:trace>
  <inkml:trace contextRef="#ctx0" brushRef="#br0" timeOffset="56476.54">30999 4268 46 0,'12'-13'184'0,"2"0"-16"0,-1 1-11 16,-3-1-6-16,4-1-12 0,-6 4-7 0,1-4-15 15,-3 6-7-15,2-4-5 0,-4 3-12 0,1-1 0 16,-1 1-10-16,-2 2-8 0,-1-2-8 0,-1 9-8 15,2-11-3-15,-2 11-5 0,-2-9-6 0,2 9-4 16,0 0-6-16,-3-10-10 0,3 10-5 0,0 0 3 16,-8 0-4-16,8 0 0 0,0 0-4 15,0 0-5-15,-18 8 0 0,14-5-5 0,4-3-4 16,-5 4-3-16,5-4-1 0,0 0 2 0,0 0-6 16,-5 7 5-16,5-7-3 0,0 0 2 0,0 0 3 15,0 0-3-15,0 0 0 0,13 7 3 0,-13-7-3 0,0 0 3 16,14-3-1-16,-14 3 4 0,10-1 1 0,-10 1-6 15,9-4 7-15,-3 2-6 0,-6 2 1 0,12-6 0 16,-8 4-4-16,-4 2 6 0,9-3-3 16,-9 3-2-16,6-4 2 0,-6 4-9 0,0 0 4 0,10 0-5 15,-10 0 7-15,0 0 1 0,10 7-3 16,-6-2 2-16,0 0-3 0,2-1 7 0,-2 3-6 16,0 1 6-16,0-2-4 0,1 4 3 0,-1-3 0 15,1 0-1-15,1 1 5 0,-2-5-3 0,0 2 2 16,0-1-1-16,2 0 6 0,-6-4-6 0,9 8 2 15,-2-7 4-15,-7-1 0 0,14-3-1 0,-5 1 0 16,0-3 3-16,0 0-3 0,0-2 0 0,-1 1 0 16,1-1-6-16,-1 0 6 0,0-2-2 0,-1 1 4 15,0-1 3-15,-3 0-1 0,2-1 3 0,-2 1-6 16,0-4 4-16,2 4 6 0,-2 1-2 0,-2-2-2 16,-2 10 0-16,4-17-1 0,-4 17 0 0,3-14-2 15,-3 14 4-15,1-10-1 0,-1 10 4 0,0 0-16 16,0 0 2-16,0 0 1 0,-5-12-3 0,5 12 1 15,0 0-1-15,0 0 0 0,-20 21-3 0,16-11 2 16,-4 0 3-16,2 1-2 0,-3 4-2 0,4-3-1 16,0-3 2-16,2 0-1 0,-1 2 4 0,1-1-1 15,3 0-1-15,0-3-11 0,0-7-21 0,3 14-18 16,-3-14-19-16,8 11-14 0,-2-8-30 0,6 0-34 16,4-2-18-16,2-3-118 0,1 0-305 15,1-4 136-15</inkml:trace>
  <inkml:trace contextRef="#ctx0" brushRef="#br0" timeOffset="57033.36">31549 4009 93 0,'0'0'84'0,"0"0"9"16,-24 12-2-16,15-5 5 0,-1 0-10 0,2 1 1 16,-1 1-6-16,4-1 7 0,0 1-19 15,-2-2 3-15,5 2-9 0,2-9-6 0,-4 13-5 16,4-13-4-16,-3 12-1 0,3-12-12 15,0 0 1-15,5 10-1 0,-5-10-5 0,0 0 3 0,9 5 0 16,-5-3-2-16,-4-2-8 0,0 0-3 0,18-8-1 16,-13 4 2-16,2 0-6 0,-2 0 2 0,1-1 4 0,-1 1 6 15,-1-1 1-15,0-3-12 0,-1 1 5 16,-1 2-4-16,2-2 7 0,-4 7 1 0,4-11-1 16,-2 5-2-16,-2 6 1 0,4-9 0 0,-4 9-3 15,1-8-2-15,-1 8-3 0,0 0-4 0,4-8-6 0,-4 8-1 16,0 0-3-16,0 0 0 0,0 0-2 15,0 0 7-15,0 0-3 0,0 0-1 0,0 0-1 0,0 0 4 16,14 14-1-16,-11-11-2 0,-3-3-8 16,6 8 0-16,-6-8-11 0,9 6-2 0,-5-4-1 15,-4-2-3-15,10 2-7 0,-3-1 12 0,-7-1-15 16,11-3 8-16,-11 3 0 0,12-5 10 0,-7 0 1 16,0-1-6-16,-1 0 7 0,-4 6 15 0,3-12 10 15,-1 3 1-15,-1 1 3 0,-2-2 3 0,1-1 11 16,-2 0 3-16,1 0 2 0,-1-6-2 0,-1 5 12 15,-1-5 6-15,2 5 3 0,1-1 5 0,-2-2 2 16,2 4 0-16,-2 0 11 0,2 4 8 0,0 0 5 16,1 7-2-16,-3-8-8 0,3 8-5 0,0 0-14 15,-3-10-9-15,3 10-8 0,0 0-8 0,0 0-3 16,0 0-3-16,0 0-1 0,0 0-5 0,3 34 6 16,0-18-8-16,-1 0-1 0,-1 1-4 0,1 1 4 15,-1-1-4-15,4 1 0 0,-1-2-2 0,1-2 2 16,-1 2 0-16,0 0-3 0,-2-5-13 0,2 0-21 15,-1 1-32-15,1-1-34 0,-1-3-38 0,0-3-47 16,-2 1-40-16,2 1-176 0,-3-7-425 0,0 0 187 16</inkml:trace>
  <inkml:trace contextRef="#ctx0" brushRef="#br0" timeOffset="57246.7">31765 3852 70 0,'0'0'154'0,"0"0"2"16,0 0-15-16,0 0-1 0,0 0-13 0,-14 23-7 15,10-16-15-15,3 0-3 0,1-7-12 0,-3 12-6 16,2-6-10-16,1-6-6 0,0 10-10 0,0-10-5 16,2 11-5-16,1-5-8 0,1-2-23 15,1 1-33-15,-5-5-33 0,19 6-44 0,-7-5-36 16,0 0-98-16,5 1-246 0,1-2 110 0</inkml:trace>
  <inkml:trace contextRef="#ctx0" brushRef="#br0" timeOffset="57655.8">32027 3828 133 0,'0'0'195'0,"0"0"-23"0,-6-5-6 0,6 5-23 16,-8-3-4-16,8 3-17 0,0 0-13 0,0 0-9 15,-14 10-4-15,10-6-12 0,-1-1-9 0,5-3-7 16,-9 9-4-16,7-3-8 0,2-6-7 0,-4 10-4 0,4-10-6 16,-2 8-7-16,2-8 2 0,-1 7-4 15,1-7-3-15,0 0 0 0,3 8-2 0,-3-8 3 16,6 4-8-16,-6-4 0 0,6 3 3 0,-6-3-2 16,0 0-9-16,11-1 4 0,-11 1-4 0,0 0 4 15,11-8-6-15,-7 4-3 0,1-3 2 0,-1-1-6 16,-2-1 2-16,1-1 1 0,0-1-3 0,-2 0 0 0,-1-1-4 15,0-1 2-15,-1 3 6 0,-1-5-6 16,0-2 4-16,-1 0-8 0,1 5 7 0,-1 0-4 16,-2-2 5-16,2 1 1 0,1 3 8 0,-2 1 10 15,4 9 42-15,-4-12-3 0,4 12-6 0,-4-10-8 16,4 10-10-16,0 0-5 0,0 0-8 0,0 0-2 16,0 0-3-16,0 0-2 0,0 0-2 0,0 0 0 15,-5 33-2-15,5-17-1 0,3-1 2 0,-1 4-4 16,1 4 1-16,-2-3 1 0,3-1-2 0,-1-1-33 15,0 0-34-15,0-3-44 0,3 2-45 0,-2-3-68 16,-3-1-172-16,-1-13-416 0,6 19 184 0</inkml:trace>
  <inkml:trace contextRef="#ctx0" brushRef="#br0" timeOffset="57943.28">32107 3856 1 0,'0'0'148'0,"0"0"-14"0,0 0-2 0,0 0-22 16,15 0 5-16,-15 0-12 0,0 0 1 0,0 0-1 15,0 0-6-15,24 3 2 0,-24-3-8 0,0 0 3 16,17 0 2-16,-17 0 2 0,0 0 10 16,16-4 2-16,-16 4-7 0,6-8-2 0,-6 8-3 15,6-11-5-15,-6 11-1 0,4-15-14 0,-3 6 1 16,-1 9-13-16,-1-17 7 0,1 17-7 0,-3-14-6 15,3 14-10-15,-3-13-13 0,1 5 1 0,2 8-5 16,-5-11-8-16,5 11-9 0,-8-8-15 0,8 8-24 16,0 0-33-16,0 0-41 0,-13-8-32 0,13 8-31 0,0 0-51 15,-15 6-152-15,15-6-393 0,0 0 174 16</inkml:trace>
  <inkml:trace contextRef="#ctx0" brushRef="#br0" timeOffset="58321.28">32236 3755 13 0,'11'-6'223'0,"-11"6"-14"16,0 0-22-16,0 0-15 0,0 0-22 0,0 0-16 15,0 0-17-15,0 0-15 0,0 0-4 0,0 0-14 16,0 0-12-16,0 0-4 0,0 0-4 0,0 0-7 16,15 10-4-16,-15-10-7 0,0 0-9 0,6 12 0 15,-6-12 0-15,7 7-8 0,-7-7-14 0,0 0 1 16,9 7-8-16,-9-7-9 0,0 0 9 0,0 0-6 15,11 4 3-15,-11-4-6 0,0 0 1 0,0 0 3 16,0 0-3-16,16 0-3 0,-16 0 6 0,0 0-3 16,0 0 3-16,10-11-9 0,-10 11 9 15,9-8 6-15,-5 4-2 0,-4 4 2 0,9-11 3 16,-9 11 7-16,9-8-1 0,-9 8-2 0,8-4-3 0,-8 4-4 16,0 0 3-16,9-5-3 0,-9 5 1 0,0 0-1 15,11-1-3-15,-11 1-1 0,0 0-2 16,0 0-1-16,0 0 7 0,18 2-7 0,-18-2 3 15,9 3-2-15,-9-3 3 0,10 3 1 0,-10-3-5 16,0 0 4-16,16-3-1 0,-16 3-3 0,9-2 4 16,-9 2-17-16,10-3-15 0,-10 3-24 0,6-7-17 15,-6 7-28-15,6-9-24 0,-6 9-33 0,0 0-140 16,3-8-314-16,-3 8 139 0</inkml:trace>
  <inkml:trace contextRef="#ctx0" brushRef="#br0" timeOffset="58537.92">32510 3706 1 0,'1'-14'202'0,"-1"14"-3"0,0 0-13 0,-2-8-11 15,2 8-11-15,0 0-14 0,-4-14-18 0,4 14-8 16,0-7-11-16,0 7-9 0,0 0-11 0,-1-12-6 16,1 12-13-16,-3-5-4 0,3 5-12 0,0 0-9 15,-2-8-6-15,2 8-3 0,0 0-7 0,0 0-3 16,0 0-6-16,0 0-2 0,0 0-12 0,0 0-11 15,12 22-6-15,-12-22-21 0,4 19-39 0,0-10-26 16,-1 2-47-16,-2-1-169 0,0 1-333 0,-1-11 149 16</inkml:trace>
  <inkml:trace contextRef="#ctx0" brushRef="#br0" timeOffset="59355.88">32646 3536 28 0,'0'0'115'0,"0"0"0"0,0 0-13 0,21 28-12 0,-16-19-5 15,-5-9-14-15,0 0 2 0,0 0-4 16,23 42-15-16,-23-42-3 0,0 0-1 0,17 29-2 16,-17-29-9-16,0 0 4 0,18 22 0 0,-18-22-4 15,0 0 11-15,0 0 1 0,0 0 15 0,15 21 10 16,-15-21 6-16,0 0 8 0,0 0-8 0,0 0-3 15,0 0-9-15,0 0 0 0,0 0 2 0,0 0-6 16,0 0-3-16,0 0-11 0,47-45 0 0,-47 45-6 16,11-23-4-16,-11 23-5 0,11-30-3 0,-11 30-3 15,13-25-2-15,-13 25-6 0,0 0 3 0,12-39-9 16,-12 39-11-16,0 0-8 0,8-32-22 0,-8 32-18 16,0 0-40-16,0 0-47 0,0 0-46 0,0 0-155 15,7-25-356-15,-7 25 159 0</inkml:trace>
  <inkml:trace contextRef="#ctx0" brushRef="#br0" timeOffset="59596.81">32890 3595 129 0,'0'0'138'0,"0"0"-8"15,0 0-12-15,0 0-6 0,0 0-17 0,0 0-5 0,0 0-4 16,0 0-9-16,0 0-4 0,0 0-3 0,64-16-2 15,-64 16 3-15,0 0-7 0,0 0-4 16,0 0-6-16,17-19-6 0,-17 19-5 0,0 0-4 16,0 0-5-16,0 0-5 0,0 0-3 0,0 0-6 15,0 0-5-15,0 0-8 0,0 0-10 0,0 0-11 16,0 0-8-16,0 0-18 0,0 0-12 0,-67-32-27 16,67 32-27-16,0 0-124 0,0 0-250 0,0 0 111 15</inkml:trace>
  <inkml:trace contextRef="#ctx0" brushRef="#br0" timeOffset="59831.5">33060 3349 115 0,'0'0'179'0,"0"0"-25"15,0 0-12-15,0 0-15 0,0 0-8 0,0 0-5 16,0 0-11-16,0 0-10 0,0 0-4 16,0 0-16-16,0 0-7 0,42 56-2 0,-42-56-8 15,7 27-22-15,-7-27-25 0,0 0-28 0,6 39-55 16,-6-39-46-16,0 0-101 0,2 33-240 0,-2-33 107 16</inkml:trace>
  <inkml:trace contextRef="#ctx0" brushRef="#br0" timeOffset="60029.71">33176 3351 91 0,'0'0'194'0,"0"0"-21"16,0 0-15-16,0 0-24 0,0 0-12 0,0 0-11 15,0 0-14-15,0 0-5 0,0 0-8 0,0 0-7 16,0 0-11-16,0 0-4 0,0 0-22 0,0 0-27 15,37 66-44-15,-37-66-43 0,9 26-49 16,-9-26-92-16,0 0-232 0,8 36 103 0</inkml:trace>
  <inkml:trace contextRef="#ctx0" brushRef="#br0" timeOffset="61857.89">29426 6903 5 0,'0'0'54'0,"0"0"3"0,0 0-5 0,0 0-4 16,0 0-5-16,0 0-4 0,0 0 3 0,0 0-11 15,0 0-4-15,0 0 5 0,0 0 0 0,0 0-2 16,0 0 3-16,0 0 7 0,0 0-7 0,0 0 6 16,0 0-6-16,0 0-2 0,0 0-6 0,0 0 11 15,0 0-6-15,0 0-15 0,0 0 10 0,0 0 1 16,0 0-1-16,0 0-5 0,0 0-14 0,0 0 2 16,0 0 5-16,0 0-4 0,0 0 4 0,0 0-6 15,0 0-6-15,0 0 2 0,-10 0 5 0,10 0-4 16,0 0 6-16,0 0-5 0,0 0-3 0,0 0 10 15,0 0-4-15,0 0-2 0,0 0 0 0,0 0 0 0,0 0-15 16,0 0 12-16,0 0 1 0,0 0 9 16,0 0-18-16,0 0 3 0,0 0 12 0,0 0-11 15,0 0 8-15,19-2-9 0,-19 2 1 0,10 0-7 16,-10 0 8-16,14-1-10 0,-7 1-21 0,-7 0-2 0,17-1-9 16,-6 1-13-16,0-2-7 0,2 2-11 15,-1-1-50-15,-2 1-132 0,1 0 59 0</inkml:trace>
  <inkml:trace contextRef="#ctx0" brushRef="#br0" timeOffset="62392.37">29772 6857 10 0,'0'0'57'0,"0"0"-11"0,13-3-1 0,-13 3-9 16,13-3-5-16,-7 2-2 0,-6 1-3 15,13-3 0-15,-5 0-4 0,1 3-5 0,0-4-2 16,1 4-1-16,-1-2-2 0,0-1-1 0,-9 3-6 0,13-3 1 15,-4 2 2-15,-9 1-7 0,10-3 6 0,-4 0-3 16,-6 3 0-16,9-3-6 0,-9 3 3 16,13 0 1-16,-8-3 0 0,-5 3-1 0,12-4-1 15,-5 4 1-15,0-2 1 0,0-1-2 0,-7 3-2 0,14-4 1 16,-7 4 4-16,-1-4 0 0,-6 4 11 0,13-1-6 16,-5-3 3-16,-2 2 1 0,-6 2-1 0,12-2-1 15,-6 1-1-15,-6 1-6 0,10-1 0 0,-10 1-6 16,12-4-5-16,-7 3-7 0,-5 1-7 15,11-1-3-15,-11 1 1 0,13-3-6 0,-13 3 2 16,10-1 3-16,-2-2 2 0,-8 3 1 0,11-2 2 0,-11 2 7 16,10-2 0-16,-10 2 3 0,10 0 3 0,-10 0-2 15,6-1 6-15,-6 1 4 0,8-3-1 0,-8 3 4 16,7 0 0-16,-7 0 4 0,0 0-6 0,8-3 6 16,-8 3 0-16,0 0 1 0,0 0-4 0,0 0 4 15,10 0-3-15,-10 0-3 0,0 0-2 0,0 0 3 16,0 0-3-16,11 3-4 0,-11-3-6 0,8 0-8 15,-8 0-28-15,9 0-48 0,-9 0 21 0</inkml:trace>
  <inkml:trace contextRef="#ctx0" brushRef="#br0" timeOffset="63526.7">29912 6822 57 0,'0'0'99'0,"0"0"-5"16,0 0-8-16,0 0-11 0,-10-2-3 0,10 2-9 16,0 0-12-16,-12 2-7 0,12-2 4 0,-13 1-17 15,7 0-9-15,-2 2-7 0,-2-1-6 0,2 0-6 16,1-2-2-16,-1 1-2 0,-1 2-8 0,1-3 0 16,1 2-6-16,-2-1 5 0,9-1-2 0,-14 0 1 15,6 0 6-15,8 0-6 0,-10 2 5 0,10-2-2 16,-9 0 5-16,9 0-4 0,-8 2 2 0,8-2 1 15,0 0 6-15,0 0-8 0,-17 2 7 0,17-2-7 16,-13 2 2-16,5-2 3 0,0 2 1 0,1 0-3 16,-1-2 4-16,-1 3-6 0,-1 0 6 0,0-2 0 15,2 2 0-15,-4 0 4 0,6-2 7 0,-2 0 1 16,8-1 6-16,-10 2 2 0,10-2 11 0,0 0-7 16,-11 1 1-16,11-1-3 0,0 0-5 0,0 0 9 15,0 0-9-15,0 0-3 0,0 0-5 16,0 0 1-16,0 0-6 0,0 0 5 0,0 0-2 0,35-5-4 15,-22 3 1-15,0 0 5 0,5 0-3 0,-1-1-1 16,3 0 2-16,-1 0 0 0,0 2-1 16,3-2-3-16,5-3 3 0,2 5-3 0,-1-5-1 0,0 3-1 15,4-1-2-15,-2 0-15 0,2-1 2 0,-2 1 0 16,0 0 3-16,-1 2-5 0,-8-1 9 0,-2 0-10 16,0 0 10-16,-1 2-1 0,0-2 2 0,-5 0-2 15,1 2 6-15,0 0-5 0,-3 0 4 0,2 0-1 16,-3-2 4-16,0 0-5 0,3 2 7 0,-3 0-1 15,3 0 3-15,-1-1-7 0,-2 1 5 0,3-1-1 16,-2 1-1-16,0 1 2 0,0-2 1 0,-2 1 3 16,1-1-4-16,1 2-6 0,0-2 9 0,-3 2-11 15,-8 0 7-15,17-2-3 0,-9 2-1 0,0-2 5 16,-8 2-3-16,19-2 0 0,-13 2 5 0,6 0-5 16,-1-1 0-16,-11 1-5 0,13-2 6 0,-4 0-5 15,3 1-3-15,-5 0-5 0,3 1-2 0,-3-2 2 16,0 1-1-16,1-1 6 0,-8 2-4 0,18-3 5 15,-9 0-4-15,2 2 3 0,-2 0 3 0,-1-1 0 16,0 0-4-16,1 0 1 0,-9 2 4 0,15-3-3 16,-7 3 6-16,-1-3-9 0,-7 3 7 0,13-3-4 15,-13 3 5-15,12-2-1 0,-5 1 3 0,-7 1-3 16,12-1-7-16,-4 1 3 0,-8 0 1 0,13-3-2 16,-6 2 0-16,-7 1-2 0,13-1 6 15,-6-1-2-15,-7 2-3 0,16-1-3 0,-7 1 8 0,2-4-3 16,-1 4 0-16,-2-2-2 0,3 0 4 0,0 2 1 15,-1-3-2-15,-1 3 6 0,1-3-6 0,0 0-2 16,3 2-3-16,-4 0 4 0,3-1-1 0,-1 2-5 16,1 0-5-16,-1-2-1 0,2 1-6 0,-4 1 0 15,-3-1 2-15,-6 1 2 0,17 0 7 0,-11 0-11 16,-6 0 5-16,13 0 1 0,-13 0 3 0,8-2 4 16,-8 2 5-16,7-1-1 0,-7 1 5 0,0 0 8 15,13 0-4-15,-13 0 3 0,0 0 1 0,9-1 1 16,-9 1-1-16,0 0 7 0,12 1-2 0,-12-1-5 15,12-1 8-15,-3 0-3 0,-9 1-5 0,13-2 5 16,-7 1 3-16,-6 1-7 0,13-3 4 0,-8 3-6 16,-5 0 1-16,16-2-1 0,-10 0-5 0,-6 2 7 15,13 0 1-15,-7-3-2 0,-6 3 0 0,16-3-1 16,-16 3-4-16,10 0 2 0,-10 0 8 0,11-1-13 16,-11 1-6-16,9 0 10 0,-9 0 2 15,0 0-9-15,12-2 4 0,-12 2-11 0,0 0 0 0,9-1-12 16,-9 1-8-16,0 0-4 0,0 0-1 0,9 1-30 15,-9-1-74-15,0 0 235 0,0 0-142 0,0 0-52 16,0 0 23-16</inkml:trace>
  <inkml:trace contextRef="#ctx0" brushRef="#br0" timeOffset="65282.41">29058 6856 2 0,'0'0'35'16,"6"5"-5"-16,-6-5-3 0,7 6 1 0,-7-6-4 15,0 0-2-15,9 3-6 0,-9-3-19 0,0 0-7 16,9 4-19-16,-9-4-31 0,2 3 14 0</inkml:trace>
  <inkml:trace contextRef="#ctx0" brushRef="#br0" timeOffset="67293.45">30148 6042 41 0,'-10'1'36'0,"3"0"3"16,-4 1-6-16,0-1-5 0,-2 3 3 0,1-1-10 15,-2 0-1-15,3 1-4 0,-2-1-2 0,-5 3 8 16,0-3-8-16,2 1 3 0,-3-1-6 0,2 3-3 15,-4-1 3-15,2 0-6 0,1-1 3 16,4-2-5-16,-5 1 2 0,0 2 4 0,1 1-5 0,-1-4 1 16,0 4 0-16,1-2 2 0,-3 2-2 0,0-2 0 15,1 0-6-15,-1 3 0 0,-5 1-7 0,-1-1 6 16,8-2 4-16,1 0 2 0,2-1-6 0,-3 1 3 16,6-1-6-16,0 1 5 0,0-4 0 15,2 2-5-15,-2 3 1 0,3-1 1 0,-3 0 0 16,3 1-2-16,-3 1 2 0,1-1 0 0,1 1-2 0,-2-2 9 15,0 3-12-15,2 0 9 0,-1 0 0 0,2-2-1 16,-3 2-7-16,3-1 2 0,-4 1 1 16,-3 1-1-16,3 0 6 0,-2 1 1 0,-1-2-4 15,-1 3 12-15,0-3-12 0,0 2 7 0,-2-1-3 16,2 1-4-16,0-1 5 0,0 1-2 0,-1-1-7 16,1 1 1-16,0-1 8 0,2-1 1 0,-1 1-2 0,1-1-2 15,1 0 5-15,0 1-16 0,-3 0 12 0,4-1-6 16,4-2 5-16,-3-1 8 0,3 2-4 15,0-1 1-15,-2 1 2 0,5-1-6 0,-2 2-1 16,0-1 3-16,1 0-3 0,-1 0 4 0,0 0 0 16,3 1-2-16,-2-1-1 0,2 1 5 0,1-3-7 0,-3 3 2 15,2-1 3-15,-1 0 3 0,1 1 2 16,-1-1-2-16,0 3-2 0,0-3-3 0,3 1 2 0,4-8-1 16,-7 11 9-16,1-7-5 0,3 6 2 15,3-10-8-15,-9 11 4 0,9-11 1 0,-5 11-3 16,4-5 6-16,1-6-4 0,-7 12 2 0,7-12-8 15,0 13 4-15,0-13 0 0,-2 11 2 0,2-11-2 0,2 12 3 16,-2-12-3-16,3 14-3 0,-3-14 5 0,1 13-8 16,-1-13 6-16,3 15 3 0,-2-5-8 15,-1-10 4-15,6 13-4 0,-3-6-1 0,-3-7 7 16,7 9-6-16,-7-9 13 0,11 14-5 0,-6-8-1 16,4 0 0-16,-9-6 7 0,16 13-3 0,-9-10 2 15,2 3-1-15,2 0 2 0,0-4 0 0,1 0 7 0,1 5 1 16,0-6 0-16,6 4 3 0,-6-2-9 0,5-1-3 15,-2 1 1-15,2-1 4 0,0-4 1 16,-1 2-2-16,0 4-2 0,0-4 7 0,2 0-6 16,-1-2 1-16,-1 4-4 0,-3-1-2 0,4-1 0 15,-4 1 4-15,2 1 0 0,1-2-4 0,-4 0 7 0,6-2-1 16,-6 4-1-16,1-2-9 0,-1 0 3 0,-1 0 7 16,6-2-11-16,-5 0 6 0,0 2-4 15,1-2 2-15,0 2 8 0,-3-2-10 0,3 2-3 16,1-3-2-16,-4 2 10 0,4-2-14 0,1 1 14 15,-2 1-6-15,1-3 3 0,0 4-5 0,-2-4 9 16,6 3-2-16,-6-1-4 0,4 0 1 0,-3 2 18 0,2-4-21 16,-4 3 1-16,1-2-8 0,0 2 3 0,4-1 6 15,-3-1-1-15,4 0-5 0,-1 0-3 16,1 1 8-16,-1 0-1 0,-1-1 0 0,1 0 5 16,1 0-5-16,2-1-5 0,-2 1 2 0,0-1-1 15,-1-1 6-15,0 2-8 0,0 0 0 0,1 0 3 16,0-2-4-16,-7 3 3 0,2 0-6 0,1-1 5 0,3 0 2 15,-5 0 1-15,0 2-7 0,1-4 1 0,0 2 6 16,-1 0-9-16,2 1 7 0,-2 0 3 16,3 0-5-16,-3 0 4 0,4-2-2 0,-3-1 0 15,2 4 2-15,1-3-1 0,3 0-5 0,-4 1 13 0,3-2-14 16,-1 3-6-16,1-4 4 0,-5 1-8 16,3 1 1-16,-3 0-1 0,1-1 8 0,-3 1-4 15,3 0 9-15,-3 1-4 0,-1-2-4 0,-1 1 16 16,0 0-12-16,1 2-4 0,-1-2 4 0,1 1-6 15,-1-1 0-15,0-1-2 0,4 3 0 0,-2-4 1 16,1 4-6-16,-1-2 2 0,0 0 6 0,6-1-5 0,-6 1 11 16,-1-1-21-16,3 1 15 0,-2-1-7 15,2 3 6-15,-3-3 7 0,2 2 3 0,0-2-1 16,0 0-3-16,1 1-3 0,-4-3-1 0,-2 5 7 16,2-3 1-16,3-2 6 0,-4 2-8 0,-3 2 8 15,1-1-11-15,0-2 10 0,-1 2 8 0,1 1-8 0,0-1-6 16,-1 1 5-16,-1-2 4 0,2-2-4 15,-1 3 0-15,1-2-1 0,-1-1 1 0,-1 2 2 16,1-2-6-16,0 1 3 0,-2 1 1 0,1-3-7 16,0 3 8-16,0-1 7 0,-1 0 1 0,1-1 0 15,-2 0-4-15,-2 7 3 0,5-13-1 0,-2 7-1 16,-2-2-4-16,0-1 4 0,0 3-1 0,2-3-3 0,-2 1 7 16,1 0-8-16,-2 8 13 0,1-13-13 15,0 5-5-15,-1 8 5 0,0-15-1 0,0 4 3 16,0 4-7-16,0-3 5 0,0 0-3 0,-1 1-1 15,2-2-4-15,-2 3 0 0,0 0 0 0,-1-3 1 16,1 0-1-16,0 3 0 0,-1-3 2 0,0 4-2 16,-1-3 6-16,1 0-1 0,-2 3-8 0,3-2 8 15,-3 0-1-15,3 2-2 0,-3-2 0 0,1 3 4 16,3 6-9-16,-4-13 5 0,2 6 1 0,2 7 1 16,-5-16 4-16,0 12-1 0,2-6 7 0,1 4-10 15,2 6 3-15,-7-12-8 0,5 5-3 0,2 7 7 16,-7-10 1-16,3 4 1 0,-2 0-3 0,0-1 0 0,6 7 1 15,-12-10 4-15,3 6 1 0,9 4 0 16,-14-8-9-16,4 1 13 0,-2 4-10 0,3-3 13 16,-1 1-13-16,-1 1-4 0,0 0 10 0,2-1-8 15,-3 1 3-15,0-1 0 0,1 0 2 0,-3 1-2 16,3 0 1-16,-3-1 6 0,3 2-10 0,-2-1 2 16,0 2 6-16,0-3-5 0,0 1 7 0,0-1-6 15,-1 3 1-15,1 0 1 0,-4-2 7 0,4 2-6 16,1-1 4-16,-1 2 1 0,-4-1-5 0,-1 2-1 15,6 0 4-15,-6 0-6 0,4 0-7 0,-2 0 7 16,3-1 4-16,-4 1-1 0,-1 1 6 0,4-1-8 16,1 3-6-16,-5-3 4 0,1 3 6 0,0-1-14 15,-3-1 15-15,8 2-6 0,-6 1 0 0,1-4 3 16,-2 3-2-16,3 0 3 0,-3 0-18 0,-1 2 16 16,1 0 7-16,0-2-1 0,-4 2-8 0,-2 3 4 15,4-2-8-15,-6 1 1 0,0-2 1 0,1 3 9 16,-2 4-14-16,3-4 11 0,-2 2-4 0,6-2-10 15,-5-2-8-15,8 2 1 0,-1-1-15 0,-7 3 1 16,7-3-15-16,-2 2-7 0,4 0-10 0,-2 0-45 0,-5 2-117 16,5-2 52-16</inkml:trace>
  <inkml:trace contextRef="#ctx0" brushRef="#br0" timeOffset="76472.95">29401 7260 8 0,'0'0'40'15,"0"0"2"-15,0 0-11 0,0 0 2 0,0 0-1 0,0 0-6 16,0 0 5-16,0 0 3 0,0 0-6 0,0 0-1 15,0 0 0-15,0 0-4 0,0 0-1 16,0 0-3-16,0 0 0 0,0 0-4 0,0 0-2 16,0 0-4-16,0 0 4 0,0 0 1 0,0 0-9 15,0 0 2-15,0 0-3 0,0 0 6 0,-17-3-6 0,17 3 4 16,0 0 1-16,0 10-2 0,0-10-3 16,-1 7 0-16,1-7 0 0,-1 8 4 0,1-8 1 15,-2 11 9-15,2-11-6 0,-2 9 3 0,0-3 1 16,1 1-6-16,1-7 5 0,-3 12 5 0,3-6-8 15,-2 2 1-15,2-8 3 0,-1 14-4 0,1-2 5 0,-2-6-5 16,1 3-5-16,1 1 8 0,0 0-5 16,-2 1-1-16,2-1-5 0,2 2 10 0,-4-1-14 15,4 0 7-15,-2 2-4 0,1-1 0 0,1 1 1 16,-1-2 0-16,-1 1 0 0,2-1 13 0,2-1-23 16,-2 1 12-16,2 0 3 0,-2-2-4 0,1-2-5 0,1 1-2 15,-3-1 1-15,0 4 4 0,0-5 0 0,-1 0-6 16,0-6 0-16,3 14 2 0,-3-8 1 0,0-6 4 15,2 10 1-15,0-2-1 0,-2-8-4 0,0 11 9 16,0-11-6-16,0 11-1 0,0-4 6 16,0-7-3-16,1 10-7 0,-1-10 5 0,0 13 2 0,1-7-2 15,-1-6-4-15,1 13 6 0,-2-8 0 16,1-5 5-16,1 13-8 0,-1-13 4 0,2 11-2 16,-2-5 5-16,0-6-1 0,1 12 0 0,-1-5-4 15,0-7 1-15,-1 12 3 0,2-5 1 0,-1-7-1 16,-1 9 4-16,1-9-1 0,-2 15 3 0,2-15-2 0,-1 11 1 15,0-7-2-15,1-4-2 0,-1 10-1 0,1-10 5 16,-2 9-2-16,2-9 2 0,-1 10-7 0,1-10 0 16,-1 9-1-16,1-9 0 0,0 9-2 15,0-9-6-15,0 10 12 0,0-10-2 0,0 10-11 16,0-10 7-16,0 9-5 0,0-9 1 0,-3 10 3 0,3-10 4 16,0 10-1-16,0-10 1 0,3 11 0 0,-3-11 5 15,-3 13-4-15,3-13 2 0,0 11-7 0,0-4 9 16,0-7-11-16,0 12 4 0,0-12-3 15,0 9 2-15,0-9 1 0,3 11 4 0,-3-4-8 0,0-7 6 16,0 9-4-16,0-9 4 0,0 9-5 0,1-3 6 16,-1-6 1-16,1 10 0 0,-1-10-8 0,2 11 11 15,-2-5-2-15,0-6-4 0,0 10-1 0,0-10 2 16,0 12-4-16,0-12 4 0,1 9 8 16,-1-9-8-16,1 10-1 0,-1-4-6 0,0-6 6 0,1 9 5 15,-1-9-4-15,2 11 1 0,-2-11-3 0,2 8-3 16,-2-8 1-16,0 10 5 0,0-10 0 0,2 10-3 15,-2-10-3-15,1 9 7 0,-1-9 4 0,0 10-3 16,0-10-9-16,1 10 3 0,-1-10 2 0,1 7 3 16,-1-7-9-16,0 0 0 0,3 11 9 0,-3-11-1 15,1 6-8-15,-1-6 5 0,2 8 0 0,-2-8-1 16,1 8-2-16,-1-8 0 0,3 5 0 0,-3-5 2 16,1 9-3-16,-1-9 0 0,0 0 0 0,1 9 1 15,-1-9-3-15,1 7 3 0,-1-7 0 0,0 0 4 16,3 10 0-16,-3-10-5 0,1 6 0 0,-1-6 2 15,0 8 1-15,0-8-4 0,1 6-3 0,-1-6 9 16,0 0-4-16,2 13 6 0,-1-8-7 0,-1-5 2 16,0 0 0-16,0 8-3 0,0-8 2 0,1 8 8 15,-1-8-9-15,0 0-1 0,1 11 7 0,-1-11 3 16,0 0-7-16,2 8-1 0,-2-8-5 0,0 0 5 16,0 8-1-16,0-8 4 0,0 0 6 0,0 0-10 15,0 0 0-15,2 7 3 0,-2-7-6 0,0 0 3 16,0 0-5-16,0 0 8 0,0 0-5 0,0 0 3 15,0 0 1-15,0 0-5 0,2 5 6 0,-2-5 1 16,0 0-7-16,0 0 0 0,0 0 3 0,0 0-2 16,0 0 4-16,0 0-3 0,0 0-2 0,0 0-7 15,0 0-4-15,0 0-3 0,0 0-16 0,0 0 0 16,0 0-12-16,0 0-13 0,0 0-22 0,0 0-11 16,0 0-20-16,10-14-68 0,-10 14-194 0,4-11 87 15</inkml:trace>
  <inkml:trace contextRef="#ctx0" brushRef="#br0" timeOffset="77956.66">29442 7957 5 0,'0'0'54'0,"-4"-9"-1"16,4 9 0-16,0 0 4 0,-2-10-1 0,2 10-2 16,-1-9 2-16,1 9-7 0,-1-8-2 0,1 8-4 15,-3-9-5-15,3 9 5 0,-2-12-9 0,-1 5 8 16,3 7 0-16,-1-13-3 0,1 13-6 0,0-9 6 15,-1 2-4-15,1 7-4 0,0-12-13 0,0 12 7 16,0-12-6-16,-1 5 1 0,1 7-3 0,0-9 4 16,0 9-4-16,0-11 6 0,0 11 2 0,0-8 2 15,0 8-5-15,0 0 3 0,1-10-1 0,-1 10 6 16,0 0 0-16,0-9-6 0,0 9 4 0,0 0 2 16,0 0-7-16,0 0 1 0,0 0-6 0,0-9-1 15,0 9-3-15,0 0-2 0,0 0 4 0,0 0-4 16,0 0-1-16,0 0-5 0,0 0-5 0,0 0 2 15,0 0-2-15,0 0 2 0,0 0-6 0,0 0 6 16,0 0 0-16,0 0 2 0,0 0-3 0,0 0-1 16,10 22 0-16,-8-18 1 0,-2-4-3 0,4 11 0 15,-2-4 0-15,-2-7 4 0,2 11 1 0,1-6-7 16,-2 3 5-16,2 1-2 0,-2-5 3 0,1 5 2 16,0-2-7-16,1 2 7 0,0 1-2 0,-2-4 6 15,0 1 2-15,2 2 3 0,0 1-11 0,-2-3 7 16,0 0-2-16,1 2 1 0,-1-2-1 0,0 1-1 0,0-1 3 15,1 0 4-15,-1-2-5 0,0 3 0 0,-1-8 0 16,2 16 2-16,-1-8 3 0,1 0 1 16,1-1-2-16,-2 3 3 0,0-3-3 0,-1 1 0 15,2-1-4-15,0 2 5 0,-1 0-6 0,-1-2 2 16,2 0 0-16,-2-7 2 0,1 13-5 0,-1-6-2 0,1-1 2 16,-1-6 1-16,3 13-3 0,-2-7 2 15,0 1 1-15,-1-7 3 0,2 10 0 0,-1-4 0 16,0 1 1-16,1-1-6 0,-2-6 2 0,2 13 4 15,0-8-1-15,-1 2-4 0,-1-7 3 0,2 11-1 0,-2-11-2 16,3 10 3-16,-1-5 1 0,-2-5-1 0,3 10 5 16,-1-4-4-16,-2-6-1 0,3 9 0 15,-3-9 1-15,3 8 3 0,-3-8-3 0,2 10 3 16,-2-10-3-16,1 9-2 0,1-4 0 0,-2-5-1 16,1 8 3-16,-1-8-5 0,1 7 1 0,-1-7-1 0,3 6-2 15,-3-6 1-15,4 7-2 0,-4-7 4 0,1 6-5 16,-1-6 0-16,0 0 2 0,5 9-1 0,-5-9-2 15,1 6 0-15,-1-6 2 0,3 7 1 0,-3-7-3 16,0 0 2-16,2 9 0 0,-2-9-1 16,2 8 1-16,-2-8 4 0,0 6-1 0,0-6 3 0,1 8 4 15,-1-8 0-15,3 10-1 0,-2-6 1 0,-1-4-2 16,1 10 0-16,-1-10-1 0,1 10 0 0,-1-3 0 16,0-7 3-16,2 12-2 0,-1-6 1 0,-1-6-3 15,3 12 2-15,-3-6-2 0,0-6-1 0,1 11 0 16,0-5-3-16,-1-6 1 0,0 11-1 0,1-4-1 15,-1-7 1-15,4 12 1 0,-4-8-2 0,0-4 4 16,1 13-3-16,2-8 1 0,-3-5 2 0,2 12-1 16,1-6-6-16,-3-6 5 0,1 10 0 15,-1-10-3-15,2 10 0 0,-2-5 0 0,0-5 1 0,0 10 0 16,1-4 2-16,-1-6-1 0,1 12-4 0,2-7 3 16,-3-5 2-16,1 12 0 0,2-9-3 0,-3-3 2 15,0 13-2-15,0-13-1 0,1 10 2 0,0-4-2 16,-1-6 2-16,3 8-5 0,-3-1 4 0,0-7 2 15,2 10-3-15,2-6 0 0,-4-4 4 0,-1 10 4 16,1-10-1-16,1 9-3 0,-1-9 2 0,-1 9-5 16,1-9 1-16,0 9 3 0,0-9-5 0,0 8 2 15,0-8 1-15,1 9 0 0,-1-9-2 16,1 7 2-16,-1-7-4 0,2 10 3 0,-2-10-1 0,0 8-1 16,0-8 1-16,0 9-1 0,0-9 1 0,1 8 2 15,-1-8-2-15,0 8-1 0,0-8 0 0,1 9-1 16,-1-9 3-16,0 9-4 0,0-9 4 0,1 9 8 15,-1-9-9-15,3 10 1 0,-3-10 1 0,0 8 0 16,0-8 0-16,1 9-1 0,-1-9-1 0,2 10 3 16,-2-10-1-16,1 10-2 0,-1-10 2 0,0 8-1 15,0-8 0-15,0 11 1 0,0-11 0 16,1 8-1-16,-1-8 2 0,-1 12-2 0,1-12 0 16,0 8 0-16,0-8 1 0,0 0-2 0,0 8 1 0,0-8-2 15,1 7 1-15,-1-7 8 0,1 7-10 0,-1-7 0 16,2 9 2-16,-2-9 0 0,1 8 4 0,-1-8 2 15,-3 14 4-15,3-7-2 0,0-7 2 0,-2 12 0 16,2-6-4-16,0-6 2 0,0 11-3 0,-1-4 0 16,1-7 1-16,1 12-1 0,-1-6-1 0,0-6-2 15,1 13 0-15,-1-13-2 0,0 12 1 0,0-5 0 16,0-7-1-16,0 11 0 0,1-5-1 0,1 1 3 16,-4 3-2-16,2-10 1 0,-1 12-1 0,1-12 0 15,0 12 2-15,0-12-2 0,0 12 0 0,-1-7 0 16,1-5-2-16,-1 10 1 0,1-10 0 0,1 9 0 15,-1-9-1-15,0 0 3 0,0 7-2 0,0-7 2 16,0 0-2-16,0 0-1 0,0 0-6 0,-1 10-4 16,1-10-9-16,0 0-13 0,0 0-6 0,0 0-31 15,0 0-19-15,0 0-20 0,0 0-30 0,0 0-36 16,0 0-46-16,0 0-140 0,0 0-388 0,0 0 172 16</inkml:trace>
  <inkml:trace contextRef="#ctx0" brushRef="#br0" timeOffset="79183.75">29355 6354 13 0,'0'0'32'0,"0"0"0"0,0 0-3 15,0 0 3-15,0 0 0 0,0 0-5 0,0 0-4 16,0 0-4-16,0 0 4 0,0 0-4 0,0 0 4 16,0 0-3-16,0 0-4 0,0 0-2 0,0 0-9 15,0 0 6-15,0 0-1 0,0 0-6 0,0 0 3 16,0 0 1-16,0 0-4 0,0 0 5 0,0 0-3 15,0 0-2-15,0 0 1 0,0 0-5 0,0 0-4 16,0 0-3-16,0 0-1 0,0 0 3 0,0 0-6 16,0 0-1-16,0 0-10 0,-3 18-10 0,3-18-23 15,0 0-59-15,0 0 27 0</inkml:trace>
  <inkml:trace contextRef="#ctx0" brushRef="#br0" timeOffset="84350.7">29426 6935 20 0,'0'0'16'0,"0"0"-10"0,0 0-13 0,0 0-9 15,0 0 4-15</inkml:trace>
  <inkml:trace contextRef="#ctx0" brushRef="#br0" timeOffset="84727.61">29411 6912 43 0,'0'0'44'0,"0"0"-10"15,0 0 5-15,0 0-5 0,0-10-8 0,0 10 0 16,0 0 1-16,0 0-7 0,0 0-3 0,0 0 2 16,2-7 1-16,-2 7-2 0,0-9-5 15,0 9 0-15,0 0-4 0,2-9 2 0,-2 9-1 16,0 0 3-16,0-10 1 0,0 10-9 0,0 0-3 0,0-11 5 15,0 11-7-15,-2-10-7 0,2 10-11 0,0-14 9 16,0 14-1-16,0-9 1 0,0 9 6 16,0-10-7-16,0 10 0 0,-1-11-7 0,1 11 6 15,-1-11 0-15,0 5-3 0,1 6 1 0,-2-11 0 0,2 11-1 16,0-10 3-16,0 10-3 0,0-10 3 0,0 10-5 16,0-9 7-16,0 9-9 0,0 0-18 0,0-12-39 15,0 12 17-15</inkml:trace>
  <inkml:trace contextRef="#ctx0" brushRef="#br0" timeOffset="85473.77">29284 6375 5 0,'3'-11'7'0,"-3"11"1"0,0 0-7 15,0 0 6-15,0 0-5 0,0 0 7 0,0 0-4 16,0 0-2-16,0 0-1 0,0 0 2 0,0 0-2 16,0 0 2-16,0 0-1 0,0 0-2 0,0 0 3 15,0 0-5-15,0 0-1 0,0 0 6 0,0 0-6 16,0 0 1-16,0 0-11 0,0 0-11 0,0 0 6 16,0 0 45-16,0 0-36 0,0 0-6 0,0 0 2 15</inkml:trace>
  <inkml:trace contextRef="#ctx0" brushRef="#br0" timeOffset="87176.14">29291 6400 12 0,'0'0'22'0,"0"0"-6"0,0 0 0 0,0 0 2 15,0 0-1-15,0 0-3 0,0 0-2 0,0 0-1 16,0 0-3-16,0 0-2 0,0 0-4 0,0 0-6 16,0 0-7-16,0 0-13 0,0 0-25 0,0 0 12 15</inkml:trace>
  <inkml:trace contextRef="#ctx0" brushRef="#br0" timeOffset="89152.15">29320 6395 4 0,'0'0'46'0,"0"0"-7"0,0 0-1 16,0 0 1-16,0 0-11 0,0 0 2 0,0 0-15 15,0 0 5-15,0 0-9 0,0 0 1 0,0 0-2 16,0 0-1-16,0 0 2 0,0 0-6 0,0 0-7 15,0 0-5-15,0 0-7 0,0 0-3 0,0 0-30 16,0 0-50-16,0 0 23 0</inkml:trace>
  <inkml:trace contextRef="#ctx0" brushRef="#br0" timeOffset="90768.49">29305 6425 38 0,'0'0'33'0,"0"0"-3"16,0 0-2-16,0 0-16 0,0 0-7 15,0 0-14-15,0 0-15 0,0 0-24 0,0 0 12 16</inkml:trace>
  <inkml:trace contextRef="#ctx0" brushRef="#br0" timeOffset="91887.96">29324 6370 11 0,'0'0'35'0,"0"0"0"0,0 0-9 16,0 0 0-16,0 0-2 0,0 0-7 0,0 0-2 15,0 0-1-15,0 0-1 0,0 0-8 0,0 0 13 16,0 0-9-16,0 0 4 0,0 0-8 0,0 0 4 16,0 0-4-16,0 0 1 0,0 0 0 0,0 0 4 15,0 0-6-15,0 0 5 0,0 0-3 0,0 0 10 16,0 0-1-16,0 0 1 0,0 0 1 0,0 0 0 16,0 0 1-16,0 0-3 0,0 0 5 0,0 0-1 15,0 0-1-15,0 0 1 0,0 0 1 0,0 0-13 16,0 0 9-16,0 0 1 0,0 0 0 0,0 0-1 15,0 0-1-15,0 0-1 0,0 0 7 0,0 0-15 16,0 0 4-16,0 0 0 0,0 0 7 0,0 0-1 16,0 0-5-16,0 0 2 0,0 0 8 0,0 0-6 15,0 0-3-15,0 0 3 0,0 0-1 0,0 0-1 16,0 0-8-16,0 0 9 0,0 0-2 0,0 0 7 16,0 0-5-16,0 0 2 0,0 0 4 0,0 0-13 15,0 0 13-15,0 0 14 0,0 0-23 0,0 0 6 16,0 0-2-16,0 0-5 0,0 0 6 0,0 0 2 15,0 0-2-15,-8 21 2 0,8-21-4 0,0 0 2 16,0 0-7-16,0 0-4 0,0 0 13 0,0 0 4 16,0 0-11-16,0 0-4 0,0 0 11 0,0 0-14 15,0 0 1-15,0 0 1 0,0 0-3 0,5 5 17 16,-5-5-8-16,0 0-13 0,0 0 6 0,0 0 2 16,0 0-4-16,0 0 4 0,0 0-2 0,0 0-1 15,0 0 13-15,0 0-14 0,0 0-2 0,3 6 7 16,-3-6-9-16,0 0 7 0,0 0-1 0,0 0-9 15,0 0 8-15,0 0 0 0,0 0-1 0,0 0 3 16,0 0 0-16,0 0-5 0,0 0 7 0,0 0 5 16,0 0-7-16,0 0-3 0,0 0 6 0,0 0 3 15,0 0-1-15,0 0-4 0,0 0 0 0,0 0-1 16,0 0 8-16,0 0-9 0,0 0-3 0,0 0 3 16,0 0 2-16,0 0-1 0,0 0-4 0,0 0 3 15,0 0 1-15,0 0-6 0,0 0-2 0,0 0 5 16,0 0-5-16,0 0 4 0,0 0 0 0,0 0-4 15,0 0 2-15,0 0-11 0,0 0 11 0,0 0 2 16,0 0 3-16,0 0 1 0,0 0-3 0,0 0-2 16,0 0 4-16,0 0-5 0,0 0 2 0,0 0 2 15,0 0 2-15,0 0-7 0,0 0-1 0,0 0 1 16,0 0 5-16,0 0-11 0,0 0 8 0,0 0-3 16,0 0 3-16,0 0 2 0,0 0-1 0,0 0-6 15,0 0-12-15,0 0-12 0,0 0-7 0,0 0-27 16,0 0-7-16,0 0-15 0,0 0-19 0,0 0-85 15,0 0-203-15,0 0 91 0</inkml:trace>
  <inkml:trace contextRef="#ctx0" brushRef="#br0" timeOffset="95324.55">29385 7082 16 0,'0'0'34'0,"0"0"-4"0,0 0-4 0,0 0-3 0,0 0-1 16,0 0 1-16,0 0-4 0,0 0-1 0,0 0-4 15,0 0 0-15,0 0-3 0,0 0 0 16,0 0 1-16,0 0-7 0,0 0 2 0,0 0-7 16,0 0 6-16,0 0-1 0,0 0 0 0,0 0 0 15,0 0 4-15,0 0 10 0,0 0 0 0,0 0-4 0,3 18-1 16,-3-18-2-16,4 8 2 0,-4-8-7 0,1 7 3 16,-1-7-2-16,4 12 2 0,-3-5 8 15,-1 0-2-15,1 2 2 0,-1 0-4 0,2 1 0 16,-2 0 11-16,0 0 4 0,0 0-13 0,0 0-3 15,0 0 6-15,0-1 0 0,0 0-5 0,0 1 3 0,0-3-5 16,0-7 2-16,1 14-6 0,-1-5 9 16,0 0 0-16,1-2-3 0,-1-7 5 0,1 13-7 15,-1-4-3-15,0 1 1 0,0-3-1 0,0-7 2 0,0 14-4 16,0-9 3-16,2 1-9 0,-1 2 5 16,-1-8 1-16,1 9 3 0,1-2-7 0,-2-7 9 15,1 11-4-15,-1-11-3 0,2 10 0 0,1-6 4 0,-3-4-2 16,3 9-1-16,-1-2 8 0,-2-7-11 0,4 7 5 15,0-3 4-15,-4-4-12 0,4 8 2 16,-4-8 5-16,3 6-2 0,-3-6 0 0,4 7-2 16,-4-7 3-16,4 7-1 0,-4-7-6 0,3 6 6 0,-3-6-3 15,0 0 0-15,2 6-4 0,-2-6 9 16,4 4-8-16,-4-4 1 0,0 0 0 0,4 9 5 16,-4-9 5-16,4 5-6 0,-4-5-3 0,0 0 8 15,2 9-4-15,-1-4 0 0,-1-5-4 0,2 8 7 16,-2-8-6-16,2 6 1 0,-2-6 0 0,3 8 0 15,-3-8-4-15,3 8 0 0,-3-8 11 0,2 7-7 16,1 0 0-16,-3-7 1 0,1 11 2 0,0-6 1 16,-1-5 4-16,0 12-5 0,0-12 2 0,2 11-1 15,-2-6 0-15,1 3 4 0,-1-8 0 0,0 14-7 16,0-7 2-16,1 2 5 0,-1-9-10 0,1 13 8 0,-1-6-4 16,0-7-1-16,3 13-1 0,-3-8 2 0,1 3-1 15,-1-8-1-15,1 13-1 0,-1-6 4 16,3 1 2-16,-3-2-2 0,0-6-1 0,1 13 7 15,0-8-9-15,-1-5 5 0,3 13 1 0,-2-5 1 16,-1-2-7-16,0-6 4 0,3 12 1 0,-2-6-3 0,-1-6-4 16,-1 9 7-16,2-2-3 0,-1-7 0 0,1 10 4 15,-1-10 1-15,0 10-1 0,0-10-3 0,0 12 2 16,0-7 6-16,0-5-4 0,2 10-1 16,-2-10-4-16,-2 9 2 0,2-9-6 0,0 10 8 0,0-10-8 15,0 9 2-15,0-9 2 0,0 9 5 0,0-9-4 16,2 9 5-16,-2-9-3 0,2 7 1 0,-2-7-3 15,-1 9 0-15,1-9-4 0,0 0 4 16,0 10-1-16,0-10 1 0,1 9 1 0,-1-9-3 0,0 9 1 16,0-9 1-16,-1 8-4 0,1-8 5 0,1 10 2 15,-1-10 0-15,2 10 11 0,-2-10-13 0,0 10-2 16,0-10 3-16,0 9-3 0,0-9-1 0,0 10 1 16,0-10 2-16,0 9 1 0,0-9 6 0,0 9 8 15,0-9-8-15,0 11-6 0,0-11-4 0,0 9 4 16,1-4 0-16,-1-5 3 0,1 11-4 0,-1-11 1 15,0 8 7-15,0-8-4 0,0 11 3 0,0-11-6 16,2 8 2-16,-2-8-6 0,2 9 2 0,-2-9 0 16,0 9-1-16,1-3-2 0,-1-6 0 0,3 10 4 15,-3-10 2-15,0 10 0 0,0-10-3 0,1 9 1 16,-1-9-2-16,1 8-2 0,-1-8 1 0,3 9 2 16,-3-9 4-16,2 8-4 0,-2-8 3 0,0 9-3 15,0-9 1-15,3 8 1 0,-2-4 4 0,-1-4-8 16,0 0 4-16,2 12-1 0,-2-12-3 0,1 7 4 15,0 0 9-15,-1-7-4 0,1 9 2 0,-1-9 1 16,0 10-6-16,0-10 4 0,0 9-2 0,0-9 0 16,0 11 2-16,0-11-3 0,-1 9 0 0,2-3-3 15,-1-6 1-15,3 11 1 0,-3-5 2 0,0-6 5 16,0 13 3-16,-1-5-1 0,1-8-1 0,0 13-1 16,1-5 0-16,-1-8 8 0,0 12-11 0,-3-5 0 15,2 0-1-15,1-7 0 0,-1 13-1 0,0-8-5 16,1-5 2-16,1 12 5 0,-1-12-8 0,0 10-1 15,0-10 0-15,-1 9 3 0,1-9-3 0,0 12-1 16,0-12-1-16,0 10 3 0,0-10-3 0,0 10 2 16,0-10-1-16,0 11-1 0,1-7 1 0,-1-4-1 15,0 11 1-15,0-11 0 0,1 9 0 0,-1-9-1 16,0 10 2-16,1-4-1 0,-1-6-3 0,2 10 0 16,-2-10-1-16,0 11 1 0,1-6 2 0,-1-5-4 15,0 9 0-15,1-2 2 0,-1-7 0 0,2 9 1 16,-2-9 1-16,1 9 0 0,-1-9-1 0,-1 10 0 15,1-10 0-15,1 8-2 0,-1-8 3 0,2 11-2 16,-2-6 2-16,2 3 3 0,-2-8-1 0,0 11-2 16,0-3 3-16,0-8-3 0,0 10 1 0,0-10-1 15,0 14-1-15,0-7 2 0,0-7-1 0,0 12 1 16,3-6 1-16,-3-6-1 0,-2 11-3 0,2-4 3 16,0-7-3-16,0 12 2 0,0-6 2 0,0-6-2 15,2 12 1-15,-2-6 2 0,0-6-5 0,2 12-1 0,-2-6 1 16,0-6 2-16,1 11 3 0,0-6-2 0,-1-5 0 15,0 13 0-15,0-7-2 0,0-6-1 16,0 9 4-16,0-9-3 0,3 10 0 0,-3-4 2 16,0-6 1-16,1 11-1 0,-1-11 2 0,-1 10 5 15,2-4-3-15,-1-6 3 0,0 13-2 0,0-7 2 0,0-6-1 16,0 13 2-16,-1-6-4 0,1-7-4 16,0 13 4-16,-1-6-5 0,1-7 3 0,1 16-1 15,-1-10 1-15,1 1-1 0,-1-7-1 0,0 11 1 16,1-6-3-16,-1-5 2 0,2 10-1 0,-2-10 0 0,1 10 0 15,-1-10 1-15,0 9-5 0,0-9 7 0,1 10-4 16,-1-10 0-16,0 9 2 0,0-9-2 16,0 8 1-16,0-8 2 0,3 8-5 0,-3-8 3 15,0 6-2-15,0-6 1 0,2 9-2 0,-2-9-1 16,2 7 1-16,-2-7 1 0,2 8 0 0,-2-8 0 0,3 9 0 16,-3-9 2-16,1 10-3 0,0-3 3 0,-1-7 2 15,2 9-2-15,1-6 2 0,-3-3-3 0,2 12 0 16,-1-8 3-16,-1-4-3 0,1 8-1 0,-1-8-1 15,3 7 2-15,-3-7-1 0,0 0-1 16,1 10 2-16,-1-10-2 0,1 7 3 0,-1-7 1 0,2 5 0 16,-2-5-1-16,2 7 0 0,-2-7-1 0,3 7-2 15,-3-7 6-15,0 0-4 0,1 8-1 0,-1-8 2 16,3 6 0-16,-3-6 1 0,1 7-2 16,-1-7 1-16,3 6 0 0,-3-6-5 0,2 8 3 0,-2-8 2 15,4 5-2-15,-4-5 0 0,0 0 3 0,0 13-3 16,0-13 0-16,4 5-2 0,-4-5 3 0,1 7 0 15,-1-7 2-15,1 7-2 0,-1-7-2 16,0 0-1-16,4 8 3 0,-4-8 1 0,0 0-2 0,1 8 2 16,-1-8 0-16,2 5 2 0,-2-5-4 0,0 0-1 15,2 7 3-15,-2-7-3 0,0 0 5 0,0 0-1 16,0 0-2-16,0 0 1 0,0 0-1 0,0 0-1 16,0 0 4-16,1 10-2 0,-1-10 1 15,0 0 0-15,0 0 4 0,0 0 0 0,0 0-1 16,0 0-1-16,0 0 0 0,0 0 1 0,0 0-1 0,0 0 3 15,0 0-1-15,0 0 1 0,0 0-1 0,0 0 4 16,0 0-3-16,0 0-1 0,0 0-1 0,0 0 1 16,0 0-13-16,0 0-20 0,0 0-34 0,0 0-23 15,0 0-45-15,-2-35-44 0,2 23-52 0,-5 1-175 16,5-5-429-16,-4-3 191 0</inkml:trace>
  <inkml:trace contextRef="#ctx0" brushRef="#br0" timeOffset="97530">29323 7011 19 0,'0'0'30'0,"0"0"3"0,15 2-4 0,-15-2-5 16,0 0 1-16,0 0-2 0,18-7 2 0,-12 6 0 15,-6 1-5-15,13-4-1 0,-3 2-2 0,-3-1 3 16,4-1-5-16,-4 2-2 0,4 0-1 0,-1-3 6 16,1 3 0-16,0-2-4 0,2-1-5 0,-2 0 3 15,6-2-2-15,-2 2-4 0,-1 0-2 0,3-1-3 16,2 0 2-16,-3-1 1 0,0 1 1 0,0 0 1 16,3 1-2-16,0-2-4 0,-1 0 1 0,-1 3 8 15,2-1-8-15,0 2-2 0,0-2 5 0,-1 1-3 0,1-3-4 16,-1 2 1-16,1 1-1 0,0 0-3 0,-1 2 6 15,1-1-9-15,-2-1 2 0,3 1 3 0,-3-1 2 16,1 1-5-16,-2-2 5 0,1 1-1 16,2 0-2-16,-2 0 2 0,1 3 2 0,-2-6 0 15,3 5-2-15,-2-4-1 0,-2 3-2 0,-1 0 5 0,4-3-2 16,-1-1 2-16,-2 4-2 0,3-5 3 0,-1 4 0 16,2-2-5-16,-4 0 5 0,3-1-3 15,-1 3 0-15,-4-2 5 0,-1 0-1 0,5 1-4 0,-7 1 6 16,2 3-3-16,-2-2 0 0,-1-1-1 15,0 2 2-15,0-1-1 0,-2 1-2 0,1-1 1 0,0 1-1 16,3-1 2-16,-3 1-1 0,-2 0 3 16,3 0 2-16,1-1-7 0,1 1 3 0,-4-1-1 15,1 0 5-15,-2 3 1 0,-6 0-6 0,11-6 0 16,-4 5 5-16,-7 1-3 0,12-2 1 0,-12 2-3 16,10-2 14-16,-2 1-12 0,-8 1 3 0,11-3 0 0,-4 1-6 15,-7 2 5-15,12-2-1 0,-4-1 3 0,0 1-4 16,-8 2 4-16,14-2-4 0,-8 2 1 15,-6 0 7-15,12-3-10 0,-12 3 5 0,12 0-3 0,-5-1-1 16,-7 1-1-16,14-3-3 0,-5 3-1 16,-2-1 12-16,-7 1-6 0,15 0-1 0,-9-1 2 0,-6 1-2 15,15 0 9-15,-15 0-5 0,11-2-8 0,-11 2 10 16,12-2-2-16,-12 2-5 0,12 0-1 16,-12 0 12-16,11-1-7 0,-11 1 8 0,12-2-7 15,-12 2 4-15,9 0-8 0,-9 0 6 0,8 0 3 16,-8 0-3-16,13-1-2 0,-13 1-1 0,15-1 2 15,-9 1-1-15,-6 0 1 0,15-3-7 0,-8 3 3 0,0-1 5 16,-7 1 0-16,17-3-5 0,-11 2 3 0,2 1 2 16,2-2-7-16,-1 1-1 0,-9 1 9 0,19-2-6 15,-11 2 2-15,0-3-5 0,-1 2 3 16,-7 1 2-16,21-3-15 0,-10 3 11 0,1 0-1 16,-2-1 6-16,0-1-7 0,3 0 1 0,-4 1 5 0,2 0 5 15,-2-2-8-15,0 2 1 0,3 0 5 16,-5-1-3-16,1 1-4 0,-8 1-1 0,14-1 2 0,-7 0-13 15,-7 1-5-15,11-2-8 0,-11 2-10 16,9 0-46-16,-9 0-87 0,0 0 39 0</inkml:trace>
  <inkml:trace contextRef="#ctx0" brushRef="#br0" timeOffset="98502.36">30375 6851 20 0,'0'0'53'0,"0"0"-5"16,0 0 2-16,0 0-6 0,0 0 5 0,0 0-14 15,0 0 3-15,0 0 0 0,0 0-7 0,0 0 2 16,0 0-5-16,0 0-11 0,0 0 10 0,0 0 1 15,0 0-8-15,0 0 0 0,0 0 2 0,0 0-7 16,0 0 2-16,0 0-3 0,0 0 3 0,0 0-3 16,0 0-3-16,0 0 3 0,0 0-3 0,0 0-7 15,0 0-10-15,0 0 3 0,0 0 3 0,0 0 3 16,21-16-5-16,-21 16-4 0,0 0 10 0,0 0-8 16,0 0 3-16,0 0-7 0,0 0-11 0,0 0-1 15,0 0-5-15,0 0-2 0,0 0-9 0,0-11-2 16,0 11-7-16,0 0 6 0,-8-4-1 0,8 4 3 15,-10-1 5-15,10 1-25 0,-10-2-60 0,10 2 201 16,-13 0-109-16,13 0-12 0,-12 0 32 0,12 0-8 16,-13 2 7-16,13-2 2 0,-12 1 4 0,12-1 3 15,-9 2 4-15,9-2 0 0,0 0 10 16,0 0-1-16,0 0 4 0,-14-2 2 0,14 2-1 16,0 0 5-16,0 0 1 0,0 0-1 0,0 0 6 0,0 0-5 15,-14 2 11-15,14-2-9 0,0 0 0 0,0 0-1 16,0 0-9-16,0 0-2 0,0 0 2 0,0 0-5 15,0 0-10-15,0 0 2 0,0 0 5 0,0 0 3 16,0 0 0-16,0 0-3 0,0 0 8 16,0 0 1-16,0 0-4 0,45-8-3 0,-35 7 1 15,2-3-7-15,3 1 9 0,4-1 12 0,-3 1-19 16,4-1-1-16,-1 1 0 0,0-1 6 0,3 1-5 0,-1-4 10 16,7 2-9-16,0-1-3 0,-1-4-6 0,1 4 5 15,0 0-5-15,0 0 4 0,-1-1-4 0,1 2 2 16,-9-2-6-16,1 2 2 0,1 1 2 15,1-1-1-15,-5-1 7 0,2 2-9 0,-2 0 6 16,0-1-4-16,-3 1 11 0,-2 1-9 0,5-1-6 16,-5-2 3-16,-1 6 3 0,0-5 0 0,-1 3-6 0,1-1 8 15,-2 2 0-15,-1-1 2 0,0 1-13 16,0-1 5-16,0 2 3 0,0-2 1 0,1 0 0 16,-9 2-5-16,14-3 10 0,-6 3-15 0,-2-2 6 15,2-1-3-15,-8 3 5 0,14-4 4 0,-8 3-3 16,-6 1-11-16,14-1 10 0,-9 0-2 0,-5 1 12 15,11-3-11-15,-11 3 8 0,11 0-1 0,-11 0-4 16,6-3 2-16,-6 3-1 0,0 0 1 0,8-1 0 0,-8 1 2 16,0 0-2-16,0 0-6 0,0 0 2 15,9-1 5-15,-9 1-12 0,0 0 12 0,0 0-3 16,0 0-4-16,0 0 3 0,9-2-2 0,-9 2 7 16,0 0-4-16,0 0 3 0,0 0-9 0,0 0-4 15,0 0-12-15,0 0-5 0,0 0-12 0,0 0-11 0,0 0-27 16,0 0-50-16,0 0-135 0,0 0 60 0</inkml:trace>
  <inkml:trace contextRef="#ctx0" brushRef="#br0" timeOffset="99582.73">29457 6996 11 0,'0'0'27'16,"0"0"-1"-16,-12-1 6 0,12 1-3 0,0 0-7 16,0 0-3-16,-11-3-2 0,11 3 2 0,0 0 0 15,0 0-9-15,-14-3 2 0,14 3-1 16,0 0 1-16,0 0-8 0,-9-4 1 0,9 4 2 0,0 0 3 15,0 0-10-15,0 0 6 0,0 0 2 16,0 0-2-16,-9-3 7 0,9 3-12 0,0 0 5 0,0 0-3 16,0 0-1-16,0 0-2 0,0 0 3 0,0 0-5 15,0 0 4-15,0 0-1 0,0 0 1 0,0 0-2 16,0 0 2-16,0 0-3 0,0 0 0 16,0 0 1-16,0 0 0 0,0 0-3 0,0 0 2 15,0 0 4-15,0 0-5 0,0 0 8 0,0 0-3 16,0 0-3-16,0 0 2 0,0 0 2 0,0 0-5 0,28-8 8 15,-28 8-2-15,14-2 0 0,-4-1 1 16,3-1-3-16,-1 0-8 0,2 2 7 0,-2-2 5 16,9 0 2-16,-4-1 0 0,3 0-3 0,0 1 2 15,1 1 6-15,7-4-4 0,-6 4 15 0,4-3-15 16,-5 2-1-16,9-1-7 0,-1-2 7 0,2 1 3 16,-2 1-1-16,0-1-5 0,3 0 6 0,-1 0-3 0,2 0 4 15,0-1-7-15,-1-2-5 0,0 2 8 0,0-2-3 16,0 2-6-16,-1-1 0 0,-3 1 2 15,3 0 4-15,-2 0-3 0,-2 0-2 0,2 1 0 0,-2-1 6 16,1-1-9-16,0 2 8 0,-7 0-8 16,1 1 4-16,-3 1 10 0,4-2-15 0,-4 1 3 15,3-1 3-15,4 1-3 0,-5 0 1 0,-3 2 0 0,2-1 6 16,-2 1-3-16,1-1-4 0,0 1 1 16,-2-1 1-16,-3 2 3 0,0-1-4 0,0 1 0 15,-1-2-1-15,0 2 0 0,1-1-1 0,-1 2 13 16,-1 1-12-16,0-3 3 0,1 2-2 0,1-1 3 15,-3-1-9-15,8 1 11 0,-7-2-3 0,2 4-5 16,-1-3 2-16,2 0 4 0,-3 0-4 0,7 1-3 0,-8-1 2 16,2 1-1-16,5-2 5 0,-6 3-1 15,3-1-6-15,-2 2 6 0,0-4-5 0,0 0 0 16,1 2-2-16,-2 0 11 0,2-1-6 0,0-1 11 16,-4 1-8-16,3 2-4 0,-4 0 7 0,1 0-3 15,-3-1 0-15,1 1-3 0,0 0-6 0,-8 1 12 16,13-1 2-16,-13 1-2 0,10-2-7 0,-10 2 7 0,8 0-5 15,-8 0 4-15,0 0 7 0,9-1 0 16,-9 1-3-16,0 0-3 0,0 0 6 0,9-3-5 16,-9 3 4-16,0 0-1 0,0 0 0 0,0 0-2 15,0 0-3-15,0 0-14 0,0 0-14 0,0 0-21 16,0 0-29-16,0 0-38 0,0 0-118 0,0 0 52 16</inkml:trace>
  <inkml:trace contextRef="#ctx0" brushRef="#br0" timeOffset="100491.52">31347 6517 32 0,'0'0'134'0,"0"0"-2"0,-8-2 0 16,8 2-28-16,0 0-5 0,0 0-3 0,0 0-20 16,0 0-6-16,0 0-11 0,0 0-2 0,18-11-6 15,-9 7-4-15,4 0-9 0,2-3-2 0,3 1-1 16,0 2-2-16,-1-1-10 0,-1 0 8 0,-4 2-10 16,1-2-8-16,-3 1 5 0,1 1-2 0,-2-1-7 15,3 3-6-15,-6-2-20 0,1 2-14 0,-7 1-9 16,12-3-19-16,-12 3-2 0,8-4-3 0,-8 4-3 15,0 0-7-15,0 0-4 0,9 0 3 0,-9 0-1 16,0 0 6-16,0 0 8 0,0 0 3 0,0 0 11 16,0 0 0-16,0 0 13 0,0 0 2 0,0 0 14 15,0 0 12-15,-17 13 14 0,17-13 0 0,0 0 8 16,0 0 5-16,-7 3 10 0,7-3 5 0,0 0 8 0,0 0 1 16,0 0 15-16,0 0-8 0,0 0-12 15,0 0 1-15,0 0-8 0,0 0-2 0,0 0 0 16,0 0-10-16,0 0-1 0,0 0 2 0,0 0-2 15,0 0 15-15,1 10 11 0,-1-10 7 0,0 12 1 16,0-2 4-16,1-1 1 0,2 1-5 0,-2 2 9 16,-1 2 0-16,0-2-6 0,0 0 0 0,0 0-3 15,1 2-1-15,1 1-7 0,-2-5 0 0,1 2-5 16,0-5-5-16,-1 4 4 0,3-1-4 0,-2-2-5 16,2-2-6-16,-2-1-2 0,0 4 2 0,-1-9-5 0,3 8-2 15,-3-8 1-15,2 9-2 0,-2-9-5 16,3 8 3-16,-3-8-3 0,3 5 1 0,-3-5-4 15,0 0 0-15,2 7 1 0,-2-7 0 0,0 0 2 16,0 0-1-16,0 0 4 0,0 0 3 0,0 0-8 16,0 0 2-16,0 0-4 0,0 0-2 0,0 0 4 0,0 0-7 15,0 0 2-15,-14 3-2 0,14-3-1 0,-10 0-4 16,10 0-2-16,-16-1-3 0,16 1 4 16,-14 1 0-16,4-2-3 0,-1 2 0 0,2-1 1 0,-2 1 1 15,11-1 0-15,-12 0 3 0,4 1-3 0,8-1 1 16,-13 0 5-16,7 2-6 0,6-2 1 0,-9 1-1 15,9-1-1-15,0 0 0 0,-12 1-1 0,12-1 3 16,0 0-6-16,0 0 1 0,0 0 6 0,0 0-5 16,0 0 5-16,0 0 2 0,0 0 2 0,0 0 1 15,30 0-1-15,-19-1 4 0,1-2-1 0,0 0-6 16,5 0 3-16,0-1-4 0,-3 2-2 0,0 0-15 16,-1-1-27-16,3 0-18 0,-3-1-37 0,-1 1-27 15,0-1-22-15,0 0-107 0,-3 0-279 0,0-1 124 16</inkml:trace>
  <inkml:trace contextRef="#ctx0" brushRef="#br0" timeOffset="100879.87">31748 6596 16 0,'7'-4'127'0,"-7"4"-2"0,8-3-16 15,-8 3 2-15,13-3-3 0,-5 1-8 0,-8 2-8 16,13-2-11-16,-5 0-3 0,-8 2-6 16,10-1-5-16,-4-1 0 0,-6 2-4 0,10 0-7 0,-10 0 9 15,0 0-18-15,11 3-2 0,-6-1-5 0,-5-2-1 16,0 0 0-16,2 7 8 0,-2-7 8 0,-1 11-2 16,1-11-4-16,-2 11-1 0,-2 0-4 0,-2-1 0 15,0-3-3-15,0 3-2 0,-1 0-6 0,4 0 1 16,-4-1-7-16,1-1 1 0,-1 3-3 0,0-3 3 15,0 1 0-15,1 0 1 0,-2-1-3 0,5-2 3 16,-1-1-8-16,0 0 2 0,0-1-2 0,4-4-2 16,-5 6-1-16,5-6-8 0,-4 6 2 0,4-6-4 15,-3 7 2-15,3-7 3 0,0 0-3 0,0 0-1 16,0 0 6-16,0 0-6 0,9 4-1 0,-9-4 4 16,13-1-4-16,-13 1 1 0,18-3-10 0,-8-2-14 15,3 3-23-15,-1-4-27 0,-2 3-38 0,4 0-47 16,-1-1-33-16,-2-1-140 0,-2 1-349 0,1 1 154 15</inkml:trace>
  <inkml:trace contextRef="#ctx0" brushRef="#br0" timeOffset="101548.01">32039 6656 21 0,'2'7'167'0,"-2"-7"-24"16,0 0-10-16,1 9-7 0,-1-9-10 0,2 7-5 16,-2-7-1-16,5 4 0 0,-5-4 0 0,0 0-4 15,0 0 3-15,-2 10-2 0,2-10 3 16,0 0 0-16,0 0 0 0,3 6 4 0,-3-6 0 16,0 0 1-16,0 0 5 0,0 0-12 0,0 0-3 0,0 0-16 15,0 0-10-15,0 0-11 0,0 0-3 0,0 0 1 16,0 0-11-16,0 0-2 0,-15-16-4 0,15 16-7 15,-3-7-4-15,3 7-4 0,-2-9-2 16,2 9-6-16,0-11-1 0,0 11-4 0,0-11-1 0,0 11-2 16,2-17-6-16,-2 12 1 0,3-1-5 0,-1-2-2 15,1 2-2-15,1 0-1 0,-1 0 1 0,2 1-4 16,-5 5 0-16,9-6 0 0,-3 3 1 0,0 0 1 16,-6 3-6-16,13-4 5 0,-13 4-4 0,11 4-1 15,-11-4 3-15,13 5 0 0,-7-3 4 16,1 0-4-16,-2 1-2 0,-5-3-1 0,11 6-1 15,-7-2 3-15,1-1 1 0,-5-3-5 0,8 4 3 0,-8-4 0 16,7 3 1-16,-4 1-1 0,-3-4-1 0,5 4 6 16,-5-4-3-16,0 0 2 0,4 5 4 0,-4-5 0 15,0 0 2-15,0 0-2 0,0 0 3 16,0 0 1-16,0 0-5 0,0 0 2 0,0 0 3 16,0 0 0-16,0 0 2 0,0 0 0 0,0 0-7 0,0 0 2 15,0 0 2-15,0 0-4 0,0 0 2 0,0 0-5 16,0-23-2-16,1 16 4 0,2 0-3 0,2-2-3 15,2 0-1-15,-3-1 0 0,2 6 1 0,-1-5 0 16,3 3-3-16,-3 0-2 0,0 1 2 0,4 0-1 16,0 1 1-16,-5 1-2 0,-4 3-1 0,9-3-2 15,-9 3 1-15,10 1 1 0,-10-1-1 0,10 3 2 16,-10-3 3-16,8 8-3 0,-6-4 1 0,3 2 1 16,-1-1 1-16,0 0 1 0,-2 0 2 0,-2-5-4 15,6 9 6-15,-5-4-4 0,1 0 0 16,-2-5-5-16,3 9 8 0,-3-9 2 0,1 9 2 15,-1-9-2-15,0 8-13 0,0-8-23 0,0 0-23 0,0 0-23 16,-2 15-34-16,2-15-32 0,0 0-42 0,0 0-29 16,0 0-175-16,0 0-426 0,0 0 188 0</inkml:trace>
  <inkml:trace contextRef="#ctx0" brushRef="#br0" timeOffset="101763.83">32460 6481 42 0,'0'0'120'0,"11"6"-16"15,-11-6 8-15,3 6 8 0,-3 1-8 0,4-1-2 16,-4-6-12-16,-1 12-7 0,2-5-4 0,-1-7-16 16,-1 13-1-16,2-5-5 0,-1 0-13 0,1-1-3 0,-1-7-1 15,-1 13-4-15,1-13-5 0,0 0-21 0,0 15-26 16,0-15-36-16,0 0-34 0,0 11-37 0,0-11-87 15,0 0-217-15,0 0 96 0</inkml:trace>
  <inkml:trace contextRef="#ctx0" brushRef="#br0" timeOffset="102231.99">32628 6634 87 0,'0'0'207'0,"0"0"-13"16,0 0-25-16,0 0-12 0,12-9-1 0,-12 9-7 16,7-11-14-16,-5 6-10 0,1-1-11 0,-3 6-2 15,3-14-8-15,0 6-9 0,1 0-12 0,-3 0-6 16,2 2-9-16,1-1-5 0,-2 1-6 0,2 0-5 15,-1 0-8-15,-3 6-3 0,0 0-8 0,0 0-3 16,0 0-9-16,0 0 5 0,0 0-7 16,0 0-2-16,0 0-3 0,0 0 0 0,0 0 4 0,0 0-6 15,0 0-2-15,0 0-2 0,0 0-1 0,0 0 0 16,70 14 0-16,-70-14-7 0,0 0-24 0,15 22-31 16,-15-22-47-16,0 0-30 0,0 0-46 0,17 29-163 15,-17-29-368-15,0 0 163 0</inkml:trace>
  <inkml:trace contextRef="#ctx0" brushRef="#br0" timeOffset="104557.56">31200 7716 80 0,'-4'-7'75'0,"4"7"-5"0,0 0 1 0,0 0-8 0,0 0-8 16,0 0-7-16,0-9-3 0,0 9-3 0,0 0-4 16,0 0 4-16,-5-7 7 0,5 7 0 0,0 0-2 15,0 0 5-15,-4-5 0 0,4 5-3 0,0 0-6 16,0 0-3-16,0 0-5 0,-2-6-1 0,2 6-7 15,0 0-1-15,0 0-1 0,1-12-5 0,-1 12 1 16,3-6-8-16,-3 6-1 0,0 0-2 0,5-9 4 16,-5 9 11-16,0 0-8 0,0 0-3 0,4-5 6 15,-4 5-3-15,0 0-4 0,0 0 4 0,1-8-5 16,-1 8-5-16,0 0 4 0,0 0-2 0,0 0 3 16,0 0-11-16,0 0 4 0,0 0 1 0,0 0 0 15,0 0-4-15,0 0 1 0,0 0 4 0,0 0-6 16,0 0 2-16,0 0 1 0,0 0-4 0,6 21 0 15,-6-21 5-15,3 6-8 0,-1-1 3 0,-2-5 0 16,4 10 0-16,-3-4 4 0,1 3 0 0,0-2 2 16,-1-1 7-16,1 4-9 0,0-3-6 0,0 2-2 15,0 0 9-15,0-3 0 0,1 1-1 0,0 2 5 16,1 1-3-16,1-2 3 0,-1 1-3 0,-1-2 3 16,0 1-2-16,0-1 1 0,0 0-3 0,0 1 5 15,1-1-5-15,-1-1 4 0,0 0-1 0,0-1 8 16,-1 3-10-16,1-2 5 0,-2 1 5 0,-1-7-9 15,5 12-7-15,-2-3 9 0,-2-2 3 0,2 0-6 16,-2-1 0-16,0 2 5 0,3-2-8 0,-1 3 5 16,-1-2-9-16,-1 0-1 0,2 0 5 0,-1-2-2 15,0 1 6-15,0 2 0 0,1-1 2 0,0-1-6 16,-3-6 5-16,3 14-3 0,-1-9 4 0,0 1-1 16,0 1 3-16,-1 1 5 0,1-2-3 0,1 0 1 15,-3-6 1-15,4 11-8 0,-2-5-1 16,-1 0 1-16,-1-6-5 0,2 11 6 0,-1-5-4 0,-1-6 3 15,0 9 0-15,0-9-10 0,1 9 9 0,-1-9-3 16,3 10 1-16,-1-6-1 0,-2-4-3 0,3 10 2 16,-3-10 2-16,3 9 3 0,-3-9-5 0,1 9-2 15,0-4 5-15,2 1 3 0,-3-6 3 0,5 10-5 16,-3-4-2-16,-2-6 3 0,3 11-1 0,-1-6-2 16,1 1 1-16,-2 1 0 0,-1-7 0 0,4 11 1 15,-1-6 0-15,1 1 1 0,-4-6-4 0,3 10 1 16,0-7-2-16,-3-3 0 0,8 11 9 0,-3-5-4 15,-3-2-2-15,-2-4 2 0,4 11 4 0,-1-7-3 16,-1 0-4-16,-2-4 3 0,5 10 0 0,-1-6 2 16,-1 3-5-16,-3-7 5 0,3 7 0 0,-3-7-4 15,4 9-2-15,-1-2 3 0,-1-4-4 0,-2-3 1 16,6 10 17-16,-4-3-3 0,0-2-3 0,-2-5 0 16,3 12-3-16,0-7 1 0,-1 2-3 0,1-1 1 15,-3-6 0-15,5 10-1 0,-4-5-3 0,2 4 3 16,-3-9-3-16,2 12 4 0,2-7-8 0,-2 2 4 15,-1 0 4-15,-1-7 1 0,4 10 0 0,-1-2-4 16,-3-3 5-16,3 3-1 0,0 0 4 0,-2-1-3 16,0 1-1-16,0-2 6 0,-1 3-4 0,2-1 3 15,0-3 0-15,0 3-1 0,-2 2 1 0,2 0-2 16,-1-1-2-16,1-2 1 0,-1 2 3 0,0-1-4 16,1 1-1-16,-1-1 0 0,-1 0 2 0,1-2-6 0,-1-6 3 15,3 14-1-15,-1-7 1 0,-1 1 2 0,2 0 2 16,-2-1-5-16,0 1 1 0,2-2-3 15,-3-6 3-15,1 15 2 0,1-8-4 0,-1-1 0 16,0-1 0-16,1 3-5 0,-2-8 0 0,1 14 4 0,1-5 0 16,0-2-3-16,-2 0 1 0,4 3 2 0,-6-1-3 15,5-2 7-15,-3 1-6 0,1 2-1 0,0-3 1 16,3 3-2-16,-3-4-1 0,2 3 4 0,-2-2 0 16,0 0-3-16,2 0 2 0,-2 3 1 15,2-1 1-15,-1 0-6 0,0-2 7 0,0 1-6 0,0-3 4 16,0 5-2-16,1-1 2 0,-2 0 2 0,4-1 3 15,-4 2-2-15,1-4 0 0,0 5 1 16,1-3 2-16,-1 2 2 0,1 0-3 0,-2 0-2 0,2-1 4 16,1 1-1-16,-3-2-4 0,3 1 4 0,-1 2-3 15,-1-4-2-15,-1 3 0 0,1-2 1 0,1 3-3 16,1-4 6-16,-1 2-5 0,-1 0 5 0,1-2-2 16,-1-1-4-16,1 0 2 0,-3-6-1 0,2 11-2 15,1-6 1-15,-2 3 3 0,-1-8 7 0,4 9-8 16,-4-9 2-16,2 7-5 0,-2-7 4 0,3 5-5 15,-3-5 1-15,0 0 1 0,0 0-6 0,5 4-5 16,-5-4-15-16,0 0-21 0,0 0-21 0,0 0-29 16,0 0-45-16,0 0-61 0,0 0-56 0,0 0-134 15,0 0-421-15,0 0 186 0</inkml:trace>
  <inkml:trace contextRef="#ctx0" brushRef="#br0" timeOffset="106671.61">29558 8939 32 0,'-3'-7'67'0,"3"7"-9"15,0 0-2-15,0 0-8 0,0 0-3 0,0 0-7 16,0 0-6-16,0 0-3 0,0 0-9 0,0 0-3 16,0 0-7-16,0 0-6 0,0 0-1 0,0 0-5 15,0 0-4-15,0 0-1 0,0 0-3 0,0 0-1 16,0 0 5-16,0 0 0 0,0 0-6 0,0 0 5 15,0 0-2-15,0 0 3 0,0 0 0 0,0 0-2 16,0 0-12-16,0 0-5 0,0 0-1 0,0 0 1 16,22 7-20-16,-22-7-48 0,0 0 21 0</inkml:trace>
  <inkml:trace contextRef="#ctx0" brushRef="#br0" timeOffset="106935.82">29594 8942 42 0,'0'0'3'0,"0"0"5"15,0 0 4-15,0 0 1 0,0 0 5 0,0 0 4 16,0 0 9-16,0 0-6 0,0 0 0 0,0 0-1 15,0 0-5-15,0 0-4 0,0 0 3 0,0 0 4 16,0 0-2-16,0 0-5 0,0 0-4 0,0 0 9 16,0 0 0-16,0 0 0 0,0 0-1 0,0 0-2 15,0 0-1-15,0 0 3 0,0 0 2 0,0 0-3 16,0 0-3-16,0 0-3 0,0 0-5 0,0 0 10 16,0 0-1-16,0 0-8 0,0 0 5 0,0 0 2 15,0 0-12-15,0 0 8 0,0 0-8 0,0 0 5 16,0 0-4-16,-27-3 4 0,27 3-11 0,0 0 10 15,0 0 0-15,0 0-4 0,0 0 0 0,0 0-1 16,0 0-3-16,-10 0 3 0,10 0-2 0,0 0-1 16,0 0-4-16,0 0-9 0,-11-4-12 0,11 4-16 15,0 0-56-15,-7-2-106 0,7 2 47 0</inkml:trace>
  <inkml:trace contextRef="#ctx0" brushRef="#br0" timeOffset="107569.78">29431 8925 46 0,'0'0'47'0,"0"0"0"0,0 0-7 16,0 0-2-16,0 0 0 0,0 0-1 15,23 2 2-15,-23-2 2 0,14-1-11 0,-6-2 4 16,2 2-3-16,0 1-7 0,1-3-3 0,3 0 2 15,-1 1-4-15,-1-1 0 0,2 0 0 0,4-2-4 16,0 1 1-16,0-3-8 0,0 1 5 0,10-1 1 0,0 0 5 16,-7 2-8-16,7-4-1 0,-1 2 0 15,1 1 4-15,0-2-5 0,-1 2-1 0,1-1-1 16,-1 1 3-16,-1-2-6 0,-6 4-3 0,1 1 5 16,6-3-3-16,-8 0-2 0,2 3 6 0,-1-3-1 0,2 3 0 15,-1-2 3-15,0 2-2 0,0-1-5 0,-1-3 8 16,2 2-4-16,-2 0 5 0,7-2-5 15,-6 3 1-15,0 0 1 0,0 0 5 0,-1-2-9 16,2 2 3-16,-2-1 3 0,8-2-2 0,-8 3 7 16,0 0-6-16,8 0-3 0,-9-1-8 0,10 0 4 15,-9 0 6-15,0 2-3 0,0 1 3 0,1-2-8 0,6-1 4 16,-8 1-3-16,3 1 3 0,-3 2-6 16,2-3 3-16,-2-1 3 0,1 1 0 0,0 0-1 15,1 0-4-15,0 0 3 0,-2 0-1 0,9-5 4 16,-1 1-1-16,-6 0-3 0,5 2 2 0,-5 2-5 0,-1-3 5 15,-1 2 1-15,0-1 1 0,0-1 1 0,-2 4-4 16,3-1-2-16,-3-2 8 0,0 2-10 0,1-2 8 16,-6 3-3-16,1-1 7 0,0 0-7 15,0 0 2-15,1 0-3 0,1-3 2 0,-1 4-5 16,-1-2 3-16,5 1-1 0,-3-2 0 0,3 1 0 0,-2 1 3 16,-4 2-6-16,-2-1 13 0,3-1-12 15,1 0-5-15,-1 0 3 0,0 0 8 0,-2 3-1 0,2-5 0 16,-1 4 1-16,-2 1 0 0,1-5-2 15,0 5 4-15,-2-2 1 0,-1 1 0 0,0 1-5 0,2-1-4 16,-1-1 5-16,1 0-4 0,-2 3 3 0,-8 0 5 16,13-2-14-16,-4-1 4 0,-4 1-15 0,-5 2-27 15,12-4-18-15,-12 4-27 0,7 0-60 0,-7 0-162 16,0 0 71-16</inkml:trace>
  <inkml:trace contextRef="#ctx0" brushRef="#br0" timeOffset="107979.76">31729 8293 30 0,'0'0'107'0,"-10"2"-8"0,10-2-2 0,0 0-7 16,0 0-5-16,-9 0-20 0,9 0-8 0,0 0 4 16,0 0-14-16,0 0 0 0,0 0 3 15,0 0-7-15,28-7-9 0,-13 5 2 0,7-2-9 0,-3 0-6 16,10-3 2-16,-3 0-8 0,-5 2-13 0,-1 2-13 16,-1-2-15-16,0 3-15 0,-2-1-28 0,-3-1-80 15,-6 4-160-15,0 0 71 0</inkml:trace>
  <inkml:trace contextRef="#ctx0" brushRef="#br0" timeOffset="108490.33">31904 8273 39 0,'0'0'101'0,"0"0"-10"0,-1 13 17 16,1-6-22-16,0 3 4 0,0 0-8 0,-1 2 3 16,1 5-4-16,1-1 4 0,-1 4-4 0,-1-1-3 15,1 0-9-15,-2-2-5 0,2 2-9 0,0-3 0 16,0-1-7-16,0-1-3 0,0 1 1 0,3-5-5 16,-2 4 0-16,-1-3-4 0,2-2-5 0,-2 2-3 15,1-1-3-15,0-3-5 0,2 0 1 0,-3 1 1 0,2-3-4 16,0 2-4-16,-2-7 1 0,2 12-1 15,-2-12-7-15,3 12 9 0,-3-12-9 0,0 7 6 16,0-7-8-16,0 0 5 0,2 8 3 0,-2-8-10 16,0 0 6-16,0 0 2 0,-5 6-6 0,5-6 2 0,0 0-5 15,-6 4-3-15,6-4 2 0,-11 1 1 0,11-1 6 16,-12 0-8-16,4 3 4 0,8-3-2 16,-14 1-4-16,5 1 8 0,9-2 0 0,-15 1-5 15,7 0 0-15,-1-1 5 0,9 0-4 0,-14 0-3 16,14 0 0-16,-14 0 1 0,8 2 1 0,6-2-2 15,-9 0 1-15,9 0 1 0,0 0 2 0,-11 0-11 0,11 0 9 16,0 0 3-16,0 0-9 0,-7 3 3 0,7-3-6 16,0 0 1-16,0 0 2 0,0 0 3 0,0 0-1 15,0 0 2-15,0 0 2 0,0 0-4 0,0 0 7 16,33-7-2-16,-20 4-9 0,-3 0-7 0,3 3-23 16,0-3-17-16,-1 0-28 0,6-6-18 0,1 5-19 15,-2-3-23-15,-3 4-84 0,4-2-242 0,0-2 108 16</inkml:trace>
  <inkml:trace contextRef="#ctx0" brushRef="#br0" timeOffset="109017.51">32019 8532 24 0,'0'0'136'0,"-10"0"-21"0,10 0-13 15,0 0-5-15,0 0-15 0,0 0-5 0,0 0 0 16,0 0-7-16,0 0-1 0,23-5-7 0,-23 5-7 16,15-2-3-16,-7-1-6 0,0 3 6 0,1-1 0 15,0-1 1-15,-3 0-7 0,-6 2-1 0,12-4-2 16,-12 4-2-16,10-3 6 0,-6 2-7 0,-4 1-5 16,9-3 1-16,-9 3-11 0,0 0 2 0,7 0-5 15,-7 0-7-15,0 0 13 0,7-3-10 0,-7 3-6 16,0 0-10-16,0 0 15 0,10 0-5 0,-10 0-4 15,0 0-2-15,0 0-2 0,0 0 4 0,0 0-4 16,6 4-2-16,-6-4 2 0,0 0 4 0,0 0-6 16,2 7 10-16,-2-7-6 0,0 0 0 0,0 0 6 15,-4 14-4-15,4-14 6 0,-8 11 2 0,4-2-6 16,-2-1 6-16,2 0-2 0,-2 1 3 16,-2 2-2-16,1 0 4 0,0 0-2 0,-1 3-1 0,2 1 1 15,-2-1 3-15,-1 0-1 0,3 1 1 0,1-3-3 16,-1-2-3-16,1 4 5 0,0-3-1 0,2 0-4 15,-1-1-3-15,1-1-2 0,-1 0 1 0,2-2-3 16,2-7 1-16,-2 10-2 0,2-10 2 0,-1 7 0 16,1-7 3-16,0 0 0 0,0 0 1 0,-1 8 4 15,1-8 1-15,0 0-1 0,0 0 3 0,0 0 0 16,0 0-3-16,19-5 2 0,-19 5 6 0,18-5-5 16,-8 1-8-16,0-2 4 0,1 1-4 0,1 1-6 15,1-3-18-15,-3 1-23 0,-1 3-21 0,4-3-26 16,-3 0-24-16,7-1-24 0,-6 0-8 15,5 0-8-15,-1 0-13 0,3 2-102 0,-3-1-283 0,-1 1 126 16</inkml:trace>
  <inkml:trace contextRef="#ctx0" brushRef="#br0" timeOffset="109701.71">32367 8582 104 0,'0'0'84'0,"0"0"1"0,0 0 5 0,0 0-4 16,0 0 2-16,0 0 3 0,4 18-4 0,-4-18-6 16,0 14-2-16,1-6-6 0,-2 1 1 0,1-1-4 0,1-2-5 15,-1-6 2-15,0 13-5 0,0-7-8 16,0-6-9-16,3 11 6 0,-3-11-2 0,0 10-1 16,0-10 2-16,0 0 3 0,1 7 1 0,-1-7 7 15,0 0 1-15,1 7 5 0,-1-7 4 0,0 0 9 16,0 0-1-16,0 0 29 0,-4 7-6 0,4-7-6 15,0 0-19-15,0 0 3 0,0 0-4 0,0 0-6 16,0 0-11-16,0 0-6 0,-11-16-7 0,7 12-4 16,4 4-5-16,-3-11-4 0,3 11-4 0,-1-14-1 15,-1 5-2-15,0 0-4 0,2-1-3 0,4-8-3 16,-1 11 0-16,-1-5-9 0,1 2 0 0,2 2 1 16,-1-2-2-16,-2 5-1 0,5-2-2 0,-2 1-2 15,0 2 3-15,1 0-4 0,1-1-4 0,2 0 2 16,-9 5-5-16,16-1 4 0,-8 2-2 0,3 2 3 15,-2 1 1-15,3 2-5 0,-7-3 3 0,5 4-2 16,-1 2 3-16,-1-2-2 0,1 1 1 0,-3-1-3 16,2 2 5-16,-3-1 1 0,-1-2 1 0,3 0-2 0,-4 1 0 15,-1-1 0-15,2 1-1 0,-4-7 3 16,6 7 0-16,-4-4 0 0,-2-3-4 0,3 6 6 16,-3-6-1-16,0 0 4 0,0 0-3 0,2 7 9 0,-2-7-4 15,0 0 0-15,0 0 3 0,0 0-3 0,0 0 1 16,0 0 4-16,0 0-5 0,0 0-3 15,0 0 0-15,0 0-2 0,0 0-2 0,0-23 1 16,0 13-13-16,3 0-1 0,-2 1-1 0,5-1 4 16,-1 0-2-16,-1-1 2 0,4 1 1 0,-3 0 0 15,3 1-1-15,-1 0-3 0,1 0 1 0,1 3 1 0,1 1-3 16,-2-2 3-16,-2 3-1 0,-6 4 3 0,0 0-1 16,0 0 1-16,0 0 3 0,0 0-3 15,0 0 2-15,0 0 1 0,0 0 2 0,0 0-2 16,0 0-3-16,69 15 5 0,-69-15-4 0,0 0 6 15,0 0-2-15,18 22 1 0,-18-22-2 0,0 0 0 16,0 0-1-16,12 22 5 0,-12-22 0 0,0 0 1 16,0 0 0-16,0 0-7 0,0 0-26 0,6 32-22 15,-6-32-24-15,0 0-41 0,0 0-38 0,0 0-36 0,0 0-199 16,0 0-424-16,0 0 188 0</inkml:trace>
  <inkml:trace contextRef="#ctx0" brushRef="#br0" timeOffset="110157.7">32961 8432 105 0,'0'0'155'16,"0"0"-3"-16,0 0-12 0,0 0-11 0,0 0-2 0,-79 35-15 15,79-35-4-15,-28 25-16 0,13-13-2 16,15-12-7-16,-22 25-11 0,22-25-4 0,-16 18-6 15,16-18-6-15,0 0-8 0,-14 24 0 0,14-24-8 16,0 0-1-16,0 0-3 0,0 0-2 0,0 0-1 16,0 0-3-16,0 0 1 0,0 0 0 0,0 0 4 15,0 0 0-15,0 0 0 0,0 0-1 0,32 35 0 16,-32-35-7-16,0 0 4 0,0 0-3 0,0 0 2 16,0 0 2-16,0 0 6 0,0 0-1 0,0 0 2 15,0 0-4-15,0 0-6 0,0 0-1 0,52-48-3 16,-52 48 0-16,0 0-3 0,0 0-5 0,0 0-1 15,10-30-2-15,-10 30 3 0,0 0-4 0,0 0 5 16,0 0-5-16,0 0-3 0,0 0 2 0,0 0-5 16,0 0-2-16,7-29 0 0,-7 29-2 0,0 0-3 15,0 0 1-15,0 0-2 0,0 0 4 0,0 0-2 16,0 0 1-16,0 0 0 0,0 0 2 0,0 0-3 16,0 0-1-16,0 0-1 0,35 55 1 0,-35-55 2 15,0 0 2-15,0 0-1 0,14 23-2 0,-14-23 4 16,0 0-8-16,0 0-16 0,18 20-22 0,-18-20-28 15,0 0-22-15,0 0-46 0,0 0-38 0,23 14-26 16,-23-14-127-16,0 0-353 0,0 0 157 0</inkml:trace>
  <inkml:trace contextRef="#ctx0" brushRef="#br0" timeOffset="110404.23">33089 8421 127 0,'0'0'152'0,"0"0"-15"16,0 0 4-16,0 0 3 0,0 0-9 0,0 0-10 15,0 0-12-15,0 0 7 0,58 37 3 0,-58-37-12 16,0 0-11-16,17 23-9 0,-17-23-9 0,0 0-7 16,15 18-8-16,-15-18-7 0,0 0-7 0,20 20-1 15,-20-20-3-15,0 0-5 0,0 0-14 0,23 16-16 16,-23-16-31-16,0 0-21 0,0 0-29 0,0 0-30 15,0 0 1-15,25 15-39 0,-25-15-23 0,0 0-99 16,0 0-277-16,0 0 123 0</inkml:trace>
  <inkml:trace contextRef="#ctx0" brushRef="#br0" timeOffset="110579.69">33291 8373 6 0,'0'0'159'15,"0"0"3"-15,0 0 2 0,0 0-5 0,0 0-10 16,0 0-8-16,-52 48-14 0,34-27-5 0,0 2-11 16,4 0-12-16,-7-2-9 0,2 1-11 0,1 2-5 0,0-4-29 15,3 0-29-15,-4-1-48 0,19-19-36 0,-24 28-72 16,6-7-105-16,18-21-263 0,-27 23 117 16</inkml:trace>
  <inkml:trace contextRef="#ctx0" brushRef="#br0" timeOffset="150190.41">29769 6467 5 0,'0'0'16'0,"0"0"-5"16,0 0-3-16,0 0 3 0,0 0 4 0,0 0-6 15,0 0 2-15,0 0-2 0,0 0-1 0,-4-8-2 16,4 8 0-16,0 0-4 0,0 0 6 0,0 0-2 16,0 0 1-16,0 0-4 0,0 0 5 0,0 0-8 15,0 0 5-15,0 0-4 0,0 0 3 0,0 0-1 16,0 0-2-16,0 0 2 0,0 0-4 0,0 0 1 15,0 0-1-15,0 0 4 0,0 0-1 0,0 0 0 16,0 0-1-16,0 0 2 0,0 0-2 0,0 0 3 16,0 0-3-16,0 0-4 0,-9-2 5 0,9 2-1 15,0 0 0-15,0 0-2 0,0 0 3 0,0 0 2 16,0 0-6-16,0 0 5 0,0 0-3 0,0 0 3 16,0 0-4-16,0 0 2 0,0 0 2 0,0 0-4 15,0 0 3-15,0 0 0 0,0 0 0 0,0 0-1 16,-4-5-2-16,4 5 2 0,0 0 3 0,0 0-1 15,0 0 3-15,0 0-2 0,0 0 4 0,0 0-3 16,-6-3 1-16,6 3 3 0,0 0-3 0,0 0-2 16,0 0-3-16,-8-3 11 0,8 3-7 0,0 0-1 15,0 0 0-15,0 0-4 0,0 0 1 0,0 0 1 16,0 0-2-16,-9-2 2 0,9 2 3 0,0 0-2 16,0 0-2-16,0 0 2 0,0 0 0 0,0 0-3 15,0 0-3-15,0 0 6 0,0 0 1 0,-9-2-6 16,9 2 0-16,0 0 4 0,0 0 1 0,0 0-1 15,0 0 2-15,0 0 2 0,-10 0 6 0,10 0-10 16,0 0 1-16,0 0-9 0,0 0 3 0,0 0 3 16,0 0-1-16,-10 2-1 0,10-2 5 0,0 0-3 15,0 0 1-15,0 0-2 0,-9 2 1 0,9-2 0 16,-5 3 0-16,5-3 6 0,0 0-4 0,0 0-2 16,0 0 1-16,0 0 4 0,-9 1-5 0,9-1 1 15,0 0-4-15,0 0 3 0,0 0 4 0,-10 1-3 16,10-1 0-16,0 0 3 0,0 0 1 0,-8 1-2 15,8-1-3-15,0 0 1 0,0 0 0 0,0 0 1 16,0 0 1-16,0 0-3 0,0 0 3 0,-7 2 2 16,7-2-3-16,0 0 1 0,0 0 4 0,0 0-2 15,0 0-2-15,0 0-6 0,0 0 3 0,0 0-2 16,-6 5 1-16,6-5-4 0,0 0 6 0,0 0-2 16,-5 7 0-16,5-7 4 0,0 0 1 0,-5 3-1 15,5-3-1-15,0 0-2 0,0 0 4 0,-7 4 1 16,7-4-6-16,0 0 7 0,0 0-7 0,-5 5 2 15,5-5-1-15,0 0 3 0,0 0-7 0,0 0 6 16,-5 4 0-16,5-4-1 0,0 0-2 0,0 0-1 16,0 0 6-16,0 0-4 0,-4 6 3 0,4-6-5 15,0 0 2-15,0 0 3 0,0 0-2 0,-6 5-3 16,6-5 3-16,0 0 0 0,0 0 3 0,0 0 0 16,0 0-5-16,-4 4-3 0,4-4 0 0,0 0 0 15,0 0 4-15,0 0-2 0,0 0 1 0,0 0 4 16,0 0-2-16,0 0-1 0,0 0 1 0,0 0-2 15,0 0 4-15,0 0-5 0,0 0 1 0,-4 5 3 16,4-5 0-16,0 0 1 0,0 0-5 0,0 0 3 16,0 0 1-16,0 0-4 0,0 0 2 0,0 0 2 15,0 0 1-15,0 0-1 0,0 0 0 0,0 0 0 16,0 0-3-16,0 0 9 0,0 0-2 0,0 0 0 16,0 0 0-16,0 0 3 0,0 0 0 0,0 0 2 15,0 0-1-15,0 0-4 0,0 0-2 0,0 0 1 16,0 0 1-16,0 0-4 0,0 0 2 0,0 0-3 15,0 0 2-15,0 0 3 0,0 0-3 0,0 0 1 16,0 0 1-16,-2 7-3 0,2-7-5 0,0 0 1 16,0 0-8-16,0 0-13 0,0 0-1 0,0 0-8 15,0 0-7-15,0 0-30 0,0 0-74 0,0 0 33 16</inkml:trace>
  <inkml:trace contextRef="#ctx0" brushRef="#br0" timeOffset="150500.87">29627 6457 14 0,'-5'3'38'0,"5"-3"-2"0,0 0-7 15,-5 6-1-15,5-6-2 0,-8 4-3 0,4 0-4 16,4-4-3-16,-6 7 0 0,6-7-3 0,-8 7-1 16,5-3 0-16,3-4-1 0,-6 4-5 0,6-4-1 15,-5 8-8-15,5-8-8 0,-4 5-6 0,4-5 2 16,0 0-28-16,0 0-48 0,-2 5 22 0</inkml:trace>
  <inkml:trace contextRef="#ctx0" brushRef="#br0" timeOffset="150699.09">29567 6541 8 0,'0'0'25'15,"-4"7"-10"-15,4-7-1 0,-4 6-10 0,4-6-15 16,-5 5-13-16,5-5 6 0</inkml:trace>
  <inkml:trace contextRef="#ctx0" brushRef="#br0" timeOffset="152315.77">29321 6406 21 0,'0'0'19'0,"0"0"-3"0,0 0-3 0,0 0 0 16,0 0 0-16,0 0-4 0,0 0 3 0,0 0-2 16,0 0-1-16,0 0-4 0,0 0 0 0,0 0 1 15,0 0 3-15,0 0-2 0,0 0 2 0,0 0 0 16,0 0 8-16,0 0 1 0,0 0-5 0,0 0 10 15,0 0-12-15,0 0 2 0,0 0-1 0,3-13 12 16,-3 13-11-16,0 0 7 0,0 0 6 0,0 0-1 16,0 0 6-16,0 0-11 0,0 0 6 0,0 0-2 15,-3-7-2-15,3 7-4 0,0 0 4 0,0 0 0 16,0 0-3-16,0 0 4 0,0 0 1 0,0 0-3 16,0 0 0-16,0 0 1 0,0 0-5 0,0 0 12 15,0 0-2-15,0 0-6 0,-2-8 2 0,2 8-5 16,0 0 1-16,0 0 5 0,0 0-1 0,0 0-7 15,-5-6 12-15,5 6-14 0,0 0 8 0,0 0-7 16,0 0-1-16,0 0 2 0,-5-5-9 0,5 5 2 16,0 0-2-16,0 0 1 0,0 0-7 0,0 0 7 15,-2-8 1-15,2 8 3 0,0 0-12 0,0 0 7 16,0 0-2-16,0 0 4 0,0 0 2 0,0 0-8 16,0 0 0-16,-5-6 4 0,5 6-1 0,0 0 0 15,0 0 0-15,0 0 17 0,0 0-23 0,0 0 7 16,0 0-3-16,0 0 7 0,0 0-12 0,0 0 2 15,0 0 5-15,0 0 1 0,0 0-6 0,0 0 1 16,0 0-5-16,0 0 7 0,0 0-1 0,0 0 5 16,0 0 1-16,0 0-5 0,0 0 0 0,0 0 2 15,0 0 2-15,0 0-5 0,0 0 7 0,0 0 1 16,0 0-2-16,0 0 1 0,0 0 4 0,0 0-6 16,0 0-4-16,0 0 16 0,0 0-18 0,0 0 6 15,0 0-4-15,0 0 2 0,0 0-3 0,0 0 2 16,0 0 3-16,0 0-12 0,0 0 7 0,0 0 8 15,0 0-14-15,0 0 12 0,0 0-3 0,0 0-9 16,0 0 6-16,0 0 6 0,0 0-5 0,0 0 2 16,0 0 0-16,0 0 0 0,0 0-3 0,0 0 0 15,0 0-1-15,0 0 6 0,0 0-5 0,0 0 4 16,0 0 0-16,0 0-11 0,0 0 1 0,0 0 6 16,0 0-6-16,0 0 5 0,0 0-1 0,0 0 4 15,0 0-3-15,0 0-1 0,0 0-2 0,0 0 7 16,0 0 0-16,0 0-5 0,0 0 3 0,0 0 1 15,0 0-11-15,0 0 13 0,0 0-10 0,0 0-2 16,0 0-3-16,0 0-12 0,0 0 0 0,0 0-22 16,0 0-10-16,0 0-5 0,0 0-17 0,0 0-2 15,0 0-20-15,0 0-80 0,0 0-190 0,0 0 84 16</inkml:trace>
  <inkml:trace contextRef="#ctx0" brushRef="#br0" timeOffset="153753.53">29324 6391 19 0,'0'0'46'0,"-4"-7"-6"0,4 7-2 16,0 0 2-16,0 0-8 0,0 0-3 0,0 0 3 15,-1-10-7-15,1 10 3 0,0 0 0 0,-3-7-5 16,3 7-1-16,0 0 0 0,0-8-2 0,0 8-17 16,0 0 5-16,-1-9 9 0,1 9 4 0,0 0-1 15,0 0-4-15,-3-9 6 0,3 9 0 0,0 0-13 16,0 0 5-16,0-9 1 0,0 9-4 0,0 0-3 15,0 0 11-15,0 0-10 0,0 0 5 0,-2-8 13 16,2 8-16-16,0 0 2 0,0 0 4 0,0 0 7 16,0 0-6-16,0 0 4 0,0 0-10 0,0 0 3 15,0 0-2-15,0 0 2 0,0 0-9 0,0 0 4 16,0 0-6-16,0 0 6 0,0 0-1 0,0 0 3 16,0 0-1-16,0 0 2 0,0 0-10 0,0 0-6 15,0 0 3-15,0 0-2 0,0 0 4 0,0 0-4 16,0 0-1-16,0-9 0 0,0 9 4 0,0 0 5 15,0 0-5-15,0 0-2 0,0 0 1 0,0 0 5 16,0 0-2-16,0 0-5 0,0 0 6 0,0 0-8 16,0 0 4-16,0 0-6 0,0 0 10 0,0 0 5 15,0 0-15-15,0 0 7 0,0 0-5 0,0 0 9 16,0 0-3-16,0 0 3 0,0 0 0 0,0 0 1 16,0 0 11-16,0 0 2 0,0 0-3 0,0 0 9 15,0 0-2-15,0 0-9 0,0 0 14 0,0 0-1 16,0 0-1-16,0 0 9 0,0 0-3 0,0 0 3 15,0 0-7-15,0 0 7 0,0 0-1 0,0 0-5 16,0 0 1-16,0 0-2 0,0 0 0 0,0 0 0 16,0 0-5-16,0 0-8 0,0 0 2 0,0 0-4 15,0 0-2-15,0 0-5 0,0 0 3 0,0 0 0 16,0 0-2-16,0 0-1 0,0 0 3 0,0 0-3 16,0 0-5-16,0 0 5 0,0 0-12 0,0 0 4 15,0 0 1-15,0 0-1 0,0 0-1 0,0 0 8 16,2 25-1-16,-2-25 2 0,0 0-2 0,0 10-14 15,0-10 9-15,2 10 3 0,-2-10 1 0,0 7-4 16,0-7 6-16,1 8-2 0,-1-8-2 0,0 0-4 16,0 9-1-16,0-9 7 0,0 0 11 0,3 7-16 15,-3-7 10-15,0 0-1 0,0 0 3 0,0 0-3 16,0 0 8-16,0 0 11 0,0 0 8 0,1 6 1 16,-1-6 3-16,0 0 0 0,0 0 5 0,0 0-9 15,0 0 5-15,0 0-4 0,0 0-4 0,0 0-3 16,0 0 1-16,0 0-2 0,0 0-2 0,0 0-11 15,0 0 0-15,0 0 4 0,0 0-4 0,-3-25-1 16,3 25-2-16,0 0-5 0,0 0 6 0,0 0-10 16,-2-8 7-16,2 8-8 0,0 0-5 0,0 0 4 15,0 0-5-15,0 0 1 0,0 0 0 0,0 0-3 16,0 0 9-16,0 0-1 0,0 0-3 0,0 0 4 16,0 0-1-16,0 0-1 0,0 0 0 0,0 0-1 15,0 0 4-15,0 0 0 0,0 0 1 0,0 0-3 16,0 0 2-16,0 0 1 0,0 0 0 0,0 0-1 15,0 0 2-15,0 0 5 0,0 0 7 0,0 0 1 16,0 0 6-16,0 0-3 0,0 0 4 0,0 0-4 16,0 0-1-16,0 0-7 0,0 0 6 0,0 0-8 15,0 0 2-15,0 0-4 0,0 0-4 0,0-9 7 16,0 9-3-16,0 0-3 0,0 0 1 0,0 0-7 16,0 0 9-16,0 0-11 0,0 0 7 0,0 0-3 15,0 0-4-15,0 0 4 0,0 0-4 0,0 0 1 16,0 0 3-16,0 0 3 0,-3-8-3 0,3 8 0 15,0 0 2-15,0 0-5 0,0 0 2 0,0 0 0 16,0 0 1-16,0 0-2 0,0 0 2 0,0 0-3 16,0 0 4-16,0 0-2 0,0 0 0 0,0 0-1 15,0 0 1-15,0 0 3 0,0 0-2 0,0 0 0 16,0 0-1-16,0 0 4 0,0 0-1 0,0 0-4 16,0 0 2-16,0 0-1 0,0 0 0 0,-4-5 3 15,4 5 1-15,0 0-2 0,0 0 0 0,0 0-2 16,0 0 1-16,0 0-7 0,0 0 6 0,0 0-4 15,0 0 2-15,0 0-2 0,0 0 0 0,0 0-2 16,0 0-1-16,0 0 0 0,0 0 2 0,0 0-3 16,0 0 5-16,0 0-3 0,0 0 0 0,0 0 5 15,0 0-2-15,0 0-1 0,0 0-1 0,3 26 1 16,-3-26 4-16,0 0-1 0,0 0 0 0,0 9-2 16,0-9 4-16,0 0-1 0,0 0 2 0,1 7-1 15,-1-7-1-15,0 0 2 0,0 0 2 0,0 0-2 16,0 0 2-16,0 0 0 0,4 5 4 0,-4-5-4 15,0 0 1-15,0 0-5 0,0 0 4 0,0 0 0 16,0 0-7-16,0 0 5 0,0 0 1 0,0 0-4 16,0 0 1-16,0 0-1 0,0 0 2 0,0 0-6 15,0 0 3-15,-5-23 1 0,5 23-2 0,0 0 4 16,0 0-4-16,0 0-2 0,0 0-7 0,0 0-10 16,0 0-10-16,0 0-6 0,0 0-6 0,0 0-18 15,0 0-22-15,0 0-9 0,0 0-30 0,0 0-18 16,-9 25-23-16,5-14-139 0,-2-1-325 0,2-1 145 15</inkml:trace>
  <inkml:trace contextRef="#ctx0" brushRef="#br0" timeOffset="154729.63">29274 6303 17 0,'0'0'16'16,"0"0"2"-16,0 0 4 0,0 0-2 0,0 0 2 16,0 0 0-16,0 0 4 0,0 0-4 0,0 0-1 15,0 0-2-15,-11 5-6 0,11-5-3 0,0 0 9 0,0 0-7 16,0 0-1-16,0 0-3 0,0 0 0 16,0 0 5-16,0 0-6 0,0 0-4 0,0 0 2 15,0 0-3-15,0 0 2 0,0 0-2 0,0 0 2 16,0 0-1-16,0 0 0 0,0 0-1 0,0 0-2 15,0 0 4-15,0 0 1 0,0 0-3 0,0 0 0 16,0 0-3-16,0 0 1 0,-5 5 0 0,5-5-5 16,0 0 5-16,0 0 2 0,0 0-5 0,0 0 0 15,0 0 5-15,0 0 0 0,0 0 0 0,0 0-1 16,0 0-1-16,0 0-1 0,0 0 4 0,0 0-3 16,0 0 8-16,0 0-2 0,0 0 2 0,0 0 9 15,0 0 6-15,0 0 2 0,0 0-5 0,0 0 8 16,0 0 0-16,0 0 4 0,0 0-4 0,0 0-6 15,0 0 2-15,0 0 0 0,0 0 0 0,0 0 0 16,0 0-5-16,0 0-3 0,0 0-5 0,0 0 1 16,0 0-3-16,0 0 2 0,0 0-10 0,0 0 16 0,0 0-12 15,0 0 7-15,0 0-16 0,17 5-2 16,-17-5-8-16,0 0-8 0,4 9-12 0,-4-9 0 16,3 9-1-16,-3-3-17 0,0-6-5 0,0 11-37 15,1-5-101-15,-1-6 44 0</inkml:trace>
  <inkml:trace contextRef="#ctx0" brushRef="#br0" timeOffset="155403.01">29323 6387 12 0,'0'0'90'16,"0"0"-15"-16,0 0 1 0,0 0-6 0,-3-5-5 16,3 5 2-16,0 0-16 0,0 0 3 0,0 0-12 15,-2-8 3-15,2 8-8 0,0 0 0 0,0 0-7 16,0 0 1-16,0 0-7 0,0 0-4 0,-2-8 2 16,2 8-2-16,0 0 1 0,0 0-15 0,0 0 6 15,0 0-7-15,0 0 9 0,0 0-6 0,-2-9 1 16,2 9 2-16,0 0-7 0,0 0 0 0,0 0-4 15,-4-6 1-15,4 6 4 0,0 0-3 0,0 0 10 16,0 0-12-16,0 0-3 0,0 0 17 0,0 0-4 16,0 0-7-16,0 0-6 0,0 0 7 0,0 0-7 15,0 0 4-15,0 0-6 0,0 0 7 0,0 0-5 16,0 0-1-16,0 0 3 0,0 0-3 0,0 0 19 16,0 0-15-16,0 0-3 0,0 0 3 0,0 0-6 15,0 0-4-15,0 0 7 0,0 0-2 0,0 0 1 16,0 0 8-16,0 0-1 0,0 0-3 0,0 0 3 15,0 0-2-15,0 0-7 0,0 0 6 0,0 0 3 16,0 0 2-16,0 0 4 0,0 0-12 0,0 0 6 16,0 0-4-16,0 0 6 0,0 0-1 0,0 0 2 15,0 0-3-15,0 0 13 0,0 0-13 0,0 0 4 16,0 0-7-16,0 0 0 0,0 0-11 0,0 0 20 16,0 0-7-16,0 0 0 0,0 0 2 0,0 0-1 15,0 0-5-15,0 0-5 0,0 0 1 0,0 0 6 16,0 0 2-16,0 0-1 0,0 0-4 0,0 0 3 15,0 0-4-15,0 0 0 0,0 0 3 0,0 0 8 16,0 0-14-16,0 0 3 0,0 0 12 0,0 0-7 16,0 0 6-16,0 0 7 0,0 0 11 0,0 0 9 15,0 0-7-15,0 0 0 0,0 0 3 0,0 0 0 16,0 0-3-16,0 0-5 0,0 0-1 0,0 0-8 16,0 0 8-16,0 0-5 0,0 0-5 0,0 0 3 15,0 0-8-15,0 0 5 0,0 0 7 0,0 0-23 16,0 0-14-16,0 0-7 0,0 0-17 0,0 0-5 15,0 0-19-15,0 0-13 0,0 0-21 0,0 0-68 16,0 0-184-16,0 0 82 0</inkml:trace>
  <inkml:trace contextRef="#ctx0" brushRef="#br0" timeOffset="156250.04">29323 6343 1 0,'0'0'21'16,"0"0"-4"-16,0 0 0 0,0 0-9 0,0 0 7 15,0 0-7-15,0 0-3 0,0 0-2 0,0 0 11 16,0 0-3-16,0 0 4 0,0 0 2 0,0 0-1 16,0 0 2-16,0 0 1 0,0 0 7 0,0 0-1 15,0 0 7-15,0 0 5 0,0 0 12 0,0 0-11 16,0 0 4-16,0 0 8 0,0 0-9 0,0 0-1 15,0 0 0-15,0 0-4 0,0 0 1 0,0 0-20 16,0 0 7-16,0 0-7 0,0 0 2 0,0 0-2 16,0 0-1-16,0 0 1 0,0 0-9 0,0 0 0 15,0 0 1-15,0 0 8 0,0 0 0 0,0 0-9 16,0 0-5-16,0 0-9 0,0 0 1 0,0 0-13 16,0 0 5-16,0 0-7 0,0 0 4 0,0 0-7 15,0 0-14-15,0 0 6 0,0 0-16 0,0 0-8 16,0 0-49-16,0 0-113 0,0 0 49 0</inkml:trace>
  <inkml:trace contextRef="#ctx0" brushRef="#br0" timeOffset="156856.76">29310 6350 8 0,'0'0'65'0,"0"0"-6"0,0 0-20 0,0 0-13 0,0 0-11 16,0 0-6-16,0 0-11 0,0 0-7 15,0 0-26-15,0 0-39 0,0 0 18 0</inkml:trace>
  <inkml:trace contextRef="#ctx0" brushRef="#br0" timeOffset="157026.91">29293 6363 42 0,'0'0'63'0,"0"0"-4"15,0 0-1-15,0 0-17 0,-6 1 9 0,6-1-12 16,0 0-12-16,0 0 1 0,0 0-18 0,0 0-10 15,0 0-10-15,0 0-7 0,0 0-47 16,10 16-68-16,-10-16 31 0</inkml:trace>
  <inkml:trace contextRef="#ctx0" brushRef="#br0" timeOffset="157155.04">29330 6385 8 0,'0'0'68'0,"0"0"-4"0,0 0-20 16,0 0 10-16,0 0-5 0,0 0-16 0,0 0-5 15,0 0-16-15,0 0-11 0,0 0-8 0,0 0-19 0,0 0-29 16,0 0-59-16,0 0 25 0</inkml:trace>
  <inkml:trace contextRef="#ctx0" brushRef="#br0" timeOffset="158717.44">29399 6355 10 0,'0'0'28'0,"0"0"-14"0,0 0-8 0,0 0-16 16,0 0-10-16,0 0 4 0</inkml:trace>
  <inkml:trace contextRef="#ctx0" brushRef="#br0" timeOffset="158982.63">29203 6373 22 0,'0'0'48'0,"0"0"-8"16,0 0-1-16,0 0-5 0,0 0-5 15,0 0-5-15,0 0-1 0,0 0-1 0,0 0-5 0,0 0-6 16,0 0-1-16,0 0-5 0,0 0 0 0,0 0-9 16,0 0-11-16,0 0-1 0,0 0-4 0,0 0-26 15,0 0-49-15,0 0 21 0</inkml:trace>
  <inkml:trace contextRef="#ctx0" brushRef="#br0" timeOffset="160862.62">29759 6452 21 0,'0'0'24'15,"0"0"-2"-15,0 0-1 0,0 0 3 0,0 0-6 16,0 0 1-16,0 0 6 0,0 0-2 0,0 0-1 16,0 0 0-16,0 0-1 0,0 0 1 0,0 0 0 15,0 0-5-15,0 0 0 0,-4 5-3 0,4-5-1 16,0 0 1-16,0 0-3 0,0 0-5 0,0 0 5 15,0 0-5-15,0 0 2 0,0 0-1 0,0 0-4 16,0 0 5-16,0 0-3 0,0 0-1 0,-9 0-1 16,9 0 0-16,0 0-1 0,0 0 3 0,0 0-6 15,0 0 3-15,-12 0-4 0,12 0 1 0,0 0 4 16,0 0-3-16,0 0 2 0,0 0-1 0,0 0 2 16,0 0 0-16,0 0-3 0,0 0-3 0,0 0 4 15,0 0-2-15,0 0-1 0,0 0 2 0,0 0 2 16,0 0-5-16,0 0 11 0,0 0-8 0,0 0-4 15,0 0 2-15,-6 2-1 0,6-2 3 0,0 0 1 16,0 0-3-16,0 0-4 0,0 0 2 0,0 0 5 16,0 0-1-16,0 0-5 0,0 0-4 0,0 0 3 15,0 0 1-15,0 0-2 0,0 0-1 0,0 0 5 16,0 0-4-16,0 0 0 0,0 0 2 0,0 0-4 16,0 0-2-16,0 0 1 0,0 0-4 0,0 0 5 15,0 0 1-15,0 0-1 0,0 0-1 0,0 0 0 16,0 0 2-16,0 0-4 0,0 0 1 0,0 0-1 15,0 0-2-15,0 0-1 0,0 0-2 0,22 5 6 16,-22-5-2-16,0 0 7 0,6 3-5 0,-6-3-2 16,0 0 4-16,0 0-1 0,0 0 0 0,0 0 4 15,0 0-2-15,0 0 2 0,13-6-3 0,-13 6 2 16,0 0 5-16,0 0 1 0,0 0 0 0,7-4 3 16,-7 4-3-16,0 0 5 0,0 0-3 0,0 0-5 15,0 0-4-15,0 0-7 0,0 0-16 0,0 0 9 16</inkml:trace>
  <inkml:trace contextRef="#ctx0" brushRef="#br0" timeOffset="164455.78">29787 6434 7 0,'0'0'35'16,"0"0"1"-16,0 0-9 0,0 0 1 0,-11 0-5 15,11 0 1-15,0 0-2 0,0 0-5 0,0 0 0 16,0 0 0-16,0 0-6 0,0 0 2 0,0 0-3 16,0 0-1-16,-7 1-4 0,7-1 10 0,0 0-8 15,0 0-1-15,0 0-3 0,0 0 5 0,0 0-2 16,0 0-1-16,0 0 4 0,0 0-3 0,0 0 0 15,0 0 2-15,0 0 2 0,0 0-1 0,0 0-6 16,0 0 4-16,-12-3-4 0,12 3 1 0,0 0-2 16,0 0 3-16,0 0 3 0,0 0-6 0,0 0 0 0,0 0-1 15,0 0 1-15,0 0-1 0,0 0-1 16,-7 3 0-16,7-3 1 0,0 0 1 0,0 0 0 16,0 0 4-16,0 0-8 0,0 0 4 0,0 0-5 15,0 0 3-15,0 0 0 0,0 0 5 0,0 0-6 16,0 0 10-16,0 0-3 0,0 0 4 0,0 0-8 0,0 0 4 15,0 0-1-15,0 0-4 0,-12-1 5 16,12 1-2-16,0 0 2 0,0 0 0 0,0 0-3 16,0 0 4-16,0 0 0 0,0 0 1 0,0 0-4 15,0 0-2-15,0 0 1 0,0 0 8 0,0 0-3 16,0 0 6-16,0 0 1 0,0 0 3 0,0 0 3 16,0 0-4-16,0 0 7 0,0 0-2 0,0 0 4 15,0 0 4-15,0 0 5 0,0 0-8 0,0 0-1 16,0 0 6-16,0 0-8 0,0 0 9 0,0 0 3 15,0 0-7-15,0 0-1 0,0 0 4 0,0 0 1 16,0 0 9-16,0 0-8 0,0 0 4 0,0 0-5 0,0 0 3 16,0 0 2-16,0 0-1 0,0 0-6 0,0 0 2 15,0 0-9-15,0 0 4 0,0 0-6 16,0 0-4-16,0 0 0 0,0 0 0 0,0 0-2 16,0 0 0-16,0 0-6 0,0 0 2 0,0 0 1 15,0 0 1-15,0 0-2 0,0 0 5 0,0 0-12 0,0 0 2 16,0 0 1-16,0 0 5 0,0 0 2 15,0 0-5-15,0 0 2 0,0 0-1 0,0 0-2 16,-10-2 2-16,10 2 9 0,0 0-11 0,0 0-1 16,0 0 0-16,0 0-1 0,0 0-3 0,0 0-4 0,0 0 5 15,0 0 2-15,-7-4-3 0,7 4 3 0,0 0-6 16,0 0 1-16,0 0 0 0,0 0-2 0,0 0 0 16,0 0 0-16,0 0 0 0,0 0 3 15,0 0 0-15,0 0-4 0,0 0 5 0,0 0-4 16,0 0 0-16,0 0 2 0,-6-5-4 0,6 5 5 0,0 0-1 15,0 0-3-15,0 0 3 0,0 0-1 0,0 0 0 16,0 0-1-16,0 0 0 0,0 0 0 16,0 0 2-16,0 0-2 0,0 0 1 0,0 0 1 0,0 0-3 15,0 0 0-15,0 0 4 0,0 0-6 0,0 0 3 16,0 0 3-16,0 0-1 0,0 0-1 0,0 0-1 16,0 0-3-16,0 0 8 0,0 0-8 15,0 0 4-15,0 0-4 0,0 0 3 0,0 0 4 16,0 0-4-16,0 0 0 0,0 0-1 0,0 0-1 15,0 0 2-15,0 0 1 0,0 0-3 0,0 0 0 0,0 0 4 16,0 0-2-16,0 0-4 0,0 0 3 0,0 0-2 16,0 0 4-16,0 0-2 0,0 0-1 0,0 0 5 15,0 0-7-15,0 0 5 0,0 0-2 16,0 0 1-16,0 0-6 0,0 0 11 0,0 0-6 16,0 0 5-16,0 0-5 0,0 0 5 0,0 0-4 0,0 0 1 15,0 0-7-15,0 0 9 0,0 0-6 0,0 0 3 16,0 0 0-16,0 0 1 0,0 0 1 0,0 0 2 15,0 0-3-15,0 0-6 0,0 0 4 0,0 0-1 16,0 0-1-16,0 0 12 0,0 0-11 0,0 0 8 16,0 0-6-16,0 0 2 0,0 0-3 0,0 0 0 15,0 0 0-15,0 0 0 0,0 0 1 0,0 0-1 16,0 0 2-16,0 0 2 0,0 0-1 0,0 0 5 16,0 0-2-16,0 0 1 0,0 0-3 0,0 0 3 15,0 0-1-15,0 0 0 0,0 0-1 0,0 0 2 16,0 0-3-16,0 0 2 0,0 0 0 0,0 0-3 15,0 0 4-15,0 0-1 0,0 0 5 0,0 0 0 16,0 0 2-16,0 0 2 0,0 0-3 0,0 0 1 16,0 0-3-16,0 0 1 0,0 0-5 0,0 0 4 15,0 0 0-15,0 0-1 0,0 0 1 0,0 0-4 16,0 0 4-16,0 0-3 0,0 0 2 0,0 0-4 16,0 0-2-16,0 0 3 0,0 0-1 0,0 0-1 15,0 0 1-15,0 0 0 0,0 0 1 0,0 0 1 16,0 0-3-16,0 0-4 0,0 0 4 0,0 0 0 15,0 0-3-15,0 0-1 0,0 0 1 0,0 0 4 16,0 0-1-16,0 0-3 0,0 0 10 0,0 0-12 16,0 0 5-16,0 0-6 0,0 0 3 0,0 0 1 15,0 0-1-15,0 0 7 0,0 0-8 0,0 0 4 16,0 0-3-16,0 0 1 0,0 0 1 0,0 0-2 16,0 0 0-16,0 0 7 0,0 0-7 0,0 0 0 15,0 0 1-15,0 0 0 0,0 0-3 0,0 0-1 16,0 0 3-16,0 0 2 0,0 0-1 0,0 0-1 15,0 0 1-15,0 0 1 0,0 0-4 0,0 0 2 16,0 0 2-16,0 0 2 0,0 0-3 0,-4-5 0 16,4 5 1-16,0 0-2 0,0 0-1 0,0 0 3 15,0 0-1-15,0 0 2 0,0 0 0 0,0 0 0 16,0 0 0-16,0 0-4 0,0 0 2 0,0 0-1 0,0 0 3 16,0 0-6-16,0 0 3 0,0 0 3 15,0 0-3-15,0 0 1 0,0 0-1 0,0 0 2 16,0 0-2-16,0 0-1 0,0 0 2 0,0 0 0 15,0 0-4-15,0 0-1 0,0 0 4 0,0 0-4 16,0 0 1-16,0 0-2 0,0 0 0 0,0 0 0 16,0 0-1-16,0 0-2 0,0 0 2 0,0 0-1 15,0 0 0-15,0 0 4 0,0 0-3 0,0 0 6 16,0 0-5-16,0 0 4 0,0 0-3 0,0 0 3 16,0 0-5-16,0 0 3 0,0 0 2 0,0 0 0 15,0 0 0-15,0 0-5 0,0 0 3 0,0 0 14 16,0 0-17-16,0 0 3 0,0 0-3 0,0 0-1 15,0 0 3-15,0 0-3 0,0 0 4 0,0 0 4 16,0 0-6-16,0 0-1 0,0 0 3 0,0 0 0 16,0 0 0-16,0 0-5 0,0 0 2 0,0 0 4 0,0 0 1 15,0 0 0-15,0 0 1 0,0 0 1 16,0 0-5-16,0 0 0 0,0 0 4 0,0 0-3 16,0 0 4-16,0 0-5 0,0 0 4 0,0 0-2 15,0 0 2-15,0 0-1 0,0 0-4 0,0 0 8 16,0 0-2-16,0 0-1 0,0 0 1 0,0 0 1 0,0 0 0 15,0 0-1-15,0 0-5 0,0 0 8 16,0 0-5-16,0 0-1 0,0 0-1 0,0 0 3 0,0 0 1 16,0 0 0-16,0 0 6 0,0 0-9 15,0 0 8-15,0 0 3 0,0 0-4 0,0 0 4 0,0 0 3 16,0 0-3-16,0 0 3 0,0 0-3 0,0 0 0 16,0 0-2-16,0 0-3 0,0 0 1 0,0 0-1 15,0 0 2-15,0 0-2 0,0 0-1 0,0 0 0 16,0 0 2-16,0 0-1 0,0 0 2 15,0 0-1-15,0 0 2 0,0 0-3 0,0 0-1 0,0 0 5 16,0 0 6-16,0 0-6 0,0 0 6 0,0 0-2 16,0 0 3-16,0 0 0 0,0 0 3 0,0 0 3 15,0 0 2-15,0 0 4 0,0 0 6 16,0 0 0-16,0 0 1 0,0 0 7 0,0 0 0 0,0 0 1 16,0 0 0-16,0 0 0 0,0 0-1 0,0 0 3 15,0 0-4-15,0 0 0 0,0 0-2 0,0 0-1 16,0 0 0-16,0 0-1 0,0 0 2 0,0 0-2 15,0 0-3-15,0 0-2 0,0 0 0 0,0 0-2 16,0 0 3-16,0 0-5 0,0 0 2 0,0 0-7 16,0 0 1-16,0 0-5 0,0 0-1 0,0 0 1 15,0 0 1-15,0 0-6 0,3-13-1 0,-3 13-3 16,0 0 2-16,0 0 1 0,-2-8-2 0,2 8-6 16,0 0 0-16,0 0 0 0,0 0 1 0,0 0-3 15,0 0-1-15,0 0 0 0,-6-5 1 0,6 5-7 16,0 0 2-16,0 0-1 0,0 0-4 0,0 0 0 15,0 0-3-15,0 0 4 0,0 0-4 0,0 0 0 16,0 0 3-16,0 0-3 0,0 0 2 0,0 0 4 16,0 0 0-16,-9 14 4 0,9-14-5 0,-4 7 1 15,4-7-1-15,0 0 1 0,-3 8-3 0,3-8 0 16,-6 3 1-16,6-3-3 0,0 0 3 0,0 0 1 16,0 0-8-16,-1 10 4 0,1-10 1 15,0 0-2-15,0 0-2 0,0 0 0 0,0 0-1 0,0 0 0 16,0 0 4-16,0 0-2 0,0 0 2 0,0 0 0 15,0 0 4-15,0 0 0 0,0 0 0 0,0 0 1 16,0 0-3-16,0 0 2 0,0 0-3 0,0 0 3 16,0 0-6-16,0 0-3 0,12-21-5 0,-12 21 7 15,4-8-2-15,-4 8 7 0,3-9-1 0,-3 9-2 16,4-7 2-16,-4 7 7 0,4-4-5 0,-4 4-2 16,0 0-1-16,0 0 3 0,0 0 0 0,4-8 0 15,-4 8-3-15,0 0 1 0,0 0-1 0,0 0 2 16,0 0 0-16,0 0 2 0,0 0-1 0,0 0 2 15,6 15-1-15,-6-15 5 0,1 10-3 0,-1-10 0 16,3 10 0-16,-2-6 2 0,-1-4 0 0,2 11-1 16,-2-11 2-16,1 8 0 0,-1-8 1 0,0 0 3 15,3 6-6-15,-3-6 1 0,2 5 1 0,-2-5 6 16,0 0-2-16,0 0 2 0,0 0 3 0,0 0 4 16,0 0 2-16,0 0 1 0,4 6-1 0,-4-6 0 15,0 0-1-15,0 0-1 0,0 0-3 0,0 0-1 16,0 0 0-16,0 0-1 0,-6-24-2 0,6 24 1 15,-2-10-1-15,2 10 1 0,-1-12 0 0,-2 6-2 16,3 6-2-16,-2-13 1 0,-1 4 0 0,2 3-3 0,1 6 0 16,-1-12 1-16,-1 6-1 0,2 6 3 0,-2-10-2 15,2 10-1-15,-3-7 0 0,3 7-1 16,0 0 0-16,-2-8-2 0,2 8 2 0,0 0 2 16,0 0-5-16,0 0-3 0,0 0 2 0,0 0 0 15,0 0-1-15,0 0 4 0,0 0-3 0,0 0 4 0,0 0-3 16,0 0 0-16,0 0 0 0,2 27-1 0,-1-20 3 15,-1-7 1-15,2 10-1 0,0-5 2 16,-2-5-1-16,3 7 2 0,-3-7-1 0,4 8-1 16,-2-4 1-16,-2-4 0 0,0 0 0 0,2 8 2 15,-2-8-3-15,0 0 3 0,0 0 1 0,2 8-1 0,-2-8 2 16,0 0 2-16,0 0-2 0,0 0 1 16,0 0-1-16,0 0 1 0,0 0-1 0,0 0-1 15,0 0 8-15,0 0-7 0,0 0-1 0,0 0-2 16,0 0 3-16,0 0-2 0,0 0-1 0,0 0 2 15,0 0 1-15,-8-27-3 0,6 21-1 0,2 6-1 16,0-13 0-16,-1 6 3 0,1 7-2 0,-2-14-1 16,0 8-1-16,-1 0 2 0,3 6 0 0,-4-12 0 0,2 8 0 15,2 4-1-15,-6-7-3 0,6 7 1 16,0 0-1-16,-4-6 0 0,4 6-1 0,0 0 0 16,0 0-1-16,0 0-1 0,0 0 2 0,0 0-1 0,0 0 2 15,0 0 1-15,0 0 0 0,0 0 2 16,-3 27 0-16,4-21 1 0,1 3-2 0,-1-2 1 15,-1-7 2-15,3 12-2 0,-3-5-1 0,0-7 1 16,1 11 1-16,-1-11 0 0,0 9-3 0,1-3 3 16,-1-6 0-16,5 6 0 0,-5-6-2 0,0 0 2 0,3 7 2 15,-3-7 0-15,0 0 1 0,0 0 0 0,0 0-2 16,3 6 4-16,-3-6-1 0,0 0 6 0,0 0-5 16,0 0 4-16,0 0-6 0,0 0 1 15,0 0 0-15,0 0 0 0,0 0 0 0,0 0 0 16,0 0-1-16,0 0-1 0,0 0-1 0,-5-27-1 0,5 27 2 15,-1-12-2-15,1 5 0 0,0 7 4 0,-4-13-4 16,4 7 5-16,0 6-4 0,0-12 0 0,0 12-2 16,3-7-1-16,-3 7 0 0,0 0-1 15,-3-10 0-15,3 10 3 0,0 0-8 0,0 0 8 16,-3-6-7-16,3 6 1 0,0 0 3 0,0 0-3 0,0 0 4 16,0 0 0-16,0 0 0 0,-3 25-1 0,3-25-1 15,3 13 3-15,-3-6-2 0,1 0 2 16,-1-7-1-16,2 13-2 0,1-7 3 0,-3-6 4 0,2 10-5 15,-2-10 6-15,2 7-4 0,-2-7 0 16,2 8 0-16,-2-8 0 0,4 5 0 0,-4-5 3 0,0 0-2 16,1 8 3-16,-1-8-4 0,0 0 6 0,0 0-1 15,0 0-1-15,0 0 0 0,0 0 0 0,0 0 1 16,0 0-1-16,0 0-2 0,0 0 4 0,0 0-3 16,0 0-1-16,0 0 2 0,0 0 0 15,0 0 0-15,-2-25-7 0,2 25 3 0,1-13 0 0,-4 7-2 16,3 6 3-16,0-15-3 0,0 15 3 0,-1-12-3 15,1 12 2-15,0-10-1 0,0 10 3 0,1-6-2 16,-1 6-12-16,0 0 1 0,0 0 0 0,0 0-1 16,0 0-4-16,0 0-4 0,0 0-19 0,-10 20-26 15,5-10-37-15,-2 5-45 0,0-1-36 0,-1 2-37 16,-4 0-149-16,1-2-400 0,2-2 177 0</inkml:trace>
  <inkml:trace contextRef="#ctx0" brushRef="#br0" timeOffset="166324.14">29891 6446 4 0,'0'0'6'16,"0"0"3"-16,-12-1 0 0,12 1 5 0,0 0-9 0,-9-3 6 15,9 3-2-15,-7-2 10 0,7 2 0 0,0 0 3 16,-10-2-3-16,10 2-4 0,0 0-4 0,-10-1 2 15,10 1 5-15,0 0-9 0,-8-3-1 16,8 3 8-16,0 0-8 0,-6-3 9 0,6 3-3 16,0 0 4-16,0 0-1 0,0 0 0 0,0 0-1 15,-9-3 0-15,9 3 1 0,0 0-5 0,0 0-6 16,0 0 3-16,0 0 8 0,0 0-2 0,0 0 0 16,0 0-7-16,0 0-3 0,0 0-3 0,0 0 4 15,0 0-3-15,0 0 0 0,0 0 4 0,0 0-1 16,0 0-4-16,0 0 2 0,0 0-2 0,0 0 0 15,0 0 2-15,0 0-7 0,0 0 1 0,0 0 1 16,0 0 0-16,0 0 2 0,0 0 0 0,0 0 4 16,0 0-3-16,0 0 1 0,0 0-2 0,25 0 5 15,-25 0-5-15,11-3 3 0,-2 3 0 0,-9 0-3 16,12-1 5-16,-5 0-4 0,-7 1 2 0,16-2 4 16,-9 0-11-16,3 1 6 0,1-1 0 0,0 0 2 15,-1 1-1-15,1 0 3 0,1-1-5 0,-2 0 7 0,0 0-1 16,1-2-1-16,1 4-5 0,-1-3 1 0,0 3 2 15,1-2 8-15,-1 1-11 0,-1-2-2 16,3 2 8-16,-3 0-5 0,3-1-1 0,-1 0 3 16,-2 1 2-16,3 0-7 0,-3 0 15 0,0-1-13 15,2 0 10-15,-2 2-20 0,0-1 10 0,1 0 1 16,0 0-12-16,-1-2 11 0,1 3-5 0,0-1 7 0,-1 1 4 16,1 0-7-16,-4-1-3 0,3-1 12 0,-1 2-23 15,-9 0 23-15,13-2-4 0,-5 1 1 16,-1-2-2-16,-7 3-6 0,12-1 5 0,-7-1-4 15,-5 2 6-15,9-1 3 0,-9 1-2 0,11-1 9 16,-11 1-17-16,9-2 16 0,-9 2-17 0,9-1 4 16,-9 1-2-16,10-1 0 0,-10 1 3 0,9-1-3 15,-9 1 3-15,9-1-6 0,-9 1-2 0,14-3 3 16,-7 2 6-16,-7 1-4 0,13-4-2 0,-6 3 2 16,1 0 2-16,-1 0 5 0,1-1 0 0,4 2-6 15,-6-3 4-15,-6 3-2 0,13-3-4 0,-6 1 1 16,-7 2 4-16,12-4 3 0,-6 3-1 0,-6 1-3 0,13-2 11 15,-13 2-5-15,12-4-11 0,-6 3 4 16,-6 1-5-16,11 0 6 0,-11 0-8 0,12-1-9 16,-12 1 23-16,10-1-14 0,-10 1 2 0,10 0 4 15,-10 0 2-15,11 0 0 0,-11 0-4 0,9 0-1 16,-9 0 3-16,11 0 9 0,-11 0-10 0,10 0 1 16,-10 0-1-16,9-4-1 0,-2 3-4 0,-7 1 5 15,12 0 0-15,-12 0 3 0,11 0 2 0,-5-2 3 16,-6 2-6-16,11 0-7 0,-11 0 3 0,12-3 2 15,-5 3-3-15,-7 0 8 0,11 2-10 0,-11-2 6 16,13-4 2-16,-13 4 9 0,14 0-13 0,-8 0 3 16,-6 0-3-16,13-3 13 0,-7 3-12 15,-6 0 0-15,17-1-1 0,-11 0-2 0,3 1-1 0,-9 0 4 0,16-1 3 16,-9 1 0-16,-7 0-3 0,19-1-4 16,-10-1 9-16,-9 2-1 0,18-1 2 0,-11 1-9 15,3-3 19-15,-10 3-15 0,16-2 3 0,-8 2-4 16,0-2-2-16,-8 2 3 0,14 0-2 0,-6 0 4 15,-8 0-2-15,11 0 1 0,-11 0-4 0,13 0 5 16,-7-1-1-16,-6 1 0 0,13 0 2 0,-13 0 5 16,11-2-12-16,-11 2 0 0,12 2-11 0,-7-1-3 15,-5-1-15-15,10 0-7 0,-10 0-21 0,0 0-61 16,9 2-130-16,-9-2 58 0</inkml:trace>
  <inkml:trace contextRef="#ctx0" brushRef="#br0" timeOffset="166938.06">30313 6378 53 0,'0'0'62'0,"-10"-1"-4"0,10 1-3 0,0 0-5 16,0 0-2-16,-9 1-6 0,9-1-3 0,0 0 1 15,0 0-6-15,0 0-6 0,0 0 1 0,0 0-4 16,0 0-7-16,0 0 1 0,0 0 0 0,0 0-3 16,0 0-10-16,0 0 9 0,0 0 1 0,0 0 0 15,29-3-4-15,-20 3-1 0,3-1 8 0,1-1 1 16,1 0-5-16,-2 0 4 0,6-2 2 16,0 3-4-16,0-2 0 0,1 0-2 0,8-1 6 0,-9 0-7 15,3-1-5-15,-1 2 5 0,0 2 3 16,1-3-3-16,-1 2-7 0,-2-1-2 0,1 0 3 0,2 2 0 15,-2-1 9-15,1 2-13 0,1-3-1 0,-2 2 2 16,-1 0-1-16,1-1-3 0,0 2-1 0,0-3 4 16,-2 1-3-16,2 0-3 0,-6 2 15 15,2-1-10-15,-2-1-5 0,1 0 10 0,-1 2-11 0,0-1-3 16,-1-1 7-16,1 0 6 0,-1 1-9 16,-2-2 5-16,0 2-2 0,2 1 2 0,-5-3 2 0,1 2-3 15,0 0 3-15,1-1-12 0,-9 2 11 0,14-3 1 16,-8 1-10-16,-6 2 3 0,12-2-4 0,-6 1 1 15,-6 1-3-15,8-2-11 0,-8 2-2 0,0 0 4 16,7-1-9-16,-7 1-10 0,0 0 3 16,0 0-2-16,8-2-4 0,-8 2-9 0,0 0-11 0,0 0-2 15,0 0-44-15,0 0-114 0,0 0 51 0</inkml:trace>
  <inkml:trace contextRef="#ctx0" brushRef="#br0" timeOffset="167134.99">30907 6289 2 0,'9'0'45'0,"2"-3"-7"0,0 3-14 16,-5-2-13-16,2 1-16 0,-8 1-15 0,13 0-21 15,-13 0 10-15</inkml:trace>
  <inkml:trace contextRef="#ctx0" brushRef="#br0" timeOffset="169500.16">29739 6427 9 0,'0'0'13'0,"0"0"-5"0,0 0 8 0,0 0-5 16,0 0-1-16,0 0 0 0,0 0 1 0,0 0-1 15,0 0 1-15,0 0-2 0,0 0-4 0,0 0 1 16,0 0 2-16,0 0 1 0,0 0-1 0,0 0 0 0,-23 8-2 16,23-8-5-16,0 0 2 0,0 0-1 15,0 0-2-15,0 0 5 0,0 0-4 0,-5 3-2 16,5-3 2-16,0 0 4 0,0 0-1 0,0 0-2 16,-10 2-6-16,10-2 6 0,0 0-3 0,-5 4 1 15,5-4 2-15,0 0 3 0,0 0-6 0,0 0 1 16,-6 2 1-16,6-2 10 0,0 0-10 0,0 0 0 15,-7 3 2-15,7-3-6 0,0 0 8 0,0 0 1 16,0 0-13-16,0 0 10 0,-8 1 0 0,8-1-2 16,0 0 3-16,0 0-1 0,0 0-1 0,0 0-2 15,0 0 2-15,0 0-1 0,0 0 2 0,-10 1-4 16,10-1 1-16,0 0 6 0,0 0-4 0,0 0-1 16,0 0 0-16,0 0 0 0,0 0-1 0,0 0 4 15,0 0 0-15,0 0-1 0,0 0-6 0,-7 1 1 16,7-1 0-16,0 0 3 0,0 0-4 0,0 0 1 15,0 0 3-15,0 0-1 0,0 0 2 0,-7 2-7 16,7-2 7-16,0 0-4 0,0 0 3 0,0 0 0 16,0 0-3-16,0 0 7 0,0 0-3 0,0 0-1 15,0 0 2-15,0 0-4 0,0 0 5 0,0 0 5 16,0 0-5-16,0 0 4 0,0 0-7 0,0 0 5 16,0 0 0-16,0 0-2 0,0 0 3 0,0 0-6 15,0 0 2-15,0 0 0 0,0 0 7 0,0 0-6 16,0 0-3-16,0 0 2 0,0 0-3 0,0 0 3 15,0 0-3-15,-8 3 3 0,8-3-5 0,0 0 4 16,0 0-2-16,0 0 3 0,0 0 1 0,0 0-1 16,0 0-4-16,0 0 0 0,0 0 2 0,0 0 1 15,0 0 2-15,-6 4 1 0,6-4-3 0,0 0-9 16,0 0 7-16,0 0-1 0,0 0 3 0,0 0-3 16,0 0 0-16,-5 6 4 0,5-6-3 0,0 0 0 15,0 0 1-15,0 0 1 0,0 0-5 0,0 0 7 16,-5 6-4-16,5-6 2 0,0 0-3 0,0 0-1 15,0 0 2-15,0 0 2 0,0 0-3 0,-4 5-1 16,4-5 8-16,0 0-6 0,0 0 0 0,0 0 3 16,0 0 3-16,-5 3-4 0,5-3-3 0,0 0 6 15,0 0-7-15,0 0 5 0,0 0 6 0,0 0-3 16,0 0 0-16,-8 5 6 0,8-5 3 0,0 0-6 16,0 0-5-16,0 0-4 0,0 0 0 0,0 0 2 15,0 0 1-15,0 0-2 0,0 0 9 0,0 0-2 16,-3 3-3-16,3-3-2 0,0 0-2 0,0 0 1 15,0 0-6-15,0 0 9 0,0 0-4 0,-6 4-2 16,6-4 3-16,0 0 0 0,0 0 0 0,0 0 4 16,0 0-3-16,0 0-5 0,-6 4 4 0,6-4 2 15,0 0-12-15,0 0 5 0,0 0-3 0,0 0 7 16,0 0 3-16,0 0-5 0,0 0 2 0,0 0 3 16,-5 5-3-16,5-5 5 0,0 0 0 0,0 0-12 15,0 0 2-15,0 0 2 0,0 0 7 0,0 0-11 16,0 0 8-16,0 0 4 0,0 0-9 0,-5 3 4 15,5-3 0-15,0 0-4 0,0 0 2 0,0 0-1 16,0 0 3-16,0 0 0 0,0 0-5 0,0 0 3 16,0 0-3-16,0 0 11 0,0 0-7 0,0 0 7 15,0 0-4-15,0 0-11 0,0 0 9 0,0 0-4 16,0 0 13-16,0 0-10 0,0 0 0 0,0 0 0 16,0 0-4-16,0 0 4 0,-3 6-1 0,3-6 9 15,0 0-11-15,0 0 7 0,0 0-2 0,0 0-1 16,0 0-5-16,0 0 4 0,0 0 2 0,0 0-4 15,0 0 5-15,0 0-7 0,0 0 8 0,0 0-7 16,0 0 3-16,0 0 0 0,0 0-1 0,0 0 2 16,0 0 3-16,0 0-1 0,0 0-5 0,0 0 1 15,0 0 0-15,0 0 4 0,0 0 0 0,0 0-14 16,0 0 16-16,0 0-8 0,0 0 2 0,0 0 5 16,0 0-6-16,0 0 4 0,0 0 4 0,0 10-4 15,0-10 1-15,0 0 4 0,0 0 0 0,0 0 2 16,0 0-3-16,0 0 3 0,0 0-5 0,0 0 1 15,0 0 3-15,0 0 2 0,0 0-4 0,0 0 1 16,0 0 1-16,0 0-8 0,0 0 7 0,0 0-6 16,0 0 4-16,0 0-2 0,0 0 2 0,0 0-2 15,0 0 2-15,0 0 2 0,0 0-1 0,0 0-7 16,0 0 6-16,0 0-5 0,0 0 0 0,0 0 6 16,0 0-7-16,0 0-8 0,0 0 1 0,-5 4-7 15,5-4-8-15,0 0-5 0,0 0-10 0,0 0-8 16,0 0-35-16,0 0-86 0,0 0 39 0</inkml:trace>
  <inkml:trace contextRef="#ctx0" brushRef="#br0" timeOffset="170342.28">29568 6567 9 0,'0'0'9'0,"-1"9"8"0,1-9-2 15,0 0 5-15,0 0-5 0,0 0 1 0,0 0-2 16,0 0-3-16,0 0 0 0,-1 10-3 0,1-10 0 15,0 0-2-15,0 0 6 0,0 0-7 0,-4 3 0 16,4-3-3-16,0 0 3 0,0 0-1 0,0 0 1 16,0 0-1-16,0 0-2 0,0 0 0 0,0 0 1 15,-3 7-1-15,3-7 2 0,0 0-4 0,0 0 1 16,0 0-6-16,0 0-3 0,0 0-6 0,0 0-18 16,0 0-33-16,0 0 14 0</inkml:trace>
  <inkml:trace contextRef="#ctx0" brushRef="#br0" timeOffset="171229.84">29587 6508 8 0,'-4'5'9'0,"4"-5"2"0,0 0 0 0,-6 4-3 0,6-4 2 16,0 0-1-16,0 0-7 0,0 0 0 0,-2 7 6 15,2-7 0-15,0 0-2 0,-4 7 3 0,4-7-4 16,0 0 4-16,0 0-4 0,0 0 2 0,-5 7-3 16,5-7 0-16,0 0-2 0,-4 4 4 0,4-4-2 15,0 0 3-15,-4 6 2 0,4-6-6 0,0 0 2 16,-4 6 1-16,4-6-4 0,0 0 0 0,0 0 7 15,-3 6-7-15,3-6 0 0,0 0-7 0,0 0 10 16,0 0-6-16,0 0 4 0,-5 7-1 16,5-7 0-16,0 0 7 0,0 0-5 0,-3 6-4 0,3-6 5 15,0 0 2-15,0 0-2 0,0 0-12 0,-4 6 12 16,4-6-6-16,0 0 4 0,0 0-3 0,0 0 8 16,0 0-10-16,0 0 6 0,0 0-1 0,0 0-1 15,-5 4 1-15,5-4-1 0,0 0-2 0,0 0-3 16,0 0 3-16,0 0-3 0,0 0 6 0,0 0 5 15,0 0-3-15,0 0 1 0,0 0 1 0,0 0-11 16,0 0 6-16,0 0-1 0,0 0 2 0,0 0 6 16,0 0-5-16,-3 6 4 0,3-6-13 0,0 0 6 15,0 0 2-15,0 0 4 0,0 0-3 0,0 0-1 16,0 0 1-16,0 0-8 0,0 0 7 0,0 0 0 16,0 0 1-16,0 0 8 0,0 0-12 0,0 0 1 15,0 0-4-15,0 0 9 0,0 0-5 0,0 0-4 16,0 0 3-16,0 0 2 0,0 0-4 0,0 0 3 15,0 0-1-15,-4 6 3 0,4-6-4 0,0 0-2 16,0 0 6-16,0 0-1 0,0 0-2 16,0 0-1-16,0 0 3 0,0 0-4 0,0 0 2 15,0 0-5-15,-1 10 10 0,1-10-4 0,0 0-2 0,0 0-6 16,0 0 3-16,0 0-5 0,0 0-7 0,0 0 2 16,0 0-7-16,1 9-24 0,-1-9-48 15,0 0 22-15</inkml:trace>
  <inkml:trace contextRef="#ctx0" brushRef="#br0" timeOffset="171837.48">29590 6538 2 0,'-4'4'6'0,"4"-4"0"0,0 0 6 0,-4 5-11 16,4-5 2-16,0 0-1 0,-4 7-2 0,4-7 4 15,-2 6-4-15,2-6-2 0,0 0 7 0,-3 7-4 16,3-7-2-16,0 0 1 0,-1 7-7 0,1-7-7 16,0 0 3-16</inkml:trace>
  <inkml:trace contextRef="#ctx0" brushRef="#br0" timeOffset="175328.96">31128 6217 14 0,'0'0'8'0,"0"0"-5"16,0 0 5-16,0 0 0 0,0 0-2 0,0 0 6 16,0 0-1-16,0 0-1 0,0 0 0 0,0 0 1 15,-11 0 3-15,11 0 0 0,0 0 6 0,0 0-3 0,0 0 2 16,0 0 4-16,0 0-3 0,0 0-1 16,0 0 5-16,0 0-2 0,0 0 0 0,0 0-4 15,0 0 3-15,0 0 1 0,0 0-2 0,0 0 4 16,0 0-14-16,0 0 5 0,0 0 1 0,0 0-4 15,0 0-6-15,0 0 4 0,0 0 2 0,0 0-1 16,0 0-1-16,0 0-9 0,0 0 3 0,0 0-2 16,0 0 3-16,0 0 0 0,0 0-4 0,0 0 1 15,0 0-10-15,0 0 7 0,0 0 22 0,0 0-18 16,0 0-3-16,0 0 3 0,0 0 0 0,0 0 1 16,0 0-5-16,0 0 5 0,22-5 7 15,-22 5-12-15,0 0-7 0,0 0 7 0,0 0 1 0,0 0 3 16,0 0-6-16,0 0 3 0,10 0-1 0,-10 0 3 15,0 0 2-15,0 0-6 0,0 0 3 0,0 0-9 16,10 0 9-16,-10 0 0 0,0 0 13 16,0 0-15-16,9-2 10 0,-9 2-10 0,0 0 2 0,10 0 3 15,-10 0 1-15,0 0 5 0,13-1 1 0,-13 1-2 16,0 0 4-16,12-2 3 0,-12 2-4 16,9-1-5-16,-9 1 5 0,10-1 1 0,-10 1-3 0,9-1 9 15,-9 1-5-15,10-2-4 0,-10 2 8 0,10-1-7 16,-10 1 2-16,10-4-3 0,-4 2 0 0,-6 2 5 15,14-2-4-15,-14 2-6 0,11-2 7 0,-4-1 2 16,-7 3-1-16,11-3-9 0,-11 3 7 0,10-3 1 16,-5 2-11-16,-5 1 2 0,13-4-1 0,-13 4 8 15,10-1-3-15,-10 1-10 0,8-1 13 0,-8 1-1 16,9 0-1-16,-9 0-4 0,0 0-2 0,11-1 9 16,-11 1-5-16,7-2 8 0,-7 2-8 0,0 0 5 15,9 0-8-15,-9 0 0 0,0 0 14 0,0 0-19 16,10-2 12-16,-10 2-5 0,0 0 2 0,0 0-1 15,10 0 1-15,-10 0-5 0,8-4 12 0,-8 4-9 16,6-2-4-16,-6 2 0 0,0 0 2 0,13-1 2 16,-13 1-13-16,0 0 15 0,9-3-4 0,-9 3-5 15,5-3 7-15,-5 3-2 0,0 0 5 0,10-1 9 16,-10 1-3-16,8-2-2 0,-8 2-1 0,0 0 11 16,9-2-17-16,-9 2 2 0,0 0 10 0,8-2-6 15,-8 2-5-15,9-3 8 0,-9 3-6 0,0 0-3 16,9 0-1-16,-9 0 4 0,0 0 2 0,10-2 3 0,-10 2 8 15,11-3-7-15,-11 3-5 0,8-1-2 16,-8 1-4-16,6-3 4 0,-6 3 5 0,9-1 2 16,-9 1-8-16,0 0 2 0,13-2-7 0,-13 2 4 15,6-1-6-15,-6 1 11 0,7-5-5 0,-7 5 0 16,10 0 3-16,-10 0-5 0,9-1-1 0,-9 1-1 16,8-3 8-16,-8 3-8 0,6-2 1 0,-6 2-2 15,0 0 6-15,13-2-2 0,-13 2 12 0,8-2-14 16,-8 2 0-16,10-1-1 0,-5-3-4 0,-5 4 12 15,9-3-8-15,-9 3-2 0,9-1-2 0,-9 1-3 0,8-2 9 16,-8 2-6-16,7-3 1 0,-7 3 1 0,0 0 4 16,10 0-1-16,-10 0-2 0,8-3 7 15,-8 3-4-15,6-3 3 0,-6 3 10 0,0 0-9 16,12-3 3-16,-12 3-6 0,6-1 1 0,-6 1 13 0,0 0-2 16,9-3-11-16,-9 3 1 0,0 0-8 0,7-3 11 15,-7 3-2-15,0 0 3 0,0 0-3 0,8-2 4 16,-8 2-7-16,0 0 3 0,0 0 3 0,9-5-3 15,-9 5 4-15,6-2-2 0,-6 2 5 0,6-2 0 16,-6 2 4-16,0 0-2 0,8-4 5 0,-8 4 0 16,0 0 5-16,0 0-1 0,6-4-8 0,-6 4 0 15,0 0 2-15,6-7-5 0,-6 7 1 0,6-4-2 16,-6 4-3-16,0 0-2 0,6-4 6 0,-6 4-3 16,0 0-6-16,6-5 3 0,-6 5-7 0,4-5 2 15,-4 5 3-15,0 0 2 0,8-4-5 16,-8 4 6-16,6-4 1 0,-6 4 1 0,0 0-2 0,5-5 6 15,-5 5-2-15,5-5-2 0,-5 5-1 0,0 0 0 16,7-7 1-16,-7 7-5 0,4-6 2 0,-4 6 3 16,5-4 0-16,-5 4 1 0,4-5-6 0,-4 5 5 15,4-5-5-15,-4 5 8 0,3-7 1 0,-3 7 1 16,0 0 6-16,4-7-2 0,-4 7 1 0,0 0-6 16,4-5 6-16,-4 5 3 0,0 0-4 0,0 0 28 15,0 0-6-15,1-9-2 0,-1 9-7 0,3-5 0 16,-3 5-6-16,0 0-1 0,2-10-5 0,-2 10-1 15,0 0-3-15,2-9-1 0,-2 9 1 0,0 0 3 16,0-7-1-16,0 7-4 0,2-7-1 0,-2 7 1 16,1-7-3-16,-1 7-5 0,2-8 6 0,-2 8-8 15,1-7 4-15,-1 7-5 0,1-7 6 0,-1 7-2 16,2-9-3-16,-2 9 4 0,-2-9-4 0,2 9-2 16,2-8 6-16,-2 8 6 0,0 0 3 0,-2-10 1 15,2 10-4-15,0 0-3 0,0-12 0 0,0 12-3 16,2-7-2-16,-2 7 1 0,0 0-3 0,-2-12 4 15,2 12-3-15,0-9 1 0,0 9-3 0,-1-8 1 16,1 8-2-16,0 0 1 0,0-13-1 0,0 13-1 16,-1-9 0-16,1 9-2 0,-2-8-1 0,2 8 3 15,-1-9 0-15,1 9-5 0,0-9 4 0,0 9 2 16,0 0-4-16,-1-12-1 0,1 12 1 0,-1-8 2 16,1 8 2-16,0-10-2 0,0 10 0 0,0 0 3 15,-2-11-6-15,2 11 2 0,0-8-2 0,0 8 3 16,-1-9 0-16,1 9-3 0,0 0 5 0,-1-10-3 15,1 10 2-15,-3-9 0 0,3 9-4 0,0 0 2 16,0-10 0-16,0 10-1 0,0 0 0 0,-1-10-1 16,1 10 4-16,-1-9-3 0,1 9 2 0,0 0-4 15,0-10 3-15,0 10-2 0,0 0 0 0,-2-10 0 16,2 10 0-16,-1-10-1 0,1 10 3 0,0 0 2 16,0-9-1-16,0 9 2 0,0 0-2 0,-1-9 3 15,1 9-2-15,0 0 1 0,-3-8-3 16,3 8-1-16,0 0 2 0,-2-11-1 0,2 11-1 0,-3-5-2 15,3 5 5-15,0 0-2 0,-1-9-3 0,1 9 0 16,-1-8 2-16,1 8 2 0,0 0-3 0,-2-9 2 16,2 9 0-16,-1-8-1 0,1 8-2 0,0 0-2 15,-1-8 7-15,1 8-4 0,0 0 3 0,-1-8 1 16,1 8-2-16,0 0 0 0,0 0-2 0,-2-11-1 16,2 11 2-16,0 0-2 0,0 0 0 0,0-11 1 15,0 11 1-15,0 0-3 0,-1-8 4 0,1 8 1 16,0 0-3-16,0 0 5 0,-1-10-1 0,1 10 4 15,0 0-5-15,0 0 0 0,-2-9-2 0,2 9 1 16,0 0 2-16,-1-9-4 0,1 9 4 0,0 0-2 16,-3-7 0-16,3 7-3 0,0 0 2 0,0 0 0 15,-2-10 0-15,2 10 3 0,0 0-4 0,0-10 1 16,0 10-2-16,0 0 7 0,-3-10-3 0,3 10 0 16,-1-7 1-16,1 7 0 0,0 0-3 0,-4-9 1 15,4 9 1-15,0 0-3 0,-1-10 3 0,1 10-2 16,0 0 3-16,0-10-3 0,0 10 0 0,0 0-3 15,-1-9 5-15,1 9-1 0,0 0 0 0,0-10-1 16,0 10-3-16,-1-7 0 0,1 7 7 0,0 0-3 16,-2-9 2-16,2 9-2 0,0 0 2 0,0 0-1 15,-1-9-1-15,1 9 1 0,0 0-1 0,-3-7 1 16,3 7 0-16,0 0-6 0,-2-7 4 0,2 7 1 16,0 0-2-16,0 0 5 0,1-11-4 0,-1 11 3 15,0 0-1-15,-2-7 2 0,2 7-2 0,0 0 1 16,-3-7 3-16,3 7-3 0,0 0-1 0,0 0 4 15,0 0 1-15,-1-10-3 0,1 10 2 0,0 0 3 16,0 0-4-16,-4-4 0 0,4 4-1 0,0 0-1 16,0 0 3-16,0 0 1 0,0 0-3 0,0 0-1 15,0 0-1-15,0 0 1 0,0-11-1 0,0 11 1 16,0 0 3-16,0 0-3 0,0 0 1 0,0 0 5 16,0 0-2-16,0 0-4 0,0 0 1 0,0 0 0 15,0 0-1-15,0 0 1 0,0 0 0 0,0 0-4 16,-3-6 2-16,3 6 0 0,0 0 1 0,0 0-4 15,0 0 2-15,0 0 2 0,0 0-1 0,0 0-2 16,-1-8 2-16,1 8 2 0,0 0-2 0,0 0-1 16,0 0-2-16,0 0 4 0,0 0 3 0,0 0-4 15,-1-9 1-15,1 9-1 0,0 0-2 0,0 0 2 16,0 0 2-16,0 0-5 0,0 0 0 0,0 0 0 16,0 0 0-16,0 0 3 0,0 0 0 0,0 0 4 15,0 0-6-15,0 0 2 0,0 0 0 0,-4-7-1 16,4 7-3-16,0 0 5 0,0 0 0 0,0 0-3 15,0 0 0-15,0 0 1 0,0 0 2 0,-4-8-1 16,4 8-3-16,0 0 1 0,0 0 2 0,0 0 1 16,-2-7 1-16,2 7-2 0,0 0 1 0,0 0 2 15,0 0 0-15,0 0-1 0,-2-8-6 0,2 8 7 16,0 0-3-16,0 0 0 0,0 0 0 0,0 0-2 16,-1-8 1-16,1 8 0 0,0 0 1 0,0 0 1 15,0 0-1-15,0 0 1 0,-3-7-8 0,3 7 9 16,0 0-2-16,0 0 3 0,0 0-2 0,0 0-3 15,0 0 5-15,0 0-4 0,0 0 0 0,0 0 2 16,0 0-1-16,0 0 0 0,0 0 5 0,0 0-1 16,0 0-2-16,0 0-2 0,2-13-2 0,-2 13 2 15,0 0 1-15,0 0 1 0,0 0-4 0,0 0 2 16,-2-7 0-16,2 7 0 0,0 0 2 0,0 0-6 16,0 0 8-16,0 0-2 0,-1-9-1 0,1 9-2 15,0 0 2-15,0 0-2 0,0 0-1 0,0 0 5 16,0 0 0-16,0 0-7 0,0 0 5 0,0 0-6 15,0 0 4-15,0 0-5 0,0 0-6 0,0 0 7 16,0 0-12-16,0 0-10 0,0 0-7 0,0 0-17 16,0 0-7-16,0 0-17 0,0 0-15 0,0 0-10 15,0 0-25-15,0 0-42 0,0 0-28 0,0 0-28 16,-4 23-126-16,4-23-376 0,0 0 167 0</inkml:trace>
  <inkml:trace contextRef="#ctx0" brushRef="#br0" timeOffset="177377.53">31885 5976 2 0,'0'0'13'0,"0"0"-8"0,0 0-1 0,0 0-3 16,0 0-6-16,0 0-4 0,0 0 2 0</inkml:trace>
  <inkml:trace contextRef="#ctx0" brushRef="#br0" timeOffset="178084.03">31922 5943 10 0,'0'0'23'0,"0"0"-3"0,0 0-1 0,0 0-5 0,0 0-2 15,0 0 4-15,0 0-4 0,0 0-4 0,0 0 1 16,0 0-3-16,0 0-2 0,0 0 3 0,0 0-4 15,0 0 5-15,0 0-4 0,0 0-1 16,0 0 3-16,0 0 0 0,0 0-2 0,0 0-2 16,0 0 1-16,0 0 2 0,0 0-4 0,0 0-1 0,0 0 2 15,0 0 2-15,0 0-4 0,0 0 2 0,0 0 3 16,0 0-1-16,0 0 4 0,3 20-12 0,-3-20 8 16,0 0-4-16,0 0 1 0,0 0-2 15,1 7 3-15,-1-7 2 0,0 0-1 0,0 9-1 16,0-9 5-16,0 0-4 0,1 7 1 0,-1-7 0 15,0 0-4-15,0 0 1 0,0 11 0 0,0-11 2 0,0 0-3 16,0 0 6-16,-2 8-7 0,2-8 4 0,0 0 0 16,0 0 0-16,0 0 0 0,1 9-3 0,-1-9 3 15,0 0 3-15,0 0-2 0,0 0 2 16,0 0 0-16,0 7-3 0,0-7 3 0,0 0-3 16,0 0 2-16,0 0-2 0,0 0 3 0,0 0-1 15,1 7-2-15,-1-7 4 0,0 0-1 0,0 0-5 0,0 0 5 16,0 0-8-16,0 0 10 0,0 11-6 15,0-11 1-15,0 0 1 0,0 0-3 0,0 0-1 16,0 0 1-16,0 0 1 0,0 0 0 0,0 0 4 16,0 0-6-16,0 0 4 0,1 14-3 0,-1-14 1 15,0 0-10-15,0 0-1 0,0 0-2 0,0 0-4 16,0 0-3-16,2 10-9 0,-2-10-24 0,0 5-56 16,0-5 25-16</inkml:trace>
  <inkml:trace contextRef="#ctx0" brushRef="#br0" timeOffset="179063.45">31917 6009 15 0,'0'0'59'0,"0"0"-10"16,0 0 3-16,0 0-11 0,0 0-10 0,-2-7 1 15,2 7-2-15,0 0-2 0,0 0-11 0,0 0-3 0,0 0-5 16,0 0-3-16,0 0 2 0,0 0-3 0,0 0 0 16,0 0-4-16,0 0 2 0,0 0-3 0,0 0 3 15,0 0-2-15,0 0-6 0,0 0-3 16,0 0-1-16,0 0 7 0,-9-1-3 0,9 1-1 15,0 0 0-15,-7-4-8 0,7 4 6 0,0 0-4 16,-5-5 6-16,5 5-2 0,0 0 4 0,0 0 2 0,-6-6 1 16,6 6 3-16,0 0 2 0,0 0 3 0,-4-4-4 15,4 4 13-15,0 0-4 0,0 0 2 16,0 0 3-16,0 0 1 0,0 0-2 0,-5-5 6 16,5 5-4-16,0 0 7 0,0 0-1 0,0 0-1 15,0 0 2-15,0 0 0 0,0 0-6 0,0 0-3 0,0 0-1 16,0 0-8-16,0 0 3 0,0 0-5 0,0 0 3 15,0 0-7-15,0 0 1 0,0 0 1 16,0 0 0-16,0 0 5 0,0 0-4 0,0 0-2 16,0 0-17-16,0 0 1 0,8 24-18 0,-8-24-10 15,0 9-56-15,0-9-105 0,0 0 46 0</inkml:trace>
  <inkml:trace contextRef="#ctx0" brushRef="#br0" timeOffset="183744.44">29823 6476 11 0,'0'0'15'0,"0"0"-2"15,0 0-3-15,-2-8-2 0,2 8 9 0,0 0-8 16,0 0 3-16,0 0-3 0,0 0-2 0,0 0 5 16,0 0-6-16,-8-4-3 0,8 4-2 0,0 0 1 15,0 0 0-15,0 0 4 0,-7-3-5 16,7 3 0-16,0 0-2 0,0 0-3 0,0 0 2 0,0 0-1 16,-13 0 5-16,13 0 0 0,0 0 0 0,0 0 2 15,0 0-6-15,-13 3 0 0,13-3 4 0,0 0-2 16,0 0 0-16,-9 0-2 0,9 0 3 0,0 0 2 15,0 0-2-15,0 0-1 0,-10 0 0 0,10 0-1 16,0 0 2-16,0 0-2 0,0 0 2 0,0 0 2 16,-10 0-3-16,10 0 3 0,0 0 1 0,0 0 3 15,0 0-7-15,-9 2 5 0,9-2-2 0,0 0 6 16,0 0-6-16,-9 2 5 0,9-2-1 0,0 0 8 16,0 0-6-16,-8 1 3 0,8-1-6 0,0 0 5 15,0 0-3-15,0 0 3 0,0 0-6 16,0 0 3-16,-6 2-4 0,6-2 4 0,0 0 0 15,0 0 4-15,0 0-4 0,-7 4 1 0,7-4 1 0,0 0 5 16,0 0-9-16,0 0-1 0,-7 1 4 0,7-1-5 16,0 0-3-16,0 0 5 0,0 0 0 0,0 0 0 15,0 0-1-15,-8 3 2 0,8-3-1 0,0 0-1 16,0 0-1-16,0 0-6 0,0 0 6 0,0 0-2 16,-6 3-3-16,6-3 6 0,0 0-4 0,0 0 0 15,0 0-1-15,0 0 5 0,-7 4-6 0,7-4 1 16,0 0 5-16,0 0-5 0,0 0-2 0,0 0 2 15,-7 2 0-15,7-2 1 0,0 0 1 0,0 0 2 16,-5 5-2-16,5-5 0 0,0 0 3 0,0 0-4 16,0 0 4-16,-7 3 2 0,7-3 1 0,0 0 0 15,0 0-2-15,-6 4 3 0,6-4 0 0,0 0 4 16,0 0-11-16,-5 5 2 0,5-5-1 0,0 0-1 16,-4 5 2-16,4-5-5 0,0 0 4 0,-9 4-2 15,9-4 1-15,0 0 0 0,-8 5 4 0,8-5-6 16,-4 4 2-16,4-4-2 0,0 0 1 0,-5 6 2 15,5-6-2-15,0 0 2 0,-5 3 6 0,5-3-8 16,0 0 3-16,0 0 3 0,-5 4 2 16,5-4-5-16,0 0 1 0,0 0 0 0,0 0 5 0,0 0-1 15,0 0-2-15,0 0 6 0,0 0 18 0,0 0-24 16,-5 5-6-16,5-5 2 0,0 0-1 0,0 0 3 16,0 0-4-16,0 0-1 0,0 0 2 0,0 0 5 15,0 0-3-15,0 0 2 0,0 0-2 16,0 0-6-16,0 0 2 0,-6 5 4 0,6-5 3 15,0 0-2-15,0 0 4 0,-7 4-1 0,7-4 2 0,0 0-4 16,0 0 10-16,0 0-14 0,-5 3-1 0,5-3 9 16,0 0-10-16,0 0 5 0,0 0-3 0,0 0 2 15,0 0-7-15,-5 6 8 0,5-6-5 0,0 0 1 16,0 0 2-16,0 0-1 0,0 0-1 16,0 0 2-16,0 0-4 0,0 0 5 0,0 0-10 0,-4 4 11 15,4-4-2-15,0 0-5 0,0 0-2 0,0 0 6 16,0 0 3-16,0 0-1 0,0 0-11 0,-7 4 7 15,7-4 0-15,0 0 0 0,0 0 0 0,0 0-5 16,0 0 4-16,0 0 0 0,0 0 0 0,0 0 0 16,-2 7 4-16,2-7-4 0,0 0 2 15,0 0 2-15,0 0-3 0,0 0 0 0,0 0 4 0,0 0 2 16,0 0 1-16,-1 9 1 0,1-9 1 0,0 0 1 16,0 0-1-16,0 0 0 0,0 0-9 0,0 0 5 15,0 0-5-15,0 0 6 0,0 0-6 0,0 0 6 16,0 0 3-16,0 0-4 0,0 0 0 0,0 0-2 15,0 0-1-15,0 0-4 0,-3 6 3 16,3-6 4-16,0 0 3 0,0 0-5 0,0 0-1 0,0 0 4 16,0 0-11-16,0 0 10 0,0 0-6 0,0 0 3 15,0 0 4-15,0 11-3 0,0-11-1 16,0 0 1-16,0 0-2 0,0 0-2 0,0 0 3 16,0 0-5-16,0 0 6 0,0 0 4 0,0 0-2 15,2 8-2-15,-2-8-3 0,0 0 6 0,0 0-4 16,0 0 7-16,0 9-8 0,0-9 4 0,0 0 3 0,0 0-6 15,0 0-1-15,0 0 1 0,0 0 2 0,0 0-3 16,-3 8 3-16,3-8 1 0,0 0-5 16,0 0 6-16,0 0-8 0,0 0 9 0,0 0-6 15,-4 7 5-15,4-7 7 0,0 0 1 0,0 0-8 16,0 0 7-16,0 0-1 0,0 0-3 0,-5 4 1 16,5-4 2-16,0 0-4 0,0 0-1 0,0 0 5 15,0 0-7-15,0 0-5 0,0 0 0 0,-4 6 4 0,4-6 0 16,0 0 1-16,0 0 3 0,0 0-2 0,-4 7-5 15,4-7 5-15,0 0-4 0,0 0 0 16,0 0 15-16,-5 7-16 0,5-7 3 0,0 0-3 16,0 0 1-16,-3 5 7 0,3-5-11 0,0 0 6 0,0 0-5 15,0 0 6-15,0 0-1 0,0 0-7 0,-7 4 4 16,7-4-3-16,0 0 1 0,0 0 4 16,0 0 3-16,0 0-4 0,0 0 0 0,0 0 7 15,0 0-3-15,0 0-7 0,0 0 0 0,0 0 4 16,0 0 2-16,0 0-2 0,0 0 26 0,0 0-32 15,0 0-2-15,0 0 4 0,0 0-3 0,-5 5 2 16,5-5 14-16,0 0-17 0,0 0 9 0,0 0-8 0,0 0 1 16,0 0 0-16,-3 7 6 0,3-7-5 15,0 0 3-15,0 0-3 0,0 0 2 0,0 0 0 16,-1 8 0-16,1-8-2 0,0 0 6 0,0 0-9 16,0 0 6-16,-4 6-5 0,4-6 6 0,0 0-1 0,0 0 5 15,-5 6-2-15,5-6-6 0,0 0 2 16,0 0 3-16,-2 5-4 0,2-5-1 0,0 0 2 15,0 0-2-15,0 0 3 0,-1 8 4 0,1-8-4 16,0 0 1-16,-4 6-3 0,4-6 4 0,0 0 2 16,0 0-2-16,0 0 0 0,0 0 0 0,0 0-2 0,-3 7 5 15,3-7 1-15,0 0 3 0,0 0-9 0,0 0 2 16,0 0 1-16,0 0-2 0,0 0-2 0,-3 6 9 16,3-6-6-16,0 0-5 0,0 0 11 15,0 0-4-15,-3 6-4 0,3-6 2 0,0 0-9 16,0 0 6-16,0 0 3 0,0 0-7 0,-2 7 7 15,2-7-4-15,0 0-1 0,0 0 5 0,0 0 1 16,0 0-9-16,0 0 19 0,0 0-18 0,-2 9 16 0,2-9-12 16,0 0 2-16,0 0 3 0,-3 6-5 15,3-6-2-15,0 0 3 0,-4 6-2 0,4-6 8 16,0 0-7-16,-2 7 3 0,2-7 0 0,0 0 3 16,0 0-8-16,0 0-1 0,-5 11 7 0,5-11 2 0,0 0 1 15,-1 5-4-15,1-5 0 0,0 0-9 0,0 0 7 16,0 0 5-16,0 0-7 0,0 0 0 15,0 0 3-15,0 0-4 0,0 0-2 0,0 0 5 0,0 0 0 16,0 0-2-16,-2 15 4 0,2-15-1 16,0 0 2-16,0 0-1 0,0 0 0 0,0 0-3 0,-4 9-3 15,4-9 3-15,0 0 3 0,0 0-6 0,0 0 13 16,0 0-8-16,0 0 2 0,-1 12 2 0,1-12 7 16,0 0-3-16,0 0-3 0,0 0-2 15,0 0 1-15,0 0 2 0,-4 9-3 0,4-9 1 16,0 0-1-16,0 0-5 0,0 0 1 0,0 0 5 15,0 0-4-15,0 0-2 0,0 0 5 0,0 0 1 0,-4 11 0 16,4-11-11-16,0 0 18 0,0 0-18 0,0 0 8 16,0 0-7-16,0 0 2 0,0 0 4 15,0 0-4-15,0 0 1 0,0 0-1 0,-1 8 2 16,1-8 5-16,0 0-4 0,0 0-1 0,0 0 0 16,0 0 0-16,0 0 1 0,0 0 0 0,1 14 2 0,-1-14 3 15,0 0-1-15,0 0-2 0,0 0-4 0,0 0 6 16,0 0-3-16,-1 10 4 0,1-10-3 0,0 0-1 15,0 0-4-15,0 0 6 0,0 0-4 16,-1 12 4-16,1-12-4 0,0 0 4 0,0 0-5 16,0 0 4-16,0 0 1 0,0 0 2 0,0 0-2 0,-2 10-1 15,2-10 5-15,0 0-8 0,0 0 3 0,0 0 0 16,0 0 0-16,-1 13-1 0,1-13 1 16,0 0 6-16,0 6-7 0,0-6 4 0,0 0-6 15,0 0 9-15,-1 7-9 0,1-7 6 0,0 0 4 16,0 0-3-16,-3 9-2 0,3-9 3 0,0 0-8 15,0 0 3-15,0 0 3 0,-3 6 3 0,3-6-3 0,0 0 2 16,0 0 0-16,0 0 0 0,0 0 0 0,0 0 6 16,0 0-2-16,0 0-1 0,0 0 0 0,0 0-1 15,0 0 0-15,-3 6-5 0,3-6 3 16,0 0-1-16,0 0-3 0,0 0 7 0,0 0-13 16,0 0-8-16,0 0-10 0,0 0-14 0,0 0-11 0,0 0-17 15,0 0-13-15,0 0-47 0,0 0-129 0,0 0-273 16,0 0 121-16</inkml:trace>
  <inkml:trace contextRef="#ctx0" brushRef="#br0" timeOffset="184885.94">29601 6638 89 0,'0'0'91'0,"0"0"-12"0,0 0 1 0,0 0-5 16,0 0-8-16,0 0-4 0,0 0-4 0,0 0-5 15,0 0-2-15,0 0-5 0,0 0-1 0,0 0-1 16,0 0-7-16,0 0 6 0,0 0-11 0,0 0 1 16,0 0 0-16,0 0-9 0,-7-2 1 0,7 2-1 15,0 0-5-15,0 0-2 0,0 0-3 0,0 0-8 16,0 0 1-16,0 0 1 0,0 0 1 0,0 0 0 15,0 0 0-15,0 0-6 0,0 0 3 0,0 0-3 16,0 0 4-16,0 0-2 0,0 0-5 0,0 0-1 16,-9 13 1-16,9-13 2 0,-5 6-1 0,5-6-3 15,-3 5 6-15,3-5-1 0,-4 5-5 0,4-5 7 16,-2 7-1-16,2-7-4 0,-5 8 1 0,5-8 5 16,-3 9-1-16,3-9 0 0,-3 8-5 0,3-8 1 15,0 0 16-15,-6 14-7 0,5-10-3 0,-3 2 1 16,4-6 0-16,-5 11 6 0,2-6 16 0,-1 0 3 15,1 3 3-15,0-2-15 0,0 1 7 0,3-7-9 16,-5 8 4-16,3-2-6 0,2-6 0 0,-6 14-3 16,3-10 4-16,3-4-1 0,-5 10 0 0,5-10-5 15,-7 12 6-15,7-12-5 0,-5 14 1 0,4-8-4 16,1-6 3-16,-5 8 10 0,5-8-8 0,-6 6 3 16,6-6 5-16,-4 10-7 0,1-4 4 0,3-6-1 15,-2 7 6-15,2-7-11 0,-4 9 1 16,4-9 0-16,-3 6 1 0,-1 1-1 0,4-7-2 0,-4 6-2 15,4-6-1-15,-3 8-5 0,3-8-3 0,-4 9 3 16,4-9 3-16,-5 6-5 0,5-6 6 0,-4 9-5 16,3-5 2-16,1-4-5 0,-4 7 5 0,4-7-3 15,-3 8-1-15,3-8 1 0,-2 7 0 0,2-7 1 16,-3 5 4-16,3-5 2 0,0 0-6 0,-4 12 1 16,4-12-3-16,-3 5 3 0,3-5-1 0,0 0 1 15,-2 7-3-15,2-7 2 0,0 0 3 0,-2 10-2 16,2-10-2-16,-2 7 6 0,2-7 1 0,0 0-4 15,-4 10 4-15,4-10 0 0,-2 9 6 0,-1-3-1 16,3-6 1-16,-4 10 2 0,2-4-2 0,-1 1 0 16,1-2-2-16,2-5-4 0,-5 12 3 0,2-5-4 15,2-1-1-15,1-6-2 0,-3 9 0 0,3-9 3 16,-3 10-3-16,3-10-6 0,-3 7 8 0,3-7-7 16,-3 8 2-16,3-8-1 0,-1 10 2 0,1-10 2 15,0 7-2-15,0-7 1 0,-1 8-1 0,1-8 0 16,0 0 2-16,-4 10-5 0,4-10 0 0,0 0 2 15,0 8 1-15,0-8 0 0,0 0-2 0,0 0 3 16,-3 9-1-16,3-9-2 0,0 0-1 0,-3 4 3 16,3-4-2-16,0 0-1 0,0 0 2 0,0 0 0 15,0 0 1-15,-2 9 3 0,2-9 4 0,0 0-4 16,0 0 2-16,0 0 2 0,0 0 0 0,0 0-2 16,0 0 0-16,0 0 1 0,0 0-2 0,0 0 2 15,0 0-3-15,0 0 1 0,0 0 0 0,-2 7-1 16,2-7-3-16,0 0 2 0,0 0-3 0,0 0 2 15,0 0-3-15,0 0 2 0,0 0-4 0,0 0 1 16,0 0 1-16,0 0-1 0,0 0 1 0,0 0 0 16,0 0-1-16,0 0 0 0,0 0 3 0,0 0 0 15,0 0-4-15,0 0 3 0,0 0-2 0,0 0-1 16,0 0 0-16,0 0 0 0,0 0 0 0,0 0-2 16,0 0-5-16,0 0-9 0,0 0-1 0,0 0-19 15,0 0-9-15,0 0-21 0,0 0-16 0,0 0-30 16,0 0-29-16,0 0-18 0,0 0-26 0,0 0-136 15,0 0-344-15,0 0 152 0</inkml:trace>
  <inkml:trace contextRef="#ctx0" brushRef="#br0" timeOffset="193119.12">29408 6939 1 0,'0'0'20'15,"0"0"2"-15,0 0 1 0,0 0-7 0,0 0 0 0,0 0 1 16,0 0-3-16,0 0 0 0,0 0 0 0,0 0 0 16,0 0-2-16,0 0-7 0,0 0 4 0,0 0 2 15,0 0-3-15,0 0 1 0,0 0-2 0,0 0-1 16,0 0-1-16,0 0 0 0,0 0-3 0,0 0-1 16,5-14-2-16,-5 14-2 0,0 0-5 0,4-7-6 15,-4 7-1-15,0 0-1 0,2-12-17 0,-1 7-35 16,-1 5 16-16</inkml:trace>
  <inkml:trace contextRef="#ctx0" brushRef="#br0" timeOffset="194186.67">29315 6392 12 0,'0'0'22'0,"0"0"3"16,0 0-7-16,-4-7 3 0,4 7 7 0,0 0-10 16,0 0 6-16,0 0-7 0,-1-7-2 0,1 7 1 15,0 0 1-15,0 0-1 0,0 0-2 0,0 0-3 16,0 0 0-16,0 0-1 0,0 0-1 0,0 0-2 16,0 0 4-16,0 0 1 0,0 0-6 0,0 0-1 15,0 0 4-15,0 0 0 0,0 0 1 0,-3-8-1 16,3 8-2-16,0 0 5 0,0 0 0 0,0 0-1 15,0 0-2-15,0 0-1 0,0 0-2 0,0 0-2 16,0 0 0-16,0 0-3 0,0 0 4 0,0 0-1 16,0 0-2-16,0 0 1 0,0 0 5 0,0 0-4 15,0 0-2-15,0 0 4 0,0 0-6 0,0 0 3 16,-1-9 2-16,1 9-4 0,0 0 1 0,0 0-2 16,0 0 1-16,0 0-2 0,0 0 3 0,0 0-6 15,0 0 9-15,0 0-7 0,0 0 1 0,0 0 1 16,0 0 1-16,0 0 2 0,0 0 1 0,0 0-2 15,0 0-4-15,0 0-2 0,0 0 5 0,0 0-3 16,0 0 3-16,0 0-4 0,0 0 3 0,0 0-1 16,0 0 0-16,1 26 1 0,-1-26-2 0,0 0-1 15,2 8 3-15,-2-8-4 0,0 0 3 0,1 7-2 16,-1-7 5-16,0 0 10 0,0 0-12 0,1 7-1 16,-1-7 2-16,0 0-1 0,0 0-4 0,0 0 2 15,0 0 2-15,0 0 0 0,0 9 3 0,0-9-5 16,0 0 5-16,0 0-4 0,0 0 0 15,0 0-2-15,0 0 0 0,0 0 4 0,0 7-1 16,0-7 3-16,0 0-6 0,0 0 5 0,0 0 5 0,0 0-2 16,0 0-5-16,0 0 3 0,0 0 7 0,0 0-3 15,0 0 4-15,0 0 4 0,0 0 0 0,0 0 0 16,0 0-1-16,0 0-5 0,0 0 4 16,0 0-1-16,0 0-4 0,0 0 7 0,0 0-11 15,0 0 5-15,0 0 1 0,0 0-7 0,0 0 8 0,0 0-2 16,0 0-2-16,0 0-3 0,0 0-1 0,0 0 2 15,0 0-2-15,0 0 1 0,0 0-3 0,0 0 0 16,0 0-8-16,0 0-5 0,0 0-7 16,0 0-6-16,0 0-10 0,0 0-14 0,-4 9-2 15,4-9-38-15,0 0-95 0,0 0 43 0</inkml:trace>
  <inkml:trace contextRef="#ctx0" brushRef="#br0" timeOffset="196483.81">29742 6377 26 0,'0'0'24'15,"0"0"2"-15,0 0 4 0,0 0-6 0,0 0-2 16,0 0 2-16,0 0-2 0,-8-4-4 0,8 4-1 16,0 0 2-16,0 0 2 0,0 0 4 0,0 0-3 15,0 0 4-15,0 0 8 0,0 0 5 0,-6-3 1 16,6 3-1-16,0 0-7 0,0 0 4 0,0 0 8 16,0 0 5-16,0 0-4 0,0 0 10 0,0 0-7 15,0 0 16-15,0 0-20 0,-9-3 4 0,9 3-6 16,0 0 6-16,0 0-6 0,0 0-3 0,0 0-3 15,0 0-1-15,0 0-2 0,0 0-13 0,0 0-3 16,0 0 5-16,0 0-7 0,0 0 4 0,0 0-7 16,0 0 5-16,0 0-8 0,0 0 4 0,0 0-5 15,0 0 4-15,0 0-4 0,0 0 11 0,0 0-5 16,0 0-3-16,0 0 10 0,0 0 4 0,0 0-11 16,0 0 9-16,0 0-3 0,0 0 12 0,0 0-5 15,0 0 6-15,0 0 1 0,0 0-2 0,0 0 0 16,0 0-1-16,0 0-1 0,0 0 1 0,0 0-2 15,0 0-8-15,0 0 1 0,0 0-8 0,0 0 3 16,0 0 0-16,0 0-4 0,0 0 5 0,0 0-6 16,0 0 3-16,0 0-3 0,0 0 2 0,0 0-2 15,0 0-3-15,0 0 5 0,0 0-4 0,0 0 0 16,0 0-3-16,0 0-6 0,0 0 2 0,0 0-4 16,0 0 3-16,0 0-5 0,0 0 4 0,0 0-5 15,0 0 2-15,0 0 0 0,0 0 2 0,0 0-2 16,0 0 3-16,0 0-1 0,0 0 4 0,0 0-5 15,0 0 4-15,0 0-5 0,20 13 1 0,-17-9 5 16,-3-4 0-16,6 7-6 0,-6-7 0 0,5 6 7 16,-2-3-5-16,-3-3 3 0,4 6-2 0,-4-6-1 15,5 6-3-15,-5-6 0 0,0 0 5 0,5 6-2 16,-5-6 0-16,0 0 2 0,0 0-1 0,0 0 5 16,0 0-2-16,0 0-2 0,1 5-2 0,-1-5 0 15,0 0 2-15,0 0-3 0,0 0 2 0,0 0 4 16,0 0-1-16,0 0-3 0,0 0 2 0,0 0 1 15,0 0-1-15,0 0 0 0,0 0 4 0,0 0 5 16,0 0 2-16,0 0 1 0,0 0 10 0,0 0-3 16,0 0-2-16,0 0 0 0,0 0 0 0,0 0-6 15,0 0-2-15,0 0-2 0,0 0 3 0,-6-23-4 16,6 23 0-16,-5-9-3 0,4 1 2 0,-2 2-3 16,3 6 4-16,-4-13-5 0,3 6 1 0,-3 1 0 15,4 6 3-15,-5-10-2 0,4 5-2 16,1 5 1-16,-8-12 0 0,4 8-2 0,4 4-3 0,-5-7 3 15,5 7-5-15,-3-7 5 0,3 7-2 0,0 0 0 16,0 0-2-16,0 0-1 0,-3-7-2 0,3 7-1 16,0 0 2-16,0 0-4 0,0 0 5 0,0 0 0 15,0 0-1-15,0 0 3 0,0 0 1 0,0 0-14 16,0 0-16-16,0 0-19 0,0 0-17 0,0 0-17 16,0 32-17-16,-3-23-26 0,2 0-17 0,-2 2-18 15,1-1-118-15,-5 2-299 0,4-3 133 0</inkml:trace>
  <inkml:trace contextRef="#ctx0" brushRef="#br0" timeOffset="197291.18">29540 6809 77 0,'0'0'78'0,"0"0"-5"0,0 0-3 0,0 0-6 15,0 0-16-15,0 0-4 0,0 0 10 0,0 0-14 16,0 0-2-16,0 0-5 0,0 0-13 0,0 0-5 15,0 0-13-15,0 0-11 0,0 0-11 0,0 0-10 16,5-23-13-16,-5 23-6 0,1-9-36 0,-1 9-90 16,2-9 40-16</inkml:trace>
  <inkml:trace contextRef="#ctx0" brushRef="#br0" timeOffset="197724.3">29715 6499 11 0,'0'0'70'0,"0"0"-8"0,0 0 22 16,0 0-26-16,0 0 0 0,0 0-7 15,0 0-4-15,0 0-5 0,0 0 6 0,0 0-16 16,0 0-2-16,-13 10-1 0,13-10 0 0,0 0-7 15,0 0 2-15,-5 1-3 0,5-1 0 0,0 0-5 16,0 0 7-16,0 0-5 0,0 0-2 0,0 0-7 0,0 0 3 16,0 0 0-16,0 0-1 0,0 0-6 15,0 0 2-15,0 0 0 0,0 0-2 0,0 0-11 0,-13-8-6 16,13 8-17-16,0 0-8 0,0 0-17 16,0 0-11-16,-9-2-49 0,9 2-122 0,0 0 55 15</inkml:trace>
  <inkml:trace contextRef="#ctx0" brushRef="#br0" timeOffset="198021.65">29474 6713 40 0,'0'0'49'0,"0"0"-4"0,0 0-3 0,0 0-6 15,0 0-7-15,0 0 4 0,0 0-3 0,0 0-6 16,0 0-11-16,0 0-5 0,0 0-11 0,0 0-11 15,0 0-2-15,0 0-37 0,0 0-58 0,0 0 27 16</inkml:trace>
  <inkml:trace contextRef="#ctx0" brushRef="#br0" timeOffset="198380.59">29738 6421 56 0,'0'0'56'16,"3"10"1"-16,-3-10 1 0,0 0-9 0,0 0 5 15,0 0-11-15,0 0-1 0,0 0-4 0,0 0 1 16,0 0-9-16,0 0-2 0,0 0-5 16,0 0-2-16,0 0 3 0,0 0-5 0,0 0-7 15,0 0-5-15,0 0-2 0,0 0-15 0,0 0-14 16,0 0-7-16,-9 14-10 0,9-14-52 0,0 0-100 0,0 0 44 15</inkml:trace>
  <inkml:trace contextRef="#ctx0" brushRef="#br0" timeOffset="198580.67">29576 6511 8 0,'0'0'35'0,"0"0"-14"16,0 0-12-16,-4 6-22 0,4-6-12 0,0 0 5 16</inkml:trace>
  <inkml:trace contextRef="#ctx0" brushRef="#br0" timeOffset="199488.79">29757 6438 8 0,'0'0'41'0,"0"0"0"16,0 0 4-16,0 0-11 0,0 0 2 0,0 0-2 15,0 0-1-15,0 0-4 0,0 0-1 0,0 0-2 16,0 0 2-16,0 0 0 0,0 0-4 0,0 0-1 15,0 0 0-15,0 0-6 0,0 0 2 0,0 0 1 16,0 0-5-16,0 0-2 0,0 0-1 0,0 0 1 16,0 0 0-16,0 0-5 0,0 0 3 0,0 0-6 15,0 0-2-15,0 0 1 0,0 0-9 0,0 0-1 16,0 0-16-16,0 0-2 0,0 0-4 0,0 0-7 16,0 0 1-16,0 0-2 0,0 0 3 0,0 0-1 15,0 0-3-15,0 0-20 0,0 0-62 0,0 0 28 16</inkml:trace>
  <inkml:trace contextRef="#ctx0" brushRef="#br0" timeOffset="200161.17">29559 6613 24 0,'0'0'39'0,"0"0"-7"0,0 0-6 0,0 0-1 16,0 0-3-16,0 0 1 0,0 0-3 0,0 0 5 15,0 0-11-15,0 0-3 0,0 0-8 0,0 0-7 16,0 0-11-16,0 0-27 0,0 0-44 0,7-21 21 16</inkml:trace>
  <inkml:trace contextRef="#ctx0" brushRef="#br0" timeOffset="201529.09">29895 6414 14 0,'0'0'19'16,"-12"-2"-7"-16,12 2 7 0,0 0-3 0,0 0-6 16,-8-2-3-16,8 2-1 0,0 0 0 0,0 0-3 15,-12 2 8-15,12-2-5 0,0 0-1 0,-7 1-2 16,7-1 0-16,0 0 8 0,0 0-10 0,0 0 6 15,0 0-8-15,0 0 3 0,0 0 0 0,-9 3-5 16,9-3 7-16,0 0-6 0,0 0 5 0,0 0-5 16,0 0 3-16,-5 5-4 0,5-5 3 0,0 0-6 15,0 0 7-15,-4 4 3 0,4-4-7 0,0 0 5 16,0 0-1-16,0 0 0 0,-5 4-1 0,5-4 0 16,0 0 13-16,0 0-6 0,0 0 6 0,0 0-3 15,0 0 7-15,0 0-1 0,0 0-2 0,0 0-3 16,0 0 9-16,0 0-7 0,0 0 2 0,-9 2 0 15,9-2-2-15,0 0-1 0,0 0-4 0,0 0-1 16,0 0-5-16,0 0 3 0,0 0 1 0,0 0-2 16,0 0-3-16,0 0 5 0,0 0-3 0,0 0-1 15,0 0-1-15,0 0-1 0,0 0 3 0,0 0-8 16,0 0 1-16,0 0 1 0,0 0 6 0,0 0-3 16,0 0 1-16,0 0 1 0,0 0-1 0,0 0 3 15,27-3-1-15,-27 3 0 0,0 0 0 0,11-4 3 16,-11 4-6-16,9-3 2 0,-9 3 4 0,10-2 0 15,-10 2-1-15,13-3 3 0,-7 3-2 0,1-2-7 16,-7 2 2-16,15-1-3 0,-5-2 20 0,-3 2-20 16,3-2 1-16,-2 2 2 0,-1-2-6 0,-7 3 7 15,13-3-4-15,-5 3-1 0,-8 0 0 0,11-3 6 16,-11 3-5-16,11-4 3 0,-4 3 3 0,-7 1-5 16,12-2-4-16,-6-1 2 0,-6 3 4 15,9-2-2-15,-9 2-1 0,13-2 5 0,-7 0-9 0,-6 2 17 16,12-3-13-16,-4 0-2 0,0 2 4 0,-8 1 1 15,14-3 15-15,-2 0-20 0,-5 0 5 0,1 2-2 16,1-1-3-16,-1 0 2 0,-8 2 5 0,13-3-1 16,-7 1 3-16,-6 2-6 0,13-4 4 0,-7 1 5 15,1 1-2-15,-7 2 7 0,12-3-9 16,-7 2 3-16,-5 1-3 0,11-3 2 0,-5 0-3 0,-6 3-2 16,11-4 2-16,-4 1-1 0,-7 3 2 0,10-3-5 15,-2 2 2-15,-8 1-3 0,13-5 2 0,-6 5-2 16,-7 0 10-16,15-1-9 0,-4-3 4 0,-3 4 1 15,0-3-3-15,-1 2-1 0,3-1-1 16,-2 0 4-16,-8 2-3 0,12 0 0 0,-4 0-2 16,-8 0 7-16,17-3-5 0,-10 3 2 0,-7 0-3 0,15-1 0 15,-7-1 3-15,0 2-4 0,-8 0 7 0,14 1-7 16,-4-2 4-16,-2 0-7 0,-8 1 4 0,13-2-1 16,-4 2 5-16,-9 0-5 0,14-1 1 0,-6 1 2 15,-8 0 0-15,13 0 0 0,-6-3-2 16,-7 3 4-16,14-1 1 0,-14 1-9 0,11-1-2 0,-11 1-4 15,9-2-1-15,-9 2-12 0,9 0-14 0,-9 0-38 16,0 0-80-16,9 3 36 0</inkml:trace>
  <inkml:trace contextRef="#ctx0" brushRef="#br0" timeOffset="202152.16">29940 6444 34 0,'0'0'38'0,"0"0"-1"0,0 0-3 16,-10 1-3-16,10-1-4 0,0 0-4 0,-12 0 1 15,12 0-6-15,0 0 1 0,-9 1 1 0,9-1-7 16,0 0 1-16,-7 1 1 0,7-1-6 0,0 0 0 16,0 0-3-16,0 0 1 0,-9 2-3 0,9-2-1 15,0 0 3-15,0 0-7 0,0 0 4 0,0 0 1 0,0 0-2 16,0 0 4-16,0 0-4 0,0 0 2 16,0 0-5-16,25 3 5 0,-25-3-8 0,14-1 7 15,-3 0-5-15,-3 0 2 0,4-1 0 0,0 0 2 16,1-1-1-16,6 2 0 0,0-2 1 0,0 2 0 15,-4-1-2-15,4-1 4 0,1-1-3 0,-1 0-6 16,1-1 5-16,1 2 5 0,0 0-9 0,1-1 3 16,-1 1 1-16,-1-1-1 0,2 1-1 0,-4-1-1 15,3 1 3-15,0 0 2 0,-3 0-3 0,1 0 7 16,-1 0-4-16,0 1-5 0,-2-1 0 0,1 1 2 16,-3-1 2-16,-1 1-5 0,6 0 3 0,-3-3-1 15,-2 3 3-15,-2-1-6 0,1 1 3 0,1-1 1 16,-1 2-7-16,-1-2 2 0,-1 2-2 0,1 0-3 15,0-1-4-15,-4 1-7 0,2-1-7 0,-1 0-22 16,-2 1-54-16,-7 1 23 0</inkml:trace>
  <inkml:trace contextRef="#ctx0" brushRef="#br0" timeOffset="202658.21">30234 6391 2 0,'0'0'28'15,"0"0"-7"-15,0 0-4 0,0 0 1 0,0 0-1 0,0 0-1 16,0 0-1-16,0 0-1 0,0 0-2 0,0 0-4 16,28-2 2-16,-28 2 0 0,17-2 2 0,-5 1-5 15,0 0 4-15,0 1-5 0,0-1 1 0,1-1-2 16,0 0 5-16,0 0-3 0,-1-1-7 15,6 1 3-15,0-1 1 0,-1-1-2 0,1 1 0 16,0 1 4-16,1-3-3 0,1 2-3 0,-3-1 2 0,2 0-3 16,-2 1 0-16,2-2 4 0,-1-3-6 0,0 4 8 15,-1 3-7-15,-4-1 1 0,0 0-4 0,5 0 4 16,-7-1 0-16,3 1 5 0,-1 0-1 16,5 1-4-16,-6 1-1 0,0-4 0 0,1 4 5 15,-1 0-3-15,0-1-3 0,-3 1 4 0,2-2 2 16,-3 2-2-16,-8 0-3 0,15-1 2 0,-8 0 2 0,-7 1-4 15,13 0 2-15,-13 0-10 0,12-1-6 0,-12 1-9 16,10 0-12-16,-10 0-41 0,7-1 18 0</inkml:trace>
  <inkml:trace contextRef="#ctx0" brushRef="#br0" timeOffset="203052">30915 6318 13 0,'8'0'17'0,"-8"0"-10"0,8 0 3 16,-8 0 0-16,11 0-20 0,-11 0-11 0,8 1 6 15</inkml:trace>
  <inkml:trace contextRef="#ctx0" brushRef="#br0" timeOffset="203260.29">30980 6318 2 0,'0'0'20'16,"0"0"-1"-16,0 0 5 0,0 0-5 0,0 0 5 16,0 0-4-16,0 0-1 0,0 0 2 0,0 0 2 15,0 0-4-15,0 0 2 0,0 0 2 0,0 0-3 16,0 0-2-16,0 0 4 0,0 0-5 0,0 0-4 16,0 0 0-16,0 0-2 0,0 0-6 0,7-5-1 15,-7 5-2-15,0 0-2 0,7-2-2 0,-7 2-7 16,0 0-8-16,9-1-5 0,-9 1-34 15,0 0-58-15,0 0 25 0</inkml:trace>
  <inkml:trace contextRef="#ctx0" brushRef="#br0" timeOffset="211691.89">29762 6419 25 0,'-5'5'21'0,"5"-5"0"0,-5 5-1 15,5-5-4-15,-5 6-1 0,5-6-4 0,-5 3 0 16,5-3 3-16,0 0-4 0,-8 7-1 0,8-7 3 15,-6 7-3-15,6-7-1 0,-7 5-4 0,2-2 1 16,5-3 0-16,-7 8 1 0,7-8 3 0,-7 6-7 16,1-5 4-16,6-1-3 0,-8 6-1 0,4-1-3 0,4-5 3 15,-9 4 4-15,4-1-6 0,5-3 4 0,-7 9 0 16,4-6-2-16,3-3-4 0,-5 7 0 16,5-7 2-16,-6 6 2 0,6-6 0 0,-6 6 3 15,6-6-5-15,-6 7 1 0,6-7-1 0,-6 4 1 16,6-4-1-16,-3 6 1 0,3-6-1 0,0 0-6 15,-4 6 4-15,4-6 5 0,0 0-5 0,-6 6 4 16,6-6-1-16,-5 6 3 0,5-6-3 0,-5 5 4 16,5-5-7-16,-5 3 7 0,5-3-9 0,0 0 0 15,-4 7 6-15,4-7 2 0,0 0 0 0,-4 7-6 16,4-7 4-16,0 0 3 0,-4 5-4 0,4-5 0 16,0 0 3-16,-4 6-3 0,4-6-2 0,-4 4 3 15,4-4 3-15,0 0-2 0,-6 6 0 0,6-6 1 16,0 0 1-16,0 0-3 0,0 0-2 0,-5 4 0 15,5-4 8-15,0 0-9 0,-4 5 6 0,4-5-1 16,0 0 0-16,0 0-2 0,0 0 1 0,-5 7-1 16,5-7 2-16,0 0 0 0,-5 5 1 0,5-5-5 15,0 0 3-15,-4 5 5 0,4-5-8 0,0 0 4 16,0 0 0-16,-8 6-3 0,8-6 4 0,0 0-4 16,-2 4 2-16,2-4 0 0,0 0 4 0,0 0-4 15,-4 5 3-15,4-5-5 0,0 0 2 0,0 0 1 16,0 0 2-16,-3 6-1 0,3-6-3 0,0 0 2 15,0 0 5-15,0 0 1 0,-3 6 0 0,3-6 3 16,0 0-1-16,0 0-3 0,0 0-3 0,-4 6 7 16,4-6-3-16,0 0 2 0,0 0-4 0,0 0 11 15,0 0-7-15,0 0-4 0,-5 4 5 0,5-4 1 16,0 0-4-16,0 0-9 0,0 0 7 0,0 0 0 16,0 0-5-16,-4 5 4 0,4-5-2 0,0 0-4 15,0 0 7-15,0 0-5 0,0 0 0 0,0 0 4 16,0 0 1-16,-4 7-7 0,4-7 6 0,0 0-5 15,0 0 6-15,0 0-7 0,0 0 4 0,0 0 2 16,0 0-5-16,-5 4 4 0,5-4-3 0,0 0 0 16,0 0 3-16,0 0-1 0,0 0 6 0,0 0-8 15,0 0 9-15,0 0-9 0,0 0 3 0,-1 8 2 16,1-8-8-16,0 0 2 0,0 0 3 0,0 0-5 16,0 0 1-16,-2 7 3 0,2-7-3 15,0 0 0-15,0 0 5 0,0 0 3 0,0 0 8 0,0 0-3 16,0 0 4-16,0 0 2 0,0 0 0 0,0 0-1 15,0 0 1-15,0 0-3 0,-4 6 1 0,4-6-8 16,0 0 3-16,0 0 0 0,0 0 4 0,0 0-11 16,0 0 5-16,0 0-3 0,0 0 0 0,0 0-5 15,0 0 0-15,0 0 1 0,0 0 9 0,0 0-5 16,0 0-7-16,0 0 4 0,0 0 2 0,0 0 0 16,0 0 2-16,0 0-1 0,0 0 0 0,0 0 4 15,0 0-4-15,0 0 8 0,0 0-15 0,0 0 1 16,0 0-2-16,0 0 1 0,0 0 3 0,0 0-4 15,0 0 16-15,0 0-25 0,0 0 11 0,-3 6 7 16,3-6-12-16,0 0 0 0,0 0-16 0,0 0-5 16,0 0-9-16,0 0-11 0,0 0-8 0,0 0-15 15,0 0-14-15,0 0-64 0,0 0-157 0,0 0 71 16</inkml:trace>
  <inkml:trace contextRef="#ctx0" brushRef="#br0" timeOffset="214472.79">29591 6591 14 0,'0'0'8'0,"0"0"3"15,0 0 1-15,0 0-6 0,-5 5-2 0,5-5 2 16,0 0-2-16,0 0 6 0,-6 6-7 0,6-6 0 15,0 0 0-15,0 0-3 0,0 0 3 0,0 0-3 16,-5 4 0-16,5-4 1 0,0 0-2 0,0 0 1 16,0 0 2-16,0 0 1 0,0 0-5 0,0 0 2 15,0 0 0-15,0 0 2 0,0 0-2 0,-3 5 3 16,3-5-3-16,0 0 2 0,0 0-1 0,0 0 0 16,0 0 1-16,0 0 0 0,-3 7-1 0,3-7-3 15,0 0-1-15,0 0 6 0,0 0-3 0,0 0 3 16,0 0-5-16,0 0 3 0,0 0-1 0,0 0-2 15,0 0 3-15,0 9-1 0,0-9 3 0,0 0 0 16,0 0-3-16,0 0 4 0,0 0-3 0,0 0 6 16,0 0-2-16,0 0 1 0,0 0 1 0,0 0 0 15,0 0 4-15,-2 7-4 0,2-7-2 0,0 0 4 16,0 0 1-16,0 0-7 0,0 0 4 0,0 0-4 16,0 0 1-16,0 0-3 0,0 0 4 0,0 0-3 15,0 0 4-15,0 0-3 0,0 0-5 0,0 0 4 16,0 0-2-16,0 0 3 0,0 0-3 0,0 0 1 15,0 0 0-15,0 0 6 0,-3 8-6 0,3-8 3 16,0 0 1-16,0 0-2 0,0 0 0 0,0 0 6 16,0 0-9-16,-2 7 3 0,2-7-4 0,0 0 2 15,0 0 1-15,0 0-3 0,-3 6 0 0,3-6 3 16,0 0-2-16,-4 6 0 0,4-6-1 0,0 0 1 16,0 0 1-16,0 0 2 0,-1 8-3 0,1-8 0 15,0 0 1-15,0 0 2 0,0 0-2 0,-1 8 0 16,1-8-4-16,0 0 5 0,-5 6 0 0,5-6 1 15,0 0-1-15,0 0 7 0,-3 8-2 16,3-8-9-16,0 0 1 0,0 0-1 0,-1 8 3 0,1-8 0 16,0 0 2-16,0 0-2 0,-3 6 1 0,3-6 6 15,0 0-6-15,0 0 2 0,-6 5-3 0,6-5 4 16,0 0 0-16,0 0 3 0,-3 6-1 0,3-6 5 16,0 0-5-16,0 0 1 0,-5 6-5 0,5-6 2 15,0 0-1-15,0 0 4 0,-4 6-1 0,4-6-5 16,0 0 1-16,0 0 7 0,-5 5-12 0,5-5 5 15,0 0-4-15,0 0 2 0,0 0 3 0,-2 6 0 16,2-6 1-16,0 0-3 0,0 0 2 0,0 0-5 16,0 0 5-16,0 0-4 0,-4 8 0 0,4-8 3 15,0 0 0-15,0 0-3 0,0 0 3 0,0 0-6 16,0 9-1-16,0-9 1 0,0 0 4 16,-4 5 0-16,4-5-5 0,0 0 7 0,0 0-4 0,0 0 5 15,-3 6-4-15,3-6 3 0,0 0 3 0,0 0-5 16,0 0-1-16,0 0 4 0,-2 6-1 0,2-6-3 15,0 0 8-15,0 0-5 0,0 0-4 16,0 0-1-16,0 0 5 0,0 0-3 0,0 0 3 16,0 0-1-16,0 0-2 0,0 0 1 0,0 0-1 15,-3 5 1-15,3-5-2 0,0 0 2 0,0 0 3 0,0 0-3 16,0 0 1-16,0 0-2 0,0 0-2 0,0 0 0 16,0 0 2-16,0 0-1 0,0 0 1 0,0 0 2 15,-2 8-1-15,2-8 1 0,0 0 3 16,0 0-5-16,0 0 2 0,0 0-4 0,0 0 1 15,0 0 4-15,0 0-4 0,0 0 2 0,0 0-4 16,0 0 4-16,0 0-2 0,0 0 0 0,0 0-1 0,0 0 10 16,0 0-9-16,0 0-1 0,0 0 0 0,0 0-2 15,0 0 9-15,0 0-7 0,0 0 0 0,0 0 8 16,0 0-3-16,0 0 3 0,0 0-8 0,0 0 5 16,0 0-6-16,0 0 8 0,0 0-1 15,0 0-2-15,0 0 2 0,0 0-4 0,0 0 2 16,0 0 4-16,0 0-6 0,0 0 1 0,0 0 0 15,0 0 3-15,0 0-5 0,0 0-1 0,0 0 4 16,0 0-3-16,0 0 1 0,0 0 2 0,0 0-2 0,1 9 3 16,-1-9-1-16,0 0 1 0,0 0-1 15,0 0-1-15,0 0-1 0,0 0-4 0,0 0 5 16,0 0-1-16,0 0 1 0,0 0-1 0,0 12 2 0,0-12-2 16,0 0 0-16,0 0 2 0,0 0-1 0,0 0 3 15,0 0-5-15,0 0-2 0,0 0-1 0,0 0 4 16,0 0 5-16,0 0-6 0,0 0 0 15,0 0-3-15,0 0 5 0,0 0-2 0,0 0 2 16,0 0-3-16,0 0 3 0,0 0-2 0,3 12 4 16,-3-12-7-16,0 0 1 0,0 0 4 0,0 0-4 15,0 0 6-15,0 0 1 0,0 0-7 0,0 0 1 0,0 0 0 16,0 0 8-16,0 0-6 0,0 0-1 0,0 0 1 16,0 0-1-16,0 0-4 0,0 0 9 15,1 4-3-15,-1-4 1 0,0 0 0 0,0 0-1 16,0 0-1-16,0 0-1 0,0 0-1 0,0 0 2 15,0 0-3-15,0 0 3 0,0 0-1 0,0 0 4 16,0 0-1-16,0 0 8 0,0 0-14 0,0 0 5 16,0 0-1-16,0 0-3 0,0 0 2 0,0 0-1 15,0 0 3-15,0 0 1 0,0 0-2 0,0 0 3 16,0 0-5-16,0 0 8 0,0 0-7 0,0 0-2 16,0 0 2-16,0 0-2 0,0 0 2 0,0 0 1 15,0 0 5-15,0 0-4 0,0 0 2 0,0 0-1 0,0 0-1 16,0 0 3-16,0 0 0 0,0 0-7 0,0 0 8 15,0 0 1-15,0 0-2 0,0 0 6 16,0 0-3-16,0 0 3 0,0 0-4 0,0 0 5 16,0 0-4-16,0 0-1 0,0 0 3 0,0 0-8 15,0 0 4-15,0 0 0 0,0 0-2 0,0 0 1 16,0 0 0-16,0 0 0 0,0 0 1 0,0 0-2 16,0 0 3-16,0 0-6 0,0 0 5 0,0 0 0 15,0 0 9-15,0 0-4 0,0 0-7 0,0 0 5 16,0 0-5-16,0 0 5 0,0 0-5 0,0 0 1 15,0 0 0-15,0 0-1 0,0 0-5 0,0 0 5 16,0 0 1-16,0 0 0 0,0 0-4 0,0 0 1 16,0 0-2-16,0 0 2 0,0 0-3 0,0 0-9 15,0 0 1-15,0 0-1 0,0 0-8 0,0 0-2 0,0 0-6 16,0 0-3-16,0 0-15 0,0 0-5 16,0 0-1-16,0 0-28 0,0 0-85 0,0 0 38 15</inkml:trace>
  <inkml:trace contextRef="#ctx0" brushRef="#br0" timeOffset="-211188.33">29453 6902 6 0,'0'0'10'0,"0"0"-1"0,0 0-3 16,0 0 6-16,0 0 1 0,0 0 4 0,0 0-3 16,0 0-3-16,0 0 4 0,0 0 0 0,0 0 2 15,0 0-8-15,0 0 1 0,0 0-5 0,0 0 4 16,0 0-2-16,0 0 2 0,0 0-5 0,0 0 6 16,-1 10-8-16,1-10-1 0,0 0 4 0,0 0-2 15,0 0 0-15,0 0-1 0,0 0 2 0,0 0 2 16,0 0 3-16,-3 10 2 0,3-10-1 0,0 0 0 15,0 0 1-15,0 10 2 0,0-10 1 0,0 0-7 16,0 0 1-16,0 0 0 0,-1 7-1 0,1-7 0 16,0 0-3-16,0 0-1 0,0 0 2 0,0 0-1 15,0 0 5-15,0 0-1 0,0 0 4 0,0 0 0 16,0 0-2-16,0 0 4 0,0 0 0 0,0 0 3 16,0 0-5-16,0 0 0 0,0 0 4 0,0 0-1 15,0 0-4-15,0 0-6 0,0 0 3 0,0 0-2 16,0 0 5-16,0 0-4 0,0 0-2 0,0 0-1 15,0 0-2-15,0 0 0 0,0 0 3 16,0 0-3-16,0 0-1 0,0 0 1 0,0 0 5 16,0 0-6-16,0 0 6 0,0 0 8 0,0 0-3 0,0 0-2 15,0 0 3-15,0 0 0 0,0 0 1 0,0 0 3 16,0 0 0-16,0 0-4 0,0 0 0 0,0 0 8 16,0 0-1-16,0 0 1 0,0 0-2 0,0 0 2 15,0 0 2-15,0 0-9 0,0 0 17 0,0 0-20 16,0 0 6-16,0 0-11 0,0 0-1 0,0 0 3 15,0 0 5-15,0 0 4 0,0 0-1 0,0 0-6 16,0 0-12-16,0 0 5 0,0 0 4 0,0 0-11 16,0 0 10-16,0 0-7 0,0 0 2 0,0 0-1 15,0 0-2-15,0 0-4 0,0 0 16 0,0 0-15 16,0 0 4-16,0 0-12 0,0 0 12 16,0 0-1-16,0 0-2 0,0 0-5 0,0 0 2 15,0 0 5-15,-12 5-1 0,12-5-4 0,0 0 3 0,0 0 7 16,0 0-8-16,0 0 5 0,-6 7-2 0,6-7-1 15,0 0 2-15,0 0-3 0,0 0-2 0,0 0 7 16,-9 6 1-16,9-6-5 0,0 0-1 0,0 0 3 16,0 0 8-16,0 0-9 0,0 0 6 0,0 0-2 15,0 0-4-15,0 0 5 0,-6 4-4 16,6-4 0-16,0 0-1 0,0 0-3 0,0 0 28 0,0 0-23 16,0 0 1-16,0 0-4 0,0 0 2 0,0 0 2 15,0 0-2-15,0 0 0 0,0 0-3 16,0 0 5-16,-18-4-3 0,18 4-5 0,0 0 9 15,0 0-3-15,0 0 0 0,0 0-3 0,0 0 4 16,0 0-4-16,0 0 13 0,0 0-12 0,0 0 2 16,-13-3 5-16,13 3-1 0,0 0-4 0,0 0 3 0,0 0 5 15,0 0-4-15,0 0-6 0,0 0 3 16,0 0-1-16,0 0 8 0,0 0-15 0,0 0 7 0,0 0-1 16,0 0 7-16,0 0-4 0,0 0 3 15,0 0 3-15,0 0-2 0,0 0 6 0,0 0 1 16,0 0-4-16,0 0-2 0,0 0 2 0,0 0 6 15,0 0 5-15,0 0 2 0,0 0-2 0,0 0-2 0,0 0 4 16,0 0 2-16,0 0-2 0,0 0-1 16,-5-8 0-16,5 8 1 0,0 0-5 0,0 0 3 15,0 0-5-15,0 0 4 0,0 0 4 0,0 0-5 16,0 0 2-16,0 0 1 0,0 0-4 0,0 0-1 16,0 0 1-16,0 0 1 0,0 0-1 0,0 0-1 15,0 0 0-15,0 0 4 0,-1-5-2 0,1 5-5 16,0 0 5-16,0 0-3 0,0 0 5 0,0 0-8 15,0 0-5-15,0 0 3 0,0 0-2 0,0 0-3 16,0 0 3-16,0 0 0 0,0 0-2 0,0 0 2 16,0 0-4-16,0 0 3 0,0 0-1 0,0 0 2 15,0 0-6-15,0 0 4 0,0 0 1 0,0 0-6 16,0 0 5-16,0 0-3 0,0 0-2 0,0 0 2 0,0 0-3 16,0 0 2-16,0 0-4 0,0 0 1 15,0 0 2-15,0 0-3 0,0 0-4 0,0 0 7 16,0 0-3-16,0 0 6 0,0 0-3 0,0 0 2 15,0 0-4-15,0 0 1 0,0 0-2 0,0 0 1 16,0 0 1-16,0 0 1 0,0 0-1 0,0 0 2 0,9 18-2 16,-9-18 1-16,0 0-3 0,2 5 6 0,-2-5-5 15,0 0 5-15,3 8-4 0,-3-8 7 16,0 0-7-16,1 9 4 0,-1-9-6 0,0 0 4 16,1 7-2-16,-1-7 2 0,-1 8 1 0,1-8-1 15,1 7-2-15,-1-7-3 0,0 0 8 0,-1 11 0 0,1-11-6 16,0 0 14-16,0 10-17 0,0-10 5 15,0 0-3-15,0 10 4 0,0-10-2 0,-1 7 0 16,1-7 1-16,0 0 0 0,0 10-5 0,0-10 6 16,0 8-3-16,0-8 6 0,0 0 2 0,0 10-5 15,0-10 2-15,0 0 1 0,-1 9-5 0,1-9 2 0,0 0 5 16,0 9-5-16,0-9 4 0,0 0-3 16,-3 9 1-16,3-9-5 0,0 7 3 0,0-7 1 15,0 0-4-15,-3 7 3 0,3-7 0 0,0 0 1 16,-2 8-3-16,2-8 1 0,0 0-1 0,-1 9 1 15,1-9-1-15,-2 7 4 0,2-7-4 0,0 0-1 16,0 8 2-16,0-8 1 0,0 0-1 0,-1 11 3 16,1-11 10-16,0 0-12 0,-1 10-1 0,1-10 4 15,0 0-1-15,0 10-1 0,0-10 5 0,-3 8 4 16,3-8-2-16,-3 8-3 0,3-8-2 0,-2 7 5 16,2-7-3-16,0 9-3 0,0-9-3 0,0 0 3 15,-3 9-4-15,3-9 7 0,-1 8-6 0,1-8 1 16,0 0 2-16,0 10 1 0,0-10 2 0,0 0-1 0,1 9-9 15,-1-9 8-15,0 9 1 0,0-9 5 16,0 6-10-16,0-6 2 0,0 0-3 0,0 12 0 16,0-12-2-16,0 9 0 0,0-9 6 0,0 6-3 15,0-6 0-15,-1 10 3 0,1-10-3 0,-2 7 5 16,2-7-7-16,0 0 3 0,-2 14-1 0,2-14 3 16,2 9 4-16,-2-9-2 0,-2 10 3 0,2-10-5 15,0 12 0-15,0-12 2 0,0 9-5 0,0-9 1 16,-2 9 6-16,2-9-1 0,0 10 4 0,0-10-10 15,-1 9 1-15,1-9-2 0,0 10 5 0,0-10-3 16,0 11-1-16,0-11 11 0,-2 8-15 0,2-8 3 0,0 9 5 16,0-9 0-16,-1 9-7 0,1-9 7 15,-1 8-2-15,1-8-4 0,0 0-3 0,0 10 6 16,0-10-1-16,0 0-1 0,0 10 0 0,0-10 0 16,0 8 1-16,0-8 0 0,1 8-4 0,-1-8 7 15,3 8-2-15,-3-8 3 0,1 6-2 0,-1-6-4 0,0 0 1 16,0 0 3-16,0 9 2 0,0-9-7 15,2 8 1-15,-2-8 5 0,4 5-2 0,-4-5 3 16,1 7-8-16,-1-7 8 0,0 0-4 0,3 8 3 16,-3-8-4-16,2 7 1 0,-2-7-2 0,0 0 2 15,3 7-2-15,-3-7 2 0,3 6 2 0,-3-6 0 16,0 0 0-16,2 9-4 0,-2-9 3 0,0 0 0 16,2 6 1-16,-2-6 0 0,0 0-2 0,0 0 1 0,1 8-3 15,-1-8 2-15,1 6 2 0,-1-6 0 16,0 0-2-16,0 0-4 0,1 14 7 0,-1-14-4 15,0 0-1-15,3 9 1 0,-3-9-2 0,0 0 0 16,0 0 6-16,3 10-1 0,-3-10-4 0,0 0 3 0,1 9 0 16,-1-9-2-16,5 7 6 0,-5-7 5 0,0 0 2 15,2 11-1-15,0-6-2 0,-2-5 8 16,1 9-11-16,-1-9 4 0,1 9-3 0,0-2 3 16,-1-7-2-16,2 6-1 0,-2-6-2 0,1 9 3 15,-1-9-2-15,3 8-2 0,-3-8 3 0,0 6-3 16,0-6 0-16,0 0-2 0,1 13 4 0,-1-13-5 15,0 8 8-15,1-3-6 0,-1-5 1 0,1 9 1 16,-1-9-1-16,0 8-2 0,0-8 0 0,2 10 0 16,-2-10 2-16,1 6-4 0,-1-6 4 0,0 9-1 15,0-9-3-15,1 10 1 0,-1-10 1 0,3 9-2 16,-3-9 4-16,3 8-3 0,-3-8-2 0,2 9 3 0,-2-9 0 16,4 7 0-16,-4-7 0 0,2 8 1 15,-2-8-8-15,3 8 9 0,-3-8-2 0,2 6-1 16,-2-6 3-16,3 10-4 0,-3-10 1 0,4 7 1 15,-3-3 2-15,-1-4 5 0,4 9 0 0,-1-3-1 16,-3-6-4-16,3 8 6 0,-3-8-7 0,2 9 1 16,-2-9 3-16,5 8-3 0,-4-1 1 0,-1-7-1 15,2 10-3-15,1-5 5 0,-3-5-3 0,3 11 5 16,-2-3-4-16,0-2-1 0,2 0 2 0,-3-6-3 16,4 12 4-16,-2-6-2 0,0 1-1 0,-2-7 1 15,2 10-1-15,-2-10 1 0,1 12-2 0,2-7 1 16,-3-5 1-16,1 11 2 0,2-5 0 0,-3-6-2 15,1 10 4-15,1-4-3 0,-2-6 1 0,3 11-4 16,-2-4-1-16,-1-7 4 0,3 9-1 0,-3-3-1 16,2 0 0-16,-2-6-2 0,7 11 4 0,-6-3-1 15,3-3 2-15,-3 3-1 0,3-3-3 0,-1 1 2 16,-1 1 0-16,-2-7 0 0,4 10-1 0,-3-5-1 0,2 2 3 16,-3-7-1-16,2 10-1 0,1-4-1 15,-3-6 4-15,4 8 0 0,-3-4 2 0,-1-4-3 16,6 11-1-16,-4-7 1 0,-2-4 2 0,2 9 0 15,0-4 2-15,-2-5 6 0,3 9-9 0,-1-3 1 16,-2-6 0-16,2 10-2 0,0-5 3 0,-2-5-3 16,0 10 0-16,0-10-1 0,2 10-1 0,-2-4 0 15,3 0 1-15,-3-6 0 0,2 10-3 0,0-4 4 16,-2-6-4-16,0 0-2 0,2 17 4 0,-2-17-3 16,5 12 3-16,-5-12-1 0,0 8 7 0,0-8-6 15,3 12-1-15,-3-12 1 0,2 10 3 0,-2-10-7 16,0 12 0-16,0-12 2 0,3 10-1 0,-3-10-2 15,1 10-1-15,-1-10 6 0,1 16-3 0,1-10 2 0,-2-6 1 16,4 16-3-16,-4-9 4 0,0-7-2 16,3 11-2-16,-3-11-2 0,3 12 0 0,-2-5 5 15,-1-7-2-15,2 14-3 0,1-4 2 0,1-1 2 16,0 0-3-16,2 3 4 0,-1-3-3 0,-1 2 1 0,0 0 0 16,5 4-2-16,-3-4 4 0,-2-2-1 0,0 2 2 15,1-3-3-15,0 1 3 0,0 0-2 16,-2-2 2-16,-3-7-4 0,4 14 2 0,-2-6-1 15,-2-8-1-15,6 11 5 0,-6-11-5 0,3 9-2 16,-3-9 3-16,2 12-3 0,-2-12 1 0,2 9 1 16,-2-9 1-16,3 11 0 0,-3-11-1 0,5 11 0 15,-5-11 0-15,4 12 2 0,-4-12 1 0,3 12 0 16,0-2-3-16,-2-1-1 0,1 2 2 0,-1 0-1 16,1-2 5-16,0 3-4 0,2-2-3 0,0 0 3 15,-1 0 0-15,1-1 1 0,-3 1-1 0,2-1-2 16,-3-9 1-16,4 19 2 0,-3-12-4 0,3 5 0 15,-3-4 2-15,2 3 2 0,-1-3 1 0,-2-8-3 16,3 19 1-16,-3-19 2 0,1 9 2 0,-1-9-4 16,4 14-2-16,-4-14 0 0,0 11 1 0,0-11-1 15,4 11 0-15,-4-11-2 0,1 9 5 0,-1-9-4 16,1 11 2-16,-1-11-4 0,1 15 3 0,-1-15 3 16,2 12-2-16,-2-12 0 0,2 13 3 0,-2-13-1 15,0 13-1-15,0-13-2 0,3 16 2 0,-2-6 2 16,2-3-1-16,-3-7 1 0,4 17 0 0,-2-8-2 15,1 1 3-15,-2 2-3 0,3-2 0 0,-2-3 2 16,-2-7-4-16,4 19 6 0,0-9-2 0,-3-3 0 16,-1-7-2-16,2 16 2 0,-2-16 1 0,1 16 2 15,-1-9 1-15,1 3 3 0,-1-10 9 0,0 17 7 16,0-9-4-16,0-8 0 0,0 13-1 0,0-13-3 16,-1 13-6-16,1-13 2 0,-3 12-2 0,3-12-2 15,-1 9 0-15,1-9-1 0,0 0 2 0,-5 11-3 16,5-11 0-16,0 0 2 0,0 0-1 0,-3 10-2 15,3-10 1-15,0 0 2 0,0 0-1 0,0 0-5 16,-6 7-4-16,6-7-15 0,0 0-15 0,0 0-38 16,0 0-28-16,0 0-53 0,0 0-48 0,-22-21-207 15,13 10-438-15,2-6 193 0</inkml:trace>
  <inkml:trace contextRef="#ctx0" brushRef="#br0" timeOffset="-210566.82">29508 6848 1 0,'0'0'30'0,"0"0"-9"16,-3 12 4-16,3-12 1 0,-3 7-6 0,3-7-4 15,-3 11 2-15,3-11-4 0,-3 10-2 0,2-3-3 16,-3 0-3-16,4-7 0 0,-2 13-4 0,-2-8-9 15,0 4-2-15,2-1-1 0,-1-3-1 0,1 0-4 16,2-5 1-16,-3 13 2 0,3-13 1 0,-3 7 2 16,1-2-9-16,2-5 15 0,-3 6-12 0,3-6-15 15,0 0 6-15</inkml:trace>
  <inkml:trace contextRef="#ctx0" brushRef="#br0" timeOffset="-208504.5">29459 6983 33 0,'0'0'-3'0,"-5"7"3"0,5-7 0 0,0 0-1 16,0 0 3-16,0 0 0 0,0 0 1 0,0 0 0 15,0 0 7-15,0 0 0 0,0 0 5 0,0 0-5 16,0 0 12-16,0 0-6 0,0 0 8 0,0 0 7 15,0 0-5-15,0 0 0 0,0 0 3 0,0 0-2 16,0 0-3-16,0 0 5 0,0 0-2 0,0 0 2 16,0 0-1-16,0 0 2 0,0 0-5 0,0 0 4 15,0 0-3-15,0 0-6 0,0 0 3 0,0 0-7 16,-7-16-1-16,7 16 3 0,0 0-5 0,0 0-2 16,-2-9-1-16,2 9 0 0,0 0-1 0,0 0 3 15,0 0-9-15,-1-9 5 0,1 9-1 0,0 0 12 16,-2-9-7-16,2 9-4 0,0 0 0 0,0 0 1 15,0-9 8-15,0 9-3 0,0 0 2 0,-2-11-7 16,2 11 1-16,0-9 5 0,0 9 4 0,0-9-7 16,0 9-6-16,-1-10 0 0,1 10 1 0,0 0 2 0,1-13-7 15,1 8 8-15,-2 5 0 0,0 0-6 16,-2-14-3-16,2 14 6 0,-1-8 0 0,1 8 2 16,0-9-5-16,0 9-2 0,-3-10 3 0,3 10 2 15,-1-9 7-15,1 9-6 0,0-9 1 0,0 9-9 16,0-11 0-16,0 11 5 0,-1-10-4 0,1 10 1 0,-1-12-1 15,1 12 1-15,0-12-4 0,0 12 12 16,1-12-8-16,-1 12-6 0,0-11 7 0,0 11 6 16,0-12 0-16,0 12-11 0,0-13 7 0,0 9-3 15,0 4 7-15,0-11 3 0,0 11-7 0,-3-12 5 0,3 12-10 16,-1-9 8-16,1 9-6 0,-1-10 3 16,1 10-3-16,-3-6 10 0,3 6-2 0,0 0-2 15,-2-10-3-15,2 10 7 0,-3-7-6 0,3 7 0 16,0 0 4-16,-1-10-5 0,1 10-3 0,0 0 7 15,0-9-9-15,0 9 2 0,0 0 1 0,-1-13 2 16,1 13 1-16,0 0 6 0,0-9 2 0,0 9 2 16,-2-8 0-16,2 8-4 0,-1-8-1 0,1 8 4 15,0 0-10-15,-3-12 5 0,3 12-1 0,-2-7-1 16,2 7 0-16,-1-7 0 0,1 7-3 0,0 0 1 16,-2-10 5-16,2 10-5 0,-2-7 3 0,2 7-10 0,0 0 6 15,-3-10 0-15,3 10-1 0,-1-10 1 16,1 10 4-16,-1-8-3 0,1 8-3 0,-3-7 1 15,3 7 1-15,-5-8 4 0,5 8 1 0,-2-7-2 16,2 7-4-16,-3-8 2 0,3 8 5 0,-3-7-6 16,3 7-3-16,-2-8 5 0,2 8-4 0,-3-8-4 15,3 8 2-15,-1-8 1 0,1 8 6 0,0 0-3 0,-3-11 0 16,3 11 4-16,0 0-7 0,-2-10 7 16,2 10-6-16,-2-10 4 0,2 10-1 0,-1-6-3 15,1 6 3-15,-2-9 1 0,2 9-4 0,-3-7-4 0,3 7-1 16,0 0 7-16,-4-9-1 0,4 9-4 0,0 0-1 15,-1-9 5-15,1 9-3 0,0 0 2 16,-1-8 1-16,1 8 1 0,0 0-3 0,-1-7 5 0,1 7 0 16,0 0-7-16,0 0 4 0,-2-12-3 15,2 12 1-15,0 0 5 0,0-9-9 0,0 9 4 0,0 0 1 16,-1-9-1-16,1 9-1 0,0 0-3 0,-1-11 6 16,1 11 1-16,-2-8-2 0,2 8-3 0,0 0 0 15,-1-11 2-15,1 11 5 0,-1-7-9 16,1 7-1-16,0 0 13 0,0-12-8 0,0 12 6 0,-1-7 1 15,1 7 5-15,0 0 0 0,0 0 1 0,1-10-4 16,-1 10-3-16,0 0 4 0,1-8-7 0,-1 8 4 16,0 0-6-16,0-9 8 0,0 9-3 0,0 0 0 15,0 0-5-15,-1-9 5 0,1 9 2 16,0 0-7-16,0 0-3 0,0-12-2 0,0 12 3 16,0 0-3-16,0 0 2 0,0 0-1 0,0-8 3 0,0 8-1 15,0 0-1-15,0 0 0 0,0 0-1 0,0 0-1 16,0 0-1-16,0 0-4 0,0 0 5 0,0 0 0 15,1-9 1-15,-1 9-1 0,0 0-1 16,0 0 1-16,0 0-1 0,0 0 0 0,0 0 0 16,0 0-1-16,0 0 3 0,0 0-5 0,0 0 9 0,8 20-6 15,-7-14 0-15,-1-6 3 0,1 10 0 0,-1-10 1 16,2 8-1-16,0-2-2 0,-1 1 3 0,-1-7 9 16,3 12-1-16,-2-5-12 0,0-2 4 0,2 5-1 15,-2 0-3-15,1-1 1 0,-1 1-1 16,0-1 1-16,-1 1-3 0,2 1 8 0,0-2-7 0,-2 4 5 15,1-1 0-15,-1-2 8 0,2 2-8 0,0-2 0 16,-2-1-1-16,2 1 0 0,-1 0 2 0,0-3-7 16,0 0 1-16,2 2 5 0,-2 0-1 0,0 1 1 15,2-2-1-15,-2 1 0 0,0-1 3 0,1-1-3 16,-1 0 0-16,0 0-2 0,1 3 2 0,-1-4 3 16,0 0-4-16,2 5 3 0,-1-5 0 0,-2 2-1 15,3 0 3-15,-2-1-7 0,1 3 5 0,-2-2-3 16,1 0-4-16,0 0 4 0,3 1 0 0,-3-2 1 15,0 0 3-15,2 2-1 0,-2-4-2 16,-1-5 0-16,3 15 5 0,-1-9-6 0,0 1 10 0,-2-7-11 16,3 10 2-16,0-4 0 0,-2 0 4 0,-1-6-6 15,3 9 4-15,-3-9 1 0,4 6-3 0,-4-6 2 16,0 0-2-16,1 8-2 0,-1-8 6 0,0 0-1 16,4 6-5-16,-4-6 0 0,0 0 4 0,1 7-6 15,-1-7 5-15,0 0-3 0,0 0 1 0,2 6 2 16,-2-6-1-16,0 0 1 0,0 0 5 0,0 0-6 15,0 0 1-15,0 0-3 0,0 0 5 0,0 0 1 16,0 0-1-16,0 0 3 0,0 0 1 0,0 0-1 16,0 0 3-16,0 0-6 0,0 0 3 0,0 0-3 15,0 0 2-15,0 0 1 0,0 0-1 0,0 0-2 16,0 0 0-16,0 0 0 0,-13-16 3 0,13 16-6 16,-4-8 1-16,4 8 3 0,-5-11-4 0,2 4-1 15,-1-1 2-15,2-1 1 0,-5-1-4 0,4 1 3 16,-1-3-2-16,-2 2 1 0,1-2 1 0,1-1-5 15,-1 2 4-15,0-2-3 0,2 2 3 0,-1-1 0 16,0 0 1-16,0 1-3 0,0 0 3 0,1-1 1 16,1 1-2-16,-1 0-4 0,0 1 3 0,0-1 0 15,2 1 0-15,0 0-2 0,1-1 0 0,-2 0 2 16,1 3-1-16,1-2-3 0,-1 0 8 0,1 10-1 16,-3-14-2-16,2 5 0 0,1 9-1 0,-1-14 3 15,-1 8-4-15,2 6-2 0,-2-12 4 0,2 5-3 16,0 7 3-16,-3-10-1 0,3 10-1 0,-1-10 4 15,1 10-4-15,-1-9 4 0,1 9-6 0,-2-7 5 16,2 7 0-16,0 0-4 0,0 0 3 0,-1-9-5 16,1 9-1-16,0 0 6 0,0 0-3 0,0 0-2 15,0 0 0-15,0 0-2 0,0 0 3 0,0 0-4 16,0 0 4-16,0 0 2 0,0 0 5 0,0 0-10 16,0 0 7-16,0 0-3 0,0 0 3 0,0 0-3 15,4 29 3-15,-4-23 0 0,-1 4 0 0,2 0-2 16,-2 0 3-16,1 2-1 0,-2-1 4 0,1 1-9 15,1 1 7-15,0-1-3 0,-1 1 5 0,-1-1-1 16,4-2-1-16,-1 3-1 0,0-2 3 0,-1 2-3 16,3-3-1-16,-3 2 6 0,2 1-9 0,0-4-1 15,0 2 2-15,1 0 2 0,-2-1 3 0,0 2-5 16,2-1 2-16,0 2 5 0,-1-2 1 0,1-3-8 16,0-1 4-16,0 3-1 0,-2-3-1 0,0 0-2 15,2 0 3-15,-3-7 0 0,0 11 3 0,1-5-5 16,-1-6 1-16,3 8 4 0,-3-8 1 0,0 7-2 15,0-7-3-15,0 0 1 0,0 0-1 0,1 9 0 16,-1-9 5-16,0 0-4 0,0 0 4 0,0 0-2 16,0 0 3-16,0 0-4 0,0 0 4 0,0 0-3 15,0 0 0-15,0 0 2 0,0 0-2 0,0 0-4 16,-6-24 5-16,6 24-4 0,-2-16 2 0,2 5-2 16,-1 0 0-16,1-2-2 0,0 1 1 0,-1-3-2 15,0-2 0-15,1 0-2 0,0 1 3 0,-2 0-1 16,1 0 1-16,1 3 4 0,-4 1-2 0,3-4-2 15,1 4-4-15,-1 0 2 0,1 0 4 0,-3 1-2 16,2 1 2-16,0 1 1 0,-1-1-7 0,1 4 0 16,1 6 6-16,-2-12 0 0,2 12 2 0,-2-8-7 15,2 8 3-15,-1-7-2 0,1 7-3 0,0 0 0 16,0 0-8-16,-3-9-10 0,3 9-3 0,0 0-1 16,0 0-14-16,0 0-3 0,0 0-7 0,0 0-20 15,0 0-18-15,0 0-21 0,-3 28-105 0,0-17-234 16,-2 1 104-16</inkml:trace>
  <inkml:trace contextRef="#ctx0" brushRef="#br0" timeOffset="-205742.49">29983 9269 52 0,'0'0'52'0,"0"0"-4"15,0 0-1-15,0 0-9 0,0 0-6 0,-10 2 1 16,10-2-5-16,0 0-4 0,0 0 0 15,0 0-2-15,0 0-4 0,0 0-2 0,0 0 6 0,0 0-1 16,0 0-8-16,0 0-3 0,0 0 2 0,0 0-6 16,-4 4 8-16,4-4-5 0,0 0 1 0,0 0 1 15,0 0 4-15,0 0-2 0,0 0 0 16,0 0 0-16,0 0-5 0,0 0 6 0,0 0-3 0,0 0-3 16,0 0 2-16,-5 6-5 0,5-6 2 15,0 0-2-15,0 0 3 0,0 0-9 0,0 0 6 0,0 0 1 16,0 0-5-16,0 0-1 0,-4 5 2 0,4-5 2 15,0 0-3-15,0 0 1 0,0 0 0 0,0 0-1 16,0 0 9-16,0 0-4 0,0 0 0 0,0 0-1 16,0 0-3-16,0 0 2 0,0 0 2 15,0 0-2-15,0 0 5 0,0 0-8 0,0 0 4 0,0 0-3 16,0 0-2-16,0 0 7 0,-1 11-6 0,1-11-4 16,0 0 2-16,0 0 3 0,0 0 0 0,0 0 0 15,0 0-1-15,0 0-2 0,0 0 6 0,0 0 0 16,0 7-3-16,0-7-3 0,0 0-1 0,0 0 7 15,0 0-7-15,0 0 3 0,0 0 3 0,0 0-4 16,0 0 3-16,0 0-6 0,0 0 5 0,0 0-1 16,0 0 2-16,0 0 2 0,0 0-3 0,0 0 4 15,0 0-1-15,0 0-2 0,0 0 7 0,0 0-1 16,0 0 0-16,0 0-3 0,0 0 3 16,0 0-1-16,0 0-1 0,0 0-9 0,0 0 6 0,0 0 5 15,0 0-6-15,0 0-4 0,0 0 10 0,0 0-11 16,0 0 8-16,0 0-6 0,0 0 6 0,0 0-6 15,0 0 1-15,0 0 4 0,0 0-2 16,0 0-5-16,0 0-2 0,0 0 6 0,0 0 6 16,0 0-11-16,0 0 3 0,0 0 3 0,0 0-6 15,0 0 8-15,0 0-2 0,0 0-6 0,0 0 0 0,0 0 1 16,0 0 10-16,0 0-13 0,3 14 3 0,-3-14 4 16,0 0 0-16,0 0 7 0,0 0-9 0,0 0 3 15,0 0-3-15,0 0-2 0,0 0 4 0,0 0-4 16,0 0 4-16,0 0 0 0,0 6 9 0,0-6-8 15,0 0 0-15,0 0-8 0,0 0 2 0,0 0 5 16,0 0-3-16,0 0 3 0,0 0-2 0,0 0 0 16,0 0 4-16,0 0-6 0,0 0 11 0,0 0-3 15,0 0-7-15,0 0-6 0,0 0 10 0,0 0 4 16,0 0-2-16,0 0-5 0,0 0 4 0,0 0-5 16,0 0 7-16,0 0-9 0,0 0 6 0,0 0-4 15,0 0 0-15,0 0-2 0,0 0 0 0,0 0 4 16,0 0-4-16,0 0 7 0,0 0-8 15,0 0 3-15,0 0 4 0,0 0-6 0,0 0 9 16,0 0-10-16,0 0 5 0,0 0 3 0,0 0-4 0,0 0-1 16,0 0 5-16,0 0-3 0,0 0-4 0,0 0-1 15,0 0 3-15,0 0-2 0,0 0 8 0,0 0-8 16,0 0-2-16,0 0 3 0,0 0 4 0,0 0 4 16,0 0-6-16,0 0 3 0,0 0-1 0,0 0 0 15,0 0-1-15,0 0-2 0,0 0 2 0,0 0 0 16,0 0-1-16,-4 8-1 0,4-8 2 0,0 0-4 15,0 0 6-15,0 0-2 0,0 0 5 16,0 0-6-16,0 0 5 0,0 0-5 0,0 0 0 0,0 0 2 16,0 0 1-16,0 0-4 0,0 0 4 0,0 0-2 15,0 0 4-15,0 0-3 0,0 0-1 0,0 0 4 16,0 0-9-16,0 0 5 0,0 0-1 0,0 0-1 16,0 0 8-16,0 0-7 0,0 0 2 0,0 0-7 15,0 0 8-15,0 0-4 0,0 0 2 0,0 0-1 16,0 0 0-16,0 0 5 0,0 0-2 0,0 0-2 15,0 0-1-15,0 0-4 0,0 0 10 0,0 0 5 16,0 0-8-16,2 8-1 0,-2-8 2 0,0 0-12 16,0 0 13-16,0 0-3 0,0 0-1 0,0 0-2 15,0 0 1-15,0 0-5 0,0 0 1 0,0 0 6 16,0 0-7-16,0 0-14 0,0 0 7 0,0 0-4 16,0 0-8-16,0 0 0 0,0 0-8 0,0 0 2 15,0 0-3-15,0 0-3 0,0 0-7 0,0 0-10 16,0 0-14-16,0 0-44 0,0 0-118 0,0 0 52 15</inkml:trace>
  <inkml:trace contextRef="#ctx0" brushRef="#br0" timeOffset="-203133.43">29279 6306 34 0,'0'0'27'16,"0"0"-2"-16,0 0-1 0,0 0 1 0,0 0-14 15,0 0 11-15,0 0-3 0,0 0-12 0,0 0 1 16,0 0 5-16,0 0 1 0,5 23-1 0,-3-15-6 15,-1-2 3-15,0 1-5 0,1 0 9 0,-1 2-11 16,0-2 6-16,2 2-2 0,-2 1 0 0,0 0-2 16,1 0-1-16,0-1 1 0,-1 2 5 0,2-1-6 15,-2 2 2-15,2-2 3 0,-2 0-8 0,0-1 2 16,2 1 3-16,-2-1 1 0,3 0-3 0,-3 1-2 16,3-2 2-16,-1-1 3 0,-2 0 1 0,1 1-5 0,1 0 2 15,-1-3-7-15,1 1 4 0,-3-6 4 16,4 11-7-16,-3-8 4 0,-1-3-5 0,4 8 3 15,-4-8-3-15,1 7 3 0,-1-7-2 0,3 6 4 16,-3-6 3-16,0 0-1 0,0 0 7 0,2 5 3 16,-2-5-2-16,0 0-4 0,0 0 5 0,0 0 2 15,0 0 4-15,0 0-3 0,0 0-8 0,0 0 7 16,0 0-8-16,0 0 8 0,0 0-14 0,0 0 3 16,-5-23 1-16,5 23-4 0,-1-8 3 0,1 8-4 15,0-16-4-15,0 8 6 0,-1 1 1 0,1 7 2 16,0-16 0-16,0 7-5 0,-2-1-3 0,1 2-2 15,1-2-2-15,0 1 8 0,-2 1 2 0,2-2-4 16,0-1 1-16,-2 4 0 0,2 7 0 0,-1-15-1 16,0 7-6-16,1-1 1 0,0 9 6 0,0-13 1 15,0 13 1-15,-2-12 5 0,2 12-3 0,2-7-2 16,-2 7 2-16,0 0-4 0,-2-9 5 0,2 9 0 16,0 0 2-16,0 0-4 0,0-10-6 0,0 10 11 15,0 0-15-15,0 0 5 0,0 0-3 0,0 0 7 16,0 0-3-16,0 0-1 0,0 0-1 0,0 0 4 15,0 0 4-15,7 24-3 0,-7-16-1 0,0-1-1 16,1 3 4-16,-1-1 1 0,0 1-6 0,0 0 0 16,1-1 4-16,1 1-6 0,-2-1 1 0,0-3 9 15,0-6-1-15,1 14-3 0,-1-7 2 0,0-7-5 16,1 10 1-16,-1-10 5 0,2 8-1 0,-2-8-13 16,1 6 19-16,-1-6 3 0,0 0 8 0,0 8 4 15,0-8-4-15,0 0 1 0,0 0 8 0,0 0-3 16,0 0 4-16,0 0-7 0,0 0-3 0,0 0-3 15,0 0-1-15,0 0 13 0,0 0-3 0,0 0-2 16,0 0-2-16,0 0-9 0,-13-19 1 0,13 19-6 16,-5-14 0-16,2 8 9 0,2-1-11 0,0-3-4 15,-2 1 7-15,3-1-3 0,-1 2 4 0,1 8-9 16,-1-12 6-16,1 12 2 0,-3-10-18 0,3 10-8 16,0-8-12-16,0 8-14 0,0 0-17 0,0 0-6 15,0 0-12-15,0 0-92 0,0 0-181 0,0 0 81 16</inkml:trace>
  <inkml:trace contextRef="#ctx0" brushRef="#br0" timeOffset="-199964.03">29743 6389 8 0,'0'0'33'0,"0"0"-9"15,0 0-5-15,0 0-2 0,0 0-12 0,0 0-10 16,0 0-13-16,0 0-18 0,0 0 9 0</inkml:trace>
  <inkml:trace contextRef="#ctx0" brushRef="#br0" timeOffset="-198586.77">29756 6428 15 0,'0'0'22'0,"0"0"2"0,0 0-4 0,-6-13 0 16,6 13-2-16,0 0-2 0,0 0 5 0,0 0-7 16,0 0 2-16,-6-5-3 0,6 5 2 0,0 0-4 15,0 0-3-15,0 0 0 0,0 0-2 0,-5-4 12 16,5 4-11-16,0 0-1 0,0 0 0 0,0 0-3 16,0 0 2-16,0 0-5 0,0 0 0 0,0 0 0 15,0 0-3-15,0 0-1 0,0 0-5 0,0 0-2 16,0 0-2-16,0 0 1 0,0 0-3 0,0 0-2 15,0 0 0-15,0 0-2 0,0 0-10 0,0 0 26 16,0 0-11-16,0 0-7 0,0 0 20 0,0 0-5 16,0 0-11-16,0 0-17 0,0 0 57 0,0 0-26 15,8-11-1-15,-8 11 5 0,0 0 3 0,1-9 3 16,-1 9 0-16,0 0 0 0,2-8-3 0,-2 8 9 16,0 0-7-16,1-8 0 0,-1 8-1 0,4-7 6 15,-4 7-3-15,0 0 0 0,2-8 4 0,-2 8 4 16,0 0 0-16,2-8 3 0,-2 8 1 0,0 0 1 15,0 0 0-15,3-4-1 0,-3 4 3 0,0 0-2 16,0 0 0-16,0 0-4 0,0 0-1 0,0 0-1 16,0 0 2-16,0 0-6 0,0-8-1 0,0 8 1 15,0 0-1-15,0 0-2 0,0 0-2 0,0 0-6 16,0 0 8-16,0 0-2 0,0 0-3 0,0 0 1 16,0 0-4-16,0 0 4 0,0 0-4 0,0 0 3 15,0 0 3-15,0 0-6 0,0 0 3 0,0 24 0 16,0-24-1-16,0 0 1 0,0 9-7 0,0-9 7 15,0 0-6-15,2 9 4 0,-2-9 0 0,0 0 3 0,1 8-6 16,-1-8 2-16,0 0 4 0,0 0-3 16,0 0-1-16,0 7 1 0,0-7 4 0,0 0-2 15,0 0 0-15,0 0 4 0,0 0 2 0,0 0-2 16,0 0 3-16,0 0 5 0,0 0-5 0,0 0-1 16,0 0 0-16,0 0 2 0,0 0 0 0,0 0-5 15,0 0 4-15,0 0-2 0,0 0 2 0,0 0-5 16,0 0-1-16,0 0 7 0,0 0-10 0,0 0-5 15,0 0-5-15,0 0-6 0,0 0-13 0,0 0-13 16,0 0-11-16,0 0-40 0,0 0-99 0,0 0 45 16</inkml:trace>
  <inkml:trace contextRef="#ctx0" brushRef="#br0" timeOffset="-198193.2">29731 6385 4 0,'0'0'6'0,"0"0"-2"16,0 0-1-16,0 0 0 0,0 0 0 0,0 0 4 15,0 0 0-15,0 0-10 0,0 0 10 16,0 0-6-16,0 0 0 0,0 0-3 0,0 0 1 16,0 0-6-16,0 0 5 0,-25 10-4 0,19-8-5 0,6-2 2 15</inkml:trace>
  <inkml:trace contextRef="#ctx0" brushRef="#br0" timeOffset="-196121.78">29731 6457 1 0,'0'0'22'0,"0"0"-6"0,0 0-10 0,0 0-6 16,-6 3-8-16,6-3-8 0,0 0 4 0</inkml:trace>
  <inkml:trace contextRef="#ctx0" brushRef="#br0" timeOffset="-194915.25">30415 6385 17 0,'21'-1'19'15,"7"0"1"-15,3-2 1 0,1 1-6 0,-3-1 3 16,2 3-2-16,-2-2 0 0,4-1-2 0,-2 0 1 15,0-1-1-15,-3 2-2 0,2 0-5 0,-1-2-4 16,-3 0 6-16,-4 2-1 0,-3-1 0 0,2 1-4 16,-3 0 3-16,-4 1-2 0,0 0-1 0,-2-2 0 15,-1 2-4-15,-5 1-2 0,4-1-8 0,-10 1-3 16,12-1-9-16,-12 1-14 0,9 1-37 0,-9-1 18 16</inkml:trace>
  <inkml:trace contextRef="#ctx0" brushRef="#br0" timeOffset="-194056.12">29931 6379 2 0,'12'0'25'0,"8"-1"-5"0,-3 0 3 16,1-1-9-16,1 1 4 0,-3 0-5 0,5 1 1 16,-5-1 0-16,4-1-5 0,-3 2 5 0,1 0-8 15,-4-2 2-15,0 2-3 0,0 0 2 0,3-1 0 0,-3 0-2 16,-1-1 2-16,-1 2-5 0,1-1 7 16,4 1-5-16,-4 0 0 0,1 0-4 0,-1 0 3 15,3 0 0-15,-3 0 1 0,0 0 0 0,0 1-4 16,5-1 3-16,-6 2-3 0,2-4-5 0,3 4 9 15,2-2-3-15,-1 0-1 0,-1 0 0 0,1 0 1 16,-6-2 5-16,2 2-5 0,-2 0 0 0,-3 0 1 0,0-1-7 16,-9 1 1-16,15 0-3 0,-10-2-5 15,-5 2-10-15,12 0-13 0,-12 0-38 0,0 0 18 16</inkml:trace>
  <inkml:trace contextRef="#ctx0" brushRef="#br0" timeOffset="-193128.82">30897 6327 26 0,'19'-2'34'0,"-2"-1"2"0,1 3-1 0,1-2-6 15,-1 1-4-15,1 0-3 0,-6-2 0 0,1 2-2 16,-1-2-5-16,1 2 2 0,-3-1-3 0,1 0-3 16,-1 2 1-16,-3-1 2 0,-2-1-14 0,2 1 2 15,-8 1-10-15,11 0 1 0,-11 0 0 0,8-1-4 16,-8 1-5-16,0 0 0 0,0 0-6 0,0 0 5 15,0 0-2-15,5-5 1 0,-5 5-1 16,0 0 4-16,0 0-12 0,0 0-28 0,0 0 87 0,0 0-51 16,-33 1 17-16,33-1-13 0,-11 2-16 0,11-2 7 15,-12-2 62-15,12 2-48 0,0 0 11 0,-11 0-3 16,11 0-2-16,0 0 2 0,-8 2-5 0,8-2-7 16,0 0 3-16,0 0 25 0,-8 2-14 0,8-2 2 15,0 0-2-15,0 0-1 0,0 0 2 0,0 0 2 16,0 0 0-16,0 0 3 0,0 0-7 0,0 0 1 15,0 0 7-15,0 0-6 0,0 0 4 0,0 0-5 16,27-4 1-16,-27 4 3 0,0 0 0 0,10-1-3 16,-10 1 1-16,0 0 2 0,0 0-3 0,8-3 2 15,-8 3 3-15,0 0-3 0,0 0-3 0,0 0 2 16,0 0 5-16,0 0-5 0,0 0-2 0,0 0-3 16,0 0 5-16,-27-7-7 0,16 7 5 15,-3-2-5-15,2 1 7 0,-3 0-15 0,-3 1 13 0,-3-1-1 16,2 2-1-16,0-1-9 0,0 0-11 0,1 0 38 15,0 1-24-15,-1-2-8 0,6 2 31 0,0 0-17 16,1 1-1-16,1-2-3 0,1 0-5 0,-3 2 19 16,7-1-12-16,6-1 4 0,-14-1 1 0,14 1-5 15,-12 0 5-15,12 0-4 0,-10 1 4 0,4-1-1 16,6 0 0-16,-12 3 4 0,12-3 0 0,-10 0-8 16,10 0-4-16,-9 4 14 0,2-4-6 0,7 0-3 15,-13 1 4-15,7 1-2 0,0 0-2 0,6-2-2 16,-14 2 2-16</inkml:trace>
  <inkml:trace contextRef="#ctx0" brushRef="#br0" timeOffset="-192424.89">30372 6325 5 0,'28'0'6'0,"0"-3"8"0,3 0-3 0,-2-1-6 0,2 0-1 16,-3 1-4-16,0 1 3 0,-9-2 1 0,8-2 1 15,-5-1 1-15,-4 6-7 0,1-4 3 16,-1 3-3-16,-3-1 5 0,3 1-4 0,-1-1 3 16,-3 0-4-16,-1 2 5 0,2-1 0 0,0-2-3 0,3 0 4 15,-1 2-7-15,-5-2 5 0,1 2 1 16,1 1-2-16,-2-2 3 0,-1-1-2 0,2 2-6 0,-1-1 8 15,-1 3-2-15,-1-4-2 0,2 2 1 16,-2 1 1-16,-1-2 1 0,-1 2 4 0,-8 1 2 16,15 0-1-16,-15 0-2 0,13 0 0 0,-7-2-1 15,-6 2-3-15,13 0-2 0,-13 0 2 0,10-1 4 16,-10 1-3-16,9-1 2 0,-9 1 6 0,9 1-11 16,-9-1-3-16,0 0 2 0,12 1-1 0,-12-1 0 0,0 0 5 15,10 0-3-15,-10 0-3 0,9 2-1 0,-9-2 1 16,0 0 2-16,10-3 1 0,-10 3-2 15,0 0 4-15,6-3 1 0,-6 3-1 0,0 0 1 16,8-4-2-16,-8 4-1 0,0 0 4 0,0 0-5 16,5-4 6-16,-5 4-10 0,0 0 3 0,0 0-11 0,0 0-2 15,0 0-2-15,0 0 0 0,0 0-10 0,0 0-29 16,0 0 13-16</inkml:trace>
  <inkml:trace contextRef="#ctx0" brushRef="#br0" timeOffset="-190881.57">29491 6705 1 0,'0'0'5'0,"0"0"-6"0,0 0 5 0,0 0-1 0,0 0-4 15,0 0 1-15,0 0-3 0,0 0-1 0,0 0 1 16</inkml:trace>
  <inkml:trace contextRef="#ctx0" brushRef="#br0" timeOffset="-118598.73">28791 11005 84 0,'0'0'87'0,"-1"14"-5"15,1-8-3-15,0-6-4 0,1 15-6 0,-2-5-5 16,-1-1-5-16,1 1-3 0,0-1-2 0,-1 0-3 15,1 1-3-15,1 0-4 0,1-3 1 0,2 0-21 16,0 2 16-16,-1-2-5 0,-2-7 5 0,2 14-5 16,0-8-1-16,1 1-2 0,-1-2-4 0,-2-5-4 15,3 10 0-15,-2-4-4 0,-1-6-4 0,3 8-4 16,-3-8 9-16,2 8-11 0,-2-8 3 0,4 7-1 16,-4-7 0-16,1 6-7 0,-1-6 8 0,0 0 0 0,3 8-5 15,-3-8 3-15,0 0-4 0,0 0 10 0,0 0 4 16,8 1 5-16,-8-1-9 0,0 0-9 0,0 0 3 15,12-11 6-15,-5 6 2 0,-3 1-10 0,6-5 1 16,-1 1 6-16,-3 0-9 0,3-2 0 0,-3-3 4 16,4 1-9-16,0-3 9 0,-3 1-1 0,1-3 0 15,1 3-6-15,0-1 3 0,0 1-10 0,0-1 7 16,1-1-3-16,0 3 2 0,-3 3-3 0,-1 1-2 16,-1 1 3-16,-1 0 15 0,0 4-17 0,-2-2 1 15,-2 6-18-15,4-6-11 0,-4 6-12 0,0 0 4 16,0 0-16-16,0 0-9 0,0 0-17 0,0 0-16 15,10 16-10-15,-10-8-5 0,0 1-60 0,0 3-183 16,-1-2 81-16</inkml:trace>
  <inkml:trace contextRef="#ctx0" brushRef="#br0" timeOffset="-118249.89">29066 11207 19 0,'0'0'93'0,"0"0"-6"0,0 0-7 16,0 0-12-16,23-9 4 0,-23 9-8 0,16-2-10 15,-8 1-1-15,-8 1-5 0,14 0-12 0,-9 1 8 16,-5-1-14-16,12 4 4 0,-8-1-9 0,-4-3 0 16,5 10 11-16,-5-4-3 0,-2 2-10 0,-3 4 8 15,-2 2-2-15,-1 0 3 0,-2 1-1 0,-4-1 6 16,-2 7-2-16,0-2-13 0,3-5 10 0,2 0-7 15,-2 0-1-15,-1 0-3 0,2-3-6 0,3-3 1 16,0 0 0-16,3 1-1 0,0-2 0 0,6-7-3 16,-7 10-1-16,4-8 5 0,3-2 1 0,0 0 8 15,-1 7-6-15,1-7 9 0,0 0-4 0,22-1 1 16,-8-1-8-16,6-2 10 0,1 0-9 0,10-2-3 16,-2 2-13-16,0-2-14 0,0 1-15 0,-9 2-30 0,2-2-16 15,-2 4-21-15,-2-3-19 0,-3 0-87 0,-2 2-217 16,-3-2 95-16</inkml:trace>
  <inkml:trace contextRef="#ctx0" brushRef="#br0" timeOffset="-118082.82">29436 11350 11 0,'12'-3'97'16,"2"1"-10"-16,-2 1-2 0,5 0-16 0,-4 1-18 15,-1 1-21-15,-1-1-15 0,-1 0-18 0,-2 2-13 16,-2 1-16-16,1-1-34 0,-7-2-71 16,5 5 31-16</inkml:trace>
  <inkml:trace contextRef="#ctx0" brushRef="#br0" timeOffset="-117954.96">29507 11452 22 0,'0'0'51'0,"0"0"-4"0,0 0 1 15,0 0-6-15,0 0-8 0,10 7-8 0,-1-7-21 16,-9 0-10-16,17 1-15 0,-2-1-22 0,0-1-45 16,3-1 20-16</inkml:trace>
  <inkml:trace contextRef="#ctx0" brushRef="#br0" timeOffset="-117762.72">29932 11230 16 0,'4'-8'154'0,"-1"1"-6"0,-1 2-1 0,-2 5-13 16,4-7-21-16,-4 7-12 0,0 0-7 0,0 0-10 16,0 0-6-16,0 0 12 0,0 0-13 0,1 21-9 15,-4-5-4-15,0 0-3 0,-1 3-8 0,-1 0-4 16,1 6-7-16,0-5-15 0,-2 3-26 0,4-4-26 16,-1 7-23-16,0 0-37 0,1-1-19 0,-1 2-19 15,-1-4-80-15,3-2-220 0,0-4 98 0</inkml:trace>
  <inkml:trace contextRef="#ctx0" brushRef="#br0" timeOffset="-117420.2">30271 11268 86 0,'0'0'128'0,"6"-1"1"0,-6 1 1 0,0 0-14 16,16 11 8-16,-13-2-10 0,3 2-1 0,-1 6-11 0,-1 0-4 16,0 0-11-16,-2-1-4 0,3 4-7 15,-2-8-13-15,-1 7 0 0,-1-2-2 0,2 0-4 16,-2-5-4-16,3 3-7 0,-3-4-4 0,3-1-5 16,-1-1 2-16,0-3 5 0,0-1-4 0,1 0 3 0,1-1-1 15,-1 0 0-15,-4-4-6 0,12 0 1 0,0-4-7 16,0 0-4-16,6-5-3 0,-2-1-2 15,1-3-6-15,8-3 1 0,0-2 3 0,-3 1-9 16,-1-5-4-16,0 1-13 0,0-1-13 0,1 1-1 0,-3-1-24 16,2 1 0-16,-3 2-8 0,-4 4-27 0,-3 0-8 15,2 3-15-15,-5 5-18 0,-2-1-29 16,-2 4-111-16,-4 4-283 0,0 0 125 0</inkml:trace>
  <inkml:trace contextRef="#ctx0" brushRef="#br0" timeOffset="-116674.52">29655 12019 51 0,'0'0'121'0,"0"0"-9"15,0 0-12-15,0 0-11 0,0 0-8 0,0 0-8 16,0 0-8-16,0 0 4 0,20 20-5 0,-17-9-10 16,-1 1 4-16,1-1-3 0,-4 5-6 0,-2 2-3 15,-2 1-3-15,-4-2 1 0,0 0-10 0,-2 0-2 16,-3 4-1-16,1-8-2 0,-1 1-16 0,2-2 14 16,0 0-11-16,3-4 5 0,1-1-6 0,0 1-1 15,2-2 3-15,0-3 7 0,0 2 1 0,6-5 6 0,-6 6-4 16,6-6 1-16,0 0-5 0,0 0-5 0,0 0-2 15,0 0 1-15,0 0 1 0,0 0-6 16,28-3-6-16,-10-1 1 0,9 2-1 0,2-1-3 16,1 1-10-16,-2 0-31 0,0 1-11 0,-1 1-14 0,-4 0-13 15,-3 0-18-15,8-2-14 0,-7 0-101 16,-2 0-225-16,1-2 100 0</inkml:trace>
  <inkml:trace contextRef="#ctx0" brushRef="#br0" timeOffset="-116364.98">30090 12123 9 0,'1'-5'114'16,"-1"5"-4"-16,5-10-7 0,-5 10-6 15,3-7-12-15,-3 7-9 0,0 0-3 0,0 0 19 0,0 0 0 16,0 0-6-16,8 17 0 0,-8-8-8 0,0 4-7 16,0-3-2-16,0 5-4 0,-1 2-6 0,2-1 6 15,-1-1-8-15,0 0-5 0,0-4-1 0,2 0-8 16,0-2-2-16,-1 1-3 0,2-4 4 0,-3-6-2 15,5 11-1-15,0-8 6 0,2-2 0 0,4 0-7 16,1-2-7-16,2-2 1 0,5-2-3 0,0-1-3 16,8-5 3-16,-9 2-6 0,7-6 3 0,1 2-8 15,-3-1-1-15,-6 1 1 0,4-2-4 0,1-2 0 16,-3-1-3-16,-4 4-7 0,2-6-3 0,1 1-10 16,-6 6-6-16,-1-1-10 0,2 2-16 0,-5 3-14 15,3 4-33-15,-6 1-21 0,0 2-10 0,-5 2 11 16,0 0-18-16,0 0-14 0,0 0-97 0,0 0-256 15,-25 23 113-15</inkml:trace>
  <inkml:trace contextRef="#ctx0" brushRef="#br0" timeOffset="-115395.65">29449 12717 16 0,'0'0'97'0,"0"0"-9"16,0 0-5-16,-6-9-8 0,6 9 2 0,0 0 2 16,-4-4 1-16,4 4 4 0,0 0 5 0,-5-6-7 0,5 6-9 15,0 0-3-15,-3-10-9 0,3 10-3 0,0 0-10 16,2-9-1-16,-2 9-8 0,0 0 1 0,6-8-9 16,-1 5-3-16,-5 3 1 0,18-4-9 15,-5 2-4-15,2 2 12 0,-2 2-8 0,6-1-2 0,-7 2-9 16,-2 1 1-16,3 1 1 0,-6 1 0 0,1 1-6 15,-2 1 4-15,-2-1-6 0,-3 0 6 0,-1 0-2 16,-1 4 1-16,-3-1 3 0,1-1-9 16,-3 1-1-16,-1-1 6 0,-2 2-4 0,-1-3 1 0,1 1-6 15,-2-1 11-15,3 1-15 0,0-4 5 0,3 4-8 16,-1-4-14-16,1 0-3 0,0 1 4 0,5-6-1 16,-2 10 3-16,2-10 0 0,0 8 4 15,0-8-6-15,2 8 4 0,3-2 1 0,0-1 3 0,2-2 6 16,-2 1 12-16,4 1-20 0,-1-2 8 0,-3 2-6 15,1 0 9-15,-1 1-3 0,-2-3-1 0,-1 4 2 16,-2-7 7-16,3 10-4 0,-3-4-2 16,0-6 6-16,-4 13 6 0,-1-9-11 0,0 1 7 0,-3 2-1 15,2-5 3-15,-6-1-2 0,2 2-4 0,-3 1 5 16,1-1-7-16,1-1-18 0,-3-2-11 0,3 1-23 16,-1 0-15-16,2-1-18 0,0 0-80 0,10 0-183 15,-15-4 82-15</inkml:trace>
  <inkml:trace contextRef="#ctx0" brushRef="#br0" timeOffset="-115110.63">29718 12777 19 0,'6'5'141'15,"2"0"-11"-15,1 4-10 0,-3 0-1 0,-2 3-4 16,2-2-2-16,-2 2-17 0,2 0-2 0,-1-1-4 15,2 3-4-15,-3-3-10 0,0 0 0 0,1 0-2 16,0-3-5-16,-1 1-4 0,2 0 2 0,-2-4-2 16,2-2-3-16,3-1 3 0,1 0-5 0,1-3 0 15,3-2-6-15,1-1-3 0,3-4-8 0,0 0-4 16,7-3-2-16,-4 4-6 0,4-7 0 0,-1-2-4 16,-2-3-8-16,0 0-17 0,-1 0-28 0,-1-1-24 15,-2-2-18-15,-1 1-25 0,-1 2 0 0,-6 2-16 16,-2 3-11-16,0 4-5 0,-2 1-8 0,-1 2-98 15,-2 1-248-15,-3 6 110 0</inkml:trace>
  <inkml:trace contextRef="#ctx0" brushRef="#br0" timeOffset="-114135.2">29413 13259 20 0,'0'0'140'0,"-5"-9"-3"0,5 9-14 16,-5-9-6-16,1 4-16 0,4 5-12 0,-6-9-3 16,6 9-11-16,-9-8-6 0,5 6-8 0,-2-1-3 15,6 3-8-15,-15 0-5 0,15 0-6 0,-18 4 4 16,5 1-3-16,1 0-3 0,-3 3-8 0,1 3-2 16,1-4 1-16,-2 3-2 0,2 1-5 0,2-3-1 15,2 5-4-15,0-4 2 0,0 0-4 0,2 1-3 16,2-1 3-16,1 1-4 0,0-2-1 0,1-1-3 15,1 0 3-15,2-7 0 0,-1 12-7 16,1-12 7-16,3 10-7 0,-3-10 7 0,3 8-2 0,3-5 0 16,-6-3-7-16,11 0 12 0,-11 0-10 0,15-4 1 15,-6-1 3-15,3-2-1 0,1 1-2 0,0-5 2 16,2 0 5-16,-4 0 2 0,2-1-3 16,-1 0 2-16,-2 0 1 0,1-1 13 0,-4 4 8 0,-1-1-3 15,-1 1 3-15,2 2 10 0,-2-2 3 0,-2 2-4 16,0 3 1-16,-3 4-5 0,4-6-9 0,-4 6-2 15,0 0-6-15,0 0 0 0,0 0-4 0,0 0 1 16,-3 25 6-16,-2-8 3 0,-5 6-1 0,0 2-5 16,0 3 1-16,-2 2-2 0,2-3-18 0,-2 1-2 15,1-2 0-15,2-1 5 0,-1 0-3 0,1-1 2 16,1-1-5-16,0 1 2 0,2-5-18 0,-2 1-22 16,2-5-22-16,0 2-26 0,0 0-36 0,0-3-23 15,1-2-31-15,0-1-105 0,1-1-306 0,-1-2 135 16</inkml:trace>
  <inkml:trace contextRef="#ctx0" brushRef="#br0" timeOffset="-113958.6">29467 13569 122 0,'0'0'138'16,"0"0"-22"-16,0 0-5 0,1-5-24 0,-1 5-21 15,0 0-23-15,0 0-28 0,0 0-29 0,0 0-21 16,0 0-74-16,0 0-116 0,0 0 51 0</inkml:trace>
  <inkml:trace contextRef="#ctx0" brushRef="#br0" timeOffset="-113703.63">29813 13479 100 0,'0'0'153'0,"0"0"-10"0,8-3-8 16,-8 3-20-16,0 0-17 0,0 0-6 0,0 0-6 15,0 0-6-15,14 6 11 0,-11-1-6 0,-3-5-8 16,-2 11-4-16,2-11-5 0,-6 20-7 0,1-11-5 16,1 1-4-16,-1 0-6 0,0-2-2 0,2 1-4 15,-3-2-7-15,5 3-4 0,-2-5-7 0,2 3-2 16,1-8 4-16,1 14-5 0,2-7 3 0,2 1 2 15,2-1-9-15,4-3-15 0,5 3-34 0,5-4-25 16,8-1-31-16,3-1-32 0,3-1-13 0,3-1-110 16,0-2-263-16,-1-3 117 0</inkml:trace>
  <inkml:trace contextRef="#ctx0" brushRef="#br0" timeOffset="-113388.83">30449 13398 162 0,'1'-8'164'16,"-1"8"-10"-16,0 0-21 0,0 0-17 0,0 0-4 16,0 0-14-16,0 0 0 0,0 0-5 0,0 0-4 15,10 19-10-15,-7-10-8 0,-2 3 0 0,0 1-7 16,1 1-3-16,-2 2-7 0,0 0-2 0,-2-1-9 16,2-5-4-16,0 3-4 0,2-3-7 0,-1 2-4 15,-1-3 2-15,2 1-1 0,1-6-1 0,1 3-3 16,-4-7-3-16,2 9 3 0,-2-9-4 0,5 5-1 15,-5-5 3-15,8 0-1 0,-8 0-5 0,12-7 0 16,2 0-4-16,1-3-5 0,0 0 9 0,2-2-7 16,5-4 2-16,2 1-2 0,-2-3 2 0,0-1-4 15,-1 1-2-15,-1 0 2 0,0-2-2 0,-5 8-3 16,-5-1-4-16,3 0-6 0,-4 5-25 0,-1-1-5 0,-2 3-15 16,0-1-32-16,-2 2-35 0,-1 1-36 15,-3 4-111-15,0 0-292 0,0 0 130 0</inkml:trace>
  <inkml:trace contextRef="#ctx0" brushRef="#br0" timeOffset="-113046.02">29459 13511 82 0,'0'0'208'0,"0"0"-4"0,0 0-10 0,0 0-7 15,0 0-9-15,0 0-15 0,0 0-11 0,0 0-12 16,0 0-10-16,3-13-10 0,-3 13-12 0,0 0-17 15,0 0-1-15,0 0-15 0,0 0-11 0,0 0-6 16,0 0-11-16,0 0-18 0,0 0-15 0,0 0-18 0,0 0-24 16,0 0-42-16,0 0-42 0,0 0-24 15,21 13-34-15,-14-12-133 0,-7-1-328 0,17 2 147 16</inkml:trace>
  <inkml:trace contextRef="#ctx0" brushRef="#br0" timeOffset="-112638.42">29915 13498 144 0,'0'-8'152'0,"0"8"-9"16,-2-10-2-16,2 10-12 0,-2-12 3 0,-1 6-11 15,1-1-13-15,-5-1 0 0,2-2-3 0,-3 1-14 16,2 1-5-16,0-1-9 0,-1-1-4 0,-1 3-6 16,0-1-9-16,0 1-5 0,-1-1-2 0,-1 0-8 15,2 3-4-15,0 0-4 0,2 1-4 0,-2 1-4 16,1 1-3-16,7 2-21 0,-12-1-22 0,12 1-16 16,0 0-12-16,0 0-23 0,-13 8-27 0,13-1-38 15,0-7-138-15,9 14-296 0,-1-5 131 0</inkml:trace>
  <inkml:trace contextRef="#ctx0" brushRef="#br0" timeOffset="-64488.49">29483 6941 2 0,'0'0'7'0,"0"0"-5"15,-7 3 3-15,7-3-2 0,0 0 1 0,0 0 1 16,0 0 3-16,-8 1-2 0,8-1-1 0,0 0 0 15,0 0 0-15,0 0 4 0,0 0 6 0,0 0-4 16,0 0 2-16,0 0 1 0,-12-3 0 16,12 3 0-16,0 0-1 0,0 0 3 0,0 0-3 0,0 0-4 15,0 0 9-15,0 0-14 0,0 0 9 0,0 0-4 16,-7-4 3-16,7 4-2 0,0 0-6 0,0 0 1 16,0 0 6-16,0 0-3 0,0 0-5 0,-4-6 12 15,4 6-2-15,0 0-1 0,0 0 4 0,0 0-3 16,0 0 5-16,0 0-5 0,0 0 0 0,0 0 5 15,0 0-4-15,0 0 2 0,0 0-2 0,0 0 0 16,0 0-3-16,0 0 3 0,0 0-1 0,0 0 4 16,0 0 1-16,0 0-1 0,0 0-2 0,-10 0 3 15,10 0-10-15,0 0 4 0,0 0 0 0,0 0 2 16,0 0-6-16,0 0 7 0,0 0-5 0,0 0-7 16,0 0-8-16,0 0 8 0,0 0-1 0,0 0 5 15,0 0-5-15,0 0 3 0,0 0-1 0,0 0 1 16,0 0 2-16,0 0 3 0,0 0-10 0,0 0 5 15,0 0-7-15,0 0 4 0,0 0-5 0,0 0 4 0,0 0-2 16,0 0 4-16,0 0-15 0,0 0 11 16,0 0 6-16,0 0-1 0,0 0 0 0,0 0-6 15,0 0 2-15,0 0-8 0,0 0 6 0,0 0 2 16,0 0 4-16,0 0-4 0,28 2-6 0,-28-2 11 16,0 0-1-16,9 1-3 0,-9-1 5 0,0 0-8 15,12 2-2-15,-12-2 6 0,9 0-4 0,-9 0-2 16,11 0 12-16,-11 0-10 0,12 1-4 0,-3-4 8 15,1 2-2-15,1 1 5 0,3 0-3 0,-1 0-1 16,0-2 1-16,1 2-11 0,4-1 15 0,0 1-1 16,0 0 3-16,0 1-13 0,1-2 6 0,0 1 1 15,-6 0-7-15,5 1 0 0,-2 2 3 0,-2-1 2 16,3-1 10-16,-4-1-12 0,5 0 0 0,-4 0 1 16,2 0 1-16,3 0-5 0,-2 0 3 0,2 0 0 0,0 0 6 15,-2-1-2-15,2 1-7 0,2-2 3 0,-2 2 8 16,1-1-7-16,0 1 1 0,-1-2 0 15,0-1 3-15,-3 1-4 0,3 0 9 0,0 1-7 16,-2-4 5-16,2 4-10 0,-2-1-1 0,-3 1 4 0,4-2 0 16,0 0 1-16,-5 3-2 0,5-2 1 0,-6 0-1 15,6 0 6-15,-5 1-10 0,2-1 10 0,-3 1-4 16,1-1-3-16,1 0 4 0,2-1-3 16,-2 2 1-16,-1-1 4 0,0 2-1 0,-2-1-1 15,1-1-1-15,1 2 2 0,0-1-9 0,-1-1 3 0,1 1 1 16,-1-2-1-16,3 3 3 0,-2-1 3 0,-1 0-3 15,0-2 6-15,6 2-3 0,-4 0 3 16,-1-1-5-16,0 2 0 0,-1-2-3 0,2 1 4 0,-2-2 1 16,2 2 0-16,-1-2-6 0,-1 2 4 0,1-1-2 15,0 1 0-15,0 1 0 0,0 0 5 0,-1-2-4 16,1 1-1-16,-1-1 3 0,0 1-5 0,0-1 6 16,1 1 0-16,-3 0 1 0,0 0-3 0,2 0-9 15,-3 0 6-15,-9 1-7 0,14-1-2 0,-7-1-3 16,-7 2-13-16,11-2-12 0,-11 2-63 0,9 0-110 15,-9 0 49-15</inkml:trace>
  <inkml:trace contextRef="#ctx0" brushRef="#br0" timeOffset="-62754.72">30386 6815 60 0,'0'0'61'16,"0"0"2"-16,0 0-3 0,0 0-3 0,0 0-3 15,0 0-4-15,-3-6-1 0,3 6-1 0,0 0-9 16,0 0 2-16,0 0-7 0,0 0-4 0,0 0 2 16,0 0-9-16,-7-5 2 0,7 5-6 0,0 0 5 15,0 0 0-15,-4-5-15 0,4 5 2 0,0 0 10 16,0 0-2-16,0 0-3 0,0 0 1 15,-4-6 3-15,4 6 0 0,0 0-4 0,0 0 0 0,-4-7-1 16,4 7-3-16,0 0 0 0,-4-5 3 16,4 5-2-16,-3-7 1 0,3 7-6 0,0 0 3 0,-4-4-6 15,4 4-1-15,0 0 7 0,-9-7-5 0,9 7 2 16,0 0-4-16,-5-6-2 0,5 6 1 0,0 0-5 16,0 0 4-16,-7-3 1 0,7 3-4 0,0 0 8 15,0 0-10-15,0 0-2 0,0 0 2 0,0 0-4 16,0 0 9-16,0 0-5 0,0 0 0 0,0 0 4 15,0 0-5-15,0 0-1 0,0 0 9 0,0 0-8 16,0 0-4-16,0 0 7 0,0 0 2 0,0 0-1 16,-10 11 0-16,10-11-3 0,-1 6 1 0,1-6-1 15,-4 7 3-15,4-7-9 0,0 0 8 0,-2 10 5 16,2-10-6-16,0 7 7 0,0-7 6 0,-2 9-12 16,2-9-2-16,0 10-1 0,0-10 7 0,0 14-4 15,-1-5-5-15,1 2 3 0,1 0 4 0,-1 0-1 16,0 2 7-16,0 0-5 0,-1 1 6 0,4 0-6 15,-3 1-3-15,0 1 5 0,0 1 8 0,-2-1 4 16,1-1-7-16,0 1-4 0,1 0 4 0,-2 2-9 16,1-1 5-16,0 0 2 0,1 2-3 0,-3 0-4 15,3 1 9-15,0-1-13 0,-2 0 13 0,2 1-8 16,-2 0 2-16,2-1 4 0,-1 6-5 0,-2-6-2 16,1-1 8-16,1 1-2 0,-1 1-7 0,-1-2 2 15,1-1 1-15,1 1-1 0,-1 1 4 0,0 1-4 16,1-5 3-16,-2 3-1 0,2 2-5 0,0-3 7 15,0 0-10-15,-1-1 9 0,1 3 0 0,0 0-1 16,-2-3 2-16,2 3 1 0,-2-2-1 0,2-7-1 16,1 3-1-16,-3 5-6 0,1-1 3 0,1-2 3 15,1-4-3-15,-3 5 0 0,2 1 9 0,0-3-12 16,1 0 4-16,-2-1 2 0,0 4-2 0,0-1 1 16,2 0 2-16,-1 1-3 0,0-2 5 0,0 1-8 15,-1-2 3-15,2 0 4 0,-1 2 3 0,0-5-9 16,-1 5 2-16,1 1 2 0,-1-6-6 0,0 6 7 15,1-2-5-15,0-4 4 0,-2 3 0 0,2 1 0 16,0-2-1-16,0 3-5 0,-1 0 9 0,0-1-3 16,0-3 3-16,1 0-12 0,0 1 12 0,0-3-2 15,-1 2 1-15,1-3-7 0,1 1 3 0,-1 1 0 16,1-2 1-16,-2 1-4 0,1 0 4 0,-2 0-6 16,2-1 5-16,0-2 5 0,0 3-6 0,-1-3-3 15,2 4 7-15,-1-4-2 0,-1 4-1 0,0-2 0 16,1-2-1-16,1-7 3 0,-4 22 2 0,3-13-12 15,-2 0 6-15,1 2-2 0,2-11 7 0,-3 19 1 16,2-6-6-16,0-2-4 0,1 0 8 0,-2 2-7 16,1-1 8-16,1-2 20 0,-1 3-23 0,-2-4-3 15,3 2 3-15,-1-1-5 0,0 1 1 0,-1-1 3 0,2 1 4 16,0-1-4-16,0 0 0 0,0 0-3 16,-2-1 3-16,2 1-4 0,0-3 4 0,0-7 1 15,2 15-1-15,-2-8-7 0,0-7 14 0,0 14-6 16,0-8-4-16,0-6 3 0,2 10-2 0,-2-10 2 15,0 11 0-15,1-7 1 0,-1-4 0 0,1 7 1 0,-1-7 4 16,2 9-7-16,-2-9-2 0,0 0 3 0,0 8 3 16,0-8-3-16,1 8 0 0,-1-8 0 15,0 0 3-15,0 9-5 0,0-9-3 0,0 0 5 16,0 7-1-16,0-7 0 0,0 0-1 0,0 0 3 0,0 9 1 16,0-9-2-16,0 0-4 0,0 0-3 0,0 0 8 15,0 9 6-15,0-9-4 0,0 0-5 0,0 0 4 16,-1 11-3-16,1-11 3 0,0 0-7 0,0 8 4 15,0-8 0-15,0 0 2 0,0 9-2 16,0-9 9-16,0 0-14 0,0 8 12 0,0-8-5 0,0 0-3 16,0 0 2-16,-2 8 1 0,2-8-2 0,0 0 0 15,0 0 0-15,2 9 0 0,-2-9 5 16,0 0 2-16,2 5-9 0,-2-5 5 0,0 0-5 16,0 0 5-16,7 5-6 0,-7-5 2 0,0 0 3 15,0 0 3-15,7 1-2 0,-7-1 1 0,0 0-5 0,15-7 4 16,-8 2-2-16,2 0-3 0,1-3 6 15,0-1-1-15,-1 1 0 0,5-3 9 0,-2 0-14 16,-2 3 4-16,3-4 3 0,0 1 1 0,-2 4 2 16,1 0 7-16,-2-1-5 0,1 1-1 0,0 1 0 0,-2-1 3 15,-4 2-4-15,2 2 0 0,-2 1-5 0,-5 2 8 16,9-6-10-16,-9 6-2 0,6-4-8 0,-6 4-9 16,0 0-15-16,0 0-14 0,0 0-8 0,0 0-11 15,0 0-7-15,0 0-25 0,0 0-75 0,0 0-188 16,-20 19 84-16</inkml:trace>
  <inkml:trace contextRef="#ctx0" brushRef="#br0" timeOffset="-62543.47">30139 8751 149 0,'-11'-8'143'0,"2"4"9"0,0 0-9 0,-2 0-5 15,2-2-16-15,-1 0-10 0,-1 2-11 16,2 0-6-16,0-1-16 0,-1 2-4 0,2-1-9 0,1 2-12 16,-1-2-16-16,-2 1-16 0,2 0-28 15,-1-2-25-15,1 1-22 0,0 0-26 0,1-3-21 0,-1 1-104 16,-1 0-220-16,2-4 98 0</inkml:trace>
  <inkml:trace contextRef="#ctx0" brushRef="#br0" timeOffset="-62040.66">30488 6918 70 0,'-6'-8'84'0,"6"8"-4"16,-5-7-10-16,5 7-9 0,-8-4-1 0,8 4-8 15,-9-3-2-15,9 3-9 0,-10-1-3 16,10 1-5-16,-11-6-6 0,4 5-1 0,7 1 0 0,-13 0-1 16,2 0 1-16,3 1-17 0,-2 2-8 0,-2 1-14 15,1 0-7-15,-6 2-15 0,2 0-13 0,-3 1-18 16,1-1-34-16,0 0-108 0,4-2 48 0</inkml:trace>
  <inkml:trace contextRef="#ctx0" brushRef="#br0" timeOffset="-61815.63">30322 6795 36 0,'0'0'80'0,"0"0"-7"0,0 0 1 0,0 0 0 0,0 0 3 15,-11 36 8-15,2-13 1 0,-3 6-10 0,-6 0-8 16,-1 0-2-16,0 0-6 0,-1 0-6 0,-1 0-6 15,2-1-3-15,-2 0 1 0,1-4 0 0,3 0-12 16,-2-5 1-16,6-1-9 0,1-3-2 0,-1 0-1 16,3-2-28-16,-2 0-35 0,3-4-38 0,1-1-108 15,-3 1-201-15,5-5 90 0</inkml:trace>
  <inkml:trace contextRef="#ctx0" brushRef="#br0" timeOffset="-61568.91">30198 6919 93 0,'4'-5'155'16,"-4"5"-9"-16,2-8-4 0,-2 8-14 0,0 0-18 16,4-5-12-16,-4 5-13 0,0 0-6 0,0 0-13 15,6-5-7-15,-6 5-4 0,0 0-4 0,17 1-4 16,-6 3-4-16,1 0-9 0,1 0 4 0,3 3-10 15,0-1 1-15,1 3-8 0,3-2-14 0,-2 0-16 16,-3 1-21-16,3 0-19 0,2 3-7 0,4 0-22 16,-5-2-18-16,6 4-22 0,-7-3-62 0,1-3-195 15,1 2 86-15</inkml:trace>
  <inkml:trace contextRef="#ctx0" brushRef="#br0" timeOffset="-61198.14">30763 7270 185 0,'-3'-6'184'16,"3"6"-7"-16,-3-10-14 0,-1 3-11 0,4 7-7 16,-4-9-6-16,4 9-6 0,-2-6-15 0,2 6-11 15,0 0-16-15,-2-8-12 0,2 8-12 0,0 0-7 16,0 0-5-16,0 0-7 0,0 0-4 0,0 0-2 16,0 37-1-16,-1-18-5 0,-2 0-5 0,2 7-2 15,-3-6-5-15,0 3 0 0,2-5-2 0,0 2-3 16,0-2-2-16,1 0-2 0,-2 0-8 0,2-8-13 15,-2 3-15-15,2-1-27 0,2 0-17 0,-1-1-34 16,0-11-28-16,3 17-23 0,-3-10-15 0,1 2-98 16,-1-9-284-16,0 0 126 0</inkml:trace>
  <inkml:trace contextRef="#ctx0" brushRef="#br0" timeOffset="-60321.79">30796 7161 59 0,'0'0'94'0,"8"6"-11"15,-3-3-1-15,0 1-7 0,0 5-14 0,0 1 2 16,-2 0-9-16,1 2-8 0,-3-2-5 0,3 7 2 16,-4-5-4-16,0 1-9 0,-1-2 3 0,-2 0 11 15,1 0-20-15,-4 0 1 0,1-1-5 0,1 0 6 16,-3-3-1-16,0 1-11 0,4-3-5 0,-3 1 7 15,1-3 3-15,5-3 8 0,-9 7 2 0,9-7 1 16,-6 3 16-16,6-3-15 0,0 0-2 0,-6 1-10 16,6-1 0-16,0 0-3 0,0 0-5 0,0 0-6 15,0 0-1-15,0 0 2 0,0 0 1 0,0 0-9 16,9 18 3-16,-4-16 8 0,1 0-5 0,0 2-5 16,3 2 1-16,0-3 4 0,4 1 0 0,-3 0 7 15,3-3 3-15,-1 3-5 0,2-3 1 0,1 1 4 16,2-2-7-16,2-3 4 0,-5-1-3 0,2 0 2 15,-4 0 0-15,2 1-1 0,-2-1 5 0,-1-4-9 16,-1 3 12-16,-1-1 0 0,0-1 6 0,-3 0-4 16,1-2 1-16,-2 1-6 0,-1-1 2 0,-3 3-1 15,1-4-5-15,0-1 3 0,-2 3-5 0,0 8 12 16,-1-15-7-16,1 15 0 0,-3-12-6 0,2 7 8 16,1 5-7-16,-4-7 3 0,4 7-8 0,-6-2 2 15,6 2 3-15,0 0-9 0,-19 9-2 0,11-2 0 16,0 1 5-16,-1 2 3 0,0 1-5 0,0 2 7 0,2-1-5 15,3-2-4-15,-2-1-1 0,4 0-2 16,0-2 6-16,3 3-2 0,0-3-2 0,3-1 2 16,2 3 6-16,2-4 2 0,2 1-1 0,3-4 2 15,0-2-5-15,5 2-4 0,0-4 5 0,2 2-1 16,2-4-2-16,-4-1-2 0,1-1 8 0,-2-1-3 0,2 0 1 16,-4-2-5-16,2 2 2 0,-7-2 5 15,2 2-2-15,-2-1 8 0,-1-2-5 0,-1 1-2 16,-1-3-4-16,-1 1 8 0,-1 2 7 0,-2-4-1 15,1 5 2-15,1 1 0 0,-4-2 7 0,0 5-4 16,-1 4-1-16,2-11-5 0,-2 11-9 0,0 0 6 16,0 0-2-16,-13-2-2 0,13 2-2 0,-16 9 2 15,4-3-1-15,-1 5 2 0,0-1-5 0,0 0 4 16,3-1-10-16,2-1 3 0,2 2 1 0,0-3 3 16,2-1-4-16,1 0-1 0,1 0-1 0,2-6 4 15,-2 10-1-15,2-10-4 0,0 0-1 0,4 9 4 16,-4-9 1-16,5 7-10 0,-5-7 5 0,8 3-3 15,-8-3 2-15,12 0-5 0,-12 0 2 0,10-1 2 16,-10 1-1-16,11 0-6 0,-11 0 4 0,9 1-4 16,-9-1 5-16,9 2-1 0,-4 2-2 0,1 0-3 15,0 3 5-15,-2 0-4 0,-1 1 1 0,1 2 4 16,3 2 0-16,-5 1 2 0,1-1 1 0,0-2 3 0,-2 3 0 16,4-1-5-16,-4 1 5 0,-1-2-6 15,0-3 8-15,0 3-2 0,0-1 2 0,-1-3 0 16,-2 1 2-16,3-8 3 0,-5 18-1 0,3-9 3 15,-2-3-5-15,-3 2-7 0,2-2-11 0,-4 0-28 0,0 1-10 16,0-5-20-16,9-2-24 0,-16 3-16 0,6-3-29 16,2 1-86-16,8-1-246 0,-19-1 108 15</inkml:trace>
  <inkml:trace contextRef="#ctx0" brushRef="#br0" timeOffset="-60118.47">31370 7303 12 0,'4'-6'154'0,"-4"6"-10"0,0 0-15 15,0 0-8-15,0 0-9 0,0 0-12 0,10 14-5 16,-10-6-11-16,1 2-11 0,1 0-1 0,-4 1-11 0,2 0-3 16,0 2-9-16,0 5-1 0,0-6-6 15,-1-1-8-15,1 2-25 0,-1 0-30 0,1-2-31 16,-1-2-40-16,-2 3-114 0,-1-2-222 0,-1-2 98 15</inkml:trace>
  <inkml:trace contextRef="#ctx0" brushRef="#br0" timeOffset="-59945.48">31420 7122 5 0,'0'0'54'0,"0"0"-12"0,0 0-27 16,0 0-20-16,0 0-14 0,10 32-20 0,-5-21 9 15</inkml:trace>
  <inkml:trace contextRef="#ctx0" brushRef="#br0" timeOffset="-59507.89">31500 7351 76 0,'-5'7'101'0,"1"3"-6"16,-2-2-2-16,1-1-12 0,0 3-7 0,4-1-9 16,-3 0-5-16,2-1 1 0,2-8-8 0,-1 14-8 15,4-6-1-15,-2-3-3 0,2 1-4 16,0 2-6-16,0-4-3 0,-3-4 0 0,8 6-2 0,-2-2-1 16,-1-1 11-16,0-1-20 0,-5-2 2 0,0 0-3 15,14-5 2-15,-14 5-2 0,12-7-8 0,-8 3 2 16,0-2-9-16,-1 1 2 0,0-1 5 0,2-2-5 15,-1-2 1-15,0 2-5 0,-2-2-3 0,1 3-4 16,2-3 5-16,-3 6 1 0,2-3 4 0,-4 7-4 16,6-9-2-16,-6 9-1 0,2-6 11 0,-2 6-11 15,0 0-4-15,6-6-3 0,-6 6 3 0,0 0-2 16,8 0 3-16,-8 0 10 0,0 0-2 0,0 0 7 16,9 9-1-16,-9-9-7 0,6 6-1 0,-6-6 14 15,5 2-10-15,-5-2-6 0,0 0 6 0,4 5 8 16,-4-5-6-16,0 0 3 0,0 0 16 0,0 0-11 15,0 0-10-15,11-1 11 0,-11 1 1 0,9-6 9 16,-9 6-15-16,11-6 3 0,-6 4 7 0,1 1-21 16,-6 1 8-16,12-6 2 0,-6 5-8 0,-6 1 6 15,0 0-7-15,12 3 1 0,-8 1 7 0,1-1-1 16,-3 3-5-16,1 0-2 0,-1 2 0 0,1-1 18 16,-2 1-18-16,-1 2-4 0,0-1-8 0,0 2-47 15,-1-2-36-15,-2-1-86 0,0-3-199 0,1 3 88 16</inkml:trace>
  <inkml:trace contextRef="#ctx0" brushRef="#br0" timeOffset="-58970.68">31953 7306 106 0,'0'0'131'0,"-13"2"-14"0,13-2-4 15,-8 7-10-15,4-1-4 0,1 0-7 0,-2 4-5 16,2-4-5-16,1 3-9 0,2 0-11 0,0 1-8 16,0-1-5-16,0-9-8 0,2 13 3 0,-1-6-5 15,3 0-9-15,-4-7-1 0,6 8 4 0,-2-3-6 16,0-2 0-16,-4-3-10 0,7 4 4 0,-7-4-7 16,10 0-1-16,-10 0-15 0,0 0-2 0,10-7-1 15,-7 2-3-15,-3 5 3 0,3-12-8 0,-3 4 2 16,0 8 7-16,-1-14-8 0,0 3 7 0,-2 2 1 15,-1 0 4-15,2 3-8 0,1-1 6 0,1 7 11 16,-3-10 2-16,3 10-11 0,-1-7 3 0,1 7-2 16,0 0-4-16,-4-8 5 0,4 8-1 0,0 0-4 15,0 0 3-15,9-8-8 0,-9 8 8 0,11-3 4 16,-4 2-3-16,2-2-1 0,1 1 6 0,-1 0 0 16,2-4 6-16,0 3-9 0,-4-1 0 0,4-2 1 15,-3-2 13-15,0 1 3 0,-3-2-6 0,2-1 11 16,-1 0-1-16,-2-3-3 0,0 0-1 0,-2 2 13 15,1-1 16-15,-2 0-7 0,-1 2 0 0,-1 0-3 16,1 10 2-16,1-13 0 0,0 7 0 0,-1 6-14 16,0-9-2-16,0 9-5 0,0 0-9 0,0 0 2 15,0 0-4-15,0 0 3 0,-1 34-5 0,-5-5 5 16,-2 3 2-16,-1 2 4 0,-5 10-2 0,6-12-2 16,-4 13 2-16,4-12-3 0,2 0 2 0,-3-2-2 15,2 0-4-15,2-1 4 0,1-4-4 0,0 4-1 16,1-4-9-16,1-7-29 0,0 6-20 0,-1-9-35 15,2-3-33-15,-1 0-23 0,0-3-28 0,0 0-105 16,-4-2-297-16,4-3 133 0</inkml:trace>
  <inkml:trace contextRef="#ctx0" brushRef="#br0" timeOffset="-58796.92">31940 7461 5 0,'0'0'125'0,"0"0"-17"0,7-7-9 16,-7 7-4-16,12-2-24 0,-2-1-14 0,3 3-27 0,0-2-26 15,0 0-33-15,5 1-12 0,0-1-47 16,-1-1-94-16,-4 2 41 0</inkml:trace>
  <inkml:trace contextRef="#ctx0" brushRef="#br0" timeOffset="-58503.39">32193 7376 135 0,'4'-3'146'0,"-4"3"6"0,0 0-5 16,0 0-29-16,5-8-4 0,-5 8-14 0,0 0-5 16,0 0-16-16,0 0-10 0,0 0-5 0,0 0 7 15,0 0-6-15,0 0-7 0,-1 24-5 0,-2-16-11 16,3 1 2-16,0 2-4 0,0-3-2 0,0-8-5 16,3 16-1-16,-1-10-4 0,1 1-1 0,-3-7-3 15,5 7 0-15,1-1 4 0,0-5-7 0,6 1-1 16,1-2-2-16,1 0-1 0,3-3-2 0,1-3 0 15,-8 2 1-15,3 1-1 0,-3-4 7 0,-2 1-3 16,-1-2 7-16,2-1-7 0,-6-1-2 0,0-2 5 16,0 1-2-16,1-4-1 0,-3 0-1 0,-1 3-4 15,-1 0 5-15,-2 2-2 0,-1 0-5 0,2 3 1 16,-2-1-5-16,-2 3-4 0,-2-1-1 0,0 4-4 16,-6 0-3-16,-2 4-19 0,-2 0-25 0,0 2-29 15,0 1-30-15,6 1-41 0,1 1-157 0,-4 0-330 16,6-2 146-16</inkml:trace>
  <inkml:trace contextRef="#ctx0" brushRef="#br0" timeOffset="-58246.33">32514 7149 9 0,'0'-9'226'0,"0"9"-1"16,1-9 7-16,-1 9-19 0,0-10-14 0,0 10-21 15,0 0-25-15,1-8-16 0,-1 8-14 0,0 0-16 16,0 0-9-16,-1 34-8 0,-3-8-4 0,-2 0-11 16,0 7-4-16,0-1-3 0,-1 0-10 0,-5-1-5 15,5 0-8-15,-1 0 1 0,3-1-10 0,0-4 1 16,2-1 0-16,-3 0-7 0,5-5-6 0,-1-2-15 16,1-1-12-16,-2-2-21 0,2 1-29 0,1-5-33 15,-1 0-28-15,2-1-26 0,-2-5-30 0,1-5-14 16,0 11-132-16,0-11-341 0,0 0 151 0</inkml:trace>
  <inkml:trace contextRef="#ctx0" brushRef="#br0" timeOffset="-57663.03">32541 7255 105 0,'3'-8'125'0,"-3"8"-16"0,0 0 0 0,4-1-11 16,-4 1 5-16,0 0-3 0,0 0-9 0,3 15-11 15,-3-15 1-15,-1 17 1 0,-1-9-20 0,1 2-5 16,-3-3-4-16,2 1-8 0,-3 1 0 0,1-1-10 16,0 0 1-16,1-2-5 0,3-6 2 0,-6 9-7 15,3-6 2-15,3-3-10 0,0 0 6 0,-3 9-8 16,3-9 2-16,0 0 5 0,0 0-9 0,0 0-3 16,0 0 4-16,10 7-6 0,-10-7 1 15,18-3-2-15,-7 3 3 0,2-4 1 0,9 1-3 16,-2-2-9-16,-20 5 7 0,0 0-1 0,59-10 2 0,-59 10-3 15,33-9 4-15,-33 9-2 0,28-9 4 0,-28 9-2 16,0 0 7-16,28-18 3 0,-28 18 6 0,0 0 1 16,20-26 3-16,-20 26 5 0,0 0 2 0,12-28-4 15,-12 28 5-15,0 0 0 0,0 0 1 0,0 0 0 16,0-36 4-16,0 36-1 0,0 0-5 16,0 0-4-16,0 0-4 0,0 0-6 0,0 0-6 0,0 0-6 15,0 0 1-15,0 0 0 0,0 0 0 0,0 0 0 16,-39 23-2-16,31-8-4 0,0 2 4 15,-3-5-1-15,7 1-1 0,-1-2-6 0,2-1 3 16,2-1-2-16,1-9 2 0,-1 18-1 0,1-18 2 0,0 0 2 16,0 0-4-16,0 0-2 0,0 0-4 15,0 0-8-15,32 30 3 0,-32-30-2 0,0 0 2 16,0 0 0-16,0 0 2 0,0 0-3 0,60-17 4 0,-60 17 0 16,24-18-4-16,-24 18 1 0,0 0 3 0,27-27-1 15,-27 27-2-15,17-18 1 0,-17 18 6 0,0 0 0 16,19-20-5-16,-19 20 0 0,0 0-3 15,0 0-5-15,0 0 3 0,0 0 1 0,0 0 2 16,0 0-3-16,0 0 3 0,0 0 0 0,0 0 4 16,0 0 0-16,0 0 2 0,0 0 3 0,0 0-6 15,11 62-19-15,-11-62-20 0,0 0-32 0,0 0-25 0,-1 35-37 16,1-35-39-16,0 0-110 0,0 0-310 16,0 0 138-16</inkml:trace>
  <inkml:trace contextRef="#ctx0" brushRef="#br0" timeOffset="-57339.84">33062 7268 149 0,'0'0'158'0,"0"0"-12"0,0 0-13 16,0 0-5-16,0 0-11 0,0 0-14 0,0 0-6 16,0 0-7-16,0 0-9 0,0 0-9 0,-69 28-7 15,69-28-8-15,0 0-6 0,0 0-8 0,-14 23 3 16,14-23-8-16,0 0-6 0,0 0-15 0,0 0 2 15,0 0-3-15,0 0-4 0,0 0-5 0,0 0 5 16,0 0-6-16,0 0 4 0,0 0-1 0,0 0 0 16,0 0-2-16,0 0 3 0,0 0-5 0,0 0 7 15,0 0 0-15,0 0-2 0,0 0 3 0,0 0 2 16,0 0-1-16,0 0 3 0,0 0-4 0,0 0 2 16,0 0-9-16,0 0 5 0,0 0-8 0,0 0 8 15,0 0-3-15,0 0-2 0,0 0-2 0,73 18 4 16,-73-18 0-16,0 0-3 0,0 0-1 0,8 30-17 15,-8-30-22-15,0 0-27 0,0 0-27 16,7 26-50-16,-7-26-128 0,0 0-290 0,0 0 128 0</inkml:trace>
  <inkml:trace contextRef="#ctx0" brushRef="#br0" timeOffset="-57102.3">33245 7132 142 0,'0'0'176'0,"0"0"-13"0,0 0-11 0,0 0-25 16,0 0-14-16,0 0-13 0,0 0-5 0,0 0-8 15,0 0 4-15,0 0-9 0,0 0 5 0,0 0-5 0,0 0-4 16,-4 93-4-16,4-93-4 0,-11 51-7 16,5-24-2-16,6-27-6 0,-7 44-12 0,7-44 3 15,-10 33-8-15,10-33 1 0,-6 27-14 0,6-27-21 16,0 0-31-16,-7 35-30 0,7-35-36 0,0 0-35 15,0 0-41-15,-5 28-102 0,5-28-291 0,0 0 129 16</inkml:trace>
  <inkml:trace contextRef="#ctx0" brushRef="#br0" timeOffset="-56846.68">33181 7286 23 0,'0'0'109'0,"0"0"-2"0,0 0-8 0,0 0-10 16,0 0-9-16,49-13 1 0,-49 13-11 0,0 0-8 16,47 1 0-16,-47-1-14 0,0 0 0 0,38 2 2 15,-38-2-10-15,0 0-3 0,0 0 1 0,42 7-9 16,-42-7 3-16,0 0-10 0,0 0 8 0,25 16-4 16,-25-16 1-16,0 0-3 0,0 0 4 0,15 28 0 15,-15-28 6-15,0 0-13 0,0 0 5 0,8 30-6 16,-8-30-5-16,0 0-1 0,0 0-19 0,0 0-24 15,1 34-39-15,-1-34-39 0,0 0-95 0,0 0-218 16,0 0 96-16</inkml:trace>
  <inkml:trace contextRef="#ctx0" brushRef="#br0" timeOffset="-56675.69">33398 7093 51 0,'0'0'46'0,"0"0"-32"0,0 0-33 0,0 0-20 16,0 0 9-16</inkml:trace>
  <inkml:trace contextRef="#ctx0" brushRef="#br0" timeOffset="-56240.59">33508 7280 102 0,'0'0'141'0,"0"0"-13"0,0 0-15 15,0 0-7-15,0 0-9 0,-32 45-8 0,32-45-3 16,0 0-14-16,0 0-5 0,-11 26-5 0,11-26-3 16,0 0-19-16,0 0 10 0,0 0-12 0,0 0 4 15,-5 32-12-15,5-32 2 0,0 0 0 0,0 0 0 16,0 0-6-16,0 0-3 0,0 0 0 0,0 0-1 15,0 0 0-15,0 0 0 0,0 0-3 0,0 0-4 16,0 0 2-16,0 0-4 0,0 0-3 0,0 0-1 16,0 0-1-16,0 0-3 0,0 0 1 0,0 0-5 15,0 0 4-15,0 0-3 0,71-46-2 16,-71 46 1-16,0 0-3 0,0 0 0 0,0 0-11 16,0 0 10-16,0 0 0 0,0 0-3 0,0 0 2 15,0 0 3-15,0 0 2 0,0 0-1 0,0 0-5 16,0 0 3-16,0 0 5 0,0 0-5 0,0 0 1 0,41 14 1 15,-41-14-3-15,0 0 5 0,0 0-1 16,0 0 7-16,0 0 9 0,0 0 7 0,0 0 6 16,0 0 3-16,0 0 1 0,0 0-3 0,0 0 1 15,0 0-1-15,0 0-6 0,0 0 3 0,0 0-5 16,0 0-5-16,0 0-6 0,0 0-2 0,0 0 0 16,42-2-1-16,-42 2-6 0,0 0 0 0,0 0-10 0,0 0-4 15,0 0-18-15,0 0-12 0,0 0-35 16,18 19-44-16,-18-19-39 0,0 0-103 0,0 0-282 15,0 0 125-15</inkml:trace>
  <inkml:trace contextRef="#ctx0" brushRef="#br0" timeOffset="-44268.96">32050 6861 4 0,'0'0'53'0,"0"0"-5"0,0 0-3 0,0 0 7 0,0 0-7 15,0 0-8-15,0 0-3 0,0 0-8 0,0 0-14 16,0 0 5-16,0 0 5 0,0 0-6 0,0 0 3 16,0 0-2-16,0 0-3 0,0 0-2 15,0 0 4-15,0 0-7 0,0 0-1 0,0 0 1 16,0 0-1-16,0 0-2 0,0 0 0 0,0 0 5 0,0 0-3 16,0 0 2-16,0 0 0 0,0 0-6 0,0 0 8 15,0 0-17-15,0 0 7 0,0 0-3 0,0 0 6 16,0 0-5-16,0 0 0 0,0 0 0 15,0 0 0-15,0 0 2 0,0 0-2 0,0 0 8 16,0 0-14-16,0 0 7 0,0 0-1 0,0 0-2 16,0 0-10-16,0 0 19 0,0 0-8 0,0 0 0 0,0 0 4 15,0 0-3-15,0 0 1 0,0 0 3 0,0 0 0 16,0 0 5-16,0 0-10 0,0 0 5 16,0 0 2-16,0 0-8 0,0 0 6 0,0 0-6 15,0 0 6-15,0 0-5 0,0 0 5 0,0 0-9 16,0 0 5-16,0 0 0 0,0 0-2 0,0 0 1 0,0 0 4 15,0 0-2-15,0 0 0 0,0 0 0 0,0 0-4 16,0 0 2-16,0 0 5 0,0 0 1 0,0 0-8 16,0 0 1-16,0 0 3 0,0 0 1 15,0 0-4-15,0 0 6 0,0 0 0 0,0 0-10 16,0 0-1-16,0 0-5 0,0 0 2 0,-4 9-18 0,4-9-13 16,0 0-7-16,-5 7-33 0,5-7-86 0,0 0 39 15</inkml:trace>
  <inkml:trace contextRef="#ctx0" brushRef="#br0" timeOffset="-33829.69">8047 17190 39 0,'0'0'38'0,"0"0"-4"16,0 0-5-16,0 0-6 0,0 0 1 0,0 0-9 15,0 0 4-15,0 0-5 0,23-5 2 0,-23 5 1 16,0 0-4-16,0 0-3 0,0 0-2 0,0 0-1 15,0 0-1-15,0 0 1 0,0 0-8 0,0 0-9 16,5 8 0-16,-5-8-5 0,0 0-9 0,0 6-20 16,0-6-47-16,0 0 22 0</inkml:trace>
  <inkml:trace contextRef="#ctx0" brushRef="#br0" timeOffset="-31628.38">8080 17422 18 0,'0'0'30'0,"0"0"-3"0,0 0-2 0,0 0-6 16,0 0 9-16,0 0-4 0,0 0 7 15,0 0-8-15,0 0-6 0,0 0 1 0,0 0-5 16,0 0 5-16,0 0-13 0,0 0 8 0,0 0-6 16,0 0 3-16,0 0 5 0,0 0-7 0,0 0 1 15,0 0 1-15,0 0-2 0,0 0 3 0,0 0-6 16,0 0-3-16,7 15 3 0,-7-15-5 0,0 0 6 16,0 0-1-16,0 0-7 0,0 0 5 0,2 8-8 15,-2-8-6-15,0 0-15 0,3 4-36 0,-3-4-67 16,0 0 30-16</inkml:trace>
  <inkml:trace contextRef="#ctx0" brushRef="#br0" timeOffset="-27665.75">11700 16806 50 0,'0'0'80'0,"0"0"-2"0,0 0-14 16,0 0-1-16,0 0-9 0,0 0-1 0,0 0-6 15,0 0-9-15,0 0-1 0,0 0-2 0,0 0-5 16,0 0 0-16,0 0-5 0,0 0-2 0,0 0 0 15,0 0 6-15,0 0 1 0,0 0 0 0,0 0 1 16,0 0-2-16,0 0-1 0,0 0-1 0,0 0-4 16,0 0 4-16,0 0-6 0,0 0-4 0,0 0 7 15,0 0-7-15,0 0 1 0,0 0-4 0,0 0-8 16,0 0-4-16,0 0 10 0,0 0 2 0,0 0-6 16,0 0 3-16,0 0-8 0,0 0 3 0,0 0-1 15,0 0 18-15,0 0-20 0,0 0-3 0,0 0 0 16,0 0 3-16,0 0 3 0,0 0-1 15,0 0 0-15,0 0-1 0,0 0 1 0,0 0-12 16,0 0 8-16,0 0-3 0,0 0 3 0,0 0 6 16,0 0-2-16,0 0 1 0,0 0-8 0,0 0 3 15,0 0 0-15,0 0 0 0,0 0-3 0,0 0 8 0,0 0-1 16,0 0-2-16,0 0-5 0,0 0 3 16,0 0 1-16,0 0-8 0,0 0 8 0,0 0-4 15,0 0-11-15,0 0 16 0,0 0-5 0,0 0 8 16,0 0-13-16,0 0 10 0,0 0-7 0,0 0 2 15,6 6 1-15,-6-6 7 0,0 0-2 0,0 0-1 16,0 0-8-16,0 0 3 0,0 0 2 0,0 0-1 16,0 0 5-16,0 0 2 0,0 0-6 0,0 0 5 15,0 0-8-15,0 0 5 0,0 0-2 0,0 0 7 16,0 0-7-16,0 0-4 0,0 0 3 0,0 0 6 16,0 0-8-16,0 0 3 0,0 0 9 0,0 0-12 15,0 0 11-15,0 0-5 0,0 0 6 0,0 0-10 16,0 0-5-16,0 0 5 0,0 0-2 0,0 0 5 15,0 0-1-15,0 0-5 0,0 0 5 0,0 0-2 16,0 0-1-16,0 0 2 0,0 0-6 16,0 0 2-16,0 0 3 0,0 0 0 0,0 0-7 0,0 0 16 15,0 0-7-15,0 0-3 0,0 0 6 16,0 0-3-16,0 0-2 0,0 0-7 0,0 0 8 16,0 0 7-16,0 0-7 0,0 0-5 0,0 0 8 15,0 0-1-15,0 0-5 0,0 0 5 0,0 0-1 16,0 0-3-16,0 0-7 0,0 0 7 0,0 0 3 0,0 0-1 15,0 0 2-15,0 0-4 0,0 0 1 16,0 0 0-16,0 0-8 0,0 0 11 0,0 0-5 16,0 0 6-16,0 0-6 0,0 0-3 0,0 0 5 15,0 0-6-15,0 0 7 0,0 0-5 0,0 0 10 16,7 6 2-16,-7-6-7 0,0 0-2 0,0 0 9 16,0 0-5-16,0 0-5 0,0 0 8 0,0 0-6 15,0 0-1-15,0 0 5 0,0 0 0 0,0 0-8 16,0 0 7-16,0 0-4 0,0 0 3 0,0 0-2 15,0 0 4-15,0 0-9 0,0 0 6 0,0 0 2 16,0 0-3-16,0 0 1 0,0 0 2 0,0 0-8 16,0 0 6-16,0 0-4 0,0 0 6 0,0 0 0 15,0 0 0-15,0 0-2 0,0 0 0 0,0 0-1 16,0 0 3-16,0 0-8 0,0 0 10 0,0 0-11 16,0 0 16-16,0 0-9 0,0 0 0 0,0 0-6 15,0 0 4-15,0 0 7 0,0 0 6 0,0 0-9 16,0 0-4-16,0 0-3 0,0 0 6 15,0 0-7-15,0 0 7 0,0 0-1 0,0 0 4 0,0 0-5 16,0 0 5-16,0 0-7 0,0 0-3 16,0 0 2-16,0 0-2 0,0 0 8 0,0 0-3 0,0 0 4 15,0 0 3-15,0 0-7 0,1 12-2 0,-1-12 10 16,0 0-9-16,0 0-5 0,0 0 7 0,0 0 0 16,0 0-2-16,0 0-1 0,0 0 6 15,0 0-15-15,0 0 14 0,0 0 2 0,0 0-7 16,0 0-5-16,0 0 11 0,0 0-1 0,0 0-1 15,0 0 0-15,0 0 0 0,7 4 3 0,-7-4-5 16,0 0 18-16,0 0-20 0,0 0 2 0,0 0-9 16,0 0 1-16,0 0 9 0,0 0 0 0,0 0 0 15,0 0-2-15,0 0 7 0,0 0-13 0,0 0 11 16,0 0-3-16,0 0 2 0,0 0 0 0,0 0-4 0,0 0 8 16,0 0-4-16,0 0 1 0,0 0-8 15,0 0 2-15,0 0 3 0,0 0-4 0,0 0-1 16,0 0 3-16,0 0 8 0,0 0-1 0,0 0-8 15,0 0 3-15,0 0 5 0,0 0-5 0,0 0 5 16,0 0-8-16,0 0 2 0,0 0 3 0,0 0 1 16,0 0-11-16,0 0 8 0,0 0 0 0,0 0-2 15,0 0-1-15,0 0-3 0,0 0 8 0,0 0 1 16,0 0-3-16,0 0 6 0,0 0 1 0,0 0-8 16,0 0 0-16,0 0 3 0,0 0-7 0,0 0 7 15,0 0 1-15,0 0-4 0,0 0-2 0,0 0 2 16,0 0-1-16,0 0 4 0,0 0-4 0,0 0-3 15,0 0 4-15,0 0-7 0,0 0 5 0,0 0-2 16,0 0 7-16,0 0 1 0,0 0-7 0,0 0 4 16,0 0 2-16,0 0-10 0,0 0-13 0,4 10-8 15,-4-10-12-15,0 0-10 0,0 0-11 0,0 0-14 16,0 0-73-16,0 0-160 0,0 0 71 0</inkml:trace>
  <inkml:trace contextRef="#ctx0" brushRef="#br0" timeOffset="133437.34">29456 6897 36 0,'0'0'41'0,"0"-10"4"16,0 10-6-16,0 0-3 0,0 0-8 0,0 0-3 16,0-10 1-16,0 10 0 0,0 0 3 0,0 0-3 15,0 0-2-15,0 0-3 0,0 0 2 0,-3-9-9 16,3 9-5-16,0 0 3 0,0 0-4 0,-2-7 6 16,2 7-4-16,0 0-1 0,0 0-2 0,0 0 7 15,0 0-12-15,0 0 3 0,0 0-5 0,0 0 9 16,0 0-2-16,0 0-2 0,-3-7 0 0,3 7-2 15,0 0 0-15,0 0-4 0,0 0 0 0,0 0 8 16,0 0-3-16,0 0-2 0,0 0 6 0,0 0-8 16,0 0 7-16,-3-7-3 0,3 7-7 0,0 0 12 15,0 0-6-15,0 0 7 0,0 0-1 0,0 0-3 16,0 0 0-16,0 0 5 0,0 0-4 0,0 0-10 16,0 0-1-16,0 0 12 0,0 0-4 0,0 0 0 15,0 0 2-15,0 0-2 0,0 0 0 0,0 0 5 16,0 0-6-16,0 0-2 0,0 0 6 0,0 0 7 15,0 0 1-15,0 0-4 0,0 0-3 0,0 0-2 0,0 0 8 16,0 0-4-16,0 0 4 0,0 0-7 16,0 0-1-16,0 0-10 0,0 0 13 0,0 0 3 15,0 0-4-15,0 0-7 0,0 0 2 0,0 0 12 16,0 0-14-16,0 0 2 0,0 0 2 0,0 0 3 0,0 0-5 16,0 0 7-16,0 0 0 0,0 0-10 0,0 0-3 15,0 0 7-15,0 0 3 0,0 0-10 16,0 0 7-16,0 0 0 0,0 0-6 0,0 0 2 15,0 0 5-15,0 0-4 0,0 0 4 0,0 0-5 16,0 0-2-16,0 0 1 0,0 0 6 0,0 0 0 0,0 0-6 16,0 0-5-16,0 0-2 0,0 0 9 15,0 0-6-15,0 0 9 0,0 0-5 0,0 0 0 16,0 0-3-16,0 0 2 0,0 0 4 0,0 0 0 16,0 0-4-16,0 0-3 0,0 0 3 0,0 0-1 0,0 0 8 15,0 0-6-15,0 0 6 0,0 0-1 0,0 0-8 16,0 0 2-16,-2 23 1 0,2-23 1 15,0 0-3-15,0 0 1 0,1 11 8 0,-1-11-5 0,0 0 3 16,0 8 0-16,0-8-3 0,0 0-5 16,1 10 1-16,-1-10-2 0,0 0 4 0,0 10-7 0,0-10 5 15,0 7 6-15,0-7-5 0,0 0 4 0,2 9 3 16,-2-9-10-16,0 0-1 0,0 10 1 16,0-10 2-16,0 0 0 0,1 8 1 0,-1-8 6 0,0 0-9 15,0 8 6-15,0-8-2 0,0 0-2 0,1 9 1 16,-1-9 1-16,0 0 6 0,0 10-15 0,0-10 9 15,3 7-7-15,-3-7 10 0,1 6 2 0,-1-6-3 16,3 8 4-16,-3-8-8 0,3 8 3 0,-3-8 3 16,3 11-17-16,-3-6 15 0,0-5-2 0,1 7 4 15,-1-7-8-15,1 9-1 0,-1-9-3 0,3 7 7 16,-3-7 5-16,0 8-3 0,0-8 1 0,0 10 8 16,0-10-8-16,1 8-2 0,-1-8 3 0,-1 10 1 15,1-10-5-15,0 10 4 0,0-10 0 0,1 9 0 16,-1-9-4-16,0 12 3 0,0-12-5 0,-1 7 7 15,1-7 2-15,0 10-10 0,0-10 4 0,-3 9 7 16,3-9-4-16,2 11-6 0,-4-4 3 0,2-7-1 16,0 10 3-16,-2-4 1 0,2-6-7 0,-1 9 6 15,-1-2 1-15,2-7-3 0,0 11 0 0,0-11 1 16,-2 10 1-16,2-10-3 0,0 10 6 0,-1-4-2 16,1-6 5-16,1 9 0 0,-1-9-3 0,-1 11 1 15,1-11-9-15,0 12 3 0,0-12 0 0,1 8 4 16,-1-8-8-16,0 10 5 0,2-4-2 0,-2-6 3 15,0 7 0-15,0-7-1 0,0 8-5 0,0-8 4 16,2 10 2-16,-2-10 0 0,0 7-2 0,0-7 0 16,0 11 9-16,0-11-4 0,0 0-5 0,-2 10-5 15,2-10 4-15,0 8 2 0,0-8-2 0,0 0 4 16,2 11-1-16,-2-11 3 0,-2 8-8 0,2-8 6 16,2 11 0-16,-2-11-1 0,1 9-2 0,-1-9 4 15,-1 8-5-15,1-8 6 0,1 10-4 0,-1-10-3 16,1 10 6-16,-1-10-3 0,3 9-2 0,-3-9 0 15,0 9 1-15,0-9 1 0,2 8 2 0,-2-8-1 16,0 7-2-16,0-7 0 0,3 7 5 0,-3-7-3 16,1 8-1-16,-1-8-3 0,3 7 3 0,-3-7 2 15,2 6-1-15,-2-6 1 0,0 0-4 0,3 7 2 16,-3-7-4-16,0 0 8 0,0 0-4 0,0 9 2 16,0-9-7-16,0 0 6 0,0 10-7 0,0-10 8 15,0 0-2-15,-1 8 0 0,1-8-3 0,0 0 1 16,0 9 2-16,0-9 6 0,2 8-3 0,-2-8-4 15,0 0 4-15,2 8-8 0,-2-8 7 0,0 0 1 16,1 9-4-16,-1-9 2 0,0 0-4 0,2 7 1 16,-2-7-1-16,3 9 6 0,-3-9-5 0,0 0 2 15,2 10 7-15,0-6-7 0,-2-4-7 0,2 9 5 16,-2-9 3-16,4 7 2 0,-1-2 1 0,-3-5-6 16,2 8 8-16,1-5-4 0,-3-3-5 0,2 10 5 15,2-4-3-15,-1-1 4 0,-3-5-6 0,5 8 0 16,-5-8 4-16,2 9 4 0,-2-9-8 0,2 7 0 15,-2-7-2-15,5 8 7 0,-3-3-2 0,-2-5-5 16,2 9 6-16,-2-9 1 0,2 8-2 0,-2-8 9 16,3 7-6-16,-3-7 3 0,1 7-3 0,-1-7-1 15,3 8 0-15,-3-8-6 0,2 7 1 0,-2-7 4 16,3 8-5-16,-3-8 8 0,1 6-4 0,-1-6 0 16,0 0-1-16,4 11-1 0,-4-11-3 0,4 3 8 0,-4-3-3 15,0 0 1-15,1 7-5 0,-1-7 9 16,0 0-9-16,2 6 3 0,-2-6 5 0,0 0-7 15,2 8 2-15,-2-8 9 0,0 0-8 0,0 0 2 16,1 8-8-16,-1-8 8 0,1 6-5 0,-1-6 5 16,0 0-3-16,0 0 1 0,5 9-1 0,-5-9 3 0,0 0 5 15,0 8-9-15,0-8 3 0,0 0 6 0,0 6-5 16,0-6-3-16,0 0 4 0,2 9-3 16,-2-9 8-16,0 0-7 0,1 7 6 0,-1-7-10 15,0 0 7-15,1 7-1 0,-1-7-1 0,0 0-3 16,0 0-1-16,0 12 1 0,0-12 0 0,0 0-2 15,3 6-2-15,-3-6 7 0,1 8-1 0,-1-8-1 0,3 5 6 16,-3-5-10-16,2 8 4 0,-2-8 8 16,0 0-5-16,3 9-5 0,-3-9 2 0,3 9 5 15,-3-9-9-15,2 8-2 0,-1-2 9 0,-1-6-5 16,1 9 8-16,2-2-5 0,-3-7 3 0,1 13-6 0,1-8 3 16,-2-5-3-16,1 11-3 0,0-5 0 15,0 1 0-15,-1-7-3 0,3 12-4 0,-2-8 8 16,-1-4-5-16,3 13 10 0,-2-7-7 0,-1-6-2 15,4 10-9-15,-3-4 5 0,0 0 5 0,-1-6-3 0,4 11 4 16,-3-6-5-16,-1-5 9 0,0 11 0 0,2-5-6 16,-2-6-1-16,1 13 7 0,2-7-10 0,-1 0 2 15,-2-6 0-15,0 11 3 0,1-5 3 16,-1-6-2-16,-1 12-1 0,0-4-1 0,1-8 12 0,0 13-7 16,1-6-7-16,-1-7 1 0,-2 13 3 0,0-5 2 15,2-8-4-15,-2 13 3 0,0-7-6 0,1 1 6 16,1-7-6-16,-1 13 3 0,1-6 9 0,1 1-4 15,0 0-3-15,1 1 4 0,-1 2 5 16,2-1-6-16,-1-1 0 0,-1 0 0 0,2 2-1 16,-2-2 3-16,1 0 0 0,-1 2 0 0,4-2 2 0,-3 3-1 15,1-4 1-15,-3-8-5 0,3 16 4 0,0-6-2 16,0-1 2-16,0-1 2 0,-1 0-1 16,1 2-1-16,-1 0 0 0,-2-10 3 0,3 19-2 15,-2-12-5-15,-1 5 6 0,0-12-3 0,1 16 4 16,1-7-2-16,1 0-2 0,-3-9 0 0,2 17-2 0,-2-10 4 15,0-7-5-15,1 14 4 0,0-9-5 0,-2 5 6 16,1-10-1-16,2 12 3 0,0-5-7 0,-1 0 3 16,-1-7-1-16,0 18 7 0,-1-10-13 0,1 0 1 15,-2-1 1-15,2-7 3 0,2 16 3 0,-2-7-3 16,0-1 3-16,0-8-6 0,-2 16 5 0,2-7 0 16,2 2-3-16,-2-4 1 0,2 2 7 0,-2-9-5 15,-4 16-2-15,4-10 0 0,-1 0 2 0,-1 4 2 16,0 1-1-16,1-1 10 0,1-1-11 0,-2 3 0 15,0-2 1-15,4-1 2 0,-2 1-3 0,0 0 1 16,0 0-3-16,0 1 6 0,0-1-4 0,0-1 1 16,2-1-3-16,-2-1 9 0,-2 5-8 0,2-12 2 15,3 13-1-15,-3-6-1 0,3 0-1 0,-3 0 2 16,1 1-1-16,-1 1 4 0,0-1 2 0,0 0-4 16,0 2 3-16,0-2-6 0,0-1 3 0,0-7 0 15,0 12-3-15,0-12 3 0,0 13 3 0,0-13 2 16,1 11 0-16,-1-11 0 0,2 14 3 15,-2-14-4-15,0 13 0 0,0-13 4 0,0 0-5 0,-2 17 0 16,2-17 3-16,0 11-3 0,0-11-4 0,-1 12 7 16,1-12-3-16,-1 14-1 0,1-14 1 0,-3 11 0 15,3-11 2-15,-1 13-7 0,1-13 5 0,-2 10-3 16,2-10 0-16,-2 13 3 0,2-13 3 0,-1 12-6 16,1-12 8-16,0 10-5 0,0-10 6 0,-1 10-9 15,1-10 3-15,-1 12 0 0,1-12 5 0,0 0-8 16,0 13-1-16,0-13 6 0,0 0-1 0,0 11-1 15,0-11-6-15,0 0 0 0,1 10 4 0,-1-10-3 16,0 0-3-16,2 11 4 0,-2-11-2 0,0 0 3 16,2 8-1-16,-2-8-7 0,0 0 5 15,0 0-2-15,5 9 1 0,-5-9 6 0,0 0-4 0,0 0-1 16,5 10-1-16,-5-10 3 0,0 0 6 0,2 10-8 16,-2-10 3-16,0 0-2 0,0 10 3 0,0-10 1 15,0 0-3-15,0 13 1 0,0-13 0 0,0 0-1 16,0 0-2-16,-4 14 7 0,4-14-3 0,0 0-5 15,0 9 4-15,0-9-3 0,0 0 7 0,0 0-1 16,-1 13 0-16,1-13-7 0,0 0 1 0,0 0 2 16,-1 11-2-16,1-11 6 0,0 0 0 0,0 0-5 15,0 13 2-15,0-13 3 0,0 0-5 0,4 8 0 16,-4-8 4-16,0 0-3 0,4 10-2 0,-4-10 0 0,0 0 1 16,2 9 0-16,-2-9 2 0,0 0 3 15,0 0-5-15,3 12 6 0,-3-12-2 0,0 0-5 16,0 0 4-16,0 0-1 0,-3 12 2 0,3-12-5 15,0 0 5-15,2 10-8 0,-2-10 9 0,0 0-4 16,0 0 3-16,0 0-4 0,2 7 2 0,-2-7 0 16,0 0-2-16,0 0 7 0,0 0-4 0,0 0-2 15,0 9 4-15,0-9-5 0,0 0 3 0,0 0 6 16,0 0-1-16,0 0-3 0,0 0 1 0,3 5 2 16,-3-5-2-16,0 0-3 0,0 0 3 0,4 5-4 15,-4-5 4-15,0 0-3 0,0 0 2 0,0 0-4 16,0 0 0-16,0 0 5 0,0 0-6 0,2 6 5 15,-2-6-2-15,0 0 1 0,0 0 2 0,0 0-2 16,0 0 1-16,0 0 4 0,0 0-2 0,0 0-1 16,1 8-3-16,-1-8 2 0,0 0 1 0,0 0 2 0,0 0-4 15,0 0 0-15,0 0 5 0,0 0-9 0,0 0 5 16,5 3-5-16,-5-3 6 0,0 0-2 16,0 0 4-16,0 0-4 0,0 0 0 0,0 0 0 15,0 0 0-15,0 0-1 0,0 0 2 0,0 0-2 16,2 8 4-16,-2-8-9 0,0 0 5 0,0 0-1 15,0 0 3-15,0 0-4 0,0 0 5 0,0 0-5 0,0 0 0 16,5 5 0-16,-5-5 2 0,0 0-1 16,0 0 3-16,0 0-5 0,0 0 7 0,0 0-5 15,0 0 1-15,0 0-2 0,0 0-2 0,0 0 4 16,0 0-4-16,0 0 0 0,0 0-1 0,1 6 8 16,-1-6 1-16,0 0 2 0,0 0-1 0,0 0-10 15,0 0 13-15,0 0-5 0,0 0 5 0,0 0-6 0,0 0 1 16,0 0-4-16,0 0 4 0,0 0-3 15,0 0 2-15,0 0-3 0,0 0 10 0,0 0-13 16,0 0 9-16,0 0 0 0,0 0-8 0,1 8 3 0,-1-8 3 16,0 0-6-16,0 0-2 0,0 0 2 0,0 0 6 15,0 0-1-15,0 0 1 0,0 0-5 16,0 0-3-16,0 0 7 0,0 0-3 0,-1 10 2 16,1-10 2-16,0 0-6 0,0 0 2 0,0 0 6 15,0 0-6-15,0 0-1 0,0 0 15 0,0 0-17 0,0 0-1 16,0 0 1-16,0 0-2 0,0 0 1 0,0 0 8 15,0 0-9-15,0 0 11 0,0 0-9 0,4 4 2 16,-4-4 0-16,0 0 4 0,0 0-5 16,0 0 8-16,0 0-9 0,0 0 3 0,0 0 2 0,0 0-4 15,0 0 10-15,0 0-8 0,0 0 0 16,0 0-1-16,0 0-2 0,0 0 2 0,0 0-1 16,0 0 7-16,0 0-7 0,0 0 1 0,0 0 3 15,0 0 7-15,0 0-12 0,0 0 4 0,0 0 0 0,0 0 1 16,0 0-3-16,0 0 1 0,0 0-1 0,0 0-4 15,0 0-8-15,0 0-3 0,0 0-4 0,0 0-1 16,0 0-10-16,0 0-1 0,0 0-12 0,0 0-12 16,0 0-49-16,0 0-112 0,0 0 49 0</inkml:trace>
  <inkml:trace contextRef="#ctx0" brushRef="#br0" timeOffset="135492.81">29700 9208 3 0,'0'0'24'16,"0"0"-3"-16,0 0 0 0,0 0-5 0,0 0 3 16,0 0-2-16,0 0-3 0,0 0 0 0,0 0-3 15,0 0 3-15,0 0-2 0,0 0 3 0,0 0 0 16,0 0-4-16,0 0-5 0,0 0 1 0,0 0 6 15,0 0-5-15,0 0-2 0,0 0 3 0,0 0 0 0,0 0-6 16,0 0 1-16,0 0 3 0,2 6-3 16,-2-6-4-16,0 0 9 0,0 0-5 0,0 0 3 15,0 0 2-15,0 0-1 0,0 0-2 0,0 0 0 16,0 0 2-16,0 0 2 0,0 0-5 0,0 0 1 16,0 0 2-16,0 0-3 0,0 0 6 0,0 0-3 0,0 0 1 15,0 0 5-15,0 0-7 0,0 0 6 16,0 0-1-16,0 0-1 0,0 0-1 0,0 0-2 15,0 0-4-15,0 0 3 0,0 0-1 0,0 0-2 16,0 0-2-16,0 0 3 0,0 0 1 0,0 0 1 0,0 0-5 16,0 0-1-16,0 0 1 0,0 0-1 0,0 0 1 15,0 0-5-15,0 0-3 0,0 0-2 16,0 0-9-16,0 0-6 0,0 0-9 0,0 0-8 16,-16 5-30-16,16-5-76 0,0 0 35 0</inkml:trace>
  <inkml:trace contextRef="#ctx0" brushRef="#br0" timeOffset="136743.51">29369 6907 16 0,'0'0'29'0,"0"0"-7"0,0 0-2 16,0 0-3-16,-7-11-1 0,7 11-18 0,0 0-18 15,-1-8-22-15,1 8 11 0</inkml:trace>
  <inkml:trace contextRef="#ctx0" brushRef="#br0" timeOffset="139952.81">29307 6496 28 0,'0'0'28'0,"-6"-4"0"0,6 4-2 0,0 0 1 15,0 0-2-15,0 0-9 0,0 0 4 0,0 0-4 16,0 0-3-16,0 0 2 0,0 0 5 0,0 0-8 16,1-13-11-16,-1 13 8 0,0 0 2 0,0 0-2 15,0 0-1-15,0 0-2 0,0 0 0 0,0 0-4 16,0 0 7-16,3-8-1 0,-3 8-3 0,0 0 1 15,0 0 2-15,0 0 0 0,0 0-4 0,0 0 4 16,-4-7-13-16,4 7 11 0,0 0 1 0,0 0 2 16,0 0-7-16,0 0 2 0,-2-10-1 0,2 10 2 15,0 0 2-15,0 0-1 0,0 0 1 0,-3-5 1 16,3 5-5-16,0 0 4 0,0 0-2 16,0 0 2-16,0 0 0 0,0 0 1 0,0 0-2 0,0 0-1 15,-1-9-4-15,1 9 5 0,0 0-3 0,0 0-3 16,0 0 5-16,0 0-5 0,0 0 2 0,0 0 1 15,0 0 2-15,0 0-5 0,0 0 1 0,0 0 7 16,0 0 0-16,1-11-11 0,-1 11-2 16,0 0 5-16,0 0-5 0,0 0 6 0,0 0-5 0,0 0 2 15,0 0-1-15,-1-8 7 0,1 8-3 0,0 0 0 16,0 0-1-16,0 0-1 0,0 0-3 0,0 0 2 16,0-9 8-16,0 9-11 0,0 0 7 0,0 0-1 15,0 0 3-15,0 0-4 0,0 0-7 0,0 0-3 16,0 0 5-16,4-7-7 0,-4 7 3 0,0 0 0 15,0 0-2-15,0 0 6 0,7-3-1 0,-7 3-1 16,0 0 4-16,0 0-1 0,0 0 0 0,5-3-2 16,-5 3 12-16,0 0-9 0,0 0 3 15,0 0 3-15,0 0-9 0,0 0-7 0,0 0 1 0,0 0 1 16,0 0-4-16,0 0 4 0,0 0-3 0,0 0-3 16,4-8 6-16,-4 8-1 0,0 0 1 0,0 0 5 15,0 0 1-15,0 0 2 0,0 0 6 0,0 0-3 16,0 0 2-16,0 0 3 0,0 0-9 0,0 0 11 15,0 0-3-15,0 0 5 0,0 0-2 16,0 0 2-16,0 0-3 0,0 0-4 0,0 0 5 0,0 0-5 16,0 0-2-16,0 0 3 0,0 0 3 0,0 0-10 15,0 0 5-15,0 0 4 0,0 0-2 16,0 0-5-16,0 0 3 0,0 0 0 0,0 0-4 0,0 0 4 16,0 0-2-16,0 0 3 0,0 0-5 0,0 0 6 15,0 0-7-15,0 0 7 0,0 0-2 0,0 0-2 16,0 0 3-16,0 0 1 0,0 0-3 0,0 0-2 15,0 0 1-15,0 0 2 0,0 0-2 0,0 0 1 16,0 0 6-16,0 0 0 0,0 0 4 0,0 0-3 16,0 0-5-16,0 0 8 0,0 0-5 15,0 0 6-15,0 0-3 0,0 0 4 0,0 0 2 16,0 0-3-16,0 0-4 0,0 0 1 0,0 0 5 0,0 0-3 16,0 0-6-16,0 0 2 0,0 0 5 0,0 0-3 15,0 0-5-15,0 0 0 0,0 0 1 0,0 0-2 16,0 0 1-16,0 0 11 0,0 0-12 0,0 0 3 15,0 0-4-15,0 0 5 0,0 0-7 16,0 0 3-16,0 0 2 0,0 0 0 0,0 0 0 16,0 0 0-16,0 0 6 0,0 0-1 0,0 0 0 0,0 0-2 15,0 0-2-15,0 0 0 0,0 0-7 0,0 0 7 16,0 0-3-16,0 0 7 0,0 0-16 0,0 0 14 16,0 0-8-16,0 0 4 0,0 0 0 15,0 0-3-15,0 0-4 0,0 0 2 0,0 0 1 16,0 0 1-16,0 0-2 0,0 0 0 0,0 0-2 15,0 0 2-15,0 0 6 0,0 0-5 0,0 0 4 0,0 0 0 16,0 0 1-16,0 0-1 0,0 0-9 0,0 0 11 16,0 0 0-16,0 0-1 0,0 0-5 0,0 0 13 15,0 0-11-15,0 0 3 0,0 0-9 16,0 0 10-16,0 0 8 0,0 0-14 0,0 0 5 16,0 0 5-16,0 0-6 0,0 0 2 0,0 0 0 0,0 0-10 15,0 0 6-15,0 0 0 0,0 0 3 0,0 0-4 16,0 0 9-16,0 0-10 0,0 0 12 0,0 0-9 15,0 0-2-15,0 0 1 0,0 0 4 16,0 0-1-16,0 0 5 0,0 0 2 0,0 0 2 16,0 0-9-16,0 0 21 0,0 0-14 0,0 0 5 15,0 0 1-15,0 0-7 0,0 0-2 0,0 0 2 0,0 0-2 16,0 0 2-16,0 0-1 0,0 0-4 0,0 0-6 16,0 0 8-16,0 0-4 0,0 0-4 15,0 0-2-15,0 0 12 0,0 0-8 0,0 0 7 16,0 0-8-16,0 0 11 0,0 0 0 0,0 0-3 15,0 0-2-15,0 0-7 0,0 0 2 0,0 0 2 0,0 0-8 16,0 0 10-16,0 0-5 0,0 0 6 0,0 0 2 16,6-2-8-16,-6 2 1 0,0 0 1 0,0 0 1 15,0 0-5-15,0 0 5 0,0 0-7 16,0 0 21-16,0 0-13 0,0 0-10 0,0 0 4 16,0 0 8-16,0 0-5 0,0 0 1 0,0 0-4 15,0 0 1-15,0 0-1 0,0 0-1 0,0 0 14 0,0 0-16 16,0 0 1-16,0 0 7 0,0 0 0 0,0 0-5 15,0 0-1-15,0 0-2 0,0 0 7 0,0 0-3 16,0 0-3-16,0 0-7 0,0 0 13 16,0 0-1-16,0 0 0 0,0 0 3 0,0 0-4 15,0 0-3-15,0 0 0 0,0 0 4 0,0 0-1 16,0 0 2-16,0 0 1 0,0 0 1 0,0 0-1 0,0 0 1 16,0 0 2-16,0 0-7 0,0 0-4 0,0 0-5 15,0 0 6-15,0 0 1 0,0 0 4 16,0 0-2-16,0 0-2 0,0 0 3 0,0 0-1 15,0 0-1-15,0 0 12 0,0 0-6 0,0 0-1 16,0 0 5-16,0 0-11 0,0 0 3 0,0 0-2 0,0 0 5 16,0 0 2-16,0 0-1 0,0 0-1 0,0 0-2 15,0 0-1-15,0 0-3 0,0 0 4 0,0 0 5 16,0 0-3-16,0 0 2 0,0 0-1 16,0 0 0-16,0 0-2 0,0 0-2 0,0 0 1 15,0 0-4-15,0 0 8 0,0 0-3 0,0 0-2 16,0 0-6-16,0 0 6 0,0 0 6 0,0 0-4 0,0 0 0 15,0 0 5-15,0 0-13 0,0 0-2 0,0 0 5 16,0 0 20-16,0 0-17 0,0 0-3 0,0 0 3 16,0 0-2-16,0 0-2 0,0 0 9 15,0 0-4-15,0 0-1 0,0 0 3 0,0 0-7 16,0 0-1-16,0 0-3 0,0 0 1 0,0 0 7 16,0 0 4-16,0 0-5 0,0 0-1 0,0 0 7 0,0 0-4 15,0 0 6-15,0 0-11 0,0 0-2 0,0 0-1 16,0 0 25-16,0 0-23 0,0 0 5 15,0 0-2-15,0 0-2 0,0 0 3 0,0 0 6 16,0 0-2-16,0 0-1 0,0 0-4 0,0 0-2 16,0 0 8-16,0 0-2 0,0 0 3 0,0 0-1 0,0 0-7 15,0 0 4-15,0 0 5 0,0 0 6 0,0 0-15 16,0 0 1-16,0 0 3 0,0 0-18 16,0 0 12-16,0 0 8 0,0 0-1 0,0 0 1 15,0 0-11-15,0 0 5 0,0 0 0 0,0 0 10 16,0 0-13-16,0 0 6 0,0 0 1 0,0 0-6 15,0 0 1-15,0 0 10 0,0 0 2 0,0 0-3 16,0 0-10-16,0 0 13 0,0 0-5 0,0 0 3 0,0 0-5 16,0 0 2-16,0 0 1 0,0 0-4 15,0 0 8-15,0 0-8 0,0 0 3 0,0 0-3 16,0 0 3-16,0 0 2 0,0 0-1 0,0 0-4 16,0 0 4-16,0 0 0 0,0 0-3 0,0 0 8 15,0 0-8-15,0 0-7 0,0 0 5 0,0 0 1 16,0 0-2-16,0 0 3 0,0 0-1 0,0 0 8 15,0 0-8-15,0 0 2 0,0 0-9 0,0 0 7 16,0 0-2-16,0 0 3 0,0 0-5 0,0 0 3 16,0 0-1-16,0 0 2 0,0 0-2 0,0 0-4 15,0 0 0-15,0 0 5 0,0 0-3 0,0 0 6 0,0 0-3 16,0 0 15-16,0 0-17 0,0 0-6 16,0 0 1-16,0 0 8 0,0 0 2 0,0 0-3 15,0 0 0-15,0 0-2 0,0 0 1 0,0 0-6 16,0 0 9-16,0 0 0 0,0 0 2 0,0 0-8 15,0 0 2-15,0 0 2 0,0 0 1 0,0 0 9 0,0 0-11 16,0 0 10-16,0 0-1 0,0 0-2 16,0 0-6-16,0 0-3 0,0 0 2 0,0 0 3 15,0 0-3-15,0 0 3 0,0 0-1 0,0 0 0 16,0 0 4-16,0 0 2 0,0 0-7 0,0 0 1 16,0 0 3-16,0 0-6 0,0 0 8 0,0 0-9 15,0 0 0-15,0 0 9 0,0 0-2 0,0 0 6 16,0 0-20-16,0 0 9 0,0 0 4 0,0 0 0 15,0 0-7-15,0 0 5 0,0 0 1 0,0 0 6 16,0 0-10-16,0 0 6 0,0 0 0 0,0 0 13 16,0 0-6-16,0 0-11 0,0 0 10 0,0 0-18 15,0 0 9-15,0 0-19 0,0 0 24 0,0 0-2 16,0 0-7-16,0 0 6 0,0 0-6 0,0 0-5 16,0 0 6-16,0 0-1 0,0 0 2 0,0 0 18 15,0 0-15-15,0 0-7 0,0 0 5 0,0 0-3 16,0 0 4-16,0 0 4 0,0 0-4 0,0 0-1 15,0 0-5-15,0 0 8 0,0 0 0 0,0 0-1 16,0 0-7-16,0 0 5 0,0 0 1 0,0 0-3 16,0 0 2-16,0 0 1 0,0 0 4 0,0 0-4 15,0 0-5-15,0 0 7 0,0 0 2 0,0 0 4 16,0 0-10-16,0 0-1 0,0 0 5 0,0 0 1 16,0 0-2-16,0 0-2 0,0 0 1 0,0 0 5 15,0 0-5-15,0 0 1 0,0 0-5 0,0 0 5 16,0 0 4-16,0 0 6 0,0 0-5 0,0 0 1 15,0 0-5-15,0 0 3 0,0 0-10 0,0 0 2 16,0 0 6-16,0 0-7 0,0 0-1 0,0 0 5 16,0 0 2-16,0 0 5 0,0 0-7 0,0 0 5 15,0 0-9-15,0 0 3 0,0 0 2 0,0 0-1 16,0 0 6-16,0 0-3 0,0 0-2 0,0 0 2 16,0 0-8-16,0 0 7 0,0 0-4 0,0 0 0 15,0 0 3-15,0 0-6 0,0 0 10 0,0 0-5 16,0 0-12-16,0 0 18 0,0 0-8 0,0 0 2 15,0 0 3-15,0 0-4 0,0 0-4 0,0 0 5 16,0 0 3-16,0 0-6 0,0 0 8 0,0 0-8 16,0 0 1-16,0 0 7 0,0 0-10 0,0 0 11 15,0 0-6-15,0 0 2 0,0 0-7 0,0 0 10 16,0 0-7-16,0 0 7 0,0 0 0 0,0 0-7 16,0 0 2-16,0 0-3 0,0 0 3 0,0 0 2 15,0 0-4-15,0 0-3 0,0 0 5 0,0 0 14 16,0 0-16-16,0 0 12 0,0 0-9 0,0 0-4 15,0 0-2-15,0 0 3 0,0 0 0 0,0 0-1 16,0 0 4-16,0 0-4 0,0 0 6 0,0 0-1 16,0 0-9-16,0 0 4 0,0 0-1 0,0 0 6 15,0 0 3-15,0 0-14 0,0 0 6 0,0 0 9 16,0 0-12-16,0 0 9 0,0 0-1 0,0 0-2 16,0 0 5-16,0 0-10 0,0 0 5 0,0 0-6 15,0 0 5-15,0 0-1 0,0 0-2 0,0 0 3 16,0 0 6-16,0 0-7 0,0 0 2 0,0 0 7 15,0 0-15-15,0 0 6 0,0 0 0 0,0 0-2 16,0 0 6-16,0 0 0 0,0 0 3 0,0 0-2 16,0 0-1-16,0 0 9 0,0 0-12 0,0 0 9 15,0 0-2-15,0 0-9 0,0 0-5 0,0 0 9 16,0 0-9-16,0 0 10 0,0 0 0 0,0 0-5 16,0 0-11-16,0 0 3 0,0 0 4 0,0 0-5 15,0 0-5-15,0 0-8 0,0 0 7 0,0 0-5 16,0 0-6-16,0 0 3 0,0 0 10 0,0 0 0 15,0 0-5-15,0 0-4 0,0 0-13 0,0 0 9 16,0 0-3-16,0 0-1 0,0 0-3 0,0 0 3 16,-12 17-2-16,12-17-6 0,0 0-1 0,0 0-5 15,-4 6-37-15,4-6-90 0,0 0 39 0</inkml:trace>
  <inkml:trace contextRef="#ctx0" brushRef="#br0" timeOffset="-178477.59">29461 6495 8 0,'0'0'8'0,"0"-14"-1"16,0 4-3-16,-2 3-1 0,2-3 6 16,-3 3 2-16,3 7-4 0,-2-13 0 0,1 4-2 15,0 2 2-15,1 7-7 0,-1-12 2 0,1 12 2 0,-2-9-1 16,0 4 7-16,2 5-6 0,0 0-5 0,-3-9 3 16,3 9 3-16,0 0-4 0,-2-6 1 15,2 6 4-15,0 0 0 0,0 0-4 0,0 0-1 16,0 0 0-16,0 0-2 0,0 0 0 0,0 0 4 15,0 0 0-15,0 0-1 0,0 0 2 0,-6-5-5 0,6 5 1 16,0 0 5-16,0 0-7 0,0 0 3 0,0 0-3 16,0 0 5-16,-1 20-4 0,1-20 4 0,-1 10-3 15,0 0-3-15,-2-1 4 0,-1-1 1 16,3 4-5-16,-1-2 3 0,-4 3 3 0,4-2-6 16,-2 1 6-16,1-2 0 0,1 3-3 0,-2-2-2 0,1 0 3 15,2 0 3-15,-3 1-1 0,2-2-4 0,1-1 2 16,-1-1-1-16,1-1 2 0,1-7-7 0,-3 13 2 15,2-9 6-15,1-4-1 0,-1 8-3 0,1-8 0 16,-3 6 0-16,3-6 2 0,0 0-1 16,-4 7 3-16,4-7-3 0,0 0 5 0,0 0-7 0,0 0 0 15,0 0-2-15,0 0 6 0,-12-13-4 16,12 13 4-16,-4-9-6 0,3 1 6 0,-3 2 1 0,4 6 0 16,-7-15-6-16,5 6 3 0,-2-1-2 15,0 0 1-15,-1-1 2 0,2 0-7 0,0 1 4 16,1 1 8-16,0 0-2 0,-2 0-4 0,1 0 4 15,-1 0-3-15,3 3-1 0,1 6 3 0,-5-12-3 0,1 6 0 16,4 6-3-16,-3-8 3 0,3 8 2 0,-3-7-2 16,3 7 4-16,0 0-4 0,-4-8 3 0,4 8-6 15,0 0-1-15,0 0 0 0,0 0 2 0,-1-7 0 16,1 7 1-16,0 0 3 0,0 0-5 16,0 0 7-16,0 0-3 0,0 0-1 0,-3-7 0 0,3 7 1 15,0 0-1-15,0 0-2 0,0 0 2 0,0 0-1 16,-2-7 0-16,2 7-1 0,0 0 2 15,0 0 3-15,0 0-4 0,0 0-6 0,0 0 7 0,0 0 3 16,0 0-3-16,0 0 5 0,0 0-8 16,0 0 6-16,0-11 0 0,0 11-9 0,0 0 3 0,0 0 7 15,0 0-6-15,0 0 5 0,0 0-1 0,0 0-2 16,0 0 4-16,-4 28-6 0,1-18 4 16,1 1 1-16,-1 0 1 0,-2-1-4 0,3 4 5 15,-4 0-2-15,4-1-1 0,1-2 4 0,-2 1-6 16,2-2 3-16,-1 1-2 0,1-4 1 0,1 0 0 15,0-7 1-15,0 14-4 0,0-14 2 0,-1 9-3 0,1-9 2 16,-1 6 1-16,1-6 16 0,0 0 0 0,0 0-1 16,0 0-5-16,0 0 4 0,0 0 6 0,0 0-2 15,0 0-6-15,0 0 5 0,0 0-8 16,0 0-2-16,0 0 2 0,-11-20-5 0,11 20 5 16,-2-14 5-16,1 7-11 0,-2-3 5 0,2 1 0 0,1-2-3 15,-2-1 1-15,2 1-7 0,2 2 5 0,-2-3-6 16,1 2 6-16,2 0-5 0,-2-2 2 15,0 5 4-15,2 0 0 0,-3 7-2 0,5-13 5 16,-4 8-8-16,-1 5 4 0,3-8 0 0,-3 8-5 0,0 0-1 16,3-7-2-16,-3 7 1 0,0 0 4 0,0 0-4 15,0 0 1-15,0 0 0 0,0 0-4 0,11 14 1 16,-10-8 3-16,0 0-1 0,1 2 2 0,0 1 2 16,-1 2 0-16,1-1 1 0,-2 1-3 15,2-2-2-15,1 1 4 0,-1 0 0 0,-1 0-5 16,3-1 7-16,-1 0-7 0,0-2 7 0,2 1-3 0,-3-2 0 15,-2-6-4-15,4 9 3 0,0-6 6 0,-4-3-14 16,4 7 10-16,-4-7-8 0,0 0 9 16,2 6 1-16,-2-6-4 0,0 0 1 0,0 0 1 15,0 0 4-15,0 0-7 0,0 0 3 0,0 0 0 16,0 0 1-16,-2-28-6 0,2 28 2 0,-3-13 0 0,2 8 3 16,1 5 3-16,-5-13-3 0,4 8 0 0,1 5-2 15,-4-12-5-15,4 12-1 0,-3-7-4 0,3 7-5 16,-4-7-13-16,4 7-43 0,0 0-76 0,0 0 34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4T05:11:40.7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29430 6973 5 0,'5'-23'17'0,"-5"23"4"0,0 0-4 0,0 0 3 16,0 0-4-16,0 0 7 0,0 0-3 0,0 0-1 16,0 0-3-16,0-9 1 0,0 9 0 0,0 0 0 15,0 0 3-15,0 0 1 0,0 0 1 0,0 0-6 16,3-9-2-16,-3 9 2 0,0 0 1 0,0 0-4 15,0 0 3-15,0-10 9 0,0 10 2 0,0 0-3 16,0 0-5-16,0 0 0 0,2-4 1 0,-2 4-6 16,0 0-1-16,0 0 2 0,0 0 0 0,0 0-6 15,0 0 1-15,0 0-1 0,0 0 3 0,0 0-11 16,0 0 6-16,0 0-1 0,0 0-6 0,0 0 3 16,0 0 1-16,0 0 0 0,0 0-4 0,0 0 2 15,0 0-6-15,0 0 7 0,0 0-2 0,0 0-2 16,0 0-4-16,0 0 7 0,0 0 0 0,0 0-3 15,0 0 5-15,0 0-5 0,0 0-2 0,0 0-11 16,0 0 12-16,0 0 0 0,2 21 4 0,-2-21 2 16,0 12-2-16,0-4-5 0,1 0 6 0,-1 2-3 15,0-1 0-15,0 1-2 0,0 0 8 0,0 0-1 16,1-1-6-16,-1 4 1 0,1-2-6 0,1 0 6 16,-2 2-2-16,1 0 10 0,0 1-6 0,1-1 0 15,0 3-5-15,-1 0 5 0,-1-1 1 0,2 2-3 16,-2-7 4-16,1 3-3 0,1-1-6 0,-2 0 4 15,2-1 2-15,-1 1-1 0,-1-2-3 0,1 1 3 16,-1 1 4-16,0-3-5 0,0 2 6 0,0 2-2 16,0-3-3-16,1 0 2 0,-1-1-4 0,2 1-1 15,-4 1 4-15,2 0 6 0,-1-3-6 0,2 2-7 16,-1 0 9-16,-1 1-4 0,1-2 0 0,-1 1 4 16,1 0-3-16,0 0 2 0,0-1 1 0,0 2-5 15,-1-1-2-15,1 1 2 0,0-1 7 0,0 1-2 16,1 4-2-16,-1-6 5 0,0 3-8 0,-1-1 8 0,1 2-9 15,0-2 6-15,1 3-6 0,1 2 0 16,0 0 2-16,0-3 8 0,1 2-10 0,1 3 5 16,0-5-5-16,-2 4 3 0,2 1-1 0,1-1 1 15,-1-6-3-15,1 5 2 0,-2-5 6 0,-2 1 4 0,1-1-4 16,2 4-1-16,-1-2-19 0,0-2 13 0,-2 1 8 16,0-2-1-16,3 2-7 0,-4-2 1 0,1 1 1 15,-1 1 6-15,1 0 0 0,-2 0-9 16,2 0 0-16,-1-2 6 0,-1 2-5 0,1-2 3 0,0 0 4 15,0 2-2-15,-1-3 1 0,1 1 0 0,1 0-8 16,-1 0 5-16,0-1-1 0,1 2-2 0,-1-2 5 16,0 1-6-16,-1 0 5 0,1-2 1 15,0 3-1-15,0-3-8 0,0-8 6 0,1 18-4 16,-1-9 11-16,-1-1 1 0,1 3 1 0,0-1-2 0,1-3-4 16,-1-7-2-16,-1 15 0 0,1-7 3 0,1-1-9 15,1 0 5-15,-1 1 1 0,-1-8-2 0,-1 13 1 16,2-6 9-16,-1-7-4 0,0 15 4 0,-1-9-5 15,2 2 0-15,-1-8 1 0,1 15-6 0,-1-5 8 16,0-2 3-16,0 2-1 0,0-2-15 0,1-1 5 16,-2 2 6-16,1-9-3 0,0 13 5 0,0-13 1 15,-1 14-4-15,1-14 0 0,1 14 2 0,-1-14 0 16,1 14 0-16,-1-14-3 0,0 16 1 0,2-10-1 16,-1 0 1-16,-1-6-4 0,0 12 6 0,0-5-4 15,1-1 5-15,-1-6-5 0,2 14-3 0,-1-6 4 16,-1-8-2-16,1 11 1 0,0-3 4 0,2-2-6 15,-2-2-8-15,1 5 9 0,-2-9 10 0,1 15-17 16,-1-5 14-16,1-4-1 0,-1-6-3 0,1 14 2 16,1-5 0-16,-1-2 1 0,1 0-9 0,-2-7 2 15,2 13-3-15,0-7 7 0,1 1 0 0,-3-7 8 16,2 10-9-16,-2-5-7 0,0-5 7 0,2 13 0 16,-2-6 4-16,1 0-11 0,-1-7 4 0,1 13-5 15,1-7 0-15,-2 2 2 0,1 0 3 0,0-2 11 16,-1 4 3-16,1 1-12 0,-1 0 14 0,3-1-4 15,-2 0-1-15,1 0-6 0,1-1-1 0,1 0 2 16,-3-1 3-16,-1 2-8 0,3-1 5 0,-1 0-6 16,1 1 6-16,-2-4 4 0,-1 4 2 0,3-2-9 15,-2 0 0-15,-1 0 5 0,2-2-4 0,0 2-15 16,1 0 12-16,-3-1 3 0,0-7 2 0,2 9-3 16,-2-9-2-16,2 13 0 0,-2-7 2 0,0-6-3 15,1 13 4-15,-1-7 0 0,0-6-4 0,1 16-1 16,-1-16 2-16,0 10-4 0,0-3 14 0,0-7-11 15,1 10 12-15,-1-10-13 0,0 0 2 0,-1 17 2 16,0-14 1-16,1-3 1 0,-1 9 0 0,1-9-4 16,0 0 4-16,0 9-2 0,0-9-9 0,0 0 8 15,0 0-3-15,0 10 2 0,0-10-3 0,0 0-2 16,0 0 11-16,0 0-5 0,1 10 2 0,-1-10-10 16,0 0 8-16,0 0 1 0,0 0-8 0,0 0 0 15,0 0-3-15,0 0-10 0,0 0-20 0,0 0-18 16,-16-4-30-16,16 4-65 0,-12-5-163 0,12 5 71 0</inkml:trace>
  <inkml:trace contextRef="#ctx0" brushRef="#br0" timeOffset="6680.24">9801 10046 1 0,'0'0'38'0,"0"0"-3"0,0 0-3 16,1-7 5-16,-1 7-4 0,0 0-3 0,0 0-2 15,0 0-1-15,0 0-4 0,0 0-4 0,0 0-1 0,0 0-4 16,0 0 4-16,0 0-4 0,0 0-5 16,0 0-3-16,0 0 6 0,0 0-10 0,0 0 7 15,0 0-3-15,0 0 5 0,0 0-10 0,0 0 0 16,0 0 2-16,0 0 2 0,0 0-4 0,0 0-5 0,0 0 6 16,0 0-1-16,0 0 0 0,0 0-5 0,0 0 5 15,0 0-6-15,0 0 5 0,0 0 0 16,0 0 1-16,0 0 0 0,-14 15-4 0,14-15 1 0,-4 7 5 15,4-7-5-15,-8 7 1 0,6-2 3 0,2-5-4 16,-5 9-1-16,2-5 0 0,3-4 2 0,-6 10 1 16,3-3-1-16,3-7 1 0,-5 8 3 0,1-2-4 15,2-1 7-15,-2 0-5 0,4-5-4 16,-4 12 2-16,3-6-5 0,1-6 8 0,-4 11-1 0,2-6-3 16,2-5 0-16,-3 12 4 0,1-7-3 0,2-5 2 15,-2 10-2-15,2-10 1 0,-2 12 3 0,1-5-2 16,1-7 2-16,-2 11-6 0,-1-5 10 0,3-6-12 15,0 12 11-15,-1-6-5 0,1-6 3 0,0 12-7 16,0-5 3-16,0-7 1 0,0 13 5 0,0-6-1 16,0-7-8-16,1 12 6 0,2-6 0 0,-3-6-2 15,0 11-2-15,1-4-2 0,-1-7 6 0,2 9-3 16,-2-9 2-16,0 9 0 0,0-9-2 0,2 8-2 16,-2-8 5-16,2 7 3 0,-2-7-6 0,2 8-2 15,-2-8 1-15,1 6-1 0,-1-6 4 0,1 7 4 16,-1-7-3-16,0 0-3 0,-1 11 6 0,1-11-2 15,-1 8 5-15,1-8-7 0,-2 9 9 0,2-9-4 16,-2 6 5-16,2-6-4 0,-3 9 2 0,3-9-3 16,-1 8-4-16,1-8 4 0,-4 8-5 0,4-8 1 15,-2 9 9-15,2-9 3 0,-2 8-15 0,2-8 5 16,0 0 5-16,-2 9-4 0,2-9 1 0,0 0-3 16,1 11 3-16,-1-11-1 0,0 0 5 0,-1 8-11 15,1-8 10-15,1 7-6 0,-1-7 3 0,1 8-6 16,-1-8-1-16,0 0-2 0,-1 10 7 0,1-10-7 15,0 0 7-15,1 10-3 0,-1-10 3 0,0 0 3 16,0 0-3-16,-1 11 2 0,1-11 1 0,-1 5-3 16,1-5 4-16,0 0 8 0,-4 7 3 0,4-7 2 15,0 0-12-15,-5 8 3 0,5-8-2 0,-5 5-1 16,5-5-3-16,-4 5 5 0,4-5-5 0,0 0-2 16,-5 3 4-16,5-3-9 0,0 0 4 0,0 0-1 15,0 0-3-15,0 0 4 0,0 0 1 0,0 0 1 16,-7 5 4-16,7-5-7 0,0 0-2 0,0 0 6 0,0 0-3 15,0 0-2-15,0 0 11 0,0 0-11 16,0 0 1-16,0 0 3 0,0 0-22 0,0 0 12 16,0 0-8-16,0 0-15 0,0 0 1 0,0 0-9 15,0 0-4-15,2-23-10 0,-2 23 3 0,1-12-4 0,-1 12 4 16,1-13 2-16,-1 6 4 0,3 0-2 0,-3 7 4 16,2-15 5-16,0 10 0 0,-1-3 7 15,-1 8-2-15,0-13 8 0,0 13 2 0,1-14 3 0,-1 14 1 16,-1-10-3-16,1 10 8 0,1-10 1 0,-1 10 8 15,-1-8 0-15,1 8 4 0,0 0-5 0,1-10 9 16,-1 10-10-16,0 0 3 0,0 0 2 16,0-8-1-16,0 8 3 0,0 0-3 0,0 0 1 0,0 0-1 15,0 0-1-15,1-7 0 0,-1 7 1 0,0 0 3 16,0 0-3-16,0 0 3 0,0 0-6 0,0 0 2 16,0 0 1-16,0 0 0 0,8-3-2 0,-8 3-5 15,0 0 5-15,0 0 0 0,0 0-3 0,0 0 1 16,0 0-1-16,0 0 1 0,0 0 1 0,0 0 3 15,0 0 4-15,0 0 3 0,0 0 4 0,0 0 2 16,0 0 7-16,0 0 7 0,0 0-1 0,0 0-8 16,0 0 4-16,12 8 2 0,-12-8 2 0,0 0-2 15,0 0-7-15,0 0 0 0,0 0 3 0,0 0 0 16,0 0 0-16,0 0-4 0,0 0-5 0,0 0 9 16,0 0 2-16,0 0-11 0,0 0 4 0,0 0-4 15,0 0-2-15,0 0-1 0,0 0-7 0,0 0 2 16,0 0-2-16,0 0 8 0,0 0-17 0,0 0 6 15,0 0 6-15,0 0-2 0,0 0 3 0,0 0-9 16,0 0 4-16,0 0 0 0,-3 13-1 0,3-13 5 16,0 0-3-16,-1 10 0 0,1-10 5 0,0 0-6 15,-3 9-2-15,3-9 3 0,0 0 0 0,0 10 2 16,0-10-1-16,0 0 6 0,-2 8 0 0,2-8-4 16,0 0-2-16,0 10-8 0,0-10 10 0,0 0-14 15,0 8 21-15,0-8 1 0,0 0-6 0,-3 9 6 16,3-9-16-16,-2 7 7 0,2-7 4 0,0 0-3 15,-3 7 6-15,3-7 2 0,-3 9-3 0,3-9-1 16,-2 7 2-16,2-7-12 0,-3 8 2 0,3-8 6 16,-2 8 2-16,2-8-3 0,-4 7 2 0,4-7-2 15,-1 9 1-15,1-9 10 0,-3 6-12 0,3-6-1 16,-2 7 1-16,2-7-4 0,0 0 16 0,-3 8-13 16,3-8-4-16,-3 8 13 0,3-8-9 0,0 9-12 15,0-9 16-15,0 0-7 0,-1 8 6 0,1-8-8 16,0 0 1-16,-1 11 6 0,1-11-8 0,0 0 5 15,0 9 4-15,0-9-1 0,1 8 3 0,-1-8-6 0,0 0 8 16,0 11-3-16,0-11-2 0,0 9-4 0,0-9 15 16,0 9-9-16,0-9 5 0,0 10-7 0,0-10 2 15,0 7 0-15,0-7-6 0,1 7 2 16,-1-7 5-16,-1 9-2 0,1-9 4 0,0 9 6 0,0-9-2 16,-1 8-8-16,1-8 7 0,0 10-2 0,0-10-3 15,-1 7-5-15,1-7 7 0,-2 10-4 16,2-10 4-16,-1 7-25 0,1-7 19 0,-1 8-1 0,1-8 4 15,-2 9-4-15,2-9 3 0,-2 9 6 0,2-9-9 16,-1 9 4-16,1-9-9 0,-2 9 5 0,2-9 2 16,-1 7 0-16,1-7-6 0,-2 7 3 0,2-7-1 15,-2 8 0-15,2-8 1 0,-1 8 4 16,1-8-5-16,-1 7-1 0,1-7 2 0,0 0-1 0,0 12 13 16,0-12-9-16,0 0 4 0,-1 9 1 0,1-9-5 15,0 0 5-15,-2 11 5 0,2-11-5 0,0 0 5 16,-2 8-1-16,2-8-2 0,0 0-3 0,-3 9 5 15,3-9-9-15,-3 5 2 0,3-5 1 0,-2 7-3 16,2-7 5-16,0 0-6 0,-3 9 6 0,3-9-7 16,0 0-2-16,-1 10-2 0,1-10 0 0,-3 7 2 15,3-7-2-15,-1 8 2 0,1-8 0 0,-1 11-3 16,1-11 6-16,-3 11-4 0,1-6 0 0,2-5 7 16,-1 9 1-16,-1-2-6 0,2-7 0 0,-1 7 2 15,1-7-3-15,-1 9 0 0,1-9 1 0,-1 7-1 16,1-7 1-16,-2 7 0 0,2-7-1 0,-2 8-1 15,2-8 2-15,0 8 0 0,0-8 3 0,0 0-4 16,-2 9-1-16,2-9 2 0,-2 9 4 0,2-9-6 16,-1 7-6-16,1-7 9 0,0 9 3 0,0-9-5 15,-3 8 3-15,3-8-1 0,-1 9-2 0,1-9 2 16,-3 8 2-16,3-8 0 0,0 9-4 0,0-9 0 0,-1 11 4 16,-1-4 2-16,2-7-3 0,-2 10 5 15,2-10-1-15,-1 11-5 0,-2-6 4 0,3-5-5 16,-1 12 2-16,1-12 3 0,-1 9-1 0,1-9 4 15,-2 10-6-15,2-10 1 0,0 7-3 0,0-7 4 0,-1 8-1 16,1-8-1-16,0 0-4 0,0 12 9 16,0-12-10-16,-2 9 5 0,2-9-2 0,0 8 2 15,0-8 2-15,1 7 0 0,-1-7 2 0,0 0-2 16,0 0-5-16,-1 11-3 0,1-11 5 0,0 0-1 0,0 8 0 16,0-8-1-16,0 0 1 0,1 9-3 15,-1-9 0-15,0 0 2 0,0 7-2 0,0-7 1 16,0 0-1-16,1 12-1 0,-1-12 8 0,1 6-1 15,-1-6-1-15,0 0 0 0,-2 13 0 0,2-13-6 16,0 0 7-16,1 9-2 0,-1-9-4 0,-1 8 1 0,1-8 1 16,0 7-1-16,0-7 3 0,0 0 0 0,-1 12 0 15,1-12-1-15,0 9 0 0,0-9-2 0,1 8 1 16,-1-8 0-16,0 7-1 0,0-7-3 0,0 0 2 16,-1 12 2-16,1-12-8 0,1 6 7 0,-1-6 8 15,0 9 4-15,0-9 4 0,0 8-4 16,0-8-1-16,-3 9-3 0,3-9 2 0,0 9-3 0,0-9 3 15,-1 9-6-15,1-9 4 0,0 9-3 0,0-9-1 16,0 10 1-16,0-10-1 0,0 9-5 0,0-9 4 16,-3 10-2-16,3-10 6 0,2 9-2 0,-2-9-2 15,0 9-4-15,0-9 4 0,0 10-1 0,0-10-3 16,0 0 3-16,-2 10-2 0,2-10-4 16,0 9 7-16,0-9-4 0,-1 7 2 0,1-7-4 0,0 0 3 15,0 10-3-15,0-10 4 0,-1 8-5 0,1-8 7 16,0 0-5-16,-1 9 1 0,1-9-2 0,0 0 6 15,0 0 0-15,0 10-3 0,0-10 0 0,0 0 0 16,0 0-1-16,0 11 0 0,0-11 0 0,0 0-1 16,-2 6 2-16,2-6-1 0,0 0 1 0,0 0-3 15,0 0 4-15,2 11 1 0,-2-11 2 0,0 0 4 16,0 0 0-16,-2 8 2 0,2-8 3 0,0 0 1 16,-1 11 0-16,1-11-8 0,-1 7 4 0,1-7 0 15,-2 9-3-15,2-9 1 0,0 0 2 0,-2 8-2 16,2-8-4-16,-1 8 0 0,1-8 1 0,0 0-2 15,0 7 0-15,0-7-3 0,0 0 5 0,-2 12-3 16,2-12 2-16,-5 7 2 0,5-7-3 0,0 0 3 16,-1 9-1-16,1-9-1 0,-2 7-2 0,2-7-1 15,-3 5 2-15,3-5 1 0,0 0-4 0,-1 10 5 16,1-10-3-16,0 0 2 0,-3 8-3 0,3-8 5 16,0 0-2-16,-1 7-1 0,1-7 0 0,0 0-4 15,-2 9-1-15,2-9 2 0,0 0-1 0,-1 11 4 16,1-11-5-16,-1 8 6 0,1-8-7 0,0 8 0 0,0-8 1 15,-1 11 1-15,1-11 0 0,0 9 4 16,0-9-2-16,-2 11 3 0,2-11 13 0,2 8 2 16,-2-8-6-16,0 10-2 0,0-10-2 0,1 8 2 15,-1-8-3-15,0 9-1 0,0-9 1 0,0 0-1 16,-1 11-1-16,1-11 1 0,0 9 1 0,0-9 2 16,-2 10-4-16,2-10 2 0,0 9-3 0,0-9-1 15,0 8 0-15,0-8 0 0,0 11 1 0,0-11-2 16,-1 7-1-16,1-7 2 0,0 9-2 0,0-9 2 15,-1 8-2-15,1-8-3 0,-2 10 3 0,2-10-2 0,-1 8-1 16,1-8-1-16,-1 9 2 0,1-9 1 0,-1 9-1 16,1-9 0-16,0 12 0 0,0-12 3 15,0 10-2-15,-2-5 1 0,2-5-6 0,-2 11 4 16,2-11 1-16,0 9 2 0,0-9-5 0,0 8 1 16,0-8-2-16,0 10 2 0,0-10-2 0,2 9 1 0,-2-9 2 15,0 0-4-15,0 12 4 0,0-12-1 0,0 6-1 16,0-6 0-16,2 7-2 0,-2-7 4 0,0 0 0 15,-2 10 0-15,2-10 0 0,0 0-2 0,3 9 0 16,-3-9 1-16,0 0 0 0,-1 9 5 0,1-9-1 16,0 0-1-16,-2 7 7 0,2-7-4 0,0 0-3 15,0 10 1-15,0-10-1 0,0 0-2 16,0 0 1-16,-2 7 1 0,2-7-3 0,0 0 3 16,0 0-1-16,0 0 2 0,2 9-5 0,-2-9 1 15,0 0-1-15,0 0 4 0,2 9-2 0,-2-9 5 0,0 7-4 16,0-7 3-16,-2 10-2 0,2-10 3 0,2 9-3 15,-2-9 0-15,0 7-1 0,0-7 3 0,1 10-3 16,-1-10 2-16,-1 9 1 0,1-9-3 0,0 8 0 16,0-8 2-16,0 9-2 0,0-9 3 0,-4 8-1 15,4-8-5-15,-1 9 6 0,1-9-3 0,0 8-1 16,0-8 1-16,-2 7-1 0,2-7-2 0,0 0 5 16,-2 9-6-16,2-9 4 0,0 0-2 0,1 12 3 15,-1-12 0-15,-1 7-6 0,1-7 1 0,-1 7 3 16,1-7-2-16,0 0 0 0,0 10 3 0,0-10-4 15,0 10 5-15,0-10-1 0,1 9-3 0,-1-9 0 16,1 10 2-16,-1-10-1 0,0 7 1 0,0-7 1 16,1 7-4-16,-1-7 1 0,5 5 0 0,-5-5 0 15,2 7-1-15,-2-7 0 0,0 0 4 0,2 9-3 16,-2-9 3-16,3 9-2 0,-3-9-2 0,2 6 4 16,-2-6-1-16,0 0 0 0,3 8 5 0,-3-8-7 15,2 6-3-15,-2-6 2 0,0 0 1 0,2 7 0 16,-2-7 1-16,0 0 4 0,2 8-4 15,-2-8-4-15,0 0 5 0,0 8-4 0,0-8 0 0,0 0 1 16,2 9 1-16,-2-9 1 0,0 0-2 0,0 0 2 16,2 10 1-16,-2-10-1 0,0 0 2 0,-1 9 0 15,1-9 1-15,0 9-4 0,0-9 1 0,0 8 0 16,0-8-2-16,-1 10 2 0,1-10 1 0,-2 9 0 16,2-9 3-16,2 7-2 0,-2-7-3 0,-2 9 2 15,2-9-2-15,-1 8 1 0,1-8-1 0,0 0 5 16,-1 10-5-16,1-10-2 0,0 0 7 0,-2 11-6 15,2-11 1-15,0 0-1 0,2 7 2 0,-2-7-2 16,0 0 1-16,0 0-1 0,-3 9 2 0,3-9-1 16,0 0-2-16,0 0 4 0,-1 8-2 0,1-8 1 15,0 0 0-15,1 9-1 0,-1-9-2 0,0 0 5 16,0 0 0-16,-1 10-1 0,1-10 4 0,0 0-4 16,1 8 0-16,-1-8 2 0,1 5-1 0,-1-5-3 15,0 0 3-15,2 10 0 0,-2-10-1 0,-2 9 1 16,2-9 0-16,-1 8-3 0,1-8 2 0,1 8 1 15,-1-8-2-15,0 9-1 0,0-9 2 0,0 0-1 16,0 8 1-16,0-8-3 0,0 0 2 0,-1 8 2 16,1-8-2-16,0 0 4 0,1 7-2 0,-1-7 5 15,0 9 4-15,0-9-2 0,0 0 1 0,0 10-5 16,0-10 6-16,2 6-3 0,-2-6 1 0,0 0 0 16,0 0-3-16,-2 10 2 0,2-10 2 0,0 0-1 15,-1 8 0-15,1-8-5 0,0 9 3 0,0-9 1 16,-1 8-1-16,1-8-3 0,0 0-2 0,-1 13-1 15,1-13 3-15,-2 8 0 0,2-8 0 0,0 0-1 16,2 11-3-16,-2-11 4 0,-2 8-7 0,2-8 4 16,0 0 0-16,-1 10 3 0,1-10-1 0,0 0 1 15,0 0 4-15,0 10-3 0,0-10-1 0,0 0-2 16,0 0 3-16,0 0-4 0,-1 7-1 0,1-7 2 16,0 0 4-16,0 0-2 0,0 0 1 0,0 0 3 15,0 0-4-15,0 0-2 0,0 0 4 0,0 0 1 16,0 0-5-16,0 0 0 0,0 0-23 0,0 0-25 15,0 0-21-15,0 0-20 0,-4-26-23 0,4 26-27 16,2-20-18-16,1 8-17 0,3-5-15 0,1 0-4 16,3-1-10-16,2-4-8 0,-3 4-3 0,3 1-109 15,-4-2-346-15,2 3 154 0</inkml:trace>
  <inkml:trace contextRef="#ctx0" brushRef="#br0" timeOffset="7823.08">9540 11855 77 0,'0'0'94'0,"0"0"-8"0,0-14-8 0,0 14 0 16,0 0-15-16,0-12 1 0,0 12-12 0,0 0-7 16,0 0-2-16,-2-12-7 0,2 12-4 0,0 0 3 15,0 0-8-15,-2-10-4 0,2 10 1 0,0 0-1 16,0 0-4-16,-6-9 2 0,6 9-4 0,0 0 1 16,0 0-9-16,-9-7 6 0,9 7-2 0,0 0-7 15,-8-5-2-15,8 5 3 0,0 0-4 0,-7-8 3 16,7 8 3-16,0 0 15 0,-7-7-4 0,7 7-2 15,0 0-6-15,0 0 8 0,-8-7-4 0,8 7 16 16,0 0 0-16,-2-5 5 0,2 5-1 0,0 0 4 16,-4-5 3-16,4 5-3 0,0 0-2 0,0 0-4 15,0 0-2-15,0 0-2 0,0 0-7 0,0 0-5 16,0 0 0-16,0 0-6 0,0 0-4 0,0 0 2 16,0 0 1-16,0 0-4 0,0 0-1 0,0 0-3 15,0 0 2-15,0 0-1 0,0 0-2 0,0 0 11 16,9 22-7-16,-5-16-3 0,-2 1 0 0,4 1 2 15,-3 2 2-15,2 1 5 0,-1 0 1 0,0 0 3 16,0-1 2-16,-2 0-5 0,3 1-2 0,-1 4 10 16,-3-5 0-16,1 2 3 0,0 5 7 0,0-6-8 15,-2 4-1-15,1-3 4 0,0 1 2 0,-1 3-4 16,1-5-2-16,-1 2 0 0,2-2-1 0,-2-1-2 16,-2 3 2-16,2-1-1 0,0-2-1 0,0 0 1 15,0-1 0-15,0 3-3 0,2-2-1 0,-2 1 9 16,0 1 1-16,0-2-3 0,0 0 2 0,0-1-3 0,0 1-2 15,0 0 6-15,0-1 2 0,-2 1-2 16,4 0-4-16,-2-2-3 0,0 2 2 0,0-2-4 16,0-8 1-16,-2 15-3 0,2-8-3 0,0-7 1 15,0 14-2-15,0-5 1 0,0 1 0 0,-1-1 3 16,1-9-1-16,-1 15-1 0,2-4 0 0,-1-4-3 0,0-7 7 16,-2 16 2-16,2-9 0 0,0 4 2 15,-2-3-3-15,2-8 3 0,0 15-7 0,-1-8 0 16,1-7 12-16,0 17-2 0,0-9-2 0,-1-3 1 15,1-5-4-15,-2 15 2 0,2-8 0 0,-1 0-2 16,1-7 0-16,0 15 2 0,0-8 0 0,0 3 1 16,0-1 2-16,-1 1-3 0,1-1 2 0,0-1-4 0,0 1 1 15,0-9-4-15,1 18 0 0,-2-10 0 16,1 2-5-16,0 2-1 0,0-2 3 0,-1 0-3 16,1 1 0-16,0 0-3 0,-2-2 1 0,2-2 2 15,-2 2-4-15,2-9 1 0,0 16-3 0,0-9 5 16,0 0-7-16,2 0 2 0,-2-7 1 0,-2 14-3 15,4-9 4-15,-2-5-3 0,2 11 4 0,-2-11-4 16,1 10-2-16,-1-10 2 0,0 8 0 0,0-8-1 16,0 9-1-16,1-4 1 0,-1-5 5 0,1 11 0 15,-1-11 1-15,-1 11-2 0,1-11-3 0,0 9 4 0,0-9 0 16,0 9-2-16,0-9 2 0,0 9-2 16,0-9 0-16,1 9-2 0,-1-9-2 0,-1 11 4 15,0-4 1-15,1-7 0 0,-3 12-3 0,1-7-1 16,2-5 6-16,-3 12-7 0,3-6 1 0,0-6-1 0,-1 11 3 15,1-11 1-15,-4 12-5 0,3-6 1 16,1-6 3-16,-1 12 0 0,-1-6-3 0,2-6 3 16,-2 10 1-16,2-10-6 0,-4 11 7 0,4-11-6 0,-3 7 0 15,3-7 0-15,-1 9 2 0,1-9-2 16,-3 7 2-16,3-7 1 0,0 0-2 0,-1 9-1 16,1-9 2-16,0 0-3 0,0 0 4 0,0 0-3 0,-1 7 2 15,1-7 1-15,0 0 3 0,0 0 2 0,0 0-2 16,0 0-3-16,0 0 2 0,0 0-2 15,0 0 6-15,0 0-7 0,0 0 1 0,0 0 5 16,0 0 0-16,0 0-6 0,0 0-14 0,0 0-21 0,0 0-24 16,0 0-19-16,0 0-34 0,0 0-33 0,0 0-24 15,-1-28-30-15,1 28-19 0,1-14-24 0,-1 4-152 16,0 0-422-16,2-3 186 0</inkml:trace>
  <inkml:trace contextRef="#ctx0" brushRef="#br0" timeOffset="8996.21">9758 10401 27 0,'0'0'28'0,"0"0"4"0,0 0-3 0,0 0 0 16,0 0 3-16,0 0-7 0,0 0 3 0,-9-1-5 15,9 1-3-15,0 0-8 0,0 0 3 0,0 0 0 16,0 0-1-16,0 0-3 0,0 0-4 0,0 0 0 16,0 0 0-16,0 0 0 0,0 0-4 0,0 0 1 15,0 0 0-15,0 0 1 0,0 0-1 0,0 0 0 16,0 0-2-16,0 0-1 0,0 0-1 0,0 0 0 15,0 0 2-15,0 0 6 0,0 0-8 0,0 0 3 16,0 0-1-16,0 0-1 0,0 0 2 0,0 0-2 16,0 0 3-16,0 0-2 0,0 0 3 0,0 0 0 0,0 0-3 15,0 0 3-15,-5-6-7 0,5 6 3 16,0 0-5-16,0 0 4 0,0 0 0 0,0 0-1 16,0 0 8-16,0 0-9 0,0 0 2 0,2-12-4 15,-2 12-7-15,0 0-7 0,0 0-4 0,0 0-9 16,0 0-28-16,-4-5-63 0,4 5 28 0</inkml:trace>
  <inkml:trace contextRef="#ctx0" brushRef="#br0" timeOffset="9574.99">9694 10282 14 0,'0'0'17'0,"0"0"6"0,0 0-2 15,0 0-3-15,0 0 6 0,0 0-7 16,0 0 3-16,0 0 0 0,0 0 0 0,0 0 1 16,0 0-1-16,27 1 0 0,-20-1 3 0,-7 0-10 0,13 0 2 15,-6 0-5-15,2 2 5 0,1-4-6 0,2 1 0 16,-2 2 2-16,2-1-2 0,0-1 3 0,1 1-4 16,-1 0-1-16,3-1 2 0,-2 2-3 15,-1 2-3-15,1-3 5 0,6 1 3 0,-7 1-11 16,3 0 6-16,-2-2-3 0,7 3 1 0,-2-1-3 0,4 0 5 15,0 0-8-15,6 0 3 0,0 1 0 0,-1-2-1 16,2-1 0-16,0 2 0 0,-1 0 5 16,2-1-5-16,0-1 7 0,0 3-5 0,1-1-3 15,-2 0-3-15,1-1 9 0,0 0-2 0,0 2-7 0,-1-2 6 16,-1 0 2-16,2 1-5 0,-1 1 2 0,-1-3 0 16,-1 3-1-16,0 1 1 0,-5-1-4 0,-1-1 9 15,9-1-6-15,-1 2-2 0,-1-2 0 16,-7 2-2-16,8-2 6 0,1 2-6 0,0-2-1 15,-2 1 3-15,0 0 5 0,0 0-6 0,-6-2-1 0,6 1-1 16,-8 0-4-16,3 1-9 0,-3-1 5 0,-1 1 1 16,3-1-3-16,-2-1-1 0,1 3 0 0,0-2-7 15,1 2-3-15,-1-3-2 0,1 3 3 0,-1-2 0 16,-2 1-13-16,-1-1-41 0,-4 0 19 0</inkml:trace>
  <inkml:trace contextRef="#ctx0" brushRef="#br0" timeOffset="10292.62">10411 10333 29 0,'0'0'36'0,"0"0"4"0,0 0-2 15,23 9 0-15,-23-9-3 0,18 0 4 0,-5 0-6 16,0 0 2-16,6-1 4 0,0 1-7 0,3-2-3 16,0 2 1-16,-1-2-5 0,9 0-2 0,-3 0 2 15,2-2-9-15,-1 2 3 0,0 1-1 0,2-1-1 16,0 1-8-16,1-2 7 0,1 1-7 0,0 1-2 15,2-2 10-15,-1 1-7 0,0 2-4 0,0-2 2 16,-1 2-4-16,-2 0 3 0,1-1-4 0,-3 1-1 16,-1 1 2-16,3-1 1 0,-2 0-2 0,0 0 1 15,0-3-2-15,2 3 0 0,3 0-2 0,-3-3 4 16,1 0-2-16,1 2 1 0,1-2-8 0,-2 1 2 16,-2 1 8-16,3-2-5 0,-5 2-1 0,1-1 6 15,0-3 1-15,0 0-5 0,0 2-5 0,-8 2 6 16,3-2-5-16,-2 1-8 0,0-2 5 0,-2 3 0 0,-6-3-5 15,5 2 8-15,-5-2-5 0,-1 3-6 16,-3-1-7-16,0 1-11 0,2-2-6 0,-2 1-14 16,-2 0-36-16,-7 2-94 0,10-2 41 0</inkml:trace>
  <inkml:trace contextRef="#ctx0" brushRef="#br0" timeOffset="10740.4">11633 10254 24 0,'13'-1'73'15,"6"1"-6"-15,8-1-1 0,2 2 5 0,2-2-8 0,2 0-9 16,0-3-5-16,2 3 3 0,-1-2-14 0,4 2 11 15,-3-2-6-15,4 1 2 0,-1 0-11 16,0 0-4-16,-2-2 6 0,5 3-8 0,-3-3-8 16,-4 1 11-16,-1 0-8 0,-2 3 0 0,-3-1-12 0,-7 1 9 15,0-1 5-15,-1 1-9 0,-1-1-2 0,-6 2-1 16,5-2-15-16,-7 0-8 0,0 1-4 16,-6 0-13-16,-5 0-5 0,11-1-11 0,-11 1 3 0,0 0-2 15,9-2-3-15,-9 2 0 0,0 0-6 16,0 0-2-16,0 0 1 0,0 0 3 0,0 0 2 0,-25 8 7 15,25-8 6-15,-9 3 1 0,9-3 8 0,-9 0 6 16,9 0 0-16,0 0 11 0,-9 2 7 0,9-2 4 16,0 0 10-16,0 0 6 0,0 0 5 15,0 0 0-15,0 0 9 0,0 0-2 0,0 0 0 0,0 0-1 16,0 0-2-16,0 0-4 0,29-3 0 0,-19 1-1 16,1 2-7-16,-1 0-1 0,0 0-6 0,3-1-16 15,-4 1-14-15,3 1-31 0,-5-1-41 16,-7 0-100-16,15 0 45 0</inkml:trace>
  <inkml:trace contextRef="#ctx0" brushRef="#br0" timeOffset="11431.18">12810 10145 59 0,'-11'-3'58'0,"11"3"-2"0,0 0-2 15,0 0-13-15,-8 0 2 0,8 0 6 0,0 0-4 16,0 0-2-16,0 0 3 0,-10-2-10 0,10 2-5 16,0 0 2-16,0 0-1 0,0 0 4 15,0 0-6-15,0 0 1 0,0 0-2 0,0 0 1 0,24-4-6 16,-11 3-8-16,6-1 0 0,0 1 2 0,2 0 4 15,0-1-14-15,1 2 10 0,0 0-16 0,-3 0 12 16,0-1-8-16,-1 1-9 0,1 0-12 0,-6 1-16 16,1 1-5-16,-5-2-22 0,1 1-8 0,-3 0-54 15,-7-1-129-15,10 3 57 0</inkml:trace>
  <inkml:trace contextRef="#ctx0" brushRef="#br0" timeOffset="12021.39">12893 10151 74 0,'0'0'94'16,"0"0"3"-16,0 0-13 0,0 0-10 0,0 0-6 15,0 0-9-15,0 0 2 0,0 0-16 0,0 0 2 16,0 0-8-16,0 0-7 0,0 0-4 0,0 0 5 15,-5 10-6-15,5-10-4 0,3 10 9 0,-3-10 5 16,0 16 2-16,-3-9-8 0,3 4 4 0,0 0-6 16,-2 1-2-16,2 3 1 0,-2 1 4 0,1 0-10 15,1-4 6-15,-2 4 12 0,2-4-10 0,-2 0-3 16,2 0-1-16,0-1-3 0,0 0-1 0,0 1-4 16,0-1 4-16,-2-1-9 0,2 1 1 0,2-2-1 15,-2 0 6-15,2-2-11 0,-2 2 5 0,0-9-10 16,2 12 4-16,-2-5 5 0,0-7-4 0,0 9 2 0,0-9-6 15,0 8 2-15,0-8-1 0,0 0 6 16,0 8-12-16,0-8 8 0,0 0 2 0,0 0-1 16,0 0-2-16,-2 9 1 0,2-9 0 0,0 0 2 0,0 0 2 15,0 0-9-15,0 0 0 0,0 0 1 0,0 0 4 16,0 0-3-16,0 0 1 0,0 0-4 0,-21-12 3 16,21 12 3-16,-8-3-11 0,8 3 11 15,-4-4-4-15,4 4-5 0,-7-4 4 0,7 4 1 0,-11-2-3 16,11 2-1-16,-9-4-1 0,9 4 3 0,-7-1 3 15,7 1-3-15,0 0 2 0,-9-4-8 0,9 4 7 16,0 0 2-16,-8 0 1 0,8 0-5 0,0 0 2 16,0 0-7-16,0 0-4 0,0 0 6 0,0 0 0 15,0 0-5-15,0 0 3 0,0 0 1 0,0 0 2 16,-10-2-4-16,10 2 7 0,0 0-2 0,0 0 1 16,0 0 1-16,0 0 2 0,0 0-3 0,27 5 7 15,-27-5-9-15,16 1 0 0,-5-1-1 0,0 1-7 16,1 0-32-16,1-1-9 0,5 1-24 0,-5 2-16 15,1-2-15-15,-3 2-20 0,2-2-67 0,-1-1-210 16,1 2 93-16</inkml:trace>
  <inkml:trace contextRef="#ctx0" brushRef="#br0" timeOffset="12715.46">13044 10399 66 0,'0'0'83'0,"0"0"-2"15,0 0-12-15,0 0 2 0,0 0-10 0,0 0-2 16,0 0 0-16,22-2-2 0,-10 4-9 0,1-2-6 16,5 1 2-16,-1-1-3 0,2 0 2 0,-9 0 3 0,4 1-15 15,-1-1 0-15,-4 2 0 0,1-2 8 16,1 0-9-16,-3 1-5 0,-8-1 7 0,14 3-5 16,-9-2-10-16,-5-1 3 0,9 0-16 0,-9 0 17 15,6 2-10-15,-6-2-2 0,0 0 3 0,7 4 2 0,-7-4-2 16,0 0 0-16,0 0 0 0,-2 11 3 0,2-11 2 15,-11 14-4-15,4-8 4 0,0 4 6 16,-2-1 0-16,-2 4 6 0,0-2-13 0,-3 2 5 16,1 0-3-16,-1-1 1 0,3-2 2 0,0 4 1 0,-1-5 5 15,4 0-7-15,1 0-1 0,-3-1-7 0,6-3 0 16,-2-1 5-16,1 2-11 0,1-1 8 0,4-5-1 16,-7 7-1-16,5-4 2 0,2-3 6 15,-5 7-6-15,5-7 4 0,0 0 1 0,-5 4-2 0,5-4-4 16,0 0-1-16,0 0 5 0,0 0-1 0,0 0-5 15,0 0 3-15,17 5 1 0,-6-4-5 0,-1-1 2 16,4 0-6-16,-3 0 3 0,1 0-9 0,1 0-9 16,1 0-13-16,2 0-12 0,2-1-21 0,-1 1-15 15,2 0-8-15,-2 0-16 0,1 0 0 0,-5-2-8 16,6 2-6-16,-6-2 1 0,-1 1 7 0,1 1 2 16,-1-4-58-16,-1 4-168 0,-5-2 75 0</inkml:trace>
  <inkml:trace contextRef="#ctx0" brushRef="#br0" timeOffset="13479.3">13409 10600 164 0,'0'0'-7'0,"2"-6"4"0,-2 6 9 15,0 0 7-15,6-7 5 0,-6 7-6 0,2-6 24 16,-2 6 9-16,0 0-2 0,0 0 4 0,2-7-6 16,-2 7 13-16,0 0 0 0,0 0 0 0,4-6-1 15,-4 6-4-15,0 0-8 0,0 0-4 0,0 0-6 16,0 0 2-16,0 0 1 0,0 0 4 0,0 0 1 16,0 0 12-16,0 0-15 0,0 0 0 0,0 0 0 15,0 0 7-15,-2 22-6 0,2-22 14 0,0 0-15 16,0 0 4-16,-2 10-1 0,2-10 6 0,0 0-1 15,0 0 1-15,0 7 10 0,0-7-1 0,0 0 1 16,0 0 0-16,0 0-5 0,0 0-4 0,0 0-7 16,0 0 2-16,0 0-7 0,0 0 0 0,0 0-7 15,0 0-3-15,0 0-1 0,0 0-1 0,-16-14 1 16,16 14-5-16,0 0 3 0,-2-11-4 0,2 11-1 16,4-11-4-16,-4 11 0 0,4-13 1 0,2 5-8 15,0 0 4-15,-2 2-1 0,5-1-4 0,-1 1 0 0,2 0 0 16,-1 3-1-16,0-1-3 0,3-1 9 15,-1 3-9-15,-3 0 0 0,4 1-3 0,-12 1 2 16,15 3-5-16,-7-2 2 0,-2 2 0 0,1 4 1 16,-1-3 1-16,1 4-2 0,-2-1 1 0,0 2 0 0,-1-2 3 15,-2-2-2-15,0 0-8 0,1 1 10 0,-3-6-4 16,4 10 6-16,-4-10-3 0,2 7 0 16,-2-7 7-16,0 0-5 0,0 0 2 0,-6 9 3 15,6-9-1-15,0 0 0 0,0 0 3 0,0 0 2 0,0 0 8 16,0 0-2-16,0 0-1 0,-16-14 1 0,16 14-3 15,0-10-1-15,0 10 0 0,0-12 0 0,0 12-4 16,5-15-2-16,1 8-6 0,1-2 8 16,-1 2-3-16,4 0-3 0,-2 0 0 0,-1 1 6 0,0 3-8 15,2-3 2-15,-2 4-3 0,2-2-2 0,-9 4 0 16,11 0 3-16,-11 0-5 0,15 4 1 0,-8 0-2 16,-2 0 0-16,0-1 5 0,1 4-1 0,1 2-1 15,-3-1 0-15,0-1-1 0,-1 1 6 0,-1 2 1 16,3-1-3-16,-3-2 2 0,-1 2-1 0,1-2-14 15,-2 3-16-15,0-3-20 0,2 1-37 0,0-1-5 16,-2-7-12-16,2 13-12 0,-2-7-17 0,0-6-6 16,4 10-6-16,-4-10 7 0,3 6 13 0,-3-6-70 15,6 1-211-15,-6-1 690 0,0 0-368 0,0 0 8 16,0 0 13-16,14-9 4 0,-10 4 19 0,-4 5 7 16,3-9 9-16,-1 1 12 0,0 0 11 0,0-2 4 15,0 1 12-15,1-2-2 0,2 2 19 0,-1 0 10 16,-2-1 10-16,1 3 4 0,-3 0 8 0,4-2 1 15,-4 9 8-15,4-9 1 0,-4 9-13 0,4-8-15 16,-4 8 3-16,3-2 2 0,-3 2-8 0,0 0-2 16,0 0 1-16,0 0 7 0,10 16-2 0,-11-9-1 0,2 4-4 15,-2 0-7-15,-1 1-3 0,-3 0 2 16,3 0-11-16,-1-1 3 0,-1 7-25 0,0-3-30 16,0 1-12-16,3-4-21 0,-1 0-24 0,-2 0-35 15,2-2-100-15,-3-3-238 0,2 0 106 0</inkml:trace>
  <inkml:trace contextRef="#ctx0" brushRef="#br0" timeOffset="13845.06">13946 10651 105 0,'0'0'99'0,"0"0"-2"0,0 0 1 15,5-22 4-15,-3 17 1 0,2-5-10 0,3 0-14 16,3-1 3-16,3-1-6 0,1 0 4 0,-1 0-19 15,0 1 15-15,1 4-3 0,-4 0-8 0,3 1-6 16,-3 2-5-16,-1 1-14 0,1 3-1 0,-2 0-5 16,-8 0 1-16,13 7-3 0,-5-1-3 0,-4-1-3 15,3 4-3-15,-5-2 0 0,2 2-3 0,0 3 2 16,-3-1-10-16,1-1-35 0,-2 2-19 0,0 0-40 16,0 0-36-16,0 2-128 0,-2-3-266 0,-3 0 118 15</inkml:trace>
  <inkml:trace contextRef="#ctx0" brushRef="#br0" timeOffset="15265.28">9560 12688 9 0,'0'0'29'0,"0"0"-3"0,0 0 3 0,0 0-7 15,0 0 3-15,-5 7-3 0,5-7-2 0,0 0 1 16,0 0 0-16,0 0-3 0,0 0-10 0,-4 6 4 16,4-6-2-16,0 0 3 0,0 0 3 0,0 0 0 15,0 0 10-15,0 0-1 0,0 0 4 0,0 0-4 16,17 8 0-16,-11-6 0 0,1 0-5 0,0-1-6 15,5 2 3-15,1-2-1 0,6 2 2 0,0 0 1 16,1-2-4-16,2 0-1 0,6 0 0 0,3 1 1 16,-2-2-3-16,1 1 0 0,-2 1 0 0,3-2-1 15,4 0 1-15,-2 1-2 0,-3-1 3 0,4 1-7 16,0-1-1-16,0 2-3 0,-2-2 3 0,3 0-2 16,-3 0 5-16,1 1-2 0,3-2-3 0,3 2 8 15,-3 1-8-15,4-2 8 0,-2 1-3 0,3-1 3 16,-2 1-6-16,14-1 14 0,-3 2-7 0,-12-2-1 15,2 3-3-15,-2-3 7 0,17-2 3 0,-1 4 0 16,-3-2 10-16,2 0-5 0,0 0-5 0,-2 0-1 16,4 0 0-16,0-3 0 0,0 3-2 0,0-2-7 15,0 1 4-15,4-3-2 0,-3 2-1 0,0 0 5 16,0-3-6-16,0 2-2 0,-2 2-2 16,0 0 6-16,-2 1-6 0,-1-1 1 0,-14-1-5 0,0 2 3 15,0 0-4-15,-2 0 8 0,1 0-19 0,-3 2-13 16,-5-2-22-16,-6 1-16 0,-1 1-13 0,1 0-11 15,-4 1-51-15,-5-1-150 0,1-1 66 0</inkml:trace>
  <inkml:trace contextRef="#ctx0" brushRef="#br0" timeOffset="15627">12291 12766 29 0,'33'-4'66'0,"-6"2"-5"0,3 1-1 0,-1 0-6 16,-8-2-9-16,-2 1-2 0,-1 0-6 0,-5 2-5 16,0 0-6-16,-1 0 1 0,2 2 4 0,-14-2-18 15,20 0-7-15,-11 1-7 0,-9-1-6 0,16 0-14 16,-16 0-9-16,15 0-49 0,-15 0-85 0,10 0 38 15</inkml:trace>
  <inkml:trace contextRef="#ctx0" brushRef="#br0" timeOffset="16064.34">12983 12575 85 0,'0'0'123'0,"0"-10"-5"0,0 10-1 0,0 0-23 16,9-9-12-16,2 3-6 0,0 1-5 15,2 0-7-15,6 0-11 0,-2 0-4 0,2 0-13 0,-6 1-20 16,-1 2-21-16,-1-2-20 0,-1 0-16 0,2 2-10 16,-5 0 0-16,-1 0-13 0,1 0-2 0,-7 2-2 15,12-2-35-15,-12 2-110 0,6-3 49 0</inkml:trace>
  <inkml:trace contextRef="#ctx0" brushRef="#br0" timeOffset="16422.78">13182 12494 171 0,'-10'-12'-6'0,"10"12"5"15,0 0 5-15,-10-3 7 0,10 3 8 0,0 0 7 16,-7-4 10-16,7 4 2 0,0 0 7 0,0 0-2 15,-6-3 2-15,6 3-1 0,0 0-9 0,0 0 1 16,0 0 20-16,0 0 6 0,0 0-4 0,-4 14 8 16,1-6 7-16,1 2 2 0,2 3-6 0,-4 3-5 15,-1 0 7-15,4 0-5 0,-3 1-7 0,0-1-3 16,4 0-3-16,-4 0 0 0,3-5-6 0,-1 5-1 16,0-4-3-16,2 0-5 0,-4-3-4 0,4-1-5 15,0 2 0-15,-4-3-4 0,2 1-1 0,2-8-2 16,0 13-4-16,0-6 1 0,0-7-7 0,-4 8-1 15,4-8-2-15,-2 8 4 0,2-8-4 0,0 0 3 16,-4 8 3-16,4-8-5 0,-5 8-1 0,-1-6-1 16,6-2-3-16,-10 5 2 0,6-2-1 0,4-3 0 15,-9 4-5-15,5-2-2 0,4-2 9 0,0 0-6 16,-9 4-7-16,9-4 1 0,0 0-3 0,-8 3 1 16,8-3-4-16,0 0 1 0,0 0-1 0,0 0 3 15,0 0 5-15,0 0 0 0,0 0-4 0,0 0-3 16,0 0 6-16,0 0-2 0,19 3 2 0,-19-3-3 15,21-1 3-15,-9 1 1 0,1-2-12 0,1 2-15 16,0 0-24-16,4 0-23 0,0-2-20 0,-3 1-9 16,-2 0-27-16,4-2-92 0,-6 2-242 0,3-2 108 15</inkml:trace>
  <inkml:trace contextRef="#ctx0" brushRef="#br0" timeOffset="16757.49">13306 12726 98 0,'0'0'141'0,"4"-4"-17"0,-4 4-12 15,12-4-6-15,-5 0-9 0,-1 2-5 0,5-1-9 16,-1 2-10-16,-1 1-2 0,-1-1-9 0,-8 1-8 16,12 1-9-16,-12-1-4 0,11 5-1 0,-7-1 2 15,-1 1-4-15,-3-5-1 0,4 11-5 0,-6-1 4 16,0 0-2-16,-3 0-3 0,1 2 0 0,-5-2-4 15,-1 5 2-15,-3-2 0 0,-1 1-5 0,1 0 0 16,-3 1-1-16,3-3 1 0,0 0-2 0,3-5-4 16,2 1-1-16,-1-2-5 0,5 0-3 0,-2-2 6 15,2 2-4-15,4-6-5 0,-5 9 5 0,5-9-4 16,0 7 3-16,0-7 1 0,0 0 1 0,12 7-5 16,-3-7 3-16,2 0-3 0,3-3-3 0,3 2-1 15,2-2-25-15,4 0-22 0,-6 1-24 0,3-2-18 16,0-1-27-16,1 2-8 0,-1-1-22 0,-3 0-74 0,-3 0-233 15,0-1 104-15</inkml:trace>
  <inkml:trace contextRef="#ctx0" brushRef="#br0" timeOffset="17340.64">13618 12855 97 0,'0'0'122'0,"0"0"-5"0,9-1-3 15,-9 1-1-15,0 0-6 0,0 0-9 0,10 5-8 16,-10-5-5-16,4 5-9 0,-4-5-5 0,2 11-8 0,2-8 3 16,-4-3-7-16,0 7-11 0,0-7 1 0,3 7-5 15,-3-7-2-15,0 0-4 0,0 0 3 16,0 8 2-16,0-8 4 0,0 0-2 0,0 0-5 16,-7 5 2-16,7-5 2 0,0 0 10 0,0 0-6 15,0 0-2-15,0 0-2 0,0 0-9 0,-18-11 1 0,16 6-3 16,2 5-4-16,-5-11-4 0,5 11 0 0,0-12-1 15,0 12-8-15,2-12-1 0,3 3 2 16,0 0-4-16,2-1-2 0,1-1-3 0,5 0 2 16,-1 3-2-16,1-2 1 0,1 1-2 0,1 3-4 0,-1 1 2 15,-1 1 4-15,1 1-6 0,-3 0-6 0,0 3 3 16,3 2-2-16,-3 2-2 0,0-1 3 16,-1 1-1-16,-4 3 5 0,3 1 0 0,-1-1-5 0,-4 3 1 15,0 0 0-15,-2-1 0 0,1 1-1 16,-2-1 1-16,-2-2 1 0,1-7-2 0,-3 13 4 0,6-6 2 15,-3-7 7-15,-3 9-8 0,3-9 0 0,-4 7 3 16,4-7-2-16,-6 3 0 0,6-3 2 0,0 0-1 16,0 0 0-16,0 0 3 0,0 0-3 15,-12-12-1-15,12 12 3 0,2-12-6 0,4 5 2 0,0-3 0 16,0 0-1-16,3 1-2 0,2-3 3 0,3 0-3 16,-3 2 1-16,3 1-1 0,1-1-1 0,-1 4 2 15,-5 2-2-15,4-3 2 0,0 3-1 0,0 1-3 16,0 3 0-16,-1-2 5 0,-3 2-6 0,3 2 2 15,-3 0 0-15,2 1-3 0,-4 2 2 0,2-1 1 16,-3-1 0-16,1 0 0 0,-3 2 1 0,2 1-4 16,0-3 4-16,0 4-2 0,-3-2 3 0,-1 1 1 15,3-2-1-15,-3 3-2 0,-2-7-3 0,2 10-16 16,-2-4-24-16,0-6-34 0,-3 12-33 0,-1-6-40 16,2 0-175-16,-3-1-353 0,-3 0 157 0</inkml:trace>
  <inkml:trace contextRef="#ctx0" brushRef="#br0" timeOffset="17762.43">14313 12766 157 0,'2'-7'189'0,"0"1"7"0,-2 6-12 15,0-12-13-15,0 12-16 0,-7-12-14 0,3 7-14 16,-3 2-15-16,-2-1-13 0,-2 1-7 0,-1 3-7 15,-3 3-8-15,-1 2-2 0,2 0-12 0,-4 4-10 16,3 1 0-16,-3-1-8 0,5 2-7 0,1 2-1 16,5-3-2-16,-1-1-6 0,3 1-1 0,1 0-3 15,1-1 1-15,1 1-4 0,4-1-4 0,-2 0 0 16,7-1 2-16,-2 0-1 0,1-4-4 0,3 1 2 16,-2 0-3-16,2-3 0 0,2 0-3 0,1 0 0 15,-3-3 4-15,3-2-7 0,-2 1 4 0,-1-3-4 16,1 0-2-16,1-1 2 0,-7 1 0 0,5-1 1 15,-3 1-1-15,0-4-5 0,0 2 0 0,-2-2 1 16,0 3-2-16,1-1 1 0,-1 1 2 0,0 1-2 16,-2-1 1-16,-2 6-4 0,6-6 5 0,-6 6-10 15,4-5-1-15,-4 5 0 0,0 0 3 0,0 0 0 16,0 0-2-16,0 0 1 0,11 11 3 0,-11-11-2 16,5 10-1-16,-3-4 2 0,2 2 3 0,1-2 0 15,0 3 1-15,-3-3-18 0,0 0-26 0,3 3-26 16,-1-1-43-16,-2 1-17 0,0-3-36 0,2 0-31 15,-2 1-110-15,-2-7-328 0,0 0 146 0</inkml:trace>
  <inkml:trace contextRef="#ctx0" brushRef="#br0" timeOffset="17993.93">14479 12762 130 0,'0'0'175'0,"6"-4"-10"0,-6 4 3 0,0 0-5 16,16 1-10-16,-16-1-14 0,9 7-5 0,-2-5-9 16,0 3-13-16,0 1-10 0,1 0-11 0,-3 0-6 15,1 1-8-15,4-1-10 0,-4 1-3 0,3 0-9 16,1 0 3-16,-2 0-15 0,-2-2-20 0,2 1-25 16,-1-2-31-16,-3 2-29 0,1-2-21 0,-3 0-29 15,2 1-19-15,-4-5-9 0,6 5-7 0,-6-5-90 16,0 0-256-16,0 0 113 0</inkml:trace>
  <inkml:trace contextRef="#ctx0" brushRef="#br0" timeOffset="18137.39">14651 12763 14 0,'1'-9'152'0,"-1"9"0"0,0 0-10 16,-3-10-17-16,3 10-14 0,0 0-4 0,-18 2-11 15,8 5-16-15,-9 0-1 0,-6 6-8 0,-4 1-7 16,5 3-18-16,-3 0-41 0,-3-2-39 0,4 2-45 15,-1-2-110-15,1-2-204 0,9-4 90 0</inkml:trace>
  <inkml:trace contextRef="#ctx0" brushRef="#br0" timeOffset="20984.65">9757 10390 44 0,'0'0'65'0,"-5"-6"0"0,5 6-11 0,0 0 3 16,0 0 1-16,0 0 1 0,-4-6-10 0,4 6 9 16,0 0 1-16,0 0-13 0,0 0-1 0,-4-7-7 15,4 7-3-15,0 0 2 0,0 0-2 0,-2-9-6 16,2 9-1-16,0 0-2 0,-1-7 9 0,1 7-6 15,0 0-3-15,0-10-4 0,0 10 3 0,0-10-8 16,0 10 1-16,0 0-5 0,0-15-8 0,0 15 13 16,0-10-3-16,0 10-2 0,1-11 4 0,-1 5-3 15,0 6-3-15,0-10 0 0,0 10 1 0,1-9-1 16,-1 9 0-16,0-9 6 0,0 9-14 0,0 0 5 16,0-12 1-16,0 12-2 0,0-7-2 0,0 7 4 15,0 0-8-15,0-10 1 0,0 10 2 0,1-7 0 16,-1 7-4-16,0 0 0 0,0 0 7 0,2-8-5 0,-2 8 4 15,0 0-3-15,2-8-5 0,-2 8 4 16,0 0 4-16,1-10-8 0,-1 10 1 0,3-6 2 16,-3 6 8-16,0 0-10 0,1-11-2 0,-1 11 5 15,3-8 2-15,-3 8-1 0,0 0 9 0,4-7-17 0,-4 7 6 16,1-7 5-16,-1 7-3 0,2-8-1 0,-2 8 5 16,4-9-3-16,-4 9 0 0,3-10 3 0,-1 6 2 15,-2 4 0-15,4-10-7 0,-4 10 7 16,0-9-5-16,4 3-8 0,-4 6 6 0,3-8 13 0,-3 8-2 15,1-11-1-15,-1 11-7 0,1-10 3 0,2 5-2 16,-3 5-3-16,2-9 6 0,-2 9-5 0,2-7 3 16,0 0-2-16,-2 7 2 0,1-8-3 15,-1 8 2-15,3-10-6 0,-3 10 5 0,1-7-2 0,1 0 4 16,-2 7-1-16,1-9-4 0,-1 9 1 0,0-9 3 16,0 9-6-16,1-8 0 0,-1 8 3 0,3-10-1 15,-3 10-1-15,2-7-2 0,-2 7-7 0,4-7 13 16,-4 7-2-16,0 0 6 0,0 0-6 0,0-10 4 15,0 10-6-15,2-6 1 0,-2 6-7 0,0 0 3 16,0 0 2-16,2-8 2 0,-2 8 1 0,0 0 9 16,0-9-7-16,0 9 3 0,0 0-6 0,0 0 5 15,0 0 1-15,1-10-3 0,-1 10 2 0,0 0 5 16,0 0-7-16,0-8 0 0,0 8 2 0,0 0-2 16,0 0-5-16,0-8 3 0,0 8 0 0,0 0 3 15,0 0-2-15,3-6 5 0,-3 6 2 0,0 0 8 16,0 0-1-16,0 0 1 0,-2-10 0 0,2 10-4 15,0 0-5-15,0 0 3 0,-2-9-9 0,2 9 6 16,0 0-4-16,0 0 2 0,-3-8-4 0,3 8 6 16,0 0-10-16,0 0 5 0,0 0 2 0,-1-9-5 15,1 9 2-15,0 0-2 0,0 0 4 0,0 0-3 16,0 0-4-16,0 0 6 0,-1-10-4 0,1 10 5 16,0 0-2-16,0 0-5 0,0 0 4 0,0 0 0 15,-3-7-7-15,3 7 6 0,0 0-2 0,0 0 4 0,0 0-1 16,0 0-3-16,0 0 5 0,-1-9-2 15,1 9-5-15,0 0 3 0,0 0 0 0,-1-7-9 16,1 7 12-16,0 0 1 0,0 0-1 0,0 0-1 16,0 0-2-16,0-10 3 0,0 10-4 0,0 0 4 0,0 0-4 15,-2-10 4-15,2 10-3 0,0 0-3 0,0 0-4 16,0 0 6-16,-3-7-3 0,3 7 6 0,0 0-2 16,0 0 0-16,0 0-1 0,-2-9-2 15,2 9 2-15,0 0 5 0,0 0-6 0,0 0 8 0,-2-9-10 16,2 9 8-16,0 0-2 0,0 0 4 0,-2-8-7 15,2 8-1-15,0 0 1 0,0 0-2 0,0-10-2 16,0 10 2-16,0 0 2 0,0 0 1 0,0-10 0 16,0 10-3-16,0 0 1 0,0 0-1 0,3-8-3 15,-3 8 4-15,0 0-6 0,0 0 9 0,0 0-1 16,0 0 1-16,0 0-3 0,0 0 6 0,0 0 0 16,0-8-4-16,0 8 0 0,0 0-2 0,0 0-1 15,0 0-5-15,0 0 5 0,0 0 3 0,0 0 2 16,1-7 0-16,-1 7 1 0,0 0-8 0,0 0 4 15,0 0 0-15,0 0 3 0,0 0-4 0,0 0-4 16,0 0 4-16,0 0 1 0,0 0-3 0,2-10 4 16,-2 10-1-16,0 0 1 0,0 0 3 0,0 0-6 15,0 0 3-15,0 0 4 0,0 0-3 0,0 0-1 16,0 0 1-16,0 0-3 0,0 0 2 0,0 0-2 16,0 0 0-16,0 0 2 0,0 0-2 0,0 0 10 15,0 0-9-15,0 0-2 0,0-9 1 0,0 9 2 16,0 0 0-16,0 0 3 0,0 0 3 0,0 0-5 15,0 0-4-15,0 0 7 0,0 0 2 0,0 0-2 16,0 0 1-16,0 0-1 0,0 0 1 0,0-8-1 16,0 8 0-16,0 0-4 0,0 0 4 0,1-9-5 15,-1 9 6-15,0 0-6 0,1-8 3 0,-1 8-1 16,0 0 0-16,1-8-1 0,-1 8 1 0,0 0 0 16,0 0 2-16,0-10 3 0,0 10 0 0,0 0 0 15,0 0-7-15,0 0 7 0,3-6 0 0,-3 6-1 0,0 0 0 16,0 0 2-16,0 0-2 0,0 0 3 0,0 0-3 15,4-7 1-15,-4 7 1 0,0 0 0 16,0 0-4-16,0 0 3 0,0 0-6 0,0 0 2 16,0 0 4-16,0 0-3 0,0 0 1 0,0 0-2 0,0 0-3 15,0 0 3-15,0 0 1 0,0 0-6 0,0 0 0 16,0 0 1-16,0 0 2 0,0 0-9 0,0 0 7 16,0 0-1-16,0 0-1 0,0 0-2 15,0 0 0-15,0 0 2 0,0 0 3 0,0 0 0 0,0 0-4 16,0 0 6-16,0 0-4 0,0 0-3 0,0 0 4 15,0 0 5-15,-3 23-3 0,3-23-8 0,0 0 9 16,0 9-2-16,0-9-2 0,0 9 2 0,0-9 1 16,3 8-3-16,-3-8 7 0,0 11-9 0,-3-4 6 15,3-7-2-15,3 12 6 0,-3-12-9 0,0 12 2 16,0-12-1-16,-3 12 2 0,3-5-2 0,-1 3 2 16,1-10 0-16,-1 12-2 0,-1-4 4 0,2 1-7 15,0-9 5-15,0 12-2 0,-1-6-5 0,1-6 9 16,0 11 2-16,0-11 1 0,-1 13-8 0,1-7 6 15,0-6-5-15,2 10 0 0,0-4 5 0,-2-6-3 16,2 11 3-16,1-5-1 0,-3-6-1 0,1 10 1 16,1-7-2-16,-2-3-2 0,0 0 3 0,2 8-7 15,-2-8 6-15,0 0 2 0,2 7-3 0,-2-7 5 16,0 0-11-16,0 0 10 0,0 0-5 0,0 0 5 16,0 0-4-16,0 9 9 0,0-9-3 0,0 0 1 0,0 0 0 15,0 0-4-15,0 0 5 0,0 0-4 16,0 0-1-16,0 0 3 0,0 0 1 0,0 0-4 15,0 0 1-15,0 0 0 0,2-26 3 0,-2 26-5 16,0-9-1-16,0 9 0 0,0-16 1 0,0 9-1 0,0-2 1 16,-2 0-2-16,2-1-3 0,0 1 5 15,0 9 2-15,-1-14-5 0,0 6 2 0,1 8 0 16,-2-15 2-16,0 7-1 0,1 2 3 0,1 6-2 16,-4-13-3-16,4 13 2 0,-3-10-2 0,3 10 4 0,-2-8-1 15,2 8-3-15,-4-8 4 0,4 8 0 0,0 0-6 16,-1-9-1-16,1 9 5 0,0 0 3 0,0 0-9 15,-3-6 1-15,3 6 2 0,0 0 1 16,0 0-4-16,0 0-1 0,0 0-6 0,0 0 0 0,0 0 2 16,0 0 0-16,0 0-3 0,0 0-5 0,0 0-3 15,0 0 4-15,0 0 1 0,4 24-12 0,-4-24-6 16,1 12 5-16,1-6-10 0,-2-6 3 0,2 11-4 16,1-4 3-16,-3-7-12 0,2 12-5 0,2-8-2 15,-4-4-11-15,4 11-1 0,-2-6 5 0,-2-5-3 16,3 8 4-16,-3-8 0 0,3 8 7 0,-3-8 1 15,0 0 5-15,2 5 4 0,-2-5 8 0,0 0-3 16,0 0 5-16,0 0 0 0,5 2 8 0,-5-2 7 16,0 0-10-16,0 0 9 0,0 0 7 0,0 0 0 15,0 0-1-15,4-17 1 0,-4 17 9 0,1-6 9 16,-1 6-14-16,0 0 4 0,-1-9 1 0,1 9 4 16,0 0-9-16,0 0 0 0,-2-10-14 0,2 10-16 15,0 0-19-15,0 0-37 0,0 0-103 0,0 0 47 16</inkml:trace>
  <inkml:trace contextRef="#ctx0" brushRef="#br0" timeOffset="22036.19">9935 9376 14 0,'0'0'43'0,"0"0"3"0,0 0-3 0,0 0-1 16,0 0-4-16,0 0-6 0,0 0 2 0,0 0-8 15,0 0 2-15,0 0-8 0,0 0-1 0,0 0 10 16,0 0-10-16,0 0-1 0,0 0 0 0,0 0-6 16,0 0-5-16,0 0 3 0,0 0 2 0,0 0 1 15,0 0-7-15,0 0 2 0,0 0-2 0,0 0-6 16,0 0 12-16,0 0-5 0,0 0 1 0,0 0-6 16,0 0 4-16,0 0-4 0,0 0 1 0,0 0 1 15,0 0-1-15,0 0-2 0,0 0 0 0,0 0 1 16,0 0 0-16,0 0 4 0,0 0-7 0,0 0 1 15,0 0-10-15,-14-5-7 0,14 5-6 0,0 0-10 16,0 0-4-16,0 0-9 0,0 0-27 0,0 0-79 16,0 0 36-16</inkml:trace>
  <inkml:trace contextRef="#ctx0" brushRef="#br0" timeOffset="25683.23">10149 11230 3 0,'0'0'82'16,"0"-11"-5"-16,0 11 0 0,0 0-10 0,0 0 0 15,0-9-7-15,0 9-2 0,0 0 2 0,0 0-7 16,0 0-5-16,0 0-10 0,0 0 4 16,0 0-8-16,0 0 4 0,-5-6-6 0,5 6-11 0,0 0 5 15,0 0-14-15,0 0 4 0,0 0-4 0,0 0 5 16,-19 10 0-16,13-5 3 0,-1-1-9 0,4 0-2 15,-3 1-11-15,1 2 13 0,-1-1-11 0,-4 2-1 16,3-1 9-16,0 2 5 0,-1 0-3 0,2-1-1 16,-1 2 1-16,2-2-7 0,2 2-1 0,1-2 2 15,-1 2-3-15,1 0 1 0,2-1 10 0,0-1-5 16,1 2-9-16,-1-1 10 0,1-2-7 0,-1-7 9 16,4 12-2-16,-1-4 0 0,2-4 4 0,0 1-6 15,5 2 5-15,-2-2 1 0,-2-3 1 0,3 3 6 16,-1-3-4-16,0 0-3 0,-1-2 8 0,2 0-3 15,3-1-2-15,-3 0-5 0,1-1 12 0,0-1-5 16,-1-1 1-16,0-1 3 0,0-2-10 0,-1 0 7 16,-1-1-3-16,1 0 3 0,-1-1-4 0,0 0 1 15,-2-1 5-15,0 1-7 0,-1-2-1 0,0-2-4 16,1 3 1-16,-3-1 4 0,1 0-10 0,-2-1 4 0,-1 1-1 16,-1 1 2-16,-3-1 1 0,0 2-2 0,-2-1-4 15,1 1 2-15,0 0 0 0,-2 2-1 16,-3 0-4-16,3 2-2 0,-4 1 0 0,2 1 0 15,-1 1 1-15,0 1-2 0,10 1 6 0,-17 2-4 0,8-1 1 16,2 3-11-16,0-1-11 0,-3 6-11 0,1-3-19 16,1 3-14-16,1-1-15 0,0 2-29 0,2-1-91 15,-1 1-216-15,3-1 97 0</inkml:trace>
  <inkml:trace contextRef="#ctx0" brushRef="#br0" timeOffset="26300.73">10455 11149 64 0,'0'0'76'0,"0"0"-8"0,0 0 2 0,0 0-5 16,0 0-3-16,-1-12-3 0,1 12 3 0,0 0-11 16,0 0 5-16,0 0-13 0,0 0 3 0,0 0-5 15,0 0 3-15,0 0-19 0,0 0 7 0,0 0-9 16,-2-8-1-16,2 8 2 0,0 0 5 0,0 0-7 16,0 0-3-16,0 0-4 0,0 0 2 0,0 0-18 15,0 0 26-15,0 0-11 0,0 0-1 0,0 0 5 16,0 0-1-16,0 0 1 0,0 0 5 0,0 0-7 15,0 0 10-15,0 0-6 0,0 0 2 0,0 0 4 16,0 0-9-16,0 0-3 0,-3-6 6 0,3 6 2 16,0 0-2-16,-7-4 1 0,7 4 0 0,0 0-2 15,0 0 5-15,-5-6-5 0,5 6 4 0,-4-6-9 16,4 6 3-16,-4-7-5 0,4 7 3 0,-5-6 6 16,5 6 0-16,-2-6 3 0,2 6-6 0,-2-8 3 15,2 8 0-15,0 0 0 0,0 0-1 0,-2-9 3 16,2 9-6-16,0 0-3 0,-3-7 0 0,3 7-3 15,0 0 0-15,0 0-5 0,0 0 1 0,0 0-6 16,0 0 5-16,0 0-5 0,12 26 3 0,-9-16 2 16,1 7-3-16,-1-1 3 0,1 10 0 0,-2-2 2 15,0 3 7-15,-2-1-5 0,-2 2 1 0,0 0 3 0,1 0-2 16,-1-2 1-16,-2 1-1 0,-1-3-1 16,3 1 2-16,-1-4-6 0,-1-2 4 0,3-2-6 15,0 2-1-15,0-2 5 0,-1-1-3 0,2-4-1 16,0 4 0-16,0-4-1 0,0-1 0 0,0 1 2 0,2-3 0 15,-2 1-9-15,0-2-13 0,0-1-20 16,0-7-22-16,1 12-12 0,-1-6-17 0,0-6-14 16,-1 10-14-16,1-10-14 0,-3 7-110 0,3-7-258 15,-8 6 115-15</inkml:trace>
  <inkml:trace contextRef="#ctx0" brushRef="#br0" timeOffset="27047.29">10510 11259 64 0,'0'0'88'0,"10"-1"-14"16,-10 1 5-16,0 0-13 0,9 7-1 0,-8-1-12 0,1 1 2 15,-2 2-4-15,-2 2-7 0,0 0-12 0,-2 1 1 16,1 0-5-16,-3 0 2 0,1 2-7 0,0-1-3 15,-4 1 6-15,1-3-6 0,-2 1-4 16,3-2-15-16,-2-1 12 0,-1 0 4 0,1-3-17 16,2 1-3-16,-1-2 3 0,2 0 11 0,1-1 2 0,5-4-3 15,-8 5-11-15,8-5 5 0,-5 4 7 0,5-4-11 16,0 0 2-16,0 0 4 0,-7 3-7 0,7-3 12 16,0 0-9-16,0 0 4 0,0 0-9 15,0 0 4-15,26-4-2 0,-15 4 6 0,1-1-1 0,2-1-7 16,-1 2-4-16,3-4 3 0,2 1 11 0,0 1-1 15,0-1-5-15,-4 0 7 0,3-1-11 0,-3 0 2 16,-1 1 4-16,3-3 1 0,-3 2 4 0,0-1 0 16,-3 0 0-16,-1 0 2 0,1 1-6 15,-1-3 10-15,-3 4-8 0,-2-2-2 0,3-2 8 0,-5 1 13 16,2 0-1-16,-4 6-5 0,0-12 7 0,0 12-4 16,0-12-6-16,0 12 2 0,-6-11-11 0,3 5 2 15,3 6-4-15,-8-9 8 0,6 4-6 0,2 5 0 16,-7-6-2-16,7 6 4 0,-8-6-4 0,8 6-1 15,-7-2-7-15,7 2 3 0,0 0-1 0,-14 7-4 16,10-3 2-16,-2 0 9 0,1 5-3 0,1-2-3 16,0 0-3-16,3 0 5 0,-2 1-2 0,2 3-2 15,2-3 8-15,1 3-6 0,0-4 7 0,-1 3-7 16,3-3 3-16,-1-1 2 0,2 2 5 0,1-3-4 16,-1 1-1-16,2 2-2 0,-1 0-10 0,-1-5 11 15,3 3-10-15,-2-5 7 0,-6-1 5 0,13 2-6 16,-8-2 10-16,8-2-1 0,-13 2-4 0,13-1-2 15,-8-2 2-15,-5 3-5 0,14-7-5 0,-9 3 15 16,2-3-10-16,-2 1-1 0,1-2-2 0,-1 1 11 16,0-2-7-16,2-1 0 0,-1 0 3 0,2-1-3 15,-2 1-2-15,-1 1 7 0,3 0-8 0,2-2 3 16,-4 4 14-16,0 2-14 0,-1 0 9 0,-1 0-7 16,2 1 0-16,-6 4-4 0,10-3 5 0,-10 3 1 15,9 0 2-15,-9 0 12 0,10 4-14 0,-6 0 1 16,2 0 1-16,1 5 0 0,-3-4-3 0,1 4 0 0,0 0-11 15,1 1 5-15,-2-1-2 0,1 1 6 16,-1-1-34-16,0 1-13 0,3 1-24 0,-3-2-20 16,1 1-28-16,1 1-68 0,-4-4-199 0,5 0 88 15</inkml:trace>
  <inkml:trace contextRef="#ctx0" brushRef="#br0" timeOffset="27772.8">11179 11292 36 0,'-6'-13'141'0,"6"13"-23"0,-1-8-5 0,1 8-18 16,-2-9-4-16,2 9-15 0,-2-7-3 0,2 7-10 16,0 0-5-16,0 0-7 0,0 0-8 0,-1-9 1 0,1 9-7 15,0 0-4-15,0 0-4 0,0 0-2 0,0 0-5 16,0 0-1-16,0 0 3 0,0 0-12 0,0 0 0 15,0 0 6-15,0 0-14 0,0 0 10 16,0 0-3-16,0 0 2 0,0 0-1 0,0 0-2 0,0 0 0 16,0 0 5-16,0 0 7 0,0 0 4 0,0 0-3 15,0 0 3-15,0 0 0 0,0 0-2 0,0 0 2 16,0 0 3-16,0 0-12 0,-7-3 6 0,7 3-1 16,0 0-1-16,-5-8-4 0,5 8 5 0,-1-6-8 15,1 6 5-15,-5-7-6 0,5 7 6 0,-5-7-9 16,5 7-6-16,-3-5 5 0,3 5-1 0,0 0 0 15,-6-3-1-15,6 3-3 0,0 0-1 0,0 0-3 16,-7-7-1-16,7 7-1 0,0 0-5 0,0 0-6 16,0 0 0-16,0 0-17 0,0 0 5 0,0 0-10 15,-9 10 9-15,9-10-9 0,-5 8-7 0,5-8 3 16,-5 6 0-16,5-6 4 0,-4 7 4 0,4-7 10 16,-5 6 3-16,5-6 3 0,-4 6 0 0,4-6 3 15,-6 5-2-15,6-5 6 0,-6 5-1 0,6-5 4 16,-8 6-8-16,0-3 6 0,8-3 0 0,-10 5 4 15,6-1-4-15,-1 0-1 0,0 2 8 0,-1-3-2 16,2 3 1-16,0 0-2 0,0-1 6 0,2 2 8 16,-1 4 3-16,0-5-7 0,2 1 7 0,1-7 0 15,1 15 2-15,-1-7 0 0,3-2-1 0,-3-6 1 16,4 12-4-16,1-7 2 0,-1-1 1 0,1 0-5 16,-5-4 4-16,10 5-4 0,-5-2-2 0,-5-3-1 15,11 1-12-15,-11-1 16 0,11 0 7 0,-11 0-12 16,0 0 10-16,13-3-4 0,-9-1-6 0,-4 4-1 15,7-10 0-15,-2 7 4 0,-1-5-1 0,-1 2 0 16,-1-2 2-16,2-1 0 0,-1 2-4 0,-2 0 3 0,2-3-3 16,-1 4 2-16,-2-1-3 0,3 1 10 0,-3 6 4 15,1-9-3-15,-1 9-5 0,1-7 5 16,-1 7-10-16,0 0 1 0,0 0 2 0,0 0-4 16,0 0-5-16,0 0 3 0,0 0-6 0,4 24 18 0,-5-14-4 15,1 1-6-15,0 1-3 0,0 0 2 0,1-1-6 16,0 0-9-16,-1 0-22 0,4 1-15 15,-3-2-27-15,2-1-27 0,0 1-28 0,-2-1-93 16,1-3-241-16,5 2 106 0</inkml:trace>
  <inkml:trace contextRef="#ctx0" brushRef="#br0" timeOffset="28025.05">11342 11193 75 0,'1'-11'166'0,"3"0"-4"0,0 2-5 0,-3 2-15 0,-1 7-17 16,2-8-12-16,-2 8-7 0,0 0-12 0,0 0-2 15,0 0 0-15,12 21-5 0,-8-7-3 0,-2 2-6 16,0 4-8-16,-2 1-6 0,0-1-6 0,1 6-6 16,-2-7-2-16,1 7-10 0,0 2-2 0,-2-10-2 15,2 6 4-15,-3 2-9 0,1-7-5 0,0 0-1 16,2-1-11-16,-3 1-17 0,-2-1-29 0,2-2-34 15,0-1-22-15,-1-3-24 0,0-1-30 0,0-2-137 16,-1-1-303-16,-1-2 134 0</inkml:trace>
  <inkml:trace contextRef="#ctx0" brushRef="#br0" timeOffset="28301.12">11242 11375 55 0,'10'-3'108'0,"3"-2"-6"0,6 1-16 0,2 0 3 16,-1 3-9-16,2-2-8 0,-3 1-16 0,1 2-3 15,0-2 0-15,0 1-6 0,-7 0-4 0,4-1-6 16,-6 2 0-16,2 0-4 0,-2 0 0 0,-4 2 1 16,0-1 0-16,-7-1-2 0,13 3-4 0,-8-2 3 15,-5-1 0-15,8 4-3 0,-4 1 3 0,-2 0-3 16,2 2 0-16,-4-1 3 0,0-6-6 0,2 16-4 15,-2-9 1-15,1 3-1 0,-1 2 3 0,-1-2-10 0,-1 6 3 16,2-6-18-16,-4 3-34 0,2-2-17 16,-1 0-29-16,2-1-26 0,1 1-91 0,-4-2-215 15,6-1 95-15</inkml:trace>
  <inkml:trace contextRef="#ctx0" brushRef="#br0" timeOffset="28471.88">11562 11186 17 0,'0'0'14'0,"0"0"-20"0,0 0-5 15,-11 24 2-15</inkml:trace>
  <inkml:trace contextRef="#ctx0" brushRef="#br0" timeOffset="28829.25">11679 11405 71 0,'0'0'110'0,"0"0"-12"0,5 9 6 15,-5-9-3-15,0 8 0 0,0-8-8 0,2 6 5 16,-2-6-19-16,3 5-2 0,-3-5-13 0,0 0 3 0,3 10-7 15,-3-10 3-15,0 0 1 0,0 0 4 0,2 7 15 16,-2-7 2-16,0 0 5 0,0 0-4 0,0 0-6 16,0 0-9-16,0 0-6 0,0 0-8 0,0 0-6 15,0 0-2-15,0 0-9 0,0 0-3 0,0 0-4 16,-2-28-2-16,4 22-1 0,2-3-3 16,1-1-6-16,1 1-3 0,5 1-4 0,-3-3 0 0,5 0-3 15,-1 0 2-15,4 3-2 0,-4-1-2 0,-1 4 0 16,0 0-6-16,-1 0 0 0,1 3 3 0,-1 0-3 15,0 2-5-15,-10 0 4 0,12 4-1 0,-6 0-2 16,0 0 3-16,1 1-1 0,-2 3-2 0,0 0 4 16,-3 2-4-16,0-1-15 0,2 3-20 0,-2-2-21 15,-2 0-22-15,0 2-25 0,0-1-22 0,0 1-21 16,0-1-16-16,2-1-111 0,-2-3-298 0,0-7 132 16</inkml:trace>
  <inkml:trace contextRef="#ctx0" brushRef="#br0" timeOffset="29221.22">11968 11349 97 0,'0'0'159'0,"-4"-10"-14"0,4 10-4 0,0 0-17 16,-2-9-13-16,2 9-18 0,0 0 3 0,0 0-16 16,0 0-7-16,0 0-10 0,0 0-3 0,0 0-4 15,-13 14-6-15,13-14-8 0,-2 7-8 0,2-7-1 16,0 10-2-16,0-10-8 0,0 0 3 0,2 14-16 15,-2-14 5-15,2 6-3 0,-2-6-1 0,5 5-6 16,-5-5 2-16,4 5 6 0,-4-5-7 0,0 0-2 16,0 0 3-16,8 1-3 0,-8-1 0 0,0 0-4 15,0 0 5-15,0 0-3 0,0 0-2 0,0 0 1 16,0 0-1-16,0 0-3 0,9 2 5 0,-9-2-2 16,1 7-6-16,2 1 3 0,-3 2 0 0,-3 3 3 15,2 7-11-15,0 6 19 0,-2 3-8 0,0-1 6 16,1-3-2-16,-4 4-5 0,2-5 6 0,2 0 3 15,-1-5-1-15,1 6 5 0,0-7-1 0,1-1 1 16,-2 0 0-16,-3-3-1 0,3 1 1 0,0-5-6 0,-1 0 6 16,0-2 1-16,-1 0 1 0,-3 1 6 15,-2-4-15-15,1 0 3 0,-2 0-4 0,-3-1 4 16,2-1-9-16,-5-1-10 0,4-1-20 0,2-2-33 16,-1-1-32-16,-1-1-32 0,1-2-120 0,1-2-268 0,2-2 119 15</inkml:trace>
  <inkml:trace contextRef="#ctx0" brushRef="#br0" timeOffset="30254.29">12291 11548 12 0,'7'-16'152'0,"0"-1"-5"0,0-1-11 0,1 2-2 0,-3-1-9 16,1-2-8-16,0 2-14 0,0 0-9 0,-4 0-8 16,2 1-7-16,-3 5-6 0,0-6-3 15,-1 6-2-15,0 0-8 0,-1 1-8 0,1 1-3 0,-1 1-2 16,-1 1-7-16,2 7 2 0,-6-12-9 0,4 8-5 16,2 4-5-16,-8-6-2 0,8 6 1 0,-9-1-9 15,9 1 4-15,0 0-3 0,-13 7-5 0,9-3-2 16,4-4 0-16,-6 9-1 0,6-2-1 0,0-7 1 15,1 12 1-15,4-5-2 0,1-2-1 0,1 1 2 16,1 2 1-16,2-2-1 0,3-2 2 0,-2 1-3 16,1-1 4-16,1-1-2 0,-1-2-5 0,1-1 3 15,-2 3 0-15,0-3-3 0,-2 1 1 0,-4 1-2 16,3-2 2-16,-8 0-4 0,12 4 0 0,-5-1 0 16,-7-3-3-16,6 6 2 0,-4-2-3 0,-2-4 3 15,5 10-6-15,-2-3 9 0,-3 1-2 0,0 1 4 16,4-1-2-16,-4 1 5 0,0 1-6 0,3 0 3 15,-1-1-1-15,0-2-1 0,0-1 1 0,2 0 4 16,-1 0-5-16,3-2 3 0,0 0-4 0,5-1 3 16,-1 2-1-16,8-4 1 0,-7-2 2 0,8-2-1 15,-6-1-4-15,5-1 5 0,-3 1 1 0,-1-1-6 16,2-4 1-16,-4 5 4 0,1-6-1 0,-1 4 2 16,-1-1-2-16,-3-2-2 0,1 2 2 0,0-4 1 15,-2 3-2-15,-1-2 0 0,1 0-3 0,0 0 6 16,-4 2-3-16,1-3 0 0,-2 2 3 0,0 1 4 15,0 2-7-15,-2 6 11 0,0-12 1 0,0 12-4 16,3-7 1-16,-3 7-5 0,0 0-4 0,-7-6 3 16,7 6-4-16,0 0-1 0,0 0 0 0,0 0 1 15,-21 16-2-15,17-7-1 0,2-2 3 0,-2 2 2 16,-1 0-3-16,5-1-3 0,-4 2 4 0,4-2-1 0,4 1-1 16,-2 1 1-16,1-3-2 0,5 0 2 15,-1 0 1-15,5-1-7 0,-1-1 3 0,3 0 3 16,3-2-11-16,1-1 2 0,0-1-7 0,-4 0 3 15,1-1-1-15,2 0 1 0,0-1 1 0,-3-2-2 0,-1 0 4 16,-1 0 3-16,1-1-5 0,-4-2 4 0,2 1 0 16,-2-1-1-16,0 1 7 0,-3-1-1 15,0 2-4-15,0-4-2 0,-2 3 4 0,-2-2 0 0,1 1-3 16,1 0 5-16,-4 6 1 0,0-12 5 0,0 12 1 16,0-9-2-16,0 9-3 0,0 0 7 0,-7-10-11 15,7 10 1-15,-10-4 1 0,4 3 1 0,6 1-1 16,-17 3-2-16,11-1 7 0,-6 0-3 0,3 2-2 15,0 0-3-15,3 0 4 0,-4 2 4 0,3-1-1 16,3 1-10-16,-2-3 10 0,3 4-4 0,-2-2 2 16,5-5-4-16,-2 7-9 0,2-7 9 0,-4 7 2 15,4-7-7-15,0 0 7 0,0 0-3 0,4 10 3 16,-4-10-4-16,0 0-4 0,10 7 11 0,-10-7 1 16,4 3-4-16,-4-3-10 0,6 4 13 0,-6-4-4 15,7 7-1-15,-5-3-1 0,2 0-1 0,2 3 5 16,-4 0-2-16,2 1 5 0,1 3-7 0,-1 0 1 15,0 0-1-15,-1 1 4 0,1 4 2 0,1-3-1 16,-3-2 0-16,1 1-2 0,-1 1 0 0,0-3-1 16,-2 2 6-16,0-1 1 0,2 0 2 0,-2-3-4 15,-2 0 3-15,2 1-2 0,-2 0 3 0,0-3-3 16,-1 2 1-16,-4 0 4 0,0-2-4 0,-1 3 5 16,-1-2-3-16,-3 1-3 0,3-2 3 0,-1 0-8 15,-2 0-10-15,1 1-23 0,2-4-24 0,-1 0-27 16,0 1-23-16,3-1-20 0,0-3-124 0,7 0-272 15,0 0 121-15</inkml:trace>
  <inkml:trace contextRef="#ctx0" brushRef="#br0" timeOffset="30469.41">13172 11392 14 0,'6'-6'130'0,"-6"6"-2"0,4-3-10 0,-4 3-6 16,0 0 2-16,9 9-16 0,-5-4-13 0,-4-5 2 16,1 19-9-16,-1-8-7 0,0-1-6 0,0 3-5 15,-1-3 4-15,-1 1-17 0,0 1-6 0,0 0 0 16,0 0-18-16,-2 0-26 0,3 0-33 0,-3-2-23 16,0 0-36-16,2 1-103 0,-6-4-213 0,6-1 94 15</inkml:trace>
  <inkml:trace contextRef="#ctx0" brushRef="#br0" timeOffset="30644.01">13205 11271 36 0,'0'0'20'0,"0"0"-17"0,0 23-14 0,3-16-9 0,-1 0 4 16</inkml:trace>
  <inkml:trace contextRef="#ctx0" brushRef="#br0" timeOffset="31206.9">13333 11419 68 0,'0'0'109'0,"2"7"-13"15,-2-7 2-15,3 4 1 0,-3-4-1 16,2 7-10-16,-2-7-16 0,2 8 2 0,-2-8-5 0,0 8-6 16,0-8-9-16,2 9 3 0,-2-9-14 0,2 7-1 15,-2-7 0-15,2 8-4 0,-2-8-7 0,4 9 3 16,-4-9 0-16,4 7-8 0,-4-7 4 0,6 5 0 16,-6-5-6-16,5 6-3 0,-5-6-1 0,0 0 3 15,8 3-2-15,-8-3-2 0,0 0 1 0,0 0 7 16,14-6 3-16,-14 6-1 0,5-7-3 0,-5 7 0 15,4-8 1-15,-4 1 7 0,0 7-8 0,2-10 2 16,-2 3-9-16,0 7-2 0,2-15-5 0,-2 8 4 16,0 7-2-16,-4-13-5 0,4 3 2 0,0 10 1 15,4-12-7-15,-3 6-2 0,3 1 3 0,0-1-1 16,2 1-2-16,-6 5-6 0,8-5-1 0,-3 5 3 16,-5 0-5-16,14 0 3 0,-8 3 6 0,3 1-9 15,-1 2 1-15,-3 0 13 0,4 2-4 0,-4 0 1 16,3 0-1-16,-7 1-2 0,3-2 1 0,0-1 3 15,-1 2 1-15,0 0-3 0,-1-3 1 0,0 0 0 16,-2-5 5-16,2 9 4 0,-2-9 12 0,2 7 11 16,-2-7 11-16,0 0-1 0,5 4 2 0,-5-4 0 15,0 0-2-15,0 0-1 0,0 0-2 0,0 0-10 16,8-18 0-16,-2 12 0 0,0-2-5 0,1 1-5 16,3-2-1-16,0 1-12 0,-1 1 7 0,0-1-4 15,3 1-2-15,-2 1-3 0,1 0 0 0,-4 2-6 16,3 1 5-16,-4 1-2 0,1 0-1 0,-7 2-3 15,14 0-1-15,-8 3 2 0,0 0 0 0,-1 0 0 16,1 1-1-16,0 2 4 0,-2-2-1 0,0 4-5 16,-1-1 3-16,-1-1 0 0,2 1 0 0,-2 1-14 15,0 2-18-15,-1-3-18 0,-1 2-39 0,-1 0-44 0,1 0-26 16,-4-2-35-16,4 2-148 0,-2-3-367 16,0 0 164-16</inkml:trace>
  <inkml:trace contextRef="#ctx0" brushRef="#br0" timeOffset="31356.56">13869 11487 3 0,'3'-6'203'0,"-3"6"-15"0,5-5-10 0,-5 5-16 16,0 0-16-16,0 0-24 0,0 0-21 0,0 0-44 16,0 0-41-16,0 0-35 0,0 0-47 0,0 0-117 15,0 0-196-15,-14-5 87 0</inkml:trace>
  <inkml:trace contextRef="#ctx0" brushRef="#br0" timeOffset="38672.68">9630 10310 32 0,'0'0'27'0,"0"0"-10"0,0 0-12 16,0 0-13-16,0 0-5 0,0 0-12 0,0 0 5 15</inkml:trace>
  <inkml:trace contextRef="#ctx0" brushRef="#br0" timeOffset="40113.05">9719 10337 12 0,'-4'-8'21'0,"4"8"2"0,0 0-8 16,0 0 2-16,0 0 1 0,0 0-3 0,0 0 0 0,0 0 3 16,0 0 6-16,0 0 2 0,0 0-4 0,0 0 1 15,0 0-4-15,-4-5 2 0,4 5-6 0,0 0-7 16,0 0 4-16,0 0-8 0,0 0 0 16,0 0-2-16,0 0-6 0,0 0-6 0,0 0-7 0,0 0-2 15,0 0-9-15,0 0-15 0,0 0-46 0,0 0 20 16</inkml:trace>
  <inkml:trace contextRef="#ctx0" brushRef="#br0" timeOffset="55376.28">20371 15102 4 0,'0'0'57'0,"7"-3"-3"0,-7 3-7 16,0 0-3-16,0 0-11 0,0 0 3 15,0 0-6-15,0 0 2 0,0 0-9 0,0 0-3 0,0 0-3 16,0 0 3-16,0 0-8 0,0 0 0 0,0 0-3 16,0 0-2-16,0 0-4 0,0 0 0 15,0 0-1-15,0 0 5 0,0 0-9 0,0 0 4 0,0 0-12 16,0 0 1-16,0 0 5 0,0 0 2 16,0 0-8-16,0 0 3 0,0 0 2 0,0 0 6 15,0 0-1-15,0 0-7 0,0 0 4 0,0 0 3 0,0 0-2 16,0 0 0-16,0 0-3 0,0 0 5 0,0 0-2 15,0 0 0-15,0 0-2 0,0 0 3 0,0 0-3 16,0 0 5-16,0 0-2 0,0 0 3 16,0 0-4-16,0 0 2 0,0 0 1 0,0 0-5 0,0 0 4 15,0 0-2-15,0 0 4 0,0 0-6 0,0 0 3 16,0 0-1-16,0 0 3 0,-16 13-1 0,16-13-5 16,0 0 6-16,0 0 0 0,0 0 0 0,0 0 9 15,0 0-8-15,0 0 1 0,0 0 12 0,0 0-11 16,0 0 0-16,0 0 2 0,0 0-5 15,0 0 7-15,0 0-2 0,0 0 2 0,0 0-2 0,0 0 3 16,0 0-8-16,0 0 2 0,0 0-2 16,0 0 1-16,0 0 1 0,0 0-6 0,0 0 3 0,0 0 1 15,0 0-6-15,0 0 9 0,0 0-1 0,0 0 0 16,0 0-6-16,0 0 3 0,0 0-4 0,0 0 0 16,0 0 2-16,0 0 1 0,0 0-2 0,0 0-4 15,0 0-2-15,0 0-9 0,0 0-4 16,0 0-15-16,0 0-25 0,0 0-66 0,0 0 29 15</inkml:trace>
  <inkml:trace contextRef="#ctx0" brushRef="#br0" timeOffset="57558.34">9562 12723 33 0,'0'0'40'0,"0"0"-5"16,0 0-4-16,0 0-6 0,0 0 1 15,0 0-6-15,0 0 2 0,0 0-9 0,0 0 3 16,0 0 0-16,0 0-3 0,0 0-3 0,0 0-6 16,0 0 2-16,0 0-10 0,0 0-10 0,0 0-5 0,0 0-27 15,0 0-50-15,0 0 23 0</inkml:trace>
  <inkml:trace contextRef="#ctx0" brushRef="#br0" timeOffset="66350.14">13430 16793 13 0,'0'0'98'0,"0"0"-4"0,0 0-16 16,0 0-12-16,0 0-2 0,0 0-6 0,0 0-14 15,0 0-2-15,0 0 1 0,-13 15-6 0,13-15-4 16,-8 5-9-16,8-5 11 0,-7 2-1 0,7-2 3 16,0 0-3-16,0 0 10 0,-4 3 1 0,4-3 6 15,0 0-2-15,0 0-10 0,0 0 2 0,0 0-4 16,0 0 0-16,0 0 0 0,0 0-11 0,0 0-16 15,0 0 15-15,-8 2-4 0,8-2 1 16,0 0-3-16,0 0-1 0,0 0-5 0,0 0 4 0,0 0-4 16,0 0 4-16,0 0-15 0,0 0 8 0,0 0-1 15,0 0-2-15,0 0 3 0,0 0-3 0,0 0-3 16,0 0-1-16,0 0 3 0,0 0-1 0,0 0 0 16,0 0 4-16,0 0-4 0,0 0 1 0,0 0-3 15,0 0 7-15,0 0-1 0,0 0-1 0,0 0 7 16,0 0-7-16,0 0 1 0,0 0-3 0,0 0-1 15,0 0-2-15,0 0-5 0,0 0 3 0,0 0 6 16,0 0-4-16,0 0 1 0,0 0-1 0,0 0-10 16,0 0 2-16,0 0 5 0,0 0 4 0,0 0-8 15,0 0-2-15,0 0-9 0,0 0-12 0,0 0 2 16,0 0-40-16,0 0 2 0,0 0-28 0,0 0-24 16,0 0-81-16,0 0-213 0,0 0 94 0</inkml:trace>
  <inkml:trace contextRef="#ctx0" brushRef="#br0" timeOffset="67807.66">9848 16587 14 0,'0'0'24'0,"0"0"-3"0,0 0 0 0,0 0-3 15,0 0 2-15,0 0-3 0,0 0-3 0,0 0 2 16,0 0 1-16,0 0-5 0,0 0 5 0,0 0-4 16,0 0 1-16,0 0 1 0,0 0 1 0,0 0 2 0,0 0-1 15,0 0 0-15,0 0-2 0,0 0 7 16,0 0-4-16,0 0 0 0,0 0 6 0,0 0-5 16,0 0 2-16,0 0-2 0,0 0 4 0,0 0-4 15,0 0 2-15,0 0-4 0,0 0-5 0,0 0 1 16,0 0-1-16,0 0 5 0,0 0-7 0,0 0 8 15,0 0-12-15,0 0 8 0,0 0 2 0,0 0-4 16,0 0-1-16,0 0 6 0,0 0 3 0,0 0-5 16,0 0 3-16,0 0-1 0,0 0 0 0,0 0 0 15,0 0-3-15,0 0-2 0,0 0-7 0,0 0 7 16,0 0-5-16,0 0 0 0,0 0-2 0,0 0 9 16,0 0-13-16,0 0 7 0,2 6-6 0,-2-6 2 15,0 0-3-15,0 0 5 0,0 0 1 0,0 0 2 16,0 0-1-16,0 0-1 0,0 0 4 0,0 0-8 15,0 0 7-15,0 0-2 0,0 0 1 0,0 0-6 16,0 0-4-16,0 0 9 0,0 0-6 0,0 0 3 16,0 0 11-16,0 0-11 0,0 0 6 0,0 0-1 15,0 0-5-15,0 0-3 0,0 0-2 0,0 0 4 16,0 0-5-16,0 0 1 0,0 0-3 0,0 0 10 16,0 0-12-16,0 0 9 0,0 0-7 0,0 0-1 15,0 0 3-15,0 0 1 0,0 0 6 0,0 0-4 16,0 0-7-16,0 0 10 0,0 0-5 0,8 1 0 15,-8-1 3-15,0 0 0 0,0 0-5 0,0 0 3 16,0 0-2-16,0 0-4 0,0 0 5 0,0 0 4 16,0 0 6-16,0 0-12 0,0 0 11 0,0 0-4 15,0 0-2-15,0 0-1 0,0 0-4 0,0 0 12 16,0 0-11-16,0 0 8 0,0 0-7 16,0 0 2-16,0 0-4 0,0 0 9 0,0 0 0 0,0 0 2 15,0 0-11-15,0 0 5 0,0 0-3 16,0 0 6-16,0 0-4 0,0 0 6 0,0 0-6 15,0 0-3-15,0 0 9 0,0 0-9 0,0 0 2 0,0 0 1 16,0 0 8-16,0 0-2 0,0 0-11 0,0 0-1 16,0 0-2-16,0 0 7 0,0 0-3 0,0 0 2 15,0 0 1-15,0 0 2 0,0 0-12 16,0 0 11-16,0 0-5 0,0 0 4 0,0 0-7 16,0 0 12-16,0 0-5 0,0 0-6 0,0 0-1 15,0 0-6-15,0 0 0 0,0 0-3 0,0 0 9 16,0 0 3-16,0 0-16 0,0 0 16 0,0 0-14 0,0 0 3 15,0 0-1-15,0 0-9 0,0 0-4 16,0 0-5-16,0 0-5 0,0 0-10 0,0 0-9 16,0 0-9-16,0 0-57 0,0 0-132 0,0 0 58 15</inkml:trace>
  <inkml:trace contextRef="#ctx0" brushRef="#br0" timeOffset="70243.89">9950 16557 2 0,'0'0'10'0,"0"0"-9"0,0 0-4 16,0 0-2-16,0 0 2 0</inkml:trace>
  <inkml:trace contextRef="#ctx0" brushRef="#br0" timeOffset="87530.43">9797 9672 22 0,'0'0'29'0,"0"0"10"0,0 0-11 0,0 0 0 16,0 0 3-16,0 0-2 0,0 0-2 0,0 0 0 15,0 0-2-15,0 0 2 0,0 0-3 0,0 0 0 0,0 0 4 16,0 0-8-16,0 0-2 0,0 0-6 0,0 0 5 16,0 0-7-16,0 0-3 0,0 0 8 15,0 0 0-15,0 0-7 0,0 0 2 0,0 0 3 16,0 0-4-16,0 0 0 0,0 0 0 0,0 0 4 0,0 0 5 15,0 0 2-15,0 0-7 0,0 0 7 0,0 0-6 16,0 0-2-16,0 0 3 0,0 0 1 0,0 0-4 16,0 0 0-16,0 0-3 0,0 0 0 0,0 0 3 15,0 0 4-15,0 0-11 0,0 0-2 16,0 0 3-16,0 0-3 0,0 0 8 0,0 0-1 0,0 0-11 16,0 0 2-16,0 0 6 0,0 0-2 0,0 0-4 15,0 0 4-15,0 0-3 0,0 0-4 0,0 0 2 16,0 0-3-16,0 0-10 0,0 0 3 0,0 0-7 15,0 0-5-15,0 0-12 0,0 0-6 16,0 0-14-16,0 0-52 0,0 0-114 0,0 0 50 0</inkml:trace>
  <inkml:trace contextRef="#ctx0" brushRef="#br0" timeOffset="91461.58">9838 9686 3 0,'0'0'87'15,"0"0"-6"-15,0 0 0 0,11-8-1 0,-11 8-10 0,0 0-3 16,0 0-6-16,0 0-2 0,0 0-12 0,0 0-6 16,0 0 2-16,5-4-15 0,-5 4 8 0,0 0-9 15,0 0 5-15,0 0-8 0,0 0-2 0,0 0-5 16,0 0-1-16,0 0 0 0,0 0 0 0,0 0-5 15,0 0 5-15,0 0-8 0,0 0 5 0,0 0-5 16,0 0 1-16,0 0-3 0,0 0-1 0,0 0-1 16,0 0 0-16,0 0-3 0,0 0 4 0,0 0 9 15,0 0-10-15,0 0-4 0,0 0 9 16,0 0-11-16,0 0 5 0,0 0-3 0,0 0 6 0,0 0-11 16,0 0 0-16,0 0-8 0,0 0 10 0,0 0-1 15,0 0-3-15,0 0 6 0,0 0-5 0,0 0 8 16,0 0-5-16,0 0 2 0,0 0-1 0,0 0 2 15,0 0 0-15,0 0 3 0,0 0-6 0,0 0 0 16,0 0-1-16,0 0 1 0,0 0 4 0,0 0-9 16,0 0-4-16,0 0-2 0,0 0-3 15,0 0-5-15,0 0-3 0,0 0-17 0,0 0 4 0,0 0-4 16,0 0-13-16,0 0-4 0,0 0-56 0,0 0-124 16,0 0 55-16</inkml:trace>
  <inkml:trace contextRef="#ctx0" brushRef="#br0" timeOffset="95377.65">9521 12789 5 0,'0'0'21'0,"0"0"-2"0,0 0 0 16,0 0-3-16,0 0-5 0,0 0-1 0,0 0 2 16,0 0 1-16,0 0-2 0,0 0 1 0,0 0 4 15,0 0-3-15,0 0 1 0,0 0 7 0,0 0-6 16,0 0 7-16,0 0 0 0,0 0-1 0,0 0-2 16,0 0-5-16,0 0 0 0,0 0 6 0,0 0-5 15,0 0-5-15,0 0-3 0,0 0-5 0,0 0 9 16,0 0-5-16,0 0 3 0,0 0-8 0,0 0 5 15,0 0-2-15,0 0 5 0,0 0-6 0,0 0 1 16,0 0-5-16,0 0 2 0,0 0 2 16,0 0-3-16,0 0 2 0,0 0 1 0,0 0 2 0,0 0-1 15,0 0-5-15,0 0 0 0,0 0 0 0,0 0 1 16,0 0 3-16,0 0 0 0,0 0-2 0,0 0-1 16,0 0-1-16,0 0-1 0,0 0 1 0,0 0 2 15,0 0-3-15,0 0 6 0,0 0-6 16,0 0 1-16,0 0 4 0,0 0-6 0,0 0 3 0,0 0 4 15,-9 9-6-15,9-9 3 0,0 0-5 0,0 0 5 16,0 0-1-16,0 0 4 0,0 0-4 0,0 0 1 16,-6 3-2-16,6-3 0 0,0 0-4 0,0 0 1 15,0 0-4-15,0 0 2 0,0 0-2 0,-6 6 2 16,6-6 1-16,0 0-1 0,0 0-6 0,0 0 4 16,-4 4-1-16,4-4-4 0,0 0 2 0,0 0-9 15,0 0 2-15,0 0-1 0,-5 4-3 0,5-4 2 16,0 0-6-16,0 0-15 0,0 0-43 0,0 0 20 15</inkml:trace>
  <inkml:trace contextRef="#ctx0" brushRef="#br0" timeOffset="117780.09">13744 12718 9 0,'0'0'8'0,"4"-3"-4"16,-4 3-8-16,0 0-4 0,0 0 2 0</inkml:trace>
  <inkml:trace contextRef="#ctx0" brushRef="#br0" timeOffset="118100.46">13560 14158 53 0,'0'0'54'0,"12"-3"-12"0,-12 3-8 16,10-1-16-16,-10 1-14 0,9 0-39 0,-9 0-37 15,0 0 17-15</inkml:trace>
  <inkml:trace contextRef="#ctx0" brushRef="#br0" timeOffset="-48097.66">9826 9714 2 0,'0'0'12'0,"-4"-7"-3"0,4 7 1 0,-1-8-3 16,1 8 3-16,-1-9-6 0,1 9 3 0,0-9-1 16,0 9 1-16,0-10-3 0,0 10 2 0,0 0-2 15,1-11 4-15,-1 11-1 0,0 0-4 0,-1-8 0 16,1 8 0-16,0 0-6 0,0 0 5 0,0 0-2 16,0 0 2-16,0 0 4 0,-2-9-4 0,2 9-4 15,0 0 7-15,0 0 2 0,0 0-4 0,0 0 3 16,0 0 0-16,0 0-5 0,0 0 1 0,0 0 0 15,0 0 4-15,0 0-6 0,0 0 1 0,0 0 4 16,0 0-1-16,-10 21-5 0,10-21 3 0,0 10 1 16,0-10 3-16,4 12-2 0,-4-7-3 0,1 3 0 15,-2 2 5-15,2-1-2 0,0 1 3 0,-1 1-5 16,0 0 7-16,2-1-4 0,-1-2 2 0,-1 2 0 16,1-3-1-16,-1-7 2 0,3 15 1 0,-3-6-8 15,1-1 5-15,1-2-3 0,-2-6 1 0,0 14 2 16,1-9-6-16,-1-5 3 0,0 10-1 0,0-10 0 15,-1 9 9-15,1-9-3 0,0 0 5 0,0 10 9 16,0-10-2-16,0 0 11 0,0 0-3 0,0 0-7 16,0 0 1-16,0 0-2 0,0 0 2 0,0 0-7 15,0 0 7-15,0 0-8 0,0 0 0 0,0 0 0 16,0 0-3-16,0 0-5 0,0 0 2 0,-4-26-1 16,4 26 9-16,0-12-8 0,0 12-2 0,0-11-2 15,2 0 2-15,-2 3-4 0,0-1 4 0,0 9-10 16,2-19 9-16,0 11 1 0,-1-3-7 0,2 1 8 15,-3 0-7-15,1 0 6 0,1-1-3 0,-2 3 5 0,1-4 0 16,-1 4 9-16,1-1-11 0,0 2-1 16,-1 7 3-16,2-13-5 0,-2 13 2 0,0-11-2 15,0 11 10-15,1-8-11 0,-1 8 3 0,0 0 5 16,4-8 3-16,-4 8-12 0,0 0 1 0,0 0 4 0,0 0-8 16,0 0 5-16,0 0-7 0,0 0 7 0,0 0-10 15,0 0 8-15,0 0 1 0,0 0-2 16,0 0-2-16,0 0 6 0,5 24-2 0,-4-14 0 15,-1 1 3-15,0 3-1 0,1 1-1 0,-2 2-6 0,1 0 5 16,-1 0-4-16,1-1 7 0,-3 2-8 0,3-1 2 16,-1 1 2-16,0-1 2 0,-1-3 0 0,-1 1 0 15,3-3-3-15,0-1 10 0,-2-2 2 16,2 1-15-16,2-2 2 0,-2-8-4 0,0 11 12 16,0-11-7-16,0 7-6 0,0-7 12 0,0 0 11 0,-2 11-9 15,2-11 10-15,0 0-7 0,0 0-6 0,0 0 13 16,0 0-12-16,0 0-2 0,0 0 2 0,0 0 9 15,0 0-12-15,0 0 0 0,-1-37 3 16,1 27 3-16,0-1-12 0,-1 1 9 0,0-1-3 0,1 1-2 16,-3 0 3-16,3-1-9 0,0-1 10 0,0 4-8 15,1-2 9-15,-1 3-6 0,0-2 3 0,0 9-9 16,0-11 6-16,0 11-5 0,0-11-3 0,0 11 14 16,2-8-5-16,-2 8 0 0,1-8-4 0,-1 8 3 15,0 0 0-15,0 0-4 0,0 0 7 0,0 0-14 16,0 0 2-16,0 0 1 0,0 0-8 0,0 0 5 15,0 0 3-15,0 0 6 0,0 0-17 0,0 0 13 16,0 0-4-16,0 0 10 0,0 0-3 0,0 0 8 16,0 30-8-16,0-24 1 0,0 2 4 0,0-8-11 15,-1 11 10-15,1-11-5 0,0 11 4 0,0-11-2 16,0 9 0-16,0-9 3 0,0 0 0 0,0 8-1 16,0-8 1-16,0 0-4 0,0 0 3 0,0 0 5 15,0 0 2-15,0 7 3 0,0-7 0 0,0 0-8 16,0 0 9-16,0 0-2 0,0 0 2 0,0 0-6 15,0 0 2-15,0 0 3 0,0 0-5 0,-6-23-4 16,6 23 1-16,-1-9-7 0,1 9 4 0,0-13 3 16,-1 6 3-16,1 7-3 0,-1-17 4 0,-1 8-3 15,2 9-4-15,-1-13-2 0,1 6 9 0,0 7-5 16,-1-12 2-16,1 12-4 0,0-10-2 0,0 10 9 16,-2-7-5-16,2 7-2 0,0 0-4 0,-2-7 6 15,2 7 0-15,0 0-1 0,0 0-5 0,0 0-3 16,0 0 16-16,0 0-13 0,0 0 3 0,0 0-3 15,2 29 5-15,-2-20 6 0,0 2-9 0,0 0-2 16,2 0 9-16,-2 0-3 0,0 3-7 0,-2-5 7 16,4 0-1-16,-2-9 0 0,-2 13-4 0,2-13 10 15,0 11-5-15,0-11 4 0,-1 8-10 0,1-8 4 16,0 0 2-16,1 7 4 0,-1-7 6 0,0 0 10 16,0 0-2-16,0 0-11 0,0 0 12 0,0 0-10 15,0 0 2-15,0 0 0 0,0 0-4 0,0 0 4 0,0 0-4 16,0 0-10-16,-6-23 10 0,6 23-8 0,-1-14 9 15,1 5-7-15,-3-1 1 0,3 1 1 0,-1 0-2 16,0 0 2-16,1 9-7 0,-3-15 0 16,3 9 11-16,0 6-6 0,-1-10-1 0,1 10-8 0,-4-8 4 15,4 8 2-15,0 0-6 0,-3-7 1 0,3 7 7 16,0 0-3-16,0 0-9 0,0 0 12 16,0 0 2-16,0 0 5 0,0 0-11 0,0 0 3 0,2 25-5 15,-2-25 1-15,1 12 1 0,-1-6-1 0,0-6 10 16,3 10 2-16,-3-10-10 0,1 7 3 0,-1-7-8 15,1 7 3-15,-1-7 8 0,0 0 1 0,3 6 11 16,-3-6-12-16,0 0 4 0,0 0 2 0,0 0-6 16,0 0-1-16,0 0-1 0,0 0 7 0,0 0-1 15,0 0 2-15,1-22 6 0,-1 22-20 0,-1-9 5 16,1 9-5-16,-3-13 7 0,2 6 7 0,1 7-12 16,-1-12 4-16,1 12 4 0,-2-11-6 0,2 11 1 15,-1-7-28-15,1 7 7 0,0 0-7 0,0 0-5 16,-3-8-2-16,3 8-2 0,0 0 1 0,0 0-15 15,0 0-10-15,0 0-8 0,0 0-68 0,-2 22-145 16,2-22 65-16</inkml:trace>
  <inkml:trace contextRef="#ctx0" brushRef="#br0" timeOffset="-40045.39">12435 10310 26 0,'0'0'16'0,"0"0"-1"0,0 0-11 0,0 0-15 16,0 0-11-16,0 0 6 0</inkml:trace>
  <inkml:trace contextRef="#ctx0" brushRef="#br0" timeOffset="-39392.36">12282 12977 80 0,'0'0'80'0,"0"0"-24"0,0 0-3 0,0 0-18 16,0 0-14-16,0 0-40 0,0 0-32 0,0 0-56 15,0 0 25-15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6T10:12:51.0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1488 4193 8 0,'0'0'48'0,"0"0"0"0,0 0-12 0,0 0 12 16,0 0-8-16,0 0 7 0,0 0-10 15,0 0-3-15,0 0 2 0,0 0-12 0,0 0 19 16,0 0-6-16,0 0-5 0,0 0-7 0,0 0 0 16,0 0-6-16,0 0 0 0,0 0 4 0,0 0-2 15,0 0 2-15,0 0-9 0,0 0-3 0,-1-10 1 16,1 10-1-16,0 0 0 0,0 0-6 0,0 0 3 16,0 0-1-16,0 0 1 0,0 0-7 0,0 0 9 15,0 0-3-15,0 0-2 0,0 0-3 0,0 0 4 16,0 0 1-16,0 0-6 0,0 0 1 0,0 0 5 15,0 0 0-15,-2-10 2 0,2 10 6 0,0 0-7 16,0 0-8-16,0 0 13 0,0 0-3 0,0 0-3 16,0 0 4-16,-2-9 7 0,2 9-8 0,0 0 2 15,0 0-8-15,0 0 16 0,0 0 0 0,0 0 7 16,-2-9-2-16,2 9 1 0,0 0-4 0,0 0 4 16,-2-7-12-16,2 7 18 0,0 0 11 0,0 0-8 15,0 0 2-15,-1-10-1 0,1 10-6 16,0 0 0-16,-2-5 3 0,2 5-2 0,0 0 3 0,0 0-1 15,0 0-1-15,0 0-7 0,0 0-9 16,0 0-2-16,0 0-4 0,0 0-5 0,0 0 0 16,0 0 3-16,0 0-2 0,0 0 0 0,0 0-3 15,-6 22 2-15,6-11 2 0,0 1-4 0,0 5-1 0,0-1 1 16,0 1-5-16,0 1 6 0,0-1 4 16,-1 0-1-16,2 0-2 0,1 0 3 0,-2-1-3 15,0-5 2-15,0 7-5 0,2-7-8 0,-4 0 7 16,2 0 7-16,2-1 1 0,-2 0-1 0,0-10-4 15,4 21 7-15,-3-13-3 0,1 1 7 0,-2-9-11 0,0 11 3 16,0-11-3-16,2 11-4 0,-2-11 6 16,2 7-8-16,-2-7 4 0,0 0 2 0,6 9 1 15,-6-9 0-15,0 0-1 0,0 0 4 0,0 0-1 16,0 0 8-16,0 0 8 0,-1 8 4 0,1-8 0 16,0 0 0-16,0 0-3 0,0 0-5 0,0 0 3 15,0 0-3-15,0 0-5 0,0 0-1 0,0 0 4 16,-5-31-4-16,3 25-3 0,0 0-1 0,2-4 0 15,-2 1-3-15,0-1 0 0,1 0-1 0,-3 1-8 16,0 0 10-16,0 0-2 0,-2 0 0 0,3 0 7 16,-3 0-17-16,0 2 7 0,1-3 0 0,-4 5 0 15,3-2-4-15,1 0 2 0,0 4-1 0,-3-1-3 16,-2-2 1-16,5 4 4 0,-1-1-7 0,6 3 7 16,-13 0-5-16,13 0 4 0,-18 3-6 0,9-2 10 15,-2 3-6-15,2 2 0 0,-2-2-6 0,1 4 7 16,1-1-5-16,0-1 4 0,-2 2-1 0,4 0-1 15,1 1 4-15,-3-1-4 0,5-1 8 0,-2 1-2 16,2 0-2-16,0 0-3 0,3-3-8 0,1-5 12 16,-2 17-2-16,2-12-2 0,3 5 7 0,-1-4-9 15,4 1 10-15,0-1-4 0,-2-1 2 0,7 0-1 16,-2 2 3-16,4-4-6 0,0 1 7 16,1-4-2-16,2 0-3 0,4 4 0 0,-4-5-16 0,2 1-16 15,0-3-29-15,0 0-38 0,4 0-23 0,-4 1-31 16,1-4-117-16,-6 3-290 0,5-4 128 15</inkml:trace>
  <inkml:trace contextRef="#ctx0" brushRef="#br0" timeOffset="636.35">1539 4465 43 0,'0'0'103'0,"0"0"11"0,0 0 0 0,0 0-10 15,0 0-9-15,0 0-7 0,34-12 2 0,-27 9-13 16,4-1-4-16,-2-1-9 0,-2-2-3 0,1 4-1 16,-1-3-11-16,3-1 1 0,-4 0-6 0,5 0 1 15,-2-1 5-15,-2 0-6 0,2 1-4 0,-4-3-6 16,2 2-2-16,-1-2 3 0,0 2 3 0,-3-2-9 16,-1 5 2-16,-2-4-6 0,2 3 1 0,-2 6 0 15,0-13-4-15,0 13-10 0,-2-14-2 0,1 8 5 16,-2 1 1-16,3 5 0 0,-5-9-5 0,5 9-8 15,-6-5 2-15,6 5 1 0,-12-3-1 0,12 3-1 16,-11 1 0-16,11-1-5 0,-13 5-1 0,5 1 0 16,8-6 5-16,-9 10-6 0,3-5 5 15,2 4-2-15,-1 0 0 0,0 0 8 0,1 0-2 0,2 1-2 16,2-10 3-16,-7 16 3 0,7-8-6 16,0-8 0-16,0 16-3 0,0-16 5 0,0 14-2 15,4-6 0-15,-4-8-6 0,5 14-15 0,-1-9-23 16,-4-5-25-16,10 9-28 0,-1-3-27 0,0-2-25 15,0-1-86-15,-9-3-251 0,13 5 111 0</inkml:trace>
  <inkml:trace contextRef="#ctx0" brushRef="#br0" timeOffset="929.9">1838 4163 133 0,'-2'-10'185'0,"2"4"-5"0,0 6-11 0,-3-11-7 16,3 11-18-16,-3-8-14 0,3 8-17 0,0 0-10 15,0 0-15-15,-2-8-8 0,2 8-10 0,0 0-8 16,0 0 3-16,0 0-12 0,3 30 3 0,-1-17-2 16,-2 6 2-16,0 0-5 0,-2 0-4 0,2 0 0 15,-3 8 0-15,2-1 4 0,-4-1-6 0,5-1-1 16,-4-5-7-16,2 0-3 0,-1 0-1 15,-1-2-3-15,2-1-3 0,2 3-3 0,-2-8-2 16,1 3-1-16,-3 3-2 0,3-3-15 0,0-3-7 16,-2 0-11-16,3-1-14 0,0-10-23 0,-2 18-33 0,2-18-35 15,2 17-39-15,-2-17-25 0,0 12-125 0,0-12-334 16,0 0 149-16</inkml:trace>
  <inkml:trace contextRef="#ctx0" brushRef="#br0" timeOffset="1180.28">1896 4266 92 0,'5'-3'135'16,"-1"-1"-25"-16,-4 4-7 0,7-6-16 0,-7 6-3 15,8 0-8-15,-8 0 8 0,0 0-5 0,16 6 3 16,-13-2 0-16,1 2 2 0,-1 0-4 0,-3 1-2 15,1 3-11-15,-3 0 5 0,-2 3-8 0,-4-4-5 16,1 2-10-16,-5 1-6 0,-1 0-16 0,2-3-14 16,2 0-22-16,-4 1-22 0,2-2-29 0,0-3-42 15,3 0-39-15,-3 1-78 0,11-6-235 0,-13 6 104 16</inkml:trace>
  <inkml:trace contextRef="#ctx0" brushRef="#br0" timeOffset="1429.93">1974 4069 171 0,'0'0'193'0,"0"-10"-17"16,0 10-19-16,0 0-18 0,0 0-8 0,0 0-18 15,0 0-2-15,0 0-11 0,0 0-3 0,0 0-6 16,3 30-7-16,-5-14-6 0,4 2-8 0,-2 1-3 15,0 5-9-15,0-3-2 0,0 2-8 0,0-3-21 16,2 5-4-16,-4-6-20 0,2-1-31 0,0 0-20 16,0-3-34-16,0 1-36 0,0 0-33 0,0-4-110 15,0 0-283-15,0-1 125 0</inkml:trace>
  <inkml:trace contextRef="#ctx0" brushRef="#br0" timeOffset="3664.61">1196 3282 26 0,'0'0'157'0,"0"0"-15"0,-2-9-6 16,2 9-17-16,0 0-8 0,0 0-17 0,-2-7-11 16,2 7-6-16,0 0-16 0,0 0 1 0,0 0-11 15,0 0-9-15,0 0 2 0,0 0-11 0,0 0 7 16,8 35-5-16,-6-15-4 0,2 5 1 0,-1 1-9 16,-1 3 5-16,-2-3-5 0,4 2 0 0,0-2 0 15,-2-1-3-15,-1 0 0 0,0-6-2 0,1 0-2 16,0-3 1-16,0 2-5 0,-1-1-1 15,2 0 0-15,-3-1-19 0,1 0-19 0,-1 0-36 16,2 1-5-16,-2-2-21 0,2-2-4 0,-2-3-15 16,0-10-2-16,-4 17-67 0,4-17-190 0,-7 14 85 15</inkml:trace>
  <inkml:trace contextRef="#ctx0" brushRef="#br0" timeOffset="3916.54">1283 3370 44 0,'7'-7'70'0,"2"1"-4"0,-1 1-8 0,-8 5-6 16,15-5-5-16,-7 4-2 0,-8 1-8 0,16 0 12 16,-16 0-16-16,13 1-2 0,-13-1 11 0,13 6-11 15,-9 0-10-15,-4-6 10 0,4 11 1 0,-4-11 0 16,0 18-7-16,-3-7-2 0,-6 4-15 15,2 1 3-15,-4-3-15 0,-1 3-1 0,0-4-19 16,1 2-10-16,-1-2 0 0,6-4-1 0,-3 1-12 16,5-4-4-16,-4 3-42 0,2-4-100 0,6-4 45 15</inkml:trace>
  <inkml:trace contextRef="#ctx0" brushRef="#br0" timeOffset="51065.52">20070 8328 22 0,'0'0'26'0,"0"0"-4"16,-12-14-3-16,12 14-4 0,0 0 0 0,0 0-4 16,0 0 2-16,0 0-4 0,0 0-1 0,0 0 3 15,0 0-4-15,0 0 1 0,0 0-2 0,0 0 1 16,0 0-1-16,-7-4 0 0,7 4-1 0,0 0-2 16,0 0 3-16,0 0-5 0,0 0 3 0,0 0-3 15,0 0 4-15,0 0-5 0,0 0 5 0,0 0-4 16,0 0-1-16,0 0 3 0,0 0-6 0,0 0 7 15,0 0-3-15,0 0-3 0,0 0 4 0,0 0 3 16,0 0-1-16,0 0-5 0,0 0 4 0,0 0-2 16,0 0 4-16,0 0-4 0,0 0 1 0,0 0-6 15,0 0 2-15,0 0-1 0,0 0 1 0,0 0 5 16,0 0 1-16,0 0-1 0,0 0-4 0,0 0 1 16,0 0 5-16,0 0-5 0,0 0 0 0,0 0-3 15,0 0 6-15,0 0-1 0,0 0 0 0,0 0 1 16,0 0-5-16,0 0-1 0,0 0 2 0,0 0 0 15,0 0 8-15,0 0-7 0,0 0 2 0,0 0 3 16,0 0-6-16,0 0-1 0,0 0 3 0,0 0 5 0,0 0 1 16,0 0-1-16,0 0 6 0,0 0 1 15,0 0-4-15,0 0-3 0,0 0 5 0,0 0-10 0,0 0 6 16,0 0-5-16,0 0 7 0,0 0-7 16,0 0 1-16,0 0-4 0,0 0 2 0,0 0-2 15,0 0 6-15,0 0-5 0,0 0 2 0,0 0 3 0,4-13-8 16,-4 13 2-16,0 0-1 0,0 0 1 0,0 0 4 15,0 0-3-15,5-6 1 0,-5 6-5 0,0 0 7 16,0 0-1-16,5-5 1 0,-5 5-1 16,0 0-8-16,0 0 4 0,4-4 2 0,-4 4-4 0,0 0 1 15,5-5 0-15,-5 5 7 0,0 0-8 0,4-5 3 16,-4 5 1-16,0 0 0 0,0 0 3 0,5-4-5 16,-5 4 0-16,0 0 0 0,0 0 2 15,0 0 0-15,5-5 3 0,-5 5-1 0,0 0-4 0,0 0-2 16,0 0 5-16,0 0-6 0,0 0 3 0,0 0 7 15,3-8-3-15,-3 8-2 0,0 0-1 0,0 0 3 16,6-4-3-16,-6 4 3 0,0 0-3 0,0 0 2 16,4-4-3-16,-4 4 6 0,0 0-1 0,0 0-2 15,0 0-3-15,5-6-1 0,-5 6-1 0,0 0 1 16,0 0 2-16,4-6-2 0,-4 6 4 0,0 0-1 16,0 0 3-16,0 0-5 0,0 0 4 0,0 0 2 15,0 0-6-15,8 0-4 0,-8 0 12 0,0 0-6 16,0 0-3-16,0 0 6 0,0 0-5 0,0 0 3 15,0 0 0-15,0 0 0 0,0 0-1 0,0 0 7 16,0 0-3-16,0 0-1 0,0 0-4 0,0 0 4 16,0 0 0-16,0 0-4 0,0 0-1 0,0 0 3 15,0 0-1-15,0 0 1 0,0 0-3 0,0 0-1 16,0 0 6-16,0 0-6 0,0 0 4 0,0 0-2 16,0 0 0-16,0 0-4 0,0 0 5 0,0 0 0 0,0 0 0 15,0 0-1-15,0 0 2 0,0 0 2 16,0 0-4-16,0 0 1 0,0 0 1 0,0 0 2 15,0 0-2-15,0 0-2 0,0 0 2 0,0 0 1 16,0 0 0-16,0 0 2 0,0 0-5 0,0 0-3 16,0 0 2-16,12 3 0 0,-12-3 0 0,0 0 2 0,0 0 0 15,0 0-2-15,0 0 1 0,0 0 5 0,0 0-1 16,0 0-4-16,5 4 2 0,-5-4-1 0,0 0-1 16,0 0 1-16,0 0-1 0,8 0 6 15,-8 0-4-15,0 0 3 0,0 0-4 0,0 0-4 0,0 0 5 16,10 0 0-16,-10 0-2 0,0 0 0 0,0 0 3 15,0 0-2-15,10 0 0 0,-10 0-3 16,0 0 2-16,0 0-1 0,0 0 5 0,7 4 2 16,-7-4-6-16,0 0 0 0,0 0 0 0,0 0 2 0,9 0-4 15,-9 0 3-15,0 0-5 0,0 0 4 0,8 1 1 16,-8-1 4-16,0 0-2 0,0 0-7 0,10 0 5 16,-10 0-3-16,0 0 1 0,0 0 1 0,11 0 4 15,-11 0 2-15,0 0-2 0,9 0-6 0,-9 0 3 16,8 1-2-16,-8-1 2 0,0 0-3 0,10 0 3 15,-10 0 3-15,0 0-6 0,9 0 3 0,-9 0 0 16,0 0 2-16,9 1-7 0,-9-1 8 0,0 0-3 16,0 0 4-16,0 0-5 0,8 1-1 0,-8-1 4 15,0 0-2-15,0 0 0 0,0 0 0 0,0 0 2 16,9 1-2-16,-9-1 3 0,0 0-6 16,0 0 5-16,0 0 5 0,11 0-6 0,-11 0 0 0,8 0-1 15,-8 0 6-15,0 0-12 0,11 2 6 0,-11-2 2 16,8 1-1-16,-8-1-5 0,0 0-1 0,11 0 3 15,-11 0-1-15,0 0 1 0,11 0-1 0,-11 0 0 16,0 0 0-16,9-1 1 0,-9 1-3 0,0 0 4 16,9 1-5-16,-9-1 3 0,0 0 1 0,0 0-1 15,10 0 1-15,-10 0-2 0,0 0 3 0,8 0-4 16,-8 0 3-16,0 0 4 0,0 0-4 0,11 0-2 16,-11 0-1-16,8 0 3 0,-8 0-2 0,0 0 4 15,0 0 3-15,10 1-5 0,-10-1 3 0,0 0 0 16,10-1-2-16,-10 1 2 0,0 0-2 0,0 0 0 15,0 0 1-15,9 0-6 0,-9 0 6 0,0 0-3 16,9 1 3-16,-9-1 0 0,0 0 1 0,9-2-5 16,-9 2 5-16,0 0-1 0,11 0-4 0,-11 0 5 15,0 0-5-15,11-2 4 0,-11 2 0 0,0 0-5 16,9 0 4-16,-9 0 6 0,0 0-7 0,0 0 3 16,10-1-3-16,-10 1 1 0,0 0-2 0,0 0 0 15,9-1 2-15,-9 1 2 0,0 0 2 0,0 0-3 0,0 0 0 16,0 0-3-16,8-1 3 0,-8 1-6 0,0 0 10 15,0 0-1-15,10-1-2 0,-10 1 0 16,0 0 4-16,0 0-1 0,0 0-9 0,9-1 4 16,-9 1 0-16,0 0 3 0,0 0-3 0,9-2-2 0,-9 2 2 15,0 0 3-15,0 0-4 0,0 0-4 0,0 0 6 16,0 0 2-16,0 0-2 0,10-2-1 0,-10 2 2 16,0 0-1-16,0 0 2 0,0 0 1 15,0 0-3-15,0 0 0 0,0 0 3 0,0 0-2 0,0 0 1 16,0 0 0-16,0 0-3 0,0 0 1 0,9 0-1 15,-9 0 4-15,0 0 2 0,0 0-7 0,0 0 0 16,0 0-2-16,9-1 2 0,-9 1 1 16,0 0-2-16,0 0 6 0,0 0 2 0,0 0-4 0,0 0-1 15,0 0 2-15,10-2-2 0,-10 2-2 0,0 0 2 16,0 0 0-16,0 0-3 0,0 0 7 0,0 0-3 16,0 0-1-16,0 0 1 0,10-1-2 15,-10 1 0-15,0 0-1 0,0 0 3 0,0 0 2 0,0 0-5 16,0 0 3-16,8-2-3 0,-8 2 0 0,0 0 1 15,0 0 1-15,0 0 3 0,0 0-6 0,0 0 1 16,0 0-2-16,0 0 8 0,0 0-10 0,0 0 11 16,0 0-9-16,0 0 8 0,10-1-6 0,-10 1 3 15,0 0 3-15,0 0-4 0,0 0-2 0,0 0 2 16,0 0 2-16,0 0-2 0,0 0-6 0,8-2 6 16,-8 2 3-16,0 0 0 0,0 0-9 0,0 0 10 15,0 0-5-15,0 0 2 0,0 0-2 0,0 0 1 16,0 0 3-16,9 0-3 0,-9 0 0 0,0 0 0 15,0 0-5-15,0 0 4 0,0 0-4 0,0 0 2 16,0 0 3-16,0 0 0 0,0 0-3 0,0 0 3 16,10 0 2-16,-10 0 1 0,0 0-2 0,0 0 4 0,0 0-4 15,0 0 2-15,0 0-5 0,0 0 6 0,0 0-6 16,0 0 6-16,0 0-6 0,0 0-2 16,0 0 8-16,0 0-7 0,0 0 0 0,0 0 8 15,10 0-2-15,-10 0-3 0,0 0-5 0,0 0 8 0,0 0 0 16,0 0-3-16,0 0-3 0,0 0 6 0,8-2-6 15,-8 2 0-15,0 0 3 0,0 0 0 16,0 0 3-16,7-2-3 0,-7 2-5 0,0 0 8 16,0 0-2-16,0 0-3 0,8 0 3 0,-8 0 4 0,0 0-3 15,0 0 0-15,0 0-8 0,0 0 5 0,9-1-2 16,-9 1 2-16,0 0-1 0,0 0 5 0,6-3-3 16,-6 3 0-16,0 0 1 0,0 0 2 15,8-3-7-15,-8 3 5 0,0 0 1 0,0 0 4 0,0 0-4 16,9-3-5-16,-9 3 3 0,0 0 7 0,6-2-8 15,-6 2 1-15,0 0 1 0,0 0 1 0,8-3-1 16,-8 3 1-16,0 0 2 0,0 0 0 0,0 0 2 16,4-4-5-16,-4 4 1 0,0 0 0 0,0 0-1 15,0 0 5-15,0 0-3 0,0 0-4 0,0 0 6 16,0 0-5-16,0 0 6 0,6-3-6 0,-6 3 0 16,0 0 5-16,0 0-1 0,0 0-6 0,4-6 3 15,-4 6 0-15,0 0-1 0,0 0 0 0,0 0 4 16,0 0-3-16,5-6-4 0,-5 6 5 0,0 0 5 15,0 0-5-15,0 0-6 0,8-4 5 0,-8 4 0 16,0 0 1-16,5-3-5 0,-5 3 4 0,0 0-4 16,0 0 4-16,5-5 0 0,-5 5-5 0,0 0 5 15,0 0-6-15,7-4-1 0,-7 4 10 0,0 0-6 16,5-5 1-16,-5 5 1 0,0 0 4 0,6-3-3 16,-6 3-4-16,0 0 11 0,6-4-12 0,-6 4 6 15,0 0-7-15,6-6 5 0,-6 6 4 0,0 0 1 16,0 0-5-16,6-2 10 0,-6 2-6 0,0 0-2 15,6-5 3-15,-6 5-2 0,0 0 1 0,8-3 2 16,-8 3-5-16,0 0-2 0,6-5 5 0,-6 5-11 16,6-4 14-16,-6 4 1 0,0 0 3 0,6-4 4 0,-6 4 5 15,0 0-5-15,0 0 3 0,5-3 0 0,-5 3-3 16,0 0-3-16,0 0 0 0,0 0 2 16,0 0 1-16,0 0-1 0,8-3-1 0,-8 3 4 15,0 0-8-15,0 0 2 0,0 0 3 0,0 0-1 16,0 0-5-16,0 0-4 0,0 0 5 0,0 0 1 0,0 0-4 15,0 0 0-15,0 0 0 0,0 0 0 16,0 0-7-16,0 0 7 0,0 0-3 0,0 0 5 0,0 0-2 16,0 0 1-16,0 0-1 0,0 0-6 15,0 0 9-15,0 0 0 0,0 0-7 0,0 0 2 0,0 0 5 16,0 0-9-16,0 0 1 0,0 0 3 0,0 0 0 16,0 0 0-16,0 0-4 0,0 0 0 0,0 0 3 15,0 0-3-15,0 0 4 0,0 0-9 0,0 0 11 16,0 0-8-16,0 0 2 0,0 0-1 0,0 0 2 15,0 0-1-15,0 0 6 0,0 0-4 0,0 0-7 16,0 0 2-16,0 0-3 0,0 0 8 0,0 0 4 16,0 0-5-16,0 0 0 0,0 0 2 15,0 0-7-15,0 0-12 0,0 0 2 0,0 0-13 0,0 0-11 16,0 0-16-16,0 0-59 0,0 0-121 0,0 0 54 16</inkml:trace>
  <inkml:trace contextRef="#ctx0" brushRef="#br0" timeOffset="53601.39">20151 8255 55 0,'1'-8'54'0,"-1"8"-7"16,0 0 1-16,0 0-5 0,0 0-3 0,0 0-3 16,0 0 7-16,0 0-11 0,0 0-4 0,0 0 0 15,0 0 4-15,0 0-7 0,0 0 3 0,0 0-1 16,0 0-11-16,0 0-2 0,0 0 3 0,0 0 0 16,0 0-10-16,0 0 6 0,0 0-4 0,0 0-6 15,0 0 6-15,0 0 0 0,0 0-6 0,-19 9 0 16,19-9-2-16,0 0 2 0,-9 3 6 0,9-3-4 15,-5 4-6-15,5-4 5 0,-7 5-8 0,7-5 7 16,-5 6-9-16,5-6 2 0,-7 4 11 0,7-4-5 16,-10 6-2-16,4-4-3 0,6-2 5 0,-11 4-3 15,7-2 4-15,4-2-6 0,-10 5 3 0,6-2 2 16,4-3-6-16,0 0 4 0,-10 4 4 0,10-4-2 0,-7 2-8 16,7-2 3-16,0 0 4 0,-7 5 0 15,7-5-3-15,0 0 5 0,-5 4-8 0,5-4 5 16,0 0-4-16,0 0 0 0,-7 4 1 0,7-4 0 0,0 0 0 15,0 0 8-15,0 0-6 0,0 0 2 16,0 0 0-16,0 0-1 0,0 0-3 0,-5 3 6 16,5-3-1-16,0 0-3 0,0 0 0 0,0 0-1 15,0 0 0-15,0 0 1 0,0 0-6 0,0 0 8 16,0 0 0-16,0 0 1 0,0 0 4 0,0 0-1 0,0 0 0 16,0 0-9-16,0 0 12 0,0 0-2 0,0 0-6 15,0 0 4-15,0 0 6 0,0 0-8 0,0 0 12 16,0 0-4-16,0 0 2 0,0 0-1 15,0 0-2-15,0 0-9 0,0 0 12 0,0 0-3 0,0 0-9 16,0 0 8-16,0 0 1 0,0 0-6 0,0 0-1 16,0 0-2-16,0 0 10 0,0 0-7 15,0 0-6-15,0 0 9 0,0 0-7 0,0 0-5 16,0 0 4-16,0 0-5 0,0 0 2 0,0 0 0 0,0 0-14 16,0 0 5-16,0 0-12 0,0 0-3 0,0 0-8 15,0 0-13-15,22-8-13 0,-22 8-53 0,0 0-124 16,0 0 56-16</inkml:trace>
  <inkml:trace contextRef="#ctx0" brushRef="#br0" timeOffset="54296.32">20139 8264 30 0,'8'-3'32'0,"-8"3"-4"16,8-3-6-16,-8 3-1 0,11-4 1 0,-6 3-9 16,-5 1 2-16,12-4-5 0,-6 3 5 0,-6 1-5 15,10-6-4-15,-10 6 1 0,11-1-3 0,-8-2 9 16,-3 3-5-16,11-3 0 0,-11 3-5 0,10-3 3 15,-10 3-2-15,6-3-2 0,-6 3 3 0,8-1 1 16,-8 1-4-16,9-2 3 0,-9 2-2 0,0 0 1 16,8-1-3-16,-8 1 2 0,0 0-2 0,0 0-1 15,6-3 1-15,-6 3 3 0,0 0-3 0,0 0 2 16,11 0-6-16,-11 0 6 0,0 0-3 0,0 0 0 16,0 0 2-16,0 0-6 0,0 0 5 0,0 0-7 15,9 0 0-15,-9 0 5 0,0 0 1 0,0 0 8 16,0 0-8-16,0 0 4 0,11 0-5 0,-11 0-1 15,0 0 5-15,0 0-7 0,10-2 5 0,-10 2-5 16,0 0 6-16,0 0-2 0,11 0-4 0,-11 0 5 16,0 0-1-16,8 0-1 0,-8 0-5 0,0 0 7 15,9 0-3-15,-9 0-7 0,0 0 10 0,11 0-3 16,-11 0-1-16,0 0-3 0,9 0 1 0,-9 0 4 0,0 0-6 16,11 0-2-16,-11 0 2 0,0 0-1 15,11 2 2-15,-11-2-2 0,8 0 1 0,-8 0 1 16,8 0-5-16,-8 0 4 0,0 0 2 0,12 0-1 15,-12 0 3-15,9 0-1 0,-9 0-3 0,8 0 6 0,-8 0-1 16,10 0-3-16,-10 0 5 0,0 0-5 0,10 2 2 16,-10-2-6-16,8 0 0 0,-8 0-2 15,6 2-11-15,-6-2-24 0,0 0 12 0</inkml:trace>
  <inkml:trace contextRef="#ctx0" brushRef="#br0" timeOffset="55168.95">20787 8161 10 0,'7'-1'24'0,"-7"1"4"0,0 0-2 16,0 0 2-16,0 0-1 0,0 0 1 0,0 0-1 16,5-3-2-16,-5 3-6 0,0 0-2 0,0 0 0 15,0 0 0-15,0 0 1 0,0 0 2 0,0 0-11 16,0 0 5-16,0 0-8 0,0 0 5 0,0 0-1 15,0 0-6-15,0 0 5 0,0 0-1 0,0 0-3 16,0 0-4-16,6-5 10 0,-6 5-8 0,0 0 4 0,0 0 1 16,0 0-3-16,0 0 1 0,0 0 6 15,0 0-1-15,0 0 8 0,0 0 0 0,0 0-1 16,0 0-4-16,1-7 0 0,-1 7-1 0,0 0 4 0,0 0-6 16,0 0 6-16,0 0-3 0,0 0-5 0,0 0-1 15,0 0 6-15,0 0-13 0,0 0 10 0,0 0-6 16,0 0 6-16,0 0-16 0,0 0 11 15,0 0 3-15,0 0-3 0,0 0-3 0,0 0 0 16,0 0-2-16,0 0 2 0,0 0 3 0,0 0-12 0,0 0 6 16,0 0 3-16,0 0 3 0,0 0-1 15,0 0-2-15,0 0-1 0,0 0 5 0,0 0-19 16,0 0 16-16,0 0 3 0,0 0-7 0,0 0 6 16,0 0-8-16,0 0 6 0,0 0-4 0,0 0 3 0,0 0-1 15,0 0-1-15,0 0-1 0,0 0 6 0,0 0 0 16,0 0-6-16,0 0 0 0,0 0 0 0,0 0 5 15,0 0-5-15,0 0-8 0,0 0 0 16,0 0 0-16,0 0-8 0,0 0-13 0,0 0 8 0,0 0-10 16,0 0-5-16,0 0-1 0,0 0-15 0,0 0-35 15,0 0-95-15,0 0 42 0</inkml:trace>
  <inkml:trace contextRef="#ctx0" brushRef="#br0" timeOffset="90347.24">23862 7099 68 0,'0'0'81'0,"0"0"-1"0,0 0-10 0,0 0-9 0,0 0 1 15,0 0-16-15,0 0-3 0,0 0-3 0,0 0-1 16,0 0-16-16,0 0 11 0,-13 0-9 0,13 0-2 16,0 0 1-16,0 0-7 0,-11-3-5 0,11 3 7 15,0 0-3-15,-13 0-4 0,13 0-5 0,-11 0 5 16,11 0 0-16,-11-3-5 0,11 3 1 0,-9 0 12 15,9 0-14-15,-10-1 4 0,10 1-4 0,0 0-3 16,-10 0 3-16,10 0 4 0,0 0-2 0,-10-2-2 16,10 2-7-16,0 0 3 0,0 0 10 0,0 0-9 15,0 0 3-15,-10-1-4 0,10 1-17 0,0 0 14 16,0 0-3-16,0 0-5 0,0 0-10 0,0 0-12 16,0 0-10-16,0 0-11 0,30 3-24 0,-17-2-40 15,6-1-124-15,9-3 55 0</inkml:trace>
  <inkml:trace contextRef="#ctx0" brushRef="#br0" timeOffset="108930.74">1702 5113 112 0,'0'0'106'16,"0"0"-7"-16,0 0-5 0,0 0-4 0,0 0-2 16,0 0-5-16,0 0-6 0,0 0-11 0,0 0 1 15,0 0-8-15,0 0 13 0,0 0-14 0,-8-13-4 16,8 13 1-16,0 0-4 0,0 0 0 0,0 0-5 15,0 0 0-15,0 0-4 0,0 0-3 0,0 0-6 16,0 0-3-16,0 0-2 0,0 0-3 0,0 0-1 16,0 0 0-16,0 0-4 0,0 0-1 0,0 0-2 15,0 0-6-15,0 0-1 0,0 0 2 0,0 0 1 16,0 0-3-16,0 0-3 0,0 0 3 0,0 0-4 16,0 0 2-16,0 0-2 0,0 0-3 0,0 0 3 15,0 0-5-15,0 0 8 0,0 0-9 0,0 0 1 16,0 0 0-16,0 0 4 0,0 0-6 0,0 0 7 15,0 0-5-15,0 0 8 0,0 0-7 0,0 0 3 16,0 0 0-16,0 0 2 0,0 0-2 0,0 0 1 16,0 0-2-16,0 0-1 0,0 0 1 0,0 0 1 15,0 0-3-15,0 0-1 0,0 0 1 0,0 0-1 16,0 0 2-16,0 0-1 0,0 0-4 0,0 0 4 16,0 0-2-16,0 0 2 0,0 0-1 0,0 0 1 15,0 0-6-15,0 0 6 0,0 0-5 0,0 0 3 16,0 0-3-16,0 0 1 0,0 0-2 0,0 0 4 15,0 0-3-15,0 0 3 0,0 0-2 0,0 0-1 16,0 0 3-16,11 19 12 0,-8-13 8 0,1 1 4 16,-2 3 9-16,0-3 5 0,-1 3-6 0,1-1-2 15,1 2 4-15,-1-1 5 0,0 2-2 0,-1 0-4 16,0-2-3-16,1 1-1 0,-2-2-1 0,0 4 2 16,2-5 3-16,0 2-3 0,-1-3-2 0,0 0 0 15,-1-7-4-15,2 12 1 0,-2-6-5 0,1 2-4 16,-1-8 2-16,2 13-2 0,-2-8-3 0,0-5-3 15,1 10-1-15,-1-10-1 0,2 9 3 16,-2-9-1-16,0 8-2 0,0-8 0 0,0 0-8 16,0 11-21-16,0-11-24 0,0 0-29 0,0 0-38 0,0 0-36 15,0 0-33-15,4 3-158 0,-4-3-367 0,0 0 162 16</inkml:trace>
  <inkml:trace contextRef="#ctx0" brushRef="#br0" timeOffset="109496.42">2190 5036 90 0,'-6'-5'169'0,"6"5"-9"0,0 0-11 16,0 0-10-16,0 0-13 0,0 0-12 0,0 0-13 15,0 0-12-15,0 0-10 0,-4-6-7 0,4 6-3 16,0 0-12-16,0 0 6 0,0 0-13 0,0 0-1 16,0 0-9-16,0 0-5 0,0 0-1 15,0 0-6-15,0 0 0 0,0 0-9 0,0 0 0 0,0 0-2 16,23 9-3-16,-23-9 2 0,4 6-6 0,-4-6 3 16,3 8 0-16,-2-3 6 0,-1-5 9 0,0 11 6 15,0-11-12-15,-2 13 7 0,1-7-12 0,-2 0-1 16,3-6 0-16,-5 14-2 0,2-8-1 15,2 0 1-15,1-6-6 0,-5 10 3 0,1-4 0 16,4-6-2-16,-5 10 1 0,3-6 1 0,2-4-2 0,-7 8-3 16,7-8 1-16,-6 7 2 0,6-7-4 15,-4 6 2-15,4-6-2 0,0 0 1 0,-2 4 0 0,2-4-3 16,0 0 2-16,0 0 1 0,0 0-6 0,7 10-11 16,-7-10 2-16,16 0-13 0,-5-1-5 15,7-3-16-15,-1 1-19 0,11-3-27 0,5-5-41 16,3 0-37-16,-1 1-110 0,3-4-299 0,13-5 133 15</inkml:trace>
  <inkml:trace contextRef="#ctx0" brushRef="#br0" timeOffset="110096">2729 4966 52 0,'0'0'156'0,"0"0"-4"0,0 0-14 16,0 0-7-16,0 0-8 0,0 0-12 0,0 0-2 15,0 0-11-15,0 0-3 0,0 0-5 0,0 0 0 16,0 0-5-16,0 0 0 0,0 0-2 0,0 0-7 16,-6-6-10-16,6 6-6 0,0 0 1 0,0 0 4 15,0 0 0-15,0 0-11 0,0 0-2 0,4-13-4 16,-4 13-1-16,0 0-9 0,7-7-5 15,-1 4-4-15,-1-1-1 0,-5 4-2 0,9-5-7 16,-9 5-2-16,11-3-3 0,-11 3 1 0,9-2-5 16,-9 2-2-16,8-2 1 0,-8 2 2 0,0 0-5 0,10 7-1 15,-6-3 1-15,-4-4-5 0,1 9 1 0,-1-9 1 16,-1 12-6-16,-3-5 1 0,4 3 2 0,-3-4-6 16,-2 3-2-16,2-3-5 0,-1-1-7 0,1 1-2 15,3-6-6-15,-4 10-3 0,4-10-1 16,0 0-4-16,3 12-8 0,-3-12 7 0,6 7-9 15,-1-4-4-15,2-1 5 0,-1 0 6 0,3 2 1 16,-3-1 7-16,2-1 0 0,0 1 3 0,-2 0 5 16,-1 3 0-16,0-2 5 0,2 0-1 0,-5 1 5 0,2 0-2 15,-4-5-3-15,1 12-9 0,-1-12 0 0,-6 14-14 16,-2-6-12-16,2 1-15 0,-3-1-23 16,-5 3-12-16,0-4-24 0,-5 2-74 0,2-1-217 15,1-3 97-15</inkml:trace>
  <inkml:trace contextRef="#ctx0" brushRef="#br0" timeOffset="110696">3207 4846 104 0,'0'0'156'0,"-2"-8"-10"0,2 8-15 15,0 0-4-15,0 0-24 0,0 0-7 0,0 0-20 16,0 0 2-16,0 0-8 0,0 0-15 0,0 0-1 16,0 0-6-16,0 0 5 0,6 26 0 0,-3-21-10 15,-3-5-8-15,1 10 1 0,0-4-5 16,-1-6-2-16,3 11 1 0,-2-5-7 0,2 0-2 15,-3-6 2-15,3 10-5 0,0-5 4 0,0 2-7 0,0-4 1 16,3 1-3-16,-1 0-1 0,1 0 3 0,-6-4-1 16,12 4-9-16,-5-4 3 0,1 1 1 15,-1 0-5-15,-7-1-7 0,13 0 2 0,-13 0 1 16,14-2-1-16,-7-1-1 0,-1 0 2 0,1 0 1 16,-2 0 0-16,0-3 3 0,-2-1-5 0,1 3 8 0,-4 4-5 15,6-9 3-15,-6 9 7 0,2-7 2 16,-2 7 8-16,4-5-11 0,-4 5 1 0,0 0-3 15,4-6-1-15,-4 6-7 0,0 0 4 0,0 0-3 0,0 0 1 16,0 0 5-16,0 0-4 0,0 0 3 16,4 20 0-16,-4-13-4 0,1 3 2 0,1-2-8 0,1 1-25 15,-2 1-15-15,2-1-32 0,-1 0-27 0,2-1-24 16,1 1-131-16,1-2-279 0,2 0 124 0</inkml:trace>
  <inkml:trace contextRef="#ctx0" brushRef="#br0" timeOffset="111030.87">3708 4792 14 0,'0'0'166'0,"0"0"-12"0,5-4-10 16,-5 4-15-16,0 0-13 0,0 0-12 0,4-5-11 15,-4 5-15-15,0 0-4 0,0 0-7 0,0 0-7 0,0 0-1 16,14 10-11-16,-7-5-3 0,-1-2-6 16,0 2-1-16,1 2-8 0,1-1-1 0,-3-1 0 15,3 2-7-15,-2-2-2 0,3 1-1 0,-3 1-1 16,0-3-12-16,-1 2 6 0,2-2 2 0,-1 2-1 16,-2 0-1-16,4-1-3 0,-3 0-1 0,0 1 6 15,-1-2-3-15,-4-4-2 0,6 7-3 0,-2-4 2 16,-4-3-7-16,4 8-2 0,-4-8 2 0,4 7-3 15,-4-7-13-15,0 0-14 0,-9 12-23 0,9-12-3 16,-10 5-32-16,1-2-23 0,-2-1-118 0,-1 3-247 16,-5-2 109-16</inkml:trace>
  <inkml:trace contextRef="#ctx0" brushRef="#br0" timeOffset="111165.09">3909 4577 11 0,'31'-11'-3'0,"-12"5"-1"15,5-3 1-15</inkml:trace>
  <inkml:trace contextRef="#ctx0" brushRef="#br0" timeOffset="111534.99">4157 4614 70 0,'0'0'178'0,"0"0"-10"0,0 0-9 0,0 0-14 16,0 0-7-16,0 0-14 0,0 0-12 0,0 0-14 15,10-6-9-15,0 2-5 0,3-1-11 16,11-6-18-16,7-2-36 0,19-9-63 0,5-4-52 15,0-1-133-15,0-3-248 0,20-13 110 0</inkml:trace>
  <inkml:trace contextRef="#ctx0" brushRef="#br0" timeOffset="111981.08">2097 5656 61 0,'0'0'160'0,"46"-8"-18"15,-9-2-16-15,19-5-9 0,31-17-12 0,10 0-4 16,5-2-11-16,11-2-13 0,4 2-23 0,7-2-40 16,4-2-39-16,-4-2-12 0,4 4-36 0,-7 6-79 15,-7-3-165-15,0 2 72 0</inkml:trace>
  <inkml:trace contextRef="#ctx0" brushRef="#br0" timeOffset="132134.4">7949 9709 51 0,'0'0'58'0,"0"0"-3"0,0 0-8 16,0 0-5-16,0 0-7 0,0 0-5 0,0 0-5 15,0 0-18-15,0 0-14 0,0 0-13 0,0 0-35 16,0 0-57-16,0 0 26 0</inkml:trace>
  <inkml:trace contextRef="#ctx0" brushRef="#br0" timeOffset="132426.7">8110 9699 2 0,'9'-2'68'0,"-9"2"-4"0,0 0-5 0,0 0-5 16,0 0-3-16,0 0-6 0,0 0-9 16,0 0-12-16,0 0-2 0,0 0-14 0,0 0-10 15,0 0-12-15,0 0-20 0,0 0-31 0,0 0-68 0,-29-2 31 16</inkml:trace>
  <inkml:trace contextRef="#ctx0" brushRef="#br0" timeOffset="132811.59">5769 9335 33 0,'0'0'36'16,"-8"-3"-10"-16,8 3-7 0,0 0 4 0,0 0-4 15,0 0-2-15,0 0-6 0,0 0 4 0,0 0-3 16,-9-1 2-16,9 1-2 0,0 0-3 0,0 0-2 16,0 0-4-16,0 0 2 0,0 0 3 0,0 0-5 15,0 0-1-15,0 0-10 0,0 0 0 0,20-7-14 16,-20 7-18-16,12-1-42 0,-12 1 18 0</inkml:trace>
  <inkml:trace contextRef="#ctx0" brushRef="#br0" timeOffset="135275.44">9926 9794 32 0,'0'0'38'0,"0"0"-7"0,0 0 2 16,0 0-3-16,0 0-6 0,0 0-2 0,-7-9-6 15,7 9-2-15,0 0-4 0,0 0 3 0,0 0-9 16,-6-4-4-16,6 4-5 0,0 0-15 0,0 0-21 0,-9 0-43 16,9 0 19-16</inkml:trace>
  <inkml:trace contextRef="#ctx0" brushRef="#br0" timeOffset="140001.22">29443 6415 64 0,'0'0'68'0,"0"0"-9"0,0 0 0 0,0 0-11 16,0 0-8-16,0 0-5 0,0 0 0 0,-1-9-6 15,1 9 0-15,0 0-2 0,0 0-5 0,0 0-3 16,0 0 2-16,0-10-5 0,0 10-5 0,0 0 0 16,0 0-1-16,0 0 1 0,0 0-6 0,0 0-7 15,-3-7-7-15,3 7-7 0,0 0-2 0,0 0-2 16,0 0 4-16,0 0 1 0,-3-7-2 0,3 7 3 16,0 0 6-16,0 0 0 0,0 0-1 0,0 0 4 15,-3-8-3-15,3 8 1 0,0 0-1 0,0 0-8 16,0 0-3-16,0 0-1 0,-2-8-3 0,2 8-6 15,0 0-27-15,0 0-59 0,-7-5 26 0</inkml:trace>
  <inkml:trace contextRef="#ctx0" brushRef="#br0" timeOffset="141596.44">9792 9732 11 0,'0'0'77'0,"0"0"-7"0,0 0-6 16,0 0-2-16,0 0-2 0,0 0-10 0,0 0-8 15,0 0-11-15,0 0 4 0,0 0-3 16,0 0-3-16,0 0-1 0,0 0 5 0,0 0-12 15,0 0 12-15,0 0-10 0,0 0-1 0,0 0 1 0,0 0-2 16,0 0 2-16,0 0 0 0,0 0-11 16,0 0 0-16,0-8-6 0,0 8 5 0,0 0-1 15,0 0-1-15,0 0-1 0,0 0-5 0,0 0-6 16,0 0-2-16,0 0-10 0,0 0-5 0,0 0-10 16,0 0 15-16,0 0-16 0,0 0-12 0,0 0-18 0,0 0-50 15,1 21-119-15,-1-21 54 0</inkml:trace>
  <inkml:trace contextRef="#ctx0" brushRef="#br0" timeOffset="141863.04">9818 9736 4 0,'0'0'45'0,"0"0"12"0,0 0-13 0,0 0 5 16,0 0-5-16,-7 20-7 0,4-14-8 0,3-6-4 16,0 17 5-16,0-6-5 0,0 0-1 0,-1 5-7 15,1-4 7-15,-3 4-11 0,2 0-5 0,-1 1-10 16,0-1 2-16,1 1-12 0,-2-5 10 0,3 0-7 16,0 4 5-16,0-6 6 0,0 1-5 0,0-1-1 15,2 1-4-15,-2-4-4 0,2 3-6 0,-2-2-8 16,0 0-6-16,0-8-26 0,0 9-63 0,0-9 29 15</inkml:trace>
  <inkml:trace contextRef="#ctx0" brushRef="#br0" timeOffset="143346.38">9775 9664 81 0,'0'0'79'16,"0"-9"-9"-16,0 9 6 0,0 0-4 0,0-9-3 15,0 9-7-15,0 0 0 0,0 0-9 0,0 0-2 16,0 0-2-16,0 0-7 0,-3-9-6 0,3 9-7 16,0 0-4-16,0 0 1 0,0 0 1 0,0 0-6 15,0 0-7-15,0 0 7 0,0 0-1 0,0 0-3 16,0 0-1-16,0 0-2 0,0 0-2 0,3 28 8 16,-2-19-12-16,2 3 6 0,-3-2-2 0,1 3 16 15,0-2-9-15,1 5-4 0,-1-3 2 0,1 2 2 16,-2-2 2-16,3 1-4 0,0 2 0 0,-2-3-10 15,1-2 4-15,1 0 1 0,-3-1 16 0,3 2-17 0,-1-2-1 16,1-2-2-16,-2 4 7 0,3-1-9 0,-3-3-2 16,-1-3 1-16,1 3-2 0,-1-8 1 15,3 10-6-15,-3-10 9 0,0 6 7 0,0-6 2 16,0 0-2-16,2 8 4 0,-2-8 6 0,0 0 5 0,2 5-1 16,-2-5-3-16,0 0 16 0,0 0-4 15,0 0 1-15,0 0-16 0,0 0-2 0,0 0 4 0,0 0-10 16,0 0 2-16,0 0-2 0,-7-22 1 15,7 22-6-15,-1-14-1 0,0 5 3 0,1 2 0 0,-3-2-5 16,3 9 1-16,-1-16-10 0,1 6 9 0,-1 1-5 16,-1 0 3-16,2-1 0 0,-1 3 6 0,0-3-8 15,-2 1 3-15,2 1-1 0,0 1-12 0,1 7 12 16,-3-13-2-16,2 6 1 0,1 7-1 0,-3-12 0 16,3 12-1-16,-1-9 2 0,1 9 1 0,-3-10-2 15,3 10 1-15,-2-9-6 0,2 9 4 0,-1-10-2 16,1 10 5-16,-3-10-3 0,3 10 2 0,-1-7 11 15,1 7-2-15,0 0 2 0,-4-7-3 0,4 7 6 16,0 0-3-16,0 0-2 0,0 0 0 0,0-10-4 16,0 10 1-16,0 0-5 0,0 0 2 0,0 0-3 15,0 0-1-15,0 0-2 0,0 0-3 0,0 0 2 16,0 0 1-16,0 0-1 0,0 0-6 0,0 0 8 16,0 0-4-16,0 0 4 0,0 0 2 0,1 31 2 15,2-21-5-15,-3 0 0 0,1-1 2 0,0 1 3 16,-1 2-3-16,2-2 3 0,-1 2 1 0,0-2 2 15,0 1 0-15,1-2-2 0,-2 2 0 0,2 0-4 0,-2-4 1 16,0 0 2-16,0-7 4 0,4 16 2 16,-4-10-5-16,0-6 0 0,0 10-3 0,0-10-1 15,1 10 1-15,-1-10 1 0,3 8 2 0,-3-8-5 16,0 6 4-16,0-6-1 0,0 0 2 0,1 7 2 16,-1-7 6-16,0 0 7 0,0 0 6 0,0 0 3 15,0 0-1-15,0 0-4 0,0 0-2 0,0 0 2 16,0 0-8-16,0 0-1 0,0 0-1 0,0 0-4 15,0 0 5-15,-9-27-7 0,7 22-3 0,2 5 0 0,-2-16-4 16,1 7 2-16,-1-1-2 0,0 0-3 0,1-1 2 16,-3 0 2-16,2 0-4 0,0 1 7 0,0 2-6 15,2 8 1-15,-1-15-4 0,-1 11 2 0,2 4 2 16,-1-12 0-16,1 12 1 0,-1-8-3 0,1 8-4 16,-3-6 3-16,3 6 0 0,0 0-1 0,0 0 0 15,0 0 1-15,0 0 3 0,-1-9-5 0,1 9-3 16,0 0 3-16,0 0-4 0,0 0 5 0,0 0-3 15,0 0 4-15,0 0-3 0,6 22 2 0,-2-13-3 16,-1 1 4-16,-2-1 1 0,3 2 1 0,-3-1-5 16,0 1 6-16,2 0-3 0,-2 0 3 0,3 0-1 15,-3-1-3-15,2 0 3 0,-2-3 3 0,2 2-1 16,-3-1 1-16,0-8-2 0,1 13 0 0,0-8 0 16,-1-5-3-16,2 10 4 0,-2-10 2 0,1 7-4 15,-1-7 2-15,0 0 3 0,0 10 1 0,0-10-3 16,0 0 7-16,0 0 1 0,0 0-4 0,0 7 0 15,0-7 3-15,0 0-6 0,0 0-1 0,0 0 0 16,0 0 4-16,0 0-5 0,-8-24 5 0,6 15-2 16,-1 2-2-16,0-3 0 0,2 3-1 0,-1-2 1 15,0-1-3-15,0 0 0 0,-1 0 6 0,1 0-7 16,-1 1-1-16,1 0 4 0,-1 1-3 0,2-2 0 0,-2 2 1 16,2 1 0-16,1 7-1 0,-1-11-1 15,-2 5 2-15,3 6-2 0,-1-9 1 0,1 9-2 16,0 0-1-16,-3-9-2 0,3 9 3 0,0 0-2 15,0 0 4-15,0 0-4 0,0 0 1 0,0 0-3 16,0 0 6-16,0 0-3 0,0 0 2 0,8 21-2 16,-6-11 3-16,1-2 1 0,1 5-1 0,-3-2-2 15,2 1-2-15,-1-1 5 0,2-1 3 0,-1 2-4 16,-2-2-1-16,0 1 4 0,0-5-4 0,1 4 2 0,-1-4-1 16,0 0 1-16,-1-6-1 0,2 9 1 15,-2-9-2-15,2 5 9 0,-2-5-5 0,0 0-1 16,0 9 0-16,0-9 5 0,0 0 1 0,0 0-1 15,0 0 0-15,0 0-3 0,0 0 1 0,0 0-5 0,0 0-2 16,0 0-3-16,0 0 0 0,0 0-5 0,-4-28 2 16,2 22-10-16,-1-5-15 0,2 1 1 0,0 0 1 15,-2-2 3-15,-1 2-7 0,2 1 2 0,-2-1-4 16,3 4-1-16,-3 0-15 0,4 6-10 0,-5-9-20 16,5 9-23-16,-7-7-34 0,7 7-144 0,-11 2-309 15,11-2 137-15</inkml:trace>
  <inkml:trace contextRef="#ctx0" brushRef="#br0" timeOffset="145887.14">9758 10255 13 0,'7'-3'20'16,"-7"3"2"-16,0 0-4 0,0 0-1 0,0 0-3 15,5-3-8-15,-5 3-5 0,0 0 0 0,10-3-20 16,-10 3-20-16,6-5 8 0</inkml:trace>
  <inkml:trace contextRef="#ctx0" brushRef="#br0" timeOffset="146847.28">9744 10171 10 0,'-6'-4'36'0,"6"4"-3"16,0 0-6-16,0 0-1 0,0 0-4 0,0 0-4 16,0 0 1-16,0 0 1 0,0 0-2 0,0 0-8 15,0 0 4-15,0 0-3 0,0 0-1 0,0 0-6 16,0 0 0-16,0 0-2 0,0 0-3 0,0 0-3 16,0 0-7-16,0 0-4 0,0 0-8 0,0 0-16 15,0 0-42-15,0 0 20 0</inkml:trace>
  <inkml:trace contextRef="#ctx0" brushRef="#br0" timeOffset="147442.78">9814 10004 8 0,'0'0'23'0,"0"0"-4"15,-11 3-5-15,11-3 2 0,0 0-2 0,-5 3-4 16,5-3 3-16,0 0-1 0,0 0-1 0,-5 7-2 16,5-7-2-16,0 0-2 0,0 0 0 0,-5 5 3 15,5-5-2-15,0 0-3 0,0 0 2 0,0 0-5 0,-5 4 3 16,5-4 2-16,0 0-5 0,0 0 5 0,0 0-6 16,0 0 0-16,-7 3 4 0,7-3-2 15,0 0 1-15,0 0-2 0,0 0 2 0,0 0 2 16,0 0-2-16,0 0-5 0,0 0 4 0,0 0 0 15,0 0 0-15,0 0 2 0,0 0 0 0,0 0-2 16,0 0 0-16,0 0 0 0,0 0-1 0,0 0 5 0,0 0-5 16,0 0-7-16,0 0 3 0,0 0 4 15,0 0-3-15,0 0 0 0,0 0-2 0,0 0-2 16,0 0-3-16,0 0-5 0,0 0-15 0,0 0-31 0,0 0 15 16</inkml:trace>
  <inkml:trace contextRef="#ctx0" brushRef="#br0" timeOffset="148330.97">9788 10297 30 0,'0'0'26'0,"0"0"5"0,0 0-8 0,0 0-1 15,0 0 0-15,0 0-5 0,0 0-4 0,28 6 5 16,-19-6-4-16,-9 0 2 0,19-2-9 0,-8 2-1 15,2-1 5-15,1 0-2 0,4 1-1 0,1-2 0 16,3 2 9-16,1 0-17 0,4-1 12 0,0 0-7 16,1 1-6-16,0 0 2 0,-1 1-7 0,1-1-1 15,-1 0-1-15,1 0-7 0,-8 1-5 0,3-2 2 16,4 1-1-16,3 0-3 0,-4 0 3 0,1-1-12 16,1 1-32-16,-1 0 14 0</inkml:trace>
  <inkml:trace contextRef="#ctx0" brushRef="#br0" timeOffset="149039">12462 10229 16 0,'0'0'58'0,"0"0"0"0,0 0-14 15,11-3 2-15,-11 3 0 0,0 0-9 0,0 0-2 16,0 0 2-16,0 0-7 0,8 0-6 0,-8 0-4 15,0 0-4-15,10 0 2 0,-10 0 0 0,7 2-1 16,-7-2-2-16,9 1-4 0,-9-1-8 0,8 2 2 16,-8-2-10-16,10 0 2 0,-10 0 8 0,0 0 2 15,10 0-4-15,-10 0-3 0,0 0 0 0,0 0 8 16,9 0 4-16,-9 0-11 0,0 0 12 0,0 0 3 16,0 0-2-16,0 0 0 0,0 0 1 0,0 0-9 15,0 0 8-15,0 0 0 0,0 0-1 0,0 0 6 16,0 0 0-16,0 0-13 0,0 0 14 0,0 0-3 15,0 0-3-15,0 0 6 0,0 0-11 0,0 0 0 16,0 0 1-16,0 0-10 0,0 0-2 0,0 0-11 16,0 0-17-16,0 0-28 0,0 0-66 0,-23-8-134 15,23 8 59-15</inkml:trace>
  <inkml:trace contextRef="#ctx0" brushRef="#br0" timeOffset="153263.04">9611 12758 42 0,'0'0'47'0,"0"0"-4"16,0 0-9-16,0 0-3 0,0 0-3 0,0 0-3 0,0 0-2 16,0 0-2-16,0 0-3 0,0 0-2 0,0 0-4 15,0 0 2-15,0 0 0 0,0 0 0 0,0 0-2 16,0 0 0-16,0 0-6 0,0 0 4 0,23 8-3 15,-23-8 3-15,11 1-5 0,-5 0-2 0,3 0 8 16,1-2-5-16,2 2 0 0,2-2 5 0,2-1-8 16,6 1-3-16,-3-2 3 0,3 0 6 0,6-2-8 15,0 0-6-15,0 2 2 0,3-3 1 0,-2 2-1 16,1-1-1-16,-1 1 2 0,-2 0-1 0,0 0 3 16,-5 2 0-16,-2-1-3 0,2 1-6 0,-2-1-3 15,1 3-2-15,-1 0 2 0,-3 0-4 0,2 0 0 16,-1 0-1-16,-2 0 1 0,2 0 2 0,0 0 1 15,0 2-8-15,1-2 1 0,2 0-6 0,-2 0-19 16,1 0-48-16,1-2 22 0</inkml:trace>
  <inkml:trace contextRef="#ctx0" brushRef="#br0" timeOffset="154460.97">12648 12741 19 0,'0'0'49'0,"0"0"-2"0,0 0-5 16,0 0-2-16,0 0 0 0,0 0-5 0,0 0-2 16,0 0 0-16,0 0-3 0,0 0-4 0,0 0-1 15,0 0-5-15,0 0-1 0,0 0-2 0,0 0 0 16,0 0-2-16,0 0 5 0,0 0-12 0,0 0 4 16,0 0-2-16,0 0-3 0,0 0 3 0,0 0 3 15,0 0-5-15,0 0-3 0,0 0 4 0,0 0 3 16,0 0 1-16,0 0-3 0,0 0 2 0,0 0-3 15,0 0 1-15,0 0-4 0,0 0 0 0,0 0 2 16,0 0-3-16,0 0-2 0,0 0-2 0,0 0 4 16,0 0 2-16,0 0-8 0,0 0 1 0,0 0-3 15,0 0-2-15,0 0-8 0,0 0 4 0,0 0-3 16,0 0 1-16,0 0-3 0,9-2-5 0,-9 2-12 16,0 0-4-16,0 0-11 0,0 0-41 0,0 0-93 15,0 0 42-15</inkml:trace>
  <inkml:trace contextRef="#ctx0" brushRef="#br0" timeOffset="156530">9487 12986 22 0,'0'0'82'0,"0"0"-4"0,0 0-7 0,0 0-1 15,0 0-4-15,0 0-2 0,0 0-13 0,0 0 10 16,0 0-7-16,0 0 2 0,0 0 3 0,0 0 1 0,0 0-4 15,0 0-2-15,0 0-7 0,0 0 8 0,0 0-2 16,-10 14 2-16,10-14-3 0,-5 8 3 0,5-8-3 16,-8 9-4-16,6-4 1 0,2-5-9 0,-5 11 5 15,2-5-10-15,3-6-4 0,-4 10 2 0,3-5-4 16,1-5 3-16,-4 9-8 0,4-9 6 0,-1 12-5 16,1-12 3-16,0 7-7 0,0-7 6 0,2 10-9 15,-2-10-2-15,3 9-2 0,0-3 1 0,-3-6 6 16,3 4-11-16,-3-4 3 0,6 4 4 0,-6-4 5 15,10 5-9-15,-10-5 12 0,9 2-3 0,-9-2-7 16,10-1 3-16,-10 1-6 0,9-1-2 0,-9 1 3 16,11-2-2-16,-11 2 0 0,11-3 2 0,-7-1 0 15,-4 4-5-15,8-3 4 0,-3-1-3 0,-5 4-1 16,11-6 2-16,-7 3-1 0,-4 3-3 0,6-8 2 16,-6 8-5-16,6-5 4 0,-6 5 4 0,3-6-2 15,-3 6 0-15,2-9 0 0,-2 9-6 0,2-12-5 16,-2 12 8-16,0-12 0 0,0 12 0 0,-3-13-5 15,3 13 5-15,-2-13-4 0,0 7 0 0,1-1 2 16,1 7 1-16,-5-13-2 0,4 9 3 0,1 4-4 16,-4-11-2-16,0 4 1 0,4 7-1 0,-5-7 1 15,5 7 2-15,-4-8 3 0,4 8-1 0,-4-7-4 16,4 7 2-16,-2-4 0 0,2 4-1 0,-5-7-7 0,5 7 5 16,0 0 4-16,-7-3-5 0,7 3-2 15,0 0 3-15,-13 0-1 0,13 0-9 0,0 0 10 16,-14 4-1-16,8 2 4 0,1-3-2 0,-3 3-1 15,-2-1-2-15,1 2 2 0,0-2-3 0,0 3 1 16,-2 1 3-16,3 0-2 0,-1-1 4 0,0 2-2 16,3-2-3-16,1 0 1 0,-1-3 1 0,3 2-3 15,0 0 2-15,-1-1 0 0,3 2 1 0,-2-2-3 16,3-6 5-16,0 14 1 0,0-14-3 0,2 13 0 0,-1-7 5 16,3 0-5-16,-2-2-2 0,-2-4 7 15,5 10-2-15,-2-6-4 0,-3-4 3 0,8 7-4 16,-6-3 4-16,3-3 0 0,-5-1-2 0,9 4 2 15,-9-4 0-15,9 2 5 0,-9-2-5 0,11-2-1 0,-11 2 2 16,10-4-2-16,-4 1 4 0,-6 3 0 16,9-7-6-16,-4 2 4 0,0 1 0 0,2-3-1 15,-4 1 2-15,-3 6 8 0,9-7-9 0,-5 1 8 0,-1 0-2 16,1 1-1-16,-4 5-2 0,7-14 0 16,-6 9 2-16,1-2-2 0,-2 7-2 0,2-12 1 0,-2 3-1 15,0 9-1-15,2-12 2 0,-2 12-1 0,-2-11 0 16,1 5-3-16,1 6-1 0,-3-10 4 0,3 10-3 15,-2-8-1-15,2 8 5 0,-6-10-1 16,6 10-2-16,-3-8-1 0,3 8-1 0,-4-6 0 0,4 6 0 16,-5-4 3-16,5 4-6 0,0 0 4 0,-6-7 1 15,6 7-3-15,0 0-1 0,-7-2 0 16,7 2-1-16,0 0-1 0,0 0 4 0,-14 0-1 16,14 0-1-16,0 0-1 0,0 0 3 0,-11 4-3 0,11-4 2 15,-5 6-1-15,0-2-2 0,5-4 1 0,-7 11 0 16,5-7-2-16,2-4 3 0,-7 14 1 0,6-6-2 15,-2 2 2-15,1 1 1 0,0-2-2 0,-1 1 1 16,0-1-1-16,2-1 2 0,1-8 2 0,1 14-4 16,-1-14 1-16,0 10 2 0,0-3-3 0,3 0 2 15,-3-7-1-15,3 11 5 0,0-7-2 0,0 3-1 16,0-3 1-16,-3-4 1 0,10 8-3 0,-7-6 4 16,4 2 1-16,-2-1-3 0,-5-3 0 0,14 2-1 15,-5-3 2-15,1 0-2 0,-1-2-2 0,0 0 7 16,-2 0-7-16,3-4 4 0,-3 2-2 0,3-2 2 15,-5 3-1-15,3-2 1 0,-1 3-2 0,-1-8 3 16,-3 5-4-16,3-3 3 0,-4 3-1 0,2 0 1 16,-1-3 0-16,-1 1-2 0,0-3 1 0,-2 11-2 15,-2-14-3-15,1 7 1 0,-1-3-1 0,-1 4 0 16,3 6 0-16,-3-12 0 0,1 6 3 0,2 6-4 16,-6-9 3-16,3 4 1 0,3 5-3 0,-8-9 0 0,3 7-1 15,5 2 0-15,-9-5 4 0,9 5-7 16,-12-2 3-16,12 2 0 0,-12 2 1 0,4 1 0 15,1 0 1-15,-1 1-1 0,-1 1 3 0,0 1-3 16,-1 1 6-16,1 0-6 0,0 2 2 0,0 0 0 16,1 0-2-16,3 0 2 0,0 0-3 0,0 0 3 0,0 1-2 15,1-3-1-15,2 2 3 0,0 0-2 16,1-1 3-16,1 2-2 0,0-10 1 0,1 12 1 16,2-5 3-16,-2-2-3 0,-1-5 6 0,5 8-3 15,1-3-1-15,-2-1 0 0,-4-4 3 0,12 2 0 0,-4-2-4 16,-8 0 0-16,14-4 4 0,-7 3-1 0,0-1-4 15,2-1 0-15,-3-1 2 0,3 0-3 0,-1-2 3 16,-2 2 1-16,-1 1-1 0,-1-2 1 16,0-1-3-16,0 0 5 0,-4 6-4 0,4-12 0 0,-3 7-3 15,-1 5 2-15,0-12 0 0,-1 3 1 0,1 9 0 16,-6-14-1-16,4 9-1 0,2 5 0 0,-8-13 1 16,5 7 1-16,3 6-1 0,-10-8-2 15,5 4 2-15,-1 1-4 0,6 3 5 0,-13-2-1 0,13 2-6 16,-18 5 2-16,9-3 0 0,-1 4 0 0,-2-1 0 15,1 3-11-15,0-1-8 0,2 0-11 0,-2 3-19 16,2-2-20-16,2 2-24 0,2-1-21 0,-1 2-27 16,1-1-160-16,-1 1-329 0,4-3 146 0</inkml:trace>
  <inkml:trace contextRef="#ctx0" brushRef="#br0" timeOffset="169718.49">9522 12996 30 0,'0'0'44'16,"0"0"-6"-16,0 0-12 0,0 0-7 0,0 0-24 15,0 0-21-15,0 0-27 0,0 0 12 0</inkml:trace>
  <inkml:trace contextRef="#ctx0" brushRef="#br0" timeOffset="169975.89">9471 13130 16 0,'0'0'48'0,"0"0"-11"15,0 0-14-15,0 0-13 0,0 0-33 0,0 0-24 16,0 0 11-16</inkml:trace>
  <inkml:trace contextRef="#ctx0" brushRef="#br0" timeOffset="174134.93">8980 14502 57 0,'6'-5'59'0,"-6"5"-14"0,0 0-2 0,0 0-17 15,0 0-5-15,0 0-19 0,0 0-13 0,0 0-30 16,0 0-43-16,0 0 19 0</inkml:trace>
  <inkml:trace contextRef="#ctx0" brushRef="#br0" timeOffset="175974.17">8938 14761 65 0,'0'0'81'0,"0"0"-8"16,0 0 0-16,0 0-14 0,0 0-4 0,0 0-23 0,0 0 0 16,0 0-13-16,0 0-13 0,0 0-7 0,0 0-17 15,0 0-19-15,0 0-37 0,0 0-79 16,0 0 36-16</inkml:trace>
  <inkml:trace contextRef="#ctx0" brushRef="#br0" timeOffset="176991.08">9275 14961 10 0,'0'0'66'0,"4"-4"-11"0,-4 4-11 15,0 0-12-15,0 0-7 0,0 0-13 0,0 0-9 16,0 0-20-16,0 0-22 0,0 0-42 15,0 0 20-15</inkml:trace>
  <inkml:trace contextRef="#ctx0" brushRef="#br0" timeOffset="179608.72">13670 15420 1 0,'0'0'33'0,"0"0"-3"16,0 0 1-16,0 0-8 0,0 0-4 15,-4 11-8-15,4-11-6 0,0 0-7 0,0 0-5 16,0 0-17-16,0 0-26 0,0 0 11 0</inkml:trace>
  <inkml:trace contextRef="#ctx0" brushRef="#br0" timeOffset="182716.18">9986 16563 76 0,'0'0'154'16,"0"0"-6"-16,0 0-14 0,0 0-7 0,0 0-6 16,0 0-6-16,0 0-13 0,0 0 0 0,0 0-5 15,0 0 0-15,0 0-4 0,0 0-4 0,0 0-7 16,0 0-3-16,0 0-6 0,5-3-1 0,-5 3-10 15,0 0-5-15,0 0-4 0,0 0-4 0,0 0-3 16,0 0 0-16,0 0-7 0,0 0-2 0,0 0-2 16,0 0 0-16,0 0-6 0,0 0-1 0,0 0-1 15,0 0-2-15,0 0-2 0,0 0-4 0,0 0 2 16,0 0-3-16,0 0-2 0,0 0 1 0,0 0 0 16,0 0-5-16,0 0 2 0,0 0-1 0,0 0-1 15,0 0-4-15,0 0-1 0,0 0 0 0,0 0 0 16,0 0-5-16,0 0 4 0,0 0-6 0,0 0 5 15,0 0 1-15,0 0-2 0,0 0-2 0,0 0 3 16,0 0 2-16,0 0-2 0,0 0-4 0,0 0 3 16,0 0-4-16,0 0 3 0,0 0-1 0,0 0 0 15,0 0-6-15,0 0-6 0,0 0-5 0,0 0-11 16,0 0-16-16,0 0-12 0,0 0-26 0,0 0-15 16,0 0-39-16,0 0-27 0,0 0-33 0,0 0-103 15,0 0-321-15,0 0 142 0</inkml:trace>
  <inkml:trace contextRef="#ctx0" brushRef="#br0" timeOffset="183497.56">11100 16361 55 0,'0'0'166'0,"0"0"-16"16,0 0-17-16,5-7-22 0,-5 7-11 0,0 0-21 15,0 0-18-15,0 0-19 0,0 0-25 0,0 0-23 16,0 0-17-16,0 0-21 0,0 0-23 0,0 0-62 15,0 0-140-15,0 0 62 0</inkml:trace>
  <inkml:trace contextRef="#ctx0" brushRef="#br0" timeOffset="183710.8">11356 16353 70 0,'0'0'68'0,"0"0"-13"16,13 1-30-16,-13-1-30 0,5 4-31 0,-5-4-38 15,0 0 16-15</inkml:trace>
  <inkml:trace contextRef="#ctx0" brushRef="#br0" timeOffset="183926.71">11638 16416 190 0,'0'0'165'0,"0"0"-23"0,0 0-22 0,0 0-14 0,0 0-21 16,0 0-21-16,6 3-27 0,-6-3-27 0,0 0-30 15,7 3-31-15,-7-3-91 0,4 5-153 0,-4-5 68 16</inkml:trace>
  <inkml:trace contextRef="#ctx0" brushRef="#br0" timeOffset="184131.44">12205 16405 153 0,'0'0'97'0,"0"0"-35"0,7-2-26 0,-7 2-10 0,0 0-17 15,12 2-28-15,-12-2-42 0,10 4-66 0,-5-1 30 16</inkml:trace>
  <inkml:trace contextRef="#ctx0" brushRef="#br0" timeOffset="184338.87">12615 16440 33 0,'0'0'222'0,"0"0"-30"15,9 0-18-15,-9 0-27 0,0 0-21 0,10 0-27 16,-10 0-21-16,0 0-39 0,0 0-32 16,0 0-34-16,10 1-27 0,-10-1-34 0,0 0-70 15,0 0-172-15,0 0 77 0</inkml:trace>
  <inkml:trace contextRef="#ctx0" brushRef="#br0" timeOffset="186612.01">13432 13033 14 0,'0'0'56'0,"0"0"-2"15,0 0-8-15,0 0 0 0,0 0-4 0,0 0-3 16,0 0-6-16,6-4 0 0,-6 4-1 0,0 0-6 16,0 0-1-16,0 0-7 0,0 0-1 0,0 0 0 15,0 0-3-15,0 0 4 0,0 0-5 0,0 0 3 16,0 0 2-16,0 0-3 0,0 0 1 0,0 0-2 15,0 0 13-15,0 0-9 0,2-7 1 0,-2 7-3 16,0 0-3-16,0 0 4 0,0 0-3 0,0 0 7 16,0 0-10-16,0 0 7 0,0 0-6 0,0 0-6 15,0 0 1-15,0 0 2 0,0 0-3 0,0 0 0 16,0 0 10-16,0 0-7 0,0 0 2 0,0 0-5 16,0 0 2-16,0 0 3 0,0 0-4 0,0 0 1 15,0 0 0-15,0 0 2 0,0 0-7 0,0 0 5 16,0 0 0-16,0 0-2 0,0 0 0 0,0 0 0 15,0 0 3-15,0 0-2 0,0 0 1 0,0 0-8 0,0 0 2 16,0 0 9-16,0 0-4 0,0 0 10 0,0 0-5 16,0 0-5-16,0 0-2 0,0 0 10 15,0 0-4-15,0 0 8 0,0 0-2 0,0 0-10 0,0 0-3 16,0 0 7-16,0 0-4 0,0 0 5 0,0 0-8 16,0 0 6-16,0 0-8 0,0 0 9 15,0 0-11-15,0 0 4 0,0 0-1 0,0 0 0 0,0 0-2 16,0 0 3-16,0 0-5 0,0 0 4 0,0 0-1 15,0 0 4-15,0 0-8 0,0 0 4 0,0 0-8 16,0 0 16-16,0 0-11 0,0 0 1 0,0 0-1 16,0 0-1-16,0 0 4 0,0 0-3 0,0 0 3 15,0 0-1-15,0 0-3 0,0 0-9 0,0 0-2 16,0 0-7-16,0 0 5 0,0 0-11 0,0 0 4 16,0 0-7-16,0 0-6 0,0 0-11 0,0 0-14 15,0 0-4-15,0 0-20 0,0 0-48 0,-10 18-143 16,10-18 63-16</inkml:trace>
  <inkml:trace contextRef="#ctx0" brushRef="#br0" timeOffset="187674.83">13430 13062 129 0,'0'0'135'0,"0"0"-10"0,0 0-5 15,0 0-14-15,0 0-9 0,0 0-12 16,0 0-4-16,0 0-13 0,0 0-2 0,0 0-6 16,0 0-8-16,0 0-8 0,0-7 3 0,0 7-12 15,0 0 2-15,0 0-3 0,0 0-2 0,0 0-6 16,0 0 3-16,0 0 2 0,0 0 1 0,0 0 1 15,0 0-1-15,0 0 0 0,0 0-6 0,0 0 2 16,0 0-7-16,0 0 0 0,0 0 3 0,0 0-4 0,0 0-4 16,0 0 3-16,0 0 3 0,0 0-4 15,0 0 1-15,0 0-6 0,0 0 2 0,0 0-2 0,0 0 2 16,0 0-6-16,0 0 2 0,0 0-3 0,0 0 0 16,0 0-2-16,0 0 3 0,0 0-3 0,0 0 1 15,0 0-4-15,0 0 0 0,0 0 6 0,0 0-6 16,0 0-2-16,0 0 1 0,0 0-1 0,0 0-1 15,0 0-4-15,0 0-5 0,0 0-13 0,0 0-1 16,0 0-9-16,0 0-9 0,0 0-10 0,0-9-18 16,0 9-21-16,0 0-2 0,0 0-9 0,0-9 0 15,0 9-14-15,0 0-84 0,0 0-217 0,0 0 96 16</inkml:trace>
  <inkml:trace contextRef="#ctx0" brushRef="#br0" timeOffset="189629.99">9775 10326 22 0,'0'0'27'0,"0"0"-7"0,0 0 1 15,0 0 6-15,0 0-9 0,6 3 7 0,-6-3-11 0,0 0 3 16,0 0 2-16,5 3-4 0,-5-3-5 0,0 0-3 16,0 0 1-16,8 4 0 0,-8-4 0 15,0 0-2-15,8 3 2 0,-8-3-6 0,0 0 2 0,12 0-3 16,-12 0 6-16,8 0-5 0,-8 0 5 0,11 0-6 16,-11 0-3-16,13 0 5 0,-6 0 2 0,3 0-5 15,0 0-10-15,1 0 5 0,0 0-6 0,2 0-3 16,-3 0-2-16,2 0 3 0,2 0-6 0,-3 2-18 15,2-1-41-15,4-1 18 0</inkml:trace>
  <inkml:trace contextRef="#ctx0" brushRef="#br0" timeOffset="192193.76">12299 10255 25 0,'0'0'39'0,"0"0"2"0,0 0 0 15,0 0-7-15,0 0-1 0,0 0-7 0,10-1-1 16,-10 1-4-16,0 0-5 0,0 0 2 0,0 0-1 16,0 0-14-16,0 0 3 0,0 0 7 0,0 0 4 15,0 0-7-15,0 0-1 0,0 0 3 0,0 0-1 16,0 0 3-16,0 0-11 0,0 0-1 0,0 0 4 16,0 0-3-16,0 0-4 0,0 0 4 0,0 0 5 15,0 0-3-15,0 0-5 0,0 0 1 0,0 0 5 16,0 0-1-16,0 0 5 0,0 0 0 0,0 0-10 15,0 0 0-15,0 0 7 0,4 5 0 0,-4-5-7 16,0 0-3-16,0 0 5 0,0 0 2 0,0 0 0 16,0 0 0-16,0 0-1 0,0 0-6 0,0 0 4 15,0 0 2-15,0 0 1 0,0 0-2 0,12-2-4 16,-12 2 3-16,0 0 2 0,8-2-3 0,-8 2 0 16,0 0-4-16,10-1 1 0,-10 1 5 0,0 0 3 15,0 0-5-15,10 0-6 0,-10 0 11 0,0 0-7 16,9 0-2-16,-9 0 3 0,0 0 9 0,12-1-3 15,-12 1-5-15,0 0-2 0,0 0-2 0,11 1 3 16,-11-1 3-16,0 0-7 0,0 0 4 0,5 1 0 16,-5-1 4-16,0 0 1 0,0 0-7 0,0 0 2 15,0 0-1-15,0 0 2 0,0 0 3 0,0 0-6 16,0 0 4-16,11 0 2 0,-11 0-4 0,0 0-2 16,0 0 0-16,0 0 6 0,0 0-1 0,0 0-1 15,0 0-7-15,0 0 12 0,0 0-2 0,0 0 2 16,0 0-4-16,0 0 0 0,0 0 2 0,0 0-4 15,0 0 5-15,0 0-1 0,0 0-2 0,0 0 7 16,0 0-6-16,0 0 2 0,0 0-3 0,0 0-1 16,0 0 8-16,0 0-1 0,0 0-4 0,0 0 6 15,0 0-5-15,0 0 0 0,0 0 6 0,0 0-8 16,0 0 4-16,0 0-1 0,0 0-2 0,0 0 2 16,0 0-4-16,0 0 1 0,0 0 10 0,0 0-8 15,0 0-4-15,0 0 3 0,0 0-3 0,0 0 0 0,0 0 7 16,0 0-4-16,0 0 0 0,0 0 0 15,0 0-3-15,0 0-10 0,0 0 20 0,0 0-2 0,0 0 2 16,0 0-3-16,0 0-1 0,0 0 12 16,0 0-5-16,0 0-7 0,0 0 0 0,0 0 4 15,0 0-5-15,0 0 3 0,0 0-6 0,0 0 1 0,0 0 2 16,0 0-3-16,0 0 1 0,0 0-7 16,0 0 12-16,0 0-2 0,0 0-7 0,0 0-2 15,0 0 0-15,0 0 7 0,0 0-3 0,0 0-2 16,0 0 0-16,0 0 1 0,0 0-6 0,0 0 3 0,0 0 3 15,0 0-1-15,0 0-7 0,0 0 7 0,0 0-1 16,0 0-3-16,0 0 5 0,0 0 0 0,0 0-4 16,0 0 7-16,0 0-1 0,0 0-4 0,0 0-3 15,0 0-7-15,0 0 12 0,0 0 2 0,0 0-5 16,0 0 4-16,0 0-2 0,0 0-6 0,0 0 10 16,0 0-7-16,0 0 1 0,0 0 4 0,0 0-2 15,0 0-2-15,0 0-2 0,0 0 8 0,0 0-8 16,0 0 10-16,0 0-3 0,0 0-2 0,0 0 3 15,0 0-7-15,0 0-2 0,0 0 3 0,0 0-3 16,0 0 5-16,0 0-1 0,0 0 0 0,0 0-3 16,0 0 5-16,0 0-6 0,0 0 10 0,0 0-14 15,0 0 10-15,0 0-1 0,0 0-4 0,0 0 4 16,0 0 4-16,0 0-4 0,0 0 8 0,0 0-5 16,0 0-3-16,0 0-3 0,0 0 3 0,0 0 0 15,0 0 5-15,0 0-6 0,0 0 4 0,0 0-3 16,0 0-2-16,0 0-2 0,0 0 1 0,0 0-3 15,0 0 6-15,0 0 1 0,0 0 5 0,0 0-7 16,0 0 5-16,0 0 0 0,0 0-4 0,0 0-4 16,0 0 2-16,0 0 1 0,0 0 5 0,0 0-8 15,0 0 5-15,0 0 2 0,-7 14 0 0,7-14-3 16,0 0 6-16,0 0-3 0,0 0-6 0,0 0 10 16,0 0-7-16,0 0-2 0,0 0 0 0,0 0-1 15,0 0 8-15,0 0-5 0,0 0-2 0,0 0-5 16,0 0 11-16,0 0-4 0,0 0-3 0,0 0 6 15,0 0-7-15,0 0 2 0,0 0 2 0,0 0 2 0,0 0-4 16,0 0 3-16,0 0 4 0,0 0-6 16,0 0 5-16,0 0-7 0,0 0 4 0,0 0 1 0,0 0 0 15,0 0-2-15,0 0 1 0,0 0 3 16,0 0 0-16,0 0-3 0,0 0 2 0,0 0-3 0,0 0 1 16,0 0 4-16,0 0-3 0,0 0-3 0,0 0 5 15,0 0-2-15,0 0-2 0,0 0 3 16,0 0 5-16,0 0-4 0,0 0 1 0,0 0 8 15,0 0-8-15,0 0-1 0,0 0 3 0,0 0 0 0,0 0 1 16,0 0-1-16,0 0 1 0,0 0-16 0,0 0 4 16,0 0 9-16,0 0 4 0,0 0-9 15,0 0 4-15,0 0-2 0,0 0-7 0,0 0 1 0,0 0 9 16,0 0-1-16,0 0-9 0,0 0 2 0,0 0 5 16,0 0-3-16,0 0 3 0,0 0 0 0,0 0-2 15,0 0-5-15,0 0 7 0,0 0 3 0,0 0-1 16,0 0-8-16,0 0 2 0,0 0-3 0,0 0 0 15,0 0-3-15,0 0-8 0,0 0 3 0,0 0 0 16,0 0-5-16,0 0-2 0,0 0 1 0,0 0 1 16,0 0-10-16,0 0-1 0,0 0-2 0,0 0-4 15,0 0 4-15,0 0-6 0,0 0 2 0,0 0-9 16,0 0 1-16,0 0-2 0,0 0-29 0,0 0-81 16,0 0 36-16</inkml:trace>
  <inkml:trace contextRef="#ctx0" brushRef="#br0" timeOffset="193566.56">12542 12996 6 0,'0'0'79'0,"0"0"-7"0,0 0-6 15,0 0-2-15,0 0-6 0,0 0-1 0,0 0-5 16,0 0 4-16,0 0 2 0,0 0-7 0,0 0 0 16,0 0-10-16,0 0 0 0,0 0 1 0,0 0 0 15,0 0-5-15,0 0-3 0,0 0-2 0,0 0-7 16,0 0 3-16,0 0-2 0,0 0 0 0,0 0-3 15,0 0-6-15,0 0-4 0,0 0 5 0,0 0-2 16,0 0 1-16,0 0-8 0,0 0 0 0,0 0-1 16,0 0 3-16,0 0-7 0,0 0 6 0,0 0-8 15,0 0 3-15,0 0-2 0,0 0-1 0,0 0-6 16,0 0 10-16,0 0 0 0,0 0-5 0,0 0 4 16,0 0 0-16,0 0-8 0,0 0 12 0,0 0-7 15,0 0 4-15,0 0-3 0,0 0 2 0,0 0-8 16,0 0 0-16,0 0-2 0,0 0 10 0,0 0-3 15,0 0 3-15,0 0-1 0,0 0-1 0,0 0-2 16,0 0-2-16,0 0-1 0,0 0 13 0,0 0-11 0,0 0 3 16,0 0-6-16,0 0 1 0,0 0-12 15,0 0-5-15,0 0-10 0,0 0-8 0,0 0-19 0,0 0-20 16,0 0-22-16,0 0-59 0,0 0-169 0,0 0 75 16</inkml:trace>
  <inkml:trace contextRef="#ctx0" brushRef="#br0" timeOffset="195067.74">9758 10351 32 0,'0'0'36'0,"0"0"-3"0,5-5-2 15,-5 5-5-15,0 0 1 0,0 0 1 0,7-3-1 0,-7 3 2 16,0 0-9-16,4-4 6 0,-4 4-4 0,0 0 4 16,0 0 2-16,7-4 0 0,-7 4-4 0,0 0 2 15,0 0 1-15,0 0-1 0,0 0 0 0,0 0-2 16,5-6-4-16,-5 6-2 0,0 0 0 0,0 0 3 16,0 0-2-16,0 0-1 0,4-5-6 0,-4 5 1 15,0 0-2-15,0 0-13 0,0 0 16 16,0 0 6-16,0 0-6 0,0 0-5 0,0-9-2 15,0 9-3-15,0 0-4 0,0 0-2 0,0 0-2 16,0 0-10-16,0 0 5 0,0 0-3 0,0 0-8 0,0 0 0 16,4-5-3-16,-4 5-5 0,0 0 3 0,0 0 0 15,5-6-1-15,-5 6-9 0,0 0-4 0,5-5 3 16,-5 5 3-16,0 0 9 0,4-6-3 0,-4 6 9 16,0 0-1-16,0 0 2 0,5-5 5 0,-5 5 4 15,0 0 8-15,0 0 0 0,0 0 5 0,0 0 0 16,0 0 16-16,0 0 1 0,0 0 7 0,4-5-1 15,-4 5-1-15,0 0 2 0,0 0 1 0,0 0-3 16,0 0 3-16,0 0-2 0,0 0 1 0,0 0-4 16,0 0 0-16,0 0 8 0,1-7-5 0,-1 7 4 15,0 0-12-15,0 0 3 0,0 0 8 0,0 0 0 16,0 0-3-16,0 0-4 0,0 0 5 0,0 0-1 16,0 0 1-16,0 0-13 0,0 0 4 0,0 0-5 15,0 0-3-15,0 0 6 0,0 0-7 0,0 0-1 16,0 0-10-16,0 0 9 0,0 0-13 0,3-5 7 15,-3 5 2-15,0 0-8 0,0 0 12 0,0 0-7 16,0 0-2-16,0 0 4 0,0 0-2 0,0 0-2 16,0 0 7-16,0 0-2 0,0 0-4 0,0 0 6 15,0 0-5-15,0 0-3 0,0 0 8 0,0 0-12 16,0 0 5-16,0 0 4 0,0 0-8 0,0 0 1 16,0 0 9-16,0 0-1 0,0 0-2 0,0 0 0 15,0 0-1-15,0 0-11 0,0 0 10 0,0 0-5 16,0 0 5-16,0 0-8 0,0 0 9 0,0 0-17 15,0 0 23-15,0 0-5 0,0 0-5 0,0 0-1 16,0 0-8-16,0 0-3 0,0 0-7 0,0 0-10 16,0 0-2-16,0 0 6 0,0 0-13 0,0 0 3 15,0 0-16-15,0 0 7 0,0 0-6 0,-8 22 3 0,8-22-8 16,-5 7-1-16,5-7-46 0,-6 5-113 16,6-5 51-16</inkml:trace>
  <inkml:trace contextRef="#ctx0" brushRef="#br0" timeOffset="195530.05">9756 10300 27 0,'0'0'69'0,"-3"-7"3"16,3 7-6-16,0 0-5 0,0 0 4 15,0 0-14-15,0 0 2 0,1-14-7 0,-1 14-2 16,0 0-9-16,0 0 9 0,0-8-8 0,0 8-14 16,0 0 27-16,0 0-19 0,0 0-2 0,0 0-5 15,2-10-7-15,-2 10-10 0,0 0 18 0,0 0-4 0,0 0-3 16,0-9 2-16,0 9-1 0,0 0-2 0,0 0 2 15,0 0-5-15,0 0 4 0,0 0 0 0,0 0-5 16,0 0-4-16,0 0 8 0,0 0-5 16,0 0 1-16,0 0-12 0,0 0 9 0,0 0 4 0,0 0-13 15,0 0 0-15,0 0-4 0,0 0 5 0,0 0-1 16,0 0 3-16,0 0-2 0,0 0-13 0,0 0 7 16,0 0 5-16,0 0 9 0,0 0-12 0,2 24 2 15,-2-24 7-15,2 14-10 0,-1-8 2 0,-1 2 1 16,1-2 3-16,0 2 3 0,2 1-5 0,-2 0 5 15,2-2-13-15,-2 1-8 0,2 2-17 0,-2 0-8 16,0 1-19-16,2-2-14 0,-1 1-72 0,-2-1-157 16,0-1 70-16</inkml:trace>
  <inkml:trace contextRef="#ctx0" brushRef="#br0" timeOffset="196492.05">9709 12798 50 0,'0'0'93'0,"0"0"5"0,0 0-30 0,0 0-9 15,0 0-5-15,0 0-15 0,0 0-6 0,0 0-19 16,0 0-18-16,0 0-19 0,0 0-58 15,0 0-86-15,0 0 38 0</inkml:trace>
  <inkml:trace contextRef="#ctx0" brushRef="#br0" timeOffset="197300.55">9762 10286 56 0,'0'0'59'0,"0"0"-3"0,0 0-12 0,0 0 0 15,0 0 2-15,1-8-8 0,-1 8-1 0,0 0-4 16,0 0-5-16,0 0 0 0,0 0-2 0,0 0-9 15,0 0 5-15,0 0-6 0,0 0-3 0,0 0-2 16,0 0 2-16,0 0 2 0,0 0-6 0,0 0-7 16,0 0-3-16,-3 29-9 0,1-22-4 0,1 1-6 15,0 1-20-15,-1-1-48 0,1-1-96 0,1-7 43 16</inkml:trace>
  <inkml:trace contextRef="#ctx0" brushRef="#br0" timeOffset="198066.65">9693 12800 30 0,'0'0'48'0,"0"0"-9"15,0 0-13-15,0 0-9 0,0 0-6 0,0 0-10 16,0 0-7-16,0 0-22 0,0 0-30 0,0 0 14 16</inkml:trace>
  <inkml:trace contextRef="#ctx0" brushRef="#br0" timeOffset="198868">9772 10213 61 0,'0'0'70'15,"0"0"-1"-15,0 0-5 0,0 0-8 0,0 0-3 0,0 0-4 16,0 0-6-16,0 0-13 0,0 0 0 16,0 0-2-16,0 0-3 0,0 0 2 0,0 0-10 15,0 0-9-15,0 0-10 0,0 0-3 0,0 0-5 16,0 0-15-16,0 0-11 0,0 0-17 0,0 0-31 0,0 0-90 15,0 0 41-15</inkml:trace>
  <inkml:trace contextRef="#ctx0" brushRef="#br0" timeOffset="199876.97">9716 12649 94 0,'0'0'118'0,"0"0"-7"0,0 0-10 0,0 0-11 15,0 0-5-15,0 0-17 0,0 0-6 0,0 0-5 16,0 0 2-16,0 0-12 0,0 0 2 16,0 0-6-16,0 0-3 0,0 0-13 0,0 0-5 15,0 0-4-15,0 0-17 0,0 0-7 0,0 0-17 0,9-12-7 16,-9 12-23-16,0 0-15 0,0 0-5 15,3-7-68-15,-3 7-151 0,0 0 68 0</inkml:trace>
  <inkml:trace contextRef="#ctx0" brushRef="#br0" timeOffset="200714.08">9774 10272 63 0,'0'0'74'0,"0"0"-3"0,0 0-7 0,0 0-4 0,0 9-6 16,0-9-1-16,0 0 0 0,0 0-6 0,0 0-6 15,0 0-5-15,0 0 1 0,0 0-5 0,0 0-2 16,0 0-11-16,0 0 10 0,0 0-18 0,0 0 4 16,0 0 4-16,0 0-2 0,0 0-5 0,0 0 7 15,0 0-9-15,0 0-5 0,0 0-9 0,0 0-6 16,0 0-5-16,0 0-2 0,0 0-23 0,0 0 1 16,-3 9-12-16,3-9-66 0,-4 7-125 0,4-7 57 15</inkml:trace>
  <inkml:trace contextRef="#ctx0" brushRef="#br0" timeOffset="201378.39">9741 12724 35 0,'0'0'104'0,"0"0"-15"0,0 0-6 0,0 0-10 15,0 0-7-15,0 0-4 0,0 0-11 0,0 0-3 16,0 0-3-16,0 0-8 0,0 0 11 0,0 0-17 16,0 0-1-16,0 0-3 0,0 0-3 0,0 0 4 15,0 0-12-15,0 0-14 0,0 0 1 0,2-16-13 16,-2 16-7-16,0 0-3 0,0 0-16 0,0 0-12 15,0 0-17-15,0 0-53 0,0 0-127 0,0 0 55 16</inkml:trace>
  <inkml:trace contextRef="#ctx0" brushRef="#br0" timeOffset="202323.21">9760 10300 71 0,'0'0'90'0,"0"0"-4"15,0 0 5-15,3 13-5 0,-3-13-11 0,0 0 7 16,0 0-2-16,0 0-5 0,0 0-15 0,0 0 11 16,0 0-15-16,0 0 0 0,0 0-3 0,0 0-6 15,0 0 3-15,0 0-3 0,0 0 1 0,0 0-7 16,0 0-11-16,0 0 3 0,0 0-2 0,0 0-6 15,0 0 1-15,0 0 0 0,0 0-7 0,0 0 7 16,0 0-14-16,0 0 1 0,0 0-3 0,0 0 4 16,0 0-7-16,0 0-6 0,0 0-2 0,0 0-10 15,0 0-14-15,0 0-9 0,0 0-12 0,0 0-18 16,0 0-12-16,0 0-13 0,0 0-11 0,0 0-82 16,0 0-198-16,0 0 88 0</inkml:trace>
  <inkml:trace contextRef="#ctx0" brushRef="#br0" timeOffset="203294.65">9617 12784 1 0,'0'0'177'0,"0"0"-10"0,0 0-6 0,0 0-10 15,0 0-17-15,0 0-10 0,0 0-12 0,0 0-15 16,0 0-5-16,0 0-15 0,0 0-1 15,0 0-15-15,0 0-13 0,0 0-16 0,0 0-10 16,0 0-12-16,0 0-24 0,0 0-19 0,11-16-18 16,-11 16-25-16,0 0-8 0,2-10-18 0,0 5-14 0,-2 5-62 15,-2-10-192-15,2 10 84 0</inkml:trace>
  <inkml:trace contextRef="#ctx0" brushRef="#br0" timeOffset="211330.07">22680 5742 86 0,'0'0'152'0,"0"0"-10"0,0 0-7 15,0 0-9-15,0 0-1 0,0 0-11 0,-24 1 9 16,24-1-2-16,-14 1-8 0,5 1-3 0,-5-2 8 16,1 3-2-16,-1-1-2 0,-4 0-7 0,0-2-9 15,1 3-4-15,0-3-9 0,-2 1-5 0,0 1-7 16,3-1 0-16,-3 2-7 0,0-3-5 0,2 1-2 16,3 1 1-16,1-2-2 0,-5 1 3 0,7 0 2 15,-1 1 5-15,-1-4-3 0,4 4-3 0,2-2-9 16,7 0-4-16,-17 0-5 0,17 0 2 0,-11 0-3 15,11 0 0-15,-12-2-6 0,12 2 0 0,0 0-3 16,-9-1-3-16,9 1-4 0,0 0-4 0,-8 3 3 16,8-3-2-16,0 0-3 0,0 0-4 0,0 0-3 15,0 0 0-15,0 0-5 0,0 0-1 0,0 0-1 16,0 0 3-16,0 0-2 0,0 0 1 0,0 0-2 16,30 0-5-16,-16 0 2 0,8 0 2 0,-2-2-7 15,11 4 6-15,1-4-6 0,1 2 6 0,1-1-4 16,1 1-1-16,1-1 4 0,1 1-7 0,-1 1 2 15,2-1 3-15,-1-1 2 0,-1 3-3 0,1 0-1 16,0-2 0-16,2 0-2 0,-1 0 1 0,0 3 0 16,3-2 3-16,10 2-3 0,-11-3 1 0,9 0 2 15,2 0-1-15,1 1-3 0,-13 0 2 0,11 0 0 16,1-1 0-16,0-1 0 0,-11 4 2 0,12-2-4 16,-13 2 3-16,17-2 0 0,-16 3 0 0,13 0-3 15,-3-2 0-15,1 0 2 0,-12 1-3 0,1-1 7 0,0 0-4 16,15 3-1-16,-5-3 2 0,2 0 9 15,-13 1-8-15,13-3 6 0,-1 3 0 0,-13-3 0 16,0 4 3-16,13-2-3 0,-1-1 1 0,1 3-1 16,-13-3-4-16,12 0 5 0,-11-1-1 0,15 1 1 15,-4 1 1-15,2-1-4 0,-13-1 2 0,17 0-3 0,0 4 8 16,-2-4-8-16,-3 1 4 0,1-1 0 16,0-1-4-16,-12 2 9 0,14 2-11 0,-14-3 4 15,13 1 4-15,-14-1-7 0,13 0 7 0,0 0 0 16,-13 0 1-16,0 2 1 0,2-4 0 0,9 4-2 0,-13-2-1 15,0 0 1-15,1-2-1 0,2 2-8 16,-2 0 10-16,-2-1-7 0,3 0 5 0,-3-1 1 16,-2 2-3-16,1 0-6 0,-1-3 3 0,-1 4 5 15,-1-2-7-15,-1 1 1 0,-8 1 3 0,6-2-7 16,-2 1 5-16,-9 0 1 0,4 0-3 0,-5-2 4 0,-4 4-2 16,1-4 5-16,-1 2-7 0,0 0-8 0,-3 0 10 15,2 0-8-15,0 0 6 0,-1 0-1 0,0 0 4 16,-1 0-3-16,-1-1-1 0,-9 1 3 15,19 0 0-15,-9-2 1 0,-4 4-4 0,-6-2 2 0,15 0-1 16,-7 1-4-16,-8-1 16 0,9 0-11 0,-9 0-5 16,9-1-6-16,-9 1-18 0,9-2-11 0,-9 2-16 15,0 0-28-15,0 0-23 0,0 0-23 0,0 0-37 16,0 0-51-16,0 0-55 0,0 0-232 16,0 0-543-16,-31 3 240 0</inkml:trace>
  <inkml:trace contextRef="#ctx0" brushRef="#br0" timeOffset="213263.16">24059 4299 25 0,'-3'-6'107'0,"3"6"1"0,0 0-5 0,-2-10-5 0,2 10 3 16,0 0 3-16,-1-9-1 0,1 9 4 16,0 0 2-16,-3-8-9 0,3 8 6 0,0 0-6 15,-3-6 0-15,3 6-1 0,0 0-4 0,0 0 1 0,-1-9-6 16,1 9-8-16,0 0-6 0,-4-7-6 0,4 7-3 16,0 0 1-16,-2-7 3 0,2 7-3 15,0 0-4-15,-2-10-11 0,2 10-5 0,0 0-4 16,-3-8 0-16,3 8 0 0,0 0 2 0,-3-8 4 15,3 8-2-15,0 0-3 0,0 0-1 0,0 0-6 0,0 0 0 16,0 0-2-16,-1-8-4 0,1 8-3 0,0 0 5 16,0 0-12-16,0 0-2 0,0 0-3 0,0 0-2 15,0 0-3-15,0 0-5 0,0 0 0 0,0 0 0 16,0 0-3-16,0 0 0 0,0 0-4 16,0 0 3-16,0 0-3 0,0 0 0 0,0 0-3 0,0 0 0 15,0 0 3-15,0 0-2 0,0 0-5 0,0 0 5 16,0 0-6-16,-8 17 5 0,8-17 1 0,0 12 1 15,-1-5-4-15,0 1 5 0,-3 2-1 0,2 1-3 16,1 1 3-16,0-1-2 0,0 0 3 16,-2 2-1-16,-1 3 2 0,2-5 0 0,0 3-3 15,0 1 3-15,1 1-4 0,-2-3 1 0,2-1 7 0,-2 4-7 16,2 1 3-16,0-2 0 0,1 2-1 0,-3-1 5 16,0 1-5-16,2 1 4 0,-3 0-2 0,4 0 2 15,-3 0-7-15,1-2 7 0,1 1-3 16,1-5 1-16,0 3-4 0,-4 2 8 0,3-1 5 15,-2-3 1-15,2 4-12 0,0-1 3 0,0-4-1 0,-1 3-3 16,1 1 2-16,1-3 2 0,-1-1-1 0,-1 4 1 16,1-1 0-16,0 1 0 0,1-3-6 15,-2 1 8-15,1 0-5 0,1 2 5 0,1 1-4 0,-1-3 4 16,0 0-1-16,2-2 1 0,-4 4-2 16,1 0 3-16,1 1-1 0,0-2 1 0,-1 0 1 15,1-2-1-15,0 2-1 0,-1-2 7 0,1 3-7 0,-2-2 8 16,2-3-2-16,0 5 2 0,0 0-4 0,-2-4 5 15,2-1-5-15,-1 2 4 0,-1-1-1 0,2 3 0 16,2 0-2-16,-2-1 0 0,0-2-2 16,1 0-2-16,-1 0 2 0,0 4 0 0,0-4-1 15,-1 0 3-15,1 4-7 0,0-1 4 0,0 2-1 0,0-6-2 16,0 3 5-16,0 2-2 0,-2-5-1 0,2 2-1 16,0 0-6-16,-1 3 6 0,1-3-2 15,-1-1 2-15,1-1-2 0,0 5 1 0,-1-2 1 0,1 2-1 16,0-4 6-16,0 1 2 0,1 4-5 15,-1-1-3-15,0 1 4 0,0-3-8 0,1 4 1 16,-2-3 3-16,1-2-1 0,0 0 3 0,0-1 1 16,0 3-1-16,-1 0-5 0,1-1 5 0,-2-2-3 15,2 4 6-15,-1 0 1 0,0-4 0 0,1 1 0 16,0-3 1-16,0 3-1 0,0-2-2 0,-2 0 4 16,2 2-1-16,-1-2 6 0,0 3-4 0,0-3 2 15,-1 1 0-15,1 1 2 0,0-2 9 0,1 2 6 0,-2 1 1 16,2 3 0-16,-1-4 0 0,0 5 2 0,0 0 4 15,2 0 4-15,-2-3-7 0,1 3-3 16,-2-3-7-16,2 2 5 0,0 1 3 0,0-1 5 16,0 1 3-16,-1-2 3 0,1 2-2 0,0-1 1 15,-4-1-1-15,4 3 4 0,0-2-9 0,0-1 4 0,0 1-8 16,-1 0 2-16,2 1 3 0,2 0 4 0,-6 0 6 16,3 0 3-16,0 3-6 0,0-3-1 15,0 0-1-15,-1 1-4 0,2-1 2 0,-1 1 9 16,-1 0 1-16,1-1-3 0,1 0-2 0,2 1-2 15,-3-2 5-15,1 4 2 0,-1-2-7 0,-1 5 8 16,1-4 12-16,0-1-2 0,0 2-5 0,1 3-10 0,-1-5-1 16,1 0-2-16,-2 1 1 0,2 0-7 0,-1 5 2 15,2-2-6-15,-4-4 8 0,2-1-7 0,0 2 4 16,-1-1-6-16,1 2 3 0,-1-2-1 16,1 1 1-16,0-1 8 0,0 0-3 0,-3 5-2 15,6-5 2-15,-3 0-2 0,-3 0-4 0,3-2-2 0,0 4 1 16,0-4-1-16,0-1-5 0,0 1 1 0,-1-1 2 15,1 5 0-15,0-3 6 0,0 0-3 0,0-1-1 16,-1 0-3-16,1-1-1 0,0-1-7 16,0-3 3-16,0-1-6 0,-2 0-2 0,2-11 2 15,2 18-4-15,-2-18-1 0,-2 14-1 0,2-14 2 0,0 12-5 16,0-12-6-16,0 12 0 0,0-12 6 0,0 0-4 16,0 11 2-16,0-11-5 0,0 0-10 0,0 0-13 15,0 11-21-15,0-11-25 0,0 0-22 0,0 0-33 16,0 0-33-16,0 0-55 0,0 0-68 15,0 0-57-15,0 0-68 0,0 0-63 0,0 0-348 0,2-58-879 16,4 30 390-16</inkml:trace>
  <inkml:trace contextRef="#ctx0" brushRef="#br0" timeOffset="-204633.58">22459 5895 12 0,'0'0'24'0,"0"0"2"0,0 0-4 0,0 0 6 16,0 0-3-16,0 0-5 0,0 0-6 0,0 0 11 15,-9 1-2-15,9-1 5 0,0 0-9 0,0 0 0 16,-9 0 5-16,9 0-4 0,0 0-3 0,0 0 1 15,-11 1 0-15,11-1-3 0,0 0 5 0,0 0-8 16,0 0 0-16,-9-2-3 0,9 2-3 0,0 0 5 16,0 0-2-16,0 0 2 0,-10 1-3 0,10-1 10 15,0 0-4-15,0 0-4 0,0 0 5 0,0 0-3 0,-10-4-2 16,10 4 6-16,0 0-4 0,0 0 2 16,-6-4 1-16,6 4 2 0,0 0-4 0,0 0 5 15,0 0-2-15,0 0 7 0,-8-1 5 0,8 1-6 16,0 0-2-16,0 0-10 0,0 0 2 0,0 0 14 0,0 0-14 15,-7-2 7-15,7 2-5 0,0 0 0 16,0 0 4-16,0 0-6 0,0 0 1 0,0 0 1 16,0 0-1-16,0 0-7 0,0 0 6 0,0 0 12 15,0 0-2-15,-9-4 3 0,9 4-10 0,0 0 1 16,0 0 6-16,0 0-6 0,0 0 4 0,0 0-2 0,0 0 3 16,0 0 13-16,0 0-20 0,0 0 0 0,0 0 5 15,0 0-1-15,0 0 2 0,0 0 5 0,0 0 5 16,0 0-5-16,0 0-11 0,0 0 2 15,0 0 3-15,0 0-5 0,0 0 3 0,0 0-3 0,0 0-8 16,0 0 5-16,0 0-13 0,0 0 6 0,0 0 3 16,0 0 3-16,0 0-6 0,0 0 0 15,0 0 6-15,0 0-1 0,0 0-6 0,0 0 9 0,0 0-4 16,0 0 3-16,0 0-1 0,0 0 0 0,0 0-3 16,0 0 0-16,0 0 4 0,0 0-6 0,0 0-3 15,0 0 3-15,0 0 1 0,0 0-2 0,0 0 7 16,0 0-11-16,0 0 16 0,0 0 2 15,0 0-1-15,0 0 2 0,0 0-5 0,0 0 2 0,0 0-5 16,0 0 5-16,0 0-8 0,0 0-1 0,0 0 3 16,0 0-4-16,0 0 2 0,0 0-8 0,0 0 2 15,0 0 2-15,0 0 1 0,0 0-1 0,0 0-2 16,0 0-2-16,16 15 5 0,-16-15 1 0,0 0-5 16,0 0 1-16,8 1-2 0,-8-1 10 0,0 0-11 15,8 2 0-15,-8-2 1 0,0 0-3 0,11 0 0 16,-11 0 3-16,0 0 4 0,12 1-3 0,-12-1 0 15,7 0 2-15,-7 0-3 0,0 0-3 0,14 0 3 16,-14 0 0-16,8 2 0 0,-8-2 2 0,8 0-1 16,-8 0 2-16,9 0-3 0,-9 0-3 0,0 0 6 15,11 2-3-15,-11-2 0 0,8 0-2 0,-8 0 9 16,0 0-7-16,11 0 0 0,-11 0 3 0,0 0 0 16,12 0-6-16,-12 0 4 0,8 1 1 0,-8-1-1 15,10 0-1-15,-10 0 2 0,9-1-1 0,-9 1-3 16,0 0 3-16,13 1 1 0,-13-1-3 0,8-1 3 15,-8 1-2-15,8 1-2 0,-8-1 1 0,0 0 0 16,0 0 2-16,10 1-1 0,-10-1-4 0,0 0 5 16,8 0-5-16,-8 0 2 0,0 0 4 0,10 0-1 15,-10 0-1-15,0 0 5 0,9 0-7 0,-9 0 4 16,8 1-2-16,-8-1 2 0,0 0-5 0,11 0 3 16,-11 0 5-16,8 2-6 0,-8-2 2 0,0 0 2 15,12-2-6-15,-12 2 4 0,10 2-2 0,-10-2 3 16,9 0-2-16,-9 0 1 0,10 0-4 0,-10 0 4 15,11 0 0-15,-11 0 1 0,12 0 1 0,-7 1-1 16,-5-1-3-16,13 0 7 0,-13 0-6 0,10 0 2 16,-4 1-2-16,-6-1 0 0,0 0 0 0,14-1 15 0,-14 1-15 15,0 0 8-15,9 0-5 0,-9 0-6 0,9-1 6 16,-9 1 2-16,0 0-5 0,12 1 6 16,-12-1 0-16,9-1-1 0,-9 1 1 0,9 1 0 15,-9-1 2-15,9 0 6 0,-9 0-6 0,11 1 1 0,-11-1 1 16,13-1 6-16,-13 1-11 0,14-1 3 15,-8 1-3-15,-6 0 5 0,13 1-5 0,-5-1 5 0,-8 0 0 16,14 0 2-16,-14 0-2 0,10 0-1 16,-10 0-1-16,10 0 9 0,-10 0-8 0,12 0-4 0,-12 0 1 15,10 0 2-15,-10 0-2 0,10 1-3 0,-10-1 2 16,9 0-2-16,-9 0 3 0,0 0 0 0,11 0-3 16,-11 0 3-16,0 0-2 0,0 0-2 0,12-1 0 15,-12 1 3-15,0 0-1 0,9 0 5 16,-9 0 1-16,0 0-1 0,10 0 5 0,-10 0 3 0,0 0-7 15,13 0 1-15,-13 0-3 0,9 0-1 0,-9 0-4 16,0 0 0-16,13 0 5 0,-13 0-4 0,9-1 3 16,-9 1-4-16,0 0-1 0,11 0 0 15,-11 0 2-15,8 2-3 0,-8-2-2 0,9 0 4 0,-9 0-1 16,10 0 2-16,-10 0-3 0,0 0-1 0,12 0 4 16,-12 0 4-16,9 0 0 0,-9 0 2 0,7 0-2 15,-7 0 3-15,0 0 0 0,11-1-3 0,-11 1-4 16,0 0 5-16,12 1-1 0,-12-1-3 0,8 0 0 15,-8 0-1-15,9-1 0 0,-9 1 0 0,11 0 1 16,-11 0 5-16,11 1-7 0,-11-1-2 0,9 0 3 16,-9 0-1-16,10 0 0 0,-10 0-1 0,9 0-3 15,-9 0 2-15,0 0 0 0,11-1 2 0,-11 1-3 16,0 0 0-16,9 0 2 0,-9 0 1 0,0 0-3 16,9-1 0-16,-9 1 3 0,0 0-3 0,0 0 0 15,12 1 3-15,-12-1 0 0,0 0 5 0,12-1-3 16,-12 1 3-16,0 0-2 0,11 0 0 0,-11 0 0 15,7-2 0-15,-7 2 3 0,0 0 2 0,13 0-3 16,-13 0 0-16,0 0-2 0,10 0 0 0,-10 0 2 16,7-1-3-16,-7 1 2 0,0 0-2 0,9 1 2 15,-9-1-3-15,0 0 1 0,0 0-2 0,0 0 0 16,12-1 3-16,-12 1-5 0,0 0 2 0,0 0-1 16,11-1 1-16,-11 1 0 0,0 0-1 0,7 1 0 15,-7-1-1-15,0 0 4 0,12 0 2 0,-12 0 6 16,0 0-9-16,11-1 1 0,-11 1 0 0,8 0-2 15,-8 0-1-15,0 0 0 0,11-1-1 0,-11 1 0 0,0 0 2 16,11 0 1-16,-11 0-3 0,0 0 4 16,10 0-3-16,-10 0-4 0,0 0 6 0,11 0-2 15,-11 0-1-15,0 0 2 0,11-2-1 0,-11 2 0 16,0 0 0-16,10 0-1 0,-10 0 2 0,9 0-1 0,-9 0-1 16,0 0 1-16,11 0 2 0,-11 0 0 15,0 0-2-15,11-2 6 0,-11 2-6 0,10 2 1 16,-10-2-3-16,0 0 3 0,9 0-3 0,-9 0 0 15,0 0 0-15,9-2 4 0,-9 2-5 0,0 0 1 0,11 0 2 16,-11 0-1-16,0 0 6 0,10 0-7 0,-10 0-2 16,0 0 1-16,0 0 3 0,11-1-2 15,-11 1-1-15,0 0 4 0,0 0-5 0,9 1 4 0,-9-1-1 16,0 0 1-16,0 0 1 0,0 0-2 16,0 0 3-16,0 0 2 0,0 0 0 0,10 0 1 0,-10 0 0 15,0 0-2-15,0 0 0 0,0 0 1 0,0 0-1 16,6 2-1-16,-6-2 0 0,0 0 1 0,0 0 0 15,0 0-1-15,0 0 3 0,13-2 0 0,-13 2-1 16,0 0 1-16,0 0-1 0,6-3-1 0,-6 3-2 16,0 0 3-16,0 0-3 0,11 0-2 0,-11 0 1 15,0 0 3-15,0 0 0 0,0 0-1 0,11-1-5 16,-11 1 2-16,0 0-1 0,8-1 3 0,-8 1 2 16,0 0-6-16,0 0 2 0,0 0 2 0,0 0-3 15,0 0-1-15,10 0 1 0,-10 0 4 0,0 0-4 16,0 0 0-16,0 0 0 0,0 0 2 0,0 0-2 15,0 0 1-15,9 0 1 0,-9 0-3 0,0 0 0 16,0 0 3-16,9-2-2 0,-9 2-1 0,0 0 2 16,0 0-1-16,0 0-3 0,0 0 6 0,0 0-6 15,0 0 3-15,10 0 3 0,-10 0-4 0,0 0-1 16,0 0 3-16,0 0-2 0,0 0 7 0,9 0-8 16,-9 0 3-16,0 0 0 0,0 0-1 0,0 0-3 15,0 0 3-15,11 0 0 0,-11 0 0 0,0 0 3 16,0 0-1-16,0 0-1 0,11-1-2 0,-11 1-1 15,0 0 0-15,0 0 2 0,0 0 3 0,9 0-3 16,-9 0 7-16,0 0-8 0,0 0 1 0,0 0 0 16,0 0-1-16,0 0-2 0,0 0 4 0,0 0-2 15,0 0 7-15,0 0-4 0,10 0 1 0,-10 0-2 16,0 0 0-16,0 0 1 0,0 0 0 0,0 0-2 16,0 0 0-16,0 0 2 0,8 1-1 0,-8-1 1 15,0 0-2-15,0 0 1 0,0 0 2 0,9 0-4 16,-9 0 2-16,0 0 1 0,0 0 1 0,0 0-4 15,0 0 4-15,0 0-2 0,0 0 2 0,11-1 2 16,-11 1 1-16,0 0-1 0,0 0 1 0,10 0-3 16,-10 0 0-16,0 0 2 0,0 0-1 0,0 0-1 0,8-1 0 15,-8 1 0-15,0 0-2 0,0 0 1 0,13 0 2 16,-13 0-4-16,0 0 4 0,0 0-4 16,10 0-1-16,-10 0 3 0,0 0-3 0,0 0 4 15,9 1-1-15,-9-1-2 0,0 0-1 0,0 0 2 16,0 0 2-16,10 0-3 0,-10 0-1 0,0 0 0 0,0 0-1 15,0 0 5-15,9 0-2 0,-9 0 2 16,0 0-2-16,0 0 2 0,0 0-2 0,9-1-1 16,-9 1 0-16,0 0 0 0,0 0 3 0,0 0-6 15,9 0 7-15,-9 0-2 0,0 0-1 0,0 0-3 0,0 0 0 16,0 0 4-16,0 0 1 0,10 0-2 0,-10 0 1 16,0 0-2-16,0 0 2 0,0 0-6 15,0 0 5-15,0 0-3 0,9-2 3 0,-9 2 2 16,0 0-2-16,0 0-2 0,0 0 3 0,0 0-1 0,0 0-2 15,8-1-1-15,-8 1 1 0,0 0 1 0,0 0 0 16,0 0 2-16,0 0 1 0,10-1-4 0,-10 1 0 16,0 0 1-16,0 0 0 0,0 0 0 0,10 0 0 15,-10 0-1-15,0 0 0 0,0 0 2 0,0 0 0 16,9 0-4-16,-9 0-1 0,0 0 6 0,0 0-2 16,0 0-1-16,10 0 1 0,-10 0 0 0,0 0-1 15,0 0 2-15,8-1-1 0,-8 1 3 0,0 0-3 16,0 0-2-16,0 0 4 0,10 0 0 0,-10 0 1 15,0 0-5-15,0 0 5 0,0 0-4 0,9 0 0 16,-9 0 4-16,0 0-2 0,0 0-1 0,10 1 1 16,-10-1-2-16,0 0 3 0,0 0-2 0,9-1-2 15,-9 1 1-15,0 0 4 0,0 0 0 0,0 0-2 16,0 0 2-16,0 0 0 0,9 1 0 0,-9-1-1 16,0 0-1-16,0 0 0 0,0 0 2 0,0 0 1 15,0 0 1-15,0 0 0 0,0 0-1 0,11-2 2 16,-11 2 2-16,0 0-4 0,0 0 0 0,0 0-1 15,0 0 0-15,0 0 1 0,0 0-1 0,0 0 1 16,0 0-2-16,7 1 0 0,-7-1-2 0,0 0 2 16,0 0-1-16,0 0-1 0,0 0 5 0,0 0-3 15,0 0-2-15,0 0 5 0,0 0-3 0,0 0 2 16,0 0 0-16,0 0-2 0,0 0 2 0,0 0 4 16,0 0-3-16,0 0 5 0,11-1-7 0,-11 1 2 15,0 0-2-15,0 0 7 0,0 0-8 0,0 0 2 16,0 0 2-16,0 0-1 0,8-3 1 0,-8 3-2 15,0 0-3-15,0 0 3 0,0 0-1 0,0 0 1 16,0 0-4-16,0 0 3 0,0 0 2 0,0 0-1 16,0 0-3-16,0 0 3 0,0 0-2 0,7-3-1 15,-7 3 1-15,0 0 1 0,0 0-1 0,0 0 4 16,0 0-4-16,0 0 5 0,0 0-3 0,0 0 0 16,0 0-3-16,0 0 2 0,0 0-1 0,0 0 0 15,0 0-1-15,0 0-1 0,0 0-1 0,0 0 4 16,0 0-4-16,0 0 2 0,0 0-1 0,0 0 2 15,0 0-1-15,0 0 1 0,0 0-2 0,0 0 2 16,0 0-4-16,0 0 3 0,0 0 0 0,0 0 5 16,0 0-11-16,0 0 1 0,0 0 4 0,0 0 0 15,8-2 0-15,-8 2 0 0,0 0 1 0,0 0-7 0,0 0-10 16,0 0-7-16,0 0-12 0,0 0-12 16,0 0-15-16,0 0-20 0,0 0-28 0,0 0-37 15,0 0-34-15,0 0-24 0,0 0-26 0,0 0-139 0,0 0-402 16,-11-14 178-16</inkml:trace>
  <inkml:trace contextRef="#ctx0" brushRef="#br0" timeOffset="-195889.11">22585 5976 37 0,'0'0'63'0,"0"0"-1"0,0 0-5 0,0 0-5 15,0 0-5-15,0 0 4 0,0 0-1 0,0 0-5 16,0 0-1-16,0 0-8 0,0 0-5 0,0 0-4 15,0 0 7-15,0 0-9 0,0 0 9 0,0 0 0 16,0 0 4-16,0 0-8 0,0 0 6 0,-21-3 3 16,21 3-5-16,0 0-11 0,0 0 5 0,0 0-15 15,0 0 10-15,-10-3-8 0,10 3-6 0,0 0 6 16,0 0-1-16,-8-3 4 0,8 3-1 0,0 0 3 16,0 0-5-16,0 0 10 0,-8 0-4 0,8 0-9 15,0 0 8-15,0 0-3 0,0 0 4 0,0 0-6 16,0 0 7-16,-13 0 5 0,13 0-3 0,0 0-4 15,0 0-1-15,0 0 4 0,0 0 1 0,0 0-1 16,0 0 0-16,0 0-7 0,0 0-1 0,-9-2 2 16,9 2 5-16,0 0-6 0,0 0 1 0,0 0 2 15,0 0-2-15,0 0-9 0,-11-1 7 0,11 1-3 16,0 0 6-16,0 0-4 0,-10 0-10 0,10 0 20 0,0 0-6 16,0 0-6-16,0 0 0 0,0 0-3 15,-9-4-1-15,9 4-4 0,0 0 9 0,0 0-2 16,0 0-6-16,0 0 4 0,0 0-6 0,-7-3 4 15,7 3-2-15,0 0 0 0,0 0 10 0,0 0 2 0,0 0 2 16,-6-3 4-16,6 3-5 0,0 0 3 0,0 0 0 16,0 0-2-16,0 0-4 0,0 0 3 15,-8-4-11-15,8 4 5 0,0 0-1 0,0 0-4 0,0 0 1 16,-6-4 3-16,6 4-3 0,0 0-1 16,0 0 1-16,0 0 1 0,0 0 24 0,-7-4-11 0,7 4-2 15,0 0 2-15,0 0-2 0,0 0 2 16,0 0-1-16,0 0 2 0,0 0-1 0,0 0-2 15,0 0-1-15,0 0-2 0,0 0-3 0,0 0 3 16,0 0-6-16,0 0 1 0,0 0-3 0,-3-5 1 0,3 5-1 16,0 0 0-16,0 0 2 0,0 0-6 0,0 0 2 15,0 0 0-15,0 0-1 0,0 0 0 0,0 0-4 16,0 0 2-16,0 0-2 0,0 0 0 16,0 0 2-16,0 0-1 0,0 0 2 0,0 0-4 15,0 0 3-15,0 0 0 0,0 0 4 0,0 0 2 0,0 0 0 16,0 0-3-16,0 0 2 0,0 0 0 0,0 0-3 15,0 0 0-15,-7-3 1 0,7 3-1 0,0 0-3 16,0 0 0-16,0 0-1 0,0 0-2 0,0 0 6 16,0 0-4-16,0 0 0 0,0 0 1 0,0 0-3 15,0 0 2-15,0 0 0 0,0 0-5 0,0 0 1 16,0 0 0-16,0 0-1 0,0 0-8 0,0 0-10 16,0 0-16-16,0 0-19 0,0 0-25 0,0 0-28 15,0 0-21-15,0 0-14 0,0 0-13 0,0 0-18 16,0 0-105-16,0 0-303 0,0 0 134 0</inkml:trace>
  <inkml:trace contextRef="#ctx0" brushRef="#br0" timeOffset="-193117.18">22656 5936 14 0,'0'0'115'0,"0"0"0"0,0 0-9 0,0 0-3 16,0 0-6-16,0 0-5 0,0 0 0 0,0 0-2 16,0 0-6-16,0 0 4 0,0 0-14 0,0 0 1 15,0 0-3-15,0 0-6 0,0 0-1 0,0 0-11 16,0 0-4-16,0 0-2 0,0 0-5 0,0 0-7 16,0 0 1-16,-17-13 13 0,17 13-11 0,0 0-5 15,-6-4 3-15,6 4 7 0,0 0-15 0,-7-4 3 16,7 4-6-16,0 0 1 0,0 0-5 0,-9-3 1 15,9 3 0-15,0 0 0 0,0 0-9 0,-6-2 5 16,6 2-6-16,0 0 2 0,0 0-4 0,-9-4 0 16,9 4-3-16,0 0 1 0,-8-1 0 0,8 1 2 15,0 0-6-15,-12-1 4 0,12 1 2 0,0 0 2 16,-9 0-3-16,9 0-2 0,0 0 3 0,0 0-3 16,-11-2 2-16,11 2-2 0,0 0-1 0,-8-2 1 15,8 2 0-15,0 0 6 0,0 0-3 0,-11 0-2 16,11 0-1-16,0 0 1 0,0 0 1 0,0 0 0 15,-8-3-5-15,8 3-2 0,0 0 2 0,0 0 3 16,-12 0-6-16,12 0 1 0,0 0 1 0,-9-1-3 16,9 1 3-16,0 0-3 0,-11 0-1 0,11 0 8 15,0 0-7-15,0 0 1 0,0 0 1 0,-12 1-3 16,12-1 0-16,0 0 1 0,0 0-1 0,-7 2 1 16,7-2-1-16,0 0 2 0,0 0-1 0,0 0-1 15,-9 1 3-15,9-1-3 0,0 0-1 0,0 0 1 16,0 0-1-16,-10 2 0 0,10-2 1 0,0 0 1 15,0 0 0-15,0 0 0 0,0 0-1 0,0 0 1 16,0 0 1-16,0 0-1 0,0 0-3 0,-10 0 0 16,10 0 6-16,0 0-5 0,0 0 0 0,0 0 4 15,-8 2-5-15,8-2 2 0,0 0 2 0,0 0 1 16,0 0 0-16,0 0 3 0,0 0 2 0,0 0 1 16,-9 1 0-16,9-1 0 0,0 0 1 0,0 0-2 15,0 0 5-15,-10 4-3 0,10-4-1 0,0 0 2 16,0 0 1-16,-7 1 1 0,7-1-1 0,0 0 4 15,0 0 0-15,-10 1-5 0,10-1 4 0,0 0-3 16,-7 2 2-16,7-2-2 0,0 0-2 0,0 0-1 16,-10 1-2-16,10-1 2 0,0 0-4 0,0 0 1 15,-8 1-2-15,8-1 0 0,0 0 1 0,0 0 2 16,0 0-4-16,-8 2-1 0,8-2 0 0,0 0 1 16,0 0 0-16,-9 1-1 0,9-1 1 0,0 0-2 15,0 0 0-15,-9 3-1 0,9-3 2 0,0 0 1 16,0 0-2-16,-7 0 1 0,7 0-1 0,0 0 2 15,0 0-3-15,-7 3-1 0,7-3 4 0,0 0 1 16,0 0 1-16,0 0-1 0,0 0 0 0,-10 1-1 0,10-1 0 16,0 0 1-16,0 0 3 0,0 0-4 15,0 0 2-15,-6 3-1 0,6-3-1 0,0 0-1 16,0 0 0-16,0 0-1 0,0 0 7 0,0 0-8 16,0 0 4-16,-7 4-5 0,7-4 3 0,0 0-3 0,-5 5-1 15,5-5 2-15,0 0-1 0,-6 4 3 0,6-4 4 16,-5 5 5-16,5-5 2 0,0 0-3 0,-5 5 1 15,5-5-2-15,-4 6 2 0,4-6-1 0,0 0 2 16,-5 6 5-16,5-6-2 0,-7 4 2 16,7-4-2-16,0 0-6 0,-6 5 3 0,6-5-4 0,-4 5 2 15,4-5-2-15,-5 5 0 0,5-5 4 0,-4 4 1 16,4-4 1-16,-5 5 1 0,5-5-5 0,0 0 1 16,-5 8-5-16,5-8 4 0,-4 6-3 15,4-6-1-15,-4 5 7 0,4-5 1 0,-5 5-1 0,5-5 3 16,0 0-1-16,-5 9 5 0,5-9-1 0,-4 8-3 15,2-4 1-15,2-4-1 0,-3 7-7 0,3-7 3 16,-5 7-3-16,5-7 0 0,-4 6-2 0,4-6 7 16,-5 7-1-16,3-2 2 0,2-5-1 0,-3 9 6 15,3-9-6-15,-5 9 0 0,1-4 2 0,3 1 3 16,1-6-2-16,-3 9-3 0,0-4-1 0,3-5-2 16,-3 10 2-16,3-10 3 0,-5 8 2 0,5-8-6 15,-3 9 2-15,2-3-2 0,1-6-1 0,-1 10-1 16,1-10-5-16,-4 9 6 0,4-9-1 0,0 10-1 15,0-10-3-15,-3 8-1 0,2-2 4 0,1-6-4 16,0 8-2-16,0-8 1 0,-3 11 4 0,3-11-2 16,-1 9 0-16,0-2 5 0,1-7 3 0,-2 10-1 15,2-10 0-15,-2 11-4 0,2-4-4 0,0-7 3 16,-1 10-2-16,1-10 5 0,0 9-3 0,0-9 0 16,0 10-3-16,0-10 4 0,-2 10-1 0,2-10-1 15,-1 11-2-15,1-11-3 0,1 8 2 0,-1-8-2 16,-1 10 12-16,1-10-17 0,0 7 8 0,0-7 8 15,0 0-2-15,0 12-1 0,0-12 1 0,0 9-2 16,-1-2 0-16,1-7-3 0,2 10 1 0,-2-10 2 16,-1 9-2-16,1-9-1 0,-5 11-3 0,5-11-3 15,0 10 2-15,-1-4 3 0,1-6 2 0,0 15-2 16,0-8 1-16,0-7 0 0,-3 13-12 0,2-9 6 16,0 4 1-16,1-8 2 0,-2 13 2 0,1-6-4 15,0 0-3-15,1-7 4 0,0 13-4 0,0-13 4 16,0 9-2-16,0-2-1 0,0-7 5 0,-3 12-8 15,3-12 4-15,1 13 4 0,-1-8-5 0,-1 3-1 16,1-8 5-16,-1 12 9 0,1-12-13 0,-1 12-3 16,1-6 1-16,0-6 5 0,1 13-5 0,-2-7 5 15,1-6 3-15,-2 13-7 0,2-7-1 0,0-6 4 16,0 12-9-16,2-5 7 0,-2-7 5 0,-2 12-4 16,0-4-1-16,2-8 4 0,-2 12-1 0,1-7-3 15,1-5 1-15,-1 13 0 0,0-9 4 0,1-4-2 0,0 10-2 16,0-10-1-16,-3 9 3 0,3-9 0 15,0 11-3-15,0-11-1 0,-2 9 3 0,2-9-1 16,0 9 0-16,0-9 4 0,-2 9-2 0,2-9-1 16,-1 9-2-16,1-9 3 0,-1 7 1 0,1-7-5 15,0 0-1-15,-1 11 7 0,1-11 0 0,0 9-8 16,0-9 6-16,-3 11-1 0,3-5 2 0,0-6-2 16,-1 10 2-16,1-10-5 0,-2 6 4 0,2-6 1 15,0 12 0-15,0-12-8 0,-2 6 5 0,2-6 3 16,-1 13 1-16,1-13-1 0,1 8 2 0,-1-8 4 15,-3 11 7-15,3-1 2 0,0-10-4 0,-1 14 9 16,1-14 4-16,0 14 5 0,0-14 1 0,0 11-3 16,0-11-3-16,-1 12-2 0,-1-8 1 0,2-4-5 15,0 10-3-15,0-10 3 0,-1 10-3 0,1-10-4 16,0 8-15-16,0-8 11 0,0 9 2 0,0-9-5 0,1 8 4 16,-1-8 0-16,-1 8 4 0,1-8-6 0,0 13-9 15,1-8 13-15,-1-5 0 0,-1 12 7 16,1-12-2-16,1 10 2 0,-1-10 3 0,-1 10-3 15,1-10-9-15,1 12 3 0,-1-12 11 0,-1 12 0 16,1-6 11-16,1 2-4 0,-1-8-2 0,2 11 4 0,-2-11-11 16,0 12-1-16,1-8-1 0,-1-4 5 0,0 12-10 15,0-12 1-15,0 10 2 0,0-10-9 0,0 9 1 16,0-9-2-16,1 8 1 0,-1-8-1 16,2 9 1-16,-2-9-1 0,1 11 0 0,-1-11 3 0,0 8-3 15,0-8-3-15,0 8 4 0,0-8-3 0,0 9 1 16,0-9-6-16,1 9 8 0,-1-9 10 0,1 12-1 15,-1-5 4-15,0-7-7 0,-1 11 1 0,1-11 4 16,0 12 0-16,1-5 4 0,-1-7-3 0,0 13 2 16,0-6-6-16,0-7 1 0,0 9-11 0,2-2 9 15,-2-7 1-15,-3 12-2 0,3-12 10 0,1 13-1 16,-1-7 0-16,2-1-2 0,-2-5-1 0,2 9-2 16,-2-9-2-16,0 9-2 0,0-9 4 15,2 6-1-15,-2-6-6 0,1 8 0 0,-1-8-2 0,0 0-2 16,1 12 0-16,-1-12 1 0,0 0-2 0,0 9-6 15,0-9 4-15,-1 10 0 0,1-10 4 0,0 0-2 16,1 10-8-16,-1-10 19 0,-1 12 3 0,1-12-4 16,1 8 3-16,0-1-3 0,-1-7-6 0,0 11 4 15,0-11-5-15,2 10 1 0,0-4 0 0,-2-6 1 16,1 10 1-16,-1-10-3 0,-1 9 3 0,1-9-2 16,0 11 3-16,1-5 5 0,-1-6 2 0,3 9-3 15,-3-9 0-15,0 0-5 0,0 11 0 0,0-11-1 16,0 8-3-16,0-8 2 0,-1 9 1 0,1-9-4 15,0 0 0-15,0 11-1 0,0-11 1 0,0 7-4 16,0-7 1-16,-2 9 4 0,2-9 8 0,3 11-1 16,-3-11-1-16,-1 8 1 0,1-8-3 0,0 10-2 15,0-10-7-15,1 8 0 0,-1-8 6 0,1 9 5 16,-1-3 9-16,0 3-1 0,1-1-5 0,-1-8 1 16,0 12-2-16,0-12-1 0,3 6-1 0,-2 0 0 15,-1-6 0-15,2 11-4 0,-2-11 2 0,-2 9-3 16,4-3 3-16,-2-6 4 0,-2 9-2 0,2-9 2 15,2 10-1-15,-2-10-4 0,1 9-2 0,-1-9 5 16,-3 12-4-16,3-12 2 0,0 7-3 0,0-7 0 16,3 8 0-16,-3-8-4 0,2 5 1 0,-2-5-2 15,0 0 0-15,-1 12 1 0,1-12-1 0,0 6-3 0,0-6 1 16,0 0 0-16,1 9-2 0,-1-9 0 16,0 0-2-16,0 0 3 0,-1 10 0 0,1-10 1 15,-1 7-4-15,1-7 2 0,0 0 1 0,0 13 2 16,0-13 2-16,0 8-4 0,0-8 3 0,1 7-7 0,-1-7 4 15,1 8 1-15,-1-8-2 0,0 9 5 0,0-9-1 16,0 0-3-16,2 7 1 0,-2-7-7 0,0 0 11 16,0 0-2-16,-2 13 3 0,2-13-3 15,0 0 2-15,3 6-14 0,-3-6 17 0,0 0 0 16,0 0-2-16,1 8-1 0,-1-8-2 0,0 0 0 0,0 0-2 16,0 9-2-16,0-9 3 0,0 0 2 15,0 0-4-15,0 0 0 0,0 0 1 0,-1 12-9 16,1-12 8-16,0 0 4 0,0 0-4 0,0 0 0 15,0 0 2-15,0 0-3 0,0 0 4 0,0 7-5 0,0-7 5 16,0 0-3-16,0 0-2 0,0 0 2 0,0 0-2 16,0 0-1-16,0 0 3 0,0 0-1 0,0 0-1 15,0 0-2-15,0 10 3 0,0-10 3 0,0 0-4 16,0 0 0-16,0 0 5 0,0 0-3 0,0 0-2 16,0 0-1-16,0 0 3 0,0 0-8 0,0 0-15 15,-3 5-16-15,3-5-20 0,-7 3-35 0,7-3-32 16,0 0-60-16,0 0-68 0,-18-8-63 15,12 4-49-15,6 4-73 0,-17-21-420 0,11 7-927 16,0-5 410-16</inkml:trace>
  <inkml:trace contextRef="#ctx0" brushRef="#br0" timeOffset="-191216.81">21369 5725 5 0,'0'0'82'0,"0"0"-3"15,0 0-1-15,0 0-2 0,0 0-8 16,0 0 1-16,0 0-3 0,0 0 5 0,0 0-3 16,1-12 4-16,-1 12 6 0,0 0-9 0,0 0-6 15,0 0 0-15,0 0-10 0,0 0 1 0,0 0-3 16,0 0-6-16,0 0-5 0,-1-7-2 0,1 7-2 15,0 0-6-15,0 0-2 0,0 0-2 0,0 0-1 16,0 0-6-16,0 0-1 0,0 0 0 0,0 0-6 16,0 0 8-16,0 0-5 0,-5-5-2 0,5 5 1 15,0 0-2-15,0 0-2 0,0 0-1 0,-9-2-2 16,9 2 1-16,0 0-2 0,0 0-1 0,-8-3 0 16,8 3 15-16,-8-3-18 0,8 3 5 0,0 0-8 15,-14 2 2-15,14-2 0 0,0 0 0 0,-13 0-2 16,13 0-1-16,-11 1 2 0,3 1 0 0,8-2-2 15,-12 0 8-15,5 1-8 0,7-1 0 0,-15 0 2 16,15 0 3-16,-12 1 0 0,5 0 0 0,7-1 0 16,-13 2 13-16,13-2-7 0,-10-1 3 0,10 1 1 15,-9-1 0-15,9 1-3 0,0 0 3 0,-13 0 8 16,13 0-7-16,-8-1-1 0,8 1-1 0,-9 1-4 16,9-1 1-16,0 0-5 0,-12 0 3 0,12 0 2 15,-8 0-1-15,8 0-5 0,0 0-2 0,-10 1 4 16,10-1 8-16,0 0-11 0,-11 1-3 0,11-1 5 15,0 0-3-15,0 0-1 0,-7 2 8 0,7-2-10 16,0 0 2-16,0 0 0 0,0 0 0 0,0 0 3 16,0 0-4-16,0 0 2 0,0 0-6 0,0 0 1 15,0 0 3-15,0 0 0 0,0 0-2 0,0 0 2 0,0 0 2 16,0 0-2-16,0 0-3 0,0 0 6 16,0 0-2-16,19 9 2 0,-11-8 1 0,2-1 0 15,1 3-1-15,0-3 2 0,-1 2-4 0,4-1-3 16,-3-1 8-16,2 1-2 0,-1-1-3 0,-1 2 0 15,0-1 0-15,1-1 0 0,0 0 4 0,0 0 7 16,-1 0-6-16,0 0-1 0,1 0 0 0,-1 2 3 16,2-1 5-16,-2-1-1 0,1 0 0 0,-1 0-6 15,1 1 4-15,1 1-1 0,-1-2 0 0,0 0-5 16,2 0 2-16,-1-2-2 0,2 2 3 0,-2 0-3 16,5 0 4-16,-1 0 0 0,0 0-4 0,-1 0-1 15,3-1 1-15,-3 1 1 0,-3 0 8 0,0-1-14 16,2-1 8-16,-2 2 0 0,6-1-1 0,-6 1 7 15,1-2-1-15,-2 2 6 0,0 0-5 0,0 2 0 16,-1-2-3-16,2 0 1 0,-3 0 0 0,1 1-6 0,0-1 1 16,-1 0-1-16,1 0 0 0,1 0 1 0,-3-1 2 15,3 1-2-15,-3 0 0 0,1 1-2 0,-10-1 2 16,15 0-1-16,-7 0 0 0,-8 0-3 16,17 0 1-16,-11 0-1 0,-6 0 2 0,13 0 1 15,-7 2 6-15,-6-2 2 0,14 0-5 0,-7 1-1 0,2-1 2 16,2 0-2-16,-3 0 3 0,-8 0-3 0,16-1-3 15,-7 1 1-15,2 0 9 0,-11 0-11 16,12-2 0-16,-12 2-1 0,16 2 1 0,-10-2-5 16,2 0 7-16,-8 0-4 0,11 1 1 0,-11-1 0 15,10 0-2-15,-10 0 0 0,9 3 1 0,-9-3 2 0,9 0-4 16,-9 0 4-16,9 1 1 0,-9-1 0 16,9 2 3-16,-9-2 3 0,10 0 2 0,-10 0-3 15,11 0 3-15,-11 0-4 0,10 0-2 0,-10 0 0 16,11 0 2-16,-11 0-2 0,9 0-2 0,-9 0 3 15,9 2-3-15,-9-2 1 0,10 1-3 0,-10-1 3 0,11 0 0 16,-5 1-5-16,-6-1 5 0,9 0-1 0,-9 0-3 16,0 0 2-16,13 0-4 0,-13 0 7 0,10 0-4 15,-10 0 1-15,10 0-3 0,-10 0 5 0,12 1-3 16,-12-1-2-16,9 0 4 0,-9 0-1 16,9 2-3-16,-9-2 0 0,9 1 1 0,-9-1-1 0,0 0 1 15,10 0 6-15,-10 0-2 0,0 0 6 16,8 0-6-16,-8 0 3 0,0 0-4 0,0 0 3 15,10 0-2-15,-10 0 3 0,0 0-1 0,10 1-3 16,-10-1-1-16,0 0 5 0,9 0-6 0,-9 0 1 16,0 0-2-16,11 0 2 0,-11 0-2 0,9 1 1 0,-9-1 2 15,11 0 4-15,-11 0-4 0,12-1-6 0,-4 1 6 16,-8 0-3-16,17 0 8 0,-10 0 10 0,4-1-3 16,-11 1-5-16,16 0 0 0,-10-1-1 15,3-1 2-15,-9 2-5 0,16-1 0 0,-9 1 2 0,-7 0-2 16,13-1 2-16,-13 1-4 0,12 0-8 0,-12 0-12 15,7 1-15-15,-7-1-26 0,0 0-25 0,9 1-23 16,-9-1-35-16,0 0-31 0,0 0-33 16,0 0-103-16,0 0-332 0,0 0 146 0</inkml:trace>
  <inkml:trace contextRef="#ctx0" brushRef="#br0" timeOffset="-191042.31">22450 5738 2 0,'0'0'-1'0</inkml:trace>
  <inkml:trace contextRef="#ctx0" brushRef="#br0" timeOffset="-188159.84">22257 5747 16 0,'0'0'31'0,"0"0"1"16,0 0-2-16,0 0 0 0,0 0 3 0,0 0-2 16,0 0-1-16,0 0-2 0,0 0-2 0,-9-2 2 15,9 2-4-15,0 0 4 0,0 0-1 0,0 0-2 16,0 0-1-16,0 0 0 0,0 0-2 0,0 0-4 16,0 0 2-16,0 0-6 0,0 0 4 0,0 0-6 15,0 0 0-15,0 0-3 0,0 0 10 0,0 0-13 16,-4-6 2-16,4 6 8 0,0 0-2 0,0 0 0 15,0 0-2-15,0 0 5 0,0 0-1 0,0 0 7 16,0 0-5-16,0 0 6 0,0 0-9 0,0 0-3 16,0 0 4-16,-4-5 3 0,4 5 0 0,0 0-7 0,0 0-3 15,0 0 5-15,0 0 1 0,0 0-7 16,0 0 3-16,0 0-1 0,0 0 3 0,-5-6-2 16,5 6 5-16,0 0 4 0,0 0 0 0,0 0 4 15,0 0 0-15,0 0 1 0,0 0-8 0,0 0 4 16,0 0-5-16,0 0 7 0,-6-4-3 0,6 4-4 0,0 0-10 15,0 0 10-15,0 0-10 0,0 0 8 16,0 0-11-16,0 0 6 0,0 0 1 0,0 0-11 16,0 0 5-16,0 0-2 0,-7-3 1 0,7 3 3 15,0 0-6-15,0 0 0 0,-8-2 1 0,8 2 2 0,0 0-3 16,0 0 6-16,0 0-3 0,-9-1 7 0,9 1-12 16,0 0 1-16,0 0-4 0,0 0 6 0,0 0 1 15,0 0 3-15,0 0-7 0,0 0 10 16,0 0-1-16,0 0 0 0,0 0-1 0,0 0 5 15,0 0-3-15,0 0 6 0,0 0-3 0,0 0 4 0,0 0 1 16,0 0 10-16,0 0 15 0,0 0-20 0,0 0 4 16,0 0-3-16,0 0-1 0,0 0 6 0,0 0-2 15,0 0 4-15,0 0-4 0,0 0 3 0,0 0 2 16,0 0-1-16,0 0 3 0,0 0 1 16,0 0 0-16,0 0 10 0,0 0-1 0,0 0-5 0,0 0 2 15,0 0-2-15,0 0-1 0,0 0-2 0,0 0-2 16,0 0 1-16,0 0 1 0,0 0-6 15,0 0-5-15,0 0-3 0,0 0 0 0,0 0-3 0,0 0-4 16,0 0 1-16,0 0-4 0,0 0-3 16,0 0-1-16,0 0 0 0,0 0-1 0,0 0-4 0,0 0-1 15,0 0 2-15,0 0-3 0,0 0 0 0,0 0-3 16,0 0-1-16,0 0 1 0,0 0 3 0,0 0-3 16,0 0 1-16,0 0 0 0,0 0 0 0,0 0 4 15,0 0-3-15,0 0-2 0,-3 9 4 16,3-9 0-16,0 0 0 0,0 0-2 0,0 0-2 0,0 9 2 15,0-9-1-15,0 0 3 0,0 0 3 0,0 9-3 16,0-9 3-16,0 0-4 0,0 11-2 16,0-11 3-16,-1 7 1 0,1-7-1 0,0 0 0 0,-2 10-1 15,2-10 1-15,0 0 1 0,0 9-1 0,0-9-1 16,0 0 1-16,2 9-1 0,-2-9 11 0,0 8-11 16,0-8 3-16,0 0-1 0,0 0-4 0,-3 9 1 15,3-9 2-15,0 0 3 0,0 8-3 0,0-8 5 16,0 0-8-16,0 11 2 0,0-11 0 0,0 8 3 15,0-8-3-15,0 0 0 0,-1 10 1 0,1-10 0 16,1 7 4-16,-1-7 2 0,0 0 1 0,0 9 1 16,0-9 0-16,0 0-1 0,1 9 1 0,-1-9 3 15,0 0-7-15,-1 8-1 0,1-8-1 0,0 0 6 16,1 8 0-16,-1-8-5 0,0 0 0 0,2 7-1 16,-2-7 3-16,0 0 1 0,0 9-4 0,0-9-1 15,0 0 3-15,0 0 0 0,0 0-2 0,-2 10 0 16,2-10-1-16,0 0 1 0,2 7-2 0,-2-7 3 15,0 0-3-15,0 0 0 0,0 0 3 0,0 10-2 16,0-10 1-16,0 0 2 0,0 0-5 0,0 0 3 16,1 8-2-16,-1-8 0 0,3 5 0 0,-3-5 6 15,0 0-6-15,0 0 1 0,0 0 1 0,0 0 0 16,0 0-1-16,1 8-2 0,-1-8-1 0,0 0 2 16,0 0 1-16,1 7 1 0,-1-7-1 0,0 0 3 15,0 0-1-15,0 0 0 0,0 0-3 16,0 0 4-16,1 8 2 0,-1-8-2 0,0 0 4 0,0 0 1 15,2 7-3-15,-2-7-2 0,0 0 4 0,0 0-4 16,1 6 3-16,-1-6-3 0,0 0 1 0,0 0-4 16,0 0 5-16,1 10-3 0,-1-10 0 0,0 0 1 15,2 7-3-15,-2-7 9 0,0 0-9 0,1 7 2 16,-1-7 1-16,0 0-2 0,0 8 9 0,0-8 6 16,0 0-4-16,1 9-1 0,-1-9-3 0,0 0 2 15,1 9-1-15,-1-9-1 0,0 8 0 0,0-8 0 16,0 0-1-16,0 9 0 0,0-9-3 0,0 0 5 15,-2 10-4-15,2-10-2 0,0 0 1 0,0 0-4 16,-1 8 5-16,1-8 1 0,2 7-5 0,-2-7 0 16,0 0 1-16,0 0-2 0,1 9 4 0,-1-9-2 15,0 0 1-15,0 7 6 0,0-7-2 0,0 0-2 16,0 0 2-16,-1 10-3 0,1-10-3 0,0 0 2 16,0 0 4-16,1 9-4 0,-1-9-4 0,0 0 1 15,-1 9 1-15,1-9 1 0,0 0 0 0,0 0 1 16,0 9-2-16,0-9 2 0,0 0 1 0,-1 8-3 15,1-8 1-15,0 0 1 0,0 0 0 0,0 0 1 16,0 0-3-16,2 7 0 0,-2-7-3 0,0 0 4 16,0 0 0-16,0 0 0 0,0 0-4 0,0 0 1 15,0 0 3-15,0 8-3 0,0-8 1 0,0 0 2 16,0 0 0-16,0 0 1 0,0 0-4 0,0 0 4 16,0 0-4-16,0 0 2 0,0 0-1 0,0 0 1 15,-1 10-2-15,1-10-1 0,0 0 4 0,0 0 1 16,0 0-4-16,0 0 3 0,0 0-2 0,0 0 0 15,0 0-1-15,0 0 2 0,0 0 2 0,0 0 0 16,0 0-3-16,0 0 2 0,0 0 1 0,0 0 3 16,0 0-1-16,0 0-2 0,0 0 1 0,0 0 2 15,0 0 0-15,0 0-1 0,0 0 4 0,0 0-3 16,0 0-4-16,0 0-15 0,0 0-23 0,0 0-41 16,0 0-48-16,0 0-56 0,0 0-44 0,0 0-174 15,0 0-431-15,0 0 191 0</inkml:trace>
  <inkml:trace contextRef="#ctx0" brushRef="#br0" timeOffset="-187183.59">22249 5699 84 0,'0'0'109'0,"0"0"-10"0,0 0-6 0,0 0-5 16,0 0 2-16,0 0-7 0,0 0-3 0,0 0-7 16,0 0-2-16,-7-3 1 0,7 3-6 0,0 0 1 15,0 0 2-15,0 0-1 0,0 0-5 0,0 0-4 16,0 0 3-16,0 0-8 0,0 0-2 0,0 0-2 15,0 0 8-15,0 0-9 0,0 0-1 0,0 0-2 16,0 0 1-16,0 0-4 0,0 0-4 0,0 0 0 16,0 0-6-16,0 0-5 0,0 0-1 0,0 0-4 15,0 0-3-15,0 0-5 0,0 0-2 0,0 0-1 16,0 0-5-16,0 0 1 0,0 0-2 0,0 0-1 16,0 0-2-16,0 0 0 0,0 0 0 0,0 0-2 15,-6 12-2-15,6-12 4 0,-2 13-2 0,1-7 2 16,-1 1 2-16,0 1-2 0,2 3 0 0,-2-1-5 15,1-3 4-15,0 2-1 0,0 1 1 0,1 0-2 16,-2-1 5-16,2 1-1 0,0-1 6 0,0 1-3 16,0-1 2-16,2-1 7 0,-2 1-2 0,0-2 0 15,0-7 2-15,0 15-2 0,0-8 1 0,0 0-4 16,0-7 3-16,0 14 0 0,1-6 3 0,-1 0 0 16,1-3 0-16,0 3 1 0,-1-8 6 0,0 15-2 15,0-8-2-15,0-7 1 0,-1 12-4 0,1-5-3 16,0-7 7-16,0 12-9 0,-1-6-4 0,1-6 5 15,0 10 15-15,0-10 2 0,-1 11-2 0,1-11-1 16,-2 10-5-16,2-10 2 0,0 10-7 0,0-10 0 16,-3 8-2-16,3-8-4 0,-2 7 0 0,2-7-1 15,-1 7-2-15,1-7 0 0,0 9-2 0,0-9 0 0,0 0 1 16,0 10-2-16,0-10 0 0,1 8 1 16,-1-8-3-16,0 0 0 0,0 8 0 0,0-8 4 15,0 0-6-15,2 10 2 0,-2-10 2 0,0 0-2 16,-3 9 0-16,3-9-2 0,-2 6-1 0,2-6 3 15,0 0-1-15,0 11 4 0,0-11-4 0,0 0 2 16,1 9-1-16,-1-9 5 0,0 0-3 0,0 0-2 16,0 8 2-16,0-8-4 0,0 0 0 0,0 0 3 15,0 7-3-15,0-7 1 0,0 0-2 0,0 0 2 16,0 0 7-16,0 0-6 0,0 0-2 0,0 0 1 16,-3 9 0-16,3-9-1 0,0 0 0 0,0 0-2 15,0 0 2-15,0 0 3 0,0 0-2 0,0 0 2 16,0 0 0-16,0 0 3 0,0 0-4 0,0 0 3 15,0 0-3-15,0 0-1 0,0 0-10 0,0 0-6 16,0 0-9-16,0 0-8 0,0 0-8 0,0 0-11 16,0 0-30-16,0 0-52 0,0 0-27 0,0 0-30 0,0 0-22 15,0 0-131-15,-7-30-369 0,5 20 165 16</inkml:trace>
  <inkml:trace contextRef="#ctx0" brushRef="#br0" timeOffset="-186559.66">22257 5734 18 0,'0'0'136'0,"0"0"3"0,0 0-11 16,0 0 2-16,-4-6-9 0,4 6-4 0,0 0-7 16,0 0 10-16,0 0-10 0,0 0 1 0,0 0-6 15,0 0 0-15,0 0-7 0,0 0 0 0,0 0-7 16,0 0-7-16,0 0-4 0,0 0-6 0,0 0-4 16,0 0-7-16,0 0-9 0,0 0-4 0,0 0-4 15,0 0-5-15,0 0-8 0,0 0 0 0,0 0-5 16,0 0-5-16,0 0-4 0,0 0-5 0,0 0 2 15,0 0-4-15,0 0-2 0,0 0-2 0,0 0 0 16,0 0-3-16,0 0 2 0,-5 21-2 0,5-21-3 16,0 11 3-16,-1-5 3 0,0 1 0 0,-1 0-4 15,2 2 2-15,0 1-2 0,-1-1-2 0,0 1-2 16,2-1 3-16,-1 1-3 0,0 0 4 0,-1-3-4 16,1 3 1-16,0 1-4 0,1 0 1 0,0-1 5 15,1 1-3-15,-2 0 2 0,1 2-2 0,0-3 1 16,3-1 0-16,-3 2 3 0,2-2-1 0,-2 3-3 15,0-3 4-15,0 1-2 0,1 0 3 0,0 0 6 16,0-2 1-16,-2 0 2 0,0-8 1 0,1 12-1 16,0-6 0-16,-1-6-3 0,1 9 1 0,-1-9-4 0,2 9 2 15,-2-9-1-15,1 9 2 0,-1-9 0 0,1 7 1 16,-1-7 2-16,0 0 3 0,2 8-1 16,-2-8 1-16,0 0 0 0,0 8 1 0,0-8 4 15,0 0-3-15,0 0-5 0,1 8-4 0,-1-8 3 16,0 0-2-16,0 0 0 0,0 0 1 0,0 0-4 0,0 0 0 15,0 0 3-15,0 0-3 0,0 0-1 0,0 0 1 16,0 0 3-16,0 0-4 0,0 0 4 16,0 0-9-16,0 0-7 0,0 0-12 0,0 0-12 15,0 0-21-15,0 0-27 0,0 0-32 0,0 0-44 16,0 0-41-16,0 0-208 0,0 0-435 0,0 0 193 0</inkml:trace>
  <inkml:trace contextRef="#ctx0" brushRef="#br0" timeOffset="-183954.25">22180 6451 7 0,'0'0'77'0,"0"0"-24"16,0 0-16-16,0 0-22 0,12-9-29 0,-12 9-16 15,3-7-31-15,-3 7 14 0</inkml:trace>
  <inkml:trace contextRef="#ctx0" brushRef="#br0" timeOffset="-182800.31">22014 5306 102 0,'0'0'120'0,"-4"-4"-3"15,4 4 3-15,0 0 6 0,0 0 1 0,-6-4-6 16,6 4-4-16,0 0-5 0,0 0-8 0,0 0-3 16,-4-7-6-16,4 7-2 0,0 0-9 0,0 0-7 15,0 0-3-15,0 0-8 0,0 0-6 0,0 0-9 16,0 0-7-16,0 0-2 0,0 0-8 0,0 0-8 16,0 0-4-16,0 0 4 0,0 0-12 0,0 0 5 15,0 0-4-15,0 0-4 0,0 0 0 0,6 23 6 16,-3-16-9-16,-1 1 2 0,2 0 2 0,0 1-6 15,0 0 2-15,0 0-2 0,0 0 3 0,1 4-2 16,-3-4-2-16,3 2 2 0,-1 0-3 0,0-3 1 16,1 4 1-16,-3-3-2 0,1 1-1 0,1 0-2 15,1-4 5-15,-2 2-3 0,-2-1-3 0,2-1 5 16,1 0-4-16,-4-6 2 0,3 7 2 0,-3-7-3 16,3 7 4-16,-3-7-8 0,1 6 3 0,-1-6 1 15,0 0 2-15,0 0-2 0,4 8 2 0,-4-8 1 16,0 0 2-16,0 0-4 0,0 0 2 0,0 0 12 15,0 0 14-15,0 0 4 0,3 5 8 0,-3-5 27 0,0 0 5 16,0 0 6-16,0 0-2 0,0 0-6 0,0 0-5 16,0 0-11-16,8-14-5 0,-5 9-3 15,1-4-10-15,1-2-2 0,-1 1-6 0,0-1-1 0,0 0-4 16,1-1-2-16,0 1 0 0,-1 0-9 16,-1 1 6-16,3-1-1 0,1-4-7 0,-2 3-1 0,-2 2 2 15,2-2-3-15,-1 3-5 0,0 1 3 16,-2 0-2-16,1 4-1 0,-2-3 0 0,-1 7-2 15,3-12 2-15,0 5-4 0,-3 7-1 0,4-7 3 16,-4 7-4-16,1-7 3 0,-1 7-5 0,0 0-7 16,3-7-14-16,-3 7-10 0,0 0-21 0,0 0-23 0,0 0-23 15,0 0-32-15,0 0-15 0,0 0-25 0,0 0-27 16,0 0-30-16,0 0-144 0,-1 26-404 0,-2-16 180 16</inkml:trace>
  <inkml:trace contextRef="#ctx0" brushRef="#br0" timeOffset="-181996.31">22279 5427 19 0,'0'0'182'0,"-8"-3"-6"16,8 3-10-16,-5-5-3 0,5 5-2 0,-5-4 2 0,5 4-11 15,0 0-10-15,-5-5-12 0,5 5-13 16,0 0-11-16,0 0-10 0,0 0-11 0,0 0-9 0,0 0-9 15,0 0-7-15,-9-2-7 0,9 2-4 0,0 0-6 16,0 0-6-16,0 0-6 0,0 0-3 0,0 0-5 16,0 0-2-16,0 0-5 0,0 0 3 15,0 0-5-15,0 0 0 0,0 0-1 0,0 0-1 0,0 0 1 16,0 0-3-16,0 0 0 0,0 0-3 0,0 0 1 16,0 0-1-16,20 10 0 0,-20-10 0 0,0 0-4 15,7 2 2-15,-7-2 1 0,0 0-1 0,0 0-2 16,7 4 1-16,-7-4-1 0,0 0 2 15,0 0-5-15,0 0 2 0,0 0 1 0,0 0-5 16,0 0 2-16,0 0 1 0,0 0 1 0,0 0 5 0,7 1-8 16,-7-1 3-16,0 0-1 0,0 0 0 0,0 0 4 15,0 0-5-15,6 3-3 0,-6-3 3 0,0 0-1 16,0 0 3-16,0 0-2 0,0 0 9 0,0 0-9 16,5 4-1-16,-5-4 4 0,0 0-3 0,0 0 0 15,0 0 2-15,0 0-4 0,0 0 5 0,0 0-1 16,7 2-3-16,-7-2-1 0,0 0 2 0,0 0 1 15,0 0 1-15,0 0 0 0,0 0-2 16,0 0 2-16,0 0-3 0,0 0-1 0,0 0 2 0,0 0-2 16,0 0 4-16,0 0-5 0,0 0 4 0,0 0-2 15,0 0 3-15,0 0-4 0,0 0-1 0,0 0-2 16,0 0 1-16,0 0-1 0,0 0 1 0,2 8 3 16,-2-8-2-16,0 0 2 0,-4 11-2 15,4-11 2-15,-4 11-3 0,2-5 4 0,-1 1 0 0,1 2 0 16,-2 1 0-16,0-1 1 0,-1 1 3 0,0-1-4 15,2-1 2-15,-1-2-1 0,-1 1 0 0,1 0 1 16,2-2 4-16,-1 2 1 0,3-7 0 0,-6 9 3 16,6-9-1-16,-4 6-5 0,4-6 4 0,-4 6-2 15,4-6 0-15,-2 4-1 0,2-4 0 0,0 0-1 16,0 0 1-16,0 0-2 0,0 0 0 0,0 0 0 16,-3 10 0-16,3-10-1 0,0 0-2 0,0 0-12 15,0 0-25-15,19-4-29 0,-8 0-52 0,10-4-47 16,7-2-57-16,3-3-116 0,5 2-365 0,11-5 162 15</inkml:trace>
  <inkml:trace contextRef="#ctx0" brushRef="#br0" timeOffset="-180114.85">22304 6091 3 0,'0'0'61'0,"0"0"-9"0,0 0-4 0,0 0-1 15,0 0 0-15,0 0-2 0,0 0-8 0,-15 8 0 16,15-8-7-16,0 0-2 0,0 0 5 0,-9 3-7 15,9-3-2-15,0 0-3 0,0 0-3 0,-5 6 0 16,5-6 1-16,0 0 1 0,0 0-1 0,0 0-5 16,0 0-3-16,0 0 4 0,-9 1 1 0,9-1-1 15,0 0-4-15,0 0 13 0,0 0 5 0,0 0-5 16,0 0 3-16,0 0 10 0,0 0-3 0,0 0-9 16,0 0 6-16,0 0 4 0,0 0-9 0,0 0-7 15,0 0 1-15,0 0-6 0,0 0 1 0,0 0-4 16,0 0 4-16,0 0-3 0,0 0-5 0,0 0-1 15,0 0 5-15,0 0 1 0,0 0-3 0,0 0-9 16,0 0-1-16,0 0 10 0,-10-1-13 0,10 1 9 16,0 0-1-16,0 0-1 0,0 0 5 0,0 0-4 15,0 0 10-15,0 0-7 0,0 0-2 0,0 0 0 16,-4 6-7-16,4-6 9 0,0 0-5 0,0 0 3 0,0 0 4 16,0 0-7-16,0 0-4 0,0 0 14 15,0 0-15-15,0 0 3 0,0 0 2 0,0 0 1 16,0 0 8-16,0 0 4 0,0 0 5 0,0 0 2 15,0 0-5-15,0 0 1 0,0 0 2 0,0 0-2 0,0 0-6 16,0 0 9-16,0 0-18 0,0 0 7 16,0 0-13-16,0 0 17 0,0 0-4 0,0 0-2 15,0 0 2-15,0 0 0 0,0 0 2 0,0 0 1 16,0 0-8-16,0 0 8 0,0 0-11 0,0 0 17 0,0 0-11 16,0 0 0-16,0 0 4 0,0 0-4 0,0 0 2 15,0 0 2-15,0 0-2 0,0 0 3 16,0 0 0-16,0 0 5 0,0 0-10 0,0 0 13 15,0 0-8-15,0 0 9 0,0 0-5 0,-14-1-3 0,14 1 3 16,0 0-3-16,0 0 2 0,-11 1-4 16,11-1-2-16,-6 2-7 0,6-2 9 15,0 0-6-15,0 0 4 0,-11-1 0 0,11 1-2 0,0 0-1 0,0 0-2 16,0 0 1-16,0 0 1 0,0 0-2 0,-11-2 0 16,11 2-7-16,0 0 3 0,0 0 4 0,0 0-2 15,0 0-5-15,0 0 5 0,0 0 2 0,0 0-3 16,0 0-1-16,0 0-6 0,0 0 1 0,0 0 0 15,0 0-1-15,0 0 2 0,0 0 5 0,0 0-2 16,0 0-4-16,0 0 1 0,0 0 4 0,0 0-5 16,0 0 2-16,0 0 0 0,0 0 4 0,0 0-1 15,28 5-2-15,-28-5 7 0,13-2-1 0,-5 4-1 16,3-4 1-16,-2 1-7 0,2 0 7 0,1 1-10 16,-3 0 7-16,3-1-5 0,2-1 3 0,-2 4-1 15,1-2-5-15,0 0 14 0,1 0-12 0,3-2-6 16,2 1-6-16,-6 1-3 0,5 0 5 0,-5-1 0 15,4-2-9-15,0 3-5 0,1-1 4 0,-3-2-3 16,1 3 2-16,0-2 2 0,3 1-3 0,-2 1 0 16,0 0 3-16,-3-2-5 0,4 2 3 0,-2 0-4 15,-3 0 7-15,0-1 2 0,1 0 3 0,-3 1 3 0,3 0 2 16,-2-2-16-16,1 1 7 0,-3 1 6 16,2 0 0-16,0-1-7 0,-2 1-10 0,1-2 5 15,0 2-2-15,-1 0-6 0,1 0-7 0,-3 0-4 16,0-2-4-16,-8 2 3 0,14 0-13 0,-14 0-10 15,14-1-17-15,-14 1-50 0,9-1-149 0,-9 1 67 16</inkml:trace>
  <inkml:trace contextRef="#ctx0" brushRef="#br0" timeOffset="-179158.93">22668 6097 33 0,'0'0'86'0,"0"0"-18"15,0 0-2-15,0 0-7 0,0 0-3 0,0 0-13 16,0 0 7-16,0 0-3 0,0 0-2 0,0 0 2 16,0 0 6-16,0 0-17 0,0 0 9 0,0 0-5 15,0 0-22-15,25 5 11 0,-25-5 4 0,10 3 3 16,-4-2-4-16,-6-1-3 0,16 2-2 0,-10-1 2 16,4 0-8-16,3 0 11 0,-5 1-3 0,2 1-3 15,-1-1 0-15,-1-2-5 0,2 1 1 0,1-1-5 16,0 0 0-16,0 0 1 0,-2 2-4 0,2-2 2 15,1 0-1-15,2 2 4 0,-1-4-2 0,1 4-1 16,3-2 0-16,-4 1-5 0,0 0 5 0,1-1 1 16,-1 3-6-16,0-2-19 0,1-2 15 0,-1 2 3 15,1 1 12-15,-1-2-18 0,-1 1 1 0,0-1-2 16,0 1 5-16,1-1-3 0,-1-1-1 0,1 2 1 16,0-1 0-16,-2-1-1 0,2 0 4 0,-2-1 2 15,2 2-3-15,0 0 0 0,-3 3-2 0,3-3-4 16,-4 0 10-16,2 1-7 0,-1 0 3 0,1-2 1 15,-11 1-2-15,18 0 3 0,-8-1 0 0,0 1-8 16,3 0 2-16,-2 0 2 0,1-1-5 0,1 1 4 16,0 0-4-16,-2-2 8 0,0 1-3 0,0 1-2 15,0-3 1-15,-1 3-5 0,1 0 0 0,-1 0-3 16,-1 0 12-16,1-2-9 0,1 3 1 0,-11-1-2 16,15 0 4-16,-8 1-4 0,2 2 9 0,-9-3-6 15,16-3 2-15,-9 3 11 0,2-1-11 0,-9 1 5 16,13 0-2-16,-13 0 3 0,15 0-6 0,-8 0 2 15,0-1-8-15,-7 1 11 0,14 0-9 0,-6 0 5 16,-8 0-2-16,12 1-1 0,-12-1 3 0,12 0 9 0,-5 0-14 16,-7 0 6-16,11 0-1 0,-11 0-2 0,14 0 8 15,-6 0 0-15,0 0-2 0,3-1-3 0,-1 1 10 16,1-2-12-16,0 2 3 0,1 0 6 16,-2 0-5-16,1 2-3 0,1-2-1 0,-2 1 6 0,3-1 2 15,-3 0-1-15,-2 0 2 0,-8 0-3 0,16-1-4 16,-9 1 1-16,-7 0 0 0,16 0-2 15,-16 0 2-15,12-2 3 0,-6 2-1 0,-6 0-3 0,12 2-2 16,-12-2 4-16,9 0-2 0,-9 0 4 0,9-2 4 16,-9 2-1-16,10 0 0 0,-10 0 3 0,11 0 3 15,-3-2-3-15,-8 2-3 0,15-1 5 0,-7 1-2 16,-8 0-3-16,13 0 3 0,-4 0 0 0,-3-2-1 16,-6 2-4-16,12 0 6 0,-12 0-3 0,12 2 0 15,-12-2-2-15,9-3-1 0,-9 3-5 0,7-2 2 16,-7 2 5-16,0 0 4 0,0 0 4 0,10 0 1 15,-10 0-2-15,0 0 3 0,0 0-2 0,10-2-1 16,-10 2-2-16,0 0-2 0,0 0-2 0,0 0-1 16,8-1 1-16,-8 1 1 0,0 0-7 0,0 0 0 15,0 0-2-15,0 0 0 0,0 0 1 0,10 0-4 16,-10 0-11-16,0 0-14 0,0 0-23 0,0 0-24 16,0 0-25-16,0 0-34 0,0 0-33 0,0 0-157 0,0 0-343 15,0 0 152-15</inkml:trace>
  <inkml:trace contextRef="#ctx0" brushRef="#br0" timeOffset="-178749">24206 6034 8 0,'-10'0'164'15,"10"0"-4"-15,-12-2-5 0,12 2-4 0,-9-1-8 16,9 1-8-16,0 0-12 0,-9-2-8 0,9 2-15 16,0 0-9-16,0 0-9 0,0 0-6 0,0 0-12 15,0 0-1-15,0 0-2 0,0 0-4 0,0 0-2 16,0 0-8-16,0 0 0 0,39-2-9 0,-23 2 0 16,2-2-8-16,0 2-4 0,0 0-16 0,0 0-25 0,-7 0-22 15,2 0-24-15,0 0-24 0,-3 0-33 0,0 0-16 16,-10 0-19-16,13 0-87 0,-13 0-259 15,0 0 115-15</inkml:trace>
  <inkml:trace contextRef="#ctx0" brushRef="#br0" timeOffset="-178283">24312 6025 42 0,'-9'2'154'15,"9"-2"-13"-15,0 0-8 0,0 0-15 0,0 0-7 0,0 0-16 16,0 0-10-16,0 0-4 0,-1 9 10 0,1-9-9 15,-3 11-4-15,3-11-6 0,0 16-9 16,-1-4-2-16,1-1 4 0,0 0-7 0,0 0 3 16,1 0-3-16,-2 1-11 0,1-2-1 0,0 0-2 0,0 0-4 15,0 1-5-15,0-2 1 0,2-1-3 0,1 2-4 16,-2-2-2-16,1 0-3 0,-2 0 0 0,0-8 3 16,1 13-1-16,1-6-1 0,-2-7-2 15,2 10-3-15,-2-10 2 0,1 8-2 0,-1-8 1 0,0 9-5 16,0-9-1-16,4 8 2 0,-4-8-3 0,0 0-5 15,0 8 7-15,0-8-8 0,0 0 1 0,1 6 3 16,-1-6-4-16,0 0 3 0,0 0 1 0,0 0-1 16,-5 8 1-16,5-8 4 0,0 0-3 0,0 0-3 15,-8 1 7-15,8-1-4 0,0 0-1 0,-6 2 1 16,6-2-4-16,0 0 0 0,-12 2 1 0,12-2-1 16,0 0 1-16,-12-4-5 0,12 4 2 0,-8-2-1 15,8 2 10-15,0 0 3 0,0 0 1 0,-10-2 1 16,10 2 4-16,0 0-5 0,0 0 3 0,0 0-3 15,0 0-3-15,0 0-2 0,0 0 1 0,0 0-4 16,0 0 2-16,-9-1-3 0,9 1-1 0,0 0-5 16,0 0 2-16,0 0 0 0,0 0-2 0,0 0-1 15,0 0-9-15,0 0-6 0,0 0-12 0,24-4-17 16,-24 4-15-16,14-1-28 0,-14 1-26 0,17 0-51 16,-7-2-26-16,-1 2-175 0,-1-1-390 0,-1-1 173 15</inkml:trace>
  <inkml:trace contextRef="#ctx0" brushRef="#br0" timeOffset="-177833.23">24473 6213 79 0,'-6'-2'202'0,"6"2"-9"0,0 0-5 16,0 0-12-16,0 0-12 0,-7-4-20 0,7 4-18 15,0 0-8-15,0 0-12 0,0 0-12 0,0 0-9 16,0 0-6-16,0 0-9 0,0 0-8 0,0 0-6 16,0 0-5-16,0 0 0 0,0 0-4 0,24-3-7 15,-24 3-6-15,0 0-4 0,11 3-1 0,-11-3-7 16,7 2 1-16,-7-2-3 0,8 2-3 0,-8-2 0 16,0 0-4-16,8 0-1 0,-8 0-2 0,0 0-2 0,0 0-1 15,7 1-2-15,-7-1 0 0,0 0-2 0,0 0 0 16,8 2-2-16,-8-2 1 0,0 0 1 15,3 7-5-15,-3-7 6 0,2 7-3 0,-2-7 2 16,0 0 0-16,-2 14 11 0,-1-8 2 0,-1 1 4 16,-1 2 1-16,0-1 6 0,-1 2 2 0,0-1-3 0,0 1-2 15,-3 0-4-15,1-1 2 0,4-2-6 0,-3 3 0 16,1-3 1-16,2-1-2 0,0-1 0 16,-1 1 2-16,5-6-7 0,-5 9 0 0,2-5-3 0,3-4 0 15,-4 8 2-15,4-8-2 0,-5 5 0 0,5-5 4 16,0 0-6-16,0 0-1 0,5 10-3 15,-5-10-5-15,8 3 2 0,-2-1-13 0,-6-2-12 16,21 0-24-16,-4-2-24 0,2 1-28 0,2-2-27 0,1-1-36 16,-1 1-30-16,5-2-142 0,-8-1-367 0,1 1 163 15</inkml:trace>
  <inkml:trace contextRef="#ctx0" brushRef="#br0" timeOffset="-177216.73">24738 6293 35 0,'0'0'173'0,"0"0"-1"16,0 0-9-16,0 0-4 0,0 0-10 0,0 0-15 15,0 0-16-15,0 0-10 0,0 0-19 0,0 0-5 16,0 0-7-16,0 0-12 0,0 0-6 0,0 0-6 16,0 0-5-16,0 0-3 0,0 0 3 0,0 27 5 15,0-27-9-15,-2 12 6 0,4-6-5 0,-2-6-7 16,-2 11-2-16,2-11-1 0,-1 8-4 0,1-8 0 15,-1 9 0-15,1-9 3 0,0 0 4 0,-3 6 6 16,3-6 2-16,0 0 5 0,0 0 5 0,0 0 8 16,0 0 1-16,0 0 8 0,0 0-1 0,0 0-7 15,0 0-8-15,0 0-4 0,0 0-5 0,0 0 0 16,0 0-5-16,0 0-3 0,0 0-8 0,10-23-3 16,-7 16-7-16,1 1 0 0,0-3-5 0,-2 3-8 15,3-1-1-15,1-1-7 0,-1 3-3 0,-2 0 9 16,4 0-13-16,-7 5 2 0,10-7 0 0,-6 4 1 15,1 0-5-15,-5 3 0 0,11-2-3 0,-11 2 2 16,12 0 2-16,-12 0 1 0,11 5-3 0,-4 0 3 16,-1-2-1-16,-1 0 0 0,-1 2 1 0,0 0 1 15,1 1 1-15,-1-1-1 0,1 0 11 0,-5-5 9 16,4 7-2-16,-3-1 1 0,-1-6-2 0,5 7 0 16,-5-7 0-16,2 5 2 0,-2-5 8 0,0 0-9 15,0 0 3-15,0 0-5 0,0 8 1 0,0-8 1 16,0 0 2-16,0 0-4 0,0 0-4 0,0 0 4 15,0 0-4-15,0 0-3 0,0 0-4 0,0 0-4 16,-13-16 0-16,13 16-4 0,0 0-4 0,6-14 0 16,-1 7-2-16,0 1 1 0,2-2-6 0,2 1 3 15,-2 2 2-15,4-1-1 0,-1 2 2 0,-4 0 1 16,1 2 1-16,0 0 0 0,-7 2-3 0,13-3-1 16,-13 3-2-16,10 2 6 0,-2-1-1 0,-8-1-1 0,8 6 5 15,-2-3-2-15,-4 2 3 0,2 0-2 16,0 2 5-16,-1-2-1 0,-1 0 2 0,-2-5 1 15,3 13-1-15,0-7-9 0,-2 0-12 0,-1-6-24 16,0 12-38-16,0-12-62 0,-1 10-49 0,-2-4-222 16,-2-2-455-16,5-4 202 0</inkml:trace>
  <inkml:trace contextRef="#ctx0" brushRef="#br0" timeOffset="-176998.75">25152 6278 177 0,'0'0'191'0,"0"0"-12"0,0 0-2 15,0 0-3-15,0 0-8 0,4 10-9 0,-4-10-9 16,0 11-8-16,0-11-11 0,0 12-11 0,0-5-13 0,0-7-12 16,-2 14-8-16,2-6-7 0,-4-1-6 0,3 3-6 15,0-3-7-15,-2 1-21 0,1-1-30 16,-1-1-40-16,-1 0-52 0,3 2-50 0,1-8-54 15,-5 9-133-15,2-5-347 0,3-4 154 0</inkml:trace>
  <inkml:trace contextRef="#ctx0" brushRef="#br0" timeOffset="-176858.28">25162 6113 57 0,'0'0'55'0,"0"0"-38"16,0 0-39-16,0 0-24 0,6 21 12 0</inkml:trace>
  <inkml:trace contextRef="#ctx0" brushRef="#br0" timeOffset="-176600.27">25253 6391 252 0,'0'0'272'15,"0"0"-2"-15,0 0-9 0,2 4-5 0,-2-4-7 16,0 0-15-16,0 0-14 0,0 0-10 0,0 0-11 0,0 0-18 16,0 0-20-16,0 0-18 0,16-9-11 0,-16 9-11 15,7-7-11-15,-1 5-15 0,-2-2-12 0,3 1-5 16,-7 3-11-16,7-6-6 0,-7 6-5 16,7-3-10-16,-7 3-8 0,0 0-6 0,11 0-2 0,-11 0-4 15,0 0-5-15,7 9-20 0,0-6-22 0,-5 2-15 16,1 1-19-16,0 3-26 0,-2 0-20 0,1 2-53 15,-4-3-78-15,4 5-59 0,-4-6-198 16,1 3-530-16,1-10 234 0</inkml:trace>
  <inkml:trace contextRef="#ctx0" brushRef="#br0" timeOffset="-175043.28">22107 7531 30 0,'0'0'79'0,"0"0"-3"0,0 0-10 16,0 0-1-16,0 0-17 0,0 0 4 0,0 0-7 0,0 0-1 15,0 0 0-15,0 0 0 0,0 0-1 0,0 0-6 16,0 0-3-16,0 0 5 0,0 0 0 0,0 0-1 16,0 0-6-16,0 0-1 0,0 0 6 0,0 0-7 15,0 0 7-15,0 0 6 0,0 0-15 0,0 0 8 16,0 0-4-16,0 0-7 0,0 0 18 0,-2-9-7 16,2 9 0-16,0 0-5 0,0 0 4 0,0 0 4 15,0 0-11-15,0 0-4 0,0 0 0 0,0 0 1 16,0 0-3-16,0 0 1 0,0 0-2 0,0 0 3 15,0 0-1-15,0 0-4 0,-4-4-9 0,4 4 6 16,0 0 0-16,0 0-11 0,0 0 5 0,0 0-3 16,0 0-9-16,0 0 10 0,0 0-3 0,0 0-4 15,0 0 3-15,0 0 1 0,0 0-5 0,0 0 0 16,0 0 1-16,0 0 5 0,22 1-1 0,-22-1 0 16,15-1-3-16,-5 1 1 0,3 0-3 0,-1 1 0 15,2-1 1-15,5-1 2 0,1 2-12 0,1-2 7 16,7 1 1-16,-8 0 3 0,3 0-13 0,5-2-2 15,-1 2-13-15,0-2 9 0,1-2-5 0,-1 3-4 16,-5-3 9-16,7 3-19 0,-1-3-3 0,-7 3-1 0,7-2-1 16,-6 2 1-16,-1-1 10 0,0-1-3 0,-1 1-3 15,1 1 9-15,-3-3-1 0,-1 2-6 0,1-1-1 16,-2 2 6-16,0-2 1 0,-2 2 0 16,0-2 0-16,3 3 0 0,-4-2 7 0,1 1-2 0,-1 1 4 15,1-2 2-15,-3 1-2 0,2 0-2 0,1-1 4 16,-1 2 2-16,5-1 6 0,-3-2 2 0,4 3-2 15,0-2-2-15,1 1 3 0,0 1 4 0,-1-2 4 16,-1 0-4-16,2 1 1 0,1 1-1 0,-1 0 1 16,1 1 0-16,-2-1 4 0,0-1 0 0,-1 1-1 15,-4-1-5-15,4 1 10 0,-1 0-12 16,-3-1 5-16,-2 1 6 0,1-1-1 0,1 1 1 16,-1-1 4-16,1 1 1 0,-1 0-10 0,0 0 13 0,1 0 5 15,5-1 3-15,-1-1-4 0,0 1 2 0,-4-1-8 16,4 1 5-16,-2 1-4 0,5-1 3 0,-2-1-5 15,-1 2-5-15,1-2 2 0,-1 2 8 0,-3-1-4 16,6 0-7-16,-3-1 0 0,-5 2-13 0,-1-1 12 16,3 1-2-16,-3-1 6 0,1-1 8 0,-2 2-3 15,1 0-10-15,-2 0 3 0,1 0-3 0,0-1 1 16,-4 1-4-16,5 0-1 0,-2-1 4 0,-1 1-1 16,-9 0 2-16,17-1-2 0,-10 1 8 0,-7 0 1 15,17 0-1-15,-9-2-8 0,-8 2-13 0,12 0 7 16,-12 0 3-16,13 0 9 0,-13 0-5 0,12-1 4 15,-12 1-5-15,11 3 4 0,-11-3 2 0,9-2-11 16,-9 2 8-16,10 2-5 0,-10-2-6 0,9 0 6 16,-9 0 2-16,10 0 3 0,-10 0-7 0,11-2 5 15,-11 2 2-15,7 2-3 0,-7-2-7 0,0 0 6 16,12 0-8-16,-12 0-15 0,8 0-28 0,-8 0-7 16,0 0-25-16,0 0-51 0,9 1-146 0,-9-1 65 0</inkml:trace>
  <inkml:trace contextRef="#ctx0" brushRef="#br0" timeOffset="-174316.81">23921 7228 113 0,'0'0'141'0,"0"0"-14"0,0 0-11 0,0 0-20 15,0 0-11-15,0 0-6 0,0 0-4 0,0 0-4 16,0 0 4-16,0 0-9 0,0 0-1 0,0 0 2 16,0 0-19-16,0 0-5 0,0 0-9 0,-3 26 2 15,3-26 9-15,-2 10 9 0,2-10 2 0,-3 12-6 16,2-7-7-16,1-5-4 0,-1 12 1 0,-1-6-5 15,2-6-2-15,-1 12 2 0,0-5-9 0,1-7-2 16,-1 9-1-16,1-9 3 0,-2 10-7 0,0-5 3 16,2-5 2-16,-2 9 10 0,2-9-2 0,-2 10-3 15,2-10-8-15,0 10 2 0,-1-4 6 0,1-6 2 16,0 13-5-16,1-8 0 0,-1-5-1 0,0 12-2 16,0-5-6-16,0-7-2 0,1 13 0 0,-1-7-1 15,1 2-2-15,-1-8 0 0,3 11 0 0,-2-3-1 16,1-1-2-16,-1-2 3 0,-1-5 3 0,2 11 8 15,1-4 0-15,-3-7 1 0,4 13 1 0,-3-7-10 16,-1-6 3-16,1 11 2 0,1-4-6 0,-2-7 3 16,1 8-4-16,-1-8 2 0,1 7-4 0,-1-7-2 15,0 11 0-15,0-11 2 0,0 8 14 0,0-8 3 16,1 9 1-16,-1-9 0 0,0 8-5 0,0-8 0 16,0 0-2-16,-1 12 5 0,1-12-8 0,0 0 2 15,0 7-1-15,0-7-4 0,0 0 4 0,0 0-4 16,0 0-6-16,0 0 4 0,-1 8-1 0,1-8-1 0,0 0-2 15,0 0 2-15,0 0 0 0,0 0-4 16,0 0-8-16,0 0-1 0,0 0-12 0,0 0-11 16,0 0-14-16,0 0-13 0,0 0-21 0,0 0-28 15,0 0-34-15,0 0-40 0,0 0-34 0,0 0-162 0,0 0-401 16,0 0 179-16</inkml:trace>
  <inkml:trace contextRef="#ctx0" brushRef="#br0" timeOffset="-174001.14">24351 7385 93 0,'0'0'213'16,"0"0"-8"-16,0 0-10 0,-1-9-12 0,1 9-18 16,0 0-9-16,0 0-15 0,0 0-7 0,0 0-10 15,0 0-9-15,0 0-14 0,0 0-10 0,0 0-11 16,7-2-10-16,-7 2-8 0,10-4-8 0,-3 4-18 16,1-2-11-16,4 2-16 0,-4-1-22 0,3-1-17 15,-2-2-32-15,0 4-37 0,4-1-18 0,-4-1-38 16,-2 1-141-16,-7 1-321 0,12-3 141 0</inkml:trace>
  <inkml:trace contextRef="#ctx0" brushRef="#br0" timeOffset="-173632.91">24463 7343 47 0,'0'0'146'0,"0"0"-15"0,0 0-13 15,-12 6 3-15,12-6-3 0,-1 8 5 0,1-8-1 16,-1 13-7-16,-2-5-8 0,1 1-3 0,0 1-6 15,2 0-9-15,-1 3-5 0,1-2-7 0,-1-1 3 16,1 1-1-16,-3-2-6 0,6 0-5 0,-3 0-17 16,0-9 4-16,0 14 0 0,1-8-11 0,-1-6-7 15,-1 14 2-15,1-9-2 0,0-5-6 0,1 10-3 16,-1-10 0-16,0 7-3 0,0-7-4 0,0 0 0 16,-1 9 0-16,1-9-2 0,-5 5-2 0,5-5-2 15,-7 6-5-15,3-2-6 0,-2-2-11 0,6-2 2 16,-13 4-1-16,6-1-8 0,0-1-2 0,7-2 0 15,-14 0-1-15,7 2 2 0,7-2-2 0,-13 4 6 16,6-4 2-16,7 0 1 0,-9 1-1 0,9-1-1 0,-9 2 0 16,9-2 4-16,0 0 1 0,-7 3 1 0,7-3 0 15,0 0-1-15,0 0 10 0,0 0 2 0,0 0 2 16,0 0 0-16,0 0 0 0,0 0-4 16,0 0 4-16,38-4-9 0,-26 2-7 0,7-2-17 0,-1 4-33 15,2-4-44-15,-2 0-42 0,1 0-54 0,-2-1-101 16,-3 0-324-16,-3 0 144 0</inkml:trace>
  <inkml:trace contextRef="#ctx0" brushRef="#br0" timeOffset="-173333.63">24577 7513 100 0,'-21'-3'207'15,"21"3"-12"-15,0 0-15 0,0 0-17 0,0 0-17 16,0 0-9-16,0 0-18 0,0 0-12 0,19-1-10 15,-19 1-5-15,0 0-11 0,14 1-8 0,-14-1-8 16,0 0-9-16,13 0-3 0,-13 0-8 0,6 5 7 16,-6-5 9-16,3 5 2 0,-3-5 0 0,0 9 2 15,0-9-2-15,-5 13 0 0,2-6-2 0,-3 1-3 16,-2 2-7-16,2-3-2 0,-2 1-7 0,3 0-1 16,-3-2-3-16,2-2-5 0,2-1-1 0,4-3-2 15,-5 11-2-15,3-7-8 0,2-4 0 0,-6 6-2 16,6-6-4-16,0 0 4 0,-1 9-3 0,1-9-1 15,0 0 0-15,9 5-6 0,0-3-13 0,0-2-14 16,3 2-26-16,-1-2-36 0,9-4-39 0,-2 4-40 16,0-3-24-16,0 0-34 0,1 0-135 0,0-1-383 15,1-1 169-15</inkml:trace>
  <inkml:trace contextRef="#ctx0" brushRef="#br0" timeOffset="-172800.8">24830 7557 106 0,'0'0'164'0,"0"0"-11"0,0 0-11 0,0 0 4 16,0 0-7-16,0 0-8 0,0 0-4 0,0 0-9 0,0 0-8 16,0 0-10-16,-9 20-13 0,9-20 3 0,-4 6 5 15,4-6-7-15,-2 8-4 0,2-8 1 0,0 0-3 16,0 10 3-16,0-10 1 0,0 0 1 0,0 0-2 16,-3 9 5-16,3-9 1 0,0 0 4 0,0 0 5 15,0 0 6-15,0 0-1 0,0 0-1 0,0 0 14 16,0 0-19-16,0 0-7 0,0 0-11 0,0 0 4 15,0 0-22-15,0 0-3 0,0 0-11 0,0 0-7 16,0 0-8-16,-3-27-3 0,3 27-5 0,3-9-10 16,0 2-1-16,0 1-9 0,-3 6-9 0,6-12-1 15,-2 8-6-15,0-2 0 0,4 2 1 0,-4 0-3 16,-4 4-1-16,11-7-5 0,-6 5 3 0,-5 2 0 16,13 0-1-16,-13 0 3 0,13 0 0 0,-8 5-4 15,1-1 5-15,1 0-1 0,-2 0 2 0,0 1 2 16,-1 1 12-16,0 1-9 0,-1-3-2 0,0 2 2 15,1 0-3-15,-4-6 5 0,4 9 3 0,-4-9-3 16,2 6 5-16,-2-6-1 0,3 4 3 0,-3-4 2 16,0 0-3-16,0 0 3 0,4 7 1 0,-4-7-1 15,0 0 5-15,0 0-4 0,0 0 1 0,0 0-1 16,0 0-5-16,0 0-1 0,0 0-9 0,10-16-5 16,-5 9-8-16,0-1 1 0,2 3 4 0,0-1-1 15,1-2 2-15,2 1-4 0,-4 1-2 0,-1 1 2 16,1 2 0-16,1-1 9 0,-7 4-7 0,8-4 0 15,-2 2 3-15,-6 2-5 0,0 0 2 0,9-2 2 16,-9 2 2-16,0 0 0 0,7 8 4 0,-2-4 10 16,-5-4-6-16,2 10 1 0,-2-10 14 0,1 10-12 15,2-4-13-15,-3-6-20 0,0 13-23 0,0-7-22 16,0-6-47-16,-4 12-41 0,4-12-53 0,-2 8-218 16,2-8-477-16,0 8 212 0</inkml:trace>
  <inkml:trace contextRef="#ctx0" brushRef="#br0" timeOffset="-172433.55">25255 7516 90 0,'-8'-13'228'0,"8"13"-14"0,-5-4-14 16,5 4-10-16,-10 0-11 0,10 0-15 16,0 0-9-16,-20 7-10 0,11 0-4 0,2-2-14 0,1 2-9 15,-1-1-6-15,3 1-7 0,-2-3-13 0,1 4-7 16,2-1-7-16,0-1-6 0,3-6-8 0,-4 11-5 15,4-4-11-15,0-7 7 0,1 9-6 0,-1-9-4 16,3 7-3-16,-3-7-2 0,8 6-6 0,-5-3-2 16,-3-3-3-16,10 4-7 0,-10-4-2 0,9 1 0 15,-9-1-3-15,0 0-2 0,11-5-3 0,-11 5-3 16,6-6-1-16,-6 6-3 0,5-8 1 0,-5 8 3 16,5-7-1-16,-3 3-1 0,-2 4-3 0,3-8 2 15,-3 8-6-15,3-9 2 0,-3 9-2 0,0 0 2 16,5-3-9-16,-5 3-1 0,0 0 1 0,0 0 0 15,0 0 1-15,0 0 2 0,0 0-5 0,0 0 7 16,5 13-2-16,-5-4 1 0,5-2 3 0,-5-7-2 16,4 10-17-16,-1-3-27 0,-1 0-40 0,2 1-56 15,0-5-46-15,-1 3-59 0,-3-6-150 0,6 7-428 16,-6-7 189-16</inkml:trace>
  <inkml:trace contextRef="#ctx0" brushRef="#br0" timeOffset="-172243.99">25351 7510 134 0,'0'0'232'0,"9"-1"-3"0,-9 1-2 0,0 0-12 16,19 4-19-16,-11-3-17 0,4 3-14 0,-4-2-19 16,0 3-11-16,-2-1-14 0,4 0-11 0,0-1-12 0,1 2-8 15,-1-2-10-15,0 2-10 0,-3-1-21 0,5 0-36 16,-8-1-46-16,3-2-51 0,-7-1-59 15,11 3-49-15,-6-2-148 0,-5-1-368 0,0 0 163 16</inkml:trace>
  <inkml:trace contextRef="#ctx0" brushRef="#br0" timeOffset="-172082.97">25540 7486 118 0,'0'0'285'15,"0"0"-13"-15,0-9-13 0,0 9-18 0,0 0-18 0,0 0-13 16,0 0-19-16,-20 13-8 0,4 0-14 0,3 0-23 15,-6 6-11-15,-5 0-13 0,0-3-14 0,-3 4-52 16,0 1-56-16,0 1-71 0,0-1-110 16,-5-2-230-16,-1 0-446 0,1 0 197 0</inkml:trace>
  <inkml:trace contextRef="#ctx0" brushRef="#br0" timeOffset="-165025.71">22224 5819 7 0,'0'0'35'0,"0"0"-10"16,0 0-2-16,0 0-2 0,0 0 7 0,0 0-7 15,-8-3 0-15,8 3-5 0,0 0 0 0,0 0 1 0,0 0-2 16,0 0-1-16,0 0-5 0,-5-6 2 0,5 6 0 15,0 0-7-15,0 0 6 0,0 0-2 16,-5-5-9-16,5 5 6 0,0 0-1 0,0 0-2 16,0 0 2-16,-5-4-3 0,5 4-2 0,0 0 1 15,0 0 2-15,0 0-7 0,0 0-6 0,0 0-3 0,0 0 6 16,0 0 6-16,0 0-11 0,0 0 9 0,0 0-1 16,0 0-1-16,0 0-2 0,0 0-8 15,0 0-2-15,0 0-19 0,0 0-39 0,0 0 18 16</inkml:trace>
  <inkml:trace contextRef="#ctx0" brushRef="#br0" timeOffset="-162437">22111 8278 5 0,'0'0'66'16,"0"0"-6"-16,0 0 0 0,0 0-4 0,0 0-5 15,0 0-4-15,0 0 0 0,0 0-3 0,0 0 7 16,0 0-9-16,0 0-7 0,0 0-1 0,0 0-2 16,0 0 6-16,0 0-5 0,0 0-5 0,0 0 2 0,0 0 2 15,0 0-15-15,0 0 9 0,0 0-10 16,0 0-3-16,0 0 5 0,0 0-10 0,0 0 2 16,0 0 3-16,0 0-2 0,0 0-5 0,0 0 2 15,0 0-4-15,0 0 7 0,0 0-3 0,0 0-6 0,0 0 3 16,0 0 0-16,0 0 2 0,0 0-7 0,0 0 2 15,0 0-5-15,0 0 8 0,0 0-6 0,0 0 7 16,0 0 2-16,0 0-13 0,0 0 6 16,0 0 3-16,0 0 0 0,0 0 2 0,0 0 0 15,0 0-6-15,0 0 3 0,0 0 1 0,0 0-9 16,0 0 2-16,0 0 13 0,0 0-2 0,0 0-10 16,0 0 5-16,0 0-4 0,0 0 1 0,0 0 5 0,0 0-1 15,0 0-2-15,0 0-5 0,0 0-11 16,0 0 15-16,0 0 5 0,0 0-4 0,0 0-3 0,0 0 4 15,0 0-7-15,0 0 15 0,0 0-9 0,0 0 0 16,0 0-9-16,0 0 4 0,0 0-10 0,0 0 9 16,0 0-6-16,0 0-19 0,0 0 11 15,0 0-11-15,0 0-6 0,0 0-18 0,0 0-31 0,0 0-43 16,0 0-137-16,0 0 60 0</inkml:trace>
  <inkml:trace contextRef="#ctx0" brushRef="#br0" timeOffset="-157400.33">23917 7423 45 0,'0'0'53'0,"0"0"1"0,0 0-1 0,0 0 5 0,0 0-12 16,-1-8 2-16,1 8 0 0,0 0-7 0,0 0 0 16,0 0 5-16,0 0-7 0,0 0 3 0,0 0-7 15,0 0 4-15,0 0 0 0,0 0-16 0,0 0 11 16,0 0 2-16,0 0-6 0,0 0 3 0,0 0 7 16,0 0-3-16,0 0 2 0,0 0 2 0,0 0-6 15,0 0 1-15,-4-8 5 0,4 8-4 0,0 0-2 16,0 0-4-16,0 0-1 0,0 0-5 0,0 0 3 15,0 0-4-15,0 0 3 0,0 0 0 0,0 0-10 16,0 0 2-16,0 0-1 0,0 0-7 0,0 0 5 16,0 0 7-16,0 0-6 0,0 0-3 0,0 0-1 15,0 0 3-15,0 0-6 0,0 0 10 0,0 0 22 16,0 0-5-16,0 0 0 0,0 0-5 0,0 0-2 16,-5 24-3-16,5-24-2 0,-1 8-6 0,1-8 2 15,-3 7-5-15,3-7 4 0,-1 9 1 0,1-9-13 16,-4 9 1-16,1-5 3 0,3-4-6 0,-2 14 8 15,0-7 9-15,1-1 0 0,1-6 4 0,-2 10-3 16,2-10-8-16,-3 9 2 0,3-9-4 0,-4 8 3 0,4-8-6 16,0 9 0-16,0-9 1 0,-2 7-4 0,2-7-5 15,0 9 5-15,0-9-6 0,-1 7 6 16,1-7-4-16,0 0 3 0,-2 9-2 0,2-9 0 16,0 0-1-16,-1 10 2 0,1-10-4 0,0 0 0 0,-1 9 0 15,1-9-1-15,0 0 2 0,1 8-1 0,-1-8 1 16,0 0-5-16,0 9 4 0,0-9-3 0,0 0 0 15,1 7 4-15,-1-7 0 0,0 0-3 0,0 0 4 16,0 0-2-16,0 9-2 0,0-9 2 0,0 0-2 16,0 9 2-16,0-9-1 0,0 0 1 0,-2 7-6 15,2-7 3-15,0 0 4 0,0 0-7 0,0 0 12 16,1 9-7-16,-1-9-3 0,0 0-2 0,-1 9 5 16,1-9-6-16,0 0 2 0,1 7 1 0,-1-7 4 15,0 0-2-15,0 0 5 0,1 8-6 0,-1-8 2 16,0 0 1-16,2 9-1 0,-2-9-1 0,0 0 0 15,0 0 3-15,0 0-3 0,1 9 1 0,-1-9-2 16,0 0 1-16,0 0-2 0,0 0 5 0,0 0 0 16,0 0-6-16,1 5 2 0,-1-5 1 0,0 0 3 15,0 0-1-15,0 0-5 0,0 0 3 0,0 0 3 16,0 0-4-16,0 0 8 0,0 0-10 0,0 0 5 16,-2 9-4-16,2-9 2 0,0 0 1 0,0 0 1 15,0 0-4-15,0 0 4 0,0 0-1 0,0 0 0 16,0 0-3-16,0 0 1 0,0 0 3 0,0 0-3 15,0 0-2-15,0 0-3 0,0 0 4 0,0 0 4 0,0 0-2 16,0 0-1-16,0 0 1 0,0 0 0 16,0 0 3-16,0 0-2 0,-2 10-1 0,2-10 0 15,0 0-3-15,0 0 1 0,0 0 3 0,-1 6-2 16,1-6 2-16,0 0 1 0,0 0 0 0,-4 12-2 0,4-12-3 16,0 0 5-16,0 7-4 0,0-7 5 15,-1 9 0-15,1-9-4 0,0 0 17 0,0 0 1 16,0 11-7-16,0-11 2 0,0 0 2 0,-2 12-3 15,2-12-2-15,0 0 1 0,2 8-2 0,-2-8-2 0,0 0 0 16,-2 10 0-16,2-10 0 0,0 0-2 0,0 9 2 16,0-9-2-16,0 0-1 0,-2 7 2 0,2-7-1 15,0 0-3-15,0 0-1 0,1 11 3 0,-1-11 0 16,0 0 0-16,0 0-6 0,1 6 6 0,-1-6 0 16,0 0-3-16,0 0 1 0,0 0 1 0,0 0-3 15,2 8 2-15,-2-8 1 0,0 0 1 0,0 0-5 16,0 0 2-16,0 0 4 0,0 10-5 15,0-10 1-15,0 0-1 0,0 0 3 0,0 0-4 0,-3 6 5 16,3-6-3-16,0 0 0 0,0 0 3 0,0 0-2 16,0 0-2-16,1 8 2 0,-1-8 1 0,0 0-3 15,0 0-5-15,0 0 8 0,0 0-1 0,0 0-2 16,0 0 3-16,-1 10-2 0,1-10 4 0,0 0-2 16,0 0-3-16,0 0-1 0,0 0 2 0,0 0 3 15,0 0 0-15,0 0-3 0,0 0 2 0,0 0-5 16,0 0 4-16,0 0-2 0,0 0 1 0,0 0-5 15,0 0 8-15,0 0-2 0,0 0 1 0,0 0-2 16,0 0-3-16,0 0 3 0,0 0 2 0,0 0 1 16,0 0 0-16,0 0 0 0,0 0 2 0,0 0-1 15,0 0-5-15,0 0-10 0,0 0-9 0,0 0-6 16,0 0-24-16,0 0-21 0,0 0-30 0,0 0-23 16,0 0-26-16,0 0-18 0,0 0-127 0,0 0-321 15,-16-15 142-15</inkml:trace>
  <inkml:trace contextRef="#ctx0" brushRef="#br0" timeOffset="-156839.33">23885 7510 22 0,'0'0'101'0,"0"0"-18"0,0 0-9 0,0 0-3 15,0 0-11-15,0 0-4 0,0 0-8 0,0 0-8 0,0 0 1 16,0 0 0-16,0 0-12 0,0 0 8 0,0 0-2 15,0 0 2-15,0 0-18 0,0 0 13 16,-1 25-6-16,1-25 3 0,-3 10-7 0,2 0 7 16,0-1 10-16,0 1-21 0,-1-1 8 0,1 3 6 0,1-1-7 15,-1-1 1-15,-2 2 11 0,2-2-7 0,-1 2-4 16,1-3-4-16,-1 2 8 0,0 0-9 0,-2-2-5 16,3 4-1-16,0-3-4 0,-2 1 2 0,3-2 1 15,-1 2 1-15,-1-1-4 0,-1 1 5 0,3 1-9 16,-2-5 21-16,0 2-17 0,1 0 4 0,1-9-3 15,-1 11-3-15,1-3-2 0,0-8-1 0,0 10 4 16,0-10-1-16,1 7-4 0,-1-7 0 0,1 9-2 16,-1-9-1-16,0 9 2 0,0-9 0 0,-1 9-2 15,1-9 5-15,0 0 4 0,1 9 6 0,-1-9 1 16,0 0-6-16,2 8-1 0,-2-8 7 0,0 0-8 16,0 8 2-16,0-8 2 0,0 0-1 0,0 0-5 15,0 0 2-15,-3 7-2 0,3-7-1 0,0 0 0 16,0 0-1-16,0 0 0 0,0 0-4 0,0 0 6 15,0 0 2-15,0 0-2 0,0 0-3 0,0 0 5 16,0 0-5-16,0 0-6 0,0 0-23 0,0 0-38 16,0 0-39-16,-8 3-161 0,8-3-284 0,0 0 127 15</inkml:trace>
  <inkml:trace contextRef="#ctx0" brushRef="#br0" timeOffset="-182163.18">22222 5725 34 0,'0'0'58'0,"0"0"-4"15,0 0-6-15,0 0-3 0,0 0-5 0,0 0-4 16,0 0-5-16,0 0-2 0,0 0-5 0,0 0-1 15,0 0-4-15,0 0 3 0,0 0-4 0,0 0-9 16,0 0 5-16,0 0 5 0,0 0-9 0,0 0 2 16,0 0-8-16,-8 21 7 0,8-21-11 0,-3 13 11 15,0-6-6-15,1 0-11 0,-1 0-6 0,2 0-6 16,-2 2-10-16,2-1-6 0,0 1-2 0,-1-1-4 16,1 2-27-16,1-1-74 0,0 1 33 0</inkml:trace>
  <inkml:trace contextRef="#ctx0" brushRef="#br0" timeOffset="-181566.25">22217 5785 23 0,'0'0'47'0,"0"0"-2"0,0 0-6 0,0 0-2 16,0 0-9-16,0 0-17 0,0 0-8 0,0 0-12 15,0 0-10-15,0 23-16 0,0-23-37 0,-5 11 17 16</inkml:trace>
  <inkml:trace contextRef="#ctx0" brushRef="#br0" timeOffset="-181004.79">22247 5755 43 0,'0'0'53'0,"0"0"0"0,0 0-11 0,0 0-1 16,0 0-10-16,0 0 2 0,0 0-3 0,0 0-13 16,0 0 7-16,0 0-9 0,0 0-1 15,0 0-2-15,0 0 2 0,0 0-13 0,0 0-10 0,0 0-15 16,-1 27-9-16,1-27-27 0,-4 14-64 0,2-8 28 15</inkml:trace>
  <inkml:trace contextRef="#ctx0" brushRef="#br0" timeOffset="-180706.18">22230 6170 39 0,'0'-9'38'0,"0"9"-11"0,0 0-13 16,0 0-17-16,3-9-17 0,-3 9-21 15,0-7 10-15</inkml:trace>
  <inkml:trace contextRef="#ctx0" brushRef="#br0" timeOffset="-180354.85">22271 5773 25 0,'0'0'70'0,"0"0"-2"0,0 0-5 0,0 0-10 16,0 0-6-16,0 0-7 0,0 0 4 0,0 0-9 16,0 0 7-16,0 0-17 0,0 0 0 0,0 0-5 15,0 0 2-15,0 0-8 0,0 0 1 0,0 0-4 0,0 0-2 16,0 0 3-16,0 0-15 0,0 0-13 0,0 0-14 15,0 0-1-15,0 0-4 0,8 16-9 0,-8-16-37 16,-2 10-86-16,2-10 38 0</inkml:trace>
  <inkml:trace contextRef="#ctx0" brushRef="#br0" timeOffset="-180080.83">22249 6125 5 0,'0'0'71'0,"0"0"-12"0,0 0-3 0,0 0-8 16,0 0-13-16,0 0-11 0,0 0-12 16,10-11-16-16,-10 11-18 0,0 0-26 0,0 0-51 15,-1-14 23-15</inkml:trace>
  <inkml:trace contextRef="#ctx0" brushRef="#br0" timeOffset="-179792.47">22238 5755 15 0,'5'23'14'0,"-2"-19"-10"0,-3-4-10 16,0 10-6-16,0-10 3 0</inkml:trace>
  <inkml:trace contextRef="#ctx0" brushRef="#br0" timeOffset="-179533.06">22229 6099 59 0,'0'0'71'0,"0"0"-7"0,0 0-10 16,0 0-9-16,0 0-19 0,0 0-13 0,0 0-18 0,0 0-14 16,0 0-33-16,0 0-55 0,0 0 24 15</inkml:trace>
  <inkml:trace contextRef="#ctx0" brushRef="#br0" timeOffset="-179320.66">22225 5786 36 0,'0'0'55'0,"0"0"-9"0,0 0-6 0,0 0-10 16,0 0-14-16,0 0-3 0,0 0-19 0,0 0-13 15,8 23-17-15,-8-23-38 0,0 12 18 0</inkml:trace>
  <inkml:trace contextRef="#ctx0" brushRef="#br0" timeOffset="-178651.25">22226 5720 23 0,'0'0'43'0,"0"0"-3"16,0 0-7-16,0 0-4 0,0 0-3 16,0 0 1-16,0 0-9 0,0 0-7 0,3 27-6 15,-3-27-17-15,0 0 2 0,0 12-5 0,0-12-1 16,0 0-1-16,0 5 3 0,0-5 2 0,0 0 4 15,0 0-3-15,1 8 2 0,-1-8 1 0,0 0 6 0,0 0 6 16,0 0 4-16,0 0 3 0,0 0 5 16,0 0 3-16,0 0 7 0,0 0 5 0,0 0 0 15,0 0 5-15,0 0-1 0,0 0 2 0,0 0 0 16,0 0-2-16,0 0-4 0,0 0 3 0,0 0 1 16,0 0-1-16,0 0-2 0,0 0-4 0,0 0 6 0,0 0-1 15,0 0-6-15,0 0-1 0,0 0-2 16,0 0 4-16,0 0-4 0,0 0 9 0,0 0-5 15,0 0 0-15,0 0-5 0,0 0 0 0,0 0-2 16,0 0-1-16,0 0 1 0,0 0 0 0,0 0-5 0,0 0-6 16,0 0 3-16,0 0-6 0,0 0-3 15,0 0 2-15,0 0-2 0,0 0-5 0,0 0-4 16,0 0-9-16,0 0-7 0,0 0-13 0,0 0-7 16,0 0-7-16,0 0-14 0,0 0-14 0,0 0-5 15,0 0-41-15,0 0-133 0,0 0 59 0</inkml:trace>
  <inkml:trace contextRef="#ctx0" brushRef="#br0" timeOffset="-178386.23">22210 5921 2 0,'0'0'42'0,"0"0"-20"16,5 4-33-16,-5-4-13 0,0 0 6 0</inkml:trace>
  <inkml:trace contextRef="#ctx0" brushRef="#br0" timeOffset="-177581.45">22262 5755 64 0,'0'0'64'0,"0"0"-12"0,0 0 8 0,4-5-8 16,-4 5 6-16,0 0-11 0,0 0-8 0,0 0 3 16,0 0-5-16,0 0 2 0,0 0-5 0,0 0-6 15,0 0 5-15,0 0-9 0,0 0 4 0,0 0-1 16,0 0 8-16,0 0-4 0,0 0-19 0,0 0 5 16,0 0 4-16,0 0-1 0,0 0 2 0,0 0-2 15,0 0 5-15,0 0 4 0,0 0-7 0,0 0 4 16,0 0 0-16,0 0-3 0,0 0 1 0,0 0 0 15,0 0-3-15,0 0 6 0,0 0 2 0,0 0-7 16,0 0 3-16,0 0-8 0,0 0-1 0,0 0 5 16,0 0 2-16,0 0-3 0,0 0 0 0,0 0 3 15,0 0-3-15,0 0 2 0,0 0 7 0,0 0-10 16,0 0 0-16,0 0-2 0,0 0 6 0,0 0-6 16,0 0 2-16,0 0 3 0,0 0-4 0,0 0 1 0,0 0-2 15,0 0-6-15,0 0 10 0,0 0-8 16,0 0-2-16,0 0-2 0,0 0-1 0,0 0-2 15,0 0 2-15,0 0-4 0,0 0 4 0,0 0 2 16,0 0-9-16,0 0 5 0,0 0 1 0,0 0-6 0,0 0 1 16,0 0-1-16,0 0 5 0,0 0-4 15,0 0 1-15,0 0-2 0,0 0 3 0,0 0-4 16,0 0 0-16,0 0-1 0,0 0 1 0,0 0 1 16,0 0 1-16,0 0-2 0,0 0 4 0,0 0-7 15,0 0 3-15,0 0-1 0,0 0 3 0,0 0-3 0,0 0 3 16,0 0-4-16,0 0 2 0,0 0 0 0,0 0 1 15,0 0-4-15,0 0-9 0,0 0-16 0,0 0-20 16,0 0-20-16,0 0-16 0,0 0-18 16,0 0-7-16,0 0-4 0,0 0-89 0,0 0-218 0,0 0 96 15</inkml:trace>
  <inkml:trace contextRef="#ctx0" brushRef="#br0" timeOffset="-177111.83">22216 6074 28 0,'0'0'33'0,"0"0"-3"0,0 0-9 16,0 0-7-16,0 0 5 0,0 0-4 0,0 0-2 15,0 0-5-15,0 0-1 0,0 0-1 0,0 0-5 0,0 0-3 16,0 0-6-16,0 0 0 0,0 0-3 0,0 0-3 15,0 0 2-15,0 0-12 0,0 0-25 0,0 0 11 16</inkml:trace>
  <inkml:trace contextRef="#ctx0" brushRef="#br0" timeOffset="-176923.36">22216 6074 3 0,'0'0'13'16,"0"0"-4"-16,0 0-5 0,0 0 0 0,0 0-1 0,0 0-3 16,0 0 7-16,0 0-4 0,0 0 0 15,0 0 0-15,0 0-1 0,0 0 1 0,0 0 0 0,0 0-2 16,-6 22 2-16,6-22-14 0,0 0-12 16,-3 8 6-16</inkml:trace>
  <inkml:trace contextRef="#ctx0" brushRef="#br0" timeOffset="-173566.36">24790 6243 77 0,'0'0'108'0,"0"0"7"15,-13-14-5-15,13 14-14 0,0 0-12 0,0 0-12 16,0 0-11-16,0 0-15 0,0 0-21 0,0 0-7 16,0 0-13-16,0 0 1 0,0 0-22 0,0 0-14 15,0 0-28-15,-16 14-63 0,12-7-129 0,-1-3 58 16</inkml:trace>
  <inkml:trace contextRef="#ctx0" brushRef="#br0" timeOffset="-173061.22">24669 7559 35 0,'0'0'65'0,"0"0"-6"0,0 0-5 0,1 8-3 0,-1-8-5 16,0 0 1-16,0 0-11 0,0 0 5 0,0 0-3 15,3 7-1-15,-3-7-2 0,0 0 1 16,0 0-11-16,0 0 2 0,0 0 0 0,0 0-4 16,0 0-4-16,0 0-3 0,0 0-5 0,0 0-13 0,0 0-21 15,0 0-15-15,0 0-28 0,0 0-35 16,0 0-107-16,0 0 48 0</inkml:trace>
  <inkml:trace contextRef="#ctx0" brushRef="#br0" timeOffset="-172550.04">24660 6379 8 0,'0'0'96'16,"0"0"-6"-16,0 0-11 0,0 0-8 0,0 0-4 0,0 0-2 16,0 0-14-16,0 0-11 0,0 0-9 0,0 0-13 15,0 0-5-15,-3 12-10 0,3-12-18 0,0 11-17 16,-3 0-24-16,3-3-33 0,-3 2-95 0,0-1 43 16</inkml:trace>
  <inkml:trace contextRef="#ctx0" brushRef="#br0" timeOffset="-172190.61">24628 7531 30 0,'0'0'79'0,"0"0"-7"0,0 0-12 0,0 0 1 16,0 0-3-16,0 0-19 0,0 0-18 0,0 0-14 0,0 0-18 15,0 0-20-15,0 0-34 0,0 0-69 16,0 0 31-16</inkml:trace>
  <inkml:trace contextRef="#ctx0" brushRef="#br0" timeOffset="-171669.65">24763 6320 22 0,'0'0'58'0,"0"0"-11"0,0 0 3 15,-4 7-14-15,4-7-12 0,-1 8-14 16,1-8-14-16,-1 8-37 0,1-8-44 0,-4 7 20 16</inkml:trace>
  <inkml:trace contextRef="#ctx0" brushRef="#br0" timeOffset="-169934.95">24730 7706 28 0,'0'0'33'0,"0"0"-15"0,0 0-17 0,0 0-15 16,0 0-14-16,0 0 6 0</inkml:trace>
  <inkml:trace contextRef="#ctx0" brushRef="#br0" timeOffset="-164695.16">11300 17209 8 0,'0'0'16'0,"0"0"-4"0,0 0-7 0,0 0-10 15,0 0-1-15,-7 13-7 0,7-13 3 16</inkml:trace>
  <inkml:trace contextRef="#ctx0" brushRef="#br0" timeOffset="-157235.04">22179 6241 27 0,'0'0'36'0,"0"0"3"0,0 0 4 16,0 0-4-16,0 0 1 0,0 0-4 0,0 0-4 16,0 0-1-16,0 0-4 0,0 0-3 0,0 0 4 15,0 0-8-15,0 0 1 0,0 0-3 16,0 0-4-16,0 0-4 0,0 0-3 0,0 0-11 15,0 0-6-15,0 0-11 0,0 0-14 0,0 0-36 0,0 0-76 16,0 0 34-16</inkml:trace>
  <inkml:trace contextRef="#ctx0" brushRef="#br0" timeOffset="-155384.19">23401 6178 5 0,'6'3'5'0,"-6"-3"-3"0,15 1 0 0,-8-1-3 16,1 1 2-16,-8-1-1 0,14 0 6 0,-6 0-6 15,-8 0 0-15,12 0 2 0,-5 2 6 0,-7-2-10 16,15 0 2-16,-15 0 2 0,10 1-2 0,-4-1-2 16,-6 0 4-16,13 1-3 0,-13-1 4 0,12 0-1 0,-6 0 0 15,3 1-2-15,-9-1 0 0,14 0 2 16,-7 1-4-16,-7-1-1 0,13 2 5 0,-13-2 2 16,12 0-4-16,-12 0 2 0,9 1-1 0,-9-1 0 15,11 1 1-15,-11-1-2 0,11 0 0 0,-11 0-1 16,9 0 2-16,-9 0 0 0,12 0-1 0,-12 0-1 15,9 2 3-15,-9-2-2 0,9-2 0 0,-9 2 2 16,12 0-3-16,-12 0 0 0,14-1 0 0,-8 0-1 16,3-1 0-16,-9 2 3 0,14-2 3 0,-6 1-6 15,1 1 4-15,0-1-4 0,-9 1 2 0,16-2 2 16,-9 2-3-16,-7 0 2 0,11-2 1 0,-3 3-2 0,1-2 1 16,-9 1 2-16,13-2 0 0,-13 2-1 0,11-1 4 15,-11 1-2-15,13-1 6 0,-13 1-4 16,9 0-3-16,-9 0 2 0,0 0 1 0,11 0-3 15,-11 0 3-15,8 1-1 0,-8-1 1 0,0 0-3 16,12 0 2-16,-12 0-2 0,10 0 1 0,-10 0 0 0,9 0 2 16,-9 0 0-16,10-1 3 0,-10 1-1 0,10-1 3 15,-10 1-3-15,10-1 2 0,-10 1 0 16,8-1 0-16,-8 1-5 0,0 0 1 0,9-1 2 16,-9 1-3-16,0 0-2 0,0 0-1 0,11 0 1 15,-11 0 3-15,0 0-3 0,0 0 0 0,8-1-2 0,-8 1 3 16,0 0-4-16,0 0 2 0,0 0-1 0,0 0-2 15,0 0 2-15,0 0-1 0,9 1 3 0,-9-1-3 16,0 0 3-16,0 0-2 0,0 0 0 16,7 2 2-16,-7-2-4 0,0 0 5 0,0 0-3 15,0 0 1-15,0 0 1 0,10 0-2 0,-10 0 0 0,0 0 2 16,0 0-3-16,0 0 3 0,0 0-1 0,0 0-4 16,0 0-1-16,10 0 3 0,-10 0 1 15,0 0 1-15,0 0-4 0,0 0 1 0,8-2 0 16,-8 2 5-16,0 0 0 0,0 0-5 0,10-1 4 15,-10 1-2-15,0 0 0 0,0 0-3 0,11 0 2 0,-11 0 3 16,0 0-6-16,0 0 2 0,11 1-1 0,-11-1-2 16,0 0 1-16,0 0 3 0,10-1-2 0,-10 1 3 15,0 0-1-15,0 0 0 0,8 1-3 0,-8-1 6 16,0 0-1-16,9 0-2 0,-9 0-1 16,0 0 4-16,11 2-3 0,-11-2-4 0,8 0 1 0,-8 0-7 15,9 1 0-15,-9-1-5 0,0 0-1 0,15-1-3 16,-15 1-18-16,9 0-38 0,-9 0 17 15</inkml:trace>
  <inkml:trace contextRef="#ctx0" brushRef="#br0" timeOffset="-153578.75">24432 6335 56 0,'0'0'87'0,"0"0"-8"15,0 0-7-15,0 0-6 0,0 0-7 0,0 0-11 16,0 0 0-16,0 0-2 0,0 0-8 0,0 0-6 16,0 0 3-16,0 0-6 0,0 0-2 0,0 0-7 15,0 0 1-15,0 0-5 0,0 0 0 0,0 0 5 16,0 0-10-16,0 0-3 0,0 0 7 0,0 0-7 16,0 0 6-16,0 0-8 0,0 0 8 0,-1-14-8 15,1 14-1-15,0 0 2 0,0 0 0 0,0 0-4 16,0 0 3-16,0 0-4 0,0 0-1 0,0 0 3 15,0 0-5-15,0 0 4 0,0 0 4 0,0 0-8 16,0 0-7-16,0 0-3 0,0 0-20 0,0 0-16 16,0 0-1-16,0 0-12 0,0 0-63 0,0 0-133 15,0 0 59-15</inkml:trace>
  <inkml:trace contextRef="#ctx0" brushRef="#br0" timeOffset="-152911.88">24579 7982 16 0,'0'0'117'0,"0"0"6"0,0 0-12 0,0 0-8 15,0 0-4-15,0 0-13 0,0 0-12 0,0 0-6 0,0 0-5 16,0 0-15-16,0 0-30 0,0 0-21 16,0 0-50-16,0 0-92 0,0 0-158 0,0 0 70 15</inkml:trace>
  <inkml:trace contextRef="#ctx0" brushRef="#br0" timeOffset="22440.36">22156 5755 7 0,'0'0'23'0,"0"0"0"0,0 0-5 16,0 0-2-16,0 0 2 0,0 0-5 0,0 0 2 15,0 0 0-15,0 0-3 0,0 0-5 0,0 0 1 16,0 0-6-16,0 0 8 0,0 0-12 0,0 0-1 16,0 0-4-16,0 0 0 0,0 0 0 0,0 0 0 15,0 0 1-15,0 0-4 0,0 0-2 0,0 0-9 16,0 0-23-16,0 0 10 0</inkml:trace>
  <inkml:trace contextRef="#ctx0" brushRef="#br0" timeOffset="23256.07">22210 5738 16 0,'0'0'37'0,"0"0"-6"16,0 0-2-16,0 0-5 0,0 0-3 15,0 0 1-15,0 0-6 0,0 0 3 0,0 0-1 16,0 0-7-16,0 0 3 0,0 0-3 0,0 0-4 16,-5 26 4-16,3-18-3 0,2-8 3 0,-2 14-3 15,2-7 0-15,-2 2-1 0,2 0-1 0,-2-1-4 16,0 2 1-16,1-1 3 0,-3 0 6 0,2-2-10 16,1 0 1-16,-2 1-1 0,1 0 0 0,2-8 2 15,-3 14 0-15,2-9 0 0,1-5 1 0,-4 11-6 16,3-6 4-16,1-5-3 0,-3 9 1 0,3-9 2 15,-3 10 1-15,3-10-4 0,-2 10 4 0,2-10-1 16,-1 7-5-16,1-7 2 0,-3 7 1 0,3-7 0 16,-1 9 3-16,1-9-4 0,-3 9 0 0,3-9 3 15,-2 10 9-15,2-10-7 0,-1 8 0 0,1-8 9 16,-2 9-9-16,2-9 4 0,-1 6-4 0,1-6 2 16,0 0 0-16,-1 11-3 0,1-11 5 0,0 0-8 15,-2 7 1-15,2-7 4 0,0 0-3 0,0 0 5 0,-2 7-3 16,2-7 0-16,0 0 2 0,0 0 6 15,0 0 1-15,0 0-3 0,0 0 1 0,0 0-2 16,-3 6 6-16,3-6-3 0,0 0 2 0,0 0-2 0,0 0 1 16,0 0 3-16,0 0 2 0,0 0-5 15,0 0 0-15,0 0 1 0,0 0-2 0,0 0 0 16,0 0 1-16,0 0-6 0,0 0-2 0,0 0 5 16,0 0-2-16,0 0-7 0,0 0 7 0,0 0-4 15,0 0 7-15,0 0-5 0,0 0 1 0,0 0-3 0,0 0 1 16,0 0 4-16,0 0-6 0,0 0-6 0,0 0 5 15,0 0-2-15,0 0-3 0,0 0-5 16,0 0 5-16,0 0 0 0,0 0 1 0,0 0 1 16,0 0 3-16,0 0-3 0,12-16 4 0,-12 16-6 15,0 0 2-15,0 0-8 0,0 0-7 0,5-7-4 0,-5 7 2 16,0 0 3-16,4-5-6 0,-4 5 5 0,0 0 3 16,0 0-1-16,0 0-4 0,3-4 3 0,-3 4 1 15,0 0-2-15,0 0-2 0,4-5 4 16,-4 5-4-16,0 0-5 0,0 0-1 0,0 0-11 15,0 0-11-15,0 0-41 0,0 0-91 0,0 0 41 16</inkml:trace>
  <inkml:trace contextRef="#ctx0" brushRef="#br0" timeOffset="28985.87">22100 7737 24 0,'0'0'52'0,"0"0"-3"0,0 0-5 0,0 0-4 16,0 0-3-16,0 0 2 0,0 0-1 0,0 0 1 0,0 0-6 15,0 0 2-15,0 0 1 0,0 0 0 16,0 0-4-16,0 0-2 0,1 7 6 0,-1-7-5 16,0 0 3-16,0 0-6 0,0 0 3 0,0 0 2 15,0 0-5-15,0 0 1 0,0 0-4 0,0 0-6 16,0 0 1-16,0 0 1 0,0 0-3 0,0 0-1 15,0 0-1-15,0 0 5 0,0 0-4 0,0 0 7 16,0 0-3-16,0 0-1 0,0 0-4 0,0 0-1 16,0 0 1-16,0 0 2 0,0 0-3 0,0 0 0 15,0 0-2-15,0 0 2 0,0 0-8 0,0 0 13 16,0 0-7-16,0 0-6 0,0 0-6 0,0 0-3 16,0 0 7-16,0 0-5 0,0 0-10 0,0 0 1 0,0 0-25 15,0 0-20-15,0 0-16 0,0 0-105 16,0 0-191-16,0 0 85 0</inkml:trace>
  <inkml:trace contextRef="#ctx0" brushRef="#br0" timeOffset="91659.31">24670 6400 20 0,'-8'-5'66'0,"8"5"-11"0,0 0-7 16,0 0-2-16,0 0 0 0,-2-8-4 0,2 8-16 15,0 0 6-15,0 0-5 0,0 0-2 0,0 0 3 16,0 0-6-16,0 0-4 0,-6-4 0 0,6 4-3 15,0 0 0-15,0 0-12 0,0 0 2 0,0 0-5 16,0 0-14-16,0 0-6 0,0 0-18 0,0 0-44 16,0 0-87-16,0 0 39 0</inkml:trace>
  <inkml:trace contextRef="#ctx0" brushRef="#br0" timeOffset="92299.99">24258 8018 66 0,'0'0'118'0,"0"0"-10"0,0 0-7 16,0 0-8-16,0 0-5 0,0 0-6 0,0 0 8 15,0 0-21-15,0 0-6 0,0 0-4 0,0 0-8 16,0 0-10-16,0 0 1 0,0 0-7 0,0 0 5 16,0 0-4-16,0 0-2 0,0 0-5 0,0 0 1 15,0 0-2-15,0 0-1 0,0 0 3 0,0 0-4 16,0 0 1-16,0 0-6 0,0 0 7 0,0 0-11 15,0 0-2-15,0 0-1 0,0 0 2 0,0 0-7 16,0 0 6-16,5-5-3 0,-5 5-4 16,0 0-6-16,0 0-4 0,0 0-35 0,0 0-16 0,0 0-47 15,0 0-130-15,0 0-249 0,0 0 110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6T10:18:15.6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5745 3440 18 0,'0'0'121'15,"0"0"-2"-15,0 0 0 0,0 0-2 0,0 0 7 16,0 0-2-16,0 0 5 0,0 0 1 0,0 0-4 0,0-10-4 16,0 10-7-16,0 0-5 0,0 0-2 0,0 0-17 15,0 0-7-15,0 0-1 0,0 0-1 16,0 0-6-16,-2-9-3 0,2 9-8 0,0 0-10 15,0 0 2-15,0 0-7 0,0 0-4 0,0 0-2 16,0 0-9-16,0 0-1 0,0 0-8 0,0 0-4 0,0 0-1 16,0 0-4-16,0 0 0 0,0 0-2 0,0 0-10 15,0 0 8-15,-21 17-2 0,19-12-2 0,-6 3 1 16,2 0-1-16,-2 2-1 0,-2 2-1 16,2-1-1-16,1-1 4 0,-1 3-8 0,1 0 5 15,-3 0-1-15,4-2-2 0,1 0 1 0,0-1-5 16,1 0 1-16,-4 0 2 0,4 2 0 0,2-2 0 15,-2 2 2-15,0-2-3 0,2 2 0 0,-1 0 3 16,2-3-5-16,-1 3 1 0,1-2 1 0,1-1 0 16,1 0 2-16,1 2-1 0,-1 1 3 0,2-3 0 15,0 0-6-15,1 3 3 0,3-2-2 0,0-2 6 16,-2 2-3-16,3-1 0 0,0-2 0 0,3 0 1 16,-2-1-2-16,0-1 3 0,1 0-1 0,2-1 8 15,-2 2-9-15,1-3-2 0,1 2 7 0,1-3-2 16,-2 1-2-16,0-3 0 0,0 2 1 0,2-1 1 15,-2-2 6-15,2 1 1 0,4-3 2 0,-5 1 0 16,1 0-1-16,-2 0 5 0,0-2-5 0,1 0 9 16,-1 0 1-16,-2-2 0 0,3-1-1 0,-1 1 1 15,-2-2-1-15,0 1 7 0,-1 0-13 0,0-4 0 0,0 2-3 16,-3-2 3-16,3 2 6 0,0-1-3 16,-3 1 1-16,0-1-2 0,-1 1-4 0,0-1 2 15,-2 2-1-15,1-4-3 0,-1 4 7 0,-2-3-10 16,3 1 0-16,-2 0-2 0,-1 0-1 0,-1 1 2 15,1-1 33-15,-3 0-1 0,1-1-17 0,-1 0 12 16,1-1-4-16,-2 3-5 0,-1-2-3 0,-2 1 1 16,3 0-4-16,-3-2 0 0,2 2-4 0,-2-1-1 15,1 2 1-15,-1-1 1 0,-1-1-5 0,1 0-1 16,-3-3 0-16,1 4 0 0,0 0-2 0,1 1-4 16,1-1 0-16,-4 2-10 0,5 2 11 0,0-1-1 15,0 2 2-15,1 2-4 0,5 3-6 0,-10-7 2 16,10 7-12-16,-9-1 18 0,9 1-11 0,-13 4-5 15,3 0 8-15,1 1-14 0,0-2 19 0,-1 6-5 16,-1-4 1-16,3 3-2 0,-2 0-11 0,2-2-10 16,-1 3-9-16,1-2-14 0,0-1-17 0,1 4-15 15,-1-3-20-15,2 2-25 0,-4 0-38 0,5-2-54 16,-2 3-47-16,0-4-140 0,3 0-438 0,-1-1 193 16</inkml:trace>
  <inkml:trace contextRef="#ctx0" brushRef="#br0" timeOffset="1116.03">6084 3615 98 0,'0'0'128'0,"0"0"-6"0,0 0 1 0,0 0-6 16,0 0-10-16,0 0-16 0,0 0 0 16,0 0-10-16,0 0 2 0,0 0-6 0,0 0-2 15,0 0-15-15,0 0 10 0,0 0-20 0,-14-8-1 16,14 8-9-16,0 0-3 0,-8-2-2 0,8 2-4 15,0 0-2-15,-12 0 0 0,12 0 1 0,-11-2 4 16,11 2-1-16,0 0 3 0,-10 3 10 0,10-3-8 16,0 0-1-16,-11 0 0 0,11 0 0 0,0 0-3 15,0 0-2-15,-11-1 0 0,11 1-6 0,0 0-4 16,0 0-2-16,0 0-3 0,0 0-3 0,0 0-1 16,0 0-7-16,0 0 4 0,0 0-1 0,0 0 3 15,0 0-5-15,0 0 1 0,0 0 0 0,0 0 7 16,0 0-3-16,31 2 5 0,-18-1-1 0,5-2 0 15,3 1-2-15,-1-2-3 0,8 0 0 0,-7 1-5 16,8 1 4-16,-6-1-4 0,5 0 2 0,-1 1-1 16,-6 1 2-16,10-2-1 0,-2 1 1 0,-1-2-5 15,2 2 2-15,-2 0 0 0,0 2-3 0,0-2 0 16,-1 0 1-16,2 0 1 0,-8 0 1 0,7-2-2 16,-6 2 0-16,8 2 1 0,0-2-1 0,-10 0 7 15,11 0 3-15,-3 0-3 0,2-2 4 0,-8 2-5 16,5 0 1-16,1 0 1 0,-6 0-1 0,5-2 0 15,4 2 2-15,-10-1-3 0,2-2-2 0,5 2-1 16,0 1 7-16,-7 1 2 0,7-2-4 0,-6 1 9 16,0 0-4-16,4 0-8 0,-5 0 2 0,1-2-2 15,-1 1 0-15,0 0-1 0,1 1-1 0,-1-2 0 16,0 2-1-16,0-1 4 0,-2 1 0 0,3-1 1 16,-1 1-1-16,6-2-2 0,-6 2 1 0,-3-2 2 15,5 1-3-15,-4 0-2 0,2-2 1 0,-1 2 3 16,1 1-6-16,-8 0 1 0,6 0 1 0,-8-1 9 15,2 0 0-15,0 0-5 0,-4 1 3 0,1 0-3 16,-1-1 0-16,-9 1-1 0,14-3-1 16,-9 2-2-16,-5 1-1 0,11 0-3 0,-11 0 2 0,9 0 1 15,-9 0 1-15,0 0-4 0,0 0-1 0,11 0 3 16,-11 0-4-16,0 0 1 0,0 0 1 0,0 0 0 16,0 0-1-16,11 1 2 0,-11-1 4 0,0 0 7 15,0 0 2-15,0 0 4 0,0 0 0 0,0 0 3 16,0 0 6-16,0 0-4 0,0 0 4 0,0 0-3 15,0 0 0-15,0 0-1 0,0 0-11 0,0 0 8 16,0 0 0-16,0 0-4 0,0 0-1 0,7-3-6 16,-7 3 5-16,0 0-6 0,0 0 1 0,0 0-21 15,0 0-19-15,0 0-25 0,0 0-30 0,0 0-26 16,0 0-48-16,0 0-64 0,-23 8-233 0,11-7-490 16,1 1 216-16</inkml:trace>
  <inkml:trace contextRef="#ctx0" brushRef="#br0" timeOffset="1719.79">7474 3598 28 0,'0'0'33'0,"0"0"1"0,0 0-8 0,0 0-1 16,13-6-4-16,-13 6-3 0,0 0 4 0,6-4-4 16,-6 4 1-16,0 0 0 0,5-5-1 0,-5 5-5 15,0 0-1-15,6-4 4 0,-6 4-6 0,0 0-1 16,5-5 0-16,-5 5-2 0,0 0 0 0,0 0-4 16,8-3-2-16,-8 3-6 0,0 0 1 15,5-2-6-15,-5 2-4 0,0 0-3 0,0 0 3 16,10-2 5-16,-10 2-3 0,0 0 4 0,9-1-3 15,-9 1 3-15,0 0 0 0,10 0 3 0,-10 0-5 0,0 0-10 16,12 0 8-16,-12 0-22 0,10-1-37 0,-10 1 18 16</inkml:trace>
  <inkml:trace contextRef="#ctx0" brushRef="#br0" timeOffset="3442.14">7632 3570 30 0,'0'0'69'0,"0"0"-2"0,0 0 1 0,0 0 4 0,0 0-18 15,0 0-3-15,0 0-6 0,0 0 0 0,4 3-8 16,-4-3 1-16,0 0 7 0,0 0-3 16,0 0 4-16,0 0-5 0,0 0 0 0,-2 10 12 15,2-10-5-15,0 0-8 0,0 0-2 0,3 8-1 16,-3-8-5-16,0 0 7 0,1 7 5 0,-1-7 2 16,0 0 3-16,3 5-2 0,-3-5-2 0,0 0-6 15,0 0 0-15,5 6-5 0,-5-6-5 0,0 0 0 16,5 4-5-16,-5-4 1 0,0 0-3 0,0 0-1 15,0 0-5-15,4 6-2 0,-4-6 1 0,0 0 1 16,0 0-7-16,0 0 14 0,0 0 6 0,0 0-2 16,0 0 2-16,0 0 1 0,0 0 4 0,0 0 2 15,0 0 6-15,0 0 2 0,0 0 2 0,0 0 6 16,0 0 4-16,0 0-6 0,0 0-4 0,0 0-4 16,0 0-1-16,0 0 4 0,15-10-5 0,-15 10 0 15,4-7-5-15,-1 3 2 0,-3 4-2 0,8-10-1 16,-3 3-5-16,1-1 1 0,-1 1-1 0,3-2-2 15,-1 1-2-15,-1 1-2 0,1-1 5 0,-1-1 2 16,-1 4-4-16,4-1-2 0,-4 1-3 0,2 1 0 16,-3-1 5-16,-4 5-2 0,10-7 0 0,-3 3-2 15,-7 4-6-15,9-4-1 0,-3 2-5 0,-6 2 4 16,9-4-1-16,-9 4-3 0,10-1-1 0,-10 1-3 16,9 0-1-16,-9 0-3 0,9 3 1 0,-9-3 0 15,11 6-3-15,-6 0 2 0,0-1 0 0,1-1 1 16,0 3 1-16,0-2-4 0,-1 2 3 0,2 1-1 15,-2-1-1-15,0 2 2 0,3-4-1 0,-3 4-1 16,0-4 1-16,-1 1 0 0,2-2-1 0,-2 1 1 16,1 0 1-16,-1-1 0 0,0 0 1 0,-4-4 0 15,7 8 3-15,-4-5-2 0,-3-3-1 0,6 4 3 16,-6-4 10-16,7 2 4 0,-7-2 10 0,6 2-2 16,-6-2 1-16,0 0-1 0,12-2-4 0,-12 2-1 15,9-4-6-15,-2 0 1 0,1-2-2 0,1 2-1 16,-3 0 1-16,3-2-3 0,0-2 1 0,0 1-1 15,1-2-6-15,1 1 4 0,-2-2-1 0,6 0-4 16,-2 0-2-16,-2 2 4 0,-1-1-5 0,1 2 1 16,0-1-4-16,-2 0 2 0,0 4-3 0,0-3-1 15,0 3 0-15,-3-1-5 0,2 3 5 0,-3-2-10 16,-5 4 11-16,14-1-6 0,-14 1-1 0,13 3-3 16,-8-1 6-16,3 1 1 0,2 1 2 0,-6 1-2 15,3 1 0-15,0-2 0 0,-4 2-1 0,5 2-6 16,0 0 13-16,-3-3-5 0,3 3 5 0,-3-1-5 15,-1 0 4-15,3-1-1 0,-3-1 2 0,-1 2-5 16,3-4 6-16,-6-3-3 0,6 10-3 0,-2-5 0 16,-4-5 8-16,5 6-6 0,-5-6-1 0,6 4 3 15,-6-4 0-15,6 5-2 0,-6-5 5 0,7 3 1 16,-7-3-4-16,6 2 0 0,-6-2 1 0,0 0 1 16,6 4 2-16,-6-4 0 0,0 0 1 15,0 0-2-15,18-4 1 0,-13-1 5 0,1 3-5 0,0-3 2 16,5 0-2-16,-3-2-1 0,-1 0-8 15,2 0 5-15,3-2 2 0,1-1-1 0,-2-2-2 16,5 3-1-16,-6 1-4 0,2 2-2 0,-1-1-1 16,3 0-1-16,-4 2-3 0,0 0 4 0,-1 0 1 15,1 1-1-15,-1 2 0 0,-2 1 4 0,-7 1-5 0,14 0 0 16,-8 3 2-16,2 0-1 0,0 1 0 0,0 1 1 16,-1 2 3-16,1 0-1 0,-2 1 0 15,3 0-2-15,-3 2 0 0,-1-4 3 0,3 4-1 16,-4-6 3-16,3 4 2 0,-1-1-2 0,-3-1 1 0,3-1-3 15,-1 1 5-15,-1-2-4 0,2 0 7 0,-6-4-5 16,8 7 1-16,-8-7 1 0,6 5 2 16,-6-5-2-16,6 6 3 0,-6-6-1 0,0 0 1 15,4 3 1-15,-4-3 1 0,0 0 2 0,0 0 0 0,0 0 0 16,0 0-1-16,0 0-1 0,0 0-1 16,17-9 0-16,-13 4-2 0,0 0-1 0,2-2 1 0,1-2 6 15,0 1-10-15,2 0 5 0,-3 1-5 16,2-3 5-16,0 3-2 0,-2 0-11 0,0 1 13 15,-2 0-3-15,1 3 2 0,0-1-1 0,-5 4-3 16,7-6-1-16,-7 6-10 0,5-3 6 0,-5 3 1 16,0 0 0-16,9 0 1 0,-9 0-2 0,0 0 1 15,11 11 0-15,-7-7 4 0,0 3-5 0,1-1 3 0,-1-1-3 16,2 4 2-16,-2-2-8 0,0 1 11 0,-1 0 1 16,0-2 1-16,4 3-4 0,-2-2 2 15,0-2 1-15,-1 2 0 0,0-1 1 0,2 0 1 16,-3 1-1-16,3-1 0 0,2-1 0 0,-5-1 2 15,4 1 0-15,-1 0-1 0,1-2 4 0,4 1-4 16,-3-2-1-16,1 2 3 0,-3-3-2 0,6 1 2 0,-5-1-2 16,4 0-3-16,1-1 4 0,0 0 0 15,6-1 0-15,-1 2-1 0,0-2-1 0,5-2 7 16,-1 2-6-16,5-1 0 0,2-1-2 0,1 3-3 16,1-1 2-16,-2-1-1 0,3 0 2 0,-2 2-1 15,3-3 0-15,0 2 2 0,-1 1-4 0,-3-1 0 16,4-1 5-16,-1 4-2 0,2-2-1 0,1 0 0 15,-2 0-2-15,3-3-3 0,1 2 6 0,-2 1-2 16,4 1 1-16,0-2 0 0,0-1 0 0,-1 4 1 16,4-4 1-16,-4 2 0 0,1 0-2 0,1 0 0 15,1-2 0-15,-1 1 2 0,13 1-1 0,-2-1-1 16,3 2-2-16,-2-2 1 0,-13 2 5 0,14-1-5 16,-13 3 1-16,14-1-2 0,-13 0 0 0,-4 2 0 15,16-2 2-15,-13 1 0 0,13-1-4 0,-16 2-9 16,2-1 11-16,-1 2 6 0,3-3-3 0,-2 2-1 15,-1-1 0-15,2 0 3 0,-1-2-1 0,-1 3-1 16,3 1 1-16,-3-1 4 0,0-1-3 0,1-1-1 16,-6-2 1-16,2 2-2 0,1-1-12 0,-6 0 13 15,-1 0-2-15,-7-1 5 0,1 2-4 0,-1-2 2 16,2 0 1-16,-5 3 2 0,3-4-8 0,-3 1 4 16,1 0 2-16,0 0 2 0,-6 0-6 0,7-2 5 15,-4 4-4-15,1-2-1 0,-4 1 3 0,1-2 2 16,-1 1-4-16,1-2 3 0,4 4 5 0,-4-4 0 15,-1 2-4-15,-2 0 3 0,3 0-1 0,-1-2 2 16,1 1-7-16,-1 1 1 0,1-1-1 0,3-2 2 16,-3 3 3-16,-2-1-4 0,0 0 0 0,1 0-5 15,0-1 9-15,1 1-2 0,-4 0-3 0,1 1-5 16,1 0 13-16,-3 0-13 0,-9 0 2 0,16-2-1 16,-11 2-12-16,-5 0 12 0,13 2 2 0,-13-2-2 15,12 0 0-15,-12 0-3 0,8 0-10 0,-8 0-12 16,7 0-9-16,-7 0-10 0,0 0-13 0,0 0-15 15,0 0-14-15,0 0-17 0,0 0-22 0,0 0-25 16,0 0-48-16,0 0-50 0,0 0-166 0,0 0-448 16,0 0 198-16</inkml:trace>
  <inkml:trace contextRef="#ctx0" brushRef="#br0" timeOffset="4417.05">7793 2962 42 0,'0'-9'215'16,"0"9"20"-16,0-12-20 0,0 12-4 0,0-12-6 16,0 12-10-16,-3-12-4 0,3 12-10 0,-4-7-15 15,4 7-15-15,0 0-17 0,0 0-19 0,0-12-9 16,0 12-15-16,0 0-11 0,0 0-15 0,0 0-3 15,0 0-5-15,0 0-8 0,0 0-1 0,0 0-2 16,-1 27-13-16,1-15 8 0,0 0-5 0,-3 4-3 16,5 1 0-16,-2-1-3 0,0 0 0 15,-2 0-3-15,4 0-1 0,-4-3-2 0,2-2-3 0,0 4 4 16,-1-1-7-16,1-3-2 0,-1 0-5 0,0 1-12 16,1-2-10-16,0 2-14 0,0-3-18 0,-2 2-19 0,4-1-21 15,-4 0-31-15,2-10-35 0,0 10-43 0,0-3-43 16,-2 0-157-16,2-7-424 0,-5 10 188 15</inkml:trace>
  <inkml:trace contextRef="#ctx0" brushRef="#br0" timeOffset="4819.04">7821 2853 84 0,'10'-13'194'0,"0"3"-5"15,-1 3-15-15,-1-2-13 0,1 2-15 0,0 2-14 16,-3 1-16-16,3 1-12 0,0 2-11 0,-3-1-3 16,-6 2-16-16,17 3-10 0,-7 3 1 0,-1-1-4 15,-2 4 1-15,-1 0-7 0,-2 1 10 0,1 2-15 16,-3 4 6-16,0-2-6 0,-4-1-4 0,0-1-2 16,-3 1-4-16,0 2-3 0,-4-2-2 0,1-3 1 15,-2 0-3-15,1-2-5 0,-1 0 1 0,-3-1-5 16,3-3-3-16,-2-1 2 0,2 3-2 0,4-3 2 15,-1-3-4-15,7 0-3 0,-14 0-2 0,14 0 3 16,-10-5 5-16,10 5 0 0,-6-4 3 0,6 4 4 16,0 0-4-16,-6-5-5 0,6 5-2 0,0 0-5 15,0 0-2-15,0 0-6 0,0 0 3 0,0 0-4 16,0 0-1-16,0 0 1 0,0 0 1 0,0 0 0 16,29 11 0-16,-23-6-5 0,2 3 2 0,-2 1 0 15,3-1 0-15,0 1-1 0,-1 0 2 0,1 1 2 16,-1-3-3-16,1 3 0 0,2-1-9 0,-1 0-26 15,1-2-31-15,2 4-48 0,-1-4-57 16,1 0-52-16,-3 0-151 0,-1 0-402 0,-2-1 178 16</inkml:trace>
  <inkml:trace contextRef="#ctx0" brushRef="#br0" timeOffset="5202.17">8278 3010 262 0,'0'0'261'16,"0"0"-7"-16,2-10-13 0,-2 10-14 0,0 0-13 15,0 0-14-15,-2-12-17 0,2 12-18 0,0 0-18 16,0 0-13-16,0 0-9 0,-15-1-6 0,15 1-13 16,0 0-8-16,0 0-8 0,-20 11-9 0,20-11-8 15,-14 9-10-15,10-6-6 0,4-3-3 0,-8 11-10 16,8-11-3-16,-4 9-5 0,2-1-4 0,2-8-4 15,-5 13-13-15,5-13 11 0,0 14-5 0,0-14-1 16,3 13-2-16,2-6 1 0,1 3-2 16,-1-1-3-16,-1-3-2 0,2 3-3 0,3-4 2 0,0 4-5 15,-4-4 1-15,0-1-4 0,4 3 2 0,-9-7-4 16,8 8 2-16,-8-8 3 0,7 9 0 0,-7-9-7 16,3 10 3-16,-3-10-1 0,0 0 6 0,0 0-4 15,-9 19 5-15,2-16 0 0,-1 1 8 0,-1 0-9 16,0 0 2-16,0 0-10 0,-4-3 0 0,3 1-10 15,-2 0-21-15,2 0-29 0,-2-2-41 0,12 0-47 16,-22 0-76-16,11 2-281 0,11-2-547 16,-23-2 242-16</inkml:trace>
  <inkml:trace contextRef="#ctx0" brushRef="#br0" timeOffset="8284.44">5775 6445 124 0,'0'0'141'0,"0"0"2"15,0 0-2-15,0 0-11 0,0 0-6 16,-6-7-1-16,6 7 1 0,0 0-2 0,-6-3-2 15,6 3-6-15,0 0-5 0,0 0-6 0,-6-4-9 0,6 4-10 16,0 0-5-16,0 0-14 0,-10-2-3 0,10 2-6 16,0 0-3-16,-13 6-8 0,13-6-4 15,-9 5-7-15,4 0-1 0,1 0-2 0,-4 1-4 0,3 2-3 16,-1-1-6-16,1 1-2 0,0 3 5 16,-2-1-5-16,0 0-1 0,3 1-3 0,0 0-1 0,0 2 0 15,1-1-1-15,0 0 1 0,1 3 4 0,1-4-7 16,1 2-1-16,1-2 5 0,1 5-5 15,0-4 1-15,2-2 3 0,4 2-5 0,-2-2-2 16,4 0 1-16,-1-2-2 0,0 0 3 0,0 0 0 16,3-2 2-16,-1 0-3 0,7 0-3 0,-2-2 5 15,-3-1-2-15,5 0 2 0,-4-3 0 0,-1-2 15 0,2 1 7 16,2 0 2-16,-4-1 6 0,-2 0-1 0,0 0 3 16,1-1-3-16,-1-4-3 0,-4 2 6 15,3-1-1-15,-2-2-3 0,0-1-4 0,-3-1 0 0,1 1-6 16,-1-2 1-16,1-2-5 0,-4 1 3 0,1-3-3 15,-3-2 0-15,0 2-2 0,-3-2-6 0,2 2 2 16,-4-2-2-16,1 3 3 0,-2-2-9 0,1-1-3 16,-2 1 4-16,-3 4-1 0,1-3-2 0,3 7 0 15,-2-1-1-15,-1-1-4 0,-1 3 2 0,2 3-2 16,-2-1 0-16,-4 2-5 0,1 2-4 0,-5-2-8 16,5 6-12-16,-6 1-16 0,1 2-13 0,-1 3-17 15,2 4-13-15,0-3-27 0,1 3-37 0,3 1-43 16,4 0-33-16,-1 0-157 0,5-4-415 0,0 1 184 15</inkml:trace>
  <inkml:trace contextRef="#ctx0" brushRef="#br0" timeOffset="8934.42">6069 6606 33 0,'0'0'166'0,"0"0"-13"0,0 0-7 0,-8-3 3 0,8 3-11 15,0 0-3-15,0 0-5 0,0 0-4 0,0 0-12 16,0 0-11-16,-6-4-12 0,6 4-8 0,0 0-12 16,0 0-6-16,0 0-1 0,0 0-10 0,0 0-9 15,0 0-3-15,0 0-3 0,0 0-10 0,0 0-2 16,0 0-1-16,0 0-4 0,0 0 2 0,0 0-5 16,0 0-1-16,28 6 1 0,-17-6-2 15,0 1 0-15,2-1-1 0,2 0-1 0,2 0 2 0,3 0 0 16,0-1 2-16,2 1 0 0,5 0-5 15,-7-2-2-15,10 1 0 0,-9 1-4 0,9 0 3 0,-1 0-2 16,0-3 0-16,3 1-1 0,0 0-5 0,2-1 3 16,1 0 3-16,0 1-3 0,1 1-4 0,4-3-2 15,10-1 5-15,-10 2-3 0,0-1 2 0,12 1-1 16,-1-1 0-16,-11 0-3 0,14-2 1 0,-3 3 0 16,-14-1 2-16,1 3-1 0,3-3 0 0,-3 3-1 15,15-3 6-15,-15 2-7 0,-1 0 3 0,0 1-5 16,1-3 3-16,-1 2 1 0,-1 1 0 0,1 0-7 15,0-1 3-15,-1 2 2 0,1 0 2 0,-2 0-1 16,1-2 1-16,-3 2-1 0,0 0 0 0,0-1 1 16,2 2-1-16,-1-2-3 0,4 1 3 0,1-1-1 15,-2-1-1-15,0 1 2 0,1-1 1 16,1 1-4-16,0 1 1 0,-2 0 1 0,15-1 3 0,-1 0-3 16,-1 0 0-16,3 1-1 0,1-4 5 0,2 4 1 15,-1-2-5-15,3 0 1 0,4-1-2 0,2 2 2 16,0 1 4-16,1 1-10 0,-1-2-16 0,1 0-20 15,0-1-30-15,25 2-23 0,-26-1-48 0,2-1-50 16,-3 1-120-16,3-2-337 0,25-2 149 0</inkml:trace>
  <inkml:trace contextRef="#ctx0" brushRef="#br0" timeOffset="10083.41">9113 6523 5 0,'0'0'93'0,"-9"-4"-9"15,9 4-2-15,0 0 0 0,-8-4 1 0,8 4-1 16,0 0-11-16,0 0 7 0,-9-1-9 0,9 1 1 0,0 0-18 15,0 0-4-15,0 0-3 0,0 0-4 0,0 0-2 16,0 0-4-16,0 0-12 0,0 0 1 16,0 0-4-16,0 0-2 0,0 0-4 0,0 0 8 15,0 0 3-15,0 0 7 0,0 0 13 0,27 11 2 0,-9-8-1 16,-1 0-2-16,3-3-1 0,9 4 5 0,3-3 6 16,2 1 0-16,-1-2-6 0,3 0-5 15,15 0-1-15,1 2 5 0,1-4-3 0,0 2-7 16,3-3-1-16,2 2-3 0,1-2-2 0,6 3 0 15,-1-2-3-15,25 2-7 0,-26-2 4 0,2-1 1 0,0 0-5 16,29 0 0-16,-30 2-3 0,1-1-3 0,27 2-1 16,-28 0 0-16,-2 0-1 0,0 0 5 0,0 2-3 15,1-4 3-15,0 0-2 0,-1 1 1 0,-2 0-5 16,2 1 4-16,-5-1-1 0,2 0 0 0,0-2-3 16,-4 1 1-16,0 0 3 0,-3 0-5 0,2-1 0 15,-2 2-1-15,-15-2-2 0,3 3 0 0,15-1 2 16,-3-1-6-16,1 1 2 0,0 0-1 0,-13 0 0 15,10-3-1-15,-10 3 6 0,10 0-5 0,0-1 1 16,-10 2 2-16,10-1-5 0,-11-1-1 16,0 1 1-16,-1 0-1 0,0 0-1 0,1-2 1 0,-2 2-3 15,1 1 0-15,2-1 1 0,12 1 3 0,-14-1-3 16,3-2 0-16,-2 5 4 0,12-4 3 0,-11 4 1 16,9-2-2-16,-8-2 0 0,10 2-1 0,-1 0-1 15,2-4-2-15,-14 5 4 0,2-1-4 0,12-1 4 16,-14 1 0-16,0 0 1 0,-1-1-3 0,1 1-1 15,-2-2 4-15,1 2-2 0,-5 0 0 0,2 0 2 16,-3 0 1-16,4 0 3 0,-7 0-2 16,3 0-2-16,2-1 1 0,0-1-2 0,-2 2 2 0,-1-2 0 15,-4 2-6-15,-5 0 2 0,8-2 2 0,-9 2 0 16,2-1-3-16,5-1 5 0,-6 1-2 0,2 0-4 16,4 0 0-16,-1-2-2 0,-4 0 2 15,-3 3-1-15,4 0-2 0,4-1 1 0,-8-1 0 0,2 2 0 16,-2 0 0-16,0 0-6 0,1-1-5 0,-2-1-8 15,0 1-9-15,-5 1-10 0,1 0-16 0,-3-2-18 16,0 2-22-16,1 0-30 0,-4-1-31 0,1-2-42 16,-9 3-127-16,10-4-351 0,-6 1 155 0</inkml:trace>
  <inkml:trace contextRef="#ctx0" brushRef="#br0" timeOffset="11303.48">5788 3903 33 0,'1'-8'101'0,"-1"8"0"15,-3-7-1-15,3 7 4 0,0 0-3 0,-2-11-1 0,2 11-3 16,-3-7-9-16,3 7-4 0,0 0 6 0,0-8-4 15,0 8 0-15,0 0-7 0,0 0-6 16,0 0-6-16,0 0-5 0,-1-9-7 0,1 9-4 16,0 0-7-16,0 0-11 0,0 0-1 0,0 0-5 15,0 0-3-15,0 0-6 0,0 0-1 0,0 0-8 0,0 0 7 16,0 0-12-16,0 0 8 0,0 0 1 0,1 32-2 16,-1-16 1-16,0 2 6 0,0 7 6 15,0 1 1-15,-1 6 5 0,0-1-5 0,1 0 2 16,0 1-3-16,-2 0 0 0,2-1-1 0,4-3-2 15,-5-2 0-15,1-1-6 0,1-6-2 0,0-1 5 0,-1-1-1 16,3-5-7-16,-2 1-1 0,1-2 7 0,0 0-7 16,-1 0 1-16,1-2 11 0,-1-2 10 15,-2 0 2-15,1-7 1 0,1 12-8 0,-1-12-4 16,3 7-1-16,-3-7-2 0,0 6 4 0,0-6-5 16,0 0 8-16,0 0-5 0,0 0 3 0,1 9-3 0,-1-9 2 15,0 0-5-15,0 0 1 0,0 0-4 0,0 0-5 16,0 0-20-16,0 0-18 0,0 0-30 0,0 0-54 15,2 7-48-15,-2-7-28 0,0 0-159 0,2 5-375 16,-2-5 166-16</inkml:trace>
  <inkml:trace contextRef="#ctx0" brushRef="#br0" timeOffset="11806.17">5591 4734 24 0,'0'0'203'0,"0"0"-4"0,0 0-14 0,0 0-13 16,0 0-10-16,0 0-17 0,0 0-12 0,0 0-16 15,0 0-13-15,-7 3-13 0,7-3-9 0,0 0-7 16,0 0-4-16,0 0-13 0,13 16-3 0,-8-9-8 16,3 3-4-16,-2 1-2 0,7 1 0 0,-4 3-7 15,3 1 10-15,0-1-6 0,1 1-2 0,1-1-4 16,-2 0-2-16,2 2 0 0,-3-3 6 0,1 0-4 16,0-3 4-16,1 1-4 0,-4-2 0 0,0-2-6 15,-2-2-3-15,-2 2 0 0,0-2 1 0,0-2-4 16,0-3 2-16,-5-1 12 0,8 8 16 0,-8-8 17 15,5 3 23-15,-5-3 19 0,0 0 27 0,5 3 12 16,-5-3-15-16,0 0-13 0,8-8-25 0,-5 1 4 16,1-3-20-16,1 0-4 0,2-5-9 0,-2 0-13 0,0 0 1 15,3-4-4-15,-3 0-7 0,2-5-2 16,2 2-8-16,-1 3-1 0,0-3-13 0,-2 2-12 16,2 2-7-16,-1 2-7 0,-3 5-1 0,1 0-17 15,-1 3-21-15,-1 1-28 0,1 3-36 0,-4 4-39 16,5-8-25-16,-5 8-10 0,0 0-18 0,0 0-36 15,10 16-44-15,-10-3-174 0,0 1-493 0,-1 1 218 16</inkml:trace>
  <inkml:trace contextRef="#ctx0" brushRef="#br0" timeOffset="12070.1">6051 4911 39 0,'4'-7'277'0,"-4"7"-6"15,0 0-11-15,2-5-12 0,-2 5-17 16,0 0-16-16,0 0-14 0,0 0-25 0,0 0-22 16,0 0-15-16,0 0-16 0,0 0-16 0,0 0-9 15,0 0-10-15,0 0-10 0,0 0-5 0,0 0-5 16,4 19-2-16,-4-19 0 0,-1 13-13 0,1-6-6 16,0-7-3-16,-2 15-4 0,1-5-4 0,0 0-2 15,1-4-5-15,-1 2-3 0,2 0-2 0,-1-8-3 16,-1 15-4-16,2-8-13 0,0-1-18 0,-1-6-14 15,0 13-12-15,0-13-33 0,0 11-21 0,0-5-23 16,0-6-38-16,3 10-42 0,-3-10-39 0,-2 7-165 16,2-7-432-16,0 0 192 0</inkml:trace>
  <inkml:trace contextRef="#ctx0" brushRef="#br0" timeOffset="12249.26">6080 4659 84 0,'-1'-7'292'0,"1"7"-11"0,-1-10-20 0,1 10-15 16,0 0-18-16,-2-10-29 0,2 10-17 0,0 0-21 15,0 0-22-15,2-11-32 0,-2 11-41 0,0 0-34 16,0 0-35-16,0 0-45 0,0 0-52 0,16 18-51 16,-9-7-179-16,0 3-357 0,0 1 158 0</inkml:trace>
  <inkml:trace contextRef="#ctx0" brushRef="#br0" timeOffset="12903.15">5890 5533 130 0,'0'0'238'0,"0"-12"-1"0,0 12-3 16,1-12-3-16,-1 12-12 0,1-10-6 0,-1 10-7 15,0 0-9-15,2-8-13 0,-2 8-5 0,0 0-27 16,0 0-14-16,0 0-18 0,0 0-17 0,0-9-17 16,0 9-8-16,0 0-2 0,0 0-12 0,0 0-6 0,0 0-1 15,2 39-2-15,2-19-6 0,-4 6-4 16,0 2-3-16,-1 1-4 0,-3 0-1 0,4 4-4 0,0 0 1 16,0-5-2-16,-3 4-4 0,2-1 4 15,0-3 5-15,-2 2-5 0,1-6-1 0,0 2 0 16,1-1-1-16,0-5 3 0,0 3 5 0,2-4 1 15,-2-2 3-15,1 4-9 0,0-3 1 0,0-1 0 16,1 1-10-16,-2-6 2 0,2 3 1 0,-1-4-5 16,-1-1 1-16,3-2-5 0,-1-3 1 0,-1-5-4 15,0 13-1-15,0-7 13 0,0-6-16 0,2 7 4 16,-2-7 0-16,0 0-12 0,0 0 10 0,0 10 3 16,0-10-15-16,0 0-8 0,0 0-9 0,0 0-33 15,0 0-32-15,0 0-44 0,0 0-68 0,0 0-103 16,0 0-298-16,0 0-643 0,0 0 285 0</inkml:trace>
  <inkml:trace contextRef="#ctx0" brushRef="#br0" timeOffset="14769.12">4678 3759 175 0,'-9'-4'179'15,"9"4"-7"-15,-7-4-4 0,7 4-5 0,-8-4-5 16,8 4-2-16,-9-4-7 0,5 1-8 0,4 3-4 16,0 0-7-16,-12-3-6 0,12 3-4 0,-7-3-9 0,7 3-6 15,0 0-13-15,-8-2-4 0,8 2-13 0,0 0-2 16,0 0-10-16,0 0-7 0,0 0-4 15,0 0-6-15,-7-2-6 0,7 2-4 0,0 0 1 16,0 0-3-16,0 0-5 0,0 0-3 0,32-5 1 16,-14 3-2-16,1 0-1 0,1 2-3 0,2-3 1 15,0 1-4-15,-1 0-1 0,0 1-1 0,6-2-2 0,-6 2-2 16,1-1-18-16,-4 0-14 0,-4 2-28 16,4 1-28-16,-7-2-36 0,-11 1-43 0,16 1-39 15,-8 0-35-15,-1 1-154 0,-7-2-412 0,0 0 182 16</inkml:trace>
  <inkml:trace contextRef="#ctx0" brushRef="#br0" timeOffset="15005.01">4786 3630 127 0,'-7'-5'255'0,"7"5"-13"0,-6-4-28 0,6 4-8 16,0 0-23-16,0 0-11 0,-5-4-17 0,5 4-17 15,0 0-20-15,0 0-11 0,0 0-14 0,0 0-6 16,0 0-11-16,0 0-6 0,2 25-6 0,0-14-6 16,-1 1-7-16,1 2 0 0,0 4-5 0,2 0-7 15,-2 1 3-15,1 6-15 0,-2 1-27 0,4 1-27 16,-3 2-39-16,-3 0-69 0,1-1-71 0,-7 4-159 16,3-3-395-16,-4 0 175 0</inkml:trace>
  <inkml:trace contextRef="#ctx0" brushRef="#br0" timeOffset="15787.84">4794 6708 101 0,'-8'-6'239'0,"3"3"-12"0,5 3-7 16,-9-4-11-16,9 4-12 0,-11-6-8 16,5 4-3-16,6 2-14 0,-10-5-6 0,10 5-11 15,-8-2-8-15,8 2-14 0,-6-2-14 0,6 2-9 16,0 0-11-16,-9-2-14 0,9 2-10 0,0 0-10 16,0 0-8-16,0 0-2 0,0 0-5 0,0 0-9 15,0 0-4-15,0 0 2 0,0 0 0 0,0 0 1 16,25 1-3-16,-11-1 2 0,6 0 9 0,0 0-11 15,3-1 2-15,5-1 2 0,-1 2 7 0,-5 0-10 16,-2-4 2-16,-2 4 1 0,0-1-1 0,-7-1 2 16,0 0-3-16,-1 2 1 0,-2-1 9 0,-8 1-6 0,12-1 3 15,-12 1 4-15,9 0 2 0,-9 0 2 0,0 0-4 16,9 0 8-16,-9 0-7 0,0 0-5 16,0 0-5-16,9-2-10 0,-9 2-8 0,0 0-22 15,0 0-16-15,0 0-41 0,0 0-35 0,0 0-46 16,0 0-43-16,0 0-47 0,0 0-68 0,0 0-275 15,0 0-616-15,0 0 272 0</inkml:trace>
  <inkml:trace contextRef="#ctx0" brushRef="#br0" timeOffset="22384.07">11040 3643 61 0,'0'0'78'0,"0"0"-8"0,0 0-1 15,0 0 0-15,0 0 0 0,0 0-13 0,0 0-10 16,0 0-4-16,0 0 12 0,0 0-10 0,0 0-18 15,0 0 2-15,0 0-8 0,0 0 12 0,0 0-10 16,0 0-3-16,0 0 12 0,0 0-19 0,0 0 2 16,0 0 4-16,0 0 6 0,0 0-13 0,0 0 1 15,0 0-2-15,0 0 1 0,0 0 3 0,0 0 1 16,0 0-13-16,0 0 6 0,0 0 2 0,0 0-2 16,0 0-5-16,0 0 3 0,0 0-3 0,0 0 2 15,0 0-5-15,-22-9 6 0,22 9 1 0,0 0-11 16,0 0 11-16,-17 3 2 0,11-3-12 0,6 0 6 15,0 0 2-15,0 0 1 0,-19 1-8 0,19-1 4 16,0 0-3-16,-15 0 19 0,15 0-24 0,-12 0 6 16,12 0-1-16,-14 1 5 0,14-1-1 0,0 0 2 15,-14 2-17-15,14-2 13 0,0 0 2 16,-14-2 2-16,14 2 1 0,-11 0 16 0,11 0-24 16,0 0 1-16,-10 0 5 0,10 0 7 0,0 0-7 0,0 0 4 15,0 0-12-15,-9-1 8 0,9 1 7 0,0 0 7 16,0 0-16-16,0 0 22 0,0 0-16 15,0 0-2-15,0 0-10 0,0 0 3 0,0 0 4 16,0 0 0-16,0 0-5 0,0 0 10 0,0 0-10 16,0 0 4-16,0 0-2 0,0 0 1 0,0 0 4 15,30-1-4-15,-18 2 0 0,-1-2 5 0,1 0 2 0,2 2-5 16,-1-4-6-16,1 3 15 0,0 0 7 16,5-2-16-16,-4 0 2 0,0 0 15 0,1 1-25 0,0 1 17 15,1 0-5-15,2 0 3 0,2 0-5 0,-5 0-3 16,-1-2 2-16,2 1 7 0,1 1-2 15,0-1-2-15,0-1-4 0,0 1-5 0,0 0 7 0,0 1 1 16,-6 0 0-16,8-2 2 0,-9 2-6 16,2-2 3-16,1 1 0 0,-1 1 3 0,2-1 0 15,-2 1-5-15,1 0 8 0,0 0-6 0,4 0 1 16,-5-2 2-16,1 2 4 0,-2-2-4 0,3 2-4 16,-3-1 9-16,1 1-3 0,3-1 3 0,-5 1-8 15,3-1 4-15,-3 0-10 0,2-1 5 0,-1 2 5 16,-2-1 1-16,0 1 1 0,2 1 6 0,-2-2-16 15,2 2 4-15,-5-1-3 0,3-1 2 0,1 2-4 16,1-2 13-16,-5 0-4 0,4 1 6 0,-11 0-7 16,18 0 4-16,-9-1 7 0,2-1-2 0,-2 4-9 15,-9-2 2-15,18-2 0 0,-9 2-6 0,4-2 3 16,-3 1-4-16,-1 1 1 0,0 1 3 0,-9-1-6 16,17-3 7-16,-9 3-6 0,2-1 5 0,0 0-4 15,1 1 1-15,-3 0-2 0,2-3 1 0,-2 3-6 16,-8 0 10-16,14-3-3 0,-5 3-1 0,-9 0 0 15,13-1 1-15,-6 0 5 0,-7 1-11 0,12 0 10 16,-12 0-3-16,13-1 0 0,-13 1 0 0,9 0 7 16,-9 0-14-16,10-1 8 0,-10 1-10 0,0 0 10 0,10 0-1 15,-10 0-9-15,0 0 8 0,0 0 1 0,9 0 0 16,-9 0 0-16,0 0 6 0,9 1 0 16,-9-1-12-16,0 0-1 0,0 0 7 0,10-1-4 15,-10 1 7-15,0 0-5 0,0 0 3 0,10 1-1 16,-10-1-3-16,0 0 2 0,0 0 2 0,0 0-1 15,0 0-3-15,0 0 2 0,0 0 1 0,0 0-4 16,0 0 1-16,0 0 2 0,7-3-2 0,-7 3-3 16,0 0 3-16,0 0 3 0,0 0-4 0,0 0 0 15,0 0-1-15,0 0-9 0,0 0-17 0,0 0-11 16,0 0-1-16,0 0-32 0,0 0-25 0,0 0-20 16,0 0-25-16,0 0-93 0,-27 9-252 0,16-9 112 15</inkml:trace>
  <inkml:trace contextRef="#ctx0" brushRef="#br0" timeOffset="23133.54">11271 3661 71 0,'0'0'95'0,"0"0"-8"0,-10 2-1 0,10-2-19 16,0 0 3-16,0 0-2 0,0 0-14 0,0 0 0 15,0 0-8-15,-7 3-4 0,7-3-8 0,0 0-3 16,0 0 9-16,0 0-7 0,0 0-5 0,0 0 3 15,0 0 6-15,23 4 6 0,-12-2-2 0,1-2-4 16,4 0 11-16,4 1-12 0,1 0-2 0,-2-1-6 16,9-4-2-16,-1 3 6 0,0 0 1 15,1-1-2-15,2 1-1 0,-1-1 0 0,5-1-5 0,-2 0 0 16,1 1-3-16,0-4 2 0,1 3 3 0,-4 1-5 16,3-1-2-16,-2-1-4 0,-3 0-1 0,0 1 2 15,-7 3-3-15,-1-3-3 0,1 3 0 16,-1-3-2-16,-3 0 5 0,0 2 1 0,0 0-5 15,-3-1-2-15,-1 2 5 0,-1-2-7 0,-3 2-2 16,-1 0 2-16,2-1 1 0,-10 1 2 0,13-3-3 0,-5 2-1 16,-8 1-3-16,12 1 2 0,-5-2-1 0,-7 1 0 15,11 1 3-15,-11-1 2 0,9 0-1 0,-2 2 6 16,-7-2 1-16,0 0 7 0,13-2-6 0,-13 2 0 16,10 2 1-16,-10-2-2 0,7 0-2 15,-7 0 2-15,0 0-3 0,8 1 3 0,-8-1-2 16,0 0 1-16,0 0-1 0,0 0-1 0,0 0 1 0,0 0-4 15,0 0-2-15,9 0 3 0,-9 0-2 0,0 0-7 16,0 0 4-16,0 0 4 0,0 0-6 0,0 0-2 16,0 0 2-16,0 0 2 0,0 0 1 15,0 0-2-15,0 0-3 0,10 0 5 0,-10 0-3 16,0 0 3-16,0 0-1 0,0 0-2 0,0 0 3 16,0 0-3-16,0 0 2 0,0 0 4 0,0 0-1 0,0 0 5 15,0 0-6-15,0 0 8 0,0 0 0 0,0 0 1 16,0 0 0-16,0 0-1 0,0 0 1 15,0 0 1-15,0 0-4 0,0 0 0 0,0 0-3 16,0 0-4-16,0 0 2 0,0 0 1 0,0 0-2 16,0 0 2-16,0 0-6 0,0 0 1 0,0 0-11 15,0 0-4-15,0 0-19 0,0 0-12 0,0 0-14 0,0 0-22 16,0 0-18-16,0 0-24 0,0 0-14 16,0 0-11-16,0 0-121 0,-30 5-290 0,23-4 128 15</inkml:trace>
  <inkml:trace contextRef="#ctx0" brushRef="#br0" timeOffset="46016.51">11671 3663 18 0,'0'0'35'0,"0"0"-5"15,-11-2-5-15,11 2-1 0,0 0 2 0,0 0 0 16,0 0-4-16,-11-1 2 0,11 1 1 0,0 0-1 16,-9 0 1-16,9 0 3 0,0 0 19 0,-11-1-35 0,11 1 10 15,0 0-3-15,-10-2-2 0,10 2 2 0,0 0-9 16,-13-1-7-16,13 1 10 0,0 0 2 0,-9-1-4 16,9 1 1-16,-10-2 12 0,10 2-13 15,0 0-1-15,-10 0 2 0,10 0 1 0,0 0 3 16,-12 0-10-16,12 0 24 0,0 0-6 0,0 0 3 15,-11 0 8-15,11 0-4 0,0 0 2 0,0 0-4 16,0 0-8-16,-8 0 8 0,8 0-12 0,0 0 6 16,0 0 0-16,0 0-5 0,0 0-3 0,0 0 3 15,0 0-10-15,0 0 0 0,0 0 3 0,0 0 2 16,0 0-3-16,0 0 0 0,28 2-2 0,-13-4 7 16,4 2-5-16,1-2-2 0,10 1 1 0,-1 0 3 0,7-2-2 15,-2 1-1-15,4 0-4 0,1 1 4 16,13-4-7-16,1 1 4 0,-2-1-2 0,-13 2 0 15,2 0 3-15,10-3-1 0,-10 5 1 0,-3-4-7 16,3 3-1-16,-3-2 7 0,0 1 0 0,-1-2 2 16,-1 1-15-16,-1 1 10 0,-2-2-2 0,-1 1-7 15,-2-1-4-15,3 1 8 0,-14 0-10 0,2 1 3 16,0 0 7-16,-7 0-10 0,1 1-9 0,-3 0-17 16,-6 1-5-16,4-1-24 0,-9 2-12 0,11-1-72 15,-11 1-163-15,0 0 72 0</inkml:trace>
  <inkml:trace contextRef="#ctx0" brushRef="#br0" timeOffset="47546.33">11776 3702 73 0,'0'0'75'0,"0"0"-9"0,0 0-1 0,0 0-2 16,0 0-10-16,0 0-8 0,0 0-1 0,0 0-10 15,0 0 5-15,0 0-5 0,0 0-1 0,0 0-12 16,0 0-5-16,0 0 6 0,0 0-4 0,0 0 16 16,0 0-15-16,0 0 0 0,0 0 2 0,0 0-9 15,0 0 9-15,0 0-1 0,0 0-1 0,0 0 3 16,0 0 6-16,0 0-4 0,0 0 7 0,0 0-12 16,0 0 6-16,0 0-7 0,0 0-1 0,0 0 4 15,0 0 1-15,0-14 5 0,0 14 1 0,0 0-1 16,0 0-3-16,0 0-5 0,0 0 7 0,0 0-2 15,0 0 3-15,0 0 2 0,0 0 3 0,0-11-3 16,0 11 4-16,0 0 6 0,0 0 2 0,0 0 1 16,0 0 0-16,0-8 0 0,0 8 3 0,0 0 0 15,0 0 0-15,0 0 0 0,0 0 1 0,0 0 0 16,0 0-1-16,0 0-3 0,0 0-3 0,0 0 0 16,0 0 0-16,0 0 2 0,-2-6-6 0,2 6 2 15,0 0-3-15,0 0 3 0,0 0-7 0,0 0 1 16,0 0 2-16,0 0 2 0,0 0-3 0,0 0-2 15,0 0 1-15,0 0-2 0,0 0-1 0,0 0-1 16,0 0 0-16,0 0-2 0,0 0-2 0,0 0 1 16,0 0-10-16,0 0 6 0,0 0-4 0,0 0 0 15,0 0-4-15,0 0-4 0,0 0-2 0,0 0 0 16,0 0-2-16,0 0-1 0,0 0 0 0,0 0-3 16,0 0 5-16,0 0-4 0,0 0-6 0,0 0 3 15,0 0-4-15,0 0 3 0,0 0 4 0,0 0-5 16,0 0-1-16,0 0 0 0,0 0 1 0,0 0-2 15,-3 24 3-15,3-24-2 0,-1 11 0 16,2-2 2-16,-1-9-1 0,-1 16 2 0,1-16 2 0,0 20 0 16,1-7 0-16,-2 0 0 0,1-1 1 0,1 3 4 15,-1-2-7-15,-1-2 4 0,0 0-1 0,1 1-3 16,-2 0 5-16,2 3-5 0,-1 0 2 0,0-2 1 16,2-4 0-16,-1 3-1 0,1-1-2 15,1 0 5-15,-4-3-3 0,1 3 1 0,1-5 1 16,0 5 1-16,1-3 0 0,-2 3 0 0,4-2 0 0,-5 0-2 15,4-2 2-15,-2 4 0 0,0-3 2 0,0-8-1 16,-2 17 1-16,2-8 2 0,0 1-3 0,0-1 4 16,0 1-2-16,0-10-4 0,2 12 1 0,-2-5 2 15,-2 2-5-15,4-1 4 0,-2-8-2 0,0 12 2 16,0-12-1-16,-3 13 5 0,3-5-4 0,0-8 0 16,-1 11-3-16,1-3-1 0,0 0 4 0,0-8-2 15,0 12 8-15,0-12-8 0,0 12 0 0,0-7-2 16,0-5 8-16,1 14-1 0,-1-9 2 0,0-5 1 15,-1 12-4-15,2-4 4 0,-1-8-1 0,0 10 2 16,0-10 0-16,0 14 1 0,-1-6 1 16,1-8 0-16,1 11 2 0,-1-11-4 0,-1 18-3 0,1-11 2 15,0-7-1-15,-2 11-4 0,2-11 3 0,-2 11-2 16,2-11 0-16,0 11-1 0,0-11 10 0,0 11-11 16,0-11-3-16,-3 11 4 0,3-11-2 0,3 13 3 15,-3-13-3-15,0 0 2 0,0 12-2 16,0-12 0-16,0 0 0 0,0 11 0 0,0-11 1 15,0 0-2-15,-4 11-1 0,4-11 1 0,0 0 4 0,0 0 1 16,-3 12-1-16,3-12 2 0,0 0-1 0,0 0 4 16,0 0-5-16,0 0 2 0,-1 12-3 0,1-12 1 15,0 0 2-15,0 0-1 0,0 0-4 0,0 0 4 16,0 0-4-16,0 0 2 0,-1 10 1 16,1-10 0-16,0 0-3 0,0 0 5 0,0 0-2 15,0 0 1-15,0 0 1 0,0 0-5 0,0 0-10 0,0 0-18 16,0 0-26-16,0 0-35 0,0 0-61 15,0 0-70-15,0 0-242 0,0 0-498 0,0 0 220 16</inkml:trace>
  <inkml:trace contextRef="#ctx0" brushRef="#br0" timeOffset="51570.3">11523 4375 33 0,'0'0'125'0,"0"0"-8"0,0 0-16 16,-1-9-2-16,1 9 5 0,0 0-18 0,-4-6 0 15,4 6-7-15,0 0-1 0,0 0 2 16,-4-8-7-16,4 8-8 0,0 0-3 0,0 0-1 16,0 0-9-16,0 0 1 0,0 0-6 0,0 0 2 15,-2-6-4-15,2 6 1 0,0 0-5 0,0 0-4 0,0 0 2 16,0 0-2-16,0 0-4 0,0 0 2 0,0 0-8 16,0 0 4-16,0 0-8 0,0 0 4 15,0 0-6-15,0 0-2 0,0 0 1 0,0 0-3 16,0 0-4-16,0 0-1 0,0 0 2 0,0 0-7 15,0 0-2-15,0 0-5 0,0 0 3 0,0 0-4 0,0 0-1 16,0 0 4-16,0 0 0 0,0 0 0 0,0 0 0 16,4 24-3-16,-2-18 3 0,-2-6 0 0,3 12-2 15,-2-5 0-15,3 0 3 0,-4 1 1 16,1 0-5-16,3-2 0 0,-3 1 2 0,-1-7 3 16,5 14 3-16,-3-9-9 0,0 1 1 0,1 1 3 0,-3-7-1 15,4 10 2-15,-3-6-3 0,-1-4 0 0,5 12 2 16,-5-9 1-16,0-3-3 0,3 8 0 0,-3-8-2 15,1 7 3-15,-1-7-2 0,0 0 5 16,1 7-3-16,-1-7 2 0,0 0 0 0,3 7 0 16,-3-7-1-16,0 0 1 0,0 0-1 0,0 0 3 15,0 0-3-15,0 0 0 0,3 6 4 0,-3-6-3 0,0 0 0 16,0 0 0-16,0 0-1 0,0 0 1 0,0 0-1 16,0 0 3-16,0 0 7 0,0 0 14 15,7 3-1-15,-7-3 3 0,0 0-10 0,0 0 1 16,11 0-4-16,-11 0 2 0,0 0-1 0,11-3-3 15,-11 3 0-15,8-2 0 0,-8 2-1 0,11-2 0 0,-11 2 1 16,14-2 6-16,-6 1-2 0,1 1-3 0,-9 0 1 16,17-2-7-16,-5 1 4 0,-6 1-4 15,-6 0 0-15,19 0 2 0,-11-2-3 0,0 1 2 0,3-2-1 16,-4 2 3-16,3 0-2 0,0 1 2 16,-10 0-4-16,17-2 1 0,-7 1 2 0,1 0-4 15,-2 1 4-15,-2-2-3 0,4 0 7 0,-2 1-1 0,-1-1-3 16,-8 2 2-16,15 0-2 0,-8 0-1 0,-7 0-1 15,12-3 2-15,-4 1 0 0,0 1-2 0,-8 1-2 16,11-3 2-16,-4 3 0 0,-7 0 0 0,14 0-1 16,-14 0 1-16,10 0-3 0,-10 0 2 15,13 0-2-15,-13 0 6 0,10 0-9 0,-10 0 1 0,11 0 0 16,-11 0 3-16,10 0-3 0,-10 0 0 0,11 0-2 16,-11 0 1-16,9-1-1 0,-9 1 2 0,10 0 4 15,-10 0 3-15,0 0-8 0,12 0 3 16,-12 0-1-16,7-2 4 0,-7 2-1 0,0 0-3 15,0 0-1-15,12-1 2 0,-12 1 0 0,0 0-4 0,0 0 0 16,9 1 0-16,-9-1-1 0,0 0 1 0,0 0-1 16,0 0 2-16,0 0 1 0,6 2 0 0,-6-2-1 15,0 0-4-15,0 0 5 0,0 0-3 0,0 0 1 16,9 1-2-16,-9-1 4 0,0 0 0 16,0 0-2-16,0 0 1 0,0 0 3 0,0 0 1 15,0 0 0-15,0 0 1 0,10 0-2 0,-10 0-1 0,0 0 3 16,0 0-2-16,0 0-2 0,0 0 2 15,0 0-2-15,8 2-2 0,-8-2 1 0,0 0-1 16,0 0-1-16,0 0 1 0,0 0-4 0,0 0 4 16,0 0-7-16,0 0 7 0,0 0-3 0,0 0-1 15,0 0-2-15,0 0 1 0,0 0 0 0,2 7 5 0,-2-7-5 16,3 10 1-16,0-7 2 0,-3-3-3 0,3 12-2 16,-1-8 4-16,1 3-1 0,0 2 2 15,-2 1-1-15,2-2-1 0,-1 1 0 0,0 3 0 16,0-3 2-16,2 2 2 0,-1 1-2 0,-1-3 5 15,2 1-4-15,-1-1 2 0,0 1-1 0,-1-1 10 16,0-1 0-16,0-1-1 0,0 0 1 0,-1-1 3 0,-1-6-6 16,4 9 6-16,0-3-4 0,-4-6-1 15,4 8-1-15,-4-8 1 0,1 6-3 0,-1-6 4 0,1 6-5 16,-1-6 0-16,0 0 1 0,0 0 2 16,6 7-1-16,-6-7 1 0,0 0 0 0,0 0-1 15,0 0-2-15,2 5-1 0,-2-5 4 0,0 0-2 16,0 0-3-16,0 0 1 0,0 0 1 0,0 0-8 15,0 0-20-15,0 0-27 0,0 0-26 0,0 0-29 16,0 0-37-16,0 0-51 0,0 0-43 0,-14 9-138 16,6-9-406-16,1 1 180 0</inkml:trace>
  <inkml:trace contextRef="#ctx0" brushRef="#br0" timeOffset="52216.34">11774 4513 97 0,'0'0'162'0,"0"0"-5"0,0 0-4 0,0 0-4 15,0 0-13-15,0 0 0 0,0 0-11 0,0 0-16 16,0 0-7-16,0 0-14 0,0 0-11 0,0 0-6 16,0 0-12-16,0 0-6 0,0 0-10 0,0 0-3 15,0 0 5-15,-8 28-3 0,7-18 1 0,-3 2-1 16,1 5 0-16,2 1 10 0,-4 0 5 0,-3 1-2 15,3 1-3-15,-2 3-4 0,1-3-3 0,1-4-3 16,-2 3-1-16,2-2-2 0,-2 0-1 0,1-1-3 16,1 0-1-16,-2-6-1 0,4 2 0 0,0 1 10 15,-2-3-2-15,3 1-4 0,-3-2 0 0,3-3-5 16,-2 2-3-16,2-1-1 0,-4-1-3 0,6-6 3 16,-3 11-6-16,0-7-3 0,3-4 1 0,-2 7 0 15,2-7-6-15,0 0 1 0,-3 7-3 0,3-7 3 16,0 0-3-16,-4 4 0 0,4-4-2 0,0 0-8 15,0 0-7-15,0 0-6 0,0 0-10 0,0 0-10 16,0 0-18-16,0 0-30 0,0 0-39 0,0 0-32 16,0 0-38-16,0 0-17 0,17-14-161 0,-11 9-395 15,0-3 175-15</inkml:trace>
  <inkml:trace contextRef="#ctx0" brushRef="#br0" timeOffset="52764.46">11817 4543 132 0,'0'0'163'0,"1"-4"-5"0,-1 4 11 0,0 0-15 16,0 0-7-16,0 0 0 0,0 0-5 0,0 0-11 15,0 0-7-15,0 0-9 0,4-5-5 0,-4 5-9 16,0 0-8-16,0 0-4 0,0 0-5 16,0 0-4-16,0 0-4 0,0 0-7 0,0 0-1 0,0 0-4 15,0 0-5-15,0 0-6 0,0 0-7 0,0 0-6 16,0 0-7-16,0 0-3 0,0 0 0 0,0 0-1 15,0 0-8-15,0 0-5 0,0 0-6 0,0 0 1 16,0 0-6-16,0 0 5 0,0 0-7 16,4 22 0-16,-2-15 0 0,1 0 2 0,1 5-3 15,2-3 4-15,1 5 1 0,-2 2-4 0,1-2 5 0,1 2 4 16,-2 1 4-16,2 0 10 0,-3-1 7 0,1 0 0 16,3 1-5-16,-4 0 2 0,4 1-5 15,-5-3-1-15,1 2 5 0,0-3 2 0,-1-1 0 16,1 2 0-16,-2-2-5 0,2-1 0 0,-2 0 0 15,1-3 0-15,-2 1 0 0,2 0-7 0,0-3 1 0,-1-2-6 16,0 4-1-16,-2-9 4 0,2 9-6 0,-1-5 2 16,-1-4-2-16,0 0 2 0,3 10-3 0,-3-10-2 15,3 4 3-15,-3-4 6 0,2 7-19 0,-2-7-2 16,0 0-18-16,0 0-20 0,2 6-22 16,-2-6-26-16,0 0-29 0,0 0-38 0,0 0-42 15,0 0-33-15,0 0-197 0,0 0-465 0,0 0 205 0</inkml:trace>
  <inkml:trace contextRef="#ctx0" brushRef="#br0" timeOffset="53469.33">11684 5005 88 0,'0'0'154'0,"-13"-5"-6"0,13 5-12 0,0 0-13 15,0 0 1-15,-7-4-13 0,7 4-2 0,0 0 0 16,0 0-12-16,-9-3-5 0,9 3-3 0,-6-2-5 16,6 2 2-16,-8-3 9 0,8 3-2 0,0 0-8 15,-8-3-2-15,8 3-5 0,0 0-2 0,0 0-5 16,0 0-3-16,-9-4-8 0,9 4-2 0,0 0-8 15,0 0-3-15,0 0-5 0,-10-3-5 0,10 3-2 16,0 0-1-16,0 0 0 0,0 0-1 0,0 0-4 16,0 0-2-16,-6-2 0 0,6 2 2 0,0 0-2 15,0 0 1-15,0 0-2 0,0 0 0 0,0 0-3 16,0 0 0-16,0 0-3 0,0 0 1 0,0 0-3 16,0 0 0-16,0 0 0 0,0 0-3 0,0 0-2 15,0 0 0-15,0 0 4 0,0 0-1 0,0 0-1 16,33-2 1-16,-20 1 0 0,6-2-3 0,0 1-3 15,0-2 0-15,11 0 4 0,-4 0-2 0,-5 1 1 16,-1 2 0-16,8-2-1 0,-7 1-7 0,0 0 4 16,-1-1-1-16,0 2 9 0,-1-1-3 0,0 1-1 15,-1-2-2-15,-1 2-4 0,2 1 3 0,-6 0-1 16,-1-2-5-16,-1 0 7 0,-2 2 2 0,-9 0-1 16,14 0-3-16,-14 0 0 0,9 1 1 0,-9-1-2 15,0 0-2-15,11-1 3 0,-11 1 12 0,0 0 4 16,0 0 4-16,7-2-1 0,-7 2 1 0,0 0 0 15,0 0-5-15,0 0 2 0,0 0-6 0,0 0-2 16,0 0-16-16,0 0-17 0,9-1-16 0,-9 1-29 16,0 0-32-16,0 0-40 0,0 0-34 0,0 0-44 15,0 0-37-15,0 0-204 0,0 0-486 0,-19 13 215 16</inkml:trace>
  <inkml:trace contextRef="#ctx0" brushRef="#br0" timeOffset="55301.81">11734 5041 6 0,'0'0'64'0,"4"-7"5"0,-4 7-1 0,0 0-7 16,0 0-10-16,0 0 11 0,4-3-1 0,-4 3-7 16,0 0 2-16,0 0-6 0,0 0 12 0,0 0-3 15,0 0 4-15,0 0 3 0,0 0 3 0,0 0 1 16,0 0 4-16,0 0-3 0,0 0 3 0,0 0 2 16,0 0-2-16,0 0 5 0,0 0 1 0,0 0-3 15,0 0-2-15,0 0-3 0,0 0-6 0,0 0-5 16,0 0-6-16,0 0-4 0,0 0 1 0,0 0-10 0,0 0-4 15,0 0-6-15,0 0-4 0,0 0-3 16,0 0-4-16,0 0-2 0,0 0-6 0,0 0 1 16,0 0-6-16,0 0 1 0,0 0 3 0,0 0-7 15,0 0 1-15,8 15 1 0,-8-15-2 0,-3 9 3 16,3-9 0-16,0 12 2 0,0-12-1 0,0 14 1 16,0-7-2-16,0 1 3 0,0 2 12 0,3-2 2 15,-3 2-2-15,0 0 1 0,0-2-3 0,0 1-2 16,2 1 1-16,-4 1 2 0,4-1-4 0,-2-3 10 15,1 3 3-15,0-1-1 0,-1 1 6 0,0 0 2 16,-1 0-5-16,4-2-4 0,-3 2-1 0,2 0 0 16,1-1-3-16,-3 1-2 0,0 0 3 0,4-1-4 15,-4 2 1-15,0 2 2 0,-2-3-3 0,4 0-1 16,-2-1 3-16,0 1-5 0,1-3-1 0,-1 3-4 16,0-1-1-16,1 1-1 0,-1-2-1 0,2 2-3 0,-1 0 3 15,0-2-3-15,2 0-3 0,-3 1 6 16,0 1-4-16,0-3-1 0,2 2-2 0,-2 0 1 15,0-1 2-15,0-8-2 0,0 16 2 0,0-8-1 16,0 2 0-16,2-2 5 0,-2 2 6 0,1-1 4 16,-1 2 2-16,4 0-2 0,-2-1 1 0,-1-2-5 15,-1 2 1-15,0-2-1 0,0 2 3 0,2-1-4 0,0 1 1 16,-2-1-4-16,0 0-1 0,2 0 0 16,-2 0 7-16,0-3 0 0,1 5 4 0,-1-4-2 15,0 1 8-15,1-1-13 0,-2 3 0 0,1-10 8 0,0 15 1 16,0-9-1-16,0-6 2 0,0 15-2 0,-1-9-4 15,-1 2-7-15,2-8 6 0,0 10 0 16,0-10 9-16,-2 13-5 0,2-7-1 0,2 1 4 16,-2-7-2-16,0 10-5 0,0-10 5 0,-2 10-5 15,2-10 2-15,-2 12 1 0,2-12-8 0,-2 10 7 16,1-3 3-16,1-7-3 0,-2 11-3 0,0-6-1 0,2-5 6 16,0 12 1-16,-1-5 0 0,1-7 4 15,-2 12-6-15,2-12 0 0,0 11-3 0,0-5 8 0,0-6-4 16,0 12-7-16,-2-5 4 0,2-7-6 0,0 14 6 15,-3-5 11-15,2-3-7 0,1-6 2 0,-3 13 0 16,2-5 4-16,1-2-6 0,0-6 1 0,0 0-5 16,0 19 0-16,0-19-1 0,-1 13 5 0,1-13-9 15,2 12 3-15,-2-12 6 0,-1 11-11 16,1-11 6-16,0 0 2 0,-1 13-3 0,1-13-1 0,1 11-4 16,-1-11 0-16,-1 12-1 0,1-12-2 0,0 0 3 15,1 14 5-15,-1-14 0 0,-1 10 0 0,1-10-4 16,0 13-2-16,0-9 1 0,0-4 4 0,0 0-4 15,0 14 3-15,0-14-10 0,0 11 6 0,0-11-1 16,-2 7 0-16,2-7-9 0,2 8 2 0,-2-8 7 16,0 8-7-16,0-8 3 0,0 0-2 0,-2 9-1 15,2-9-1-15,0 0 3 0,-2 11-5 0,2-11 2 16,0 0 3-16,0 8-3 0,0-8 1 0,0 0 1 16,-3 9 2-16,3-9-5 0,0 0 0 0,0 0 0 15,0 11 2-15,0-11-3 0,0 0-1 0,-1 11-1 16,1-11 1-16,1 8 1 0,-1-8 8 0,0 7 9 15,0-7-19-15,-2 9 14 0,2-9-3 0,2 8 1 16,-2-8-9-16,0 9 9 0,3-4 1 0,1 1-6 16,-4-6 6-16,0 13 8 0,0-8 1 0,0-5-13 15,0 13 12-15,0-13-4 0,1 12 5 0,-1-12-4 16,0 10-2-16,1-5-4 0,-1-5 1 0,2 13 1 16,-2-13-1-16,0 11-1 0,0-5 3 0,0-6 0 15,0 10-2-15,0-10-9 0,-2 11 10 0,4-4-1 16,-2-7 2-16,0 8-9 0,0-8 6 0,-3 13 0 15,3-13 0-15,0 10 0 0,3-4-1 0,-3-6 1 16,-2 9 1-16,2-9-5 0,0 9 2 0,0-9-9 16,2 8 10-16,-2-8-3 0,0 10 4 0,0-10-2 15,1 7-1-15,-1-7 0 0,4 9 2 0,-4-9-1 16,0 8-1-16,0-8-1 0,0 0-3 0,0 13 2 16,0-13 1-16,0 0-3 0,0 8 1 0,0-8 2 0,0 0 2 15,2 10 4-15,-2-10 2 0,0 6-2 16,0-6 2-16,0 0-3 0,0 12-4 0,0-12-5 15,0 0 8-15,0 10-1 0,0-10-2 0,0 7 1 16,0-7-7-16,0 0 6 0,0 8-2 0,0-8 4 16,0 0-5-16,0 0-1 0,0 8 0 0,0-8 6 15,0 0-4-15,0 0 2 0,0 0-2 0,0 0 2 16,0 0-1-16,0 0-6 0,2 7 14 0,-2-7-5 16,0 0-2-16,0 0-8 0,0 0-9 0,0 0-28 15,0 0-37-15,0 0-53 0,0 0-67 0,0 0-59 0,-12-29-53 16,7 22-69-16,0-5-56 0,-7-1-277 15,4-1-766-15,-2 0 340 0</inkml:trace>
  <inkml:trace contextRef="#ctx0" brushRef="#br0" timeOffset="62868.98">10973 4060 52 0,'0'0'135'0,"0"0"-5"0,26-3-6 0,-26 3-10 0,0 0-3 16,0 0-14-16,0 0-4 0,0 0-4 0,0 0-6 15,0 0 2-15,0 0-10 0,0 0-3 0,0 0-3 16,0 0-2-16,0 0-7 0,0 0-10 0,0 0-3 15,0 0 8-15,-18-8 1 0,18 8-3 0,0 0 0 16,0 0 1-16,0 0-10 0,0 0-3 16,-8-3-2-16,8 3-7 0,0 0-3 0,0 0-3 0,0 0-3 15,0 0-3-15,0 0-1 0,-8-4-2 0,8 4-2 16,0 0-1-16,0 0-3 0,0 0-4 0,0 0 0 16,0 0 1-16,0 0-1 0,0 0-1 0,0 0-2 15,0 0 0-15,0 0 1 0,0 0 1 16,28 4 1-16,-18-3 1 0,2-1-2 0,0 0-3 0,4 0 3 15,-1-1 2-15,4 0-1 0,-1 1-5 0,1-3 2 16,-6 3-6-16,4-2-12 0,-1 1-4 0,-2-1-17 16,1 0-15-16,-2 1-11 0,0 2-22 0,1-3-15 15,-3 1-26-15,-1-1-4 0,-1 2-23 0,-2 0-99 16,-7 0-269-16,0 0 119 0</inkml:trace>
  <inkml:trace contextRef="#ctx0" brushRef="#br0" timeOffset="63116.82">11168 3921 75 0,'0'0'180'0,"-8"-4"-11"0,8 4-8 15,0 0-11-15,0 0-10 0,0 0-17 0,0 0-16 16,0 0-9-16,0 0-14 0,0 0-10 0,0 0-9 15,0 0-4-15,0 0-8 0,-3 15 3 16,3-15-3-16,-2 17-7 0,1-6-4 0,1 1 1 16,0 3-5-16,-4 2-7 0,4 0-6 0,1 0 1 0,2 2 5 15,-2 6-8-15,-1-5-20 0,3 6-28 0,-3-2-35 16,2 1-55-16,-2-4-55 0,-2 2-95 0,-1-3-287 16,2-1 128-16</inkml:trace>
  <inkml:trace contextRef="#ctx0" brushRef="#br0" timeOffset="63914.45">11027 5382 48 0,'0'0'156'0,"0"0"-5"0,0 0-10 16,0 0-4-16,0 0-3 0,0 0-17 0,0 0-5 15,0 0-4-15,0 0-8 0,0 0-10 0,0 0-8 16,-9-10-8-16,9 10 0 0,0 0-2 0,0 0-7 15,0 0-5-15,0 0 1 0,-15 4-5 0,15-4-5 16,0 0 4-16,-10 2 0 0,10-2-5 0,0 0-4 16,0 0 3-16,-10 1-2 0,10-1-3 0,0 0-1 15,0 0 0-15,-10 3-8 0,10-3 5 0,0 0-5 0,-7 2-2 16,7-2-1-16,0 0-6 0,0 0-3 16,0 0-2-16,0 0-3 0,0 0-2 0,0 0-2 15,0 0 1-15,0 0 2 0,0 0-4 0,0 0-1 0,0 0 11 16,28 5-3-16,-18-5 4 0,4 0 2 0,-1 0-3 15,0 0 3-15,1 0 5 0,-1-3-4 16,5 3 4-16,-3 0-6 0,2 0 21 0,0-4-4 16,-4 4-5-16,2-3-1 0,-2 3-4 0,-2 2-1 15,0-4-2-15,-1 2-5 0,-2 0-1 0,-8 0 2 0,15 0-4 16,-7 0 0-16,-8 0-1 0,13 0-5 16,-13 0 1-16,14-2-2 0,-9 2-1 0,-5 0-16 0,0 0-18 15,14 1-27-15,-14-1-30 0,5 1-37 16,-5-1-58-16,0 0-46 0,0 0-50 0,0 0-139 0,0 0-442 15,0 0 196-15</inkml:trace>
  <inkml:trace contextRef="#ctx0" brushRef="#br0" timeOffset="64625.91">10621 4674 196 0,'0'0'225'16,"0"0"-14"-16,0-8-10 0,0 8-14 0,0 0-10 16,0 0-14-16,0 0-17 0,0 0-15 0,0 0-15 15,0 0-13-15,0 0-13 0,0 0-7 0,0 0-6 16,0 0-15-16,0 0-8 0,0 0-4 0,0 0-6 15,0 0-6-15,0 0-2 0,0 0-9 0,10 19 0 16,-5-9-18-16,2 0-2 0,-4-1-2 0,1 2 0 16,3 1 4-16,-2-1-5 0,5 5 3 0,-4-1-5 15,2-1 3-15,-1 1 1 0,-4-3-1 0,6 2 3 16,-4-2 1-16,2-1-4 0,-2 5-1 0,0-6 3 16,-1 2-3-16,1-3-5 0,0 1 5 0,-1-4-1 15,1 1 2-15,-1-1-1 0,-1 0-1 0,-3-6 0 16,3 7-1-16,-3-7 4 0,3 6-4 0,-3-6 5 15,4 5-3-15,-4-5 4 0,3 4 12 0,-3-4 14 16,0 0 7-16,0 0 11 0,0 0 7 0,0 0 8 16,0 0 10-16,0 0-4 0,0 0-7 0,0 0-7 15,13-9-7-15,-9 3 0 0,1-2-5 0,3 0 1 16,-3-2-14-16,4-4-2 0,-3 4-2 0,1-1-1 16,0-5-5-16,1 2 1 0,-4 2-6 0,1 0-1 15,3 1 2-15,-3-1-5 0,-1 2-3 0,-1-2 3 16,1 1 0-16,-1 2-4 0,0-2-2 0,-3 4 1 15,2 1-2-15,1 0-4 0,-3 6 4 0,5-11 1 16,-5 11-6-16,1-6 3 0,-1 6-2 0,0 0-4 16,2-8 3-16,-2 8-14 0,0 0-6 0,0 0-11 15,0 0-16-15,3-6-16 0,-3 6-22 0,0 0-24 16,0 0-32-16,0 0-35 0,0 0-41 0,6-5-17 16,-6 5-8-16,9-2-155 0,-9 2-426 0,0 0 188 15</inkml:trace>
  <inkml:trace contextRef="#ctx0" brushRef="#br0" timeOffset="65166.62">11030 4793 190 0,'-6'2'184'0,"6"-2"-14"0,0 0-6 16,0 0-16-16,0 0-8 0,0 0-16 0,0 0-11 16,-8 3-12-16,8-3-10 0,0 0-14 0,0 0-3 15,0 0-8-15,0 0-6 0,0 0-11 0,0 0-1 0,18 4-3 16,-18-4-2-16,18 0 7 0,-8 1-2 0,4-1-3 16,-3 2 0-16,0-2 0 0,3 0-7 0,-3 0-5 15,-2 1-2-15,4-2-3 0,-3 2-5 16,-3-1-4-16,1 1 2 0,-8-1-5 0,11 1 0 15,-11-1 0-15,9 0-1 0,-9 0-4 0,0 0 2 0,9 2-5 16,-9-2 8-16,0 0-8 0,7 3 2 16,-7-3 2-16,0 0 5 0,0 0-2 0,0 0 3 15,0 0-2-15,0 0 13 0,0 0-1 0,0 10-4 16,0-10 2-16,-5 11 7 0,3-1 2 0,-5-1-2 0,1 2-5 16,-1 4 2-16,-2-3 3 0,-1 3 1 0,0 0-3 15,-2 2-3-15,1-3-1 0,2 0 0 0,0-1 2 16,0-1-1-16,0 1-4 0,3-3-7 0,-1-3 3 15,2 1 1-15,-2 0-1 0,0 0-2 0,2-2 1 16,3 0-4-16,-2 0 3 0,4-6-3 16,-4 7-1-16,4-7-3 0,-6 5-2 0,6-5 0 15,-3 6 1-15,3-6-2 0,0 0-2 0,0 0-2 0,-4 5-1 16,4-5 2-16,0 0 3 0,0 0 2 0,13 5-1 16,-5-4 0-16,2-1-2 0,4-1-3 15,1-1 4-15,13-1-19 0,-1 0-18 0,6-2-27 16,1-3-44-16,3 3-71 0,14-7-81 0,0 0-203 15,0-2-492-15,-14 4 218 0</inkml:trace>
  <inkml:trace contextRef="#ctx0" brushRef="#br0" timeOffset="68733.59">11586 5681 92 0,'-7'-2'140'0,"7"2"-12"16,-9-3-4-16,9 3 1 0,-5-6-7 0,5 6 6 16,-7-3-1-16,7 3-5 0,-4-6 0 0,4 6 2 15,0 0-6-15,0 0-7 0,-6-5-5 0,6 5-7 0,0 0-8 16,0 0-8-16,0 0-6 0,0 0-8 15,0 0-6-15,0 0-8 0,0 0-3 0,0 0-9 16,0 0-2-16,0 0-6 0,0 0-3 0,0 0-3 16,0 0-4-16,0 0 1 0,15 16 2 0,-15-16-9 15,10 12-2-15,-5-5-3 0,2 2-2 0,2 0 1 16,-1 0 4-16,3 2-1 0,-2-1-1 0,2 4-4 16,0-3 1-16,-4-1-2 0,3-1 13 0,0 1 2 15,1 2-3-15,1-1 1 0,-1-2-2 0,-1 0 7 16,0-1 1-16,-2-1 0 0,0-2 0 0,3 2-3 15,-5 0-2-15,1-2 3 0,-3-2-6 0,1 0 8 0,-1 1-11 16,-4-4 1-16,8 5-1 0,-8-5 0 16,4 4-1-16,-4-4 7 0,0 0 4 0,9 3 6 15,-9-3 8-15,0 0 10 0,0 0 12 0,4 2 9 16,-4-2 10-16,0 0 4 0,0 0 13 0,0 0-15 16,0 0-7-16,0 0-13 0,0 0 0 0,5-16-4 15,-3 10-12-15,1-3-10 0,-3-1-8 0,4-1-3 16,-1 0-8-16,-1-2 1 0,2 2-11 0,0 0-9 15,-1-1-7-15,3-5-6 0,-1 7-7 0,-4-3-15 16,2-3-2-16,2 5-5 0,-3 0-9 0,2 1-11 0,1 0-17 16,-1 0-21-16,-1 1-23 0,4 2-24 15,-3-3-22-15,1 5-21 0,3-1-14 0,4 0-18 16,-6 1-178-16,3 2-438 0,0-4 194 0</inkml:trace>
  <inkml:trace contextRef="#ctx0" brushRef="#br0" timeOffset="69034.33">12144 5532 129 0,'-8'-1'203'0,"8"1"-12"0,-7-2-8 0,7 2-3 16,0 0-15-16,0 0-16 0,-13-1-13 0,13 1-15 16,0 0-12-16,0 0-11 0,0 0-10 0,0 0-7 15,-5-3-7-15,5 3-6 0,0 0-5 0,0 0-8 0,0 0-3 16,27-4-2-16,-18 1-8 0,7 0-2 16,2-1-7-16,-1 2-1 0,4-2-1 0,-4 1-13 15,2 0-25-15,-4 1-33 0,-1 0-41 0,-3 0-29 16,-1 1-33-16,1 1-23 0,-3-1-142 0,-8 1-332 0,12 0 147 15</inkml:trace>
  <inkml:trace contextRef="#ctx0" brushRef="#br0" timeOffset="69682.83">12295 5513 127 0,'0'0'193'0,"0"0"-9"0,0 0-12 0,0 0-16 16,0 0-16-16,0 0-12 0,0 0-15 0,0 0-9 16,0 0-13-16,0 0-10 0,-2 5-6 0,2-5-8 0,0 0-6 15,0 0 13-15,0 0-2 0,0 13-6 0,0-13-1 16,-2 9-6-16,2-3-2 0,-3 0-6 16,3-6-1-16,-2 19-5 0,1-9 5 0,0 0 1 15,1-1 2-15,0 2-5 0,-2-1-4 0,2 3-5 16,0-2-1-16,0 0-4 0,-2 0-4 0,2 0 3 0,-2 0-4 15,2 2-1-15,-1-2-2 0,1 0-3 16,0-1-1-16,-1 1-2 0,1-1-3 0,-1-2-2 16,1-8 0-16,0 15-1 0,0-8-1 0,0-7-2 15,0 14-1-15,-3-8 0 0,3-6 0 0,0 13 0 16,0-7-3-16,0-6 0 0,0 13 0 0,0-13-1 0,-2 10-2 16,2-10 3-16,2 10-1 0,-2-10-1 15,0 10 1-15,0-10-1 0,0 8 0 0,0-8-1 16,0 0 1-16,0 7-2 0,0-7 3 0,0 0-2 15,0 0 2-15,0 0 2 0,0 0 2 0,-2 10 4 16,2-10 8-16,0 0 4 0,0 0 0 0,0 0 3 0,0 0 3 16,0 0-1-16,0 0-1 0,0 0 0 15,0 0-4-15,-7 3-4 0,7-3 0 0,0 0-6 16,0 0 1-16,0 0 0 0,-14-4 1 0,14 4-6 16,0 0-2-16,-10-4 1 0,10 4-5 0,-9-4-1 15,1 3-2-15,8 1 4 0,-10-1-6 0,10 1 4 0,-9-2-1 16,9 2-4-16,-9-2 3 0,9 2-2 15,0 0 0-15,-11-1 1 0,11 1 2 0,0 0-1 16,-9-1 1-16,9 1-3 0,0 0 2 0,0 0-2 16,0 0-2-16,0 0-4 0,0 0 4 0,0 0-2 15,0 0-4-15,0 0-1 0,0 0 1 0,0 0 10 0,0 0-11 16,0 0 4-16,0 0-1 0,0 0 2 0,23-5-2 16,-13 4 2-16,0 0-1 0,-1 0 3 15,1 0-14-15,2 1-9 0,-1-3-12 0,2 0-16 16,0 2-24-16,-1-1-32 0,0 1-44 0,1-1-33 15,2 0-34-15,-2 1-210 0,-1-3-464 0,0 2 205 0</inkml:trace>
  <inkml:trace contextRef="#ctx0" brushRef="#br0" timeOffset="70433.42">12511 5756 91 0,'-9'-1'210'16,"9"1"-3"-16,0 0-6 0,0 0-9 0,0 0-10 15,0 0-14-15,-8-2-13 0,8 2-16 0,0 0-13 0,0 0-9 16,0 0-8-16,0 0-9 0,0 0-6 0,0 0-7 16,0 0-7-16,0 0-8 0,0 0-5 0,0 0-4 15,0 0-1-15,26-7-7 0,-21 6-7 16,-5 1-1-16,13-1-5 0,-13 1-6 0,14 0-2 15,-8-1-3-15,-6 1-5 0,9-1-7 0,-9 1 1 0,9 1-3 16,-9-1 0-16,10 1 1 0,-10-1-8 0,8 1 1 16,-8-1-1-16,9 2-2 0,-9-2-1 0,9 3-1 15,-9-3-1-15,9 3-1 0,-6 0 0 0,-3-3 2 16,6 5 1-16,-6-5-6 0,6 3 0 16,-6-3 2-16,0 0 0 0,5 6 0 0,-5-6-4 0,0 0 4 15,7 3 0-15,-7-3 1 0,0 0-2 0,0 0 2 16,0 0 1-16,0 0-3 0,0 0 1 0,0 0 1 15,4 4-1-15,-4-4 0 0,0 0 0 0,0 0 0 16,0 0 2-16,0 0 0 0,0 0 0 0,0 0-2 16,0 0 0-16,0 0 0 0,0 0 2 0,0 0 0 15,0 0-4-15,0 0 1 0,0 0 3 0,0 0 9 16,0 0 5-16,0 0 2 0,0 0-1 0,0 0 5 16,0 0 0-16,0 0-5 0,0 0 3 15,0 0-1-15,0 0 0 0,0 0 2 0,0 0 0 0,0 0-1 16,0 0 2-16,0 0-2 0,0 0 1 0,0 0-4 15,0 0-1-15,-8 14 6 0,8-14-5 0,-8 8-6 16,2-1 4-16,0 2-2 0,-1-3 6 0,-1 5-5 16,0-3 0-16,1 3 0 0,1-1-7 0,-2-1 3 15,1 2 3-15,-1 0-5 0,1-1 1 0,1-1-1 16,-2 1-1-16,2 0 5 0,0-1 9 0,1-1-19 16,1-1 3-16,1-1-2 0,-4 2 1 0,3-4 0 15,1 1-2-15,3-5 3 0,-6 11 1 0,4-8-3 16,2-3-3-16,-5 8 3 0,5-8 1 15,-4 6-1-15,4-6-4 0,-5 5 4 0,5-5-7 0,0 0 5 16,0 0 2-16,-3 7 3 0,3-7-9 0,0 0-2 16,0 0 5-16,0 0-2 0,-4 7-1 0,4-7 3 15,0 0-2-15,0 0-3 0,0 0 2 0,0 0-1 16,0 0 1-16,0 0-1 0,0 0 3 0,0 0-4 16,0 0 2-16,0 0-1 0,0 0 5 0,0 0-5 15,0 0 0-15,0 0-5 0,0 0 1 0,14 3-2 16,-14-3-9-16,15-1-4 0,-6-1-24 0,5 1-27 15,-1-4-48-15,6 0-61 0,0-1-78 0,8-2-271 16,0-3-573-16,-8 3 255 0</inkml:trace>
  <inkml:trace contextRef="#ctx0" brushRef="#br0" timeOffset="72784.23">12014 3615 14 0,'-9'2'22'0,"9"-2"-5"0,-11 0-3 0,11 0 4 16,-8 2 1-16,8-2 3 0,-8 2 1 0,8-2 2 16,-8 2 0-16,8-2 4 0,0 0-4 0,-8 1 7 15,8-1-2-15,0 0 4 0,0 0 5 0,-11 1 5 16,11-1 1-16,0 0-5 0,0 0 10 0,0 0-6 16,0 0 0-16,-10-2-1 0,10 2 7 0,0 0 0 15,0 0 6-15,0 0-3 0,0 0-5 0,-10-3 0 16,10 3-8-16,0 0-4 0,0 0-4 0,0 0-2 15,0 0-9-15,-6-3 0 0,6 3 6 0,0 0-7 16,0 0-1-16,0 0 7 0,0 0-18 0,0 0 6 16,0 0-5-16,-7-2 2 0,7 2-2 0,0 0-3 15,0 0 6-15,0 0-8 0,0 0 1 0,0 0 4 16,0 0-9-16,0 0 9 0,0 0-4 0,0 0-8 16,0 0 4-16,0 0-2 0,-13 2 4 0,13-2-2 15,0 0-3-15,-10 2 6 0,10-2 1 0,-8 2-4 16,8-2 3-16,0 0-7 0,-9 2 7 0,9-2-2 15,-8 1-6-15,8-1 6 0,-8 3-4 0,8-3 2 16,-9 1 7-16,9-1 5 0,-9 2-4 0,9-2 7 16,-11 0-1-16,11 0 0 0,0 0-11 0,-9 0 6 15,9 0 4-15,0 0-4 0,-9 3 10 0,9-3-9 16,0 0-2-16,0 0 10 0,-9 0-3 0,9 0 3 16,0 0-2-16,0 0 0 0,0 0-4 0,0 0-1 15,0 0 6-15,0 0-7 0,-7 3-4 0,7-3 3 16,0 0 1-16,0 0-6 0,0 0-4 0,0 0 2 15,0 0-2-15,0 0 2 0,0 0 1 0,0 0-3 16,0 0 5-16,0 0 1 0,0 0-2 0,21 3-3 16,-11-3 11-16,1 2-5 0,3-1 1 0,4-1 3 15,4-1-2-15,6 1-5 0,0-2-1 0,4 2 0 16,0-2-1-16,1 2 1 0,-3-1 4 0,3-2-1 16,2 3 2-16,0-1-2 0,-4 1 4 0,1-2-4 15,-1 2 0-15,-1-2-2 0,-2 1 8 0,1-1-4 16,-6 0 1-16,-2 0 1 0,2 2 1 0,-2-1-4 15,6-2 2-15,-6 3 1 0,1 2-4 0,-2-4-1 16,1 0 2-16,1 1 4 0,-2 0 3 0,0-1-6 16,-2 0 3-16,2 3-2 0,1-4 1 0,-2 3-6 15,2-1 10-15,-1 0-10 0,0-1 2 0,1 2 3 16,1-1-3-16,-4 1 0 0,0-2-5 0,1 2 8 16,-2-2-2-16,3 2 0 0,-2 0-1 0,0 0-1 15,1 0 3-15,-6 0-6 0,5 0 4 0,-1-2 3 16,0 2-4-16,-2 0-1 0,3 2 3 0,-2-4-1 15,4 4 6-15,-1-4 1 0,0 2-2 0,2 2-2 16,-2-2-6-16,4 0 8 0,-3-2-2 16,1 2-2-16,-2-3-4 0,-2 3 2 0,4-2-4 15,0 3 5-15,-2-2-3 0,-2 1 4 0,3 0-4 0,-4 1 4 16,6-2 1-16,-1 1 0 0,-2 0-3 0,-5 0 2 16,2 0 0-16,4 0-3 0,-1 0 2 15,-8 0 5-15,5 0-6 0,1 0 1 0,4 0-4 0,-2 0 6 16,2-2-1-16,-1 1 0 0,2 1-1 0,5-1-2 15,0 1 4-15,-6 0-2 0,6-2-3 0,4 1 1 16,-13 1 0-16,6-1 1 0,-3 2 2 0,-1-1-1 16,2-1 2-16,-1 1 0 0,-1-1-3 0,0 0 3 15,1-2-4-15,-2 2 3 0,0 2-3 0,1-4 5 16,-3 3-6-16,0-1-1 0,2 0 3 0,0 1 2 16,1-1 4-16,-3 0 2 0,0 1-6 0,-4 0 1 15,8-1 0-15,-4 0-2 0,1-1 2 0,-5 0-4 16,5 1 1-16,-1 0-2 0,-4 0 0 0,0-1-3 15,7 2 5-15,-8-1-4 0,-1-2 4 16,2 3 3-16,1-3-9 0,-3 3 5 0,0-1-1 16,3 1 10-16,-3 0-3 0,3-3 0 0,-3 3-1 0,0-2 28 15,3 1-3-15,-4-2-3 0,3 2-3 0,0 1-3 16,-3 0-5-16,0-1 1 0,1-2-5 0,-1 3 0 16,2-1-3-16,-5 0 1 0,4 1-6 15,-2-2 4-15,-1 1-2 0,-8 1 3 0,12-2-5 16,-12 2-3-16,10-2 1 0,-10 2 2 0,11 1 2 15,-11-1 2-15,0 0 3 0,11-1-5 0,-11 1 0 0,0 0 1 16,8-1 3-16,-8 1-1 0,0 0 1 0,0 0-2 16,0 0 2-16,0 0 0 0,0 0-1 15,0 0 0-15,8-1 1 0,-8 1-5 0,0 0 2 0,0 0 2 16,0 0-3-16,0 0-5 0,0 0 2 16,0 0-1-16,0 0 1 0,0 0-8 0,0 0-12 15,0 0-17-15,0 0-27 0,0 0-35 0,0 0-41 16,0 0-69-16,0 0-238 0,0 0-477 0,-31-7 212 0</inkml:trace>
  <inkml:trace contextRef="#ctx0" brushRef="#br0" timeOffset="74489.39">13794 6451 42 0,'0'0'85'0,"0"0"-10"0,0 0-5 0,0 0-12 16,0 0-8-16,0 0 2 0,0 0-8 0,0 0 11 15,-14-6-17-15,14 6-5 0,0 0 3 0,-9-1-8 16,9 1-4-16,0 0-1 0,-13 2-2 0,13-2-2 15,-12 1 7-15,12-1-14 0,-13 2 3 0,6 0-5 16,0-1 3-16,7-1 4 0,-13 2-7 0,13-2 5 16,-11 3-12-16,4-1 10 0,7-2-12 0,-11 2 9 15,11-2 0-15,-11 3-3 0,11-3 7 0,-10 2-2 16,4-1 9-16,6-1 5 0,0 0 9 0,-9 1-11 16,9-1 13-16,0 0 0 0,-14 0 0 0,14 0 4 15,0 0-7-15,-7 1-6 0,7-1-1 0,0 0 2 16,0 0 0-16,0 0-1 0,-9 1-6 0,9-1-3 15,0 0-1-15,0 0-3 0,0 0-2 0,0 0 2 16,0 0 4-16,0 0 5 0,0 0 14 0,0 0-6 16,0 0 0-16,23 6-3 0,-14-6 7 0,-9 0 2 15,21-1-3-15,-11 1 8 0,4 0-1 0,0 0-1 16,3-1-4-16,1 1 4 0,1-1 6 0,0-2-5 16,0 4 3-16,3 1-5 0,0-2-4 0,-1-2-2 15,1 2 0-15,5-2-3 0,2 1 1 0,-4 1 2 16,-3-2-1-16,7 0 2 0,-8 2-4 0,-1-3-3 15,4 3 1-15,4-2 1 0,1 0-2 0,3 2-4 16,-1-3 0-16,2 0-3 0,-1 1-1 0,3-1-2 0,-1 1-3 16,3-1-1-16,-1 0-1 0,2 2 0 0,-2-2-2 15,1-2-2-15,-5 3-1 0,6 0 1 0,-3 0-2 16,-5 0 1-16,2-1-1 0,0 3-2 16,-3-3-2-16,-2 2 4 0,-1-1 1 0,-7-1-3 15,1 2-2-15,-1-1 3 0,0 2 8 0,-4-1 0 0,-1-2-2 16,-1 3-1-16,1 0 3 0,-5-2 5 15,1 1-3-15,-10 1-1 0,12-2-1 0,-12 2 3 16,10-1-3-16,-10 1 3 0,8 1 0 0,-8-1-4 16,10-1 5-16,-10 1-5 0,0 0 2 0,0 0 4 15,10-3-1-15,-10 3-1 0,0 0-2 0,0 0 0 0,0 0 0 16,0 0-1-16,0 0-2 0,0 0 2 0,0 0-5 16,10 2 0-16,-10-2 0 0,0 0-2 15,0 0-1-15,0 0 0 0,9-2-2 0,-9 2 1 16,0 0 1-16,0 0-3 0,0 0 0 0,11-1-1 0,-11 1-1 15,0 0 1-15,0 0 1 0,0 0 0 0,0 0 0 16,9-1 8-16,-9 1 3 0,0 0 1 0,0 0 0 16,0 0 0-16,0 0-1 0,7 1 3 0,-7-1-3 15,0 0-1-15,9-1-2 0,-9 1 4 0,0 0-6 16,0 0 2-16,12-2 2 0,-12 2 0 0,12 0-2 16,-12 0-1-16,8-2-1 0,-8 2-2 0,12-1-1 15,-12 1-1-15,6-1 3 0,-6 1 0 0,0 0-2 16,11 0 1-16,-11 0-3 0,0 0-1 0,0 0-1 15,0 0 1-15,0 0-2 0,9-2 2 0,-9 2-1 16,0 0 1-16,0 0 2 0,0 0-1 0,8 0-4 16,-8 0 5-16,0 0-5 0,9-3 4 0,-9 3 0 15,0 0-1-15,12 0 0 0,-12 0 3 0,6-1-4 16,-6 1 7-16,11-1-11 0,-11 1 1 16,11 0-2-16,-11 0 4 0,0 0 4 0,7-1-2 0,-7 1 0 15,0 0 0-15,0 0-1 0,0 0-1 16,0 0 1-16,0 0 7 0,12 0-4 0,-12 0 7 0,0 0 5 15,0 0 6-15,0 0 1 0,0 0 1 0,6 2-2 16,-6-2-8-16,0 0 5 0,0 0-7 0,0 0 0 16,0 0-5-16,0 0-10 0,0 0-18 0,0 0-17 15,0 0-21-15,0 0-23 0,0 0-26 0,0 0-37 16,0 0-52-16,0 0-56 0,0 0-240 0,0 0-533 16,0 0 236-16</inkml:trace>
  <inkml:trace contextRef="#ctx0" brushRef="#br0" timeOffset="77466.78">13164 3409 85 0,'-6'-4'154'15,"6"4"-9"-15,0 0-2 0,0 0-10 0,0 0-5 16,0 0-11-16,0 0-9 0,-5-6-2 0,5 6-11 15,0 0-4-15,0 0-8 0,0 0-13 0,0 0 3 16,0 0 12-16,0 0-6 0,0 0-10 0,0 0-7 16,0 0-8-16,0 0-7 0,0 0-6 0,0 0-2 15,0 0-9-15,0 0-1 0,0 0-3 0,0 0-5 16,0 0 2-16,0 0-5 0,0 0 1 0,0 0-1 16,0 0-2-16,11 16 1 0,-11-16 3 0,14 6 5 15,-5-2-3-15,3 1 0 0,-3 0 4 16,4-1-3-16,0 2 1 0,-2-2-3 0,0 2 1 0,1-2 4 15,1 0-4-15,-1 2-4 0,-1-1 2 0,0-1-4 16,1 1 0-16,-2-1-3 0,1 1 3 0,-1-2 2 16,1 0-5-16,0 3-2 0,-2-1 0 0,-4-2-2 15,3 0 1-15,1 1-3 0,-3 0 0 16,2 0-3-16,-6-2-1 0,-2-2 0 0,9 5-1 0,-7-1-1 16,-2-4 1-16,10 7 2 0,-10-7-5 0,2 7 1 15,-2-7 2-15,0 5 2 0,0-5-4 0,-2 13 3 16,2-13 7-16,-10 14-1 0,4-3-1 0,-1-1 1 15,-4 2-2-15,-3 1 1 0,-1-1 0 0,3 2-3 16,-1-1-10-16,1 2-15 0,1-2-11 16,-1-3-28-16,4 1-40 0,1-1-56 0,3 1-58 15,-3-4-150-15,1 3-391 0,1 0 173 0</inkml:trace>
  <inkml:trace contextRef="#ctx0" brushRef="#br0" timeOffset="77968.43">13427 2977 19 0,'-4'-3'225'0,"4"3"-12"16,0 0-14-16,0 0-12 0,-4-5-15 0,4 5-13 16,0 0-17-16,0 0-13 0,0 0-13 0,0 0-8 15,0 0-15-15,0 0-9 0,0 0-13 0,0 0-6 16,0 0-7-16,0 0-4 0,0 0-4 0,0 0-12 16,0 0 4-16,21-3-8 0,-7 1-3 0,-1 2-1 15,6-2-4-15,-2 4-1 0,2-4-5 0,1 2-2 16,-3 0-13-16,0-2-13 0,-4 1-14 0,-1 2-16 15,3-1-18-15,-4-1-23 0,1 1-28 0,-1-2-21 16,-5 1-16-16,4 2-18 0,-10-1-117 0,13-1-301 16,-13 1 134-16</inkml:trace>
  <inkml:trace contextRef="#ctx0" brushRef="#br0" timeOffset="78389.14">13632 2955 34 0,'0'0'169'0,"-12"-2"-4"0,12 2-3 0,0 0-10 16,0 0-7-16,0 0-12 0,0 0-7 0,0 0-14 16,0 0-10-16,0 0-8 0,0 0-16 0,0 0-7 15,0 0-12-15,-4 7-6 0,4-7-7 0,-2 9 9 16,2-9-14-16,0 13-5 0,-3-1-5 16,4 4 2-16,-1-5-2 0,2 6 4 0,-2 0-4 0,2 0 1 15,2-1 2-15,-2 2 3 0,0-3-10 0,-1 1 0 16,1-4-2-16,3 1-2 0,-5 3-4 0,2-5 7 15,1 1-9-15,-1-2-1 0,0 0 0 0,-2-2-3 16,2 0-2-16,-2 0 3 0,0-1-3 16,0-7 0-16,4 13-2 0,-4-13 2 0,-2 8-9 15,2-8 12-15,2 6-3 0,-2-6-1 0,0 0 2 0,0 0-3 16,-8 10 0-16,3-8-1 0,5-2-4 0,-10 0 8 16,10 0-7-16,-15-2-1 0,15 2 3 0,-20-5-4 15,13 4 1-15,-1 0 0 0,8 1 0 0,-14-4 0 16,9 3 2-16,5 1-3 0,-8-2 0 15,8 2-1-15,0 0-3 0,0 0 1 0,-9-1-4 16,9 1 4-16,0 0-2 0,0 0-1 0,0 0-3 16,0 0 3-16,0 0-2 0,0 0 2 0,0 0 2 0,0 0 0 15,0 0 1-15,0 0-4 0,26 5 5 0,-14-3 1 16,1-1 1-16,5-2-8 0,2 1-14 0,0 0-25 16,1 0-43-16,8-4-57 0,-9 2-42 15,2 1-148-15,-5-1-362 0,2 0 161 0</inkml:trace>
  <inkml:trace contextRef="#ctx0" brushRef="#br0" timeOffset="78717.09">13946 3107 242 0,'1'-8'232'0,"-1"8"-19"15,0 0-16-15,0 0-25 0,4-4-18 0,-4 4-16 16,0 0-15-16,0 0-17 0,0 0-5 0,0 0-3 15,0 0-7-15,2 19-7 0,-2-10 2 0,2 3-6 0,-2 0-2 16,0 1 1-16,0 0-6 0,0 2-9 16,0-5-6-16,-2 3-7 0,0-4-1 0,2 4-1 15,0-3 1-15,0-3-2 0,0 2 0 0,0-1-4 16,0 0-3-16,0-8-3 0,0 17-3 0,0-11 0 16,0 3-4-16,0-9 0 0,-2 10-7 0,2-10-3 15,0 0 0-15,2 10-2 0,-2-10-1 0,0 5-3 0,0-5 2 16,6 7-2-16,1-3 3 0,-2-1-2 15,6 0-2-15,4-3-1 0,4 0-11 0,1 0-15 16,12 2-20-16,-1-7-24 0,5 2-33 0,-5-3-42 16,1-1-53-16,6 2-60 0,-9 0-168 0,4-2-448 15,1-1 198-15</inkml:trace>
  <inkml:trace contextRef="#ctx0" brushRef="#br0" timeOffset="80784.89">7030 3413 143 0,'0'0'152'15,"-7"-9"-14"-15,4 4-10 0,-1 0 3 0,4 5-10 16,-8-9-4-16,2 3-14 0,6 6-4 0,-8-7 5 16,5 3-10-16,3 4-5 0,-7-7-7 0,7 7-7 15,-9-5-10-15,9 5-6 0,-6-4-5 0,6 4 2 16,0 0-10-16,-8-3-8 0,8 3-3 0,0 0-5 15,-8-3-2-15,8 3-4 0,0 0-4 0,0 0-2 16,0 0 0-16,0 0-4 0,0 0-3 0,0 0-1 16,0 0-3-16,0 0 0 0,0 0 0 0,0 0-2 15,0 0 2-15,0 0 3 0,-1 14-8 0,1-14-1 16,8 8 7-16,-2-3-4 0,3 2 2 0,2 0-2 16,3 2-1-16,-2-2 0 0,5 1 3 0,0 1-2 15,0-1 3-15,2-1-4 0,0 3-4 0,-2-4 6 16,2 2-1-16,-2-3-1 0,-2 1 1 0,2 2 3 15,-6-4-5-15,1 1-3 0,-5 0 2 0,4 0-3 16,-5-2 3-16,-1 1-2 0,2-1 3 0,-2 1-4 16,0 0 2-16,-5-4 1 0,5 12-1 0,-3-6 2 15,-3 3-2-15,0 2 3 0,-3 0-2 0,-2 0 6 16,-3 5-1-16,-2 0-3 0,-5 4 3 0,0 0-3 16,1 2-1-16,-2 1-8 0,1-1-20 15,-1 1-24-15,3 0-41 0,1 2-49 0,0 0-184 16,-3-2-350-16,5-1 156 0</inkml:trace>
  <inkml:trace contextRef="#ctx0" brushRef="#br0" timeOffset="81753.05">7119 3995 128 0,'0'0'178'15,"-6"-7"0"-15,6 7-6 0,0 0-6 0,-8-3-2 16,8 3-6-16,0 0-6 0,-7-3-12 0,7 3-9 16,0 0-9-16,0 0-9 0,-7-3-12 0,7 3-5 15,0 0-6-15,0 0-7 0,0 0-11 0,0 0-7 16,0 0-7-16,0 0-7 0,0 0-5 0,0 0-4 15,0 0-4-15,0 0-5 0,0 0-4 0,0 0-3 16,19-5-3-16,-7 4-2 0,3 1-1 16,2-3-3-16,2 2-2 0,3-2-8 0,-2 0 0 0,8 1-15 15,-1-2-9-15,-5 2-26 0,-3 0-24 0,1 2-29 16,-2-2-36-16,-1 2-36 0,-4 0-25 0,-3 0-144 16,-2 2-364-16,-8-2 162 0</inkml:trace>
  <inkml:trace contextRef="#ctx0" brushRef="#br0" timeOffset="82221.09">7294 3947 133 0,'0'0'138'0,"0"0"-18"15,-7 3-9-15,7-3 5 0,0 9 6 16,0-9-16-16,1 15 10 0,0-4-11 0,0 2-9 0,-1 3-6 15,2 0-8-15,-1 1-9 0,-1 2 3 0,0-2-16 16,0-2-8-16,1 2 2 0,2-1-10 16,-3-4-1-16,2 0-7 0,0 0 1 0,-2-1-9 15,2-1-2-15,-2 0-4 0,2-3 1 0,-2-7-3 0,1 10 0 16,-1-10-2-16,1 10-3 0,-1-10-1 16,3 7-1-16,-3-7 1 0,0 0 0 0,0 7-3 0,0-7 3 15,0 0-3-15,0 0 2 0,0 0-1 16,1 8 3-16,-1-8 16 0,0 0-5 0,0 0-3 15,0 0-5-15,0 0 0 0,-13 2-2 0,13-2 0 0,-13 1-2 16,6-1-4-16,7 0 9 0,-14 0-9 16,6 0-2-16,-1 1 1 0,9-1-2 0,-14-1-2 15,14 1 0-15,-13 1-2 0,13-1 1 0,-10 0-2 16,10 0 5-16,-8 0-2 0,8 0-2 0,0 0 0 16,-6 2 3-16,6-2-3 0,0 0-5 0,0 0 4 15,0 0-2-15,0 0 6 0,0 0 3 0,0 0 2 16,0 0 5-16,0 0 0 0,0 0-3 0,32-3-1 15,-21 2 0-15,2-1-4 0,5 1 0 0,0-1 0 16,1 0 0-16,0-1-2 0,-2 1-11 0,1 1-20 16,0-1-30-16,0-1-33 0,-1 2-43 0,1-2-30 0,3-1-30 15,-3 4-120-15,-6-2-336 0,1 1 149 16</inkml:trace>
  <inkml:trace contextRef="#ctx0" brushRef="#br0" timeOffset="82621.03">7657 4150 61 0,'0'0'229'0,"0"0"-11"0,0 0-12 16,0 0-14-16,0 0-15 0,0 0-11 0,0 0-10 16,0 0-12-16,0 0-10 0,0 0-10 0,-18-3-11 15,18 3-7-15,0 0-4 0,-11 6 2 0,6-3-13 16,5-3-7-16,-12 7-12 0,7-3-7 15,0 1-7-15,0-2-6 0,-1 3-6 0,6-6-3 0,-8 8-4 16,4-4-8-16,2 3-3 0,2-7 0 0,-3 10-3 16,3-10-3-16,-3 11 1 0,2-5-4 0,1-6-1 15,3 14-5-15,1-9 2 0,-3 2-3 0,3 0-2 16,1 1 2-16,2-1 0 0,-2 0 0 0,2-2-3 16,-2 0-1-16,4 1 0 0,-1 1-1 0,-3-2-1 15,0-1 0-15,0 0 1 0,1-1-2 0,-2 1-4 16,1 2-1-16,-5-6 2 0,7 6-1 0,-7-6 1 15,4 4 2-15,-4-4-2 0,2 6 1 0,-2-6 0 16,0 0 5-16,-8 12-4 0,2-10 0 0,-4 3-5 16,-6 2-6-16,5-2-6 0,-2 0-1 0,0-1-12 15,-4 1-15-15,-1-2-27 0,1 0-28 16,-2 3-42-16,6-5-62 0,0 0-225 0,0 0-461 0,-1 1 205 16</inkml:trace>
  <inkml:trace contextRef="#ctx0" brushRef="#br0" timeOffset="82787.88">7725 4347 84 0,'0'0'188'0,"0"0"-24"0,0 0-26 15,0 0-46-15,0 0-53 0,0 0-51 0,0 0-54 16,0 0-39-16,0 0-113 0,0 0 50 15</inkml:trace>
  <inkml:trace contextRef="#ctx0" brushRef="#br0" timeOffset="85866.93">14404 3515 34 0,'0'0'74'0,"0"0"1"15,0 0-2-15,0 0 7 0,0 0-15 0,0 0-3 16,0 0-2-16,0 0-4 0,0 0 6 0,0 0-16 16,0 0-1-16,0 0 6 0,0 0 4 0,0 0-4 15,0 0-11-15,24 8 10 0,-14-7-7 0,3-1 10 16,5 3-14-16,0-3-16 0,9-2 17 0,2 2-10 15,3-1-6-15,0 0-4 0,1-1 4 0,4 0 0 16,0-2-3-16,0 1 2 0,-2 1 0 0,-2-1-7 16,0 1-2-16,2-1 6 0,0-1 2 0,0 1-5 15,-3-1-10-15,0 1 10 0,-2-2 1 0,0 3-6 16,-3-1-1-16,-7 0 0 0,10-2 3 0,-2 3 0 16,-8 0-3-16,-2 2 4 0,4-2-5 0,-3-2 5 15,2 3-4-15,0-1 1 0,-2 0 0 0,1 0 0 16,-1 0-6-16,-3 0 3 0,-4 2-3 0,3 0 10 15,-1-2-8-15,-3 1 3 0,0 1-4 0,-1-1-2 16,0-1 4-16,-10 2 0 0,14 0-3 0,-14 0-1 16,9-1 0-16,-9 1 2 0,0 0-2 0,9-1 6 15,-9 1 0-15,0 0 3 0,0 0 2 0,12-1 1 16,-12 1 5-16,0 0-1 0,0 0 1 0,0 0-6 16,0 0 8-16,0 0 21 0,0 0-2 0,0 0 2 15,0 0-2-15,0 0-5 0,0 0 0 0,0 0-1 16,0 0-6-16,0 0-3 0,0 0-2 0,0 0-5 15,0 0-3-15,0 0-3 0,0 0 2 0,0 0-3 16,0 0-2-16,-23-8-1 0,23 8-3 0,0 0-2 16,0 0 1-16,-12 1-4 0,12-1-1 0,0 0 3 15,0 0-1-15,-12 4-4 0,12-4 2 0,-7 2-2 16,7-2 1-16,-11 6 0 0,6-2-1 0,-2 0 8 16,3 2-11-16,0-1 1 0,-1 1 2 15,-1 0 0-15,2 3-1 0,0-3 0 0,-1 3 1 16,4 0-1-16,-2-3-1 0,1 2 6 0,2 0-2 0,0 0-2 15,-2 3-2-15,4-4 3 0,-2-7 2 0,4 14 2 16,1-7-2-16,-1-2-1 0,2 1 3 0,2-2-5 16,1 1 13-16,2-2-10 0,2 2 2 0,-2-3 0 15,2 0 1-15,0-2-1 0,-2 3 8 16,3-3 8-16,-1-2 5 0,-5 2 0 0,4-2 0 16,-4 0-7-16,0 0 4 0,0-2 2 0,-2 1 4 15,2-4 0-15,-6 1 2 0,4-1-1 0,-4 2-5 16,2-3 1-16,-3 0 12 0,-1-1-2 0,-1-2-5 15,-2 1-3-15,1 0-5 0,-2-2-3 0,-3 2 1 16,2 0-5-16,-1 3 1 0,-3-2-3 0,4-1-2 16,0 4-6-16,-3 0-9 0,4 1-18 0,-3 2-15 15,0-1-15-15,-3 2-20 0,-3 1-23 0,3 1-26 16,-3 2-54-16,1 3-48 0,-4 3-169 0,0 0-423 16,1 0 187-16</inkml:trace>
  <inkml:trace contextRef="#ctx0" brushRef="#br0" timeOffset="87089.65">15045 6353 78 0,'0'0'102'0,"0"0"-1"15,-14-3-5-15,14 3-12 0,0 0-9 0,-10 1-7 16,10-1-11-16,-10 0-3 0,10 0 1 0,-11 2-12 15,11-2-12-15,-9 2 9 0,9-2-10 0,-7 1-2 16,7-1-1-16,-9 4-2 0,9-4-1 0,-9 3-18 0,9-3 13 16,-7 1-5-16,7-1 3 0,-6 3-7 0,6-3 4 15,-6 3 5-15,6-3-7 0,0 0 2 0,0 0 4 16,-8 2-4-16,8-2 3 0,0 0-2 0,0 0 4 16,0 0-5-16,-4 3 1 0,4-3 2 0,0 0 4 15,0 0-6-15,0 0-1 0,0 0-2 0,0 0 19 16,0 0 3-16,0 0-3 0,0 0-3 0,18 9 11 15,-12-9-3-15,6 0 4 0,-4 0-1 16,6 0-1-16,-1 1-1 0,4-1-1 0,0 1 3 0,1-1 0 16,2 0-2-16,-2 0 1 0,3-1-3 0,7 0 4 15,0 1-3-15,-1-2-2 0,3 0-8 0,-1 2 0 16,-1-1-2-16,-1-3 6 0,3 3 1 0,0 1-3 16,2 0 2-16,-2-1-4 0,1 1-1 0,-3-3 3 15,0 0-2-15,0 3 1 0,-1 0 9 0,-8-1-4 16,0 1-3-16,2 1-1 0,-4-1-5 0,-4 0-1 15,4 0-4-15,-3 1 0 0,-4-1 1 0,1 0 9 16,0-1-3-16,-2 1 2 0,-9 0-1 0,15-1-1 16,-8 2-6-16,-7-1 1 0,9 0 0 0,-9 0-2 15,0 0-2-15,10 0 2 0,-10 0-5 0,0 0-2 16,8 1 0-16,-8-1 0 0,0 0-1 0,0 0 3 16,0 0-5-16,0 0 3 0,0 0 0 0,0 0-7 15,9 0 2-15,-9 0 7 0,0 0-7 0,0 0 0 16,0 0-2-16,0 0 1 0,0 0-2 0,0 0 1 15,0 0-4-15,0 0-8 0,0 0-8 0,0 0-13 16,0 0-17-16,0 0-22 0,0 0-23 0,0 0-26 16,0 0-13-16,0 0-35 0,0 0-18 0,0 0-17 15,0 0-119-15,0 0-345 0,0 0 153 0</inkml:trace>
  <inkml:trace contextRef="#ctx0" brushRef="#br0" timeOffset="87503.3">15873 6297 107 0,'0'0'226'0,"0"0"-13"0,0 0-9 0,0 0-8 0,0 0-14 16,0 0-10-16,0 0-17 0,0 0-8 16,0 0-12-16,0 0-17 0,-27 6-8 0,21-3-11 15,6-3-7-15,-10 7-8 0,5-2-5 0,-2-2-8 16,1 4-4-16,0 0-7 0,-1 1-9 0,2 0-4 0,1 0-4 15,0 0-3-15,-1-1-6 0,3-1 15 16,-1 1-1-16,1 1-7 0,2-1-4 16,0 4-2-16,0-11-3 0,2 12-4 0,2-6-5 0,1 1 4 15,-1-3-4-15,1 1-1 0,4 0-3 0,0-3 1 0,2 1 5 16,1 0 2-16,2 1-1 0,-3-4-3 16,2-3 3-16,3 1 1 0,-3 0 2 0,-1-1 1 15,1 0 2-15,0-2 2 0,-4 1 3 0,1-1 2 16,1 0 6-16,-3-2-2 0,-3 1 11 0,-1 1 0 0,1-3-2 15,-2 1 4-15,-2-5 2 0,-1 3-6 0,-1-2-6 16,-3 3-5-16,1-2-4 0,-1-1-3 0,-2 2-9 16,-2 1-16-16,0 0 0 0,-1 0-4 15,-2 2-25-15,0-1-25 0,-1 3-31 0,-5-1-31 0,1 3-40 16,-3 3-54-16,1-4-71 0,-1 5-269 0,-3-2-586 16,4 1 260-16</inkml:trace>
  <inkml:trace contextRef="#ctx0" brushRef="#br0" timeOffset="99583.6">5177 3271 104 0,'0'0'132'16,"0"0"-15"-16,0 0-4 0,-7-4-14 0,7 4-9 16,0 0-4-16,0 0-16 0,0 0-6 0,0 0-7 15,0 0-9-15,0 0-6 0,0 0-3 0,0 0-11 16,0 0 0-16,0 0-7 0,0 0-4 16,0 0 13-16,0 0-17 0,-1 22 7 0,0-10-21 15,1 0-6-15,0 5-10 0,4 9-11 0,-3 0-3 16,-1-1-16-16,0 5 7 0,1-1-19 0,-1 2-1 15,0-1 5-15,1 2-8 0,-1 1 0 0,0-1-1 16,2 0 0-16,-4 0 8 0,4 3 3 0,-2-1 6 16,1 2-31-16,2-1-83 0,-5 0 37 0</inkml:trace>
  <inkml:trace contextRef="#ctx0" brushRef="#br0" timeOffset="100113.81">5451 6579 51 0,'0'0'72'0,"7"16"-13"0,-2-8-3 16,-5-8-7-16,11 20-9 0,-4-11-1 0,1 1-6 15,-3 2-15-15,1-3-10 0,3 4-19 0,-3 2-12 16,1 0-3-16,3 4-7 0,-4-2-23 0,1-2-59 16,-2 2 26-16</inkml:trace>
  <inkml:trace contextRef="#ctx0" brushRef="#br0" timeOffset="100384.67">5601 6938 41 0,'0'0'40'0,"3"21"2"0,-1-15-6 0,-2-6-4 16,3 13 2-16,-3-13 0 0,4 12 2 0,-4-12-5 16,0 0-3-16,5 15-5 0,-5-15-2 0,7 9 2 15,-7-9 2-15,8 8-13 0,-8-8-4 0,10 6-8 16,-10-6-10-16,15 6-10 0,-15-6-3 0,26 1-4 16,-26-1-4-16,32 2 2 0,-13-1 1 0,2 1 6 15,-1 0 1-15,-1 1 2 0,4 1 5 0,-2 0 3 16,-2 0-3-16,3 3 11 0,-3-1 9 0,0-1 5 15,0-1 13-15,-2 4-3 0,1-2-2 16,-2 0 2-16,-3 1-5 0,2-2 4 0,-3 2 5 16,-2-2-4-16,-1 3-6 0,1-1 2 0,-2-2 3 15,0 3-3-15,-8-8-3 0,12 9 0 0,-12-9-2 16,11 11-7-16,-4-4 2 0,1-1-2 0,2 2-20 16,0-1-29-16,4-3-31 0,2 3-80 0,3 0 36 15</inkml:trace>
  <inkml:trace contextRef="#ctx0" brushRef="#br0" timeOffset="100706.56">7023 7354 141 0,'31'-3'133'0,"-3"-2"-22"15,3-3-7-15,1 2-19 0,1-1-3 0,0 2-16 16,3 2 0-16,-1-4-7 0,0 3-12 0,2 0-16 15,-3 1-19-15,1 3-24 0,3-2-9 0,-5 2 0 16,5-2 0-16,-1 0-5 0,1-2-8 0,1 1 0 16,2-2 3-16,9 1-2 0,2 3-1 0,-1-2 0 15,0 0 3-15,-10 0 3 0,-1 1 10 0,15-2 3 16,-3 3 5-16,-1-2 2 0,3 1 8 0,-15 1 11 16,12-1 9-16,-12 0 6 0,12-3 18 0,-15 1 7 15,1 0 11-15,1-1 1 0,-1 1 0 0,2 0-17 16,-1 2 4-16,-1-3-16 0,-1 2 1 0,1 1-9 15,-1-1 3-15,-3 0 2 0,0 2-5 0,-1-1-36 16,1 1-10-16,-2-1-1 0,1 1-15 0,0-6-22 16,0 1-33-16,1 2-61 0,-4-4-164 0,7-1 73 15</inkml:trace>
  <inkml:trace contextRef="#ctx0" brushRef="#br0" timeOffset="100916.9">9872 7121 2247 0,'38'0'-14'0,"1"0"42"15,-6-2-28-15,-1 2 2 0,-3 3-3 0,-1 0 5 16,2 1-4-16,-1 1-2 0,3-1-1 0,1-1 0 16,1 3 4-16,3-3-2 0,0-2 1 0,-2 2 1 15,3-1-2-15,0 1 3 0,-3-3-3 0,3 1 1 16,-3 2-1-16,-1-1 0 0,-4 0 1 0,0-2 1 16,-1 0-2-16,-8 0-17 0,2 0-22 0,-4 0-14 15,-1-2-20-15,0 1-13 0,0-3-19 16,3 1-10-16,1-1-11 0,0 0-9 0,-2 0-12 15,1-5-78-15,5 4-243 0,-4 2 108 0</inkml:trace>
  <inkml:trace contextRef="#ctx0" brushRef="#br0" timeOffset="101066.86">11303 7106 115 0,'22'0'178'0,"0"-1"-13"0,-2-1 4 0,3 4-11 16,0-1-16-16,-2-2-15 0,6 2-13 0,-6-1-11 15,2 0-8-15,-5 2-7 0,3-2-14 0,-2 0-5 16,1 2-9-16,3-1-14 0,-2-1-13 0,-4 1-12 0,4 0-13 15,-2-1-21-15,-19 0-26 0,35-2-39 16,-16 1-17-16,0 1-29 0,-2-2-112 0,3 2-256 16,-1-2 113-16</inkml:trace>
  <inkml:trace contextRef="#ctx0" brushRef="#br0" timeOffset="101232.31">12297 7064 35 0,'12'5'240'0,"-1"-3"-20"15,0 4 4-15,1-1-25 0,-12-5-16 0,17 7-17 16,-7-3-18-16,-10-4-15 0,13 9-12 0,-13-9-16 16,11 6-7-16,-11-6-7 0,10 3-20 0,-10-3-19 15,0 0-30-15,0 0-50 0,19 6-68 0,-19-6-65 16,0 0-144-16,0 0-328 0,0 0 146 0</inkml:trace>
  <inkml:trace contextRef="#ctx0" brushRef="#br0" timeOffset="101391.24">12655 7083 244 0,'0'0'283'0,"4"3"-29"15,-4-3-25-15,0 0-23 0,0 0-18 0,0 0-18 16,0 0-33-16,0 0-33 0,0 0-46 0,7-12-69 16,-7 12-72-16,2-14-63 0,-2 8-127 0,0 6-294 15,-5-16 130-15</inkml:trace>
  <inkml:trace contextRef="#ctx0" brushRef="#br0" timeOffset="101959.64">12666 2797 118 0,'0'0'149'0,"0"0"-12"0,0 0-14 16,0 0-17-16,0 0-9 0,0 0-12 0,0 0-4 16,0 0-10-16,0 0-6 0,0 0-7 0,0 0-8 15,0 0-13-15,4 26-9 0,-2-10 14 0,-2 9-28 16,5 2-6-16,-6 7-11 0,1 15-28 0,-1 2-19 15,-2 2-20-15,-1 4-24 0,4 25-77 0,-9-21-184 16,-1 22 82-16</inkml:trace>
  <inkml:trace contextRef="#ctx0" brushRef="#br0" timeOffset="102100.24">12695 4411 17 0,'8'26'95'0,"0"0"-4"16,-5 0-14-16,5-1-6 0,-8 2-3 0,4-2-11 16,-1 4-17-16,-1-3-20 0,-2 4-14 0,2 0-16 15,1 1-16-15,-1-1-59 0,-4 1-91 0,-3 1 41 16</inkml:trace>
  <inkml:trace contextRef="#ctx0" brushRef="#br0" timeOffset="102300.23">12697 5857 45 0,'-2'29'76'0,"0"0"-10"0,-3 3-13 0,1-2-6 16,-3 3-33-16,2-2-26 0,1-2-37 0,-3 1-51 15,3-2 23-15</inkml:trace>
  <inkml:trace contextRef="#ctx0" brushRef="#br0" timeOffset="102519.02">12546 7068 14 0,'0'19'106'0,"0"0"-10"0,1 0-3 0,-2-1 0 16,-1 0-7-16,2 1 2 0,-2-3 0 0,2-16 1 15,-2 23-13-15,2-23-4 0,-2 17-7 0,2-17 0 16,-4 14-16-16,4-14 2 0,0 0-23 0,-7 14-23 16,7-14-29-16,0 0-38 0,-16 6-42 0,16-6-59 15,0 0-176-15,-30-10 79 0</inkml:trace>
  <inkml:trace contextRef="#ctx0" brushRef="#br0" timeOffset="103406.99">5803 2839 19 0,'-5'-4'76'15,"5"4"-8"-15,0 0-6 0,0 0-9 0,0 0-13 16,0 0-29-16,0 0 25 0,0 0-4 0,0 0-16 16,0 0-2-16,0 0 3 0,0 0-2 0,0 0 1 15,0 0-5-15,31 10 4 0,-20-6-17 0,2-2 3 16,6 3-19-16,-1-2-8 0,9 2-10 0,2-1-5 16,3-2-23-16,1-1-68 0,4 1 30 0</inkml:trace>
  <inkml:trace contextRef="#ctx0" brushRef="#br0" timeOffset="103692.38">8944 2755 44 0,'13'1'65'0,"0"0"-20"0,1-1-19 16,4 2-11-16,1-2-23 0,1 0-24 0,7 0-34 16,1 0 16-16</inkml:trace>
  <inkml:trace contextRef="#ctx0" brushRef="#br0" timeOffset="103859.05">10100 2788 91 0,'0'0'103'0,"12"3"-16"0,-3 1-17 0,0-2-7 15,0 0-20-15,4 2-22 0,-2-1-24 0,4 1-15 16,2 0-59-16,2 2-82 0,2-1 37 0</inkml:trace>
  <inkml:trace contextRef="#ctx0" brushRef="#br0" timeOffset="104020.45">11011 2898 14 0,'9'3'160'0,"1"-2"-14"16,3-1-22-16,-3 0-14 0,2 2-23 16,1-2-20-16,0 0-40 0,5-2-20 0,0 1-34 15,-1 1-31-15,1-3-52 0,1 2-119 0,1-1 53 16</inkml:trace>
  <inkml:trace contextRef="#ctx0" brushRef="#br0" timeOffset="104166.87">11638 2874 98 0,'0'0'124'0,"8"0"-9"0,-8 0-15 15,12-3 2-15,-6 1-28 0,-6 2-7 0,20-4-31 16,-6 1-20-16,4 0-28 0,2-1-35 0,-2-2-66 15,2 3-121-15,-2-3 54 0</inkml:trace>
  <inkml:trace contextRef="#ctx0" brushRef="#br0" timeOffset="104281.37">12120 2797 19 0,'0'0'76'0,"18"-3"-29"0,-4-2-34 16,3 3-40-16,2 0-27 0,0-4 12 0</inkml:trace>
  <inkml:trace contextRef="#ctx0" brushRef="#br0" timeOffset="104427.5">12607 2719 1962 0,'8'1'81'16,"-2"2"-62"-16,-6-3-3 0,9 4-26 0,-5-2-1 15,-4-2 6-15,7 1 3 0,-7-1-1 0,0 0-1 16,0 0 0-16,9 3 1 0,-9-3-23 0,0 0-25 15,0 0-41-15,5 3-49 0,-5-3-147 0,0 0-312 16,0 0 138-16</inkml:trace>
  <inkml:trace contextRef="#ctx0" brushRef="#br0" timeOffset="108483.73">14575 3530 82 0,'0'0'144'0,"0"-11"-3"0,0 11-7 15,0 0-5-15,0 0-2 0,0 0 0 0,0 0-8 16,0 0-4-16,0 0-6 0,0 0-3 0,0 0 5 16,-7-8-10-16,7 8 1 0,0 0-4 0,0 0 1 15,0 0-5-15,0 0-6 0,0 0-4 0,0 0-3 16,0 0-3-16,0 0-10 0,-4-4-4 15,4 4-5-15,0 0-9 0,0 0 0 0,0 0-6 16,0 0-5-16,0 0-8 0,0 0-2 0,0 0-5 0,0 0-5 16,0 0 0-16,0 0-5 0,0 0-1 0,0 0-7 15,0 0 0-15,0 0-3 0,0 0 0 16,0 0-6-16,0 0 7 0,0 0-3 0,0 0 2 16,2 27 0-16,-2-16 0 0,2-3-2 0,0 3 0 15,-1-1 0-15,0 3 0 0,0-4-2 0,1 4 2 16,-2-2 0-16,0 1 0 0,2 0 2 0,0-1-5 0,-2 4 3 15,0-1-2-15,2 1 2 0,-2-3-1 16,3 5 4-16,-3-2-2 0,2 2 1 0,-1-1 2 16,1 0-4-16,-2-1 2 0,2 3 0 0,-2-6 2 15,3-1-4-15,-2 0 2 0,-2 0-2 0,2 0 2 16,-2 0-3-16,2 0 3 0,-2 0-3 0,2 0 4 16,-2-2 1-16,0 1 0 0,-1-1 0 0,2 1 3 15,-2-4-1-15,2 3-1 0,-2 0 2 0,2-9 0 16,-1 12-2-16,0-6-3 0,1-6 3 0,0 0-2 15,0 11-3-15,0-11 5 0,-1 7-4 0,1-7 3 16,0 0-2-16,-3 10 1 0,3-10-3 0,0 0 3 16,0 0-2-16,0 0-1 0,0 8-2 0,0-8 3 15,0 0 0-15,0 0-1 0,-2 8-2 0,2-8 3 16,0 0 1-16,0 0 0 0,0 0-2 0,0 0 0 16,0 0-1-16,0 0 0 0,0 0 1 0,0 0-2 15,0 0 1-15,0 0 4 0,0 0-4 0,-2 7 2 16,2-7-1-16,0 0 2 0,0 0-3 0,0 0 2 15,0 0 1-15,0 0-4 0,0 12 3 0,0-12-2 16,0 0 2-16,0 0-2 0,0 7 3 16,0-7-2-16,-2 7-2 0,2-7 1 0,0 0 1 0,0 0-1 15,-2 10-1-15,2-10 2 0,0 0 0 0,0 0 1 16,2 8-1-16,-2-8-2 0,0 0 3 0,-2 7 0 16,2-7-2-16,0 0-1 0,0 0 1 0,0 0 1 15,0 10 0-15,0-10 0 0,0 0 1 0,0 0 0 16,0 0-4-16,0 0 1 0,2 10 1 0,-2-10-1 15,0 0 1-15,2 6 6 0,-2-6-6 0,9 5 3 16,-9-5-2-16,7 7 3 0,-2-5 1 0,-1 1 0 16,-4-3-1-16,12 3 0 0,-5-1-1 15,-3 0 1-15,2 3-2 0,-6-5-1 0,9 4 1 0,-3-1-3 16,-6-3 1-16,12 3-1 0,-7 0 1 0,-5-3-1 16,8 6 1-16,-2-4 1 0,-6-2 0 0,8 6-3 15,-4-4 3-15,-4-2-1 0,5 7 0 16,-5-7 1-16,7 4-1 0,-7-4 0 0,9 5 1 15,-5-1 1-15,-4-4-2 0,5 6 2 0,-5-6-2 16,4 7-1-16,-4-7 2 0,4 6 0 0,-4-6-2 16,1 8 2-16,-1-8-2 0,4 6 3 0,-4-6-2 0,5 9-1 15,-5-9 1-15,3 7 0 0,-2-2 5 0,-1-5-6 16,0 10 0-16,0-10 2 0,-3 10 1 0,-1-2 0 16,0-2-3-16,1 4 5 0,-1-1-1 15,-2 1 3-15,-3 3-3 0,4-3-3 0,-4-1 3 16,0 5-1-16,0-5-1 0,-4 6 3 0,2-1-3 15,-1-1 2-15,1 0-2 0,-2-1-4 0,4-3 4 16,1 1 0-16,0 0-1 0,2-1 0 0,-2 1 2 0,1-1 1 16,-1 1-1-16,3 0 2 0,-2 0-5 0,1 0 2 15,-1-1 2-15,4 1-1 0,-1-2-2 0,0 0 1 16,4-8 0-16,-7 14 1 0,4-9-2 16,3-5 4-16,-6 12-4 0,6-12 1 0,0 12-2 15,0-12 0-15,-3 12 0 0,3-12-1 0,0 9-2 16,0-9 5-16,5 11 1 0,-5-11 0 0,4 11-6 15,0-5 6-15,-4-6-2 0,10 9-4 0,-5-1 0 16,-1-4 1-16,-4-4 0 0,14 10 2 0,-9-6-1 16,-5-4 0-16,8 8-2 0,-3-4 4 0,-5-4-2 15,8 10 1-15,-8-10-2 0,10 7 1 0,-10-7-1 16,6 9 1-16,-3-3 0 0,-3-6 1 0,4 11-1 16,-2-6 1-16,0 0-1 0,-2-5 3 0,0 0 0 15,-4 21 1-15,2-11 0 0,-1-1 0 0,-1 2 0 16,-2 0 1-16,0-1-3 0,0 3 3 0,-3 0-2 15,3-3 2-15,-1 0-1 0,1 0-2 0,-2 2 3 16,0-3-1-16,1 1-2 0,2-2-2 0,2 0 1 16,3-8 2-16,-6 15-2 0,3-8 2 0,3-7 1 15,-2 14-11-15,2-14 3 0,1 13-2 0,-1-13-2 16,4 12 4-16,0-7-2 0,1 4 1 0,2 1 0 16,0-3 3-16,-1 0-2 0,3 2 2 0,0-1 0 15,-2-1 1-15,2 2-2 0,-1-2 3 0,0 0-1 16,1-1-1-16,-3 1 4 0,-2-1-2 0,2 0-3 15,-6-6 4-15,7 11-2 0,-7-11 2 0,4 10-2 16,-4-10 2-16,4 10 0 0,-4-10-1 0,0 12 2 16,0-12 3-16,-4 14-4 0,4-14 0 0,-4 12 4 15,1-2-3-15,3-10 2 0,-6 12-3 0,3-5 1 16,0 0 4-16,-3 3-2 0,4 0-3 0,2-10-1 16,-9 21-3-16,7-11 2 0,2-10 2 0,-3 20 2 15,-2-6 0-15,5 4 2 0,0-3-4 0,-4-3 1 16,4 5 0-16,0-1 1 0,0-1 1 0,2 1 1 15,-2-1-5-15,0 4-5 0,2-8 1 0,-2 3-1 16,0-3 0-16,5 6 3 0,-4-5-1 16,1 1 1-16,0-1-3 0,0 1-2 0,1-1-3 15,0-1 1-15,-3-1 0 0,2 3 3 0,1-4 0 0,-1 3 3 16,0-1-4-16,0-2 6 0,-1 1-2 0,2 0 2 16,-3-10-2-16,2 20 3 0,-2-14-2 0,0-6 5 15,2 14-4-15,-2-3 0 0,0-11 1 0,0 20 0 16,0-9 2-16,0 1 0 0,2 1 1 15,-2-3-1-15,0 3-1 0,4 3 1 0,-3-4 0 16,1 5-2-16,-2-5 4 0,0-1 1 0,0 5-1 16,0 0-1-16,0-16-2 0,0 30 2 0,-3-13-3 0,2 0 2 15,-4-1 3-15,5 0-1 0,-4 1-2 0,1-2 5 16,1 2-5-16,2 2 3 0,-3-1 0 0,3 2-1 16,-2 0-1-16,6 5 2 0,-4-1-2 0,0-3 3 15,1-4-1-15,1 0-1 0,0 2 0 16,3 7-1-16,-3-2 1 0,3-4-1 0,1-1 3 15,-1 4-2-15,-3-3 1 0,2 5-1 0,1-6 2 16,-1-1-1-16,-2 1 1 0,1-3-14 0,-1-4-21 0,0-1-12 16,-2-11-19-16,0 21-24 0,0-21-47 15,-4 12-41-15,4-12-55 0,-5 8-128 0,5-8-386 16,0 0 170-16</inkml:trace>
  <inkml:trace contextRef="#ctx0" brushRef="#br0" timeOffset="109217.2">14897 4618 67 0,'0'0'213'0,"-1"-10"-9"0,1 10-7 0,0 0-8 15,0 0-1-15,-3-9-8 0,3 9-10 0,0 0-5 16,0 0-15-16,0 0-14 0,0 0-16 0,-4-7-13 16,4 7-11-16,0 0-10 0,0 0-10 0,0 0-11 15,0 0-6-15,0 0-7 0,0 0-12 0,0 0 0 16,0 0-7-16,0 0-3 0,0 0-2 0,-2 26-3 15,0-14-20-15,1-1 8 0,-1 1-8 0,0 5 0 16,1-2 1-16,0 2-1 0,-1-2 0 0,0 2 0 16,0-4-2-16,1 3 11 0,0-1-3 0,0-4 1 15,-1 3 1-15,1-2 1 0,1-2-5 0,-1 2 2 16,-3-3-2-16,8 2-1 0,-6-2-3 0,4 0 5 16,-4-1-4-16,2-8 1 0,0 14-1 0,-2-7-1 15,6-1 1-15,-4-6-2 0,0 11 3 0,0-11-3 16,0 11 0-16,0-11 2 0,-2 7-4 0,2-7 3 15,-2 8-1-15,2-8 4 0,0 0-16 0,0 9-8 16,0-9-10-16,0 0-13 0,0 0-10 0,0 0-23 16,-2 7-9-16,2-7-34 0,0 0-43 0,0 0-48 15,0 0-159-15,0 0-396 0,0 0 176 0</inkml:trace>
  <inkml:trace contextRef="#ctx0" brushRef="#br0" timeOffset="109754.39">14897 4580 11 0,'0'0'179'0,"2"-14"-13"0,-2 14 1 0,2-9-4 0,-2 9-13 15,2-6-14-15,0 1-12 0,-2 5-13 0,5-12-15 16,-1 8-8-16,6-2-9 0,-3-1-7 0,3 0-9 16,-1 3-6-16,3-2-8 0,-2 1-4 15,-1 2-8-15,1 0-5 0,-10 3-2 0,15-1-5 16,-15 1 0-16,15 3-7 0,-15-3 14 0,10 7-3 0,-5-2 1 16,-5-5 3-16,6 15-5 0,-3-5 10 0,-3 1-3 15,-3 1-4-15,1 0-5 0,-3-1 8 0,-1 0-4 16,0 1-2-16,1-3-5 0,-2 1 1 0,-2-1-1 15,4 0-9-15,-3-1 8 0,-2 0-5 16,3-1 0-16,-1 0-2 0,2-2 2 0,-2-1 0 0,2 0-6 16,1 1 2-16,5-5-3 0,-9 5 1 0,9-5-1 15,-5 6-3-15,5-6 0 0,-6 5 0 0,6-5-2 16,0 0 1-16,-7 2 0 0,7-2-4 0,0 0 1 16,0 0-3-16,0 0-4 0,0 0 1 15,-6 4 0-15,6-4-4 0,0 0-1 0,0 0 1 16,0 0 4-16,0 0-1 0,0 0-3 0,1 10 6 0,-1-10-2 15,0 0-2-15,7 10-2 0,-5-5 5 0,2 0 3 16,-4-5 0-16,8 7-1 0,-3-2-2 0,-1-1 3 16,-2 1 0-16,3 0 2 0,1 2-4 15,3-1 4-15,-4 2-13 0,2-1-19 0,-2-2-30 16,0 2-48-16,3 0-33 0,-2-1-49 0,-6-6-144 16,7 12-359-16,-3-5 159 0</inkml:trace>
  <inkml:trace contextRef="#ctx0" brushRef="#br0" timeOffset="110384.56">15154 4823 93 0,'0'0'218'0,"4"-9"-2"0,-4 9-5 0,0 0-9 15,0 0-7-15,0 0-7 0,0 0-4 0,0 0-11 16,0-14-3-16,0 14-7 0,0 0-11 0,0 0-2 16,0 0-10-16,0 0-5 0,0 0 0 0,0 0-9 15,0 0-8-15,0 0-13 0,0 0-7 0,0 0-10 16,0 0-6-16,0 0-13 0,0 0 0 0,0 0-7 16,0 0-6-16,0 0-3 0,0 0-5 0,0 0-8 15,0 0-4-15,0 0-2 0,0 0-1 0,0 0-1 16,0 0 5-16,-5-11-11 0,5 11 1 0,0 0 3 15,0 0 1-15,0 0 4 0,0 0-4 0,0 0-3 16,0 0-8-16,0 0 5 0,0 0-9 0,0 0 3 16,0 0 2-16,0 0-8 0,0 0 10 0,0 0-9 15,0 0-8-15,0 0 3 0,0 0-8 0,0 0 3 16,0 0-9-16,0 0 3 0,0 0 0 0,0 0-2 16,0 0-8-16,0 0 8 0,0 0-6 0,0 0 5 15,0 0 0-15,2 38 4 0,-1-28-1 0,-1-10-2 16,0 26 4-16,-1-12 3 0,2 0 2 0,-1 3-7 15,0-5 3-15,-1 1 4 0,1 3-3 0,-1-5 1 16,2 2 1-16,-1-3-2 0,3 2 1 0,-3-3-6 16,0-9 3-16,0 19 5 0,0-19-3 0,0 13 1 15,0-13-6-15,1 12-1 0,-1-12 9 0,0 0-5 16,-1 13 2-16,1-13-5 0,0 0-1 0,1 12 6 16,-1-12-7-16,0 0 6 0,0 0 0 0,0 11 3 15,0-11-3-15,0 0 2 0,0 0 4 0,0 0-7 16,0 0 2-16,0 0 1 0,0 11-3 0,0-11-1 15,0 0 4-15,0 0-10 0,0 0 1 0,0 0 5 16,0 0 6-16,0 0-2 0,5 6 6 0,-5-6-16 16,0 0 6-16,0 0 4 0,0 0-5 0,0 0-6 15,0 0-1-15,0 0 3 0,20-2-11 0,-20 2-9 16,29-7-13-16,-8 1-28 0,7-1-41 0,-3-2-35 16,4 2-53-16,3-3-80 0,-2 3-288 0,-2-2-611 15,1 1 270-15</inkml:trace>
  <inkml:trace contextRef="#ctx0" brushRef="#br0" timeOffset="113881.01">15871 3680 42 0,'0'0'142'0,"0"0"0"16,0 0-6-16,0 0-7 0,0 0-3 0,0 0-5 16,0 0-2-16,0 0-6 0,0 0-6 0,0 0-7 15,0 0-15-15,0 0-7 0,0 0-18 16,0 0 1-16,0 0-9 0,0 0-8 0,0 0-6 0,0 0-9 15,0 0 3-15,0 0-5 0,0 0 8 0,0 26-4 16,0-17 5-16,0 3-4 0,0 7 3 0,1-1-1 16,-1 1-2-16,0 7-9 0,-1-1 2 0,1 0 1 15,1 1-10-15,0-2 11 0,-1 1 6 0,0-4-1 16,0 3-2-16,0-4 0 0,-1-2-2 16,-1 2-2-16,0-4-4 0,2 2 0 0,-1-6 4 0,4 1 0 15,-5 0 3-15,1-3 3 0,1 2-1 0,0-3-2 16,-1-1-1-16,1-8 5 0,0 12-12 0,0-12-3 15,0 10 0-15,0-10 3 0,0 7-2 16,0-7-3-16,0 0-2 0,0 0 0 0,0 8 3 16,0-8-3-16,0 0 1 0,0 0-4 0,0 0 6 15,0 0-8-15,0 0 3 0,0 0 5 0,0 0-10 0,0 0-17 16,1 8-12-16,-1-8-21 0,0 0-34 0,0 0-41 16,0 0-32-16,0 0-50 0,0 8-172 15,0-8-403-15,0 0 178 0</inkml:trace>
  <inkml:trace contextRef="#ctx0" brushRef="#br0" timeOffset="114383.62">15825 4681 87 0,'0'0'208'0,"0"0"-12"0,0 0-14 0,0 0-13 16,0 0-12-16,0 0-18 0,0 0-11 0,0 0-12 16,0 0-17-16,0 0-12 0,0 0-9 0,0 0-4 15,0 0-12-15,0 0 2 0,9 17-10 0,-5-8-4 16,1 2-7-16,0 0-4 0,1 1-1 0,0 2 0 15,2 1-5-15,-3-4-3 0,4 1-3 0,-4 0 4 16,0-3 2-16,2 2-1 0,-1-2-3 0,-1 0 4 16,0-1-3-16,1 0 4 0,-4-3-3 0,2-1 3 15,-4-4-4-15,4 10 1 0,-2-6 5 0,-2-4 6 16,4 6 3-16,-4-6 10 0,5 8 2 0,-5-8 18 16,0 0 0-16,0 0 18 0,3 6 14 0,-3-6 4 15,0 0 17-15,0 0 1 0,0 0-14 0,0 0-7 16,10-13-6-16,-7 6-23 0,2-3 6 0,5-3-16 15,-2-2-14-15,2-1-6 0,1-1-4 0,5-3-5 0,0-1-5 16,0 1-2-16,-4 4-4 0,1 1-17 16,-1 1 8-16,-1 1-3 0,-2 3-15 0,-1 2 2 15,1 0-19-15,-5 2-24 0,2-1-14 0,-1 1-22 16,0 1-22-16,-5 5-24 0,5-7-28 0,-2 3-34 16,-3 4-43-16,0 0-34 0,0 0-21 0,0 0-203 15,0 0-523-15,0 0 232 0</inkml:trace>
  <inkml:trace contextRef="#ctx0" brushRef="#br0" timeOffset="114767.09">16175 4818 149 0,'-3'5'163'16,"3"-5"-1"-16,-3 11-17 0,1-6-1 0,0 2-1 15,2-7-14-15,-3 11-10 0,0-5-11 0,2 1-10 16,0 1-12-16,1-8-4 0,1 15-8 0,-1-6-1 16,0-2-7-16,0-7-7 0,5 12 15 0,-2-6 6 15,1 0 4-15,1-1 15 0,3-1-4 0,2 1 2 16,-1-1 6-16,5-1-9 0,-3-1-4 0,2-1-9 16,0-1-5-16,0 0 0 0,-1-1-1 0,-1-1 8 15,-4 1-9-15,5-2-2 0,-6 0 4 0,3-1 2 16,-4 0 4-16,2 0-7 0,0-4-3 0,-4 2-7 15,-1 0 1-15,1-1 5 0,0-2-8 0,-3 9-4 16,0-14-7-16,-3 3-1 0,0 0-8 0,0 1-10 16,-4-1 1-16,3 3-5 0,-1-1-6 0,-1 2-9 15,-1-1-4-15,1 1-9 0,-3 2-12 0,4-1-8 0,-1 3-22 16,-2 0-20-16,-2 1-32 0,0 2-33 16,-2 0-37-16,-5 2-40 0,1 4-47 0,-3 3-59 15,1-1-170-15,4 2-520 0,0-1 231 0</inkml:trace>
  <inkml:trace contextRef="#ctx0" brushRef="#br0" timeOffset="115386.15">16066 5534 168 0,'0'0'267'0,"0"0"-8"0,0 0-5 0,0 0-9 15,0 0-11-15,-1-10-12 0,1 10-15 0,0 0-10 16,0 0-13-16,0 0-21 0,0 0-15 0,0 0-17 16,0 0-17-16,0 0-13 0,0 0-12 0,0 0-10 15,0 0-10-15,0 0-10 0,0 0-5 0,0 0 9 16,9 19-20-16,-6-9 1 0,2 3-3 0,-1 0-5 15,-2 4 6-15,1 2 5 0,2 7-1 0,0 2 7 16,-1-1-15-16,1-1 7 0,-5 1 0 0,2 2 0 16,0-5 0-16,-2 3 0 0,0 1-6 0,2-9 6 15,-1 9-3-15,-1-11-8 0,3 9 0 0,-2-6 3 16,-1 2-2-16,0-1 3 0,3-4 7 0,-1 1 0 16,-2 0-4-16,0-6 1 0,4 4-5 0,-3-3-7 15,1-2-2-15,-2-1-9 0,0 0 6 0,0 0 0 16,1-3-7-16,0-2 3 0,-1-5-4 0,4 15-1 15,-4-10-2-15,1 3-2 0,-1-8 6 0,0 12-6 16,-1-2-1-16,1-3-3 0,0-7 2 0,-1 17 0 16,-2-10-2-16,1 1 4 0,0 1-8 0,1 1 5 15,-1-2-15-15,-1 1-7 0,2-3-19 0,1-6-9 16,-5 11-20-16,5-11-21 0,-3 6-23 0,3-6-29 16,-4 5-34-16,4-5-48 0,0 0-73 0,0 0-44 15,0 0-215-15,0 0-593 0,-16-19 263 0</inkml:trace>
  <inkml:trace contextRef="#ctx0" brushRef="#br0" timeOffset="116133.7">16011 6206 174 0,'0'0'210'0,"2"-10"-12"16,-2 10-17-16,0 0-15 0,0 0-15 0,0 0-12 15,0 0-13-15,0 0-13 0,0 0 3 0,0 0-6 16,10 1-11-16,-10-1-8 0,11 8-9 0,-6-3-5 0,2 0-7 16,-3 1-8-16,1 2-6 0,2 1 6 15,-2-1-1-15,3 1 10 0,-1 1-3 0,-1-2-5 16,0 1-5-16,1 0-5 0,-1 1-3 0,-2 0-1 15,2-2-1-15,-2-2 3 0,1 0-6 0,-1 0-3 0,1-2-7 16,-1 0 6-16,-4-4 7 0,8 5-3 16,-8-5 4-16,12 0 2 0,-12 0-9 0,19-12-4 15,-7 1-4-15,0-2-4 0,3-1-14 0,0-8-15 16,3-3-34-16,-1 0-32 0,2-2-33 0,-5-4-43 0,3-1-47 16,6-10-45-16,-3 0-203 0,-2-3-472 15,-5 13 209-15</inkml:trace>
  <inkml:trace contextRef="#ctx0" brushRef="#br0" timeOffset="116917.04">15846 3692 56 0,'0'0'127'0,"0"0"-9"0,0 0 0 0,0 0-9 15,0 0-6-15,0 0-8 0,0 0-11 0,0 0-5 16,0 0-11-16,0 0-5 0,0 0-9 0,0 0-5 16,2 12-4-16,-2-12 5 0,0 0 13 0,-12 17-5 15,5-8-3-15,-1 2-2 0,-5 4-5 0,3 0-7 16,-3-1 4-16,0-1-10 0,0 3 4 0,1-2-14 16,0-2 0-16,1 1-1 0,-2 1 1 15,3-4-3-15,1 0-36 0,0-4-37 0,2 2-44 0,4-3-35 16,-1 0-118-16,-1 1-269 0,0-2 120 0</inkml:trace>
  <inkml:trace contextRef="#ctx0" brushRef="#br0" timeOffset="117083.57">15871 3732 78 0,'0'0'141'0,"0"0"-11"15,25-2-20-15,-13 4-6 0,-1-2-9 16,1 1-16-16,1 0-3 0,-1 3-11 0,6-1-6 16,-5-1-36-16,5 4-51 0,-1-4-41 0,-3 0-76 15,-2 1-155-15,2 0 69 0</inkml:trace>
  <inkml:trace contextRef="#ctx0" brushRef="#br0" timeOffset="137601">18682 3311 258 0,'0'0'237'0,"-1"-8"-25"0,1 8-21 15,0 0-22-15,-1-9-13 0,1 9-12 16,0 0-19-16,0 0-16 0,0 0-7 0,0 0-15 0,1-10-10 15,-1 10-8-15,0 0-4 0,0 0 12 0,0 0-10 16,0 0-3-16,12 26-6 0,-9-15 9 0,1 0-4 16,-1 3-8-16,1-3-4 0,2 7-7 0,-2-1-4 15,1 0 0-15,1 1-1 0,0-2-8 0,-1 0-2 16,3 0 0-16,-2 1-3 0,0 0-2 0,1 1-2 16,0-4-3-16,-3-2-1 0,1 2 1 0,0-3-4 15,0-1-3-15,0 0 0 0,-1 0-3 0,-1-3 2 16,1 2-2-16,-2-3-3 0,1-2 1 15,-1 1 1-15,-2-5 1 0,5 8 0 0,-5-8 8 0,4 6 6 16,-4-6 1-16,0 0 2 0,5 2 2 16,-5-2 3-16,0 0 6 0,13-8-6 0,-13 8-3 0,9-13-2 15,-4 6-2-15,3-5-2 0,1-1-7 0,-2 0 2 16,4-3 0-16,0-1-6 0,3-5 0 0,-2 3-2 16,1-3 1-16,-2 0-2 0,4 0-2 15,-3-3-2-15,-1 2 0 0,1 0 0 0,-1 0 2 16,3 0 0-16,-6 6-4 0,-1 0 4 0,-2 3-6 15,2 0 2-15,0-1-1 0,-5 5 2 0,2-1-3 0,-1 2 3 16,-2 3-3-16,-1 6 2 0,4-8 1 0,-4 8-3 16,1-9 6-16,-1 9-6 0,0 0-2 15,0 0 0-15,-1-9 2 0,1 9-2 0,0 0-1 16,0 0-1-16,-14 2-2 0,14-2 0 0,0 0 3 16,-14 3-3-16,14-3-1 0,-7 6 3 0,5-1-1 15,2-5 1-15,-5 11 10 0,2-4-13 0,2-1 2 16,1-6-1-16,-2 12 0 0,2-12 36 0,4 11-8 15,-2-5 0-15,3 1 1 0,-1-3-3 0,4 2-8 0,1 0-10 16,0-2-22-16,4 1-22 0,-1-1-20 16,-1 0-36-16,2-3-38 0,-2 3-41 0,3-1-31 15,-1 2-43-15,-1 1-171 0,-2 0-456 0,0 1 202 16</inkml:trace>
  <inkml:trace contextRef="#ctx0" brushRef="#br0" timeOffset="137850.44">19251 3527 216 0,'0'0'309'0,"0"0"-18"16,0 0 3-16,-14-17-11 0,14 17-14 0,0 0-17 16,0 0-13-16,0 0-30 0,0 0-23 0,0 0-17 15,0 0-23-15,0 0-8 0,-9 10-21 0,5-1 16 16,2 1-17-16,-1 1-12 0,1 3-5 0,-1 0-19 15,-1 1-1-15,3 1-4 0,0-2-11 0,-2 2-5 16,3 1-8-16,0 0-3 0,0-2-17 0,0-4-38 16,0 1-39-16,-1 0-47 0,-2 4-43 0,2-3-55 15,1-3-67-15,-3 1-67 0,0-2-176 0,-1 0-541 16,4-9 239-16</inkml:trace>
  <inkml:trace contextRef="#ctx0" brushRef="#br0" timeOffset="138034.81">19298 3260 62 0,'0'-11'219'0,"0"11"-12"0,0 0-28 16,0-11-21-16,0 11-18 0,0 0-19 0,0 0-11 15,0 0-22-15,0 0-47 0,23 14-59 0,-5-6-49 16,0 2-53-16,5 5-67 0,4-2-202 0,2 2 89 15</inkml:trace>
  <inkml:trace contextRef="#ctx0" brushRef="#br0" timeOffset="138181.34">19763 3405 163 0,'7'2'222'0,"-7"-2"-19"0,0 0-24 0,9 3-18 0,-9-3-19 15,0 0-11-15,9 3-15 0,-9-3-3 16,9 1-18-16,-9-1-9 0,11 3-22 0,-3-1-45 15,3 0-47-15,1 0-64 0,-1 2-49 0,-2 1-99 0,-2-2-258 16,-7-3 115-16</inkml:trace>
  <inkml:trace contextRef="#ctx0" brushRef="#br0" timeOffset="138329.34">19801 3539 146 0,'0'0'215'0,"-6"3"-4"0,6-3-15 16,0 0-4-16,0 0-18 0,0 0-14 0,0 0-18 15,0 0-13-15,0 0-13 0,0 0-12 0,0 0-11 16,20 4-11-16,-9-5-32 0,6-1-61 0,1 2-48 16,2-2-61-16,1 0-184 0,-2-1-328 0,2 1 145 15</inkml:trace>
  <inkml:trace contextRef="#ctx0" brushRef="#br0" timeOffset="138809.7">20552 3233 2644 0,'1'-12'75'0,"-1"3"-22"0,-2 1-21 0,2 8-13 15,-7-15 7-15,4 11 24 0,3 4 7 0,-8-6-1 16,3 5 3-16,5 1 9 0,-9-4-5 0,9 4 7 16,0 0 8-16,0 0 5 0,-10 11 5 0,8-1 2 15,-2 6-12-15,2 2 0 0,1 0-8 0,1 7-3 16,0-6 6-16,1 0-23 0,3 1 0 0,1-1-8 15,1 0-17-15,2-3 15 0,1 2-4 0,0-3-12 16,2 0 4-16,2-2-4 0,1-1 6 0,4-3-6 16,-2 1-5-16,3-3 1 0,0 1 0 15,-1-4 2-15,-1-2 1 0,2-1-8 0,-2-1-6 0,1 0 4 16,-1-3-13-16,1-3-13 0,-7 2 5 0,5-5-3 16,-1-1-7-16,-2 0 3 0,-3 0-17 0,-1-1 22 15,0-3-2-15,-2-2-2 0,0-1 1 0,-5 1 1 16,2-1 1-16,-2 0 3 0,-1 6 0 0,-2-2 3 15,-1-5-15-15,2 9 15 0,-2-1-3 0,-1 3 5 16,2-1 3-16,1 8 6 0,-2-9 0 16,2 9-2-16,0 0-13 0,-1-10 8 0,1 10-2 0,0 0 3 15,0 0-3-15,0 0 17 0,0 0 6 0,-2 31 1 16,0-14-5-16,2-2 1 0,2 3 2 0,-2 0-12 16,1 0 13-16,0 0-1 0,-1-1 0 0,3 1-2 15,1-1-12-15,-3 0 3 0,4-2-18 16,-2-3-46-16,1-1-46 0,3 5-53 0,-3-5-55 15,0 0-74-15,-2-1-74 0,1-4-191 0,-3-6-595 16,2 13 263-16</inkml:trace>
  <inkml:trace contextRef="#ctx0" brushRef="#br0" timeOffset="139168.15">21053 3405 1952 0,'8'-13'66'0,"-2"3"14"0,-2 1-20 16,-1 4-27-16,-1 0-17 0,-2 5-2 0,6-6 11 15,-6 6 23-15,0 0 26 0,0 0 9 0,0 0-7 16,8 18-2-16,-7-9 12 0,-1 3 0 0,0-2-13 0,3 3-4 16,-2-2-4-16,1 0-9 0,-1-1-6 15,-1 1-3-15,0-4 1 0,1 0-3 0,0 0 4 16,-1-7-2-16,0 12-5 0,0-12 12 0,0 7 16 16,0-7 10-16,0 0-24 0,0 0 15 0,0 0-13 15,0 0-4-15,0 0-7 0,0 0-1 0,0 0-12 16,6-26-3-16,-8 14 7 0,4 0-14 0,-2-3-2 15,7-2-2-15,-4 1 0 0,0-3 1 0,3 0-10 0,-1 2-2 16,9-5 0-16,-7 6 1 0,0 6-6 16,1 0 2-16,0 1-1 0,-3 0-2 0,1 6-3 15,-1-2-3-15,0 2 0 0,-5 3 0 0,13 0 3 16,-13 0-2-16,10 9-1 0,-4-1 5 0,1 2-14 16,-1 2 1-16,-1-2 13 0,0 6 1 0,0 0 1 0,1 1-1 15,-1 0-4-15,2 2-9 0,-2-4-43 16,3 2-52-16,-3-2-50 0,-1-2-57 0,2-1-68 15,-1-1-275-15,-1 2-601 0,1-3 266 0</inkml:trace>
  <inkml:trace contextRef="#ctx0" brushRef="#br0" timeOffset="139867.1">21459 3625 2251 0,'6'2'146'0,"-6"-2"-24"0,0 0-64 0,0 0 12 16,0 0 13-16,0 0 5 0,0 0 6 0,10-2-3 15,-10 2-18-15,9-8-1 0,-4 4 7 0,0-1 0 16,0-1 7-16,3-3-2 0,-4 1-10 0,6 0-1 16,-4-2-5-16,1-1-3 0,0 2 16 0,2-5-10 15,-2 2-6-15,-2-3-9 0,0 4-9 0,-3-5 1 16,3 1-11-16,-2-2 5 0,-1 0 1 0,-3-2-12 16,0 2-3-16,-2-3-5 0,1 1-4 0,-3 1-2 15,1 0 3-15,-1 2-8 0,1 7 3 0,0-2 0 16,-1 1-2-16,-1 2-20 0,1 2 17 0,-2-1-1 15,1 2 1-15,-1 3-3 0,7 2-8 0,-14-3 3 16,8 2-3-16,6 1 2 0,0 0-2 0,-17 2-2 16,17-2 6-16,-6 4-10 0,6-4 7 0,-5 5 2 15,5-5-2-15,0 0-7 0,2 10 3 0,-2-10 10 16,9 8-7-16,0-5 9 0,0-1-11 0,5 1 8 16,5-2-3-16,4 1 0 0,5-1 0 0,-1-4 0 15,-6 3 2-15,1 0-4 0,-3-1-2 16,-3 1 5-16,2-1-10 0,-7 1 18 0,-1 2-18 15,-1-2 4-15,-3 2-1 0,2-1-1 0,-2 2 8 0,2 0-6 16,-2 0-2-16,-2 2 4 0,2 2-4 0,-3 0 3 16,2 3-2-16,-5 0-4 0,4-1 5 0,-2 1-1 15,1 4 14-15,-2-5-5 0,2 4-3 0,-2-2-4 16,3 0 12-16,-1 1-4 0,-1-1 5 0,1-1-8 16,1-1-2-16,-1 1 4 0,1-3 10 0,1-2-9 15,-1 2 2-15,2-3 0 0,1-1 0 0,3 3 0 16,0-4-4-16,2 0 4 0,2-2 4 0,-1 0-6 15,2 0 8-15,-2-3-23 0,1 0 14 0,-1-1 1 16,-3 0-3-16,1-1-16 0,1-1 19 0,-3-1 1 16,2-1-3-16,-3-1 1 0,-2-2 4 0,0 0-17 15,0 0 13-15,-4-1-8 0,0-1-3 16,-4 0-12-16,2 3 17 0,0 10 0 0,-6-21-5 0,2 13 4 16,2 0-1-16,2 8 11 0,-12-13-14 0,6 9-2 15,-1 3-1-15,1-2-16 0,6 3 14 0,-17 3 3 16,7 2 2-16,2 5 3 0,-3 1-5 15,0 2 5-15,0 1-3 0,5-4 3 0,2 2-5 16,0 1 5-16,2-1-2 0,2 1 2 0,2-2-7 16,1 0-18-16,3 1-30 0,2-1-40 0,8 0-43 15,-2 1-32-15,3-5-45 0,2 0-27 0,8-2-27 0,2-3-28 16,2 0-186-16,1-2-525 0,-1-3 232 0</inkml:trace>
  <inkml:trace contextRef="#ctx0" brushRef="#br0" timeOffset="140216.26">22404 3415 52 0,'10'-14'138'15,"-6"-2"17"-15,-1 4 4 0,-2 0 14 0,-4 0-9 16,1 0 3-16,-1 3 0 0,-2 0-6 0,-3 0 2 16,2 4-4-16,-4 0-10 0,-3 3-17 0,1 4 3 15,0 1-4-15,-5 4 1 0,2 0-9 0,-1 3-3 0,4 0-3 16,-2 0-12-16,5-1-10 0,2-2-2 16,-2 4-17-16,4-3-5 0,1 1-12 0,2-2-6 15,3 0-2-15,-1-7-9 0,4 12 8 0,0-6-9 16,3-1 0-16,0-1-4 0,3-2 1 0,-1 1-9 15,4-2 4-15,-4 0-4 0,1 0-5 0,0-1 0 0,-2 0-21 16,-8 0 11-16,15 0-3 0,-9 1-3 16,2 0 1-16,-1 2-3 0,-1 1-1 0,2-1 3 15,-3 4-1-15,1 0-5 0,1 5 1 0,-2-1 5 16,1 5-1-16,-2 2 3 0,-2 0-4 0,0 3 2 16,-2-2 1-16,0 5 10 0,-2 3 10 0,0-2 5 15,-1 2 10-15,1-2-8 0,-2-6 5 0,-2 8 9 16,-1-4-7-16,-3 0 2 0,0-7-9 0,-2 1-5 15,1-1 1-15,-3-1-2 0,1 1-3 0,-2-2-27 16,0-3 2-16,0 0-43 0,1-3-45 0,-2-1-52 16,0 0-57-16,2-5-77 0,1 0-71 0,13-2-197 15,-25-1-584-15,14-4 259 0</inkml:trace>
  <inkml:trace contextRef="#ctx0" brushRef="#br0" timeOffset="140636.18">22612 3305 92 0,'0'0'216'15,"4"-7"-6"-15,-4 7 21 0,0 0 4 0,0 0-17 16,0 0 10-16,-5 32 0 0,5-20-4 0,-1 1-17 16,-1 4-21-16,2 0-12 0,3 1-14 0,-2-1-17 15,3 0-18-15,0 1-9 0,2-4-7 0,-2-2-6 16,2-2-14-16,2 0-19 0,2-1 9 15,1-3-9-15,0 1-8 0,2-3-4 0,0 1-4 0,1-3-2 16,-4-2-6-16,-10 0-16 0,27-4-11 0,-16 3 17 16,2-4 8-16,-3-2-8 0,-1 0-8 0,-2-2-3 15,0-1-7-15,-2 0 5 0,1-1-2 0,-3-1-3 16,0-1 3-16,-2 2-2 0,4-6-5 0,-3 5 7 16,-2 1 3-16,2 0 12 0,-2 11 21 0,1-13 8 15,-1 13-1-15,3-11-4 0,-3 11-2 0,0 0-13 16,0 0-11-16,0-11-6 0,0 11-3 15,0 0-4-15,0 0 2 0,0 0 3 0,0 0-2 0,-3 40 10 16,3-26-5-16,-1 1-21 0,-1 4 10 0,4-2-1 16,-1-1 2-16,1 0-1 0,3-1-1 0,-1-4-8 15,2 5-27-15,1-5-24 0,1 0-40 0,0-1-53 16,4 0-62-16,-1-1-53 0,1-3-63 0,5-3-334 16,0 1-701-16,2-1 311 0</inkml:trace>
  <inkml:trace contextRef="#ctx0" brushRef="#br0" timeOffset="140867.31">23196 3130 211 0,'-4'-17'313'0,"2"0"17"0,-1 6-3 0,1 3-2 16,0 1-32-16,1 0-15 0,1 7-34 0,0 0-26 0,0 0-24 15,0 0-13-15,0 0 21 0,0 0-18 0,8 33 0 16,-6-8-14-16,2 3-15 0,-1 2-13 0,1 2-11 15,1-2-17-15,0 1-13 0,-1 0-7 0,-2-1-4 16,1 2-12-16,2-3-6 0,-1-2-15 16,-2-3-43-16,0-5-45 0,1 0-45 0,-3 0-53 15,2-1-54-15,-1-1-58 0,-1-1-61 0,1 0-57 0,-2-4-205 16,0-4-610-16,1-8 269 0</inkml:trace>
  <inkml:trace contextRef="#ctx0" brushRef="#br0" timeOffset="141234.2">23534 3365 14 0,'0'-13'290'0,"0"3"2"0,-2 0 2 0,0 1-28 15,-1 3-18-15,-2 2-17 0,-4 1-8 0,9 3-4 16,-19 3-15-16,3 3-4 0,-1 3-10 16,0 4-33-16,2-1 16 0,-3 0-16 0,5 2-21 15,-1-1-3-15,6 0-17 0,1-3-11 0,2 0-16 16,-2 2 0-16,5-3-14 0,2 1-3 0,0-2-7 15,0-8-4-15,7 14 1 0,-3-7-32 0,4-3 19 16,0 0-2-16,3-2-1 0,1 0-9 0,2-4-4 16,0 2-5-16,1-3-5 0,0-1-23 0,-4 1 17 15,0-1 1-15,-3 1 1 0,-1-5-8 0,0 1 4 16,-1-3-11-16,1-1 8 0,-4 2-4 0,3-1-4 16,-4 0-9-16,1 0 12 0,-2 4 1 0,-1 6 3 15,4-12 6-15,-4 12-8 0,0 0-1 0,0-8-8 16,0 8-2-16,0 0-1 0,0 0 7 0,0 0-9 15,0 0 10-15,2 30-2 0,-3-18 0 0,0 3-1 16,0 0-1-16,-1 2 5 0,4 0-6 0,-1-2-8 16,0 2-43-16,0-4-44 0,2 2-60 0,1-5-60 15,-4-10-73-15,7 20-80 0,-4-12-208 0,-3-8-623 16,13 10 277-16</inkml:trace>
  <inkml:trace contextRef="#ctx0" brushRef="#br0" timeOffset="141467.59">23725 3296 2365 0,'-1'-30'91'16,"0"0"-22"-16,1 3 15 0,1 3 22 0,-1 4 19 15,-1 4 31-15,1 5 7 0,0 0-6 0,0 11 3 16,2-17-8-16,-2 17-17 0,3-9-22 0,-3 9-11 16,0 0-11-16,0 0-3 0,0 0 0 0,10 29-6 15,-6-3-6-15,-1 3-6 0,0 0-5 0,1 3-3 16,-2 1-8-16,-1-1-6 0,0 0-5 0,0-1 1 15,-1 0-11-15,0-1 0 0,0-2-2 0,0-4-1 16,2-5-27-16,0-1-41 0,-1 0-59 16,1-7-52-16,-4 3-55 0,2-14-70 0,2 20-87 0,-5-11-272 15,3-9-686-15,-9 11 304 0</inkml:trace>
  <inkml:trace contextRef="#ctx0" brushRef="#br0" timeOffset="141616.34">23681 3332 2416 0,'2'-15'11'0,"1"4"-14"0,-2 0 11 16,2 1-4-16,-3 10-8 0,3-12-25 0,-3 12-21 15,8-7-7-15,-8 7-26 0,10-4-29 0,-10 4-49 16,22 7-163-16,-13-2-350 0,3 5 155 0</inkml:trace>
  <inkml:trace contextRef="#ctx0" brushRef="#br0" timeOffset="141899.5">23866 3524 45 0,'0'0'270'16,"0"0"-8"-16,10-1-9 0,-10 1-5 0,12-6-11 0,-6 3-11 15,4-1-13-15,3-4-19 0,1 1-14 0,4-3-28 16,0-1 0-16,5-4-12 0,2 2-11 16,0 0-15-16,-6-4-15 0,-3 6-9 0,-1 0-7 15,-3-3-4-15,-1-1-13 0,-4 3 4 0,0 2-11 16,-2-1-4-16,-3 2 12 0,0 0 23 0,-2 2 11 15,0 7-14-15,-2-12 3 0,2 12-18 0,-9-8 1 16,2 6-20-16,-4 1 8 0,11 1-4 0,-25 11 8 16,10-3-4-16,1 3 0 0,1 2 1 0,-3-1-7 15,7 2-8-15,-3 1-3 0,4 2-10 0,3-1 1 16,2-1 2-16,2 1-7 0,2-3-35 0,3-1-35 16,4 2-74-16,2 0-67 0,3-4-77 0,6-1-97 15,-1-3-270-15,9-1-675 0,1-1 299 0</inkml:trace>
  <inkml:trace contextRef="#ctx0" brushRef="#br0" timeOffset="142283.1">24473 3380 259 0,'0'0'315'0,"-6"-12"-5"0,3 7 1 0,3 5-3 16,-13-10-28-16,3 8-11 0,-3 2-13 0,0 1-13 15,-6 4-20-15,3 1-18 0,-3 0-14 0,-1 5-22 16,5 0-11-16,0 3-41 0,2-2 11 0,1 4-15 15,5-2-13-15,2-2-2 0,3 2-15 0,2-2-7 16,2-2 0-16,2 2-13 0,3-2-7 0,-2-2-6 16,3 0-4-16,2-2-3 0,0 0-7 0,2-3 2 15,1-2-7-15,-13-1 0 0,23-2-5 0,-11 0-1 16,-1-6 2-16,-1 0-2 0,-1-2-4 0,-2 0-5 16,0-4-1-16,-1-3-4 0,-1-1 0 0,-1-7 6 15,1-1-12-15,-2-3 7 0,-1 2-4 0,-2-2-2 16,-1-3 2-16,1 2-2 0,0-4 11 0,-1-1 5 15,5-1-4-15,-6 0 8 0,2 4 15 0,2 2 30 16,-4 10 29-16,4 4 8 0,-4 3 7 0,2 4-10 16,0 2-11-16,0 7-25 0,0-10-2 0,0 10-10 15,0 0-6-15,0 0-6 0,2 26-4 0,-2 2-1 16,1 4-1-16,-1 3-10 0,3 12 4 0,-1-1-4 16,3 1-7-16,1-13-40 0,-2 1-50 0,3-2-61 15,-1 0-61-15,-1-2-74 0,-1-1-81 0,4-2-96 16,-7-9-344-16,0 0-849 0,2-2 376 0</inkml:trace>
  <inkml:trace contextRef="#ctx0" brushRef="#br0" timeOffset="142987.34">25671 3363 214 0,'-12'-6'275'0,"-1"0"4"0,-1 2-21 15,-4 3-19-15,0-2-10 0,-2 6-20 0,2-3-11 16,0 1-13-16,0 5-16 0,2 1-14 0,3 3-4 16,-3 2-21-16,3 1-11 0,1 1-11 15,2-2-7-15,2 2-11 0,3-2-7 0,2 0-13 0,3 2 1 16,0-4-4-16,4 0-1 0,1-1-13 0,2 1-2 16,3-2 2-16,0 0-5 0,3-2-1 0,3-2-1 15,3-3-4-15,2-1-9 0,-2 0 2 0,2-2-1 16,-2-2-4-16,1-1 0 0,-4-4-9 0,0 0-1 15,-1-1 1-15,-1-3-2 0,-3 0 0 0,-3-2-5 16,-1-10-2-16,2 1 2 0,-4 5-5 0,-5-7-3 16,2 0 4-16,-2 0-4 0,-2-2-6 15,2 2 17-15,-6-2-13 0,3 1 2 0,-2-3-9 0,-1-1 7 16,3 2-1-16,1-1 5 0,-2 1 3 0,0 4 3 16,1 6 9-16,1 8 16 0,0 0 4 0,2 1-4 15,-3 3-3-15,3 7-5 0,-3-10-18 0,3 10 2 16,0 0-9-16,0 0 11 0,0 0 13 0,0 40 7 15,0-14-5-15,3 5 1 0,-3-2 0 0,0 4-6 16,3 1-2-16,-6 0 5 0,3 0-8 0,0-2-4 16,0 1-6-16,0-4 1 0,3 1-36 0,1-2-34 15,-1-2-50-15,1-2-41 0,-2-4-43 0,2-1-57 16,3-5-55-16,-3 1-314 0,-1-4-669 0,1-4 297 16</inkml:trace>
  <inkml:trace contextRef="#ctx0" brushRef="#br0" timeOffset="143233.06">26138 3195 1 0,'-6'-14'271'0,"-2"4"-10"16,1 1-5-16,-3 0-12 0,-2 3-16 0,-1 2-7 16,-4 4-1-16,-2 4-7 0,-2 1 0 0,-4 7-7 15,-2 0-11-15,8 5-4 0,1 2 8 0,5-4-27 16,0 5-5-16,2-3-13 0,3 1-26 0,1-2 3 15,6 3-15-15,-1 0-12 0,10-2-8 0,-6 3-3 16,5-6-5-16,3 1-22 0,5-1-37 0,0-2-40 16,9 1-46-16,3-1-55 0,-1-2-38 0,-5-4-45 15,2-1-51-15,4 0-37 0,0 1-253 16,-10-4-578-16,2 0 255 0</inkml:trace>
  <inkml:trace contextRef="#ctx0" brushRef="#br0" timeOffset="143359.17">26329 3409 116 0,'0'0'287'0,"0"0"-30"0,-3-12-10 0,3 12-8 16,0 0-11-16,-2-10-10 0,2 10-23 16,-6-7-23-16,6 7-13 0,-6-5-19 0,6 5-14 0,0 0-36 15,-4-6-50-15,4 6-45 0,0 0-56 0,0 0-84 16,0 0-240-16,0 0-415 0,0 0 184 0</inkml:trace>
  <inkml:trace contextRef="#ctx0" brushRef="#br0" timeOffset="144154.07">26904 3231 25 0,'0'0'137'16,"0"0"20"-16,-2-17 0 0,2 17 14 0,-3-14-5 15,1 7-4-15,2 7 2 0,0-15 8 0,0 5 5 0,-3-1-27 16,1 1-9-16,2 1-11 0,0-1-7 0,-2 3 2 16,2 7 12-16,-4-15-20 0,4 10 1 0,-3-2-8 15,3 7-3-15,-2-12-3 0,-2 8-15 16,4 4-11-16,-8-8-6 0,2 6-6 0,6 2-5 15,-9-5-6-15,9 5-6 0,-18 3-5 0,7 0-5 16,-4 6-2-16,-1-2-5 0,3 3-2 0,0-3 4 0,0 4-9 16,4-3-3-16,2 3-1 0,1-1-5 15,4 1 2-15,-1 0 1 0,1 0-8 0,4 1-1 16,1-1 1-16,5 5 2 0,-3-6-2 0,7 5-6 16,0-1 7-16,1 2-5 0,0-3-8 0,0 1 4 15,3 0 3-15,2-1-5 0,-5 0 3 0,2 0-8 16,4-1 3-16,-5 2-11 0,-1 0-4 0,0 0 1 0,-3-1 1 15,3-1 3-15,-5 1 1 0,-2-1-3 0,0-5 1 16,-1 3 1-16,-3-2 2 0,-2-1 2 16,0-7 4-16,-9 15 3 0,1-8-3 0,-2 1 0 15,-6 1 2-15,-4 0 0 0,-5-3-4 0,4 1 1 16,2-3-6-16,-2-1-20 0,-2 0-17 0,-2 1-21 0,6-1-25 16,-2-2-36-16,2-2-40 0,5 0-51 15,1-1-38-15,1 1-171 0,1-3-464 0,11 4 205 0</inkml:trace>
  <inkml:trace contextRef="#ctx0" brushRef="#br0" timeOffset="144566.17">27007 3231 123 0,'4'-6'254'0,"1"0"-16"0,-5 6-14 0,4-7-17 15,-4 7-17-15,7-5-15 0,-7 5-26 0,0 0-9 16,0 0-2-16,0 0-1 0,7 14-7 0,-7-5-6 15,0 0-11-15,2 4-11 0,-2-1-8 0,2 3-9 16,0-3-3-16,1 4-8 0,1-4-7 0,1-1-10 16,0 1-5-16,1-3-1 0,3 1-7 0,0-5-1 15,3 3-3-15,-2-4-5 0,3 0-1 0,-1-4-2 16,-1 0-8-16,1 0 6 0,-1-2-4 0,-2-1-3 16,3-1 2-16,-4-3 15 0,1 2 1 0,-1-1 9 15,0-3-1-15,-2 0-4 0,-1 0-3 0,-1-2 2 16,0 2-9-16,-3-1-2 0,4 0 10 0,-5 0-2 15,2 3-6-15,0-2 2 0,-2 2-6 0,0 7-4 16,3-10 3-16,-3 10-9 0,2-8-6 0,-2 8-4 16,0 0 10-16,0 0-12 0,0 0 6 0,0 0-2 15,0 0 1-15,0 0-2 0,-5 28 4 0,3-19-6 16,0 2 6-16,2 2-4 0,0-1 2 0,0 1-6 16,0-2 1-16,0 1 0 0,4-2-13 0,-1 0-16 15,3-1-26-15,1-2-29 0,1 2-37 0,2-4-32 16,-1 1-30-16,4-3-29 0,1-1-28 15,-1 0-18-15,5-2-5 0,-3-3-3 0,-1 2-151 0,-3-1-440 16,1-3 196-16</inkml:trace>
  <inkml:trace contextRef="#ctx0" brushRef="#br0" timeOffset="144784.18">27438 3370 874 0,'7'-7'-31'0,"-1"-5"29"0,2-2 31 15,-6 0 10-15,2-2 35 0,1 0 21 0,-5-1 12 16,2-1 10-16,-2 0 6 0,0-1 17 0,2 2 4 16,-4 0 0-16,2 0 16 0,0 4 11 0,0 1-3 15,-2 3 16-15,2 2 0 0,0 7 2 0,-2-13-21 16,2 13-10-16,-3-10-19 0,3 10-13 0,0 0-18 15,0 0-4-15,0 0 14 0,0 0 10 0,0 0 4 16,2 42-8-16,-1-15-7 0,-1-2 0 0,0 5-7 16,0-1-8-16,-3 1-8 0,1 0-5 0,0-1-7 15,-2 3-6-15,1-3-12 0,0 2-4 0,1-3-3 16,0-1-8-16,2-3-7 0,-2 2-23 0,2-6-42 16,0-2-25-16,2-1-42 0,-2-6-52 0,-2 3-32 15,1-3-38-15,0 1-45 0,0-1-42 0,1-11-50 16,-4 18-248-16,2-13-649 0,2-5 287 0</inkml:trace>
  <inkml:trace contextRef="#ctx0" brushRef="#br0" timeOffset="145021">27472 3178 111 0,'11'-13'216'0,"-1"4"-6"0,-2 0-5 16,3 4-13-16,-1 2-8 0,2-1-13 0,0 3-14 15,4 2-10-15,-1 2-3 0,5 2-23 0,-1 1-12 16,-4 2-16-16,1 0-1 0,-5 3-10 0,-2-2-10 16,-2 1-10-16,-3 0-2 0,-3-1-2 15,-1 2-3-15,-2 2-6 0,-6-2-5 0,-3 2-6 0,-2-1 27 16,-3-1-3-16,1 2-15 0,0-5-31 0,3-1-32 16,-7 0-41-16,4 1-41 0,3-3-56 0,5-1-52 15,-1-2-183-15,-2-2-421 0,10 0 187 16</inkml:trace>
  <inkml:trace contextRef="#ctx0" brushRef="#br0" timeOffset="145270.04">27784 3096 88 0,'4'-9'314'0,"0"1"-10"0,-3-2-4 0,0 3-3 16,-1 7-4-16,0-11-6 0,0 11-19 0,2-7-31 15,-2 7-26-15,0 0-15 0,4-6-23 16,-4 6-18-16,0 0 9 0,0 0-1 0,9 28-20 15,-7-9-6-15,4 7-10 0,-3 2-11 0,1 2-5 0,2 1-11 16,-4 0-16-16,2 0-3 0,-2-1-5 0,2 2-5 16,-3-4-6-16,-4 0-7 0,7-1-9 0,-4 1-6 15,-1-8-27-15,1 0-45 0,-1-4-16 16,-1 0-45-16,0-3-42 0,-2-2-37 0,1 1-39 16,-4-2-51-16,2 1-63 0,-5-3-258 0,-1-1-626 15,-1-1 277-15</inkml:trace>
  <inkml:trace contextRef="#ctx0" brushRef="#br0" timeOffset="145484.59">27847 3193 149 0,'10'-8'241'16,"-4"-1"-2"-16,2 2-8 0,1 0-19 0,-5 4-17 0,2 1-17 15,-6 2-19-15,13 0-7 0,-13 0-4 16,16 9-11-16,-9-1-10 0,-1 1-12 0,1 1-18 15,-3 2 2-15,-1 0-9 0,1 0-6 0,-3 0-3 16,-2 4-2-16,-4-3-8 0,-4 5-5 0,-1-4-7 16,-2-1-5-16,-1 0-15 0,-3 0-30 0,2-2-29 15,-6 0-42-15,3-4-45 0,0 1-64 0,2-2-55 0,1-3-196 16,1-2-455-16,4-1 202 0</inkml:trace>
  <inkml:trace contextRef="#ctx0" brushRef="#br0" timeOffset="145701.04">28087 3069 259 0,'5'-8'335'0,"-1"3"-15"15,-4 5-20-15,5-7-18 0,-5 7-25 0,6-3-22 16,-6 3-11-16,0 0 14 0,0 0 5 0,0 20-14 16,-1-6-20-16,-3 3-15 0,2 1-17 0,2 0-16 15,-4 8-14-15,0-2-15 0,3 2-9 0,-1-7-11 16,0 6-29-16,-2-1-1 0,2-5-38 0,1-1-53 15,0-2-60-15,0 3-54 0,-2-2-58 0,2-1-66 16,1-4-84-16,0-1-240 0,-3-1-620 0,3-10 275 16</inkml:trace>
  <inkml:trace contextRef="#ctx0" brushRef="#br0" timeOffset="146200.25">28219 3275 227 0,'3'-3'291'0,"-3"3"-21"0,7-7-19 15,-7 7-17-15,0 0-5 0,0 0 6 0,0 0-24 16,0 0-18-16,11 8-10 0,-11-8-18 0,7 10-11 16,-1-5-20-16,4 2-25 0,-1-1 4 0,3 0-5 15,0-3-12-15,1 1-8 0,1-1-8 0,3 3-8 16,-4-6-3-16,1 1-5 0,-4-1 6 0,1-1 9 16,-4-1 16-16,2 1 2 0,-9 1-5 0,13-7-2 15,-8 2-8-15,-1-1 0 0,1 2-12 0,-3-3 0 16,-2 7 2-16,7-10-4 0,-5 4-5 0,-2 6-5 15,3-6-7-15,-3 6 1 0,0-7-2 0,0 7-5 16,0 0-3-16,0 0-8 0,0 0-9 0,2-9-5 16,-2 9-1-16,0 0-4 0,0 0 4 15,-4 28 2-15,3-11-1 0,2 9 2 0,-4 3-1 0,1 3-6 16,1 2 2-16,-1 0 0 0,4 13 0 0,-4-13-2 16,2 13 1-16,2-1-3 0,1-14-8 0,0 2-1 15,1-4 2-15,0 6 5 0,0 10 0 0,-1-11 2 16,-3-4-5-16,2-1 2 0,1-4 2 15,-2-6 1-15,2-1-4 0,-5-2-1 0,1-1-1 0,-3-5 2 16,2-4-1-16,-2-3 8 0,-3 3-2 0,-5-5-6 16,-8 0 0-16,0-4-3 0,-8-3-2 0,0-4-10 15,1-5 10-15,0 1-3 0,5-2 0 0,2-3-2 16,4-4 1-16,2 2 1 0,3-3-12 0,3-4-5 16,6-1 13-16,4-2-7 0,4 0-1 0,5-1-7 15,5 0 1-15,5 1 2 0,7-8-10 0,12 3-13 16,-13 12-12-16,2 1-19 0,3 1-28 0,11-7-32 15,-7 11-43-15,9-5-36 0,-13 7-43 0,2 3-63 16,5 0-342-16,-9 3-711 0,3-1 314 0</inkml:trace>
  <inkml:trace contextRef="#ctx0" brushRef="#br0" timeOffset="146332.6">28951 3398 19 0,'0'0'348'0,"0"0"-34"0,-9 3-33 0,9-3-26 15,0 0-25-15,-7 2-21 0,7-2-18 16,0 0-18-16,0 0-31 0,0 0-52 0,-6 3-55 16,6-3-81-16,-5 4-110 0,5-4-192 0,0 0-376 15,0 0 166-15</inkml:trace>
  <inkml:trace contextRef="#ctx0" brushRef="#br0" timeOffset="151497.62">28132 4614 67 0,'0'0'197'0,"0"-12"-7"0,0 5-9 16,0 7-8-16,0-10-7 0,0 10-6 0,0 0-9 15,0-11 4-15,0 11-10 0,0 0-16 0,0 0-12 0,0 0-13 16,0-10-7-16,0 10-12 0,0 0-11 0,0 0-7 16,0 0-8-16,0 0-8 0,0 0-7 0,0 0-7 15,0 0 2-15,0 0 12 0,0 0 8 16,3 31 0-16,-3-20-7 0,0 3-4 0,2 3 1 0,-2 1-3 15,0 1-1-15,-2 0 6 0,-1 7 13 0,0 0-2 16,-1 1-5-16,0 2-4 0,1 2 23 0,0 0-6 16,-2-2-11-16,3 0-8 0,1 6 0 0,-1-2 0 15,-2-1-6-15,-1 0-5 0,5-1-1 0,-3 0-5 16,2 0 18-16,1-2-19 0,-1 1 11 0,2 2 9 16,-1-3-2-16,0 0 3 0,1-1-15 0,0-1-2 15,1 1 3-15,0-1-5 0,0-3-3 0,-1 4-2 16,0-2 1-16,4 1-4 0,-2-2-14 15,-1 1 10-15,2 0-5 0,-2 1 2 0,1-4 0 16,-1-4 0-16,0 7 0 0,-2-7-2 0,0 0 0 16,2 7 0-16,-4-6 6 0,2 5 1 0,0-6 2 15,0 8 1-15,-2-3-1 0,-1 3 2 0,1-8-2 0,-1 1 7 16,0 6-13-16,1-1 1 0,-1-1-7 0,3 2 7 16,-1 2 7-16,2-2-1 0,-1 0-3 0,0-1-4 15,1-1-6-15,1 2 5 0,0 0 13 0,0-6-20 16,3 4 14-16,-3-5-2 0,2-2 4 0,0 4-10 15,-1-4 3-15,0 0-4 0,-1 0-1 0,3-4-3 16,-4-1 1-16,2-1 0 0,-3 0 0 0,2-1-3 16,0-1-1-16,-2-9-9 0,0 13-9 0,0-13-26 15,3 10-40-15,-3-10-30 0,2 9-36 0,-2-9-24 16,1 5-23-16,-1-5-38 0,0 0-42 0,0 0-56 16,0 0-288-16,0 0-660 0,0 0 293 0</inkml:trace>
  <inkml:trace contextRef="#ctx0" brushRef="#br0" timeOffset="152036.81">27288 6296 19 0,'0'0'214'0,"-11"0"-2"16,11 0-5-16,-8 0-16 0,8 0-15 0,0 0-16 15,0 0-16-15,-8 3-9 0,8-3 10 0,0 0-15 16,0 0-8-16,20 4-3 0,0-2 1 0,11-1-4 16,8 3-2-16,22-4-5 0,33-4 1 0,3 3-9 15,-1-5-9-15,16 3-10 0,-6-7-1 0,9 3-3 16,3 0-9-16,6 2-1 0,0 1-4 0,5 0 1 16,4 2-3-16,2-1 6 0,5-1-1 0,4 5 10 0,0-2-17 15,4 1-5-15,-8 0-2 0,-2-2-2 16,-1 0-3-16,2-2 0 0,-4 4-3 0,-5-2-4 15,-8 0-3-15,-8-2-7 0,-5 1 13 0,-6-1-9 16,-7 0 1-16,-8 3-8 0,-28 0 0 0,1-1-5 0,-5 2 3 16,-18-1 4-16,0 2-4 0,-6-3-11 15,-12 0 1-15,0 4-4 0,-10-4 4 0,2 1 1 0,-5 1 2 16,0-2-1-16,-7 2-2 0,9 0 10 16,-9 0-35-16,0 0-45 0,0 0-46 0,0 0-42 15,0 0-51-15,0 0-56 0,-35-6-39 0,6 5-277 0,-3-2-610 16,-5-2 270-16</inkml:trace>
  <inkml:trace contextRef="#ctx0" brushRef="#br0" timeOffset="152955.51">28077 5051 13 0,'-8'4'82'0,"8"-4"0"0,0 0-3 0,0 0-13 0,0 0 0 15,0 10-7-15,0-10-8 0,0 0-5 0,0 9-13 16,0-9-29-16,0 0-16 0,0 11 0 0,0-11-8 16,2 8-20-16,-2-8-44 0,6 8-89 0,-6-8 41 15</inkml:trace>
  <inkml:trace contextRef="#ctx0" brushRef="#br0" timeOffset="154684.37">28085 5210 30 0,'0'0'147'0,"0"0"1"0,0 0-7 0,0 0 2 15,0 0-9-15,0 0-3 0,0 0-7 0,0 0-5 16,0 0-6-16,0 0-3 0,0 0-6 0,0 0-3 16,0 0-13-16,0 0-9 0,0 0-6 0,0 0-9 15,0 0-2-15,0 0-2 0,0 0-7 0,0 0-8 16,0 0-3-16,0 0-3 0,0 0-4 0,0 0-1 16,2-27-4-16,-2 27 1 0,0-8-6 0,0 8-5 15,1-9 0-15,-1 9 9 0,0-7 1 0,0 7-5 16,3-8 2-16,-3 8-5 0,0 0-3 0,0-12 1 15,0 12 2-15,0-8 0 0,0 8-1 0,0 0-1 16,1-10 1-16,-1 10-4 0,0 0 1 0,0-10 3 16,0 10 1-16,0 0-1 0,2-6-6 0,-2 6 1 15,2-9-3-15,-2 9-1 0,0 0 1 0,4-7-3 16,-4 7-1-16,6-7 1 0,-2 2-1 0,0 1-3 16,1 0-1-16,-1-1 1 0,0 0-2 0,1 1 1 15,-5 4-1-15,10-9 3 0,-4 3-2 0,2 0-19 16,-3-3 4-16,6 1 1 0,-3 0 0 0,0 1 6 15,1 0-1-15,-2-1 1 0,2-1 2 0,0 1-1 16,0-1 3-16,0 1-3 0,-4 1 1 0,1 1-1 16,0 1 0-16,-2 0-1 0,0-1 5 0,-4 6-3 15,8-6 0-15,-8 6 0 0,7-4-1 0,-7 4 2 0,5-5-3 16,-5 5 0-16,0 0 1 0,4-5 0 16,-4 5 2-16,0 0-3 0,6-2 0 0,-6 2 2 15,0 0-4-15,12-3 4 0,-12 3 0 0,6 0-2 16,-6 0 1-16,12 0-1 0,-12 0 2 0,12 0 0 15,-1 0 1-15,3 0 0 0,-3 0 4 0,4 0-2 16,2 0 1-16,0 0-6 0,-2-2 6 0,2 2-1 16,-3 0 0-16,0-1 2 0,-3 2-2 0,3-1-4 15,-1 0 5-15,0 0-4 0,1 0 0 0,-2 0 3 16,1 0 0-16,-1 0-4 0,-2 0 4 0,2 0-2 16,-3 2-2-16,1 0 2 0,-1-1-4 0,-1-1 1 15,2 3 3-15,1-2-1 0,-3 4 2 0,1-2-3 16,2 1 2-16,-4-2 2 0,2-1 0 0,1 3-3 15,1 1 0-15,-2-2 2 0,2-1 0 0,-3 2-2 16,3 0 4-16,-2 0 0 0,1 0-4 0,-2-2 2 16,-1 1 0-16,0-2-2 0,2 1 5 0,1 2-5 0,-2-1 0 15,0-1 1-15,3-2 2 0,-4 1 0 0,5 1 1 16,-3 2-3-16,1-3 5 0,-2 0-2 16,1 0-3-16,0 0 1 0,-9-1 0 0,11 2-5 15,-2-2-1-15,-9 0 2 0,14-3 4 0,-6 3-3 16,-8 0 4-16,12-5-4 0,-6 2 4 0,0-1-2 15,3-1-2-15,2 1 2 0,-3 1-1 0,0 0-1 16,1 1-1-16,-3-1-14 0,1-1 3 0,-1 1-3 16,0-1 3-16,3 2-2 0,-4-1 4 0,-5 3 0 15,11-5 3-15,-6 3 2 0,-5 2-2 0,10-2 2 16,-10 2-3-16,6-3 4 0,-6 3 1 0,5-4 2 16,-5 4 0-16,0 0-5 0,0 0 6 0,7-4-6 15,-7 4 4-15,0 0 2 0,0 0 1 0,11 0-2 16,-11 0 0-16,0 0 1 0,13 3 4 0,-8-1-5 15,-5-2 4-15,16 0-1 0,-6 1 0 0,-4 1 0 16,6-2 1-16,-2 0-3 0,-2 0 4 0,3-2-5 16,-11 2 2-16,15 2 1 0,-8-2 3 0,4-2-3 15,-11 2 0-15,18-1-5 0,-5 0 2 0,-3 0 2 16,-1-1-4-16,4 1-4 0,-3 0 0 0,-2 0-4 0,3-1 1 16,0 2-5-16,-1 0 8 0,-1-1-4 15,1 1 0-15,-2-1 1 0,-8 1 3 0,15 2 0 16,-9 0 3-16,-6-2-3 0,13 2 5 0,-5-1-2 15,-2 2-5-15,-6-3 0 0,12 2 6 0,-7 0 1 16,2 0 2-16,-7-2 0 0,12 3 1 0,-4-2 1 16,-3 2-2-16,4-2-1 0,-3 2-1 0,2-2 0 15,-2 1-3-15,2 1-8 0,-8-3 4 0,11 0 0 16,-4 1 3-16,-7-1-1 0,16 0 1 0,-8 0 0 16,2-3 0-16,-10 3-1 0,18-2-3 0,-8 1 0 15,-1-1 3-15,0 0-8 0,1-2-4 0,-1 1-1 16,3 0-2-16,-2 0-1 0,-2 1-10 0,-1-1 3 15,4 1 4-15,-2 0-6 0,-2 0 6 0,2 0-2 16,-9 2 5-16,13 0 5 0,-5 0-5 0,-8 0-1 16,14 0 0-16,-9 2 5 0,-5-2 3 0,13 0 4 15,-13 0-3-15,10 1 3 0,-10-1 0 0,11 4 5 16,-7-2-2-16,4 1 3 0,-8-3-4 0,13 1 7 16,-6 0-7-16,-7-1 9 0,18 2-3 0,-8-4 1 15,1 2 2-15,1 0-2 0,0-1 2 0,1 1-3 16,-2-2-8-16,0 2 4 0,1-3 3 0,0 2 6 15,2-2-5-15,-1 2 4 0,4-3-3 0,1 2 3 16,0 0 4-16,2 2-1 0,-1 0-7 0,-2 0 5 16,-4 0-4-16,0 2 5 0,0-2 1 0,-2 0-3 15,1 2-1-15,-3-1 1 0,-2 1-17 0,4 2 24 16,-2-2-2-16,-4-1-2 0,2 1 0 0,-7-2 2 16,14 1-1-16,-7 0 0 0,-1 0-4 0,-6-1 6 15,14 2-6-15,-6-2-1 0,-8 0 3 0,14 2 2 16,-3-2-6-16,0-2 3 0,-1 2-1 0,3 2-4 15,0-2-3-15,2-2-7 0,1 2-4 0,1 0-9 16,1 0 1-16,0 0-3 0,1-2 0 0,1 1 3 16,0 1 4-16,-2 0 1 0,-1 0-2 0,0 0 0 15,-2 1 22-15,2-2-16 0,-3 1 3 0,-2-2 0 0,-2 3 1 16,-10-1 10-16,14 0-10 0,-6 0 4 0,-8 0 8 16,15 0 11-16,-15 0-16 0,10 0 2 15,-10 0 1-15,14-1-2 0,-6 1 5 0,1-2 0 16,1 2 6-16,3 2-6 0,-2-4 0 0,3 1-9 15,0-1 4-15,0 2-9 0,3-2 12 0,2 1-8 16,-2 0-18-16,1-1 0 0,0 1 7 0,2-1 2 16,0 2 0-16,-2-2-11 0,0 2 8 0,-2 0 4 15,-2 0 0-15,-4-1 2 0,-1 1 2 0,-2 1 6 16,-7-1-6-16,13 0 3 0,-13 0 13 0,8 0 12 16,-8 0 5-16,0 0 9 0,11 0-8 0,-11 0 3 15,0 0-16-15,0 0 14 0,0 0-10 0,0 0 2 16,12-1-3-16,-12 1 5 0,6 1-3 0,-6-1-12 15,13 0-12-15,-6 2-13 0,2-2-23 0,3 0-17 16,0 0-71-16,6 0-149 0,0 0 67 0</inkml:trace>
  <inkml:trace contextRef="#ctx0" brushRef="#br0" timeOffset="154833.31">31374 4879 118 0,'6'-1'187'0,"-6"1"-5"16,0 0-16-16,0 0-12 0,0 0-18 0,8-1-17 15,-8 1-7-15,0 0-18 0,0 0-22 0,13 0-27 16,-13 0-29-16,11 0-37 0,-3-2-28 0,0 4-39 16,-8-2-32-16,16 0-68 0,-11 1-203 0,-5-1 91 15</inkml:trace>
  <inkml:trace contextRef="#ctx0" brushRef="#br0" timeOffset="160683.75">28213 5487 5 0,'0'0'99'0,"0"0"-3"16,0 0 2-16,0 0 3 0,0 0-10 0,0 0-4 15,0 0-6-15,0 0 4 0,0 0-9 16,0 0 0-16,0 0 6 0,0 0-1 0,0 0 0 0,-27-7-4 16,27 7-4-16,0 0-3 0,-11 0-5 0,11 0-5 15,-14-1-8-15,14 1 11 0,-9 0-1 0,9 0-4 16,-8 3 2-16,8-3-1 0,0 0-5 0,0 0-9 16,-12-2 0-16,12 2 0 0,0 0-1 0,0 0-1 15,0 0-3-15,-9 2 0 0,9-2-2 0,0 0-7 16,0 0 0-16,0 0-4 0,0 0 13 0,0 0 1 15,38 1 9-15,-7-1 23 0,10 0-2 0,22-1-4 16,29 1-2-16,5 0 2 0,1 0-5 0,3-2-3 16,1 1-1-16,-1 1-3 0,3 0-5 0,4-1 1 15,0 1-6-15,-3 0-4 0,4 2 2 0,1-3-6 16,-4 2 2-16,3-1-4 0,4 2-4 0,-1-1 3 16,-1-1-3-16,-6 2 1 0,-6-1-3 0,2-1-2 15,-5-1 2-15,-6-2 3 0,-25 4 2 0,0-2 3 16,-1-1-3-16,-3 0-1 0,-6 1 3 0,-16-1 2 15,-5 1 9-15,-5 0 13 0,-7 1 8 0,-5-3 15 16,-3 2 14-16,-4 1 5 0,-2 0 6 0,-8 0 2 16,14 3-9-16,-14-3-1 0,10-3-7 0,-10 3 1 15,0 0-6-15,9-1-9 0,-9 1-6 0,0 0-14 16,0 0-2-16,0 0-4 0,0 0-9 0,9-2-4 16,-9 2-3-16,0 0-13 0,0 0 2 0,0 0-6 15,0 0-2-15,0 0-24 0,0 0-28 0,0 0-29 16,0 0-51-16,0 0-48 0,0 0-46 0,0 0-43 15,0 0-88-15,0 0-384 0,-32 20-781 0,1-15 346 16</inkml:trace>
  <inkml:trace contextRef="#ctx0" brushRef="#br0" timeOffset="163608.56">28213 5023 54 0,'2'-8'92'16,"-2"8"-10"-16,0 0-9 0,5-6-3 0,-5 6-13 15,2-5-1-15,-2 5 9 0,0 0 2 0,0 0-14 16,2-8 7-16,-2 8-18 0,0 0 10 0,6-8-13 16,-6 8 1-16,3-5-3 0,-3 5 3 0,0 0 1 15,2-8-5-15,-2 8-6 0,1-7 3 0,-1 7-3 16,4-7-9-16,-4 7 7 0,3-5-8 0,-3 5-3 15,4-7 0-15,-4 7 0 0,0 0 3 16,4-7-13-16,-4 7 5 0,7-5-6 0,-2 2 0 0,-5 3 2 16,0 0-2-16,8-6 0 0,-8 6-3 0,7 0-3 15,-7 0 2-15,11-4 4 0,-5 3-4 0,2-1 2 16,2 1 2-16,2-1-4 0,-2 0 1 0,1 1 0 16,3-1-3-16,-2-1-3 0,2 3 6 0,-3 0-2 15,0-1 1-15,3 1 0 0,-3 0 4 0,1-1 4 16,-1 1-6-16,0 0-10 0,1 0 7 0,0 1-1 15,-2 0 0-15,1-1-3 0,0 0 3 0,1 3-3 16,-3-1 0-16,2-2 6 0,-5 0 0 0,7 3-5 16,-6-3 3-16,0 2 0 0,2-1-1 0,-2-1-2 15,2 3 1-15,-1-3-2 0,0 3 7 0,1-2 0 16,-2 2 1-16,1-1-4 0,2-1-1 0,1 2 1 16,-5-1 4-16,6-1 1 0,-4 1 2 0,3-1-8 15,-5 1 0-15,3 2-5 0,0-1 4 0,-1-1 4 16,-1 1-2-16,-1 0-2 0,0 1 0 0,-1 0 0 15,1-2 0-15,-6-2 2 0,10 8 4 0,-6-3-5 16,1-1 3-16,0 1-3 0,1-2 0 0,4 2 4 16,-4 0-3-16,3-1-2 0,0-1 6 0,0 0-7 15,-3 0 6-15,3 0 1 0,0 1-2 0,-1-1 0 16,0 0 3-16,-1-3-4 0,-7 0 4 0,13 3-1 16,-7-3 0-16,-6 0-2 0,11 2-7 0,-6-1 6 15,-5-1-5-15,9 3 1 0,-9-3 8 0,0 0-7 16,9 2 2-16,-9-2-5 0,0 0 4 0,6 1-2 15,-6-1 5-15,0 0-1 0,0 0-2 0,9 0 3 16,-9 0 1-16,0 0 1 0,0 0 1 0,0 0 4 16,0 0 0-16,0 0 3 0,10-3 4 0,-10 3-6 15,0 0 3-15,8-6 6 0,-8 6 2 0,4-5-1 16,-4 5-5-16,5-8 1 0,-1 4-3 0,-4 4 2 16,7-8-4-16,-2 4-6 0,-1 1 4 0,-4 3-8 15,8-10 8-15,-5 6-5 0,2-1-1 0,1 1 4 16,-6 4-7-16,9-6 0 0,-4 1 1 0,2 1-2 15,-3-1 2-15,5 2 0 0,-1-2-2 0,-1 1 3 16,4 2-7-16,-1-3 2 0,-1 4 2 0,0-4-1 16,3 3 3-16,-6 2 1 0,2-1 4 0,1-2-6 15,-9 3-2-15,18-3 2 0,-7 2 1 0,-1 1-5 0,2 0 4 16,2-1 2-16,-1-1-6 0,1 2 0 16,-1 0 4-16,-3 0 1 0,2 0 0 0,-5 0-4 15,2 0 0-15,-9 0 2 0,16 0 0 0,-8 0 1 16,0 2-5-16,-8-2 2 0,18 1 2 0,-11 0-5 15,1 1 12-15,2-1-4 0,-2 2-2 0,-2-1-1 16,6 0 1-16,-7 2 5 0,4 0 0 0,-3 0-1 16,3 1-4-16,-2-3 0 0,-1 1 3 0,0 1-3 15,1 1 1-15,0-2 1 0,-2 1 3 0,2-1-3 16,-1 0-1-16,1 0 0 0,-7-3 3 0,11 6-3 16,-6-5 4-16,2 2-2 0,-7-3-1 0,9 3 3 0,-3-2-5 15,-6-1 1-15,6 4 3 0,-6-4 1 16,9 2-3-16,-9-2 0 0,9 2 0 0,-9-2-3 15,13 1 2-15,-6-1-2 0,-7 0 3 0,11 1-3 16,-11-1 0-16,13 0 0 0,-13 0 1 0,13-1 4 0,-8 0-3 16,-5 1-1-16,11-4 2 0,-11 4 0 0,10-1-1 15,-10 1 1-15,8-4-2 0,-2 0 3 16,-6 4-2-16,7-6 5 0,-7 6-2 0,8-4-6 16,-8 4 2-16,2-8 2 0,-2 8-5 0,7-9 4 15,-5 2-5-15,1 2 3 0,2-1 0 0,-2 1-1 16,-3 5 5-16,7-10 0 0,-4 4-6 0,2-1 3 15,1-1-4-15,0 2 0 0,-2 1 6 0,4-2-6 16,-3 2 0-16,-1 0 1 0,-4 5-3 0,11-7 4 16,-6 5-2-16,-5 2 1 0,11-4-1 0,-7 1 3 15,-4 3-6-15,0 0 3 0,15 0-2 0,-15 0 3 16,11 0-1-16,-4 3 2 0,-7-3 15 0,14 6-14 0,-8-2 0 16,-1-1-3-16,1 0 2 0,0 3-4 15,1-2 4-15,2 2 0 0,-1-1-1 0,1 2 5 16,0-2-3-16,0 0 3 0,-1 0 3 0,0 0-16 15,3 0-1-15,-2-3 2 0,0 1 0 0,-3 0 2 0,2 1-2 16,-2-2 8-16,4-1-1 0,-2-1 0 0,0 3 0 16,-2-2-2-16,-6-1 6 0,14 0 1 15,-6 2 3-15,2-2 5 0,-1 0 6 0,-9 0-3 16,15-3-1-16,-7 1 2 0,0 0-4 0,-1-1 2 16,0 1-2-16,0 0-1 0,-7 2-2 0,14-6-4 0,-8 2-2 15,1 1 6-15,1 1 0 0,-3-3-4 16,4 0 2-16,0 3-8 0,-3-2 7 0,3 1-8 15,-2 0 6-15,3 0-7 0,1 0 0 0,1 3 1 16,-4-1-1-16,0-1 3 0,3 2 0 0,-4 2 1 16,-7-2 0-16,14 1-3 0,-9 2 3 0,3-2-2 0,-3 3 0 15,2-1 0-15,2 0-2 0,-3 1 5 0,3 0-1 16,-4-1 0-16,1 0 2 0,1-1-4 0,-7-2 4 16,10 6-3-16,-5-5 5 0,0 1-4 0,-5-2 3 15,13 2-2-15,-7 1-3 0,0 0 4 16,-6-3-2-16,12 1-2 0,-12-1 5 0,12 1-3 0,-12-1 3 15,11-1-1-15,-3-2 0 0,-8 3 7 0,13-1-6 16,-7 0 2-16,-6 1-5 0,15-3-3 0,-7-1-5 16,1 0 5-16,-1 2 1 0,-1-3-1 0,0 2 3 15,4-1 0-15,1 2-3 0,-2-2 1 16,2 1-5-16,-1 0-1 0,-2 1 2 0,0 2-1 16,0-1-3-16,0 0 4 0,-9 1-1 0,18 0-4 0,-12 1 3 15,3 0-4-15,-2 3 9 0,1-3 0 0,1 3-6 16,0 2 1-16,-2-3 4 0,2 3 2 0,-2-1-2 15,-2 0 1-15,2 1 1 0,-1 2 3 16,3-2 1-16,-1 2-17 0,-2-2 16 0,3-1 8 16,-1 1-12-16,0 0 4 0,-1-2 6 0,3 1-8 0,-1-1 10 15,0-1-8-15,3 0 6 0,-3-1 1 0,-2 0 5 16,5-2-1-16,-3 0-5 0,-9 0 11 0,18 0-8 16,-8-3 2-16,0 2-1 0,-2 0 1 0,1-1 6 15,0-1-17-15,-3 1 6 0,2 0 0 16,1-2-1-16,0 1-2 0,-3 1-1 0,3-4-2 0,0 3 2 15,-3 2 2-15,5-3-6 0,0 1-5 0,1 2 4 16,-1-3-8-16,3 1 2 0,-1 3 2 0,1-2-1 16,-1 2-1-16,-2 0 6 0,3 0-7 0,-7 2-1 15,1 0 4-15,2 1 1 0,-4 0-1 0,0-1 0 16,1 1 1-16,-2 0 3 0,3 0 1 0,-3 1-2 16,1 0-3-16,-6-4 3 0,9 6 2 0,-3-3 8 15,-6-3-8-15,11 4 3 0,-5-3-7 0,1 1 11 16,-7-2-4-16,16 0 0 0,-7-2 1 0,2 1 3 15,0-1-1-15,0 0-6 0,-1-1 3 16,2 0-9-16,0-1-13 0,1 0 6 0,0 1-22 0,-1-1-5 16,1 0-21-16,-2 0-11 0,2-1-16 0,0 1-23 15,-2 1-13-15,-5 2-100 0,1-2-242 0,-7 3 107 16</inkml:trace>
  <inkml:trace contextRef="#ctx0" brushRef="#br0" timeOffset="186550.01">27342 4893 109 0,'0'0'164'0,"-4"-6"-12"0,4 6-2 0,0 0-9 0,-6-5-12 15,6 5-7-15,0 0-9 0,0 0-6 0,0 0-14 16,0 0-13-16,0 0-14 0,0 0-2 0,0 0-10 16,0 0-5-16,0 0-5 0,0 0-1 0,0 0-9 15,0 0-5-15,0 0-2 0,16 17 1 0,-9-8-9 16,-1 1 6-16,4-1-5 0,-1 3 1 0,4 1 0 15,1-2-3-15,-4-3-6 0,3 4 1 0,-3-3-1 16,-1-1 0-16,3 3-1 0,-1-4-1 0,-3 2-12 16,2-3 13-16,-1-1 0 0,0 2-3 0,-5-2-1 15,5-2-4-15,-4 0 2 0,1 0-1 0,-6-3 0 16,9 4 2-16,-9-4 4 0,8 3-6 16,-8-3 4-16,4 4 4 0,-4-4 11 0,0 0 5 15,0 0 18-15,9 2 6 0,-9-2 2 0,0 0-4 0,0 0-7 16,6-8-5-16,-2 1 1 0,-1 1-6 0,2-3-2 15,2-5-3-15,1 0-5 0,-3-1-1 0,4-2-5 16,-4 1-3-16,4-3-3 0,-1 2 3 0,4-8-4 16,-5 8 0-16,-1 2-1 0,-1-1-1 0,-2 5-8 15,2-3 7-15,1 3-2 0,-3 3-2 0,-2 2 1 16,3 0-1-16,-4 6-3 0,4-10 7 0,-4 10-20 16,4-6-6-16,-4 6-20 0,0 0-13 0,0 0-6 15,0 0-2-15,0 0-19 0,0 0-23 0,0 0-22 16,3 25-29-16,-5-11-14 0,2 3-142 15,-4 6-333-15,1-5 147 0</inkml:trace>
  <inkml:trace contextRef="#ctx0" brushRef="#br0" timeOffset="186767.2">27735 4993 27 0,'0'0'181'0,"2"-8"-22"16,-2 8-17-16,0 0-14 0,0 0-14 0,0 0-8 0,0 0-11 15,0 0-11-15,0 0-5 0,0 0-8 0,0 0-20 16,0 0 7-16,0 0-12 0,0 0 7 0,0 0 0 16,-5 26 1-16,5-16 5 0,-3 3-4 0,2 0-4 15,-2-1-3-15,1-1-5 0,0 2-4 16,0-1-3-16,2 0-8 0,-2 1-2 0,1-4 3 16,-1 0-23-16,2 0-18 0,0-9-46 0,-2 13-42 0,4-9-38 15,-2-4-132-15,0 0-291 0,5 9 130 0</inkml:trace>
  <inkml:trace contextRef="#ctx0" brushRef="#br0" timeOffset="186932.64">27750 4682 171 0,'-11'-5'209'0,"2"2"-21"0,-2 3-25 0,4 0-27 16,7 0-29-16,-12 1-16 0,12-1-18 0,-8 4-21 15,8-4-23-15,0 12-24 0,0-12-41 0,9 15-43 16,2-2-107-16,6-1-200 0,0-1 90 0</inkml:trace>
  <inkml:trace contextRef="#ctx0" brushRef="#br0" timeOffset="187850.39">28181 5523 42 0,'0'0'43'0,"-6"-5"-1"0,6 5-12 16,0 0-3-16,0 0-8 0,0 0-4 0,-6-2 3 0,6 2-15 15,0 0 8-15,0 0-2 0,0 0-5 0,0 0 5 16,0 0-3-16,0 0 4 0,-12 0-7 16,12 0 3-16,0 0 5 0,0 0 2 0,0 0-2 15,0 0 0-15,0 0 0 0,0 0-5 0,0 0 2 16,0 0-7-16,0 0 5 0,0 0-6 0,-7-3-1 0,7 3-3 15,0 0 3-15,0 0 1 0,0 0-3 16,0 0 3-16,0 0-1 0,0 0 2 0,0 0-4 16,0 0-4-16,23-2 2 0,-23 2-7 0,13 3 1 15,-5-3-8-15,0 1-33 0,-8-1-56 0,15 1 25 16</inkml:trace>
  <inkml:trace contextRef="#ctx0" brushRef="#br0" timeOffset="189116.14">31434 5578 8 0,'0'0'83'0,"0"0"-7"0,0 0-8 16,0 0-6-16,0 0-3 0,0 0-8 0,0 0-8 15,0 0 6-15,5-4-18 0,-5 4 19 0,0 0-11 16,0 0 0-16,0 0-1 0,0 0-2 0,0 0 10 15,0 0-14-15,0 0 10 0,0 0-4 0,0 0 4 16,0 0-12-16,0 0-7 0,0 0-6 0,0 0 6 16,0 0-15-16,0 0-34 0,0 0-24 0,0 0-31 15,0 0-65-15,0 0-159 0,-32 2 71 0</inkml:trace>
  <inkml:trace contextRef="#ctx0" brushRef="#br0" timeOffset="190128.99">31071 5459 5 0,'0'0'39'0,"0"0"-5"0,0 0 0 0,0 0-4 15,0 0-4-15,0 0-9 0,0 0-8 0,0 0-4 16,0 0-3-16,0 0-2 0,0 0-7 0,0 0-2 16,0 0-23-16,0 0-32 0,0 0 14 0</inkml:trace>
  <inkml:trace contextRef="#ctx0" brushRef="#br0" timeOffset="-175612.84">28271 4910 5 0,'0'0'15'0,"5"-4"-1"0,-5 4-6 16,0 0 3-16,8-4-1 0,-8 4-2 0,6-3 0 15,-6 3-3-15,9-3 3 0,-9 3 3 16,8-3-4-16,-8 3-8 0,0 0 4 0,9-1-3 0,-9 1 0 16,10-1 3-16,-10 1-2 0,10 0-3 0,-10 0-1 15,10-3 0-15,-10 3-1 0,13-1 4 0,-13 1-6 16,11 0-2-16,-4-2-7 0,-7 2-17 0,15 0 7 16</inkml:trace>
  <inkml:trace contextRef="#ctx0" brushRef="#br0" timeOffset="-161775.68">28485 4932 73 0,'0'0'89'0,"0"0"-8"0,0 0-9 16,0 0 1-16,0 0-14 0,0 0 2 0,0 0-16 16,0 0 1-16,-6 5-4 0,6-5-8 0,-8 4 5 15,5 1-8-15,3-5 5 0,-10 8-15 0,6-3 4 16,0 0-9-16,-1 0 2 0,5-5-6 0,-8 7-7 15,4-4-2-15,4-3-3 0,-6 8 3 0,6-8-6 16,-7 5-9-16,7-5 4 0,-6 7 10 0,6-7-7 16,-6 5 5-16,6-5 1 0,0 0 1 0,-4 5-3 15,4-5 3-15,0 0 0 0,0 0-5 0,-5 3 3 16,5-3 2-16,0 0 2 0,0 0 7 0,0 0 9 16,0 0 4-16,0 0-3 0,0 0 7 0,-12-8-7 15,12 8-9-15,0 0 2 0,-3-11 0 0,3 11 2 16,-2-6 2-16,2 6 1 0,0 0 12 0,-3-9-10 15,3 9-6-15,0 0-2 0,3-12-2 0,1 6 3 16,-4 6-6-16,7-9 5 0,-5 4-8 0,3-1 17 16,0 3-10-16,-2-3-12 0,-3 6 8 0,12-10 1 15,-5 7 2-15,-1-1-4 0,1-2 5 0,3 0-1 16,-2 1 2-16,1 0-1 0,2 1-3 0,0-1 3 16,1 4-8-16,-1-3 5 0,0 1 3 0,1 1 0 15,0-1-7-15,-2 2 4 0,2 1-7 0,-2 0 7 16,-2 0-4-16,-1 1 5 0,3-1-4 0,-3 3-1 15,1-1 2-15,2 3-4 0,-3-2 0 0,-1 1-2 16,3 2 0-16,-1 0 1 0,0 1 3 0,0 1 1 16,0-1-5-16,-1 2 4 0,1-2-3 0,-1 1 3 15,2-1 1-15,0 0-3 0,4 3-3 0,-5-2 4 16,-1 0-4-16,1-1 4 0,0 0-3 0,2 0 8 16,-1-1-3-16,-1 1 4 0,-1 1 1 0,0-2-6 15,4-1-2-15,-4 3 0 0,-2-3 5 0,2 0-13 16,1-1 11-16,-3-1-6 0,2-1 4 0,0 0 3 15,2 1 6-15,-3 0-3 0,-6-3-11 0,12 4 7 16,-7-3 0-16,-5-1 0 0,12 3 1 0,-12-3-6 16,11 1 7-16,-11-1 3 0,12-3-5 0,-12 3-2 15,11-4 6-15,-4 2-4 0,-1-1 4 0,0 0-4 16,-6 3-3-16,12-7 7 0,-4 3 4 0,-5 1-5 16,3-2 15-16,0 0 6 0,-2 0-6 0,-2-2 1 15,-2 7-5-15,8-10 0 0,-2 1-1 0,-2 1-8 16,0-1 5-16,2 3-6 0,-4-4-5 0,0 5 6 15,2-1-2-15,-1-5-4 0,0 1 5 0,1 1-4 16,0-1-4-16,1 3-1 0,-1 0 6 0,-2-1 1 16,2 3-2-16,-1-1-1 0,-3 6-7 0,6-13 4 15,-3 9 1-15,1-2-3 0,1 0 3 0,0 1-5 0,-1 0 1 16,2 0 1-16,-2 1 0 0,3 1-9 16,1-3 11-16,0 0-3 0,-2 2 1 0,1 1-6 15,0 1 3-15,-7 2 3 0,11-4 2 0,-11 4-4 16,13 0-2-16,-5 1 3 0,-8-1 2 0,16 4-8 15,-8-1 7-15,2-2 2 0,0 5-4 0,-1-2 4 16,2 1-2-16,-2 1-1 0,-1-2 2 0,0 3 0 16,2-3-3-16,-2 2 0 0,-2-1 0 0,-1 0 2 15,3 0 1-15,-3-1-2 0,0 0 2 0,0 2-3 16,1-3 10-16,1 3-10 0,-2-1 0 0,3-3 8 16,-3 1-6-16,0 2 1 0,2-3 1 0,-2 3 1 15,2-3 2-15,-1 1-3 0,-6-3-1 0,13 5 2 16,-4-2-1-16,-3 0 0 0,-6-3-5 0,11 3 5 15,-4-2-1-15,-7-1 4 0,9 1-3 0,-9-1-2 16,11 0 7-16,-11 0 0 0,0 0-7 0,13-2 8 16,-7-1-8-16,-6 3 3 0,9-4-2 0,-5 1 4 15,-4 3 1-15,11-7-5 0,-9 2 0 0,4-1-1 16,-3 3 2-16,3-2 2 0,-2-3-8 0,-1 4 0 16,2-4 13-16,-1 3-7 0,-1-1 6 0,1 1-5 15,1-2 3-15,-5 7-6 0,6-10 2 0,-3 3-1 16,3 3 1-16,-1-2-2 0,-5 6-3 0,8-7-3 15,-4 5 8-15,-4 2-4 0,5-6 4 0,-5 6-3 16,9-1-2-16,-9 1 2 0,0 0-4 0,14 0-3 16,-14 0 5-16,14 4 0 0,-7 1-5 0,0-3 8 15,2 2-6-15,1 0 3 0,0 1-1 0,-1 0 5 16,1 2-3-16,1-2 5 0,-1 0-4 0,0 0 2 16,2 0 3-16,-3 1-6 0,1 0 0 0,-3-2 2 0,6 1 2 15,-1-1 2-15,-2-1-1 0,0 1-3 0,0-1 3 16,1-1 1-16,0-1-1 0,1 1 0 15,-2-2 1-15,-2 0-8 0,3 2 7 0,-5-2-5 16,-6 0 1-16,15 0 6 0,-15 0-2 0,11-2 1 16,-3 0 1-16,-3-1 0 0,-5 3 2 0,10-4-1 15,-4 1 0-15,-6 3 4 0,9-7-7 0,-4 4-3 16,2-2 7-16,2-2-7 0,0 1 5 0,-2 0-6 16,2-1 1-16,-1 3 1 0,2 1-2 0,-1-1-2 15,-1 0-1-15,1 0 6 0,-2 2-8 0,0 0 11 16,-7 2-5-16,14 0-3 0,-14 0 1 0,13 0-4 15,-7 2 3-15,-6-2-1 0,13 4 3 0,-8-1 1 16,0 0-4-16,2 1 5 0,-1-1 2 0,-1 1-5 16,0 1-1-16,1-2 4 0,-6-3-1 0,10 7 1 15,-4-4-5-15,-1 1 2 0,0-1 5 0,0 1-3 16,-5-4-1-16,9 3 3 0,-3 0 0 0,-6-3-3 16,11 3 2-16,-5-3 2 0,-6 0-3 0,9 2 2 0,-9-2 1 15,11-1 0-15,-11 1 3 0,13-3-5 16,-6 1-2-16,-7 2 6 0,12-3-4 0,-6-2-3 15,-1 2 3-15,-5 3-2 0,10-8 4 0,-1 3-5 16,-3 2 2-16,1-2 2 0,-1-3 3 0,0 4 1 16,-2-1-2-16,0 0-7 0,1-1 6 0,2 0 0 15,-1-1 0-15,0 3-3 0,-1-2-2 0,2 3-6 0,-2-1 9 16,0 0-4-16,3 1 4 0,-2-1 1 16,1 2-8-16,-7 2 1 0,12-2 0 0,-4 1 3 15,-8 1-6-15,15 3 1 0,-3 1 4 0,-3-1-9 16,0 2 12-16,2 2-3 0,2 0 4 0,-4 0-6 15,-1 1-4-15,3 1 10 0,-2-1-2 0,0-1 3 16,1 2 4-16,-1-2-8 0,0 2 7 0,0-1-5 16,-1-3 0-16,-3-1 3 0,1 3-5 0,-2-4 1 15,4 2 0-15,-3-1 3 0,0-1 3 0,-5-3-5 16,9 4 4-16,-5-1 0 0,-4-3 2 0,9 2 1 16,-9-2 1-16,0 0 4 0,15-4-1 0,-10 2-1 15,3-1 7-15,-2 0-4 0,-6 3 10 0,10-7-3 16,-4 3-6-16,1-3 1 0,2 0 2 0,-1 1-3 15,-3 1-4-15,3-3-3 0,2 3 2 0,-2-3-3 16,2 2-5-16,0 1-11 0,-2-1 2 0,3 3-3 16,-1-3 6-16,1 4-10 0,-2-1 4 0,3 0 1 15,-3 3-4-15,2 0-2 0,-3 1 7 0,0 1 2 16,2 2 0-16,-1 0-2 0,-1 0 3 0,1 1-1 16,1 2-1-16,2-1 5 0,-3 0 3 0,1 2-6 15,1 0 4-15,0 0-1 0,-1-3 3 0,1 2-1 16,2 0 2-16,-4-2-1 0,5 2 3 15,-5-3-7-15,2-1 5 0,2 0 2 0,-2 0 0 0,0 0-1 0,0-2 3 16,1 1 2-16,-1-2-1 0,0-2 2 16,-4 2-1-16,4 0 3 0,-11 0 4 0,12-1 0 15,-12 1 3-15,11-1 4 0,-11 1-5 0,10-6-13 16,-4 2 2-16,2-1-5 0,2-1 6 0,-1 0-6 16,-1 1 1-16,2 0 4 0,-2 1-8 0,-3-1 1 15,4 2-4-15,-2 2-2 0,1-1-3 0,-8 2 7 16,0 0-2-16,14 3-2 0,-10 0-5 0,2 0 9 15,2 1 3-15,-3-1-1 0,0 1-12 0,4 1-13 16,-4-2-11-16,4 3-27 0,-1-3-39 0,5 0-23 16,1-1-42-16,5 1-109 0,8-2-301 0,1-3 133 15</inkml:trace>
  <inkml:trace contextRef="#ctx0" brushRef="#br0" timeOffset="-160888.87">28198 5556 56 0,'37'-4'39'0,"17"2"-24"16,3-2-34-16,2 0-20 0,1 0 10 0</inkml:trace>
  <inkml:trace contextRef="#ctx0" brushRef="#br0" timeOffset="-160683.83">31123 5438 2 0,'7'-1'159'0,"-7"1"-14"16,0 0-22-16,0 0-16 0,0 0-25 0,0 0-33 15,0 0-22-15,0 0-28 0,0 0-20 0,0 0-27 16,-22-12-56-16,14 12-113 0,-1-2 49 0</inkml:trace>
  <inkml:trace contextRef="#ctx0" brushRef="#br0" timeOffset="-158855.39">26791 6135 2685 0,'-4'-17'-205'0,"2"-1"-197"0,2 7-104 15,2 1 244-15,2 1-285 0,-1 3 126 16</inkml:trace>
  <inkml:trace contextRef="#ctx0" brushRef="#br0" timeOffset="-137397.28">28528 4839 9 0,'0'0'89'0,"0"0"-15"0,4-5-12 16,-4 5-2-16,0 0-11 0,0 0 4 16,0 0-19-16,0 0-13 0,0 0-11 0,0 0-12 15,0 0-14-15,0 0-16 0,0 0-37 0,0 0-74 16,10 0 32-16</inkml:trace>
  <inkml:trace contextRef="#ctx0" brushRef="#br0" timeOffset="-135024.08">30985 5010 43 0,'0'0'48'0,"0"0"-1"0,0 0-5 16,0 0-4-16,0 0-3 0,7 2-4 0,-7-2 0 15,0 0-7-15,0 0 2 0,0 0-4 0,0 0 3 16,0 0-9-16,0 0 7 0,0 0-6 0,0 0-5 16,0 0 6-16,0 0 0 0,0 0-5 0,0 0 1 15,0 0 4-15,0 0-8 0,0 0 1 0,0 0-7 16,0 0 4-16,0 0-2 0,0 0-4 0,0 0 7 16,0 0-5-16,0 0 0 0,0 0-1 0,0 0-4 15,0 0 1-15,0 0 9 0,0 0-8 0,0 0 1 16,0 0-5-16,0 0 8 0,0 0 1 0,0 0-3 15,0 0 3-15,0 0-5 0,0 0 3 0,0 0 2 16,0 0-6-16,0 0-3 0,0 0 4 0,0 0 4 16,0 0 2-16,0 0 4 0,0 0-4 0,0 0-11 15,0 0 17-15,0 0-13 0,0 0 3 0,0 0 19 16,0 0-11-16,0 0-13 0,0 0 10 0,0 0 6 16,0 0-11-16,0 0-5 0,0 0 11 0,0 0-5 15,0 0-1-15,0 0-3 0,0 0-2 16,0 0 10-16,0 0-8 0,0 0 5 0,0 0-6 15,0 0 4-15,0 0 1 0,0 0 21 0,0 0-28 0,0 0 2 16,0 0 2-16,0 0-5 0,0 0-3 0,0 0-7 16,0 0 0-16,0 0-7 0,0 0-8 0,0 0-8 15,0 0-17-15,0 0-51 0,0 0-114 0,0 0 50 16</inkml:trace>
  <inkml:trace contextRef="#ctx0" brushRef="#br0" timeOffset="-109946.21">18553 4325 3 0,'0'0'160'0,"0"0"9"16,-2-7-5-16,2 7-3 0,0 0-8 15,-3-7-15-15,3 7-9 0,0 0-7 0,-1-7-3 0,1 7-8 16,0 0-11-16,0 0-5 0,0 0-9 15,0 0-8-15,0 0-5 0,-1-8-6 0,1 8-1 16,0 0-8-16,0 0-4 0,0 0-4 0,0 0-1 0,0 0-1 16,0 0-4-16,0 0-3 0,0 0 3 15,0 0-2-15,0 0-6 0,0 0 1 0,0 0-7 0,0 0 2 16,0 0-4-16,2-11-20 0,-2 11-5 16,0 0 7-16,0 0 6 0,0-7 1 0,0 7-5 0,0 0 3 15,2-9 0-15,-2 9-1 0,0 0-1 0,0 0-1 16,0-12 0-16,0 12 2 0,0-7 1 15,0 7 11-15,0 0-2 0,-2-11 2 0,2 11-2 16,0 0 4-16,0 0-5 0,0-9-3 0,0 9 2 16,0 0-1-16,0 0-3 0,2-7 2 0,-2 7-6 15,0 0-1-15,0 0-2 0,0 0-3 0,0 0-2 16,0 0-4-16,0 0 6 0,0 0-5 0,0 0-4 0,0 0 1 16,0 0 1-16,0 0 2 0,6 24-3 15,-6-11 9-15,1 0 9 0,4 2 0 0,-5 4 3 16,1-2 6-16,1 1-8 0,-1 3 4 0,0-3-3 0,1 1 1 15,-2 5 13-15,0-6-2 0,0 1 0 16,0-2-7-16,0 1 1 0,0 1 1 0,0 0-3 16,-2 0-3-16,1-3 3 0,1 0-1 0,0 1-4 15,0-4-1-15,0 0 2 0,1-3-9 0,-2-1 1 16,1 1 2-16,0-3 5 0,0-7-7 0,-1 14 0 0,1-7 2 16,0-7-5-16,-2 10-7 0,2-10 7 0,0 10-3 15,0-10-13-15,-1 7-20 0,1-7-19 0,0 0-14 16,0 0-28-16,0 9-21 0,0-9-26 0,0 0-52 15,0 0-42-15,0 0-241 0,0 0-508 16,0 0 225-16</inkml:trace>
  <inkml:trace contextRef="#ctx0" brushRef="#br0" timeOffset="-109443.23">18512 4438 18 0,'0'0'176'0,"0"0"-13"0,-1-10-21 15,1 10-11-15,4-7-13 0,1 1-10 0,3 2-11 0,1-2-14 16,4-1-3-16,3 4-15 0,3-7-7 0,0 4 5 16,2 1-13-16,-3-1-6 0,2-1 1 0,-2 2-3 15,-6 0 3-15,0-1-7 0,1-1 9 0,-4 0-9 16,0-3-9-16,1 3 17 0,-2 0 12 16,-3-2 3-16,-1 0 3 0,0 0 2 0,-2 0-3 0,2 1-9 15,-4 0 8-15,0 8 5 0,1-11 0 0,-1 11-7 16,0-8-4-16,0 8-6 0,0 0-15 0,0 0-2 15,0 0-3-15,0 0-1 0,0 0-6 0,0 0 1 16,4 33-6-16,-4-15 3 0,3 1-3 16,-3 6 0-16,2 1-1 0,0-7 0 0,0 1-2 0,-1-1-2 15,2 0 0-15,-3 0-1 0,1-2 1 0,2-1-1 16,-2-2 1-16,-1-3-3 0,1-1-6 0,-1-3 8 16,2 2-6-16,-2-9 2 0,0 13-3 15,0-8 5-15,0-5-3 0,0 8 5 0,0-8-3 16,0 0 10-16,0 9 9 0,0-9 4 0,0 0 7 0,0 0 1 15,0 0-2-15,0 0-8 0,0 0 0 0,0 0-2 16,0 0-8-16,0 0 0 0,9-29-6 0,-6 20 0 16,0 2 1-16,2-3-6 0,-2 3 6 0,1 2-8 15,-1-2-8-15,4 4 7 0,-7 3-12 16,9-6-2-16,-4 5 2 0,-5 1 9 0,15 1-6 16,-7 2-3-16,1 3-7 0,1 1-2 0,0-2-16 0,0 2-10 15,-1 0-18-15,3 1-15 0,-3 1-35 0,1-4-21 16,0 5-26-16,0-3-38 0,7 0-37 15,-8 1-142-15,1-3-404 0,2 0 180 0</inkml:trace>
  <inkml:trace contextRef="#ctx0" brushRef="#br0" timeOffset="-109079.03">19231 4389 183 0,'-3'-11'216'0,"-1"3"-4"0,-1-1-16 0,1 4-15 16,-2 0-22-16,1 3-14 0,5 2-16 0,-18 2-13 15,6 4-9-15,-2 6-14 0,-6 4-6 0,2 5-14 16,1 1-3-16,3 0-5 0,4-5-8 0,1 0-7 16,3 2-2-16,2-1-5 0,3-5-4 0,-1 4-5 15,4-5 0-15,0-2-3 0,2 0-3 0,1-1 5 0,-1-3-9 16,2-2 0-16,2 3-1 0,-2-5-1 16,2-2 1-16,4 2-2 0,-12-2 1 0,18-7 3 15,-8 5 6-15,-1-4-1 0,1-1 1 0,-1-2 6 0,0-1 5 16,-2-1-6-16,0 0-1 0,-2-1 1 0,1-3-1 15,1 0 3-15,-5 5-6 0,1-2-5 0,-2 3 0 16,2 2 4-16,-3 7-10 0,2-10-5 16,-2 10-3-16,2-7-10 0,-2 7 2 0,0 0-3 15,0 0 2-15,0 0-4 0,0 0 5 0,1 24-4 16,-4-9 3-16,2 2-1 0,0 1 1 0,1-1-4 16,0 0 5-16,0 1-3 0,0-1-4 0,0 2-20 15,0-3-26-15,0-5-23 0,5 4-25 0,0-4-28 16,-1-2-28-16,2 1-31 0,1-2-32 0,-1-3-161 15,-6-5-408-15,15 6 181 0</inkml:trace>
  <inkml:trace contextRef="#ctx0" brushRef="#br0" timeOffset="-108862.54">19450 4315 150 0,'0'-20'207'15,"-3"3"-1"-15,0 5 2 0,1-1 5 0,3 6-6 16,-2-1-19-16,1 8-18 0,-4-10-22 0,4 10-16 15,0 0-7-15,0 0-25 0,0 0-7 0,-7 25-10 16,6-6 3-16,-2 8-7 0,0 1-5 0,0 2-8 16,-1 0-6-16,4-3-3 0,-1 4-8 0,0-1 3 15,1-2-7-15,-2-1-7 0,4-1-2 0,-4-5-6 16,5 4-12-16,-2-7-29 0,3-1-32 0,-1-1-34 16,-3-3-46-16,0-2-50 0,2-1-50 0,-2 1-156 0,1 0-410 15,-1-11 182-15</inkml:trace>
  <inkml:trace contextRef="#ctx0" brushRef="#br0" timeOffset="-108713.7">19318 4477 61 0,'-3'-7'212'0,"3"7"-26"0,-3-6-18 0,3 6-18 16,0 0-17-16,0 0-10 0,6-12-18 0,-6 12-5 15,19-2-15-15,-3 0-6 0,14 2-38 0,3-1-51 16,4-1-68-16,1 3-149 0,16-6-243 0,-4 4 107 15</inkml:trace>
  <inkml:trace contextRef="#ctx0" brushRef="#br0" timeOffset="-108059.43">19858 4375 160 0,'0'0'240'0,"-6"-6"-7"16,6 6-5-16,0 0-12 0,-7-5-11 0,7 5-25 16,0 0-21-16,0 0-15 0,0 0-18 0,-3-5-13 15,3 5-16-15,0 0-8 0,0 0-12 0,0 0-7 16,13 26-6-16,-6-11-5 0,-1 3-8 0,1 1-3 16,2 4-6-16,1 2-3 0,-1-2-3 0,0 5-3 15,-4-4-4-15,0-6 0 0,0-3-3 0,0 1-3 16,0-2 2-16,0-2-3 0,-2-2-4 0,-1-3-2 15,0-2-2-15,-2-5 0 0,2 11 2 0,-2-11 18 16,4 6 15-16,-4-6 21 0,3 3 15 16,-3-3 13-16,0 0 15 0,0 0-10 0,0 0 5 15,0 0-9-15,10-11-18 0,-4 2-13 0,2-6-6 0,1 0-12 16,-1-2-1-16,2-8 0 0,1 1-8 0,1 0-12 16,1 0-5-16,-3-3-19 0,4 2-5 0,-1 0-19 15,-2 0-2-15,-1 7-26 0,3-4-12 0,-1 7-26 16,-6-2-8-16,1 8-25 0,-2 0-39 0,0-1-55 15,0 5-46-15,1 1-16 0,-6 4-196 0,8 0-508 16,-8 0 225-16</inkml:trace>
  <inkml:trace contextRef="#ctx0" brushRef="#br0" timeOffset="-107212.14">20385 4350 14 0,'0'-9'231'0,"0"9"-5"15,0 0 2-15,0-10-9 0,0 10-17 0,-7-7-13 16,7 7-20-16,-12-3-14 0,0 5-15 0,3 0-13 16,-4 4-4-16,-3 3-12 0,0 4-10 0,0 5-7 15,-2 3-13-15,2-2-5 0,0 3-6 0,7-5-5 16,-1 0-9-16,2 0-2 0,2 2-1 0,2-2-14 16,0-1 0-16,3 1-8 0,-1-6-2 0,2 0-1 15,2-1 1-15,0 0-7 0,2-4 0 0,1 2-2 16,0-6 0-16,2 2 3 0,-7-4-4 0,19-1-2 15,-6-2-3-15,-1 0-1 0,1-3 0 0,5 0-2 16,-2-5 3-16,-5 3-3 0,0-3 3 16,2-4-9-16,-1 3 2 0,-3-2 1 0,-2-1-1 0,0-2-3 15,-1 2 2-15,-1 0-1 0,-1-1-7 0,0 3 6 16,-1 3 1-16,-1 0 7 0,2 2 0 0,-4 0 0 16,0 8-5-16,2-9 0 0,-2 9-7 0,0-7 3 15,0 7-3-15,0 0-2 0,0 0-2 0,0 0 1 16,0 0 3-16,-6 28 2 0,2-13-1 0,3 1 0 15,-3 0 0-15,3 1 0 0,-2 1-1 0,3-2 2 16,1 0-1-16,-1 1 2 0,3-7-1 0,2 2-1 16,0-3 5-16,3 1 2 0,0-4-2 0,2 2 10 15,1-2 5-15,2 0-3 0,5-6 5 0,1 1-3 16,0-1-4-16,-1 1 4 0,1-5-6 16,0 0 3-16,0-1-5 0,-2-1 5 0,-2-2-5 0,-2 3 1 15,2-7-2-15,-2 2 0 0,-2-2 9 0,-2 2-13 16,-3-1-4-16,0-1 2 0,-2 1-6 0,-1-5 2 15,-3 1-4-15,-1 2 3 0,-1 0-2 16,1 1-1-16,-2 0 1 0,1 2 2 0,-2-1-1 0,0 2 1 16,1 2 0-16,1 1-2 0,2 6-2 0,-2-10 3 15,2 10-4-15,0 0-7 0,1-11 4 0,-1 11-1 16,6-5 0-16,1 2-1 0,0 1-1 0,4 0 3 16,1 5 0-16,1 1-3 0,0-2 2 15,0 3 0-15,-2 1 1 0,-1 1 2 0,-1 2-6 16,-1 3 6-16,1 2-2 0,0 2 7 0,-5 1 4 15,1 1-8-15,-3 0 0 0,1-3 2 0,-2 3 2 0,1-6 0 16,-1 5-2-16,0-4 2 0,0-2-2 16,1-1 3-16,0 0 0 0,2-1-1 0,0-2 1 0,-2-1 4 15,-2-6 3-15,8 8 4 0,-3-5 3 0,2-1 2 16,-7-2 3-16,14-1 1 0,-3-3 0 0,-1-2-2 16,-1-1 0-16,0 1 7 0,0 0 0 0,-1-4-7 15,-2-1 2-15,2-3-1 0,-2-2-2 0,1 1 1 16,-4 1-5-16,1-2-1 0,-1-1 7 0,0 5-3 15,-3 2 5-15,1 0 1 0,-2 3 4 0,2-1 1 16,-1 8-2-16,0-10-4 0,0 10-7 0,0 0-5 16,0-9 0-16,0 9-3 0,0 0 7 15,0 0-5-15,0 0-3 0,-9 28-1 0,6-16 2 0,1 5 0 16,-2-1 1-16,3 3-9 0,2-3-1 0,-1 2-28 16,-1-1-28-16,2-2-34 0,1-2-36 0,0 3-38 15,1 1-31-15,0-6-56 0,0 0-50 0,-1-1-157 16,-2-10-500-16,5 14 221 0</inkml:trace>
  <inkml:trace contextRef="#ctx0" brushRef="#br0" timeOffset="-107079.45">20938 4433 1661 0,'-10'-27'-17'0,"-2"0"44"16,3 11 4-16,0 0-20 0,3 4 6 0,0 2-5 15,2 1-2-15,0 2-4 0,1 2-19 16,3 5-27-16,0 0-27 0,0 0-28 0,0 0-28 0,0 0-114 15,0 0-257-15,13 23 114 0</inkml:trace>
  <inkml:trace contextRef="#ctx0" brushRef="#br0" timeOffset="-106596.79">21090 4585 17 0,'9'4'261'0,"-9"-4"-13"0,0 0-12 15,0 0-2-15,20-9-4 0,-14 4-6 0,0 0-10 16,0-1-16-16,2-2-19 0,0 1-18 0,-1-4-10 15,2 1-11-15,0 1-15 0,0-4-9 16,3-2-12-16,-3 1-7 0,-2 4-14 0,1-4-2 16,-3 3-7-16,3 3-1 0,-4-2 14 0,-3 4-16 15,1-1-1-15,0 1-4 0,-2 6-11 0,0-10-11 0,0 10-1 16,0 0-5-16,-7-8-8 0,7 8-5 0,0 0-2 16,-18 14-3-16,7-3 2 0,-3 1-8 0,2 2 0 15,0 1 9-15,1-1-12 0,5 3-2 16,2-8-2-16,0 3-1 0,3-2 1 0,2 2 2 15,2-1 1-15,1-2-4 0,2 0-3 0,3-2 1 16,4-1 4-16,5 0 3 0,2-1-7 0,8-2 3 0,2-3 1 16,-2-3-5-16,1 0 3 0,-1-1 3 15,-7-3-3-15,2 4-3 0,-3-5 1 0,-1-1 6 0,-1-3-9 16,-2 2-3-16,2-3 5 0,-6 0 2 16,1 0 0-16,-3-2-5 0,-2 5 5 0,1-3-8 15,-4 2 8-15,0 2-4 0,-1-3 4 0,-1 6-3 16,-1-1 3-16,-1 1 0 0,-1 6-7 0,3-8-5 15,-3 8-3-15,0 0-1 0,0 0 4 0,0 0-3 16,0 0 5-16,0 0 1 0,-6 22 1 0,2-11-1 16,-1 4 0-16,1-1 5 0,0 3-8 0,0 1 16 15,-1 0 5-15,1-1-16 0,3 1 13 0,0-1-9 0,1-2-2 16,0 0-6-16,1-2-22 0,-1-1-23 0,3 1-36 16,-1-1-34-16,-1-1-52 0,3-1-57 15,1-2-62-15,-1 2-217 0,2-5-552 0,-6-5 245 0</inkml:trace>
  <inkml:trace contextRef="#ctx0" brushRef="#br0" timeOffset="-106296.39">22249 4195 2615 0,'0'-25'10'15,"-3"0"31"-15,0 8 2 0,-1 1 15 0,0 5 18 16,2 5-1-16,-1-1-5 0,3 7-13 0,-4-12-14 15,4 12-8-15,-1-6-6 0,1 6-3 0,0 0-4 16,0 0 21-16,-14 30-5 0,6-3 1 0,0 2 2 16,-3 16 1-16,2 0-2 0,1 0-3 0,3 2 5 15,-2-2-3-15,3 3-3 0,0-14-1 0,0 2-1 16,-2 10 6-16,-1-1-4 0,1-12-8 0,2 1-4 0,0 2-4 16,1-6 1-16,-4 2-1 0,2-3-5 0,-3 0-4 15,3-3 0-15,0-1 4 0,1-6-6 16,-1-2 11-16,0 1-9 0,-1 0-3 0,2-7-21 15,0-3-14-15,1 1-22 0,2-2-22 0,-1-2-25 16,2-5-36-16,-11 7-40 0,11-7-52 0,-14 3-37 16,7-4-224-16,7 1-526 0,-19-8 232 0</inkml:trace>
  <inkml:trace contextRef="#ctx0" brushRef="#br0" timeOffset="-105312.9">22009 4580 2011 0,'2'-17'105'0,"-2"-2"3"0,3 3-56 15,-3 6-4-15,1 0-12 0,2 0 0 0,-2 3-2 0,6-1-6 16,-2-1 0-16,2 4 7 0,-2 0 5 16,3 1-5-16,2 0 1 0,3 4-5 0,4 1 4 15,-3 2-5-15,6 3-1 0,6 3-2 0,-6 0-2 16,4 5-2-16,-2-2 0 0,0 6-7 0,-5-5 2 16,-3-1-2-16,0-2-2 0,-4 5 0 0,-2-5-2 15,-2 0-4-15,0 0 4 0,-1-2-3 0,-2 0 1 16,1 2-1-16,-3-4 0 0,0 0 1 0,-1-6-6 15,0 0 5-15,-3 13 0 0,3-13 1 0,-6 7-2 16,6-7 0-16,0 0 2 0,-10 2-3 0,10-2 1 16,0 0 8-16,0 0-9 0,0 0-5 0,-7-12-4 15,7 12-7-15,6-17-5 0,4 2 1 0,2 0 3 0,6-5 0 16,-2-1-7-16,6 0-2 0,0 2 4 16,-2 1-3-16,-1 1 2 0,-3 6 2 0,-1-2 0 15,-1 1 2-15,-3 5 1 0,-3-2 3 0,0 2 3 16,-3 4 5-16,1-1-1 0,-6 4 1 0,7-6-6 15,-7 6-2-15,0 0 0 0,0 0 8 0,0 0 0 16,0 0 6-16,-2 24 1 0,-4-13 0 0,-1 3 8 16,-1 0-1-16,1-2 5 0,2-1-2 0,-1 3 0 15,2-1-4-15,0-3 3 0,3 1-3 0,0-2 3 16,1 1-3-16,0-2 0 0,2-1-2 0,2 0 2 16,0-2 3-16,2-1 1 0,2 0 2 0,0-2 2 15,1 0-3-15,2-1 5 0,-3 0-1 0,0-1 4 16,-8 0-1-16,13-5 1 0,-6 1-2 0,-2 0-8 15,3-3 4-15,-3 0-6 0,0-1 0 0,-1 2-1 16,-2-4 1-16,0-1-7 0,-1 2 0 0,1-1 3 16,0 1 8-16,-1-1-7 0,0 1-9 0,2-1 1 15,-2 0-4-15,2-1-3 0,-2 2 4 0,1 0-2 16,1 4-3-16,1-2 2 0,0 3-1 0,-4 4-6 16,11-10 4-16,-3 8 1 0,2 1-3 0,0 2 1 15,2 1 1-15,-1 1 0 0,0 1-1 0,1 3 4 16,1 1-2-16,-1 4 3 0,-1 0-2 0,-3-1 2 15,-2-1-3-15,2 0 5 0,-1 3 4 0,0 0-8 16,-2-5 4-16,-1 1 1 0,-2-1-1 0,3-1 4 16,-5-7 5-16,4 11 10 0,-4-11 17 0,0 0 16 15,4 8 12-15,-4-8 2 0,0 0 0 0,0 0-5 16,0 0-10-16,0 0 2 0,0 0-2 0,0 0 2 16,0 0-3-16,0 0-7 0,0 0-3 0,-13-34-4 15,13 25-8-15,3-3 12 0,2 1-15 0,3-5-12 16,-1 1-1-16,4 0-1 0,1 1-2 0,3 1-6 15,-2 3 6-15,0 1-2 0,0 1 0 0,0 4-9 16,-2 1 0-16,2 3 2 0,-1 0-4 0,2 3-5 16,-3 5 5-16,3 0-1 0,2 2 2 0,-5 2-4 15,0 1 0-15,-1 2 10 0,-4-5-5 0,-1 2 1 16,3-1-1-16,-3 2 2 0,-1-3-1 0,-1-1-5 16,0-2 7-16,-3-7 1 0,4 11 1 0,-4-11 3 15,3 9 1-15,-3-9 6 0,0 0 27 0,3 7-10 16,-3-7-3-16,0 0-6 0,0 0 12 0,0 0-17 15,0 0 3-15,0 0 2 0,0 0-2 0,0-34-7 16,4 24 0-16,1-1-9 0,2-4 2 0,2 1-10 16,3-1 2-16,1 1-4 0,1 2 5 0,0 0-8 15,0 3 2-15,-4 2 1 0,1 1 8 0,-2 2-18 16,0 2 8-16,1 1-2 0,-1 2 2 0,1 3-5 16,-2 2 6-16,1 0-6 0,-2 4 7 0,2-1-3 15,-4 4 7-15,2-3 2 0,-3 2-3 0,2 4 0 16,0 1 2-16,-4-5-25 0,0 1-35 0,-2-1-44 15,0-1-47-15,0 1-64 0,0-12-77 0,-1 18-294 16,-2-12-636-16,3-6 281 0</inkml:trace>
  <inkml:trace contextRef="#ctx0" brushRef="#br0" timeOffset="-103978.43">18892 5218 79 0,'-4'-9'303'0,"2"2"-15"0,-1 0-14 0,3 7-16 16,-4-12-19-16,2 8-19 0,2 4-22 0,-3-7-22 16,3 7-19-16,0 0-18 0,0 0-15 0,0 0-17 0,0 0 8 15,0 0 4-15,10 19 2 0,-2-4 5 16,3 8-10-16,2 5-6 0,4 0-9 0,-3 1-13 15,0 2-8-15,-3-3-4 0,2-1-17 0,0-2 0 16,-3 0 6-16,3-3-19 0,-4 3-5 0,-1-7-2 16,-2-2 1-16,3 0-13 0,-3 1 1 0,1-5 3 0,-3-2-4 15,0-1 13-15,-1 1-23 0,1-3 3 0,0-1-9 16,-2 0 6-16,-2-6-1 0,4 8-3 16,-1-4 0-16,-3-4 1 0,0 0 28 0,0 0 24 15,4 5-38-15,-4-5 14 0,0 0-5 0,0 0-7 0,4-26 6 16,-3 15-10-16,1-5 9 0,1-2-11 0,1-1-17 15,2-7 9-15,1 3 0 0,-2-4-9 0,2 1 1 16,1-2-8-16,1-1 9 0,-3 2-9 16,2 0 2-16,2 3-8 0,-3-1 1 0,-2 6-6 15,2-5 18-15,-3 7-8 0,3 3-6 0,-5 1 9 0,-1 3-4 16,2 1 9-16,0 0 7 0,-2 1-11 0,0 3-1 16,-1 5-3-16,4-10-7 0,-4 10 1 15,0 0-5-15,-1-8-2 0,1 8 6 0,0 0 24 16,0 0-30-16,0 0 2 0,0 0-1 0,0 0-2 0,-22 17 2 15,14-7 10-15,2 2-6 0,-3 1-1 0,1 0 3 16,3-3-1-16,0 1-1 0,2 0-6 0,1-1 8 16,1-3 0-16,-1-1 6 0,2-6-3 15,0 13 4-15,4-7-2 0,0 0-1 0,1-1-8 16,4 0-12-16,4-1-16 0,0-4-17 0,7 2-18 0,2-2-24 16,7-4-29-16,1 0-42 0,1 0-47 0,0-1-35 15,4-1-44-15,-5 4-226 0,-8-1-565 0,-1 1 249 16</inkml:trace>
  <inkml:trace contextRef="#ctx0" brushRef="#br0" timeOffset="-103611.7">19471 5595 120 0,'0'0'278'0,"0"-13"-2"0,0 7-10 0,0 6-11 15,0 0-14-15,-1-15-6 0,1 15-8 0,0 0-25 16,1-9-18-16,-1 9-16 0,0 0-22 0,0 0-10 15,0 0-21-15,0 0-2 0,0 0-10 16,0 0-7-16,-12 23-2 0,11-11-4 0,-2 5-5 0,0-2-5 16,-2 6-12-16,3-2-3 0,0-4-7 0,-1 4-2 15,-1-1-7-15,3 2 0 0,0-2-10 0,-2-1-1 16,1-1-29-16,2 1-42 0,-2-5-37 0,0 0-36 16,2-1-51-16,-3 0-57 0,5-2-67 0,-4 1-233 15,2-10-556-15,0 0 247 0</inkml:trace>
  <inkml:trace contextRef="#ctx0" brushRef="#br0" timeOffset="-103419.65">19577 5364 3309 0,'-9'-17'2'0,"1"1"0"0,1 3 0 15,0 4-3-15,0-1-2 0,2 2 6 0,1 4-6 16,0-2 1-16,4 6-2 0,-4-7 1 0,4 7 1 15,-4-5-8-15,4 5-9 0,0 0-11 0,0 0-14 16,0 0-35-16,0 0-43 0,26 8-49 0,-12-2-59 16,2 4-203-16,-2-1-469 0,-3 0 209 0</inkml:trace>
  <inkml:trace contextRef="#ctx0" brushRef="#br0" timeOffset="-102596.63">19715 5973 254 0,'0'0'242'16,"0"0"-15"-16,0 0-17 0,0 0-16 0,0 0-1 15,0 0 1-15,0 0-9 0,0 0-14 0,0 0-10 16,-6 16-10-16,6-16-11 0,-4 10-13 0,1-6-14 16,3-4-6-16,-2 8-10 0,2-8-1 0,-3 8-3 15,3-8-3-15,-5 6 3 0,5-6 7 0,0 0 8 16,-1 9 9-16,1-9 9 0,0 0 11 0,0 0 5 15,0 0 0-15,-5 3-2 0,5-3-25 0,0 0 3 0,0 0-16 16,0 0-2-16,0 0-11 0,-7-20-12 16,6 12-5-16,1-1-8 0,-1 0-3 0,1 0-6 15,1-3-3-15,0 1-5 0,3-6-9 0,0 3-3 16,1-1-2-16,1 4-10 0,1 0 2 0,-1 1-15 0,1 0-1 16,0 2-1-16,3 1-2 0,1 1-8 0,0-1 4 15,2 5-3-15,0-1 3 0,1 5-10 16,-1 0 3-16,1 3-1 0,-3 0 3 0,6 2-3 15,-4 2 3-15,-1 1-5 0,-2-1 1 0,-2 0 1 0,0 1-5 16,1-1 7-16,-4 0 1 0,0-2 0 0,-1 3 4 16,-2-4-1-16,0-2 2 0,-2-4 1 0,4 9 2 15,-4-9 3-15,1 7 1 0,-1-7 0 0,0 0 5 16,0 0 3-16,0 0 9 0,0 0 6 0,0 0 0 16,0 0-5-16,0 0-4 0,0 0-2 0,-16-17-11 15,14 9 3-15,2-2-5 0,1-1-6 0,3-5-8 16,1 0 3-16,2 2 1 0,1-4-4 0,3 7-4 15,0-2-2-15,-2 3 0 0,-1 5-2 0,-1-3-2 16,3 2 1-16,0 3 3 0,-1-1-2 0,0 4-2 16,-9 0 2-16,19 5-1 0,-9-1 2 0,0 4 1 15,0-1 1-15,-1 3 2 0,3 2 10 0,-6-1-21 16,-1-1-5-16,2 1-28 0,-1 1-23 16,3 1-38-16,-6-1-32 0,0 0-27 0,0-2-26 0,-3 3-44 15,1-3-54-15,1 0-35 0,-2-5-267 0,0-5-648 16,0 11 287-16</inkml:trace>
  <inkml:trace contextRef="#ctx0" brushRef="#br0" timeOffset="-102408.2">20233 5856 47 0,'5'-13'304'16,"-8"4"-5"-16,3 2-1 0,0 7-2 0,1-12-9 16,-1 12-22-16,0-10-14 0,0 10-35 0,0 0-29 15,0 0-19-15,0 0-16 0,0 0-17 0,0 0-8 16,0 0-14-16,-6 27-10 0,6-10-12 0,0 1-5 15,-4-2-8-15,2 3-16 0,0-3-27 0,1 3-44 16,1-2-32-16,-1-1-33 0,-2-3-26 0,1 3-47 16,0-6-53-16,2-2-54 0,-1-1-209 0,1-7-501 15,-4 12 222-15</inkml:trace>
  <inkml:trace contextRef="#ctx0" brushRef="#br0" timeOffset="-102260.97">20198 5676 2167 0,'-1'-20'63'16,"1"4"-21"-16,0 0-18 0,0 6-25 0,-2 3-19 16,2 7-27-16,-1-8-3 0,1 8 23 0,0 0-4 15,0 0-13-15,0 0-24 0,5 35-26 0,-1-16-38 16,3 12-38-16,-2 0-99 0,1-1-292 0,0-1 130 16</inkml:trace>
  <inkml:trace contextRef="#ctx0" brushRef="#br0" timeOffset="-102039.06">20350 5964 232 0,'0'0'294'0,"0"0"-25"16,0 0-18-16,0 0-7 0,0 0-2 0,0 0 1 16,0 0-10-16,-2-23-14 0,3 16-13 0,1-3-23 15,-3-1-2-15,5 2-33 0,1-3-13 0,2-3-14 16,4 2-6-16,-1 1-12 0,-1 5-14 0,1 0-10 16,1 1 3-16,-2-1-22 0,2 5-6 0,-1 0-5 15,2 4-9-15,0 0 2 0,-1 4-8 0,-1 0-9 16,1 0 0-16,-2 2-4 0,-1 2 0 0,1-1 13 15,-3 2-28-15,1 0-35 0,-2 1-28 0,-2-2-32 16,-1 0-40-16,2 0-56 0,0 1-62 0,-2-5-73 16,-1 2-184-16,3-3-546 0,-4-5 241 0</inkml:trace>
  <inkml:trace contextRef="#ctx0" brushRef="#br0" timeOffset="-101762.53">21179 5511 2855 0,'3'-20'126'0,"-2"2"-24"0,2 0-24 16,-3 6 24-16,1 1 11 0,-2 3 15 0,1 1-9 15,0 7-9-15,0-11-13 0,0 11-2 0,-1-11-12 16,1 11-7-16,0 0-8 0,0 0-17 0,0 0 1 16,0 0-19-16,0 0 19 0,7 29 26 0,-3-11-4 15,-1 6-8-15,-1 2-1 0,3 3-11 0,-1 1 4 16,-1-3-9-16,1 1-5 0,-4 0 4 0,2-2-14 15,-1 0 0-15,-1-7-6 0,0 7-3 0,2-8-1 0,-2-3-1 16,0 1 1-16,-2-4-14 0,4 0-22 16,-2-1-28-16,0-2-31 0,1 0-45 0,0-1-35 0,-1 0-29 15,0-8-41-15,0 10-54 0,0-10-46 0,3 9-295 16,-3-9-666-16,0 0 295 0</inkml:trace>
  <inkml:trace contextRef="#ctx0" brushRef="#br0" timeOffset="-101329.33">21089 5664 2971 0,'-13'-7'24'16,"0"3"-15"-16,4-2-10 0,-1 4-8 0,5-2 1 0,-1-1 3 15,6 5 5-15,0 0-5 0,0 0 5 0,0 0 11 16,0 0 9-16,24-9 6 0,3 6 4 0,6-2 7 16,7 1 7-16,-1 0-4 0,14-3-2 0,-16 1-4 15,1 3-2-15,-1-1 0 0,-3 2-5 0,-4 1 1 16,-11-1 2-16,-1 1 0 0,-5-1 1 0,-2 1-1 15,-3 1 9-15,-2 1 4 0,-6-1 13 0,9 0-3 16,-9 0 13-16,7 4 10 0,-7-4 13 16,-2 9 8-16,2-9-11 0,-7 16 1 0,-1-3-10 0,-1 2-2 15,-1-2-9-15,-2 4-2 0,3-4-13 0,3 3-2 16,1-6-13-16,2 2-4 0,2-1 4 0,1-1-5 16,3-2-3-16,2-1 2 0,1 0-11 0,3-1 4 15,3-1-3-15,6-1 0 0,-1-1-1 0,1-3 0 16,5 0 6-16,-1-3-12 0,0-1 1 0,-1-1-7 15,-1 1 6-15,-4-3 2 0,0-1-3 0,-2-1 6 16,-5 1-5-16,-2-2 5 0,0-1-1 0,-2 0-4 16,-3-2-15-16,1-3 11 0,-3-1-2 0,-3 6 1 15,0-5-3-15,-4 1-2 0,2 5-1 0,-6-3-6 16,3 1-3-16,-1 6-6 0,-4-1-21 0,2 0-15 16,-1 2-27-16,-2 2-22 0,1 2-22 0,2 1-32 15,-1 2-38-15,1 3-51 0,1 1-62 0,3-1-54 16,1 2-219-16,2 0-622 0,4-7 276 0</inkml:trace>
  <inkml:trace contextRef="#ctx0" brushRef="#br0" timeOffset="-100946.25">22369 5438 19 0,'0'-6'413'0,"2"-1"-20"0,-2 7-2 16,-2-12-14-16,2 12-16 0,2-10-28 0,-2 10-30 15,0 0-33-15,2-5-28 0,-2 5-21 0,0 0-30 16,0 0-17-16,0 0-14 0,9 17-16 0,-2-1-6 16,-1-1-11-16,5 8-17 0,-3 0-9 0,1 1-11 15,1 1-6-15,3 0-4 0,-1-3-15 0,-6-3-2 16,5 5-8-16,-3-7-2 0,-1-1-11 0,-1 1-1 0,0-7-3 16,-2 1 4-16,0-2-10 0,2 0-2 15,-3-2-2-15,0 0-2 0,-2-2-4 0,-1-5 4 16,2 10-7-16,-2-10 4 0,2 6 5 0,-2-6 13 15,0 0 14-15,0 0 4 0,0 0-5 0,0 0-9 16,12-13-3-16,-8 3-5 0,-1-2-1 0,3-6-2 16,2 0-9-16,1-9-1 0,0 1-3 0,0-1-5 15,2-2-1-15,1 0-3 0,-2 1-1 0,4 2 2 16,-1 0-6-16,-4 9-1 0,-3 0 1 0,-1 3-14 16,0 4-15-16,-1 1-27 0,-1-1-30 0,-1 5-41 0,3 0-57 15,-5 5-51-15,4-6-37 0,-4 6-7 16,0 0-15-16,7 15-20 0,-5-5-18 0,1 2-38 15,-2 3-206-15,2 3-617 0,-1-1 272 0</inkml:trace>
  <inkml:trace contextRef="#ctx0" brushRef="#br0" timeOffset="-100746.18">22813 5602 213 0,'0'0'333'16,"0"0"-13"-16,11-2 9 0,-11 2-9 0,0 0 12 0,0 0-11 15,7 2-12-15,-7-2-19 0,0 0-28 0,0 0-31 16,0 0-25-16,2 7-35 0,-2-7 3 0,2 12-10 15,-2-5-10-15,-2 2 2 0,2 4-14 0,0 4-9 16,-1-1-8-16,1 1-15 0,-1-3-15 16,1 1-7-16,-1 1-11 0,-1 2-7 0,2-4-6 0,-2 1-29 15,2-3-37-15,0-1-51 0,0 1-46 0,0-1-79 16,-2-2-55-16,-1 0-79 0,3-9-69 0,-3 12-280 16,3-12-717-16,0 0 317 0</inkml:trace>
  <inkml:trace contextRef="#ctx0" brushRef="#br0" timeOffset="-100587.24">22954 5410 3088 0,'-6'-18'8'0,"0"4"14"16,1 3-11-16,-2 1-5 0,4 4 1 0,-1 0 0 16,3-1-12-16,1 7-1 0,0 0-3 0,-9-2-9 15,9 2-21-15,0 0-35 0,-2 23-55 0,6-12-62 16,3 8-77-16,-1 0-134 0,4-2-435 0,4 7 192 15</inkml:trace>
  <inkml:trace contextRef="#ctx0" brushRef="#br0" timeOffset="-100062.89">23231 5818 257 0,'0'0'291'15,"1"13"-5"-15,-1-13 15 0,0 7 1 0,0-7 10 16,1 7-3-16,-1-7-2 0,0 0-21 0,0 0-2 15,0 0-17-15,0 9-18 0,0-9-15 0,0 0-20 16,0 0-23-16,0 0-13 0,0 0-13 0,5 5-1 16,-5-5-3-16,0 0-3 0,0 0-3 0,0 0-8 15,0 0-13-15,0 0-13 0,0 0-11 0,0 0-14 16,0 0-6-16,-11-19-11 0,10 12-8 0,1 7-7 16,-5-15-18-16,3 3 4 0,2 2-10 0,0-3-4 15,0 2-8-15,2-1-6 0,0-2 1 0,2 5-4 16,1-3-5-16,1 1-4 0,1 2-4 0,2 2 0 15,0-2-4-15,3 6-3 0,1-1 2 0,1 1-4 16,-1 3 2-16,0 3-4 0,1 1 0 0,1 5 0 0,3 2 3 16,-1 0-3-16,-3-1 3 0,-3 1 0 0,2 1-3 15,-4 1 0-15,-1-2 2 0,-2-3-3 16,0 3 4-16,0-2 1 0,-3-1-2 0,0-2 1 16,0-1 3-16,-3-5-1 0,2 8 2 0,-2-8-2 15,2 6 8-15,-2-6-2 0,0 0 2 0,0 0 2 16,0 0 1-16,0 0-5 0,0 0-3 0,0 0-8 15,0 0-11-15,-13-17-3 0,10 8-2 0,3-3-7 16,1 0 5-16,2-5-16 0,5-1 3 0,2 0-3 16,3 3 9-16,-3-1-1 0,0 1 2 0,2 5 3 0,-5 1 2 15,1 1-1-15,-1 2-1 0,4 3 5 0,-3 0-4 16,-8 3-1-16,11 3 5 0,-11-3 7 16,11 7-9-16,-5 3 9 0,0-1-1 0,0 1 1 15,-3 3 3-15,1 3-3 0,-2 1-20 0,2-2-18 0,-1 1-52 16,-1-1-29-16,2 0-39 0,-1-3-29 0,-2 4-39 15,5-5-55-15,1-2-58 0,2 1-328 0,0-4-738 16,2 1 327-16</inkml:trace>
  <inkml:trace contextRef="#ctx0" brushRef="#br0" timeOffset="-99712.89">23948 5696 267 0,'-8'-10'311'0,"3"5"-12"16,-1-2-5-16,-3 3-5 0,-3 1 5 0,2 5-21 15,-2-1-6-15,1 5-9 0,1 1-20 0,-4 2-15 16,1 2-17-16,4-1-27 0,0 2-13 0,-1 4-16 16,6-4-13-16,0-1-15 0,1 0-7 0,5 1-16 15,-2 0-7-15,2-5-13 0,2 2-3 0,3-1-11 16,-1-2-2-16,4-1-18 0,-1-1 9 0,3-1-6 16,-1-1-7-16,-1-2 1 0,2 2 6 0,-12-2-14 15,14-5-5-15,-9 2-1 0,3-2 0 0,-2 0-1 16,-1-1-6-16,-1-2-2 0,1 0-1 15,-1 4-7-15,0-2 1 0,0 0 2 0,1 0-2 0,-5 6 20 16,5-8-9-16,-3 3-3 0,-2 5-5 0,0 0 1 16,0 0-9-16,0 0-2 0,0 0 5 0,0 0-16 15,0 0 18-15,12 12-1 0,-8-3-5 0,0 1 1 16,1-1 1-16,-2 2-2 0,3 0-2 0,-1-1-11 16,1 1-51-16,3-1-42 0,0 0-64 0,-1-2-35 15,1-1-60-15,2 0-70 0,1-3-63 0,-3-1-236 16,3-3-678-16,-3 0 300 0</inkml:trace>
  <inkml:trace contextRef="#ctx0" brushRef="#br0" timeOffset="-99508.58">24169 5650 220 0,'0'-7'408'0,"0"7"-12"0,0-11-18 0,0 11-9 0,1-7-18 15,-1 7-28-15,0 0-19 0,5-4-8 16,-5 4 12-16,0 0-22 0,21 16-20 0,-12-6-15 15,2 3-23-15,2 1-25 0,0 1-21 0,2-2-16 16,-1 3-16-16,-4 0-15 0,3-3-10 16,1 1-22-16,1 0-35 0,-2-2-49 0,1 0-47 0,-9-6-49 15,3 0-41-15,-3-1-51 0,1-2-25 0,-2 1-33 16,-4-4-56-16,0 0-68 0,0 0-331 0,0 0-738 16,0 0 327-16</inkml:trace>
  <inkml:trace contextRef="#ctx0" brushRef="#br0" timeOffset="-99346.61">24363 5672 247 0,'1'-9'273'0,"1"1"16"16,-1 1 9-16,-1 7-2 0,0-10-2 16,0 10-15-16,0 0 6 0,0 0-12 0,0 0 3 15,-28 17-3-15,6 2-20 0,-4 5-23 0,-13 7-23 0,-1 3-22 16,-2 2-17-16,-5-3-34 0,7 1-81 0,-2-3-75 16,-4 0-90-16,2-2-98 0,11-9-115 15,-15 4-283-15,3-5-657 0,-5-1 290 0</inkml:trace>
  <inkml:trace contextRef="#ctx0" brushRef="#br0" timeOffset="-40940.69">6053 5018 13 0,'0'0'12'0,"0"0"1"16,0 0 2-16,0 0-2 0,0 0-3 0,0 0-7 15,0 0 8-15,0 0-4 0,0 0-1 0,0 0-3 16,0 0 2-16,0 0 2 0,0 0-2 0,0 0-1 16,0 0-2-16,0 0 6 0,0 0-4 0,0 0 1 15,0 0 0-15,0 0-2 0,-2-9 3 16,2 9-3-16,0 0 4 0,0 0-6 0,0 0-3 15,0 0 2-15,0 0-1 0,0 0-7 0,0 0-19 0,0 0-29 16,0 0 13-16</inkml:trace>
  <inkml:trace contextRef="#ctx0" brushRef="#br0" timeOffset="-38149.51">7072 4209 9 0,'0'0'21'0,"0"0"-10"0,0 0 4 0,0 0-4 16,0 0 3-16,0 0-3 0,0 0-2 0,0 0 1 15,0 0 0-15,0 0 0 0,0 0-2 0,0 0-3 16,0 0 3-16,0 0-4 0,0 0 1 16,0 0-3-16,0 0 1 0,0 0-3 0,-20-3 2 0,20 3-2 15,0 0 0-15,0 0 0 0,0 0 4 0,0 0 0 16,0 0-3-16,0 0 6 0,0 0-2 0,0 0-2 15,0 0-3-15,0 0-3 0,0 0 1 0,0 0 3 16,0 0 2-16,0 0 0 0,0 0-9 0,0 0 7 16,0 0 0-16,0 0-2 0,0 0 8 0,0 0-12 15,0 0 2-15,0 0 2 0,0 0-3 16,0 0 3-16,0 0-1 0,0 0 1 0,-11 4-2 16,11-4-1-16,0 0 3 0,0 0-7 0,0 0 6 0,0 0 1 15,0 0-5-15,0 0 10 0,0 0-5 0,0 0-3 16,0 0 2-16,0 0 0 0,0 0 1 0,0 0 0 15,0 0 2-15,0 0-2 0,0 0-1 0,0 0 1 16,0 0 0-16,0 0 5 0,0 0-6 16,0 0-1-16,0 0 1 0,0 0 0 0,0 0 5 15,0 0-7-15,0 0-3 0,0 0-15 0,0 0-23 0,0 0 9 16</inkml:trace>
  <inkml:trace contextRef="#ctx0" brushRef="#br0" timeOffset="-37197.56">7027 4167 14 0,'0'0'28'0,"0"0"2"0,0 0-8 0,0 0 3 15,0 0 1-15,0 0-5 0,0 0 2 0,0 0-4 16,0 0-5-16,0 0 0 0,0 0-1 0,0 0 0 16,0 0 0-16,0 0-1 0,0 0-7 0,0 0 1 15,0 0 4-15,0 0-2 0,0 0-1 0,0 0-7 16,0 0 5-16,0 0-1 0,0 0 10 0,0 0-9 15,0 0 0-15,0 0-3 0,0 0 3 0,0 0-5 16,0 0 3-16,0 0-1 0,0 0-4 0,0 0 3 16,0 0-2-16,0 0 2 0,0 0 0 0,0 0 5 15,0 0-8-15,0 0 1 0,0 0 0 0,0 0 0 16,0 0 9-16,0 0-10 0,0 0 1 0,0 0 1 16,0 0 1-16,0 0-2 0,0 0-2 0,0 0 6 15,0 0-5-15,0 0 3 0,0 0-1 0,0 0 1 16,0 0-5-16,0 0 3 0,0 0-3 0,0 0-12 15,0 0-1-15,0 0-39 0,0 0-59 0,0 0 26 16</inkml:trace>
  <inkml:trace contextRef="#ctx0" brushRef="#br0" timeOffset="-36265.42">6073 4957 30 0,'0'0'46'0,"0"0"0"0,0 0 0 15,0 0 1-15,0 0 8 0,0 0-17 0,0 0 5 16,0 0 0-16,0 0-4 0,0 0-3 0,0 0 1 16,0 0 1-16,0 0-3 0,0 0 2 0,0 0 1 15,0 0-8-15,0 0 8 0,0 0-5 0,0 0 0 16,0 0 1-16,0 0-3 0,0 0-9 0,0 0-5 15,0 0 4-15,0 0-4 0,0 0-6 0,0 0 3 16,0 0 1-16,0 0-6 0,0 0 4 0,0 0-6 16,0 0-9-16,0 0-10 0,0 0-13 0,0 0-29 15,0 0 5-15,0 0-15 0,0 0-3 0,0 0-54 16,0 0-132-16,0 0 59 0</inkml:trace>
  <inkml:trace contextRef="#ctx0" brushRef="#br0" timeOffset="-35012.81">11929 3711 28 0,'0'0'64'0,"0"0"-2"0,0 0-8 0,0 0 13 0,0 0-16 15,0 0 3-15,0 0-11 0,0 0-5 0,0 0-6 16,0 0-3-16,0 0 0 0,0 0 11 0,0 0-5 16,0 0-14-16,0 0-5 0,0 0-1 0,0 0-1 15,0 0 0-15,0 0 1 0,0 0 16 0,0 0-5 16,0 0-1-16,0 0-3 0,0 0 2 0,0 0-16 16,0 0 2-16,0 0-2 0,0 0 1 0,0 0 2 15,0 0-3-15,0 0-3 0,0 0-10 0,0 0 13 16,0 0-3-16,0 0 0 0,0 0 0 0,0 0-4 15,0 0-1-15,0 0 7 0,0 0-9 0,0 0 3 16,0 0 0-16,0 0-3 0,0 0-6 0,0 0-1 16,0 0-11-16,0 0-5 0,0 0 0 0,0 0-1 15,0 0-10-15,0 0 1 0,0 0-3 0,0 0-14 16,0 0-58-16,0 0-119 0,0 0 52 0</inkml:trace>
  <inkml:trace contextRef="#ctx0" brushRef="#br0" timeOffset="-32262.47">11870 3769 48 0,'0'0'67'0,"0"0"-3"0,0 0-5 0,0 0-7 16,0 0-3-16,0 0-5 0,0 0-3 0,0 0-7 16,0 0-5-16,0 0-1 0,0 0-7 15,0 0-11-15,0 0-10 0,0 0-19 0,0 0-22 16,0 0-40-16,0 0-88 0,0 0 39 0</inkml:trace>
  <inkml:trace contextRef="#ctx0" brushRef="#br0" timeOffset="-2661.1">19043 6771 40 0,'0'0'202'0,"0"0"-1"16,0 0-3-16,0 0-2 0,0 0-12 15,0 0-6-15,0 0-10 0,0 0-12 0,0 0-7 16,0 0-11-16,0 0-12 0,-5-4-4 0,5 4-11 15,0 0-6-15,0 0-8 0,0 0-2 0,-7-4-19 0,7 4-8 16,0 0-6-16,-11 0-5 0,11 0-7 0,-13-4-2 16,13 4-5-16,-14 0-7 0,4-2 0 0,-1 2 1 15,11 0-3-15,-12-1 2 0,3 2-5 16,9-1 6-16,0 0-9 0,-13 0-1 0,13 0-6 0,0 0 6 16,-12 0-1-16,12 0-2 0,0 0-6 0,0 0 9 15,0 0-9-15,0 0-1 0,0 0-6 16,0 0 2-16,31-10-4 0,-5 4-2 0,4 0 1 15,2 2-5-15,3-2-14 0,-1 1-18 0,1 0-9 16,-5 1-16-16,0 1-29 0,-3-3-28 0,-9 4-40 16,1 1-38-16,-3-2-23 0,-2 2-38 0,-6-1-130 0,-1 0-409 15,-2 0 181-15</inkml:trace>
  <inkml:trace contextRef="#ctx0" brushRef="#br0" timeOffset="-2196.13">19142 6711 4 0,'-8'2'254'0,"8"-2"-21"16,0 0-24-16,-9 1-25 0,9-1-15 0,0 0-4 15,-7 5-5-15,7-5-1 0,-5 9-5 0,1-2 5 16,2 3-10-16,-2 8-14 0,0-2-2 0,-2 9-1 16,4 2-12-16,-4-1-10 0,1-2-10 0,-1 2-6 15,3 1-10-15,-1-8-7 0,0 6-4 0,0-6-5 16,2-1-11-16,-1 1-3 0,1-2-6 0,-1 0-1 15,1-1-5-15,0-4-6 0,1 0-5 0,-1-1 3 16,2 1-11-16,-3-2 2 0,3 0-2 0,-1-1-4 16,1-2 1-16,0-7-6 0,-2 12 5 0,1-5-7 15,1-7-2-15,-1 7 3 0,1-7-6 0,0 0 6 16,0 0-3-16,0 0-6 0,0 10-2 0,0-10-11 16,0 0-2-16,0 0-22 0,0 0-8 0,-13-4-3 15,13 4-1-15,-11-6 7 0,11 6 4 0,-11-7 5 16,5 5-2-16,1-1 5 0,-3 0 3 0,8 3 3 15,-9-7 0-15,4 3 4 0,5 4 3 0,-11-2 0 16,11 2 0-16,-7-5 6 0,7 5-6 0,0 0 5 0,-7-4-2 16,7 4 0-16,0 0 4 0,0 0 4 15,-6-5-8-15,6 5 0 0,0 0 0 0,0 0 3 16,0 0 3-16,0 0 0 0,0 0 2 0,0 0 4 16,25 3-4-16,-13-6 1 0,6 3 1 0,3-1 0 0,1-2-6 15,7 1-25-15,0-2-34 0,2 1-44 16,-2 0-49-16,-1-1-40 0,-7 2-40 0,-1 1-149 15,1-2-419-15,-2 1 185 0</inkml:trace>
  <inkml:trace contextRef="#ctx0" brushRef="#br0" timeOffset="-1828.33">19481 7025 205 0,'0'0'245'0,"-10"-6"-1"16,10 6-18-16,-9-1-15 0,9 1-19 0,-13 0-20 16,13 0-15-16,-14 6-12 0,5-2-16 0,-2 2-6 15,0 0-13-15,1 1-14 0,0 0-2 0,2 2-16 16,1-2-5-16,1 1-11 0,0 0-3 0,2-1-4 16,1 3-6-16,1-1-5 0,1 1-3 0,1-1-2 15,1 2-2-15,2-2-1 0,1-1-7 0,2 0-4 16,2 3-2-16,-2-5-4 0,3 2 1 0,-1-1-3 15,-1 0-3-15,1 0-2 0,-2-1 0 0,3 0-5 16,-1 1 4-16,-3-1-4 0,-1-1 3 0,0-1-5 16,0 1-2-16,-4-5 2 0,7 6-4 0,-7-6 3 15,3 9 3-15,-3-9-1 0,0 0-1 0,-13 9 7 16,7-6-10-16,-3-1 1 0,-3 3 1 0,2-2-1 16,0 1 2-16,-2-2-2 0,2 0 3 0,0-2-7 15,2 2-22-15,8-2-22 0,-15 1-28 0,8 1-35 16,7-2-44-16,0 0-49 0,-14-3-233 0,14 3-469 15,-5-4 208-15</inkml:trace>
  <inkml:trace contextRef="#ctx0" brushRef="#br0" timeOffset="-1213.02">19571 7167 108 0,'0'0'228'0,"0"0"-26"0,0 0-16 16,0 0-23-16,0 0-10 0,0 0-5 0,0 0-2 0,0 0-7 15,5 17-4-15,-5-8-12 0,0 3-13 0,0-2-8 16,-3 2-8-16,1 0-8 0,0 1-7 0,2-1-9 16,-2-2-8-16,-1-2-3 0,1 3-9 15,0-5-2-15,2-6 3 0,-2 12 11 0,1-6-2 0,1-6 14 16,-2 8 0-16,2-8 17 0,0 0 12 0,-1 7 5 15,1-7 12-15,0 0-7 0,0 0-14 0,0 0-9 16,0 0-8-16,0 0-7 0,0 0-12 0,0 0-6 16,-1-28-2-16,3 19 9 0,1-5-12 0,2 0-16 15,0-1-2-15,0-1-11 0,1 1 1 0,0 2-1 16,3 0 0-16,-2 0-6 0,2 2-4 0,-1 3 5 16,0-2-10-16,2 3 14 0,-3-1-18 0,2 4 1 15,-1 1-5-15,1 3 0 0,-1-3-3 0,-1 3-1 16,2 3 10-16,1 1-11 0,-2 2 1 0,0 2-1 15,1-1-2-15,-4 1 1 0,1-1-2 0,1 3 2 16,-2 1 8-16,-1-3-7 0,1 0-4 0,-2-1 10 16,-1 0-2-16,0-2 2 0,0 2 2 0,-2-7 0 15,2 8-1-15,-2-8-1 0,3 5 1 0,-3-5 4 16,0 0 16-16,2 8 0 0,-2-8 15 0,0 0-8 16,0 0 4-16,0 0-7 0,0 0 7 0,0 0-5 15,0 0-11-15,0 0 1 0,0-23-1 0,0 23-6 0,4-17-6 16,1 8-8-16,2-2-5 0,0 2-4 15,1 1 6-15,-2-1 11 0,3 1-8 0,-2 4-9 16,-1 0 4-16,1 1-4 0,-1 2 1 0,-6 1-6 16,14 0 3-16,-14 0 5 0,12 8-3 0,-5-1 3 0,-1 2 2 15,1-1-3-15,-3 3 8 0,1-1-4 16,-1-2 4-16,-2 4 1 0,3-2-6 0,-1 0-24 16,-1 2-22-16,-1-5-31 0,0 5-31 0,-2-4-41 0,1 2-52 15,-1-10-49-15,1 12-39 0,-1-6-226 0,0-6-565 16,1 9 250-16</inkml:trace>
  <inkml:trace contextRef="#ctx0" brushRef="#br0" timeOffset="-1012.78">20093 7164 85 0,'3'-5'299'0,"-3"5"-7"0,1-12-14 0,-1 12-13 15,0-7-14-15,0 7-26 0,0 0-22 0,0 0-19 0,4-6-21 16,-4 6-11-16,0 0 1 0,0 0-1 0,0 0-10 15,-4 31-7-15,0-22-17 0,4 3 5 0,-1 1-27 16,1 0-12-16,0-2-1 0,-1 4-14 0,1-1-6 16,0-5-37-16,0 4-32 0,0-1-31 0,0-3-39 15,0 0-39-15,0 1-46 0,-1-3-48 0,1-7-42 16,-2 12-214-16,2-12-503 0,-1 8 223 0</inkml:trace>
  <inkml:trace contextRef="#ctx0" brushRef="#br0" timeOffset="-646.2">20178 7303 125 0,'0'0'264'16,"0"0"-6"-16,0 0-10 0,0 0-12 0,2-16-3 15,-2 16-18-15,2-10-8 0,0 0-14 0,-1 3-14 16,3-2-12-16,0 0-6 0,0 3-7 0,0-1-1 16,1 0-43-16,0 2 0 0,0 0-12 0,1 1-8 15,-6 4-10-15,13-3-15 0,-13 3-4 0,13 1 0 16,-3 3-9-16,-2 4-1 0,1-2-2 0,0 2-6 0,0-1-6 15,-2 4-1-15,0-3-2 0,2 4-1 16,-3-2-5-16,-1 1-8 0,0 0-20 0,-1-2-38 16,-1 2-31-16,-2-1-51 0,0-1-64 0,-1-2-67 15,0-7-281-15,-4 13-576 0,1-4 255 0</inkml:trace>
  <inkml:trace contextRef="#ctx0" brushRef="#br0" timeOffset="1621.76">21426 6915 137 0,'0'0'198'0,"0"0"-8"0,-4-6-3 0,4 6-1 15,0 0-11-15,0 0-12 0,0 0-6 0,0 0-9 16,0 0-11-16,0 0-13 0,0 0-9 0,0 0-11 16,0 0-5-16,0 0-7 0,0 0-6 0,0 0-5 15,0-10-8-15,0 10-2 0,0 0-5 0,0 0-5 16,0 0-1-16,0 0-5 0,0 0 0 0,0 0-5 15,0 0-1-15,0 0-1 0,0 0 0 0,0 0-4 0,0 0-2 16,0 0 7-16,0 0-6 0,0 0-3 16,0-11 6-16,0 11-3 0,0 0-1 0,-5-10 2 15,5 10 2-15,-3-10-1 0,3 10 6 0,-2-11 2 16,0 7-7-16,2 4-7 0,-4-10-6 0,3 4-8 0,1 6 9 16,-4-12 6-16,4 12-1 0,-2-10-9 15,2 10-3-15,-4-9-5 0,4 9-6 0,-2-9 7 16,2 9-10-16,-5-4 2 0,5 4 0 0,0 0-7 15,0 0 7-15,-3-6-15 0,3 6-3 0,0 0 0 0,0 0 4 16,0 0-10-16,0 0 5 0,0 0-4 0,-7 23 3 16,4-11 1-16,1 4 2 0,-1 2 1 15,-2 5-5-15,-3-3 19 0,3 5-10 0,0 0 2 0,-1-1 7 16,2 0-1-16,0 1 5 0,1-6-1 0,-2-1 3 16,3 1 4-16,-2-1 4 0,3-1 0 0,-2 1 7 15,3-2-3-15,-1 0-4 0,1-5-6 0,0 1-7 16,1-2 5-16,-1 0-4 0,1 1 16 0,-1-4-13 15,2 1 0-15,-2-8-6 0,4 11 3 0,-3-7-4 16,4 3-6-16,-1-3 1 0,-4-4 5 0,6 9 0 16,-6-9-31-16,9 3-24 0,-4-3-25 0,-5 0-26 15,19-2-35-15,-7 1-35 0,2-2-35 0,-3-4-36 16,7 0-26-16,-2-4-274 0,-6 1-581 0,1-1 257 16</inkml:trace>
  <inkml:trace contextRef="#ctx0" brushRef="#br0" timeOffset="2153.98">21157 6961 38 0,'-11'-1'180'0,"2"1"-1"16,2-1-13-16,7 1-18 0,-12-2-5 0,12 2-20 15,0 0-12-15,-9-2-8 0,9 2-11 0,0 0-10 16,0 0-6-16,37 2-6 0,-16-2-2 0,10 2-10 0,3-2-6 15,4 1-4-15,-2-4-5 0,-1 2-2 16,-2 1-2-16,-1-2-5 0,-2 2 1 0,-8 0-2 16,-3-1 1-16,-5 2-9 0,-1-2 0 0,0-1 0 15,-3 2 1-15,-2 0 2 0,-8 0 3 0,14 0 3 0,-14 0 2 16,11 2 1-16,-11-2 6 0,8 0 0 16,-8 0 1-16,0 0 4 0,9 0-4 0,-9 0 1 15,0 0-6-15,0 0-1 0,0 0-5 0,8 2 1 16,-8-2-7-16,0 0-6 0,0 0 1 0,0 0 0 0,-2 10-1 15,2-10 4-15,-4 16 1 0,2-6 13 16,-1 1-1-16,-2 1 2 0,2 5-4 0,-3 1-3 16,1-2-2-16,3 2-4 0,-1-2-6 0,2-5 3 15,0 1-3-15,-1-2-2 0,2 1-5 0,3-3 1 0,-2 4 0 16,4-4-5-16,0 0 1 0,2-4 3 0,2 2 1 16,0-2-4-16,0-1 1 0,0 0 0 15,2-2-1-15,1-1 0 0,-1 0 1 0,-1-4-5 16,1 1 2-16,-1-1 3 0,0-2-4 0,-1 1 1 0,-1-4-4 15,2-1 10-15,-4 1-12 0,1-5 1 0,-2-1-1 16,2 0 3-16,-4-2-2 0,1-1-4 16,-3 2 2-16,-1-2 2 0,0 0 4 0,-1 4-8 15,-3-2-5-15,0 1 19 0,-2 5-19 0,1 1 4 0,-3 0-7 16,0 1 5-16,-2 4-9 0,0 1-12 0,-2-1-14 16,0 2-23-16,-1 2-24 0,0 4-30 0,3-2-40 15,2-2-37-15,2 3-41 0,-1 2-185 0,7-5-452 16,-2 5 199-16</inkml:trace>
  <inkml:trace contextRef="#ctx0" brushRef="#br0" timeOffset="2388.23">22300 6811 247 0,'0'0'240'0,"-7"-2"-17"0,7 2-18 16,-5-4-18-16,5 4-18 0,0 0-17 0,0 0-16 16,0 0-15-16,0 0-10 0,33-9-11 0,-13 6-12 15,11-2-9-15,0 3-23 0,3 1-30 0,-3-2-34 16,-1-1-30-16,-3 3-40 0,-5-2-39 16,-2 3-39-16,-7 0-135 0,1-1-314 0,-5-2 138 15</inkml:trace>
  <inkml:trace contextRef="#ctx0" brushRef="#br0" timeOffset="2770.05">22478 6804 76 0,'0'0'207'15,"-5"5"-21"-15,5-5-22 0,0 0-12 0,-3 6-20 16,3-6 22-16,-1 17 1 0,-3-5-2 0,2 5-7 16,1 0-12-16,-1 4 10 0,-2 2-14 0,-1 2-4 15,3-5 2-15,-1-1-10 0,0 1-13 0,1-1-7 16,-2 6-7-16,0-7 1 0,2 0-7 0,1-1-12 15,-2 1-7-15,2-7-2 0,-1 3-7 0,1-3-3 16,0-1-8-16,0 2-1 0,1-4-8 0,-2 0-4 16,2-8 1-16,0 11-4 0,0-11-6 0,0 11 4 15,0-11-5-15,-2 6-7 0,2-6 4 0,0 0 3 16,0 0-6-16,-2 9 0 0,2-9-6 0,0 0-9 16,0 0-11-16,0 0-1 0,0 0-3 0,-19-13 1 15,14 9 0-15,5 4-7 0,-9-9-2 0,5 8 5 0,-3-4-2 16,7 5 3-16,-9-7 2 0,5 4 6 15,4 3-5-15,-7-4 4 0,7 4-3 0,0 0 2 16,-6-6-2-16,6 6 4 0,0 0-2 0,-5-6 0 16,5 6 0-16,0 0 0 0,0 0-1 0,0 0 5 0,0 0 1 15,0 0 1-15,0 0 1 0,26 4 1 16,-12-5-12-16,4 2-26 0,3-1-41 0,9-1-35 16,2-5-44-16,1 2-40 0,0 0-35 0,-4 0-162 15,3 1-428-15,-2-2 189 0</inkml:trace>
  <inkml:trace contextRef="#ctx0" brushRef="#br0" timeOffset="3071.76">22875 7034 18 0,'0'0'235'0,"0"0"-11"0,0 0-2 0,0 0-9 16,-11-6-15-16,11 6-9 0,-13 3-10 16,4 1-7-16,0 1-9 0,-1 2-17 0,1 1-9 15,-2 1-16-15,3-2-13 0,0 1-9 0,1 2-9 0,0 0-9 16,4 0-12-16,3-1-5 0,-3 2-5 0,2-2-13 15,2 2 11-15,2-1-15 0,3 1-4 16,-2-1-2-16,2-1-5 0,0 2-2 0,0-1-1 16,2 1-7-16,0-4 0 0,-1 3-1 0,-2-1 0 0,-1-2 3 15,-1-1-10-15,2 1-1 0,0-3-2 0,-2 1-4 16,-3-5 16-16,0 10-8 0,0-10 7 0,0 0-2 16,-6 11 7-16,1-9 0 0,0 2 0 0,-2-1-5 15,-1 0-1-15,1 1-2 0,-6 0 9 0,3-1-13 16,-2-1 0-16,5-1-26 0,-4 1-20 0,2 0-29 15,1-1-37-15,8-1-59 0,-13 1-53 16,13-1-66-16,-9 0-168 0,9 0-481 0,0 0 213 0</inkml:trace>
  <inkml:trace contextRef="#ctx0" brushRef="#br0" timeOffset="3656.15">23002 7159 65 0,'6'-6'259'0,"-6"6"-24"16,4-3-25-16,-4 3-20 0,0 0-3 0,0 0 4 16,0 0-3-16,7 13-14 0,-7-13-15 0,1 11-16 15,-1-1-13-15,2-1-12 0,0 1 1 0,-4-1-2 16,0 1-9-16,2-3-9 0,0-7-4 0,-1 16 10 16,1-10 3-16,0-6-4 0,-2 10-4 0,2-10 14 15,-1 7-14-15,1-7 18 0,0 0-2 0,0 0 14 0,-2 8 0 16,2-8-13-16,0 0-14 0,0 0-3 15,0 0-10-15,0 0-9 0,0 0-2 0,0 0-11 16,2-30-3-16,-1 21-6 0,1-1-6 0,1-2-9 16,2-4-6-16,1 3-6 0,0-2-2 0,3 0-2 0,0 0-5 15,-1 2 1-15,-1 2-6 0,1 0-6 0,0 4-1 16,-2 1-3-16,2 0-6 0,1 3 7 16,-1 1-10-16,0 2 1 0,-8 0-4 0,18 4 4 15,-8 2-7-15,3 4 3 0,-1-1 3 0,-2 3 1 0,-1 3-4 16,1-2 5-16,-2 3-4 0,-1-2 3 0,1-2-5 15,0 1 1-15,-5-4 6 0,3 0-3 16,-3 2 1-16,0-5 8 0,-3-6-2 0,3 9-4 16,-1-5 0-16,-2-4 5 0,3 4 2 0,-3-4 11 0,0 0-4 15,0 0 4-15,0 0-8 0,0 0 1 0,0 0 10 16,0 0-14-16,0 0-1 0,0 0 2 0,-12-17-4 16,11 10-8-16,-2-2-8 0,3-2-17 0,2 0-7 15,-1-2-6-15,3 3-4 0,1-3-9 0,1 2 7 16,3 1 4-16,0-5 3 0,-1 9 4 0,2-4 2 15,-4 5 5-15,1 1 2 0,2 0 0 0,-2 1-1 16,-7 3 7-16,13 0-11 0,-13 0 6 0,13 7 8 16,-5-2 2-16,-1 2-1 0,-2 2 2 0,1-1-1 15,-1 2 2-15,1 2 3 0,-2-2 6 0,-2 3-7 16,2-3 1-16,0 2 5 0,-3-2 5 0,3 1-17 16,-2-2-36-16,0-2-38 0,-1 4-45 0,-1-5-57 15,2 2-73-15,-2-8-30 0,3 12-267 0,0-7-610 16,-1 0 271-16</inkml:trace>
  <inkml:trace contextRef="#ctx0" brushRef="#br0" timeOffset="4036.98">23664 7114 252 0,'-2'-6'278'0,"-2"1"-14"0,-3-2-19 0,2 3-11 0,-1 0-15 15,-4 3-11-15,10 1-9 0,-25 6-9 0,10 3-9 16,-3 1-10-16,3 1-17 0,-6 6-9 0,7-4-11 15,0 4-13-15,4-3-11 0,2 1-11 16,3-4-9-16,-1 4-4 0,3-1-9 0,2-1-8 0,1-4-12 16,3 3-1-16,0-4-4 0,4 0-7 0,-2 0-8 15,4-2-1-15,0-1-10 0,3-2-4 0,-1 3-8 16,1-4-7-16,0-2 3 0,-2-1-2 0,2 0-2 16,-2-2-3-16,-1-2 1 0,-3 2 3 0,3-4-7 15,-1-3 2-15,-3 2 2 0,1 0-4 0,1-1 3 16,-6-1-3-16,4-1 2 0,-2 2-1 0,1 0 0 15,-1-1 12-15,0 4 7 0,-2 0 3 0,-1 6 4 16,4-7-5-16,-4 7-2 0,0 0 3 0,0 0-9 16,1-7-3-16,-1 7 2 0,0 0 1 0,0 0 19 15,0 0 10-15,0 0-7 0,2 24-16 0,-2-14-2 16,2-5-3-16,-1 6-3 0,1 1 6 0,-1-3-3 16,1 2-5-16,0-1-23 0,2 0-29 0,1-1-27 15,1 1-37-15,2 1-44 0,-2-1-55 0,4-2-61 16,1-1-44-16,-3-3-222 0,3 0-575 0,-3-3 254 15</inkml:trace>
  <inkml:trace contextRef="#ctx0" brushRef="#br0" timeOffset="4253.86">23880 7140 318 0,'0'0'301'15,"4"-9"-10"-15,-4 9-11 0,1-6-15 0,-1 6-17 16,0 0-25-16,0 0 5 0,0 0 24 0,0 0-23 15,0 0-16-15,19 18-18 0,-14-7-17 0,3 0-22 16,-2 4-16-16,3-2-14 0,-1 0-17 0,2 3-5 0,-1-3-7 16,0 3-9-16,5-2-32 0,-5-5-43 15,0-1-45-15,3 3-37 0,-3-5-49 0,0 1-45 0,1-3-42 16,-1 0-38-16,-3-1-56 0,-2-2-199 16,-4-1-538-16,8 1 239 0</inkml:trace>
  <inkml:trace contextRef="#ctx0" brushRef="#br0" timeOffset="4388.43">24125 7119 105 0,'2'-8'264'16,"-2"2"-10"-16,0 6-17 0,-7-6-11 0,7 6 4 0,-16 6 5 15,-2 4-10-15,-9 9-5 0,-13 11-23 0,-2 1-19 16,-3 2-15-16,-3 3-12 0,-5-1-69 0,-21 13-66 16,23-14-94-16,0-6-121 0,-3 2-219 15,2-4-452-15,-3-1 199 0</inkml:trace>
  <inkml:trace contextRef="#ctx0" brushRef="#br0" timeOffset="11138.38">18377 7846 36 0,'0'0'208'0,"-5"-6"-3"0,5 6-1 0,-8-8-4 0,8 8-8 16,-2-5-6-16,2 5-9 0,0 0-10 0,-4-6-14 16,4 6-15-16,0 0-16 0,0 0-9 0,0 0-15 15,0 0-11-15,-2-8-2 0,2 8-15 0,0 0-9 0,0 0-6 16,0 0-5-16,0 0-6 0,0 0-13 0,0 0 7 15,10 22-5-15,-7-15 3 0,2 5-4 0,0-2 2 16,3 4 1-16,0-2 11 0,1 4-4 16,-2 0 3-16,1 1-10 0,-1 1 0 0,3 2 3 0,-3-4-15 15,0 4 1-15,1-2 0 0,2-2-7 0,-4 0 2 16,0 0-2-16,1 0 2 0,-2-5-5 16,3 0 3-16,-5-2-3 0,1 0-2 0,1-2-6 15,-2 0 4-15,0-1-4 0,0 0 0 0,0 1-1 16,-3-7 8-16,4 6-8 0,-2-1 4 0,-2-5-3 0,4 4-5 15,-4-4 5-15,0 0 2 0,4 7 2 0,-4-7 5 16,0 0 12-16,0 0 8 0,5 2 0 16,-5-2-2-16,0 0-7 0,0 0-1 0,8-14-1 0,-3 9-3 15,-4-7-1-15,3 5-6 0,0-5 6 0,2-4-9 16,-1 0 3-16,3 1-3 0,1-3-2 0,-1-5 0 16,-2 4-2-16,0 4 2 0,3-3-2 0,-2 0 2 15,-2 1-4-15,0 0 0 0,-1 5-1 0,0-1-1 16,1 2 1-16,0-4 1 0,-3 3 4 0,1 3-4 15,-3 4 18-15,1-3-11 0,2 1 6 0,-3 7-6 16,2-8 9-16,-2 8-12 0,2-8 2 0,-2 8-4 16,0 0 0-16,2-9 0 0,-2 9-8 0,0 0-3 15,2-8-17-15,-2 8-24 0,0 0-26 0,0 0-32 16,0 0-33-16,0 0-30 0,0 0-20 0,0 0-30 16,0 0-30-16,0 0-217 0,0 0-501 0,0 30 222 15</inkml:trace>
  <inkml:trace contextRef="#ctx0" brushRef="#br0" timeOffset="11521.79">18815 8138 80 0,'0'0'244'0,"3"-7"-10"16,-3 7-7-16,0-12-4 0,0 12-2 0,0-6-3 15,0 6-12-15,0 0-10 0,1-13-10 0,-1 13-16 0,0 0-11 16,0-7-17-16,0 7-9 0,0 0-17 0,0 0-11 16,0 0-12-16,0 0-13 0,0 0-7 15,0 0-11-15,0 0-7 0,0 0-7 0,0 0-8 16,0 0-4-16,0 0-5 0,0 0 0 0,0 0-1 0,-9 20-2 15,7-13 4-15,0 4 5 0,0-3-7 0,-2 2 0 16,1 0 12-16,1 1 7 0,-1 0-3 16,2-2-10-16,-2 1-1 0,1 0 8 0,2-1-13 15,0 0-4-15,0-1 1 0,0-8-2 0,0 14 1 0,1-8-8 16,0 1-21-16,-1-7-29 0,4 10-36 0,-2-5-31 16,-2-5-36-16,3 8-42 0,0-3-39 0,3-3-36 15,-1 2-252-15,-5-4-544 0,12-1 242 0</inkml:trace>
  <inkml:trace contextRef="#ctx0" brushRef="#br0" timeOffset="11711.51">18832 7938 250 0,'-5'-9'286'0,"-2"4"-20"15,4-1-7-15,-1 1-8 0,4 5-8 0,-7-7-2 16,7 7-16-16,-6-7-14 0,6 7-25 0,-4-4-20 15,4 4-16-15,0 0-22 0,0 0-41 0,-2-8-58 16,2 8-37-16,0 0-40 0,0 0-39 0,0 0-54 16,0 0-54-16,23 21-222 0,-16-14-451 0,3-1 199 15</inkml:trace>
  <inkml:trace contextRef="#ctx0" brushRef="#br0" timeOffset="12801.63">19137 8141 199 0,'0'0'239'0,"0"0"-19"0,-2-6-14 0,2 6-15 0,0 0-24 15,0 0-16-15,0 0-16 0,0 0-16 0,0 0-9 16,0 0-7-16,0 0-4 0,-7 19 3 0,6-10-4 16,-3 2-8-16,2 2-8 0,-2-1-3 0,0-1-9 15,0 3-6-15,3-3-6 0,-2 1-2 0,1-3-6 16,1 2-4-16,-2-1-5 0,2-1-3 0,-1-3-5 15,2-6 0-15,-2 11-1 0,2-11-4 0,-1 8 2 16,1-8 6-16,-2 6 5 0,2-6 8 0,0 0 9 16,0 0 10-16,-2 6 7 0,2-6 6 0,0 0 9 15,0 0-1-15,0 0 0 0,0 0-8 0,0 0-1 16,0 0-14-16,0 0-5 0,0 0-3 0,0 0 0 16,-5-20-16-16,5 20-5 0,-2-17-5 0,1 9 5 15,1-2-8-15,0 0-7 0,1 0 4 0,1-2-12 16,0 1 0-16,1-4 2 0,1 2-6 0,-2 1 3 15,2 1-1-15,0-2-1 0,1 4-2 0,1-1 7 16,-1 1-10-16,-1 0-5 0,3 2 3 0,-1 1-2 16,0 1-5-16,-1 2-4 0,2-1 5 0,-7 4-2 15,12-3-14-15,-12 3 11 0,13 3 3 0,-5-2-3 16,1 4-2-16,0 1-1 0,1 1 1 0,-2 1 3 16,-2 2-1-16,3 1 3 0,-4 0-5 0,2-1 7 15,-1 5-4-15,-1-5 6 0,0 0-2 0,-1 1 2 16,-1-1-4-16,-2-1 2 0,0-1-4 0,1-1 7 0,-1-1-2 15,-1-6 5-15,0 9 2 0,0-9 0 0,2 9 0 16,-2-9-1-16,0 0 9 0,0 0 0 16,-1 9 8-16,1-9 3 0,0 0 2 0,0 0-4 15,0 0-2-15,0 0 3 0,0 0-5 0,0 0 4 0,0 0-12 16,-20-18 1-16,19 12 2 0,1 6-5 0,0-15-8 16,0 5 3-16,1 0 8 0,1 0-10 0,3-1-8 15,0 0 2-15,1 0 2 0,1 0-1 16,1 2-10-16,1-1 13 0,-3 3-5 0,3 0 2 0,1 3-5 15,-1-2 5-15,2 3 1 0,1 1-4 0,-1 0-1 16,-2 3 4-16,2 2-3 0,-2-1 1 16,0 2 0-16,1 0 1 0,-2-1-10 0,1 1 7 15,-3 3-3-15,1-1 1 0,-1-1 4 0,0 1 5 0,-1 1-3 16,-2-1 1-16,1 1 1 0,0-2-1 0,-3 2-4 16,3-1 8-16,-3 0-5 0,-1-6 4 0,1 11-1 15,-1-5-22-15,0-6-25 0,0 9-30 0,0-9-24 16,-2 9-32-16,2-9-31 0,-5 12-45 0,0-8-37 15,5-4-34-15,-4 7-247 0,4-7-568 0,0 0 251 16</inkml:trace>
  <inkml:trace contextRef="#ctx0" brushRef="#br0" timeOffset="13056.83">19643 8091 82 0,'2'-4'269'0,"-2"4"-7"0,2-7-16 0,-2 7-11 0,0 0-14 15,3-6-22-15,-3 6-18 0,0 0-7 0,0 0-1 16,0 0 0-16,0 0 11 0,0 0-27 0,-9 29-7 16,6-19-14-16,-1-1-14 0,1 2-12 0,0 1-6 15,2-2-8-15,-2-1-12 0,2 1-7 0,0 1-11 16,-1 0-1-16,1-1-12 0,1-2-2 0,0 2-2 16,-1-2-7-16,1-8-3 0,0 14-28 0,1-7-32 15,-1-7-28-15,-1 10-29 0,1-2-32 0,0-8-36 16,-3 11-42-16,2-7-36 0,1-4-37 0,-5 9-195 15,5-9-494-15,-5 6 219 0</inkml:trace>
  <inkml:trace contextRef="#ctx0" brushRef="#br0" timeOffset="13226.28">19597 7979 2133 0,'-5'-16'-21'0,"0"1"32"16,1 4 5-16,0 1-1 0,2 2-1 15,1 2-3-15,1 6 2 0,-7-10-4 0,7 10-2 16,-3-7-2-16,3 7 2 0,0 0-3 0,0 0-1 0,0 0 2 16,0 0-26-16,0 0-36 0,0 0-28 15,25 13-46-15,-15-4-46 0,-1 0-117 0,4 6-318 16,1-2 141-16</inkml:trace>
  <inkml:trace contextRef="#ctx0" brushRef="#br0" timeOffset="13853.87">19822 8244 6 0,'0'0'207'0,"-2"13"-11"0,-1-7-2 0,3-6-9 15,-4 11-5-15,3-4-4 0,-3-2-6 0,4-5-9 16,-4 7-6-16,4-7-6 0,-3 8-3 0,3-8-2 16,0 0-4-16,-6 5 4 0,4-1-4 15,2-4-1-15,0 0-6 0,0 0 2 0,0 0-9 0,-8 5-15 16,8-5-2-16,0 0-9 0,0 0-3 0,0 0-10 15,0 0-1-15,0 0-14 0,0 0-1 16,0 0-15-16,-3 5 4 0,3-5-6 0,0 0-4 0,0 0-5 16,0 0 1-16,0 0 2 0,0 0 12 0,0 0-19 15,0 0 1-15,0 0-7 0,0 0 19 0,0 0-23 16,0 0-5-16,0 0-1 0,0 0-7 0,0 0 2 16,0 0-5-16,0 0-4 0,0 0 8 0,0 0-4 15,0 0 1-15,0 0-9 0,0 0-1 0,0 0 13 16,0 0-10-16,0 0-4 0,0 0-5 0,0 0 8 15,0 0-7-15,0 0-1 0,0 0 4 0,0 0 6 16,0 0-9-16,0 0 12 0,0 0-14 0,0 0 6 16,0 0-1-16,0 0-6 0,0 0 4 0,0 0 14 15,0 0-7-15,0 0 7 0,0 0-1 0,0 0-3 16,0 0-2-16,0 0 2 0,0 0 2 0,0 0 0 16,0 0 0-16,0 0 1 0,0 0 5 0,0 0 0 15,0 0-1-15,0 0-8 0,0 0 3 0,0 0 1 16,0 0-2-16,0 0-3 0,0 0 5 0,0 0-6 15,0 0 5-15,0 0-5 0,2-23-7 0,-2 23 5 0,4-10 4 16,-4 10-1-16,2-10-3 0,1 0-4 0,-1 4 2 16,4-4-3-16,-3 1 1 0,1-1 0 0,0 0-6 15,4 1 6-15,-3-3-2 0,4-1-3 0,-3 3 0 16,2 0 2-16,1 1 0 0,-1-1 4 0,-1 2-5 16,2 0 0-16,-3-1 0 0,0 4-3 0,-1 1 4 15,0 0-6-15,-5 4 1 0,10-5-5 0,-10 5 0 16,10 0 2-16,-10 0 2 0,11 7-7 0,-5-3 7 15,0 2-5-15,-2 3-2 0,0 0 8 0,0 4 9 16,-2-3-7-16,1 3 0 0,0 0-6 0,-1 0-9 16,3 3-47-16,-2 0-52 0,0-3-45 0,1 2-56 15,-1-3-70-15,2 0-60 0,-4 1-266 0,6-3-664 16,-2 0 294-16</inkml:trace>
  <inkml:trace contextRef="#ctx0" brushRef="#br0" timeOffset="16753.5">20355 8228 34 0,'0'0'160'15,"0"0"2"-15,-4-6-8 0,4 6-1 0,0 0-2 16,-3-5 0-16,3 5-4 0,0 0-12 0,0 0-11 16,-11-5-2-16,11 5-8 0,0 0 0 0,-6-3-6 15,6 3-7-15,0 0-8 0,-8-3-6 0,8 3-8 16,0 0-7-16,-9-1-8 0,9 1-7 0,0 0-4 16,-11 0-2-16,11 0-4 0,0 0 1 0,-16 1-4 15,10-1 0-15,6 0-2 0,-15 1 3 0,6 1-3 16,-1-1-2-16,3 1 6 0,0-1-2 0,7-1-2 0,-16 1 3 15,11 0-2-15,5-1-1 0,-8 2-6 16,8-2 2-16,0 0-2 0,-9 0-3 0,9 0-2 16,0 0-5-16,0 0-1 0,0 0-2 0,0 0-1 0,0 0-2 15,0 0 0-15,0 0 2 0,0 0 3 0,0 0-1 16,38-4 4-16,-21 1-1 0,1 2-6 0,1-2 3 16,0 2-1-16,0-1-1 0,-3 0 6 0,2 1 3 15,-4 0-7-15,-2-1-8 0,-2 1-4 0,-1 0-1 16,-3-1 7-16,-6 2 2 0,12-2-2 0,-12 2 1 15,9 0-1-15,-9 0 7 0,0 0-5 0,10 0 6 16,-10 0-7-16,0 0 5 0,0 0-10 0,0 0 6 16,0 0-1-16,8-1-9 0,-8 1-2 0,0 0 5 15,0 0-9-15,0 0-15 0,0 0-28 0,0 0-22 16,0 0-42-16,0 0-42 0,0 0-46 0,0 0-54 16,0 0-48-16,-21 9-200 0,21-9-534 0,-10 2 237 15</inkml:trace>
  <inkml:trace contextRef="#ctx0" brushRef="#br0" timeOffset="17289.07">20455 7982 117 0,'-3'-11'262'0,"3"11"-14"16,-3-6-3-16,3 6-10 0,0 0-12 0,0-9-11 15,0 9-15-15,0 0-11 0,0 0-17 0,0 0-13 16,0 0-17-16,0 0-14 0,0 0-19 0,0 0-11 0,0 0-3 16,0 0-15-16,0 0-9 0,0 0-8 0,0 0 2 15,11 18-1-15,-5-8-2 0,-3-1-4 0,5 4-2 16,-1 1 10-16,-1-3-11 0,4 4 8 16,-1-1-7-16,-2-1-5 0,0-3 0 0,3 3-3 15,-4 2-2-15,1-4-8 0,-1 0-6 0,0-2 5 16,-1 1-3-16,1-1-3 0,-1 1-3 0,1-2 5 15,-2-2-6-15,4 1-7 0,-5 2 3 0,1-4-1 16,0-1 3-16,0-1-1 0,-4-3-9 0,5 7 11 0,-5-7 3 16,5 5-2-16,-5-5 19 0,7 4-5 0,-7-4 4 15,0 0 9-15,5 3-9 0,-5-3-3 0,0 0 4 16,0 0 0-16,0 0-11 0,11-8 3 0,-6 3-2 16,2-4-4-16,-2 2-3 0,1-1-4 0,2-6 0 15,0 0-8-15,0-4 2 0,1 2-7 0,-1-2 8 16,2-8-11-16,1 2 7 0,-1 1-3 0,0 1-6 15,-5 2 3-15,0 4 1 0,2 0-3 0,-3 4 0 16,-2-3-4-16,2 3 3 0,0 2-5 0,-2 3 7 16,-1 1-7-16,-1 6 4 0,3-13 2 0,-3 13-7 15,1-7 2-15,-1 7 0 0,2-7-6 0,-2 7-1 16,0 0-10-16,1-6-32 0,-1 6-27 0,0 0-26 16,0 0-20-16,0 0-20 0,0 0-15 0,0 0-20 15,0 0-28-15,0 0-33 0,0 0-26 0,3 20-18 16,-3-11-212-16,1 0-534 0,4-1 237 0</inkml:trace>
  <inkml:trace contextRef="#ctx0" brushRef="#br0" timeOffset="17771.48">20888 8089 112 0,'0'0'210'0,"-10"2"0"0,10-2 2 15,-8 2-2-15,8-2-7 0,0 0-11 0,-9 2-18 0,9-2-14 16,0 0-15-16,0 0-11 0,0 0-13 0,0 0-9 16,0 0-9-16,0 0-1 0,0 0-8 15,0 0-4-15,37-2-8 0,-19 0-9 0,0 0-3 16,0 0-7-16,1 0 1 0,2-1-5 0,-2 1 3 0,-3-2 1 16,-3 2 1-16,0 2-8 0,-3-3-3 0,-2 2 0 15,0 1-9-15,-8 0 1 0,12-2-9 0,-12 2 1 16,9 0 0-16,-9 0-3 0,0 0 1 0,8 3 2 15,-8-3 3-15,0 0 2 0,0 0 9 0,0 0 8 16,-11 22-2-16,4-12 0 0,-4 3 6 0,-1 2 7 16,-1-3 2-16,1 3-5 0,-3 0 8 0,-4 3-6 15,6-3 1-15,-6 4-1 0,5-3-6 16,-1-2-15-16,1 2 11 0,0-1-7 0,4-1 0 0,-2-1-11 16,2-4 0-16,1 4 5 0,2-4-14 0,-1-2-1 15,3 1-1-15,1-3-6 0,1 0-4 0,3-5-3 16,-6 9 0-16,6-9 4 0,-3 5-5 0,3-5-3 15,0 0 4-15,0 0 4 0,12 9-5 0,-5-11 1 16,5 2 0-16,1 0-4 0,6-2 3 0,0 1-6 16,1 0 4-16,1-4-4 0,7 4-4 0,-1-4-1 15,0 1-3-15,1 1-3 0,-6-1-16 0,-1 0-27 16,-2 2-41-16,-1 0-47 0,-5 2-34 0,0-5-31 16,-3 5-37-16,0-1-37 0,0-3-35 0,-3 3-39 15,-7 1-239-15,0 0-632 0,0 0 280 0</inkml:trace>
  <inkml:trace contextRef="#ctx0" brushRef="#br0" timeOffset="18743.79">18747 8661 38 0,'0'0'119'0,"-16"0"2"0,7 2 3 0,-1-2-14 16,-2 1 2-16,2 0 1 0,0-1 1 0,-3 0 2 15,1 0 2-15,0 0-1 0,0 0-7 0,1 0-7 16,-2 0-5-16,3 0-3 0,-3 0-7 0,1 0-3 15,1-1-5-15,-2 1 3 0,4-1 0 0,-1 1 1 0,10 0 2 16,-18 0-6-16,10-2-1 0,-2 2-8 16,10 0-4-16,-13 0-6 0,13 0-4 0,-9 0-6 15,9 0-3-15,-10 0 3 0,10 0-7 0,0 0-7 0,-9 0-3 16,9 0-4-16,0 0-3 0,0 0-5 0,0 0 1 16,0 0 6-16,0 0 9 0,0 0 3 15,32 6 0-15,-10-4-3 0,11-2 6 0,18 2-2 16,2-4 8-16,6 0 1 0,3-1 4 0,34 2-7 0,-3-4-2 15,-2 1 1-15,5 1 8 0,-7-3-22 0,-21 4-2 16,25 0-2-16,-1-4-1 0,3 6 1 16,1-2-2-16,-2 1 5 0,4-2 4 0,-1-1 5 0,0-1-7 15,-3 3 4-15,3-2 3 0,-2 0 1 0,1 0-4 16,-7 1-1-16,-24 3 0 0,-1-3-1 0,-1 2 0 16,-2-1 0-16,-2 1 0 0,-9 1-1 0,-13 0-7 15,-3-1 3-15,2-2 3 0,-5 3-9 0,2-3 3 16,-2 4 7-16,-3-1 1 0,-6 0-3 0,-2 1-5 15,1-1 6-15,-3 0 4 0,-3 1 2 0,-2-1 7 16,-2 0 6-16,1 1 8 0,-2-1 4 0,-3 0 0 16,-7 0 5-16,13 2-2 0,-13-2-1 0,9 0-4 15,-9 0-1-15,9 1-5 0,-9-1 0 0,0 0-3 16,0 0-6-16,0 0-5 0,10-4 0 0,-10 4-6 16,0 0-2-16,0 0-5 0,8 0-2 0,-8 0-1 15,0 0-5-15,13-1-2 0,-13 1-2 0,8 1 0 0,-8-1-4 16,0 0 3-16,0 0-4 0,0 0-3 15,10-1 1-15,-10 1-3 0,0 0 1 0,0 0-1 16,0 0-10-16,0 0-21 0,0 0-22 0,0 0-36 0,0 0-36 16,0 0-60-16,0 0-47 0,0 0-51 0,0 0-74 15,-41 4-75-15,12-4-286 0,-6 0-769 16,-17-3 341-16</inkml:trace>
  <inkml:trace contextRef="#ctx0" brushRef="#br0" timeOffset="36803.96">19286 8916 143 0,'0'0'145'0,"0"0"3"0,0 0-8 0,0 0-4 16,0 0-5-16,0 0 0 0,0 0-8 0,0 0-2 16,0 0-6-16,0 0-1 0,0 0-5 15,0 0-6-15,0 0-8 0,0 0-4 0,0 0-4 0,0 0-3 16,0 0-3-16,0 0-5 0,0 0-3 0,0 0-9 15,0 0-4-15,0 0-7 0,0 0-4 0,0 0-1 16,0 0-1-16,-6-24-2 0,6 24-2 0,0 0-6 16,-1-8 2-16,1 8-4 0,0 0-4 0,0 0 1 15,0 0 0-15,0-9-5 0,0 9 2 0,0 0-5 16,0 0-1-16,0 0-5 0,0 0 2 0,0 0-5 16,0 0-4-16,0 0-1 0,-2-7-2 0,2 7-2 15,0 0-3-15,0 0 2 0,0 0-5 0,0 0 3 16,0 0-3-16,0 0-2 0,-2 23 2 0,2-23 3 15,2 12-2-15,-4-2-3 0,2-1 5 0,0 1-2 0,0 3 0 16,0-2 7-16,-2 4-7 0,2-3 0 16,0 5-2-16,-2-1-2 0,2 0 8 0,2 3-4 15,-4-7 0-15,2 6 5 0,0-6-1 0,0 2 0 16,-1-1 2-16,1-1 1 0,0 4-2 0,-1-3 0 0,-2-1-1 16,3 0-3-16,-1 0 4 0,1-3-2 15,-2 0 5-15,2 1-3 0,-2-3 1 0,2 3 7 16,0-2 10-16,-1 0-1 0,1-8 1 0,-1 13-2 15,2-7 2-15,-1-6 1 0,-4 11 5 0,3-6 8 0,0 2-4 16,1-7-2-16,-4 11-2 0,4-11-3 0,-1 10-2 16,1-10-3-16,-2 5 0 0,2-5-3 0,0 0 1 15,0 0-9-15,-1 9 2 0,1-9-1 16,0 0 1-16,0 0-2 0,0 0-2 0,0 0 1 0,0 0-2 16,0 0-8-16,0 0-12 0,0 0-18 0,0 0-21 15,0 0-30-15,0 0-28 0,0 0-31 16,0 0-28-16,0 0-13 0,0 0-2 0,0 0-25 0,0 0-21 15,0-29-157-15,0 29-418 0,0-14 185 0</inkml:trace>
  <inkml:trace contextRef="#ctx0" brushRef="#br0" timeOffset="37519.71">19280 8908 51 0,'0'0'160'0,"2"-11"2"16,0 5-9-16,1 0-14 0,-3 6 1 0,5-13-14 15,0 8-6-15,-1-2-8 0,0 1-14 0,1 2-5 16,0 1-7-16,1-1 0 0,2 2-13 0,-8 2-1 15,14-4-5-15,-4 3-7 0,0 2 2 0,1 1-7 16,-2 1-2-16,0 2-7 0,1 2 8 0,-1-1-2 16,0 1-7-16,-3 1-3 0,-1 1-3 0,2-1 6 15,-2 3-2-15,-3-3-4 0,0 3-2 0,0-5-4 16,1 3 0-16,-5 0 7 0,-1-1-3 0,3-8-3 0,-4 15 6 16,-1-6-8-16,0-4 1 0,-3 2-5 15,-1 0-1-15,-3 0-4 0,3-1 1 0,-3-1-2 16,0-1-3-16,3 0-3 0,-3-1-2 0,0 2 9 0,4-4-11 15,-1 0-4-15,2 1 6 0,-1-2-5 0,8 0 1 16,-13 1 1-16,13-1-2 0,-10-1-1 16,10 1-1-16,-10 0 1 0,10 0-2 0,0 0 1 0,-12 0-4 15,12 0 5-15,0 0-5 0,0 0-1 0,0 0 0 16,-9 0-2-16,9 0 0 0,0 0-3 0,0 0 3 16,0 0-1-16,0 0 0 0,0 0 1 0,0 0-2 15,0 0 1-15,0 0-1 0,0 0 2 0,0 0-1 16,0 0 1-16,0 0 0 0,0 0 8 0,17 12 2 15,-12-9 3-15,-5-3 1 0,12 4 4 0,-7-1 0 16,1 0 1-16,-1 1 0 0,2 1 3 0,-1 0-3 16,0-2 0-16,1 2-3 0,-2-1 7 0,1 1 0 15,1 3 4-15,0-1-2 0,1-1 4 0,-3-1 4 16,0 0 0-16,0 2-3 0,3 0 2 0,0 0-2 16,-2 1 3-16,-1-1-1 0,2 2 1 0,0-1 0 15,1 1 8-15,0-2 2 0,-1 2 4 0,0-3 2 16,-1 1-3-16,-1-1-3 0,1 1-6 0,0-4 6 15,-1 4-9-15,0-2-1 0,-3-1-4 0,-2-4-4 16,7 6-1-16,-5-1-1 0,-2-5 3 0,5 5-6 16,-1-2 0-16,-4-3-3 0,5 5-2 0,-5-5-3 15,0 0-3-15,0 0 2 0,8 5-32 0,-8-5-28 16,0 0-30-16,0 0-24 0,0 0-26 0,3 6-33 16,-3-6-32-16,0 0-48 0,0 0-31 0,0 0-229 15,0 0-543-15,-13 6 239 0</inkml:trace>
  <inkml:trace contextRef="#ctx0" brushRef="#br0" timeOffset="37988.32">19684 9139 84 0,'0'0'237'0,"0"0"-3"0,3-8-9 0,-3 8-8 15,0 0-7-15,0 0-14 0,0 0-11 0,0 0-8 16,-4-9-15-16,4 9-15 0,0 0-12 0,0 0-14 16,-5-5-10-16,5 5 1 0,0 0-21 15,0 0-4-15,0 0-6 0,-19 9-1 0,12-6-9 0,2 1-2 16,-3 2-8-16,1-2-3 0,2 1-4 0,-3 2-7 16,3-4-5-16,1 4-1 0,0-1-6 0,-2 0-4 15,2 2 8-15,0-2-13 0,2-1-4 0,2-5 11 16,-4 12-15-16,3-6 0 0,1-6 1 0,-2 11-5 15,1-5-1-15,1-6 3 0,1 10-2 0,-1-10-2 16,4 10-3-16,0-3 4 0,0-4-2 16,1 4-1-16,1-2-4 0,1 0 0 0,-1 3-1 0,2-2 3 15,-1-1-1-15,1 2-2 0,0-2 0 0,-2 0-2 16,1-1 4-16,-2 0-7 0,0 0 3 0,0 1-5 16,-5-5 5-16,6 4 0 0,-6-4-3 0,4 6 1 15,-4-6 1-15,2 6 3 0,-2-6 4 0,0 0 0 16,-8 13 3-16,0-6-2 0,-1-2-2 0,-1 0 9 15,-2-1-11-15,-3 5 1 0,2-6-7 0,-5 1 5 16,6-1-2-16,-7 2-1 0,4-1-2 0,3-3-4 16,-1 1-16-16,1 0-7 0,0-1-20 0,1 1-18 15,4-1-33-15,-1 0-38 0,8-1-39 0,-13 1-43 16,13-1-49-16,0 0-198 0,-8 0-503 0,8 0 223 16</inkml:trace>
  <inkml:trace contextRef="#ctx0" brushRef="#br0" timeOffset="38970.85">19874 9303 131 0,'0'0'219'16,"0"0"0"-16,0 0-12 0,0 0-8 0,0 0-17 15,0 0-17-15,0 0-17 0,0 0-14 0,-4-6-12 16,4 6-14-16,0 0-6 0,0 0 0 0,0 0-9 16,0 0-8-16,0 0-4 0,0 0 6 0,2 24-13 15,-2-24-6-15,0 10-7 0,0-10 6 0,2 9-6 16,-2-9 2-16,0 10-2 0,0-10 0 0,0 8-5 15,0-8-3-15,0 10-5 0,0-10-5 0,0 0-1 16,-2 8-1-16,2-8-8 0,0 0 0 0,-1 7 3 16,1-7 0-16,0 0-1 0,0 0 8 0,0 0-2 15,0 0 7-15,0 0-2 0,0 0 3 0,0 0 5 0,0 0 6 16,0 0-4-16,0 0-2 0,0 0-1 16,0 0-1-16,0 0-3 0,0 0-6 0,0 0-4 15,0 0 7-15,0 0-12 0,0 0-6 0,-12-16 2 16,12 16-7-16,-1-12 3 0,1 12-10 0,1-12 2 15,-1 12 2-15,3-15-11 0,0 9 3 0,-2-1-1 16,4-2 2-16,-1 0-6 0,2 2 7 0,-1-2-9 0,-1 2-3 16,1 0 5-16,-1 1 1 0,0 1-3 0,1 1-6 15,1-2 4-15,1 2-3 0,-2 1 5 0,0-1-5 16,3 0 5-16,-1 1-7 0,-7 3-1 0,13 0-1 16,-13 0-3-16,14 0 1 0,-6 3 3 0,-2-1-6 15,-1 4 7-15,3-1-1 0,0 2 0 0,-2 0-3 16,-1 0 6-16,0 2-3 0,-2-2 1 0,2 0 5 15,0 2-3-15,-2-2-3 0,-1-1 4 0,-1 0 0 16,-1-6-1-16,2 12 5 0,-1-7-1 0,-1-5 3 16,0 10-1-16,0-10 2 0,-3 8 3 0,3-8 8 15,0 0 0-15,-3 8 5 0,3-8 9 0,0 0 2 16,-4 5 6-16,4-5-2 0,0 0 0 0,0 0 6 16,-8 3-11-16,8-3 7 0,0 0-9 0,0 0-12 15,0 0 8-15,-8-15-9 0,8 15-3 0,-2-11-3 16,2 11 1-16,1-15 1 0,2 5-11 0,1 1-3 15,1-1 2-15,1 0-3 0,-2 1 3 0,0 2 0 16,0 0-3-16,1-1-8 0,0 2 7 0,1 1-2 16,-1 2-2-16,-5 3-4 0,9-9 1 0,-5 7-1 15,-4 2 1-15,9 0 0 0,-9 0 1 0,10 5-4 16,-5-2 7-16,-5-3-4 0,8 8-1 0,-5-1 2 0,2 0 11 16,-3 0-7-16,2 3 0 0,-3 0 0 15,2-1 0-15,-2 1 2 0,0-1-1 0,1 1-3 16,-2-1 1-16,0-2 2 0,1 3-4 0,-1-2 8 0,0-8-24 15,-1 14-48-15,1-7-28 0,0-7-35 0,-2 10-33 16,0-4-36-16,2-6-35 0,-4 10-36 0,4-10-35 16,-1 7-239-16,1-7-592 0,0 0 262 15</inkml:trace>
  <inkml:trace contextRef="#ctx0" brushRef="#br0" timeOffset="39403.5">20394 9252 19 0,'4'-10'265'0,"-3"4"-13"0,0-4-14 16,-1 10-6-16,-4-15-13 0,-1 10-9 0,1 0-10 16,4 5-4-16,-13-5-11 0,6 1-12 0,-2 3-17 15,-1 0-14-15,-2 1 2 0,-1 3-21 0,-1 1-8 16,3 2-12-16,-5 5-1 0,1-2-6 0,5 0-9 16,-3 4-10-16,3-3-4 0,0 2-4 0,2-4-11 15,3 2-8-15,1-1-4 0,0 2 1 0,3-1-12 16,1-2 0-16,0 2-1 0,0-10 5 0,4 12-10 15,-2-6-9-15,3-2 2 0,2 1 3 0,0 0-8 16,0-1-1-16,1-2-1 0,3 1 2 0,-1-1-8 16,2-2 1-16,-2-2-8 0,0 2 3 0,-3-3 0 15,-1 1 0-15,2-2-4 0,-3 0 3 0,-5 4 0 0,7-10-3 16,-4 5 1-16,3-2-1 0,-3-3 1 16,-2 4 0-16,2-3-7 0,-1 2 6 0,-2 7 3 15,3-10 1-15,-3 10-5 0,2-11 0 0,-2 11-2 16,0-9 2-16,0 9 6 0,2-9-4 0,-2 9-1 15,0 0 3-15,0 0-3 0,1-7 5 0,-1 7-8 0,0 0 1 16,0 0 6-16,0 0-5 0,0 0 2 16,0 0 4-16,4 22 3 0,-4-15 2 0,1 0 2 15,0 1-6-15,1 1 1 0,0 0-2 0,0-1 3 0,-2 1 1 16,3 0-11-16,1-4-14 0,-1 2-34 16,-1 1-36-16,1-1-40 0,2-1-41 0,-3 0-46 0,4-1-57 15,-1 1-268-15,0-2-581 0,0 0 257 0</inkml:trace>
  <inkml:trace contextRef="#ctx0" brushRef="#br0" timeOffset="39671.75">20553 9236 117 0,'0'0'269'0,"2"-8"-12"16,-2 8-12-16,0 0-13 0,0 0-20 0,0 0-18 15,0 0-21-15,3-6-17 0,-3 6 10 0,0 0 3 16,0 0 5-16,0 0-6 0,13 19-15 0,-9-15-7 16,0 2 4-16,0 1-18 0,0-2-8 0,2 1-6 15,-1 2-20-15,-1-2-7 0,0 1-3 0,2 0-21 16,-1-1 4-16,2 1-6 0,-2-1-6 0,0-1-13 16,3 2 15-16,-3 0-23 0,2-2-22 0,-2 1-35 15,2-3-36-15,-1 2-43 0,-1-1-46 0,3-2-50 16,-8-2-50-16,10 4-35 0,-5-1-225 0,-5-3-546 15,7 2 242-15</inkml:trace>
  <inkml:trace contextRef="#ctx0" brushRef="#br0" timeOffset="39838.1">20736 9178 213 0,'0'0'252'0,"-6"-5"-9"0,6 5-11 0,-13 2-9 16,2 4-10-16,-1 0-15 0,-1 7-18 0,-9 2-20 15,-1 3-14-15,1 3-16 0,0-2-9 16,-3 2-18-16,2 2-44 0,-2 1-57 0,4-1-66 16,0-4-75-16,-1 1-85 0,-1 0-118 0,1-4-370 0,-1 0 164 15</inkml:trace>
  <inkml:trace contextRef="#ctx0" brushRef="#br0" timeOffset="45239.58">20395 9429 98 0,'0'0'113'0,"0"0"-16"0,0 0-11 16,0 0-9-16,0 0-9 0,0 0-2 0,0 0-13 15,0 0 3-15,6-5-21 0,-6 5-19 0,0 0-31 16,0 0-43-16,0 0-58 0,0 0-124 0,0 0 55 16</inkml:trace>
  <inkml:trace contextRef="#ctx0" brushRef="#br0" timeOffset="52712.83">22004 8107 66 0,'-3'-6'162'0,"3"6"1"15,0 0 5-15,-6-6 9 0,6 6-18 0,-5-8-5 16,5 8 5-16,-5-5 5 0,5 5-11 0,-3-8-3 0,3 8 4 16,-2-9-3-16,2 9 0 0,1-9 1 0,-1 9-3 15,0 0-5-15,-3-10 0 0,3 10-12 16,0 0-5-16,0-9-9 0,0 9-11 0,0 0-10 16,0 0-11-16,0 0-12 0,0 0-5 0,0 0-15 0,-1-9-3 15,1 9-10-15,0 0-1 0,0 0-5 0,0 0-9 16,0 0-2-16,3 24 3 0,-3-11-6 15,2 5-2-15,1 6-2 0,-5 4 3 0,4-5 7 0,-4 2 1 16,2 2 13-16,2-8-3 0,-2 0-2 0,0 1 4 16,0-2-7-16,0 0 2 0,0 0 0 0,1 2 4 15,0-4 0-15,-2-3 0 0,1 3-5 0,0-6-3 16,0 3-5-16,-1-4-1 0,1 0-4 0,1 1-3 16,-1-3 5-16,0-7-3 0,1 10 0 0,2-5-4 15,-1 0 2-15,2 1-2 0,1-3-10 0,2 0-6 16,-1-1-27-16,4-2-22 0,-2 0-22 0,5 0-33 15,-3-2-28-15,4-1-19 0,-2 3-34 0,0-3-17 16,0-1-25-16,-1-3-36 0,2 1-27 0,-4 2-195 16,-3 0-526-16,0-4 234 0</inkml:trace>
  <inkml:trace contextRef="#ctx0" brushRef="#br0" timeOffset="53186.5">21936 8263 25 0,'-11'-5'223'16,"-1"2"-14"-16,1 3-3 0,2-2-10 0,2 0-13 16,7 2-12-16,-12-3-19 0,12 3-12 0,-6-2-17 15,6 2-9-15,0 0-12 0,0 0-11 0,0 0-5 0,31 0-7 16,-9-4-10-16,10 4-4 0,4-3-5 0,1 0-5 16,1 2-5-16,0-2-14 0,-2 0-1 15,-1 3-5-15,-6-1-1 0,-7-2 0 0,-4 2-4 16,1 1 2-16,-6 0-2 0,-3 0 4 0,-1-2-3 0,-9 2-2 15,13 0 0-15,-8 0 0 0,-5 0-1 0,0 0 3 16,12 0-3-16,-12 0 3 0,0 0 2 0,5 4 9 16,-5-4 5-16,0 0 1 0,-6 15-4 0,2-7 5 15,-2 0 2-15,1 0 6 0,0 4-8 0,0-2 0 16,-1 2 7-16,1-1-9 0,3 1-7 0,-3-1 1 16,2 0-9-16,2 0 0 0,2-1-1 15,0 2-1-15,2-3 0 0,2 1-2 0,1-3 1 0,1 0-2 16,2 0 7-16,3-1-11 0,-1-4-5 0,4 1-1 15,-2-2 0-15,5 1 4 0,-2-2-4 0,0 0-5 16,0-6 4-16,2 4-2 0,-6-3 0 0,-2 3-1 16,3-4 1-16,-4 2 1 0,-2-3 12 0,1 0 7 15,-3-2-1-15,0-1-8 0,-1 0 3 0,-4-2-4 16,0-1-4-16,-4 0 0 0,-1 4-11 0,-1-4 10 16,-4-2 0-16,1 4-8 0,-3-3-2 0,2 6-3 0,0 1 3 15,1 1-2-15,-3 0-2 0,2 1-3 16,3 3-11-16,-4-2-25 0,2 3-23 0,-1 2-24 15,0 3-32-15,-1-2-44 0,2 2-50 0,4 2-57 16,-3 0-243-16,4 0-555 0,4-6 245 0</inkml:trace>
  <inkml:trace contextRef="#ctx0" brushRef="#br0" timeOffset="53942.89">23181 8113 55 0,'0'0'257'0,"-5"-9"-11"0,5 9-11 0,-5-9-8 15,5 9-17-15,-3-8-7 0,3 8-6 0,-5-4-11 0,5 4-9 16,0 0-8-16,0 0-11 0,-3-7-18 0,3 7-15 16,0 0-14-16,0 0-10 0,0 0-12 15,0 0-16-15,0 0-4 0,0 0-10 0,0 0-7 0,16 19 2 16,-7-5-3-16,0 0 7 0,-2 1-8 0,5-1-1 15,-2 2-1-15,0 6-5 0,0-3 7 0,-2-3-7 16,1 1 3-16,4-1-10 0,-5-1-4 16,1 2 2-16,-3-3 7 0,3 1-11 0,-3-5-4 0,-1-1-2 15,-1 2-3-15,0-1-5 0,2-2 7 0,-2 0-1 16,0-2-5-16,-1-2 9 0,-3-4-8 0,2 5 0 16,-2-5 10-16,4 6 6 0,-4-6 8 0,0 0 14 15,5 4 1-15,-5-4 7 0,0 0-4 0,0 0 4 16,0 0-6-16,0 0-5 0,0 0-9 0,7-15-2 15,-4 5-10-15,0 0 4 0,1-2-16 0,0-3 5 16,1 0-3-16,1-2-9 0,2 1 4 0,-3-2-3 16,4-6 0-16,-1 5-7 0,-2 2 5 0,1 0 2 15,1 0 1-15,-1 2 1 0,-2 4-10 0,-1 0 5 16,2 1-9-16,-2-2 3 0,0 4-12 0,-3 2 9 16,1 1-2-16,-2 5 9 0,4-9-9 0,-4 9-17 15,3-8-21-15,-3 8-31 0,4-3-35 0,-4 3-43 16,0 0-20-16,0 0-10 0,0 0-28 0,0 0-34 15,6 17-49-15,-5-8-34 0,-2 2-200 0,0 0-565 16,-4-1 251-16</inkml:trace>
  <inkml:trace contextRef="#ctx0" brushRef="#br0" timeOffset="54409.54">23610 8291 1 0,'0'0'212'0,"0"0"0"0,0 0-5 0,-12-21-8 0,12 21-2 15,-3-7-6-15,3 7-3 0,0 0-13 0,-5-7-9 16,5 7-7-16,-4-5-5 0,4 5-8 0,0 0-4 15,-6-7-3-15,6 7-9 0,0 0 4 0,-4-5-5 16,4 5-4-16,0 0-7 0,0 0 0 0,0 0-4 16,0 0-4-16,0 0-10 0,-4-7-6 0,4 7-11 15,0 0-8-15,0 0-7 0,0 0-10 0,0 0-6 16,0 0 10-16,0 0-27 0,0 0 0 0,0 0 8 16,0 0-16-16,0 0-1 0,0 0 10 0,0 0-18 15,0 0 3-15,0 0-7 0,0 0 3 0,-1 21-1 16,1-21 16-16,-1 12-19 0,1-5 11 0,0-7 1 15,-2 18 10-15,1-8-2 0,1-1-3 0,0 1-1 16,-1 0-5-16,-1-1 0 0,2 2-5 0,-2-2 2 16,2 0 8-16,0-9-11 0,-2 16 4 0,2-9-2 15,0 0-5-15,0-7 2 0,0 13-5 0,0-13 0 16,0 11-1-16,0-11-1 0,0 8 3 0,0-8-8 16,2 9 6-16,-2-9-30 0,1 5-37 0,-1-5-38 15,0 0-32-15,0 0-40 0,1 8-36 0,-1-8-41 16,0 0-54-16,0 0-312 0,0 0-658 0,0 0 292 15</inkml:trace>
  <inkml:trace contextRef="#ctx0" brushRef="#br0" timeOffset="54605.68">23664 8095 57 0,'-4'-6'286'0,"4"6"-32"0,-4-8-18 0,4 8-22 0,-3-7-16 15,3 7-13-15,0 0-15 0,-4-6-18 0,4 6-15 16,0 0-13-16,-4-5-19 0,4 5-7 0,0 0-20 16,0 0-27-16,0 0-37 0,0 0-45 0,0 0-45 15,14 17-62-15,-9-12-61 0,1 0-121 0,-1 0-346 16,4 1 154-16</inkml:trace>
  <inkml:trace contextRef="#ctx0" brushRef="#br0" timeOffset="55336.78">23783 8390 114 0,'0'0'268'16,"0"0"-13"-16,0 0-13 0,0 0-16 0,0 0-18 15,0 0-16-15,0 0-19 0,0 0-15 0,0 0-18 16,0 0-10-16,0 0-15 0,-1 9 1 0,1-9-17 16,-4 15-4-16,1-6-4 0,-1 1 0 0,3 0-8 15,-2 1-6-15,1-5-7 0,1 3-8 0,-1-3-4 0,-1 5-5 16,1-5 7-16,1-1-11 0,1-5 2 0,-5 12 4 16,5-12 2-16,-3 5-2 0,3-5 17 0,0 0 4 15,-2 7 14-15,2-7 1 0,0 0 6 0,0 0-5 16,0 0 2-16,0 0-13 0,0 0-15 0,0 0-3 15,0 0-3-15,0 0-9 0,0 0-4 0,0-26-6 16,1 17-1-16,0 0-3 0,1-1-3 16,-1-2-6-16,0 0-6 0,2 1-4 0,-1 0 1 0,6-6 1 15,-3 3-4-15,0 3 5 0,0-1-10 0,3-2 8 16,0 3-19-16,-2 2 3 0,0-1 3 0,2 2-12 16,-3 3 1-16,2-1-2 0,-4 3 6 0,3-1-8 15,-6 4 6-15,10-5-2 0,-10 5 2 0,11 1-6 16,-11-1 1-16,12 4 5 0,-6 0-3 0,-1 1-2 15,3 2 1-15,-3 0 7 0,0 1-5 0,0 0-5 16,0 1 7-16,2-1-9 0,-2 0 17 0,-1 2-4 16,-2-2-1-16,2 1-3 0,-1-1 8 0,-2-3-2 15,2 1-3-15,-3-6 3 0,2 8 5 0,-2-8-10 16,3 7 4-16,-3-7-4 0,0 0 1 0,3 7 22 16,-3-7 7-16,0 0 17 0,0 0-4 0,0 0 5 15,0 0-11-15,0 0-2 0,0 0-2 0,0 0-8 16,0 0 1-16,0 0-12 0,-2-28 4 0,4 17-12 15,1 0-2-15,-1 0-5 0,1-1 1 0,1 0-1 0,0-1-3 16,1 4 8-16,-1 0-19 0,2 2 10 16,-1-2 0-16,-1 4-4 0,0 0 2 0,0 1-1 15,-4 4 2-15,6-6-7 0,-6 6 4 0,9-4-4 0,-9 4-1 16,0 0 1-16,12 5 5 0,-9-1-3 0,1 0 6 16,1 5 0-16,0-1 1 0,-1 0 2 0,-1 3 4 15,1-4-5-15,-2 5 5 0,1-3-2 0,-2 0 1 16,3 3 1-16,-3-3 0 0,2 1 7 0,-3 1-22 15,2-2-28-15,0-1-41 0,-2-1-31 0,0-7-33 16,2 16-37-16,-2-8-30 0,0-8-39 0,3 11-32 16,0-6-30-16,-3-5-212 0,7 8-572 0,-2-7 253 15</inkml:trace>
  <inkml:trace contextRef="#ctx0" brushRef="#br0" timeOffset="55703.91">24317 8316 101 0,'0'-6'270'15,"0"6"-9"-15,0-10-9 0,0 10-8 0,-6-9-12 16,6 9-14-16,-9-5-13 0,1 3-5 0,-1 4-18 16,-4-1-14-16,2 4-14 0,-2 2-4 0,0-2-12 0,-1 5-8 15,5-2-14-15,0-1-16 0,2 0-6 16,-1 3-9-16,4-1-6 0,2-1-11 0,-2 2-6 16,2-1-2-16,2 1-11 0,0-3-1 0,3 0-1 0,0 1-7 15,1-3-3-15,2 1 12 0,-1 0-19 0,-5-6-7 16,11 2 1-16,-3 1 5 0,1-3-14 0,-3 2 7 15,-6-2 1-15,13-3 0 0,-13 3-10 0,12-7 0 16,-6 1 0-16,3-1-2 0,-5 2-3 0,0-4 0 16,2 3 14-16,-3-2-11 0,0 2-11 0,-1 0 7 15,3 2-1-15,-5 4 7 0,2-11-6 16,-2 11-6-16,4-5 1 0,-4 5 2 0,0 0 13 0,3-6-24 16,-3 6 1-16,0 0 2 0,0 0 7 15,0 0 2-15,0 0-2 0,10 14-1 0,-7-6 1 0,0 0 6 16,-1 1-4-16,3 0-1 0,-3 0 2 0,2 2-9 15,0-3-22-15,2 2-28 0,-2 0-36 0,1-1-44 16,-1 1-58-16,1-3-58 0,2 1-53 0,-4-1-225 16,3-5-572-16,-1 3 254 0</inkml:trace>
  <inkml:trace contextRef="#ctx0" brushRef="#br0" timeOffset="55920.82">24446 8311 122 0,'-1'-7'307'0,"1"7"-16"0,0-12-18 0,0 12-18 16,-1-9-21-16,1 9-27 0,0 0-22 0,0 0-7 16,0 0 0-16,0 0-9 0,0 0 10 0,0 0-6 15,14 16-15-15,-10-8-10 0,3 2-14 0,-1 0-13 16,1-1-9-16,-1 2-10 0,3 3-10 0,-1-2-8 16,-2-3-11-16,3 1-29 0,0-1-23 0,-1 0-36 15,-4-3-32-15,1 1-37 0,-3-1-35 0,2-2-34 16,-4-4-45-16,7 8-14 0,-4-6-34 0,-3-2-215 0,0 0-500 15,0 0 221-15</inkml:trace>
  <inkml:trace contextRef="#ctx0" brushRef="#br0" timeOffset="56104.03">24551 8325 174 0,'0'0'243'16,"0"-12"5"-16,0 12 0 0,1-9-10 0,-1 9-19 16,0 0-15-16,0 0-23 0,-6-5-5 0,6 5-1 15,0 0 7-15,-13 11 1 0,3-1-5 0,-2 1-4 16,2 3-15-16,-4 1-10 0,2 2-1 0,-5 3-16 15,5-3-13-15,-2-3-14 0,3 0-10 0,0-1-13 16,2 3-20-16,0-8-34 0,2 3-39 0,2-8-44 16,-1 5-43-16,2-2-60 0,1 0-63 0,3-6-58 15,0 0-235-15,0 8-556 0,0-8 247 0</inkml:trace>
  <inkml:trace contextRef="#ctx0" brushRef="#br0" timeOffset="56321.77">24738 8323 2616 0,'6'-4'134'0,"2"0"-24"0,-3-2-41 0,-1 3-16 16,-4 3 1-16,7-6 9 0,-3 3 6 0,-4 3 9 0,10-5 4 15,-5 3 13-15,3-1-6 0,1 0 5 0,4 1-3 16,-2 1-7-16,3-2-3 0,-3 2-11 16,2 1 2-16,1-2 1 0,-1 0-4 0,1 1-6 0,-1 1-7 15,1-1 1-15,-5 1-15 0,0 0-3 0,-9 0-11 16,15 0-8-16,-8 0-55 0,-7 0-31 0,12 0-29 15,-12 0-38-15,0 0-36 0,11 1-46 16,-11-1-52-16,5 3-76 0,-5-3-179 0,0 0-565 0,0 0 250 16</inkml:trace>
  <inkml:trace contextRef="#ctx0" brushRef="#br0" timeOffset="56753.82">25186 8118 264 0,'0'-11'311'15,"-1"3"-5"-15,1-2 6 0,0 10-10 0,0-10 7 16,-2 2-10-16,2 8-12 0,-1-8-24 0,1 8-14 16,0 0-29-16,-1-9-31 0,1 9-26 0,0 0-17 15,0 0-12-15,0 0-15 0,0 0-4 0,14 20 9 16,-4-7-8-16,0 3-11 0,-1 0-4 0,9 7-10 16,-1-2 5-16,-3 1-4 0,-1 0-10 0,-4-5-8 15,1-2-9-15,-1 2-10 0,1 0-2 0,-5 0 1 16,4-3-10-16,-2 1-1 0,-3-6-8 0,1 4 4 0,-1-3-3 15,1-2-7-15,-3 2 3 0,0-4-9 0,3-1-1 16,-3 0-3-16,-2-5-6 0,3 8 7 16,-3-8 1-16,2 7-1 0,-2-7 0 0,0 0 23 15,0 0 17-15,4 6 12 0,-4-6 0 0,0 0-8 0,0 0-3 16,14-11-4-16,-8 2-7 0,-1-2-5 16,6-3-5-16,-1 0 1 0,0-4-7 0,-1 3-5 15,1 0-4-15,1-3-2 0,-1 0-3 0,0 1-2 0,1-1 0 16,-3 2-4-16,2 0-2 0,-3 1 0 0,-1 4-6 15,-3 0 5-15,3 4-3 0,-2-2-1 0,1 4-4 16,0-1 0-16,-3 0-1 0,-2 6-12 0,5-9-28 16,-5 9-43-16,2-4-36 0,-2 4-52 0,0 0-42 15,0 0-38-15,6-4-21 0,-6 4-20 0,0 0-37 16,4 13-39-16,-1-6-340 0,-3-7-764 0,5 13 337 16</inkml:trace>
  <inkml:trace contextRef="#ctx0" brushRef="#br0" timeOffset="57121.87">25691 8286 167 0,'0'0'264'15,"0"0"-6"-15,0 0-2 0,0 0-1 0,0 0-8 16,0 0-11-16,0 0-17 0,0 0-19 0,0 0-24 16,0 0-10-16,0 0-14 0,6 1 2 0,3-1-26 15,3 0-11-15,8-1-8 0,-2-1-7 0,2 2-8 16,-2-1-11-16,0 0 0 0,2 0-3 0,-6 1 9 15,-3-3-16-15,-2 3-6 0,-9 0 3 0,15 0-6 16,-15 0-8-16,8 3-4 0,-8-3-6 0,6 3-1 0,-6-3 23 16,0 9 18-16,0-9 12 0,-9 14 11 0,-2 2 8 15,-2-3 3-15,-4 7-1 0,-2 2-4 16,-2-3-4-16,3 2-8 0,1 1-1 0,0-4 6 16,4-2-7-16,-1-3-6 0,3 1-11 0,2-5-5 0,0 0-8 15,3 0-6-15,1-1-3 0,1-2-6 0,0-1-5 16,1-1-3-16,3-4-6 0,-4 9 1 15,4-9 0-15,0 0-5 0,0 0-1 0,11 11-3 0,2-11-1 16,3 0-7-16,13-3-2 0,1 2-3 0,3-3-5 16,3-1-4-16,0 3-22 0,0-1-28 0,2-4-48 15,-6 2-41-15,2-1-45 0,1-1-46 0,-8 3-35 16,-9 1-36-16,2 1-54 0,-3 0-50 0,0 0-360 16,-6 2-816-16,-2 0 361 0</inkml:trace>
  <inkml:trace contextRef="#ctx0" brushRef="#br0" timeOffset="58153.88">23568 8961 60 0,'-13'-3'176'0,"13"3"-3"0,-11 0 3 0,11 0-1 15,-9-3-1-15,9 3-4 0,-9 0-4 0,9 0-5 16,0 0-11-16,-9-1-12 0,9 1-10 0,0 0-9 0,0 0-12 16,0 0-7-16,-11 0-4 0,11 0-9 15,0 0-8-15,0 0-8 0,0 0-7 0,0 0-3 0,0 0-10 16,0 0-2-16,0 0-7 0,0 0 3 15,0 0 14-15,0 0 12 0,0 0 4 0,35 6 4 16,0-6-6-16,4 0-6 0,24-4-2 0,32-3-3 0,3 3-2 16,8-2-6-16,1-5-9 0,6 6 1 15,-1 0-6-15,2-2-7 0,-1 0 0 0,-1 0 3 0,3-1-2 16,-5 3-4-16,-5 3 2 0,-5-3 0 0,-34 2 7 16,26 0 3-16,-29 1 2 0,-2 1-4 0,-2 0-3 15,-1-3 10-15,-6 2-7 0,0-1 2 16,-18 3 8-16,1-3 5 0,-3 2 9 0,-3-2-2 0,-2 1 11 15,-8 1 1-15,2-1 1 0,-8 1 4 0,1-1 4 16,-1 1-1-16,-1 0-3 0,-3-1-2 0,2 2-3 16,-3 0-11-16,-8 0-5 0,13-2-8 0,-5 1-3 15,-8 1-8-15,0 0-2 0,12-1-8 0,-12 1-9 16,0 0-23-16,8 0-25 0,-8 0-37 0,0 0-33 16,0 0-32-16,0 0-32 0,0 0-44 0,0 0-44 15,0 0-55-15,-29 14-59 0,9-9-275 0,-9 1-693 16,-1-1 306-16</inkml:trace>
  <inkml:trace contextRef="#ctx0" brushRef="#br0" timeOffset="58636.31">24224 9264 227 0,'-4'-10'310'16,"4"2"-14"-16,0 8-6 0,0-13 3 0,0 13 2 16,0-11-19-16,0 11-14 0,0-8-28 0,0 8-19 15,0 0-27-15,0 0-10 0,0 0-3 0,0 0 8 16,0 0 6-16,5 28-2 0,-2-9-10 0,-5 7-3 16,0 3-11-16,-2 0-10 0,-1 0-13 15,2 0-13-15,-1 0-11 0,2-1-11 0,1-3-9 0,-3-6-10 16,1 0-9-16,3-1-7 0,-1-3-27 0,0 0 0 15,-1-3-11-15,2-1 2 0,2-2-7 0,-2-2-1 16,1 0-1-16,-1-7-19 0,-1 12-14 0,2-6-31 16,-1-6-49-16,1 8-10 0,-1-8-34 0,0 0-12 15,1 8-17-15,-1-8-21 0,0 0-27 0,0 0-33 16,0 0-27-16,0 0-17 0,0 0-8 0,0 0-10 16,2-34-207-16,-2 21-553 0,2-4 245 0</inkml:trace>
  <inkml:trace contextRef="#ctx0" brushRef="#br0" timeOffset="58953.9">24243 9403 71 0,'4'-25'123'15,"-2"1"11"-15,0 5 14 0,-1-9 0 0,1 11 1 16,-2-2 0-16,2 2 4 0,-1 4-6 0,1 1-3 0,1 2-5 16,2-1-11-16,0 3-2 0,3 0-7 15,0 5-3-15,2 1 4 0,0 1 2 0,3 5-2 16,4 0-1-16,-1 2-4 0,-2 2-9 0,-1-1-6 16,-3 1-8-16,2 5-7 0,-3-3-12 0,-3 2-2 0,-2-2-10 15,0 2-4-15,-2-2-1 0,-4 1-3 0,-1-1-2 16,-2 0 12-16,-1-3-15 0,-3 3 2 0,0-3-8 15,-3 0 5-15,0-1-7 0,0-1 1 0,2 0 0 16,-2-2 4-16,2 0-1 0,4-1 5 0,-3 0-2 16,2-1-3-16,7-1-4 0,-9 4 2 0,9-4-6 15,-6 1 1-15,6-1-11 0,0 0-4 0,-8 4-1 16,8-4 5-16,0 0 5 0,0 0 3 0,7 13 5 16,-2-7 7-16,0-3-10 0,1 6 7 0,2 0-10 15,1-2-1-15,0 1-1 0,0 2-4 0,2-2-2 16,0 0-3-16,2 2-20 0,4-2-25 0,-5-2-39 15,0 2-46-15,-1-1-47 0,0-1-47 0,1 2-52 16,-1-5-39-16,2 0-53 0,-5 0-188 0,-1-1-579 16,-1 0 256-16</inkml:trace>
  <inkml:trace contextRef="#ctx0" brushRef="#br0" timeOffset="59259.7">24626 9458 85 0,'3'-4'295'0,"-3"4"-22"16,0 0-9-16,4-9-13 0,-4 9-12 0,0 0-5 15,0 0-10-15,-12-6-7 0,12 6-7 0,0 0-8 0,-18 8-7 16,6-4-18-16,-1 6-12 0,2-2-7 16,-4 2-19-16,2 0-12 0,1-3-13 0,4 3-9 15,2-1-15-15,3-1-18 0,-2 1 4 0,5-2-10 0,0 3-7 16,0-1-5-16,5-2 0 0,0 2-13 0,-1-1 10 16,4 0-20-16,2-1 3 0,-2 0-5 0,3 0-7 15,-3-1-5-15,1 0 6 0,-2 0 0 16,-1-2-3-16,1 0-3 0,-3 1-4 0,1-1 0 0,-5-4 2 15,6 7-6-15,-6-7 5 0,3 6 5 0,-3-6 3 16,0 8 12-16,0-8 5 0,0 0 1 0,-9 9 1 16,4-7-13-16,-8 1 9 0,3-1-15 0,0 1-2 15,-2-1 3-15,5 0-9 0,-2-1-19 0,9-1-36 16,-17 0-51-16,11 2-41 0,6-2-48 0,-17 0-53 16,17 0-67-16,-9-3-60 0,3 1-224 0,6 2-634 15,0 0 281-15</inkml:trace>
  <inkml:trace contextRef="#ctx0" brushRef="#br0" timeOffset="59820.77">24713 9596 2860 0,'12'-6'177'0,"-3"2"-44"0,-2 1-65 0,0 0-29 0,-7 3-12 16,9-2 11-16,-9 2 17 0,0 0 25 0,11 4 3 16,-7 0 12-16,-4-4 9 0,5 10-12 0,-3-5 10 15,-2-5 0-15,2 14-4 0,-1-7-6 0,0-1 6 16,1 1 2-16,-2-7 7 0,0 15-10 0,0-10-6 15,0-5-3-15,1 9-1 0,-1-9 0 0,1 8 6 16,-1-8 4-16,0 0 12 0,3 9 1 0,-3-9 10 16,0 0 2-16,0 0-8 0,0 0-9 0,0 0-12 0,0 0-3 15,0 0-11-15,0 0-9 0,0 0-5 16,0 0-7-16,-11-26-6 0,11 17-7 0,0-1-4 16,0 0-7-16,1-1-3 0,1-1-2 0,2-1-3 0,2 1-7 15,3-2-2-15,-2 4 1 0,0 0-6 0,1-1 1 16,1 4-1-16,1 0 0 0,-1 2-7 15,-2 1 4-15,3 1-7 0,-3 2 1 0,1 1-2 16,0 3 0-16,2 2 0 0,0 0 1 0,1 2-4 0,-1 3 2 16,-3-1 0-16,1 1-2 0,-3-1-3 0,-2 1 3 15,2 2 4-15,-1-4-4 0,-1 5 3 16,0-5-1-16,-3 0-2 0,2 0 5 0,-2-2-4 0,0-6 4 16,2 12-3-16,-2-12 2 0,0 6 0 15,0-6 0-15,0 0 3 0,1 9 2 0,-1-9 5 0,0 0-5 16,0 0-10-16,0 0-9 0,0 0 0 0,0 0-3 15,5-21-3-15,-2 13-6 0,1-1-4 0,3 0-6 16,0-1 3-16,4-3-4 0,-4 4-4 0,7-2 7 16,-5 1 1-16,0 4 2 0,2-1 5 0,-3 2-1 15,1 1 4-15,-1 1 0 0,-4 1 2 0,-4 2 0 16,11 2-4-16,-11-2 11 0,8 5 3 0,-5 1-5 16,0 0 10-16,-2 1 3 0,-1-7-1 0,1 12 0 15,-1-1 3-15,-1-1-1 0,0-1-4 0,-2 1 9 16,3-2-18-16,0 0-45 0,0-8-41 0,-5 11-52 15,4-4-58-15,1-7-41 0,-3 10-37 0,3-10-42 16,0 8-24-16,0-8-33 0,0 0-292 0,4 5-735 16,-4-5 325-16</inkml:trace>
  <inkml:trace contextRef="#ctx0" brushRef="#br0" timeOffset="60021.64">25246 9561 199 0,'11'-15'243'0,"-5"5"-2"0,4-1 12 15,-6 1 3-15,1 2 9 0,-1 2 12 0,0-1 3 16,-1 2-2-16,-3 5-3 0,4-7-25 15,-4 7-22-15,0 0-24 0,0 0-10 0,0 0 18 0,0 0 1 16,0 0-5-16,0 0-13 0,2 21-16 0,-4-13-16 16,2 3-13-16,-2 2-16 0,-2-1-13 15,3 2-9-15,-1-2-11 0,0 1-11 0,0 4-8 0,0-5-10 16,2-1-18-16,0 2-39 0,2-2-51 0,0-2-44 16,-2-3-52-16,0-6-51 0,4 13-48 0,-4-8-58 15,0-5-64-15,5 7-354 0,-5-7-766 0,0 0 340 16</inkml:trace>
  <inkml:trace contextRef="#ctx0" brushRef="#br0" timeOffset="60176.32">25315 9336 129 0,'0'0'282'15,"1"-10"-32"-15,-1 10-25 0,0 0-29 0,0 0-37 16,4-4-32-16,-4 4-35 0,0 0-62 0,0 0-62 15,12 17-59-15,-6-6-138 0,1-2-246 0,0 4 109 16</inkml:trace>
  <inkml:trace contextRef="#ctx0" brushRef="#br0" timeOffset="60437.52">25480 9626 25 0,'0'0'293'0,"4"9"-4"0,-4-9 1 15,0 0 1-15,2 5 2 0,-2-5 5 0,0 0-5 16,0 0-5-16,0 0-16 0,0 0-21 0,0 0-10 15,0 0-18-15,7-17-16 0,-5 11-17 0,-2 6-3 0,7-14-13 16,-2 4-16-16,1-1-12 0,1 2-5 16,2-1-14-16,-2-1-11 0,1 3-7 0,2 1-8 15,-3 1-6-15,3 1-8 0,-5 1-12 0,2 1-6 16,-7 3-6-16,13 0-10 0,-13 0-2 0,11 3-2 0,-6 2-2 16,-2 1-5-16,-1 0-3 0,0 4-5 0,2-1-6 15,-4 1-2-15,-2 2-21 0,0-2-40 16,2 3-52-16,-4-6-64 0,3 1-63 0,0 2-50 0,-2-3-64 15,3-7-61-15,-3 10-328 0,3-10-776 0,0 0 344 16</inkml:trace>
  <inkml:trace contextRef="#ctx0" brushRef="#br0" timeOffset="60605.58">25214 9183 3003 0,'0'0'-5'0,"0"-14"-40"15,0 14-139-15,0 0-45 0,7-8-42 0,-7 8-108 16,5-3-409-16,-5 3 181 0</inkml:trace>
  <inkml:trace contextRef="#ctx0" brushRef="#br0" timeOffset="105826.33">10808 3556 23 0,'0'0'56'0,"0"0"5"16,0 0-14-16,0 0 1 0,0 0-8 0,0 0-5 15,0 0-3-15,0 0-5 0,0 0-6 0,0 0-6 16,0 0-11-16,0 0-19 0,0 0-20 0,0 0-26 16,0 0-64-16,0 0 29 0</inkml:trace>
  <inkml:trace contextRef="#ctx0" brushRef="#br0" timeOffset="107604.11">18392 10210 25 0,'0'0'169'0,"-2"-7"-10"0,2 7-4 16,0 0-9-16,0 0-1 0,0 0-9 0,0 0-6 15,0 0-8-15,0 0-10 0,0 0-6 0,0 0-13 16,-4-6 2-16,4 6-10 0,0 0-2 0,0 0-11 15,0 0-8-15,0 0-7 0,-9-1-3 0,9 1-4 16,0 0 2-16,-13 0-3 0,13 0-2 0,0 0-1 16,-13 1 2-16,13-1-4 0,0 0-2 0,-9 0-1 15,9 0-1-15,0 0-2 0,0 0-1 0,-10 2 0 16,10-2-3-16,0 0-1 0,0 0 1 0,0 0-6 16,0 0 1-16,0 0-6 0,0 0-3 0,0 0-1 15,0 0-3-15,0 0-4 0,0 0 2 0,0 0 3 0,31-3-5 16,-13 1 3-16,3-2-4 0,6-3-2 15,5 2 3-15,3-2-3 0,0 1 1 0,0-1-1 16,-3 1-4-16,1 3 5 0,-3-1-8 0,-7 1-14 0,-4 3-24 16,-1 0-29-16,-5-2-34 0,-2 1-34 0,-1 1-31 15,-2 1-15-15,1-1-16 0,-4 4-152 0,-5-4-375 16,0 0 166-16</inkml:trace>
  <inkml:trace contextRef="#ctx0" brushRef="#br0" timeOffset="108138.43">18622 10120 113 0,'-4'-9'198'15,"4"9"0"-15,-6-4-5 0,6 4-9 0,-5-4-13 16,5 4-18-16,0 0-12 0,0 0-20 0,0 0-5 16,0 0-7-16,-10 12 9 0,11 0-9 0,0 3-9 15,1 4 1-15,0 6 11 0,1 2-10 0,-3-1 1 16,-2 2-9-16,2-1 2 0,0 2-6 0,0-3-2 15,2 0-5-15,-4-5-10 0,2 4-6 0,0-6-6 16,-1-1-7-16,1 1-5 0,0-2-3 0,1-2-4 16,1 0-6-16,-2-2 0 0,1-1-3 0,-2-1-5 15,-2 0 0-15,3-1-8 0,0-3 2 0,0-7-5 16,-1 17-3-16,2-12 6 0,-1-5-3 0,-1 13-3 0,1-13 0 16,0 8-2-16,0-8-4 0,0 8-7 15,0-8 7-15,0 0 2 0,0 0 2 0,1 9-4 0,-1-9 3 16,0 0-4-16,0 0 3 0,-6 3-4 15,6-3 2-15,0 0-5 0,-16 0 0 0,16 0 1 16,-11-1-4-16,11 1 2 0,-17-1-2 0,10 1-3 16,7 0 1-16,-20-3-4 0,9 3 0 0,-3 0 0 15,1 0 1-15,-4 0 1 0,4 0-1 0,0-1 1 16,-1 1-3-16,2 0 6 0,3 0-1 0,1-2-1 0,8 2 3 16,-10-1-6-16,10 1 4 0,-7-3 2 0,7 3 0 15,0 0 2-15,0 0-4 0,-9-2 2 0,9 2-6 16,0 0 4-16,0 0-2 0,0 0 4 15,26-4 8-15,-14 3-8 0,1 0 1 0,1-1-1 16,1 0-2-16,0 2 1 0,2 0 1 0,2-1 0 0,3 1 0 16,-3 0 0-16,2 0 1 0,-1 0 0 15,-2-2-2-15,1 1-12 0,-2 1-34 0,2 1-25 0,-4 1-32 16,3-2-30-16,-5 3-34 0,6-1-24 0,-1-2-29 16,-1 1-40-16,-5 2-142 0,5-3-438 0,-2-2 194 15</inkml:trace>
  <inkml:trace contextRef="#ctx0" brushRef="#br0" timeOffset="108520.2">19142 10516 132 0,'2'-9'221'0,"-2"9"1"0,0 0 1 16,0 0-8-16,-8-13-18 0,8 13-7 0,-10-4-14 15,2 4-6-15,-2 0-7 0,-3 2-11 0,0 3-7 16,-3 1-15-16,-1-2-8 0,2 3-4 0,1 2-14 0,1-3-11 15,-1 2 4-15,3 0-24 0,3 0-5 16,0-1 1-16,2 1-10 0,-1 1-10 0,4-1-5 16,0 0 1-16,3 0-4 0,1 1-6 0,2 0-7 15,-1-2 2-15,5 2-1 0,-1 1-7 0,2-2-2 0,0 1-1 16,2-4-4-16,0 3-2 0,0-1-2 16,1 0 0-16,0 1 0 0,-1-1 13 0,0 0-13 15,0 0 2-15,-2 0 0 0,1-2-9 0,-4 1 4 16,-1-3-3-16,1 3 0 0,-2-1-4 0,-3-5 5 0,2 9 4 15,-2-9 10-15,-2 12 3 0,-3-8 0 0,-3 1-1 16,-2 1 5-16,-1-2 4 0,0 2-4 0,-3-3-2 16,1 1-6-16,-5 0-1 0,0 0 4 0,-1-1-4 15,1-1-1-15,0 0 3 0,4 1-7 0,3-2 0 16,-2 0-10-16,2-1-18 0,3 0-24 0,8 0-28 16,-13 0-33-16,13 0-44 0,-10-1-43 0,10 1-50 15,0 0-48-15,-4-8-204 0,4 8-528 0,0 0 233 16</inkml:trace>
  <inkml:trace contextRef="#ctx0" brushRef="#br0" timeOffset="108807.58">19613 10465 149 0,'0'0'296'0,"-9"-4"-10"16,9 4-13-16,-10-3-5 0,10 3-13 0,-6-4-15 0,6 4-21 16,0 0-19-16,-7-4-22 0,7 4-11 15,0 0-22-15,0 0-10 0,0 0-13 0,0 0-6 16,0 0 8-16,0 0-19 0,32 6-10 0,-21-4-5 0,4-2-10 16,4 0-14-16,0 0-7 0,-3 0-5 0,3-2 2 15,-6 1-16-15,6 1-32 0,-1 0-38 0,-6 1-33 16,-2-2-35-16,-1 1-38 0,-9 0-51 0,14 0-49 15,-14 0-36-15,6 3-196 0,-6-3-506 0,0 0 224 16</inkml:trace>
  <inkml:trace contextRef="#ctx0" brushRef="#br0" timeOffset="108969.56">19639 10555 232 0,'-7'3'262'0,"1"-1"-8"15,6-2 7-15,-11 7-11 0,6-6-9 0,5-1-12 16,-9 3-16-16,9-3-16 0,0 0-23 0,-7 3-16 15,7-3-10-15,0 0-12 0,0 0-22 0,0 0-8 16,17 9-11-16,-4-7-6 0,5-1-27 0,-1 0-45 16,3 0-45-16,2-1-57 0,0 2-67 0,6-4-67 15,-7 2-240-15,6-1-498 0,-4-3 220 0</inkml:trace>
  <inkml:trace contextRef="#ctx0" brushRef="#br0" timeOffset="109871.83">20552 10297 133 0,'-5'-2'264'0,"5"2"-16"16,-9-4-17-16,9 4-7 0,-8-3-16 0,8 3-19 0,0 0-9 16,0 0-19-16,-1-7-13 0,1 7-13 0,0 0-8 15,23-6-10-15,-5 3-8 0,4 0-13 0,3 1-6 16,3-1-9-16,1 0-10 0,0 2-6 0,-2 1-7 16,-6-1-15-16,-1 0-24 0,-1 0-18 0,-3 1-24 15,-2-2-25-15,-2 4-30 0,-2-2-27 0,-2 1-24 16,0-1-24-16,-8 0-11 0,12 1 10 0,-12-1 4 15,5 2-2-15,-5-2 7 0,0 0 6 16,0 0 17-16,0 0 14 0,0 0 13 0,0 0 16 0,0 0 23 16,0 0 22-16,-23 6 13 0,23-6 25 0,-10 0 9 15,10 0 14-15,-14 0 19 0,14 0 22 0,-11-3 6 16,11 3 4-16,-11-2 9 0,11 2-2 0,-10 0 3 16,10 0-9-16,-9-1-8 0,9 1-4 0,0 0 6 15,-9 6 11-15,5-1 1 0,-1 2 10 0,3 4-10 16,-3 0 2-16,1 3 3 0,1 4 4 0,1 2 12 15,0-1-6-15,1 6-8 0,-1 0-1 0,-1 2 1 16,3-8-6-16,-4 7 0 0,4-7-5 0,-1 0-2 16,0 6 6-16,1-6-10 0,0-2 0 0,0-7-11 15,-2 6-5-15,2-4-6 0,0-2-7 0,2 2 2 16,-2-3-12-16,0 1 0 0,-2-3 1 0,2-7-8 0,0 12 2 16,0-12-4-16,0 8-9 0,0-8 9 0,0 0-10 15,-1 9-3-15,1-9-1 0,0 0 0 16,-2 6 7-16,2-6 0 0,0 0-9 0,-7 4 2 15,7-4-4-15,-9 2 4 0,9-2 0 0,-14 1-11 0,6-2 2 16,8 1 1-16,-15 1-4 0,2-1 3 0,2-1-4 16,-1 0 16-16,1 1-18 0,-1 0 2 0,1-2-3 15,1 0 0-15,-1 1 4 0,11 1-6 0,-17-1 1 16,10-1 5-16,7 2 0 0,-11-1 2 0,11 1-2 16,-12 0-4-16,12 0 0 0,0 0 1 0,-9 0 7 15,9 0-3-15,0 0-3 0,0 0 2 0,0 0-3 16,0 0-1-16,0 0 4 0,0 0 2 0,0 0-5 15,27 3 6-15,-15-3 2 0,7 1-10 0,-1 0 12 16,3-2-6-16,1 4 0 0,6-3-1 0,-2 0-20 16,2-2-24-16,0 1-29 0,-8-2-26 0,0 3-30 15,-1 2-28-15,0-4-33 0,0 2-31 0,0-1-27 16,-1 0-28-16,-1 0-197 0,-3-2-510 0,-3 2 225 16</inkml:trace>
  <inkml:trace contextRef="#ctx0" brushRef="#br0" timeOffset="110259.3">21031 10683 194 0,'0'0'225'0,"0"0"-4"0,0 0-1 16,0 0-5-16,2-8-9 0,-2 8-15 0,0 0-11 15,0 0-20-15,0 0-17 0,0 0-16 0,0 0-15 16,0 0-9-16,6-3-7 0,-6 3-8 0,0 0-3 16,17 3-8-16,-11 0 1 0,2-3-3 0,-8 0-2 15,19 1 1-15,-13-1-4 0,5 0-3 0,-3 2-7 16,3-1-2-16,-5 0-6 0,-6-1-5 0,14 2-2 0,-8-1-9 15,-6-1 2-15,8 1 11 0,-8-1-12 16,7 4-5-16,-7-4 4 0,5 5 13 0,-5-5 17 16,1 8-1-16,-1-8-3 0,-1 10 6 0,1-10 8 0,-4 13 7 15,-3-5 1-15,1-1-1 0,-3 2-4 0,1 1-5 16,-2 1 4-16,-1 0-4 0,-3 2 9 16,2 0-5-16,-1-1-9 0,3 0 2 0,0 0-3 15,-2 0 1-15,5-2-1 0,0-1-3 0,1 1 0 0,-2-2-12 16,3 2-1-16,0-4-3 0,0 4-8 0,1-4 0 15,1-1-7-15,1 1 0 0,2-6-4 0,-3 9-7 16,3-9 3-16,-1 5-1 0,1-5-5 0,0 0 2 16,5 8-11-16,-5-8 8 0,8 5-2 0,-8-5-12 15,18-2-34-15,-8 0-22 0,3 1-39 0,7-2-53 16,-1-2-47-16,1 0-45 0,6-2-45 0,-4 3-46 16,6-5-53-16,-7 2-276 0,6 0-709 0,-1-2 314 15</inkml:trace>
  <inkml:trace contextRef="#ctx0" brushRef="#br0" timeOffset="110526.12">21558 10626 55 0,'-9'-3'283'0,"9"3"-11"15,-14-5-4-15,9 4-8 0,5 1-6 0,-7-3 1 16,7 3-27-16,-5-4-20 0,5 4-19 0,0 0-15 15,0 0-21-15,0 0-7 0,0 0-8 0,21-5-9 16,-2 4-8-16,1-2-13 0,2 3-7 0,6-2-17 0,2-1 2 16,-1 1-11-16,-1-2-12 0,0 1-4 15,-7 3-3-15,-1-4-11 0,1 0-9 0,-2 3-26 16,-5-1-24-16,-3 1-40 0,-2 1-35 0,-2-1-42 0,-7 1-39 16,0 0-35-16,12 0-46 0,-12 0-37 0,5-3-155 15,-5 3-479-15,0 0 212 0</inkml:trace>
  <inkml:trace contextRef="#ctx0" brushRef="#br0" timeOffset="110753.87">21755 10483 118 0,'0'0'266'0,"-5"-8"3"0,5 8-14 16,-7-6-7-16,7 6-4 0,0 0-27 0,-5-5-20 16,5 5-16-16,0 0 3 0,0 0 13 0,-8 11 15 15,7-4 4-15,-4 3-19 0,4 2-3 0,-2 0-3 16,1-2-12-16,-1 7-10 0,3 0 4 0,0-1-10 15,0 1-17-15,1 0-12 0,-1-3-10 0,0-1-15 16,2 1-1-16,-2 2-16 0,0 0-9 0,0-5-7 16,0 0-14-16,0-1-30 0,1 1-38 0,0-1-44 15,-1-4-45-15,0-6-43 0,-1 13-45 0,0-6-44 16,1-7-50-16,0 11-47 0,0-11-299 0,-3 7-675 16,3-7 299-16</inkml:trace>
  <inkml:trace contextRef="#ctx0" brushRef="#br0" timeOffset="111003.83">22199 10358 3209 0,'-1'-5'6'0,"-2"-5"9"0,1 4-5 0,2 6 8 15,-6-11 0-15,6 11 11 0,-3-8-1 0,3 8 7 16,1-8 0-16,-1 8 0 0,9-7 0 0,2 1-1 15,5 2-8-15,2-1 0 0,2 0-6 0,9 0 5 16,-1 2-7-16,-8 0-4 0,2 2 10 16,7-2-13-16,-7 2-11 0,-1-1-29 0,-4 2-28 0,-2 0-34 15,-4 0-33-15,-3 0-43 0,-8 0-25 0,9 4-18 16,-9-4-12-16,3 5-25 0,-3-5-142 0,0 0-422 16,0 0 188-16</inkml:trace>
  <inkml:trace contextRef="#ctx0" brushRef="#br0" timeOffset="111454.31">22390 10315 108 0,'0'0'202'0,"0"0"2"16,0 0 8-16,0 0 4 0,0 0-4 0,-10-5-6 16,10 5-8-16,0 0-8 0,0 0-9 0,0 0-5 15,-7-3-16-15,7 3-18 0,0 0-13 0,0 0-14 16,0 0-16-16,0 0-8 0,0 0 7 0,-2 12 7 16,3-2 16-16,-1 0-10 0,-1 6 1 0,1 1 2 15,0 1-6-15,-2 0 1 0,2 1-9 0,0 1 3 16,0 5-2-16,-1-5-15 0,1-1-3 0,1-2-4 15,-2 0-1-15,0 0 1 0,1 3-11 0,0-5 0 16,0 1-12-16,-1-3-2 0,2-2-6 0,-1 1-4 0,-1-1 3 16,1-2-13-16,0 1-4 0,0-10 0 15,-2 15-5-15,2-8-6 0,0-7 2 0,-1 12 0 16,1-12-3-16,-3 10 2 0,3-10 1 0,-2 7-8 16,2-7 0-16,-3 7-1 0,3-7 0 0,0 0-4 0,-6 5 3 15,6-5-5-15,0 0 3 0,-10 2 1 16,10-2-5-16,-8 0 1 0,8 0-7 0,0 0 6 15,-12-4-9-15,12 4 2 0,-11-1-1 0,11 1-8 0,-10 0 12 16,10 0-6-16,-12-3 5 0,6 0-5 0,6 3 0 16,0 0-2-16,-13-3 5 0,13 3-6 0,0 0 2 15,-9 2 5-15,9-2 0 0,0 0-2 0,0 0 1 16,-9-3-2-16,9 3 1 0,0 0-7 0,0 0 5 16,0 0 3-16,0 0 0 0,0 0-2 0,0 0 2 15,0 0 2-15,0 0 3 0,35 8 1 0,-19-6-10 16,3-2 4-16,3 1-1 0,6 1-20 0,4-4-27 15,4 2-34-15,-3-1-25 0,3 2-33 0,0-2-33 16,-2 4-32-16,1-3-33 0,-3 0-45 0,0 0-32 16,-4 2-255-16,-8-2-619 0,2 0 274 0</inkml:trace>
  <inkml:trace contextRef="#ctx0" brushRef="#br0" timeOffset="111803.7">22997 10597 47 0,'-1'-14'302'0,"1"14"-7"0,0-9-1 16,-2 3-2-16,2 6-3 0,-1-9-13 0,1 9-10 15,0 0-26-15,0-9-24 0,0 9-18 0,0 0-24 0,0 0-7 16,0 0 17-16,0 0 5 0,0 0-9 0,0 0-2 16,1 40-11-16,1-29 7 0,-1 6-8 15,-1 0-9-15,0 2-5 0,1 0-3 0,0-2-6 16,-1 1-9-16,0-1-7 0,-1 0-9 0,2 0-3 0,-1-1-10 15,0-3-10-15,2 3-8 0,-2-4-7 0,2 0-7 16,-2-1-5-16,0 1-6 0,2-3-6 0,-1-1-4 16,-1-1-7-16,0-7-5 0,1 12-4 0,-1-12 0 15,1 8-4-15,2-3 2 0,1 0 1 0,-4-5 0 16,11 5-7-16,-3-5-6 0,5 0-1 0,1 0-1 16,6-3-4-16,8 1-10 0,4-4-20 0,4 1-31 15,0-2-47-15,0-4-61 0,15 2-62 0,-3-3-60 16,-13 7-73-16,-2-3-73 0,-2-1-398 0,-2 2-887 15,-8-1 394-15</inkml:trace>
  <inkml:trace contextRef="#ctx0" brushRef="#br0" timeOffset="203922.2">18553 11443 15 0,'0'0'188'0,"-6"-3"-2"0,6 3-6 0,-8-3-4 15,8 3-10-15,0 0-13 0,-9-4-9 0,9 4-6 16,0 0-6-16,-10-1-3 0,10 1-8 0,0 0-1 16,-8-2-9-16,8 2-7 0,0 0-6 0,0 0-10 15,0 0-7-15,0 0-7 0,-6-6-9 0,6 6-7 16,0 0-6-16,0 0-7 0,0 0-3 0,25-6-3 16,-13 2 1-16,7 3-9 0,2-3-3 15,-1 2-4-15,10-4-9 0,-5 2-17 0,-6 1-25 0,0 3-28 16,-1-3-31-16,-4 3-36 0,-1-1-50 0,-1 1-37 15,-5 1-153-15,-7-1-392 0,9 3 173 0</inkml:trace>
  <inkml:trace contextRef="#ctx0" brushRef="#br0" timeOffset="204337.15">18583 11443 46 0,'-9'0'181'0,"9"0"-22"0,0 0 8 0,0 0 14 0,-9 8-11 15,6-2-3-15,2 5 7 0,0 7 0 16,-3 1-18-16,-2 5-11 0,0 1-7 0,4 3-12 0,-1 0-10 16,1-1-6-16,-2 0-13 0,2 0-7 0,1-1-12 15,0 0-14-15,1-1-9 0,0-7-6 0,-1 0-3 16,1 0-2-16,0-1-9 0,1-1 0 16,-1-6-2-16,0 3-4 0,1-2-5 0,-1 0-2 0,0-2-3 15,0-1-1-15,1-3-2 0,-1-5 1 0,-1 11-1 16,1-11-5-16,3 7 1 0,-3-7 0 0,0 0 1 15,-4 7-1-15,4-7 2 0,0 0-6 16,-13-2 4-16,13 2-2 0,0 0-5 0,-16-6 0 0,8 2 0 16,2-1-1-16,-1 1 1 0,1 0 2 0,-1 1-4 15,1-1-1-15,6 4 0 0,-10-6 10 0,6 4 2 16,4 2 2-16,-8-4-1 0,8 4 2 0,-7-2-4 16,7 2-1-16,0 0 2 0,0 0-5 0,-7-4-1 15,7 4 10-15,0 0-13 0,0 0 0 0,0 0-3 16,0 0 3-16,0 0-4 0,0 0 5 0,28-3-2 15,-14 0-1-15,4 1 1 0,3 2-16 0,2-2-27 0,5 1-25 16,-8 0-39-16,2 1-34 0,6-3-49 16,0 2-48-16,-7-1-191 0,-2 1-460 0,0 1 204 15</inkml:trace>
  <inkml:trace contextRef="#ctx0" brushRef="#br0" timeOffset="204721.63">18855 11811 183 0,'9'-4'177'0,"-5"1"6"0,-4 3-3 0,11-4-13 15,-3 1-9-15,3 2-10 0,0-2-11 0,0 0-9 16,2 2-7-16,-2 1-11 0,3 1-1 0,-2 0-11 0,1 2-7 16,-2-2-4-16,-1 1-2 0,-3 2-12 0,0-1-11 15,0 3-3-15,-2-2 0 0,-1 1 5 16,-2 2-6-16,1 0 7 0,-3 3 7 0,-3 0-2 0,1 0-1 15,-3 0-8-15,-2 2 1 0,0-1 5 0,-2 4 1 16,1-6-8-16,-1 4-5 0,-4-1 7 0,2 0-8 16,-3 0 4-16,1 0-1 0,-2-1-2 15,4-3-4-15,-1 6-7 0,1-6 7 0,1 0-1 16,1-2 3-16,-1 1-9 0,1 0 0 0,4-3-11 0,0 0-7 16,1 0 5-16,4-4 9 0,-9 7-20 0,9-7-1 15,-5 6 2-15,5-6-2 0,0 0 3 0,0 0-8 16,0 0 3-16,11 10-4 0,-3-9 5 0,2-1 0 15,8-1-7-15,1-1 14 0,3 0-18 0,6-1-15 16,-1 1-28-16,-5-2-34 0,-2 1-45 0,2 2-64 16,-5-2-60-16,2 2-75 0,-8-1-220 0,3 2-578 15,-5-2 256-15</inkml:trace>
  <inkml:trace contextRef="#ctx0" brushRef="#br0" timeOffset="206206.41">19412 11939 50 0,'-6'-17'215'15,"6"17"-22"-15,0 0-21 0,0 0-14 0,0 0 0 16,0 0 13-16,0 0-13 0,-7 17-12 0,6-10-11 16,1 4-13-16,-4 0 4 0,3-1-2 0,-2 3-17 15,1-1-12-15,-1-1-9 0,1-1-1 0,-1 1 4 16,1-1-7-16,-1-1-10 0,0-3-6 0,2 2 3 15,1-8 5-15,-1 10 0 0,1-10-3 0,-1 10 8 16,1-10 4-16,0 0 9 0,-3 8 5 0,3-8 9 16,0 0-12-16,0 0-7 0,0 0-7 0,0 0-12 15,0 0-3-15,0 0-8 0,0 0-2 0,-8-20-3 16,8 20-12-16,3-17-4 0,-2 8-1 0,0-2-8 16,2 0 2-16,-2-1-5 0,3 0-9 0,1 0 2 15,3-2-3-15,5 1-4 0,-8 4-1 0,1 0 3 16,1 1-6-16,2 1-6 0,-3 3 1 0,0 1 2 15,2 1-7-15,-8 2-2 0,19 2 7 0,-10 1-3 16,0 4 3-16,0-2 3 0,1 2-7 0,2 5 0 0,-3-2 2 16,1 2-4-16,-5-2 12 0,3 0-15 15,-3 2 5-15,1-3-1 0,-2 1 4 0,0-1 2 0,-1-1-6 16,-1-2 2-16,-2 1 8 0,0-7-5 0,1 9-2 16,-1-9 1-16,2 6 4 0,-2-6-3 15,0 0 2-15,0 0 1 0,0 0-1 0,-7 8 5 0,7-8 3 16,0 0 0-16,0 0 3 0,0 0-4 0,-13-13-2 15,13 13 4-15,-1-8-8 0,1 8-1 0,3-18-8 16,-1 7 3-16,3 0-6 0,1 1-12 16,1 0 3-16,1 1-6 0,3-3 6 0,-2 5 1 0,3 2-2 15,-2-1 6-15,-1 2 0 0,2 0 3 0,0 3-4 16,0 1-6-16,-1 1 9 0,-1 1 1 0,-1 3-1 16,2 2-1-16,-1 0 2 0,-1 2 4 0,1-1-2 15,-4 2 1-15,0-1 4 0,0 0 1 0,0 1 1 0,-1 2-3 16,2-2-17-16,-4 0-22 0,1 0-22 15,0 0-31-15,-2-5-30 0,2 5-25 0,-2 0-21 16,-1-3-31-16,0-7-37 0,3 9-29 0,-2-4-170 16,-1-5-473-16,3 8 209 0</inkml:trace>
  <inkml:trace contextRef="#ctx0" brushRef="#br0" timeOffset="206388.33">19826 12058 79 0,'3'-9'187'0,"-2"0"12"0,0 1 5 0,2 0 0 0,-3 8-6 16,2-10-3-16,-2 10-16 0,2-7-16 0,-2 7-12 15,1-7-24-15,-1 7-12 0,0 0-10 0,0 0-2 16,0 0-6-16,0 0-4 0,0 0-6 16,9 18-8-16,-5-10-9 0,-3 1 4 0,1 2-19 0,0 0-2 15,-1 1-5-15,0 0-8 0,-1 0-20 0,0 2-23 16,-1-2-32-16,0 0-36 0,-2 0-52 16,1-1-56-16,-2 0-30 0,-1-1-176 0,2 1-415 15,-2-2 184-15</inkml:trace>
  <inkml:trace contextRef="#ctx0" brushRef="#br0" timeOffset="206542.05">19799 11790 99 0,'0'0'110'0,"18"17"-33"0,-8-3-40 0,3 8-39 16,2 7-52-16,-3-1-58 0,2 2 26 0</inkml:trace>
  <inkml:trace contextRef="#ctx0" brushRef="#br0" timeOffset="206756.64">20047 12175 183 0,'0'0'235'16,"0"-19"-20"-16,0 19-8 0,-1-10 1 0,0 0-20 15,-1 0-17-15,5-1-21 0,-2 1-12 0,6-5-15 16,0 0-9-16,2 0-11 0,3 4-7 0,4-3-6 15,-4 1-3-15,2 5-10 0,-4 1-12 0,2 3-5 16,-3 0-6-16,2 4-7 0,1 1-4 0,0 3-3 16,0 0-6-16,-4 1-3 0,3 1-2 0,-5 5-4 15,1-2-3-15,-2 1-1 0,1 0-8 0,-3 2-27 16,2 0-31-16,-3 0-40 0,0 0-50 0,0 0-46 16,1-1-221-16,0 0-435 0,-1-2 193 0</inkml:trace>
  <inkml:trace contextRef="#ctx0" brushRef="#br0" timeOffset="207020.2">20809 11811 2345 0,'5'-32'8'0,"0"2"52"0,-4 0-2 0,2 12 24 16,-2 2 20-16,1 4 13 0,-1 1-10 15,-1 2-13-15,0 2-15 0,0 7-9 0,1-9-2 16,-1 9-15-16,0 0 5 0,0 0 15 0,0 0-4 0,9 38 9 15,-5-12-2-15,-4 6-4 0,1 3-8 0,-2 0 0 16,-3-2-11-16,0 0 5 0,2-1-5 16,-1-3-6-16,-2 2-3 0,2-4-14 0,1 1 7 0,-2-4-4 15,3-5-4-15,-2 0 3 0,-1-2-15 0,3 2-6 16,-1-2-52-16,-1-5-32 0,2-4-30 0,0 3-35 16,-2-2-40-16,2-2-40 0,1-7-34 0,0 9-29 15,0-9-199-15,0 0-521 0,0 0 231 0</inkml:trace>
  <inkml:trace contextRef="#ctx0" brushRef="#br0" timeOffset="207389.33">20663 11923 67 0,'-4'-5'212'16,"4"5"-16"-16,-2-10-20 0,2 10-20 0,0 0-15 16,13-8-7-16,-1 6-11 0,4 2-8 0,5-1-7 15,9 2-13-15,-2-1-5 0,5 3-11 0,-2-1-7 16,-1 0-3-16,1 4-5 0,-1-6 1 0,-10 4-2 15,-2 0-1-15,-3 0-3 0,-1 1 0 0,-3 0-2 16,-1 2-3-16,-3-1 8 0,0 2 13 0,-2 0 7 16,0 2 9-16,-4-1-7 0,3 2-3 0,0-2-5 15,-4 4-3-15,1-3-2 0,2 1-4 0,-1 0-12 16,2-2 5-16,1 1 6 0,2-2-13 0,0 1-1 16,1-2 3-16,0-1-11 0,2-1 1 0,3 0-3 15,0 0-2-15,-1-4-4 0,5 0-2 0,-3-1-2 16,4-2-1-16,0-1 8 0,-5-1-13 0,-1-1 4 15,-1-2 11-15,-2-2-1 0,-1 2-1 0,-3-4 9 16,-1-1-19-16,-2 0 2 0,-2 0-9 0,-3 0-1 16,-5-5 12-16,1-1-19 0,-3 1-2 0,-3 0-2 0,-1 2-1 15,-2 2 4-15,1-1-7 0,-2 5-24 0,0 0-13 16,-1 3-26-16,1 0-31 0,1 6-34 16,-1 4-31-16,0 2-50 0,6 0-55 0,2 1-64 15,0 2-167-15,4 1-530 0,3-2 234 0</inkml:trace>
  <inkml:trace contextRef="#ctx0" brushRef="#br0" timeOffset="207720.33">22150 11690 111 0,'-8'-4'260'0,"3"0"-20"0,5 4-25 15,-8-6-20-15,8 6-13 0,0 0-18 0,0 0-14 0,23-9-16 16,-1 5-9-16,7 3-15 0,7 1-19 0,15-4-5 15,-13 1-9-15,15 2-10 0,-16 1-21 0,-4-1-44 16,-2 2-39-16,-10 3-37 0,-2-4-48 0,-2 1-35 16,-6 2-25-16,-5-1-99 0,-1 1-304 0,-5-3 135 15</inkml:trace>
  <inkml:trace contextRef="#ctx0" brushRef="#br0" timeOffset="208071.2">22354 11686 159 0,'0'0'181'0,"-10"-1"-13"0,10 1-20 15,0 0-7-15,-10 2 4 0,10-2 21 0,-6 14 1 16,4-1-2-16,-1 6-6 0,-1 7-3 0,2 2-8 16,-3 0-4-16,2 3-6 0,3 0-9 0,0 0 2 15,0 0-6-15,2-4-10 0,-1 1-4 0,3-4-19 16,-2-5-12-16,-2-1-4 0,1 0-5 0,2-2-11 16,-2-2-6-16,2 1-1 0,-3-6-10 0,1 1 0 0,0-4-4 15,1 1-5-15,-2-7-1 0,1 10-5 16,-1-10 2-16,0 0-2 0,0 0 8 0,0 0-12 15,-4 5-4-15,4-5-6 0,0 0 2 0,-18-3-3 16,18 3 4-16,-14-11-6 0,7 6 0 0,-4-4-5 0,4 2 5 16,-1 1 0-16,2 1-2 0,-1-2 2 0,2 3 3 15,5 4 3-15,-6-5 1 0,6 5-5 16,-5-5 1-16,5 5-8 0,0 0-1 0,0 0-1 0,0 0 2 16,0 0-2-16,0 0 0 0,0 0 2 0,0 0-5 15,26 5 14-15,-14-4-13 0,6 2-1 0,1-3-16 16,4 1-35-16,-1 1-35 0,8-1-46 15,-2-2-59-15,3-2-46 0,0 3-58 0,-11-4-190 0,9-1-523 16,-8 2 232-16</inkml:trace>
  <inkml:trace contextRef="#ctx0" brushRef="#br0" timeOffset="208353.89">22653 12011 109 0,'3'-8'230'0,"-3"8"-11"0,3-6-12 0,-3 6-7 16,8-3-10-16,-3-1-8 0,-5 4-16 0,14-3-11 15,-5 1-11-15,2 0-4 0,1 2-12 0,1 0-9 16,-3 2-9-16,3-2-7 0,-4 2-11 0,4 1-6 16,-4-1-11-16,-3 1-6 0,2 3-6 0,-3 0 6 15,0 1 1-15,-3 2-1 0,-3 1-2 0,0 2 18 16,-8 3 3-16,-1 3-5 0,-8 2 8 0,1 0 11 16,-2-2 2-16,2 1-6 0,-4 1 14 0,0-1-1 15,6-6-1-15,0 0-16 0,6-3-6 0,1-1-9 16,2-2-11-16,-1 2 1 0,4-3-8 0,3-1-4 0,0-5-10 15,-2 12 3-15,2-12-6 0,8 8-11 16,2-4-1-16,3 0-12 0,5-4-30 0,11 0-39 16,2-2-49-16,3-1-41 0,3-3-38 0,-2 3-41 15,-2-2-39-15,2-2-23 0,-3-5-35 0,-3 2-227 0,-2-1-585 16,-3-2 260-16</inkml:trace>
  <inkml:trace contextRef="#ctx0" brushRef="#br0" timeOffset="208887.33">23108 12098 45 0,'1'-7'236'0,"-1"7"-12"0,0-13 5 15,0 13 4-15,0-9-15 0,0 9-8 0,2-7-20 16,-2 7-19-16,0 0-13 0,0 0 0 0,0 0 5 16,0 0 0-16,0 0-10 0,0 0 4 15,-7 28 4-15,6-17-16 0,-2 0-9 0,1 1-7 0,-2 1-12 16,1-1 2-16,0 1-29 0,0-3-7 0,-1 2-4 16,3-2-12-16,-1-1-2 0,0-1-4 0,1-2 8 15,1-6 9-15,-1 8 12 0,1-8 23 0,-3 8 14 16,3-8 4-16,0 0-6 0,0 0-9 0,0 0-12 15,-8 2-12-15,8-2-7 0,0 0-11 0,0 0-9 16,-9-16 0-16,9 8-10 0,0 8-4 0,0-16-10 16,2 6 0-16,0 0-5 0,3-5-16 0,3-1-12 15,0 2-13-15,3-2-4 0,1 0 1 0,3 3 0 16,-1 0-1-16,3 1 0 0,-1 2-2 0,0 3-1 16,-1-3 2-16,2 7-1 0,-6 1-1 0,1 1 1 15,0 4 3-15,-1-1-1 0,1 5 5 0,-1 0-5 16,-2 2-3-16,3 4 3 0,-3 1 4 0,-1 0 5 15,-3-2-12-15,-1 3 7 0,0-3 0 0,-2-1 1 16,-2 2-3-16,1-3 0 0,1 0 4 0,-2 0 1 0,0-4 1 16,0-6 3-16,0 12 2 0,0-12 5 0,0 7 5 15,0-7 17-15,1 7-6 0,-1-7 12 16,0 0-7-16,0 0 4 0,0 0-8 0,0 0-4 0,0 0 1 16,0 0-6-16,0 0 3 0,0 0-4 0,3-26-13 15,1 16-10-15,-2 0-5 0,6-2-13 16,2-2-4-16,0 0 4 0,2 1-2 0,0 2 1 15,1 0 3-15,-1 2-2 0,-2 4 5 0,-2-2 0 0,-1 4 3 16,1 0-1-16,-8 3-5 0,13 2 5 0,-13-2 3 16,11 6 2-16,-2 0 3 0,-4 0-3 0,0 4 0 15,1-1-6-15,-4 2-3 0,1-2-54 0,2 2-13 16,-3 0-38-16,1 4-44 0,-1-2-23 0,0 3-39 16,0-3-56-16,2-3-30 0,0 1-41 0,0-2-201 15,1 0-608-15,4-3 269 0</inkml:trace>
  <inkml:trace contextRef="#ctx0" brushRef="#br0" timeOffset="209253.98">23802 12119 225 0,'-3'-11'248'0,"-2"3"4"16,-2-1-9-16,0 3-10 0,0-2-4 0,0 4-9 16,-4 2-17-16,3 2-7 0,-4 4-5 0,1 0-8 15,0 3 5-15,2 0-23 0,-5 5-10 0,3 1-14 16,1 1-15-16,1 0-8 0,4-1-14 0,4-3-8 0,-2 3-15 15,5-1-1-15,0-1-8 0,1 2-4 16,2-4-7-16,4 0-6 0,1-1-4 0,0-2-6 16,2-2-6-16,0-1-21 0,0-3 8 0,2 2-31 15,-1-2-8-15,-2-2 1 0,1-1-5 0,-3-1 0 16,0-2-1-16,-2-1 6 0,0 3-3 0,-2-4-1 0,0 1 2 16,0-3 2-16,-1 0-2 0,-2 2 3 15,0-1 2-15,-2 9 7 0,0-13-6 0,1 7 4 16,-1 6 3-16,0-12 11 0,0 12-1 0,0-7-3 0,0 7-2 15,0 0 0-15,0 0 12 0,0 0 26 0,0 0 1 16,0 0-1-16,0 0-5 0,4 22 2 16,-3-12 1-16,2-1-4 0,-2 2-1 0,0-1 0 0,1 0-6 15,0 1-18-15,1-1-40 0,2-2-50 0,-3 2-61 16,2-1-73-16,0 1-63 0,2-1-327 0,0-2-652 16,0-4 289-16</inkml:trace>
  <inkml:trace contextRef="#ctx0" brushRef="#br0" timeOffset="209453.93">24056 12088 66 0,'4'-5'345'0,"-1"-1"-16"0,-3 6-8 16,6-8-6-16,-2 5-2 0,-4 3 7 0,0 0-1 16,15 3-4-16,-6 3-31 0,0 2-30 0,1-1-18 15,-3 3-24-15,6 3-18 0,-2 0-16 0,1 1-18 16,0-1-17-16,1-1-12 0,1 2-19 0,-2-1-22 15,2 0-48-15,2-1-52 0,0-2-60 16,-6-2-54-16,0 0-52 0,0-4-54 0,-3 3-47 0,-1-3-41 16,-1 0-261-16,-5-4-628 0,8 1 278 0</inkml:trace>
  <inkml:trace contextRef="#ctx0" brushRef="#br0" timeOffset="209604">24318 12101 199 0,'2'-10'293'0,"-5"4"-6"16,-2-2-5-16,5 8-13 0,-8-8 3 15,2 8 1-15,6 0 2 0,-24 9-7 0,1 4-13 16,-7 7-21-16,-12 5-23 0,-4 6-24 0,3 2-15 16,-1 0-16-16,-2 2-36 0,5-6-53 0,13-4-87 0,-1-1-76 15,1-2-80-15,3-3-86 0,0-1-283 16,3-4-589-16,3-4 260 0</inkml:trace>
  <inkml:trace contextRef="#ctx0" brushRef="#br0" timeOffset="-214574.97">18290 12712 12 0,'-8'-1'184'0,"-1"-2"-6"0,9 3 0 0,-15-1-10 0,10-1-9 15,5 2-9-15,-11-2-3 0,11 2-13 0,-8-3-8 16,8 3-9-16,0 0-12 0,-9-2-6 0,9 2-9 15,0 0-6-15,0 0-11 0,0 0-9 0,0 0-7 16,0 0-1-16,20-5-5 0,1 3-5 0,8-2-2 16,7 0-4-16,1-2-3 0,4 1-4 0,10-2-2 15,-14 1-4-15,0 1-4 0,-1 1-1 0,-4 3-5 16,-3-2-24-16,-7 0-20 0,-4 3-30 0,-4-2-42 16,-3 2-33-16,-3 2-12 0,1-2-15 0,-9 0-21 15,6 6-112-15,-6-6-315 0,0 0 140 0</inkml:trace>
  <inkml:trace contextRef="#ctx0" brushRef="#br0" timeOffset="-214208.4">18493 12665 179 0,'0'0'181'0,"-7"-3"-12"0,7 3-9 16,0 0-11-16,0 0-11 0,0 0-5 0,-13 4 3 15,9 2 1-15,3 1-4 0,-2 5-3 0,-2 4-7 16,1 2-7-16,2 7-8 0,-2 2-11 0,1-1-11 15,-1 1-3-15,2 4-10 0,-2-3-8 0,1-3-3 0,0 4-6 16,-1-1-7-16,1-3 0 0,1-6-10 16,0 2 1-16,0-7-9 0,1 2 1 0,-2 0-5 15,0-4-2-15,2-2-2 0,0-3 2 0,-3 0-2 16,-1 2-3-16,0-4-4 0,0 0 7 0,0-1-8 0,-2 0-2 16,-2 0-2-16,2-3 0 0,7-1 1 0,-13 3 0 15,6-3-6-15,7 0 4 0,-12-4-2 16,12 4 3-16,-8-6-6 0,8 6 0 0,-8-9 0 15,4 5 2-15,4 4-4 0,-6-5 0 0,6 5-2 0,-2-7 5 16,2 7-11-16,0 0 1 0,0 0 2 0,0 0-4 16,0 0 4-16,0 0 10 0,0 0-12 15,0 0 5-15,25 5-4 0,-13-1 3 0,0-1-1 16,3-3 2-16,2 3-2 0,4-2 0 0,6 2 0 0,6-3-10 16,-13 2-34-16,12-2-31 0,-5 1-25 0,2 0-32 15,-7-1-33-15,0 0-20 0,-3-1-15 0,0 1-157 16,-6-3-386-16,1 0 171 0</inkml:trace>
  <inkml:trace contextRef="#ctx0" brushRef="#br0" timeOffset="-213940.75">18787 13021 202 0,'0'0'209'0,"0"-9"-13"16,0 9-15-16,0 0-21 0,0 0-12 0,0 0-10 15,0 0 6-15,0 0 3 0,0 0 6 0,1 25-7 0,1-11-3 16,-1 4-1-16,-2 2-7 0,1-1-6 0,-2 5-16 15,0 1-4-15,-2-1-7 0,1 2 5 0,1-9 2 16,-1 2-7-16,1 0-12 0,-2-2-8 0,0-3-6 16,2-2-6-16,0-2-5 0,2 0-4 0,0-3-2 15,0-7-4-15,2 12-5 0,-2-6 1 0,0-6-5 16,2 9-5-16,-2-9 6 0,9 4-1 0,-1-2-5 16,2-2 0-16,4-2-7 0,-1 1-3 0,6-3 0 15,8-1-7-15,0-4-9 0,-2 1-35 0,2-2-39 16,1 1-45-16,-1-1-40 0,-2 1-44 0,1 1-53 15,0-1-50-15,-1-1-213 0,-4 3-546 0,4-4 241 16</inkml:trace>
  <inkml:trace contextRef="#ctx0" brushRef="#br0" timeOffset="-213158.32">19496 13376 134 0,'0'0'248'0,"-11"0"-7"16,3 1-8-16,8-1-20 0,0 0-18 0,0 0-18 16,0 0-19-16,7-18-15 0,0 8-15 0,5 0-10 15,2-3-3-15,5-4-10 0,4 1-2 0,-1-2-13 16,-3 1 2-16,1-2-6 0,1-1-5 0,-8 6-10 16,1 1 10-16,-5 0 4 0,0-3-12 0,-4 6-5 15,1 0-9-15,-3 1 15 0,-1 0-18 0,1 4-10 16,-1 0-3-16,-2 5-6 0,2-7-4 0,-2 7-6 15,0 0-3-15,0 0-2 0,0 0-2 0,-21 13-1 16,15-4-2-16,-2 6 2 0,-1 1-8 0,2-1 2 16,1 3 1-16,1-1-5 0,4 2-3 0,0-2 1 15,2-1 5-15,2 0-4 0,0-4 8 0,4 2-11 16,3 0 1-16,-2-4-1 0,5 0 0 0,3-2 4 16,-3-4-3-16,5 2 0 0,0-3-1 0,-1-3 0 15,3-2-1-15,-4 1-1 0,1-2-1 0,-6-2 6 16,0 0-2-16,1 0-1 0,-4-3-7 0,1 0 6 15,1-2-4-15,-5 0 3 0,0-2 2 0,-1 0-3 16,0-3 2-16,-1 0-2 0,-3 2-4 0,-2 1 4 16,2 0-1-16,0 3 2 0,-1 0-2 0,0 1 1 0,1 8-4 15,0 0-1-15,-1-13-3 0,1 13-1 0,0 0 15 16,0 0-16-16,0 0 7 0,0 0-2 16,-4 38-2-16,2-21 3 0,-1 2 8 0,0 5-5 15,-1-5-1-15,2 2 1 0,-3 2 1 0,3-4 22 0,1-1 9 16,-1 1-11-16,3-1-3 0,-2 0 9 0,-1-3-19 15,2-1-16-15,0-3-37 0,-1 2-26 16,1-1-27-16,-3-2-56 0,3-2-52 0,-1-1-63 16,1-7-234-16,-4 11-542 0,4-11 240 0</inkml:trace>
  <inkml:trace contextRef="#ctx0" brushRef="#br0" timeOffset="-212992.57">19765 13103 2108 0,'-12'-24'-2'0,"3"7"3"16,0 1-5-16,4 4 4 0,-1 2 10 0,2 3 8 16,0-2-4-16,2 4-11 0,2 5 3 15,-5-9-4-15,5 9 2 0,0 0-3 0,0 0-34 16,0 0-45-16,0 0-46 0,30 17-65 0,-16-7-101 0,5-2-314 16,6 4 139-16</inkml:trace>
  <inkml:trace contextRef="#ctx0" brushRef="#br0" timeOffset="-211874.75">20524 13150 11 0,'-9'-3'243'0,"-3"5"-14"0,0-1 0 16,3 4-15-16,-5 4-11 0,-3 3-8 0,2 3 0 16,-1 8-11-16,0-1-12 0,4 6-12 0,3-2-13 15,2 1-10-15,2 0-11 0,2 0-9 0,4-3-12 16,1-4-9-16,4-1-10 0,0 0-1 0,5-1-17 15,1-3-5-15,1-1-6 0,-1 0-6 0,4-2-5 16,0-4-16-16,3-2-27 0,1-1-21 0,-1-3-20 16,3 0-16-16,0-4-11 0,-3-1-10 0,3-2 1 15,-3-3-4-15,0 0 1 0,5-6 1 0,-6 3 7 16,-1-2 3-16,-2 0 3 0,-2-2 1 0,-3-1 3 16,3 0 3-16,-5-2 6 0,-1-2 7 0,0 4 5 15,-4-2 8-15,-1-1 8 0,0 4 12 0,-2 3 21 16,-1 1 16-16,0 2 6 0,-2-1 8 0,2 4 1 15,1 6 1-15,-5-9 0 0,5 9-5 0,-5-4 0 16,5 4 10-16,0 0 11 0,0 0 6 0,-17 17 1 16,11-5 8-16,-1 4 4 0,1 0-10 0,1 2-2 15,0-1-2-15,0 0-10 0,2 1-8 0,2-3 2 16,2 2-4-16,0-1 2 0,1-4-9 0,1-2-4 16,0 2-3-16,1-2 0 0,2-1-4 0,1-2-5 15,-1-3 3-15,-1 0-4 0,0 2 2 0,3-5-6 16,3 1 3-16,-2 0 4 0,3-2-7 0,-2-2-3 15,0 0-1-15,-3 1-2 0,-1-3-1 0,2-2 2 16,-3 3-2-16,0-5-1 0,-1 0 7 0,1 1-7 16,-2-4-4-16,-3 2 1 0,0-1 2 0,0-1-4 15,0 0 1-15,-2-1-2 0,2 2 2 0,2-1 0 16,-1 0-4-16,0 3-4 0,2-1 2 0,-2 1-1 16,4 2 1-16,-3 1-3 0,-2 5 0 0,8-9 4 15,-1 8-5-15,-7 1 4 0,14 3-3 0,-8 0 0 16,3 2 3-16,-1 4-3 0,1 0 5 0,-3 0-2 15,2 2 1-15,-3 1-2 0,-1-3-1 0,2 2 3 16,0 0-2-16,0-2 3 0,-5 1 5 0,1-3-8 16,0-1 7-16,0 0 6 0,-2-6 18 0,3 9 21 15,-3-9 15-15,1 5 14 0,-1-5 11 0,0 0-6 16,0 0-20-16,0 0 7 0,0 0-6 0,0 0-6 16,0 0-12-16,0 0 0 0,0 0-7 0,0 0 4 15,1-30-13-15,4 20-4 0,-1-2 2 0,4-2-18 16,0-1-6-16,3 0-15 0,-1-1 2 0,7-3-3 15,-3 4 0-15,0 2-3 0,1 0 2 0,-2 4 0 16,-1 2 2-16,-5 3 1 0,4 0 1 0,-5 2 2 16,-6 2 8-16,14 6-11 0,-4-2-3 0,-5 2 5 15,0 4 0-15,-1 2 2 0,0 0-1 0,0 2 3 0,-1 2 9 16,-3-4-12-16,2-1 4 0,1-1 2 0,-1-1-6 16,1 1 5-16,-1-6 9 0,2 2 1 15,-4-6 9-15,6 7 5 0,-2-3-2 0,3-3-2 16,-7-1-1-16,19-3 6 0,-8-1-5 0,6-4-2 0,1-1-4 15,0-1-2-15,-1 0 2 0,-1-2 1 0,-1 0-17 16,1-3 19-16,-2 2-5 0,-2-1-1 0,-1-2 0 16,-2 2 2-16,-2-2-6 0,-3 5 1 15,3-5-4-15,-5 6 0 0,-1 0 3 0,2 2 0 0,-2 2-22 16,-1 6 30-16,0-11-19 0,0 11 4 0,0 0-5 16,0 0-2-16,0 0 4 0,0 0 7 0,0 0-8 15,-15 26 6-15,12-14-8 0,-2 4 8 0,4 0 1 16,-3 2-3-16,3 0-3 0,2-2 5 15,-1 1 0-15,2-1-5 0,-2 0 13 0,1-5-4 0,4 5-6 16,-4-4 4-16,2-2-6 0,-3 2-2 0,2-2-13 16,1-1 24-16,-2 1-44 0,-1-4-50 0,0-6-37 15,3 10-41-15,-2-5-44 0,-1-5-55 0,2 10-52 16,-2-10-250-16,0 0-613 0,0 0 272 16</inkml:trace>
  <inkml:trace contextRef="#ctx0" brushRef="#br0" timeOffset="-211658.53">21606 13171 2044 0,'7'-30'12'0,"-1"6"91"16,-2 5 1-16,-3 8-8 0,1 0-11 0,0 2-10 15,0 4-14-15,-1-2-15 0,-1 7-12 0,0 0 22 16,0 0 24-16,0 0 28 0,10 24 6 0,-9-8 2 16,2 10 13-16,-1 0-8 0,0 2-8 0,-1 2-20 15,-1 1-5-15,0-1 1 0,-1 2-13 0,-1-4 1 16,4 1-6-16,-2-2-13 0,-2-1-5 0,2-6-5 15,-1-1 7-15,1 0-33 0,0 0-57 0,-1-5-35 16,-1-1-40-16,0-1-50 0,1-1-66 0,-3-1-67 16,-2-1-263-16,-2-1-602 0,1-4 266 0</inkml:trace>
  <inkml:trace contextRef="#ctx0" brushRef="#br0" timeOffset="-211510.09">21541 13298 59 0,'4'-5'240'16,"0"-1"-13"-16,0 0-15 0,1 0-16 0,1 0-18 16,1 3-21-16,5 0-13 0,5 0-12 0,2 2-22 15,3 0-30-15,7 3-61 0,1 1-71 0,3 0-84 16,-2-1-125-16,3-1-283 0,2 5 125 0</inkml:trace>
  <inkml:trace contextRef="#ctx0" brushRef="#br0" timeOffset="-211159.15">22456 13623 35 0,'0'0'308'0,"0"0"-17"0,0 0-15 16,0 0-24-16,0 0-19 0,8-27-15 0,0 20-7 15,-2-1-13-15,0-2-21 0,2 1-6 0,3-6-14 16,1 1-11-16,0-2-9 0,-1 1-9 0,1 0-3 15,3-6-9-15,-5 5-10 0,-2-2-7 0,1 3-3 16,-2-1 9-16,-3-1-3 0,0 1-10 0,-1 5-11 16,-2-3 0-16,0 4-2 0,1 3 7 0,-2 7-9 15,-2-12-14-15,2 12-8 0,0 0-3 0,-2-7-4 16,2 7-12-16,0 0 3 0,-21 22-11 0,11-7-1 16,1 1-2-16,1 3 0 0,1-3 1 0,2 0-7 15,1 3-2-15,4-2 0 0,0-1-3 0,1-4 3 16,4-1-6-16,3 3-16 0,2 0 18 0,4-5-30 15,-2-1-44-15,3-2-40 0,1 0-43 0,3-2-43 16,-2-1-45-16,-5-1-33 0,3-2-43 0,-5-2-24 16,-2 2-179-16,1-5-553 0,0 0 245 0</inkml:trace>
  <inkml:trace contextRef="#ctx0" brushRef="#br0" timeOffset="-211038.47">22675 13179 168 0,'0'0'192'0,"0"0"-15"16,-7-3-27-16,7 3-32 0,0 0-41 0,0 0-51 16,0 0-51-16,2 23-123 0,-2-23-159 0,5 13 71 15</inkml:trace>
  <inkml:trace contextRef="#ctx0" brushRef="#br0" timeOffset="-210791.14">22932 13127 40 0,'-4'-9'257'0,"1"4"0"16,3 5-5-16,-2-10-12 0,2 10-19 0,-1-7-24 16,1 7-9-16,0 0 5 0,0 0 11 0,-6 19 3 15,5-4-2-15,1 4 7 0,-1 8-8 0,0 5-4 16,-1 1-10-16,4 14-14 0,-4-12-16 0,1 1-6 16,0-1-30-16,-1 10 7 0,-1-13-13 0,0-1-2 15,-1 2-18-15,3 0-10 0,0-3-11 0,-2-1-5 16,3 1-9-16,-1-2-5 0,-2 1-8 0,3-4-10 15,-1-8-40-15,1 0-56 0,0-5-26 0,0-2-43 16,0 2-35-16,-1-5-33 0,1 0-39 0,0-7-47 16,-3 7-43-16,3-7-236 0,0 0-603 0,0 0 267 0</inkml:trace>
  <inkml:trace contextRef="#ctx0" brushRef="#br0" timeOffset="-210642.8">22864 13512 124 0,'0'-10'170'0,"0"10"-17"0,8-8-20 0,-5 5-7 0,8-1-15 16,7-2-12-16,0 2-16 0,8-2-38 16,5 1-30-16,7 1-40 0,17-2-45 0,5 3-91 15,3-3-175-15,2 0 78 0</inkml:trace>
  <inkml:trace contextRef="#ctx0" brushRef="#br0" timeOffset="-210343.02">23966 13216 75 0,'-3'-11'285'15,"1"0"-11"-15,0 2-8 0,1 2-9 0,1 7-11 16,-1-12-19-16,1 12-27 0,-2-8-24 0,2 8-12 0,0 0 5 15,0 0 11-15,0 0 4 0,3 34-9 16,-3-15-11-16,0 6-8 0,1 3-12 0,-1 1-17 16,0-1-12-16,3 0-5 0,-3-1-12 0,1-2-9 15,3 2-10-15,1-1-3 0,-2-1-12 0,0-6-8 0,1-3-4 16,-3 3-4-16,3-2-19 0,-1-1-28 0,-1-5-39 16,0-2-42-16,-1 3-37 0,-1-2-46 15,0-3-54-15,0-7-53 0,-1 12-49 0,-4-5-195 16,5-7-556-16,-9 5 245 0</inkml:trace>
  <inkml:trace contextRef="#ctx0" brushRef="#br0" timeOffset="-210025.73">23943 13048 11 0,'19'-12'194'15,"1"5"9"-15,1 2-6 0,0 4-3 0,6 4-5 0,0 7-3 16,-3 3-16-16,-4 5-16 0,-4 5-13 15,-2 0-9-15,2 4-11 0,-9 1-13 0,-1 2-11 16,-5 0-8-16,-1-1-11 0,-6-4-5 0,0 0-6 16,-7-3-4-16,3-5 1 0,0-4 2 0,-4 0 6 0,1-3 1 15,-2-2 3-15,3-2 2 0,-1-1 2 0,-1-2 11 16,4-2 12-16,-4 1 4 0,8-2 6 16,6 0-15-16,-13-2 1 0,13 2 0 0,-10-2-10 15,10 2-9-15,-7-2-3 0,7 2-16 0,0 0-6 16,0 0-9-16,0 0 1 0,0 0-13 0,0 0-1 0,30 12-8 15,-16-8-26-15,4 0-47 0,2 2-39 0,-1 0-40 16,3 0-39-16,5 2-34 0,0-1-28 0,-1-4-32 16,-8 1-21-16,2-3-192 0,-6-1-512 15,0-3 227-15</inkml:trace>
  <inkml:trace contextRef="#ctx0" brushRef="#br0" timeOffset="-209809.4">24358 13427 149 0,'8'-7'64'16,"-2"1"24"-16,0-4 2 0,-2 2 15 0,3-2 21 15,-4 1 23-15,0 1 21 0,1 2 11 0,0 1 6 16,-4 5 1-16,6-9-7 0,-3 6-13 0,-3 3-18 15,0 0-12-15,0 0-4 0,0 0 28 0,11 8 19 16,-6 3-1-16,-5 5-3 0,-2 2 7 0,0 9-16 16,-3 1-2-16,1 0-15 0,-2-1-5 0,-1-2-6 15,1 1-12-15,2-7-7 0,1 2-11 0,0-3-8 16,0 0-6-16,3-3-9 0,0 2-6 16,2-6-8-16,1 0-11 0,1-3 6 0,2-1-13 0,4 1-8 15,0-3 0-15,2-2-31 0,5-1-39 0,5 0-65 16,5-4-70-16,-5-1-59 0,3-6-48 0,5 1-112 15,-5-1-271-15,6-3-702 0,-3-2 310 0</inkml:trace>
  <inkml:trace contextRef="#ctx0" brushRef="#br0" timeOffset="-209325.4">25016 13489 230 0,'5'-8'295'0,"3"0"-11"16,2-2-10-16,-3 2-23 0,4-2-19 0,1-3-5 15,0-1-20-15,2 1-8 0,-1 2-17 0,1-1-4 16,0-1-17-16,4 1-7 0,-5-2-9 0,1 1 1 16,-5-2-3-16,0 1-5 0,-3 2-13 0,-1 2-11 15,0 0-7-15,1 3-16 0,-5 0 15 0,1 2-13 16,-2 5-10-16,4-9-7 0,-4 9-9 0,0 0-28 16,0 0 20-16,0 0-18 0,0 0-5 0,0 0-1 15,0 0-2-15,-7 23-5 0,3-11-1 0,0 1-4 16,0-2-3-16,0 1 3 0,4 0-5 0,-2-2-3 15,4 2-5-15,-2-1 11 0,0-2-5 0,5 0 3 16,-1-3-1-16,3 0-5 0,-1-1 17 0,3-1-17 16,5-2 1-16,-1-1 1 0,6-1-3 0,1-1-2 15,2-5-4-15,-3 1 5 0,-2 0-2 0,0-1-1 16,-3-4 3-16,1 2-4 0,-6-1 1 0,2 0-1 16,-4-1-6-16,1-1 8 0,-6 0 1 0,3 1-9 15,-1-3 4-15,1 0-17 0,-2 4 18 0,-1-2 1 16,0 2-3-16,-2 9-1 0,2-17-1 0,1 10 2 15,-3 7-5-15,0 0-4 0,-1-10 8 0,1 10-9 16,0 0-14-16,0 0 16 0,0 0 6 0,0 0 10 16,-4 24 4-16,0-5 7 0,0-2 3 0,-4 2-2 15,4 0 0-15,-1 1-1 0,0 0-4 0,2 4-2 16,-2-6 6-16,0 1-9 0,0-1-4 0,1-1-6 16,2-2-29-16,0 2-27 0,1-6-52 0,1 0-57 15,-2-3-44-15,0 1-41 0,2-9-62 0,-4 16-64 16,-2-13-251-16,6-3-674 0,-13 6 298 0</inkml:trace>
  <inkml:trace contextRef="#ctx0" brushRef="#br0" timeOffset="-209175.81">25209 13128 2513 0,'-9'-27'-7'0,"4"5"34"15,0 5-11-15,-2 6-9 0,0 3 2 0,3-1-3 0,0 4-3 16,1 0-1-16,3 5 1 0,-7-3 0 0,7 3 0 15,0 0-10-15,0 0-35 0,-9 13-31 0,9-13-61 16,7 19-56-16,-1-7-167 0,5 0-386 16,14 5 170-16</inkml:trace>
  <inkml:trace contextRef="#ctx0" brushRef="#br0" timeOffset="-207855.03">26387 13153 62 0,'-10'-4'274'0,"0"4"-14"16,-3 2-6-16,-6 3-1 0,2 3-5 0,-6 7-12 16,2 3-14-16,8-4-13 0,-9 6-9 15,9 2-17-15,1-6-17 0,5 3-9 0,-1-2-13 0,3 3-17 16,5-2-5-16,0 1-7 0,5-2-20 0,1-2-3 15,5 0-10-15,1-3-11 0,3-1-7 0,4-3 2 16,7 2-15-16,4-3-34 0,-4-2-29 16,5-3-35-16,-2 0-34 0,1 0-35 0,-10-4-24 0,-1 2-11 15,-2-3-12-15,1-1-14 0,-7 0-9 0,0 0-4 16,1-2 5-16,-5-2 2 0,3 1 4 16,-2-2 7-16,-1-1 17 0,-3-2 14 0,0 2 29 15,1-4 24-15,-3 1 29 0,3 0 23 0,-3-3 21 0,0 4 37 16,-2-1 37-16,1 1 16 0,1 2 4 0,0 0 1 15,-2 3 11-15,0 7 10 0,0-11-1 0,0 11-7 16,0-8-11-16,0 8 1 0,0 0 12 0,0 0 7 16,0 0 7-16,0 0-3 0,-12 29 5 0,8-14 5 15,1 0-2-15,-1 2-7 0,0 0-3 0,2-1-11 16,-1 0-8-16,3 0-7 0,0-3 0 0,0 3-15 16,3-6 3-16,1 3-9 0,0-3-4 0,1-1-5 15,2 1-3-15,2-3-4 0,-1-1 0 0,1 0-9 16,1-3 6-16,-1 1-9 0,2-2 1 0,2-2-7 15,-4 1-5-15,2-3 7 0,-1 0-9 0,-4-2 3 16,3 1-7-16,-5-2-9 0,2-1-10 0,-2-2-6 16,-2 0-6-16,0 0 1 0,-2-3-6 0,-4 0 1 15,2 0-5-15,-4 0 0 0,0-4 2 0,-1 4 7 16,1-3 1-16,2 2 0 0,-2 0 1 0,0 2 4 16,1 0 1-16,3 1 3 0,-2 0 1 0,2 4 3 15,2 5-1-15,-3-11-3 0,3 11-2 0,0-10 4 16,0 10-2-16,7-8 1 0,-5 4 0 0,7 1 4 0,1-2-1 15,-2 1 2-15,3 0-4 0,1 2 2 16,-3 1 6-16,-1-1-1 0,2 2-1 0,-10 0 1 16,19 4 0-16,-12 0 23 0,3 2 4 0,-1 2 11 15,-3 2 1-15,1 1 4 0,0 7-4 0,-1 0-3 16,-1-1 6-16,-1 2-5 0,-2 0 8 0,-2-2-22 16,3 2-3-16,-3-3 12 0,-1-1-5 0,-1-5 3 15,2 1-4-15,0-2 10 0,0-9-11 0,-4 11 10 16,4-11 10-16,0 7 10 0,0-7 11 0,0 0 5 0,0 10 7 15,0-10 7-15,0 0-17 0,0 0-6 0,0 0-7 16,0 0-5-16,0 0-10 0,0 0 3 0,0 0-10 16,6-34-5-16,2 23 2 0,-1-4-9 15,1-2-9-15,9-4-15 0,-2 1-1 0,1-2 4 16,-3 7-7-16,5-6 1 0,-4 9 5 0,2-4-1 0,-3 5-5 16,-2 3-3-16,1 1 2 0,-6 3-5 0,3 0 4 15,-3 4 1-15,-6 0 1 0,16 4 1 16,-11 2-3-16,1 2 2 0,-2 3 2 0,2 3 1 15,-2 2-1-15,0 0-5 0,-1 0 10 0,-3 1-2 0,2-5-8 16,-2-2 5-16,4 4 9 0,-1-4-9 0,-2 1 9 16,0-4-1-16,1-1-4 0,0-1 6 0,3 0 6 15,-5-5 6-15,5 7-2 0,1-5 1 0,-6-2 5 16,18-2-5-16,-7-2 1 0,-2-1-5 0,5-1 0 16,-5 0-4-16,2-2 6 0,3-2-2 0,-3-3-8 15,1 0 3-15,0-1-10 0,-3 2 10 0,3-4 0 16,-5 1-3-16,1-3 4 0,1 3-4 0,-3 2 1 15,0-2-1-15,-2 4-1 0,-4 2-3 0,4-1 6 16,-3 4-6-16,-1-2 0 0,0 8-2 0,2-11 1 16,-2 11-3-16,0 0 3 0,-7-6-3 0,7 6-1 15,0 0 0-15,-20 11-2 0,11-3 3 0,-2 1 0 16,3 1-1-16,0-1 0 0,-1 5 2 0,1 1-2 16,4-1 0-16,2-1-20 0,2 2 24 0,0-2 1 15,2-1-4-15,4 2-2 0,0 1-1 0,-1 0 2 16,5-3-2-16,2 1 5 0,-3 0-3 0,0-4 7 15,1-2-9-15,-2 2 9 0,-1-2-3 0,1 0-2 16,-3-2 0-16,0 1-1 0,-1-2 2 0,-4-4 0 16,5 8-12-16,-1-5 12 0,-4-3 0 0,4 5 0 15,-4-5 2-15,0 0-5 0,0 0-20 0,-13 9-15 16,13-9-33-16,-12 1-37 0,6 0-23 0,6-1-29 0,-13 0-32 16,13 0-43-16,-10-1-52 0,10 1-47 15,-6-5-233-15,6 5-614 0,-5-8 272 0</inkml:trace>
  <inkml:trace contextRef="#ctx0" brushRef="#br0" timeOffset="-207620.1">27545 12998 203 0,'4'-11'302'0,"0"-1"-9"0,-2 3-19 16,2 1-23-16,-1 3-26 0,-3 5-28 0,2-4 9 0,-2 4 19 15,0 0-8-15,9 20 11 0,-7 6-7 0,3 2-6 16,-3 2-16-16,-2 1-12 0,3 0-7 15,-3 1-10-15,1 0-5 0,-1-2-15 0,0 0-12 16,0-1-12-16,-1-1-25 0,1-2 1 0,1-1-10 0,0-7-12 16,-1-1-5-16,2 0-9 0,-4 1-8 0,4-8-41 15,-2 2-39-15,0-1-44 0,0-3-71 16,-2 2-54-16,2-3-55 0,-2 1-71 0,-1 0-65 16,-2-2-219-16,0-3-650 0,-5-1 288 0</inkml:trace>
  <inkml:trace contextRef="#ctx0" brushRef="#br0" timeOffset="-207475.17">27451 13309 2853 0,'3'-16'-1'0,"2"0"33"0,-3 7-11 15,0-2-12-15,-2 4-3 0,4 0-1 0,-1 0-3 0,3 1-1 16,1 2 2-16,6-3-2 0,3 2-22 0,7 0-48 16,6-3-83-16,4 6-97 0,3-6-159 15,0 3-440-15,5-3 196 0</inkml:trace>
  <inkml:trace contextRef="#ctx0" brushRef="#br0" timeOffset="-207353.56">28211 13214 2292 0,'4'3'56'0,"-4"-3"-53"0,0 0 12 15,0 0 55-15,-7 13 40 0,7-13 17 0,-4 6 8 16,4-6-15-16,-4 5-21 0,4-5-13 0,0 0-43 16,0 0-52-16,0 0-61 0,-6 4-76 0,6-4-87 15,0 0-217-15,0 0-487 0,0 0 215 0</inkml:trace>
  <inkml:trace contextRef="#ctx0" brushRef="#br0" timeOffset="-202393.44">19499 13914 216 0,'0'0'203'16,"0"0"-18"-16,0 0-18 0,0 0-20 0,0 0-10 15,26-1-14-15,-14 2-9 0,8-1-12 0,0 0-14 16,0 0-5-16,7 1-7 0,1 3-11 0,-6-2-2 15,-3 0-8-15,2 0-7 0,-1-1-25 0,-3 3-29 16,-3-3-45-16,-1 0-45 0,-1 1-45 0,-5 1-127 16,-2-1-288-16,-5-2 128 0</inkml:trace>
  <inkml:trace contextRef="#ctx0" brushRef="#br0" timeOffset="-202008.81">19742 13925 30 0,'-13'5'200'0,"7"-3"5"0,-1 2-12 0,0 3 3 0,0 0 1 16,-3 5-8-16,1-1 21 0,1 5-6 0,2 2-20 15,0 0 5-15,-1 6-9 0,3 2-3 0,-1-2-10 16,4 3-11-16,0-3-8 0,2-2-4 0,-1-4-16 16,3 1-10-16,0 6-9 0,-1-6-11 0,-1-2-9 15,2-1-6-15,-1 1-9 0,1-4-8 0,0-2-8 16,-1 1-4-16,1-2-4 0,-1-3-7 0,-1 0-4 15,0 0 9-15,2-2-17 0,-3-5-1 0,2 10-2 16,-2-10-5-16,0 7 3 0,0-7-3 0,0 0 7 0,-5 8-6 16,5-8-7-16,-7 4-6 0,7-4-2 15,-13-1-6-15,13 1 12 0,-13-3-7 0,5 1 7 16,-3-1-7-16,2-1-6 0,3 2 11 0,-2-1-4 16,8 3-3-16,-10-6 13 0,10 6-17 0,-8-5 4 15,8 5-3-15,-5-2-4 0,5 2 10 0,0 0-11 16,-9-4 2-16,9 4-6 0,0 0 11 0,0 0-6 15,0 0-12-15,0 0 10 0,0 0 6 0,23 0-3 16,-9 0 0-16,0 0 3 0,4 1-3 0,0-1-6 16,0 0-27-16,-4 0-25 0,4 2-38 0,-3-2-34 15,0 0-36-15,-2 1-41 0,0-1-32 0,0 0-34 0,1 0-20 16,-3 0-187-16,-2-1-520 0,3-1 230 16</inkml:trace>
  <inkml:trace contextRef="#ctx0" brushRef="#br0" timeOffset="-201721.82">19946 14331 15 0,'0'0'176'0,"5"-4"5"0,-5 4 10 16,0 0-2-16,6-6 2 0,-6 6-4 16,0 0-4-16,0 0-7 0,5-3-15 0,-5 3-12 15,0 0-16-15,0 0 0 0,0 0 9 0,0 0 8 16,0 0 14-16,-4 22 8 0,1-9 16 0,1-3-30 0,0 2 5 16,-3 6-3-16,1 0 3 0,-1-2-17 15,2 1-5-15,0 1-13 0,2-1-17 0,-1 2-21 16,1-2 3-16,4-1 6 0,-3-4-6 0,1 1-3 15,0-2-11-15,2 1-4 0,-1-5-15 0,3 0 4 16,0 0-1-16,1-3-3 0,1 4-4 0,1-3-5 0,1-4-6 16,1-1-4-16,2 0-7 0,0 0-6 0,5-3-10 15,-3-1-25-15,-1 0-32 0,5-3-51 0,-1 1-46 16,0-3-32-16,1 0-39 0,0 0-31 16,-1 0-41-16,7-4-22 0,0 2-12 0,3-1-256 0,0-2-617 15,1 0 274-15</inkml:trace>
  <inkml:trace contextRef="#ctx0" brushRef="#br0" timeOffset="-201568.4">20514 14356 109 0,'0'0'208'0,"0"0"4"0,0 0 12 0,6-2 11 0,-6 2-4 16,0 0-5-16,0 0-21 0,13 2-10 0,-13-2-13 16,8 4-22-16,-2-3-10 0,-6-1-21 0,15 3-12 15,-6-3-8-15,3 0-20 0,-1 2-38 16,-2-4-41-16,2 4-48 0,-1-2-49 0,-3 0-51 0,1 3-33 15,0-3-33-15,-8 0-164 0,11 0-397 0,-11 0 175 16</inkml:trace>
  <inkml:trace contextRef="#ctx0" brushRef="#br0" timeOffset="-201408.4">20645 14398 40 0,'-5'4'178'0,"-1"-1"20"0,1 1 11 0,0 1 7 16,-3-2-4-16,2 2-7 0,6-5-11 0,-11 8-14 15,7-6-13-15,4-2-19 0,-6 4-10 0,6-4-8 16,0 0-9-16,-5 7-4 0,5-7-8 0,0 0-11 15,14 5-12-15,-6-3-3 0,3-2-23 16,3-2-38-16,3 1-39 0,2-1-50 0,0-2-48 0,-1 2-58 16,4-2-63-16,-4 1-149 0,1 1-415 15,1-3 184-15</inkml:trace>
  <inkml:trace contextRef="#ctx0" brushRef="#br0" timeOffset="-199939.78">21503 14139 115 0,'-1'-9'229'15,"1"9"-10"-15,0 0-5 0,0 0-11 0,-2-10-14 16,2 10-16-16,0 0-20 0,0 0-13 0,0 0-19 16,0 0-12-16,0 0-12 0,0 0-11 0,0 0-8 15,0 0-7-15,0 0-6 0,0 0 1 0,0 0 5 16,6 25-4-16,-4-16-6 0,-1 3-3 0,3-2 5 15,0 4 4-15,0 1 0 0,0 2-5 0,1 0 2 16,-1-1-3-16,1 2-7 0,0-1-6 0,1 1 0 16,-3-3 0-16,2 2-3 0,0-1-7 0,-1 1 2 15,0-4-5-15,1-1-3 0,0 3-3 0,-1-5 3 16,0-1-9-16,-1 0 1 0,0-3-6 0,-2 1 7 16,3-2 8-16,-4-5 13 0,6 7 23 0,-6-7 19 15,3 6 21-15,-3-6-2 0,0 0-9 0,0 0-6 16,0 0-8-16,0 0-11 0,13-15-8 0,-7 6-7 15,-1-2-1-15,4 2 0 0,-1-1-9 0,0-4-17 16,2 0 8-16,-3-3-10 0,4 3 3 0,-4-4-6 16,3 2-3-16,0-2-3 0,-3 1-2 0,5-6 5 15,-5 4-24-15,1 1 17 0,0 2-2 0,-2-2 0 16,0 3-8-16,-2 4 7 0,0 0-5 0,-1 2-6 16,-1 3 6-16,0-1-1 0,-2 7-4 0,5-9-13 15,-5 9-15-15,3-7-23 0,-3 7-29 0,3-6-32 0,-3 6-29 16,0 0-23-16,0 0-23 0,0 0-28 0,0 0-30 15,0 0-61-15,0 0-266 0,6 21-617 16,-6-21 272-16</inkml:trace>
  <inkml:trace contextRef="#ctx0" brushRef="#br0" timeOffset="-199592.97">21996 14272 197 0,'0'0'198'0,"5"4"-8"0,-5-4 0 0,9 3 0 16,-9-3-14-16,13 1-14 0,-3 1-6 0,4 0-5 0,-1 2-13 16,5-1-8-16,-6 1-12 0,1-1-7 0,-2 0-16 15,-1 0-7-15,0 1-9 0,-2 0 1 16,-2 1 3-16,0-1-2 0,-4 3 6 0,-1 1 6 16,-2 3 4-16,-3-1 0 0,-2 5-2 0,-5-3-9 15,-4 3 1-15,-3 3-4 0,3-3-3 0,0-2-2 16,-2-1-7-16,3 2 4 0,-1-1 19 0,3-2-13 15,1-4-10-15,2 0 2 0,2 1-15 0,2-1-7 16,1-1 1-16,4-6-7 0,-5 10 3 0,5-10-16 16,0 0 16-16,10 10 4 0,-10-10-11 0,17 3 1 15,-4-6 1-15,5 0-10 0,2 3 8 0,3-3-2 0,6-2-14 16,0 0-28-16,-4-2-21 0,2 2-37 16,-8 0-47-16,2 0-41 0,-6 1-40 0,-1 3-56 15,-2-4-38-15,-1 0-53 0,-2 2-200 0,1-1-580 16,-10 4 257-16</inkml:trace>
  <inkml:trace contextRef="#ctx0" brushRef="#br0" timeOffset="-199339.82">21585 14623 222 0,'-32'8'258'0,"5"1"-14"16,8-2-18-16,5-2-22 0,3-3-16 15,3 3 1-15,4-1 2 0,1 1-8 0,3-5-2 0,0 0-1 16,17 14-8-16,-1-9-11 0,14 3 6 16,2-4-5-16,4-3 10 0,4 1-23 0,12-2-18 15,0 0-9-15,1-2-11 0,-1 0-10 0,1 0 0 0,0-2-18 16,-2 2-11-16,-12-3-8 0,-1 2-7 16,-4 2 9-16,-5-1-65 0,-7 2-51 0,-4-2-48 15,-5 4-46-15,-3 0-31 0,-3 0-45 0,-7-2-49 16,5 6-265-16,-5-6-578 0,0 0 256 0</inkml:trace>
  <inkml:trace contextRef="#ctx0" brushRef="#br0" timeOffset="-199041.66">21756 14822 119 0,'0'0'277'0,"0"0"-5"16,0 0-6-16,0 0 1 0,-9-1-7 0,9 1-26 15,0 0-17-15,0 0-10 0,0 0 13 16,-4 6 8-16,4-6 9 0,-1 13-10 0,2-4-10 16,-3 1-12-16,2 1-22 0,0 5 4 0,1 1-14 15,-1 1-5-15,1 1-9 0,-1 1-8 0,-1 0-4 0,1-1-11 16,0 0-14-16,1 0-12 0,-1 0-16 0,1 0-5 16,-1-4-9-16,2 3-7 0,0-3-9 15,-2-4-5-15,2 2-8 0,-1-3-5 0,-1-1-22 16,1 0-25-16,-1-2-30 0,0-7-25 0,1 12-41 15,-1-12-42-15,0 8-33 0,0-8-30 0,2 6-27 0,-2-6-35 16,0 0-41-16,0 0-19 0,0 0-9 16,0 0 8-16,0 0-191 0,0 0-558 0,14-19 248 0</inkml:trace>
  <inkml:trace contextRef="#ctx0" brushRef="#br0" timeOffset="-198474.83">21751 14948 93 0,'-1'-17'161'0,"3"-1"-9"0,1 3 9 16,2 0-1-16,0 2-1 0,1 4 6 0,2-2 8 15,5 0 4-15,-4 3-6 0,1 1 5 0,3 1 0 16,-2 4-7-16,1 1 0 0,3 1-11 16,-5 3-5-16,2 1-4 0,-3 1-10 0,-2 2-16 0,0 2-5 15,-1-1-8-15,-5 3 6 0,-1 0-9 0,-1 1-6 16,-5-1-11-16,-1 1-4 0,-3 1 0 16,-1 1-7-16,0-2-6 0,1-4-4 0,-1-1 6 15,2 0-9-15,2 3 0 0,1-5-21 0,-2-1 16 16,5-1-2-16,3-3-11 0,-7 4-3 0,7-4-7 0,-5 4-2 15,5-4-12-15,0 0 1 0,-4 8-1 16,4-8-1-16,0 0 8 0,0 0-17 0,12 11 11 16,-6-7-5-16,3 0-3 0,1-1 0 0,2 0-3 0,2 0-17 15,4-1-23-15,0 1-34 0,1 0-43 0,0-1-32 16,1 0-31-16,-7-2-34 0,6 0-22 0,-6 0-31 16,6-2-11-16,-6 1 11 0,1-2 21 15,-2 0 0-15,0 0 24 0,0 0 19 0,-3-2 20 16,2 1 20-16,-3-1 24 0,-3 0 17 0,3 3 29 0,-4-2 23 15,1-4 24-15,0 3 37 0,-3 0 29 0,-2 5 23 16,5-7 28-16,-5 7 23 0,4-7 19 16,-4 7 4-16,4-5 2 0,-4 5-5 0,0 0-7 15,0 0 1-15,0 0 24 0,0 0 21 0,0 0 19 0,9 12 8 16,-8-4 6-16,1 1-6 0,-2 7-1 16,0 1 14-16,-2 1 4 0,-3 7-14 0,4 2-3 0,-3-2-7 15,-1 0-13-15,-1-1-14 0,0-5-14 0,3 4-11 16,0 3-4-16,-1 1 9 0,3-8-5 0,4-1-20 15,2-2-7-15,-2-3-13 0,1-3-3 16,3-3-8-16,1 1-7 0,3-4-9 0,6-2-6 16,4-2-6-16,10-6-8 0,3 0-8 0,2-2-15 0,0-3-18 15,1-1-31-15,-1 0-39 0,-3-1-40 0,-1 2-45 16,-3-1-53-16,-2 4-72 0,-9 0-67 0,1 0-75 16,-6 2-78-16,-1 0-290 0,-6 2-847 0,-6 4 376 15</inkml:trace>
  <inkml:trace contextRef="#ctx0" brushRef="#br0" timeOffset="-193192.67">24863 10480 204 0,'0'0'212'0,"0"0"-6"16,0 0 0-16,0 0-12 0,0 0-3 0,0 0-3 15,0 0-4-15,-18-15 7 0,18 15-11 0,-8-3 0 16,8 3-5-16,-6-4-9 0,6 4-6 0,0 0-16 15,-5-4-11-15,5 4-6 0,0 0-3 0,0 0-26 16,0 0-8-16,0 0-11 0,0 0-10 0,0 0-6 16,16-7 0-16,1 7-8 0,12-2-2 0,5 1-4 0,18-1-6 15,2-1 1-15,3-1-5 0,3-3-12 16,2 2 3-16,4 1-3 0,-3-1-3 0,-2 0-7 16,-8 1-1-16,-14 2-31 0,-1 0-31 0,-6 1-36 15,-4 1-33-15,-8-1-24 0,-1-1-32 0,-5 4-26 16,-3-2-25-16,-1 0-30 0,-3 0-24 0,-7 0-147 15,11 0-458-15,-11 0 203 0</inkml:trace>
  <inkml:trace contextRef="#ctx0" brushRef="#br0" timeOffset="-192959.4">25830 10175 212 0,'3'-11'244'15,"1"1"-14"-15,-2 0-4 0,0 5-5 0,0-1-14 0,-2 6-4 16,3-8-21-16,-3 8-21 0,2-6-14 0,-2 6-3 15,0 0 8-15,0 0 5 0,0 0-8 0,-5 37-3 16,1-18-11-16,-3 6-9 0,-4 1-6 0,4 2-16 16,-1-1-6-16,1-1-8 0,-1-1-11 0,4-6-11 15,0 5-7-15,1-3-3 0,1-4-9 0,2 0-3 16,0 2-1-16,0-1-11 0,-2-2-38 0,2-5-33 16,0 2-31-16,2-2-29 0,-4 0-27 15,4-1-22-15,-2-2-21 0,0-1-16 0,0-7-37 0,0 11-19 16,0-11-197-16,-2 9-470 0,2-9 208 0</inkml:trace>
  <inkml:trace contextRef="#ctx0" brushRef="#br0" timeOffset="-192592.54">25654 10056 19 0,'-18'-10'216'0,"-1"5"-4"16,-2 3-13-16,-8 6-6 0,-2 3-10 0,-1 7 1 15,-1 5-11-15,-9 13-8 0,0 4-3 0,2 5-8 16,6 2-3-16,3 4-6 0,4 0-12 0,2 1-15 0,9-4-11 16,5 2-5-16,6-13-9 0,3 0-7 0,9-1 0 15,0-1-11-15,4 0-6 0,5 0-9 16,7-6-5-16,5 0-6 0,12 4 1 0,8-8-11 16,-12-7 2-16,18-3-4 0,0-3-3 0,5-5-10 15,3-3 10-15,3-7-8 0,1 0-9 0,28-11-3 16,-38 2 3-16,3-2-3 0,-6-3 2 0,-1-2-7 15,-4-5 5-15,-4-1 0 0,-4-4-1 0,-8-6-3 0,-1-2-1 16,-4-2-1-16,-9-7-5 0,-7-4-6 0,-6-3-2 16,-8-2-1-16,-5 0-2 0,-19-24-4 0,-5 30 6 15,-24-15-2-15,-9 11-1 0,-9 12 10 0,-11 15-8 16,-16 10-6-16,-3 7 2 0,-8 13 1 16,2 14-14-16,-7 7-13 0,-2 13-22 0,-3 7-31 0,2 9-44 15,3 6-57-15,15 5-53 0,-1 2-216 0,11 0-497 16,18-3 219-16</inkml:trace>
  <inkml:trace contextRef="#ctx0" brushRef="#br0" timeOffset="-190524.85">3232 8682 216 0,'0'0'260'16,"-12"-1"-24"-16,12 1-26 0,-6-2-23 15,6 2-18-15,0 0-10 0,24-14-14 0,-5 5-16 0,9-1-4 16,4-1-12-16,4-2-10 0,1 0-12 0,-1 3-5 15,14-3-11-15,-15 2-10 0,0 7-21 0,-4-2-34 16,-5 2-28-16,-5 1-46 0,-4 1-37 16,-2 2-34-16,-5 0-30 0,-1 2-159 0,-3 0-350 15,-6-2 155-15</inkml:trace>
  <inkml:trace contextRef="#ctx0" brushRef="#br0" timeOffset="-190292.92">3305 8655 118 0,'-11'1'207'0,"0"1"-22"16,-2 1-15-16,3 3-10 0,-2 0 1 0,6 2-2 16,-6 6 4-16,6 0-6 0,1 2-2 0,-3 10 2 15,6-1 14-15,-1 2-16 0,-1 1-12 0,3 1-9 16,-2 1 7-16,1-1-11 0,2 1-8 0,-2-1-11 16,2-3-15-16,-1 1-2 0,0-1-9 0,1-1-16 15,-3 0-2-15,1 0-4 0,1-6-9 0,2-2-1 16,-1-2-1-16,-4-2-37 0,4-3-29 0,0 3-27 15,0-3-28-15,-1 2-39 0,0-6-50 16,1 3-43-16,0-9-31 0,-3 11-222 0,0-7-493 0,3-4 218 16</inkml:trace>
  <inkml:trace contextRef="#ctx0" brushRef="#br0" timeOffset="-189273.16">3092 9118 2235 0,'4'-6'91'16,"-4"6"-49"-16,0-13-28 0,0 13-2 0,1-9-10 15,-1 9 1-15,5-8-1 0,1 3-2 0,-1 0-1 16,2 0 7-16,5-1-2 0,1-4 0 0,4 2-1 16,3 0 3-16,1 2-2 0,6-4 1 0,0 4 2 15,0-4-2-15,-1 4 3 0,-6 2-4 16,0 1 5-16,-2 0 1 0,1 3 0 0,-1 0-3 0,-5 1 4 16,0 3 17-16,1 0 0 0,1 3 4 0,-1 1 6 15,-1 4 11-15,1 0 12 0,-2 0-5 0,-3 4 3 16,1-2 4-16,-1 2-9 0,-3 0-3 0,1 1 4 15,-2-2-9-15,-2 0-5 0,0-3-2 0,-2 2 4 16,1-4 4-16,0 1-6 0,-4-5 2 0,2-6-4 16,-2 13-1-16,0-7-4 0,-1-1 3 0,3-5-3 15,-10 4-6-15,5-2 0 0,5-2 11 0,-12 0-18 16,12 0 0-16,-11-7-3 0,8 1-2 0,3 6-2 16,-3-12-3-16,4 2 3 0,0-2-8 0,4-5 3 15,3 0-2-15,1-2-1 0,0 3-3 0,7-6-2 0,-1 3-11 16,2-2 5-16,-4 6 3 0,2 2 0 0,-2 1-5 15,2 0 2-15,-5 3 3 0,0 2 4 0,0 1-8 16,0 1 1-16,-1 1-4 0,1 1 2 16,-2 2 3-16,-8 1-3 0,13 3 3 0,-8 0-2 0,1 2 3 15,-1 2 9-15,1 4 2 0,-4-1-1 0,1-2 7 16,-1 3 2-16,0-1 9 0,-1 2-2 16,-1 1-3-16,2-1 2 0,-2 0-7 0,2 0-2 15,-1-5 8-15,0 6-7 0,2-7 11 0,-1 1-17 0,2 0 3 16,0 0-5-16,1-1 3 0,2-1 0 0,-2-1 2 15,3-1-1-15,1 1-8 0,-1-4-8 0,2-1-7 16,1-1-4-16,-4 1-11 0,-7 1 3 16,18-4-5-16,-13 0-1 0,0 0-4 0,-1-2-2 0,-1 1 6 15,-3 5 2-15,2-14 0 0,-2 5 1 0,-1-1 6 16,0 1 1-16,-2-1 1 0,3-1 5 0,-4 0 2 16,1-1-1-16,0-1 3 0,-1 2-1 0,4-1 5 15,-1 2-2-15,1 0 2 0,1 0-1 0,0 2 3 16,2 0-5-16,1-1 6 0,1 4-4 0,0 0 3 15,3 2 0-15,-8 3 5 0,15 1 2 0,-3 3 5 16,-1 0 4-16,-2 3-2 0,1 0-2 0,0 5 0 16,-2-3-2-16,0 7 3 0,-1-2-1 0,0-3 1 15,-3 0 3-15,-2 6 0 0,1-2-5 0,-2-5 2 16,0 0 1-16,-1 0 5 0,-1-3 11 0,0 2-2 16,-1-2 4-16,2-7 4 0,-3 10 12 0,3-10 16 15,-6 5 1-15,6-5-12 0,-7 4-3 0,7-4-1 16,0 0-5-16,0 0 6 0,0 0-17 0,-12-12 2 15,12 12-5-15,0-17-8 0,3 9 0 0,0-5-6 16,2-2 4-16,2-1-9 0,2-1-3 0,-1 1-2 16,3 1-3-16,-2 0-5 0,5 3 5 0,-5 5-3 15,2 1-2-15,-2 2-6 0,2 2 4 0,-3 3 1 16,2 0 0-16,1 3 5 0,0 3-2 0,-2 1 2 16,1 1-5-16,-1-1 1 0,0 3 2 0,-2 0-1 15,0 0 1-15,0-2 1 0,0 2 4 0,-1-3-2 16,-3 0-1-16,1-2-5 0,-1 4 9 0,1-6-2 15,-4-4-4-15,3 6 6 0,-3-6 8 0,4 6 4 16,-4-6 2-16,0 0-7 0,0 0 6 0,0 0 2 16,0 0-7-16,0 0 5 0,0 0-7 0,0 0 3 15,-2-23-1-15,2 23 2 0,4-14-5 0,1 3 4 16,1-3-17-16,2-2-1 0,3 1 1 0,0-2-2 0,3 4 2 16,-4-1 0-16,4 3 1 0,0 4-8 15,-3 1 6-15,0 2-2 0,1 1 20 0,-2 2-20 16,0 2-3-16,0 3 1 0,1 1-2 0,-1-1 3 15,-2 5 7-15,-1-2-1 0,0 3-3 0,-1-1 3 0,-1 2 5 16,-1 2-28-16,-4-1-35 0,-1 5-29 0,-1 2-37 16,-2-2-59-16,-2 0-59 0,-1 1-72 15,1-2-191-15,0 0-552 0,1 0 245 0</inkml:trace>
  <inkml:trace contextRef="#ctx0" brushRef="#br0" timeOffset="-188436.82">4892 9038 45 0,'16'-7'239'0,"5"-1"-11"0,-2 0-5 16,-2-2-4-16,2 4-11 0,-4-3-11 0,2-1-18 16,1 3-11-16,-2-5-16 0,1 3-8 0,-3-1-9 15,1 0-6-15,-2 0-9 0,-3 2-9 0,0 0-7 16,-1-1-8-16,-2 2-4 0,-1 0 3 0,-2-3-9 16,1 2-9-16,-4-2-5 0,-1 1-12 0,0 9 7 15,-7-20-15-15,3 13-8 0,-4 0-1 0,0 0-7 16,-2 1-1-16,-1 0-2 0,-2 6-5 0,0 0 10 15,-3 3-10-15,-5 4-5 0,-3 4 8 0,1 4-2 16,2 3 7-16,1 2-2 0,2 0 3 0,1 3 11 16,6 0-1-16,0 0 0 0,3-5-4 0,4 1-2 15,1-1-1-15,3-3-7 0,2-1-6 0,4 0 6 16,1 3-9-16,4-5 4 0,3-2 0 0,5 0-6 16,2-3-23-16,8 1-31 0,2-6-17 0,2 0-21 0,4-2-14 15,-1-3-13-15,2-3-9 0,11-7-4 16,-14 6 6-16,-1-4 11 0,-1 0 6 0,-2 1 7 15,-6-1 8-15,1-4 7 0,-4 1 11 0,-5 2 4 16,-4 0 4-16,5-7 10 0,-8 4 10 0,-2 1 22 0,-2-2 15 16,-1-1 5-16,-2 5 7 0,-2 1 31 0,1 0 11 15,-4 0-2-15,-2 3 1 0,2 3 1 0,2 5 0 16,-10-9 1-16,10 9 4 0,-17 4 0 0,8-2-3 16,-8 8 1-16,5-1 2 0,-4 4 2 0,3 3-5 15,0-4 7-15,1 5-12 0,-1-3-1 16,4 1 4-16,3-1-18 0,1-3-6 0,1-3-1 0,1-1-7 15,5 5 0-15,-1-6-4 0,-1-6-4 0,5 16-1 16,0-12-3-16,2 2-4 0,0-2 7 16,1-1-16-16,-2-1-3 0,2-2-5 0,-8 0 0 15,15 1-4-15,-8-1 16 0,-7 0-12 0,10 0-2 0,-10 0 0 16,9 0 0-16,-9 0-3 0,7 4-2 0,-7-4-3 16,9 6 3-16,-5 0 0 0,2 4 5 0,-3 2-2 15,2 4 1-15,-3 3 8 0,1 6-4 0,-1 3 2 16,-2-3 5-16,1 6 20 0,-4-1-3 0,2 0 4 15,-1-3 1-15,-3 1-8 0,1-3 6 0,0-1-1 16,1-5 4-16,-1-2 5 0,2 0 7 0,-1-6-1 16,1 2-8-16,0-6-1 0,1 0-1 0,-1 0 1 15,2-7 6-15,-2 8 7 0,2-8 4 0,0 0 1 16,0 8 0-16,0-8-9 0,0 0-3 0,0 0-5 16,0 0-3-16,0 0-13 0,17-25-16 0,-7 12-17 15,3-3-29-15,1 1-32 0,5-5-41 0,3-3-39 16,-3 2-33-16,0 0-29 0,2 0-43 0,-5 0-32 15,5-2-50-15,-6 2-273 0,-3 4-666 0,0-5 295 16</inkml:trace>
  <inkml:trace contextRef="#ctx0" brushRef="#br0" timeOffset="-188092.87">5624 8629 73 0,'0'-11'265'0,"-1"-1"-26"0,-2 3-27 0,1 3-16 15,2 6-16-15,-2-7-2 0,2 7 0 0,0 0 3 0,0 0 1 16,0 0 0-16,0 0-2 0,0 0-16 16,17 19-10-16,-11-9-9 0,0-3-16 0,-3 1-12 15,2 1-10-15,-1-4 2 0,1 2 1 0,-2-4-9 16,-3-3 0-16,5 9 9 0,-5-9-6 0,3 3 11 0,-3-3 0 16,0 0 7-16,2 7-1 0,-2-7-5 0,0 0-8 15,0 0-12-15,0 0-8 0,9-15-9 16,-5 5-11-16,0-1-14 0,3-5 1 0,0-3-10 15,4 5-6-15,2-7-1 0,-4 4-4 0,6-5-3 0,-6 9-4 16,4-1-4-16,-3 3-4 0,1 1-1 0,-1 5-5 16,0-1-4-16,3 2 3 0,-2 2-11 0,1 6 3 15,-1 2 4-15,5 5-4 0,-6 2-16 0,1 2-4 16,-2 10-42-16,-2 1-24 0,-2 2-35 0,-1 3-33 16,-1 1-41-16,-3 3-44 0,-2 0-59 0,2-3-47 15,0 0-270-15,2-3-661 0,1-1 293 0</inkml:trace>
  <inkml:trace contextRef="#ctx0" brushRef="#br0" timeOffset="-187798.41">6525 8901 253 0,'1'-10'282'0,"1"4"5"0,-2 6-9 0,1-12-5 0,0 7-15 15,-1 5-17-15,0 0-23 0,0-10-20 0,0 10-27 16,0 0-10-16,0 0 15 0,0 0-12 0,0 0-2 16,-2 33 1-16,-1-16-18 0,2 1-10 0,-6 6-15 15,1 1-16-15,2-6-4 0,2 2-18 0,0-3-5 16,1 1-6-16,-2 0-10 0,3 0-29 0,0-2-40 15,0-1-43-15,0-6-43 0,2 3-35 0,-2-3-46 16,0-10-55-16,0 13-41 0,0-8-272 0,0-5-588 16,0 0 262-16</inkml:trace>
  <inkml:trace contextRef="#ctx0" brushRef="#br0" timeOffset="-187650.48">6405 8564 206 0,'-3'-6'195'0,"3"6"-19"0,0 0-19 16,-5-4-27-16,5 4-39 0,0 0-43 0,-5 20-49 15,4-7-64-15,-3 6-92 0,3-3-168 0,-1 1 74 16</inkml:trace>
  <inkml:trace contextRef="#ctx0" brushRef="#br0" timeOffset="-187418.66">6594 8774 187 0,'18'0'243'0,"-8"3"-14"0,2 2 4 16,4 4 12-16,-2 3-16 0,-1 2-1 15,-4 2-4-15,5 6-2 0,-4 2-15 0,-1 1-14 16,-2 0-20-16,1 2-8 0,0-1-16 0,-4-1-17 0,0 1-11 16,-3-2-13-16,-3-7-9 0,0 0-9 0,-1 1 1 15,-1-1-20-15,-4-2-8 0,-3 0-6 0,-1 0-9 16,-1-2-23-16,-2-1-28 0,-2-2-31 15,1 1-43-15,-2-5-38 0,1-1-42 0,-2 2-49 16,7-3-44-16,-1-4-249 0,-6 0-540 0,6-4 240 0</inkml:trace>
  <inkml:trace contextRef="#ctx0" brushRef="#br0" timeOffset="-187242.23">6312 8923 129 0,'-6'-5'255'0,"-4"2"-23"0,3 2-3 0,7 1-5 0,-21 6 0 15,10 2 3-15,-1 6-2 0,-1 2 1 0,-2 4-1 16,2 1-12-16,3 2-24 0,4-5-13 0,2 0-16 16,1-2-23-16,3 1-6 0,1-1-10 0,3 1-12 15,4-4-16-15,2 1-19 0,3-2-37 0,2-4-47 16,4 0-63-16,2-2-76 0,-1-2-83 0,9-2-297 16,-9-2-573-16,0-2 254 0</inkml:trace>
  <inkml:trace contextRef="#ctx0" brushRef="#br0" timeOffset="-187081.62">6553 8563 185 0,'-3'-10'304'0,"1"4"-22"16,2 6-36-16,-3-11-20 0,3 11-27 0,0-9-27 15,0 9-49-15,0 0-36 0,0 0-38 0,0 0-46 16,0 0-65-16,0 0-69 0,0 0-150 0,14 26-304 15,-6-16 135-15</inkml:trace>
  <inkml:trace contextRef="#ctx0" brushRef="#br0" timeOffset="-185709.4">4026 10068 58 0,'-11'0'232'0,"2"0"-12"0,9 0-14 15,-13 1-15-15,13-1-12 0,-10-1-13 0,10 1-14 16,0 0-13-16,0 0 2 0,0 0-7 0,0 0-2 16,0 0-11-16,0 0-10 0,38-6-8 0,-7 2-12 15,0-3-1-15,4 1-17 0,1 0-8 0,0-1 1 16,0 1-34-16,-2 3-31 0,-4-1-26 0,-2-1-37 16,0 3-37-16,-8 3-34 0,-2-2-30 0,-2 1-34 15,-6 1-141-15,-4 0-365 0,-6-1 161 0</inkml:trace>
  <inkml:trace contextRef="#ctx0" brushRef="#br0" timeOffset="-185338.38">4283 10061 116 0,'0'0'164'0,"-9"7"11"16,4-1-1-16,0 3 1 0,0 0-8 0,0 3 2 16,0 1-17-16,2 6 3 0,-1 6 5 0,3 0-7 0,-3 2-13 15,4 1-10-15,-1 0-1 0,1-2-8 16,0 1-2-16,-2-3-7 0,0 1-1 0,2-7-7 15,0-2-7-15,2 1-3 0,1 0-16 0,-4-6-2 16,1 1-8-16,1 1-6 0,-1-3-10 0,0-1-7 16,0-2-1-16,2-1-4 0,-2-6-4 0,-2 14-2 15,2-14-3-15,0 9-3 0,0-9 0 0,-1 9-2 16,1-9-4-16,-7 6-3 0,7-6-1 0,-8 2 12 16,8-2-16-16,-12 0-2 0,12 0 1 0,-15 0-4 0,5 0 2 15,-4 0-8-15,1-1 5 0,0 0 1 0,-1 2-3 16,-3-1-1-16,3 0-1 0,3 1-3 15,-3 1 0-15,5 0 2 0,1-1-4 0,-1 0 13 16,9-1-11-16,-10 1 1 0,10-1-3 0,-5 4 3 0,5-4 8 16,-4 6-7-16,4-6 4 0,0 0-3 15,0 0 7-15,12 8 0 0,-1-6-1 0,1 0-1 16,8-1 4-16,6-1-6 0,2-1 14 0,4 0-18 16,3-2-29-16,-1-1-30 0,3-2-40 0,0-1-40 0,0 2-51 15,-3-2-49-15,2 3-45 0,-8 0-196 16,0-1-516-16,1-1 228 0</inkml:trace>
  <inkml:trace contextRef="#ctx0" brushRef="#br0" timeOffset="-184858.42">4706 10435 108 0,'0'0'243'0,"0"0"-3"0,0 0-3 0,0 0-7 0,0 0-1 16,-1-10-22-16,1 10-19 0,0 0-14 0,0 0-21 15,0 0-15-15,0 0-15 0,4-6-7 0,-4 6-14 16,9-1-11-16,-9 1-4 0,14-1-5 0,-3 1-12 16,1-3-5-16,1 0-12 0,0 3 6 0,-1-1-13 15,-1 1-5-15,1-2-6 0,0 2 0 0,-1 0-4 16,0 0-1-16,-3 0-5 0,-8 0-3 0,15 1 6 16,-10 0-9-16,-5-1-5 0,12 3 0 0,-12-3-4 15,9 2-3-15,-5 1 0 0,-4-3 2 0,7 2-3 16,-7-2 0-16,5 6 3 0,-5-6 20 0,1 7-4 15,-1-7 6-15,-3 12 4 0,0-3 5 0,-2 0 1 16,-2 3 3-16,-1 1 0 0,-2 2 3 0,0 0 6 0,-2 3 1 16,-4 1 5-16,0 3 6 0,0 0-2 15,0-1-1-15,-1-2-7 0,4-4 9 0,1 0-4 0,2-1 12 16,2-3-7-16,-3 0-8 0,3 1 1 16,2-3-8-16,1-2 5 0,-3 0 2 0,4-2-11 15,1 1-3-15,-1 1 0 0,4-7-8 0,-5 7-9 0,5-7 1 16,-3 8 6-16,3-8-10 0,0 0 1 15,0 0 0-15,0 0-3 0,0 0-1 0,9 7-2 16,-9-7-2-16,15-3-7 0,-5 1 3 0,1 0 1 0,7-3-16 16,1 0-17-16,-3 0-28 0,5 0-28 0,-2-3-30 15,9 2-28-15,0-3-10 0,2 4-26 16,-4-2-32-16,4-3-27 0,-2 3-33 0,3-3-34 16,-1 1-36-16,0-1-183 0,-1 0-557 0,2-1 247 0</inkml:trace>
  <inkml:trace contextRef="#ctx0" brushRef="#br0" timeOffset="-184692.4">5439 10444 175 0,'0'0'279'15,"0"0"-18"-15,1-8-13 0,-1 8-12 0,0 0-10 16,0 0-4-16,2-7-30 0,-2 7-17 0,6-4-18 16,-6 4-14-16,10-3-17 0,1 1-14 0,1 1-6 15,2-1-17-15,3-2-18 0,2 1-35 0,-3 1-39 16,2-3-45-16,-1 5-67 0,1-3-39 0,-5 2-38 15,0-2-199-15,-4 1-423 0,-1 2 188 0</inkml:trace>
  <inkml:trace contextRef="#ctx0" brushRef="#br0" timeOffset="-184526.25">5531 10500 246 0,'-9'5'280'16,"1"1"-7"-16,2-3-9 0,-1 1-7 0,1 0 2 15,6-4-6-15,-6 4 1 0,6-4-29 0,-6 4-23 0,6-4-18 16,0 0-17-16,-5 5-19 0,5-5-14 15,0 0-14-15,0 0-10 0,0 0-9 0,26 0-31 16,-15-2-33-16,3 1-47 0,-1-3-51 0,3 2-51 16,-2-1-51-16,1-2-67 0,-1 1-63 0,-2 1-160 0,0-1-490 15,0 0 216-15</inkml:trace>
  <inkml:trace contextRef="#ctx0" brushRef="#br0" timeOffset="-184125.65">6594 10219 1922 0,'-9'-5'74'0,"3"1"22"0,-3-1-45 0,0 1 5 0,1 2 20 16,8 2 16-16,-11-3 13 0,11 3-8 0,-8-6-6 15,8 6-1-15,-5-3-6 0,5 3-2 0,0 0-11 16,0 0-6-16,0 0-6 0,0 0-4 0,20-14-1 15,-2 8-10-15,10-3 3 0,4 1-11 0,2 0-5 16,-1-1-4-16,4 2-2 0,-4 0-23 0,-2 1-28 16,-2-1-38-16,-8 4-36 0,-1 0-42 0,-6 2-39 15,-1-2-46-15,-4 1-33 0,-3 2-146 0,-6 0-439 16,0 0 195-16</inkml:trace>
  <inkml:trace contextRef="#ctx0" brushRef="#br0" timeOffset="-183743.02">6781 10161 33 0,'0'0'219'0,"0"0"-18"0,0 0-14 0,-7 2-12 0,7-2 3 16,-2 8 0-16,2-8-1 0,-2 17 15 0,1-5-1 15,-2 6-8-15,2 1 1 0,0 1 7 0,0 6-3 16,-3 1-9-16,9-1-3 0,-6 0-20 16,-1-2-19-16,2 1-5 0,0-8-13 0,0 2-16 0,0-2-7 15,2 1-6-15,-1-3-5 0,0 2-8 0,0-5-12 16,-2-1-4-16,1 1-8 0,1-7-1 15,1 3-8-15,-1 1-1 0,-1-9-3 0,1 10-5 16,-1-10-2-16,-1 9-6 0,1-9-6 0,1 7 6 0,-1-7-5 16,0 0 7-16,0 0-7 0,-7 8 1 0,7-8-10 15,-12 2-7-15,12-2-6 0,-13-3-5 0,13 3-7 16,-20-4 8-16,14 0-8 0,-5 2 5 0,1-1-1 16,4 2 3-16,6 1 5 0,-13-2-6 0,4 1 3 15,9 1-5-15,-10-2 4 0,10 2 0 0,-8-3 1 16,8 3 2-16,0 0 0 0,-9-3 3 0,9 3 4 15,0 0-3-15,0 0 3 0,0 0 0 0,0 0 12 16,0 0-11-16,0 0 6 0,0 0 9 0,27 7-11 16,-14-7-3-16,0 0 1 0,4-1-1 0,1-1-13 15,3 2-38-15,0-2-35 0,6-1-40 0,-6 3-41 16,2-3-43-16,-3 2-37 0,8-2-39 0,-8-1-30 16,0 2-201-16,-2-1-550 0,4 0 244 0</inkml:trace>
  <inkml:trace contextRef="#ctx0" brushRef="#br0" timeOffset="-183424.72">7159 10465 137 0,'0'0'237'0,"0"0"-6"0,5-7-4 0,-5 7-8 15,0 0-9-15,0 0-9 0,0 0-3 0,0 0-11 16,0 0-10-16,0 0-2 0,-27 11-6 0,22-5-7 16,-3 0-5-16,1 3-11 0,-1-2-7 0,3 3-15 15,-3-1-14-15,2 1-2 0,2-1-11 0,1-1-9 16,0 2-9-16,1-3-11 0,2 2-6 0,2-1-4 15,0 0-4-15,3-3-7 0,1 0-3 0,4 1-4 16,0 0-2-16,0 1-9 0,3-1 0 0,-2 0 1 0,1-3-9 16,-1 1 1-16,0 2-4 0,-2-2 3 15,-2 1-5-15,0 0-3 0,-2-3-3 0,-1 3 24 0,-4-5 7 16,1 9 9-16,-1-9 11 0,-5 10 12 0,-2-4 11 16,-2 0 4-16,-2-3 1 0,-1 4-1 0,-4 0 0 15,-1 0-3-15,-1-1-9 0,-1 0-1 0,-1 0-17 16,-1 0-3-16,2-1-3 0,1-2-19 15,-1 1-48-15,2-1-30 0,5-3-65 0,3 2-47 0,1-2-58 16,8 0-86-16,-10 0-90 0,10 0-292 0,0 0-739 16,0 0 327-16</inkml:trace>
  <inkml:trace contextRef="#ctx0" brushRef="#br0" timeOffset="-183034.82">7898 10397 140 0,'-12'-1'178'0,"0"1"3"0,1 1 3 16,0 1-6-16,0-2 0 0,4 1-1 0,7-1-3 15,-16 0 3-15,11 1-3 0,5-1-3 0,-11 2-5 16,11-2-10-16,0 0-8 0,-11-2-8 0,11 2-7 16,0 0-6-16,0 0-13 0,0 0 1 0,0 0 13 15,0 0-20-15,0 0-5 0,29 2-18 0,-10-5 9 16,3 2-28-16,6-4-2 0,0 2-10 0,2-1-15 15,-8 3-47-15,6-1-42 0,-8 1-51 0,-1 0-47 16,0 1-42-16,0-3-60 0,-3 3-252 0,-1-2-542 16,-3 0 240-16</inkml:trace>
  <inkml:trace contextRef="#ctx0" brushRef="#br0" timeOffset="-182788.3">8295 10026 198 0,'0'0'264'0,"0"0"-23"0,-6-4-24 0,6 4-20 16,0 0-13-16,0 0-7 0,16-7-9 16,-3 5-12-16,9-1-16 0,-2 0-14 0,8-1-12 15,2 0-15-15,2-1-8 0,-3 1-8 0,-1 1-6 16,0 1-25-16,-6 0-30 0,-3 1-30 0,-1 0-31 0,0 2-40 15,-7-2-22-15,0 1-37 0,-2 1-14 0,-9-1-7 16,6 3-1-16,-6-3-1 0,3 5-108 16,-3-5-290-16,0 0 129 0</inkml:trace>
  <inkml:trace contextRef="#ctx0" brushRef="#br0" timeOffset="-182422.39">8612 10003 720 0,'-8'2'-31'0,"8"-2"26"0,-16 2 28 16,8-2 22-16,8 0 22 0,-15 0 15 0,8 0 20 16,7 0 12-16,-15 0 13 0,10-3 3 0,5 3 2 15,-12 0 3-15,12 0-4 0,-10 0-11 0,10 0-9 16,0 0-7-16,-14 3-1 0,10 3 16 0,-2 3 7 15,3 2 3-15,-3 9 2 0,0 5 6 0,0 1-2 16,4 3 0-16,-1-3 1 0,2 5-9 0,0-4 2 16,1 2-11-16,1 0-9 0,-1-3-9 0,1 0-7 15,2 0-1-15,-3-8-8 0,1 0-10 0,-1-3-7 16,1 1-3-16,1-4-9 0,-1-2-2 0,0 2-7 16,1-5-4-16,-1 0-5 0,-1-7 0 0,0 12-2 15,1-7-8-15,-1-5-4 0,1 9-5 0,-1-9-9 16,-3 6-18-16,3-6-15 0,-7 3-7 0,7-3-15 15,-13 1-7-15,4-1-2 0,-2-3 0 0,1 1-11 16,-4-1 2-16,2 1 8 0,-3-2 7 0,2 0 2 0,0 0 4 16,3 2 2-16,0 0-6 0,2 1 9 0,8 1 3 15,-14-2 2-15,14 2 2 0,-10-2 5 16,10 2 6-16,-7 4 16 0,7-4 12 0,0 0 3 0,0 0 12 16,0 0 16-16,0 0-14 0,12 17 1 0,-3-14 2 15,4 1-6-15,2-2-3 0,4 2-1 0,0-4-2 16,3 0-7-16,7 0-31 0,0-2-40 15,-1 1-48-15,1-2-56 0,2 1-47 0,-3 0-53 0,-8-1-273 16,-1 1-583-16,4-2 259 0</inkml:trace>
  <inkml:trace contextRef="#ctx0" brushRef="#br0" timeOffset="-182126.72">8852 10274 99 0,'0'0'258'0,"4"-7"-10"15,-4 7-11-15,3-6-15 0,-3 6-1 0,0 0 11 16,0 0-1-16,9 14 22 0,-7-6-12 0,1 3 11 16,-2 5-5-16,0 1 6 0,1 2-11 0,-2 6-10 15,-2-5-4-15,0-2-13 0,2 1-14 0,-3-1-16 16,1 0-10-16,0 1-10 0,0-3-11 0,-2 1-12 16,1-1 4-16,2-3 1 0,1-1-7 0,-1 0-14 15,1-2-8-15,-3 1-7 0,2-4-9 0,1-7-4 16,0 15-14-16,0-9-3 0,1 2-9 0,-1-8-6 0,4 10-6 15,-1-4-6-15,-3-6-2 0,9 6-3 16,-3-3-7-16,7-1-3 0,5-5-4 0,10-1-15 16,2-3-32-16,2-3-45 0,-1 3-59 0,6-5-70 15,14-2-66-15,0 1-69 0,-3-1-70 0,1-2-71 0,-15 5-335 16,1-2-862-16,1 0 381 0</inkml:trace>
  <inkml:trace contextRef="#ctx0" brushRef="#br0" timeOffset="-179172.65">3164 11364 45 0,'-18'-1'197'0,"10"1"-6"0,8 0-11 0,-18 0-9 16,8 1-6-16,1 0-8 0,0-1-8 0,2 2-6 15,-1 0-7-15,8-2-5 0,-14 2-4 0,9 0-9 16,5-2 2-16,-10 2-5 0,10-2-3 0,0 0-7 16,-8 1-4-16,8-1-8 0,0 0-6 0,0 0-6 15,0 0-7-15,0 0-12 0,0 0-5 0,0 0-5 16,0 0 0-16,0 0-7 0,0 0-1 0,0 0-7 16,36 2-4-16,-20-5 1 0,3 3-11 0,-1-2 0 15,3 1 1-15,-1 0-4 0,-1-2-6 0,-1 3-22 16,3-1-13-16,-2-1-22 0,-2 4-27 0,2-5-26 15,-3 3-20-15,3 0-16 0,-6 0-33 0,1 0-20 16,-2 1-15-16,-1-2-27 0,1 1-116 0,-12 0-371 16,13-1 164-16</inkml:trace>
  <inkml:trace contextRef="#ctx0" brushRef="#br0" timeOffset="-178709.4">3258 11339 94 0,'0'0'199'0,"-7"5"-1"0,0-2 2 16,2 1-10-16,0 3-10 0,-3-1-3 0,3 3-11 0,-1 1-5 15,1 4 6-15,-2 5-5 0,1 6-2 16,0-1-4-16,2 4-10 0,-2-2-8 0,2 3 2 16,4-4-12-16,-4 3-8 0,1-3-10 0,2 0-8 15,1-5-2-15,0 0-17 0,1-2-8 0,-1 0-1 16,0-2-8-16,3 0-7 0,-2-4-7 0,2 0-1 15,-5 0-7-15,5-2 8 0,-3 0-11 0,1 1-7 16,-1-6-2-16,0-5-5 0,3 12 11 0,-3-6 1 16,0-6-22-16,1 9 3 0,-1-9 0 0,0 0-4 15,0 7-5-15,0-7 7 0,0 0-7 0,0 0 5 0,0 0-3 16,-5 8 1-16,5-8-6 0,0 0-3 0,0 0-1 16,-14-4 6-16,14 4-4 0,-15-4-6 15,7 4 3-15,-2-2-1 0,-1 1 2 0,0-1-5 16,1 2 1-16,-4 0 34 0,2 2-1 0,-2-4-3 0,1 2-1 15,3 2 3-15,-1-2-17 0,0 0-13 16,5 1 9-16,6-1 1 0,-11 2-1 0,11-2 1 16,-10 0-11-16,10 0 3 0,0 0 1 0,-6 6 8 15,6-6-8-15,0 0-1 0,0 0 8 0,0 0-8 16,21 11 1-16,-10-11 9 0,1 3-6 0,5-3-5 0,4 1 0 16,-1-1-3-16,8-4-39 0,2 3-26 0,2-5-29 15,-2 3-38-15,0-2-42 0,-1 0-44 16,1-1-52-16,-1 3-56 0,-10-1-198 0,3 0-568 15,0-1 252-15</inkml:trace>
  <inkml:trace contextRef="#ctx0" brushRef="#br0" timeOffset="-178075.22">3630 11682 146 0,'-6'-2'248'0,"6"2"-9"15,-13-5-5-15,7 5-7 0,6 0-9 0,-12-4-13 16,12 4-13-16,-11-2-9 0,11 2-14 0,-9 0-8 15,9 0-8-15,-11-1-8 0,11 1-5 16,-10 1-4-16,10-1-7 0,0 0-11 0,0 0-5 0,0 0-16 16,-10-2-8-16,10 2-10 0,0 0-7 0,0 0-8 15,0 0-5-15,0 0-9 0,0 0-3 0,0 0-9 16,0 0 0-16,0 0-4 0,0 0 1 0,31 2-6 16,-18-2-3-16,3 2 0 0,-2-2 4 0,0 1 3 15,4-2-20-15,-1 2-2 0,1-2 2 0,0-1-6 16,-1 2 7-16,1 0-4 0,-5 0 2 0,1-1 0 15,-2 1-2-15,-2-1-4 0,-2 1 4 0,-8 0-4 16,12-2 9-16,-12 2-13 0,9 0-2 0,-9 0 3 16,8 3-6-16,-8-3 4 0,0 0 4 0,0 0-10 15,6 3 14-15,-6-3-6 0,0 0 21 0,0 10-13 16,0-10 15-16,-9 16 14 0,3-6 8 0,-5 4-3 16,-1 1 3-16,-1 8 0 0,1-3 15 0,-3 4-16 15,0-1 12-15,1 1-2 0,-2-2-8 0,0 0 0 16,1-2 0-16,5-4-6 0,-2 0 0 0,-7 3 2 15,7-3-5-15,1-2 1 0,1 0-7 0,2-5-1 16,-1 1-1-16,5-3-4 0,-1 1-2 0,0-4-2 16,1 1-4-16,4-5 4 0,-5 6-7 0,5-6-4 15,-6 6 5-15,6-6-6 0,0 0-1 0,0 0 4 16,0 0-4-16,0 0 1 0,12 5-1 0,-3-5-5 16,5-3-12-16,3 1-28 0,3-3-16 0,8-1-62 15,1 0-47-15,-10 2-42 0,1-2-43 0,1 2-46 16,-1-2-51-16,1 1-317 0,-3-1-711 0,1-1 315 15</inkml:trace>
  <inkml:trace contextRef="#ctx0" brushRef="#br0" timeOffset="-177128.06">4037 11958 125 0,'0'0'308'0,"-3"-8"-12"0,3 8-20 0,0 0-26 16,0 0-22-16,0 0-24 0,0 0-25 0,0 0-16 15,0 0-19-15,0 0-17 0,0 0-9 0,0 0 0 16,0 0-1-16,0 0-13 0,0 28-10 0,0-28-4 15,0 13-3-15,0-7-3 0,0-6-10 0,-1 14 0 16,2-8-1-16,-1-6-2 0,0 13-4 0,0-13-1 16,0 9-9-16,0-9 7 0,-1 8 1 0,1-8-1 15,0 0 4-15,0 10 1 0,0-10 5 0,0 0 1 16,0 0-7-16,0 0 19 0,0 0-3 0,0 8-11 0,0-8 16 16,0 0-4-16,0 0-6 0,0 0-5 15,0 0-8-15,0 0-9 0,0 0 0 0,0 0-11 16,0 0-1-16,0 0-5 0,-9-19-4 0,6 12-2 15,3 7-8-15,-1-17-1 0,4 6-3 0,-2-1-1 16,0 0 8-16,3-3-14 0,0 2-3 0,1-1-4 0,1-1-2 16,2 4-1-16,-3 0 1 0,3 1 0 15,-2 2-1-15,2 0-1 0,-1-1-1 0,1 3 1 16,1 1-4-16,1 1-2 0,-2 0-4 0,1 4 3 16,4 0 1-16,-3 1 8 0,2 2-22 0,0 1 15 0,-1 1-5 15,-1 1 2-15,2 0 4 0,0 1-6 16,-3 1 2-16,2 1-2 0,-2 1 3 0,0-1-1 15,-1-1 0-15,-2 1-1 0,0-1 4 0,-1 2-4 16,0-2 3-16,-4 0-1 0,2-3-1 0,-3-5-2 0,3 12 6 16,-3-5 0-16,0-7 2 0,0 0 1 15,-5 12-3-15,3-7 4 0,2-5-1 0,-4 7-4 16,4-7 7-16,-5 7-4 0,5-7 6 0,-7 4-3 16,7-4 0-16,-5 3 5 0,5-3-1 0,0 0 3 0,-12-2-4 15,12 2 2-15,0 0 7 0,-7-6-3 16,7 6 0-16,-2-8 0 0,2 8-2 0,-3-11-6 0,4 1-1 15,1-1-3-15,1 2-8 0,3-3-2 0,-1 3 6 16,1-2-7-16,-1 1-1 0,3 0-3 0,-2 2 10 16,6-1-9-16,-3 1 1 0,0 3 2 15,2-1-2-15,-2 1 2 0,0 2-4 0,1 0 2 0,2 3 4 16,-3 0-6-16,1 2-2 0,1 1 2 0,-2 2 0 16,0 0 0-16,0 2 1 0,-2-1 5 0,0 1-2 15,0 0 0-15,-1 2 1 0,-1 0 3 16,0-2 1-16,0 2 1 0,-1-2-4 0,-2-3-2 0,0 5 6 15,1-4-3-15,-1 0 4 0,-2-5-5 0,4 9 9 16,-4-9-3-16,2 7 2 0,1-3-3 0,-3-4-2 16,0 9-11-16,0-9-32 0,0 0-36 0,3 7-20 15,-3-7-33-15,0 0-24 0,0 0-29 0,0 0-45 16,0 0-44-16,-7 9-39 0,7-9-270 0,0 0-633 16,0 0 280-16</inkml:trace>
  <inkml:trace contextRef="#ctx0" brushRef="#br0" timeOffset="-176892.27">4600 11849 47 0,'5'-3'272'0,"-5"3"-3"0,8-7-4 0,-5 4-5 15,-3 3-5-15,0 0-21 0,6-5-22 0,-6 5-22 16,0 0-15-16,0 0-10 0,0 0 12 0,9 8-1 16,-9-8 3-16,5 10-3 0,-2-4-8 0,-2 1-4 15,0 2-6-15,2 1-12 0,-2-1-22 0,0 2 0 16,2-1-27-16,-2-1-11 0,-1 1 7 0,1-3-16 15,2 0-5-15,-2 0-2 0,1-1-9 0,-1 2-6 16,0-1-17-16,-1-7-24 0,1 10-49 0,-1-10-44 16,3 9-42-16,-3-9-38 0,-1 8-44 0,1-8-57 15,0 0-63-15,-4 12-248 0,0-9-616 0,4-3 273 16</inkml:trace>
  <inkml:trace contextRef="#ctx0" brushRef="#br0" timeOffset="-176709.4">4558 11685 2190 0,'1'-10'82'0,"1"-2"-49"16,-2 7-11-16,0 5-18 0,0-13-2 0,0 13 1 16,0-6-1-16,0 6-2 0,0 0 2 0,0 0-8 15,7-2-19-15,-7 2-34 0,0 0-34 0,13 18-44 16,-6-9-61-16,-2 2-106 0,1 1-329 0,0 4 146 15</inkml:trace>
  <inkml:trace contextRef="#ctx0" brushRef="#br0" timeOffset="-176284.59">4743 11969 100 0,'4'4'248'0,"-4"-4"-2"16,5 8-1-16,-1-4-12 0,-4-4-1 0,9 9-2 15,-5-5-9-15,-4-4-11 0,5 9-11 0,-5-9-10 16,3 7 5-16,-3-7-5 0,2 7-2 0,-2-7-4 16,0 7-6-16,0-7-5 0,0 0-1 0,2 7-8 15,-2-7-5-15,0 0-6 0,0 0-2 0,0 0-1 0,0 0-5 16,0 0-6-16,0 0-8 0,0 0-7 16,-6 10-8-16,6-10-11 0,0 0-8 0,0 0-9 15,0 0-7-15,0 0-8 0,0 0-9 0,-3-23-6 16,1 15-5-16,2 8-4 0,4-19-8 0,-3 7-2 15,3 2-6-15,3-6-5 0,-1 4-3 0,0-3-5 16,2 2-2-16,1 3-1 0,1-3-1 0,2 1 1 16,-1 1-6-16,1 3-3 0,-2 1-2 0,0 2-1 15,3 2-3-15,0 1 0 0,-1-1 0 0,0 5 1 16,-2-1-4-16,3 2-2 0,-3 2 1 0,3 0 1 16,-3 1 0-16,-2 4-1 0,2-3 3 0,-1 3-1 15,-1-1-3-15,-2 1-5 0,-1 0 8 0,3 1 1 16,-4 0-3-16,0 1 2 0,-3-3 0 0,-1 2 0 15,1-3-1-15,-2 3-25 0,0-2-34 0,1-9-27 0,-4 13-35 16,2-7-79-16,-1 0-50 0,0-1-52 16,3-5-74-16,-7 10-63 0,7-10-238 0,0 0-733 15,-8 7 325-15</inkml:trace>
  <inkml:trace contextRef="#ctx0" brushRef="#br0" timeOffset="-175966.04">5463 11856 101 0,'0'0'321'0,"0"0"0"0,0 0 2 15,0 0 4-15,0 0-10 0,0 0-8 0,0 0-19 0,0 0-3 16,0 0-15-16,0 0-12 0,0 0-14 0,0 0-14 15,0 0-17-15,0 0-15 0,0 0-20 0,0 0-11 16,0 0-20-16,0 0-14 0,-2-11-17 0,2 11-9 16,0 0-11-16,10-2-12 0,-4 0-2 15,2 0-14-15,1 0-7 0,-1 0-4 0,4 0-11 0,-2 1 0 16,2 0-7-16,1-1-13 0,-2-1-28 0,-1 0-32 16,1-1-41-16,-4 2-43 0,2 0-60 15,-9 2-56-15,12-1-56 0,-7-1-57 0,-5 2-52 16,0 0-245-16,0 0-694 0,0 0 307 0</inkml:trace>
  <inkml:trace contextRef="#ctx0" brushRef="#br0" timeOffset="-175779.05">5471 11927 64 0,'-9'3'324'0,"9"-3"-6"0,-5 5-1 0,5-5 4 0,0 0 1 15,-4 4-6-15,4-4-6 0,0 0-17 0,0 0-12 16,0 0-12-16,18 10-20 0,-12-9-25 0,2 0-23 15,3 1-16-15,2-1-20 0,-1-2-19 16,1 1-22-16,-1-2-37 0,2 1-52 0,-1 0-64 0,0-1-81 16,-1 1-79-16,-1 0-86 0,-1-1-90 0,-1 0-233 15,-4 0-646-15,-5 2 286 0</inkml:trace>
  <inkml:trace contextRef="#ctx0" brushRef="#br0" timeOffset="-168792.53">6453 11375 10 0,'0'0'170'0,"0"0"-8"0,0 0-1 16,-8 0-11-16,8 0-4 0,0 0-2 0,0 0-10 15,0 0-5-15,0 0-4 0,0 0-2 0,-9 1-2 16,9-1-3-16,0 0-4 0,0 0 0 0,0 0-6 15,0 0-3-15,0 0-7 0,0 0-5 0,-11 0-7 16,11 0-3-16,0 0-9 0,0 0-6 0,0 0-7 16,0 0-5-16,0 0-7 0,0 0-5 0,0 0-4 15,0 0-3-15,0 0-6 0,0 0-2 0,0 0-5 16,0 0 1-16,0 0-5 0,0 0-3 0,31-3 2 16,-21 3-2-16,4-2-5 0,0 0 0 0,3 0 1 0,3 2-2 15,1-4-2-15,1 2-7 0,-2-1-2 16,2 0-16-16,6-1-18 0,-9 2-17 0,0 0-17 15,2 2-15-15,-3-1-25 0,-1 0-13 0,-4 0-26 16,2 0-24-16,-3 0-17 0,0-1-176 0,-4 4-392 16,0-1 174-16</inkml:trace>
  <inkml:trace contextRef="#ctx0" brushRef="#br0" timeOffset="-168242.69">6676 11387 34 0,'0'0'218'0,"-9"-4"-5"16,9 4-11-16,0 0-17 0,0 0-13 0,0 0-17 15,-9-1-15-15,9 1-12 0,0 0-8 0,0 0-7 16,-3 12 3-16,2-5-2 0,1 3-3 0,-1 2 0 15,1 4 1-15,1 2-7 0,-2 6 2 0,1-4 2 16,1 5-9-16,-1 0-9 0,1 1-4 0,1-2-6 0,0-4-9 16,-2-1-6-16,0-1-1 0,2-1-4 0,0 2-7 15,-1-2 13-15,4-1-17 0,-3-4-4 0,-1 3-1 16,-1-2-4-16,2-4-7 0,-2 0-2 0,2 0-4 16,-2 1-3-16,1-4-1 0,-1-6-3 0,0 12 2 15,0-12-7-15,0 8 1 0,0-8 0 0,0 0-1 16,1 10 2-16,-1-10-2 0,3 5-3 0,-3-5 4 15,0 0-12-15,0 0 7 0,0 0-2 0,0 0 1 16,0 0-1-16,-17 1 0 0,17-1-2 0,0 0 0 16,-16-9-3-16,9 5 2 0,1 2-7 0,-2-2 5 15,1 3-2-15,7 1 1 0,-18-4-7 0,11 3 7 16,7 1-3-16,-13 0-4 0,13 0 6 0,-12-2 8 16,12 2-13-16,-8-1 0 0,8 1-5 0,0 0 6 15,-9-3 2-15,9 3-7 0,0 0 0 16,0 0 4-16,0 0-1 0,0 0 0 0,0 0 1 0,0 0 4 15,0 0 0-15,0 0 0 0,0 0 9 0,0 0-6 16,0 0-2-16,31 9-1 0,-21-7 13 0,4-2-9 16,-1 0-4-16,0 0-9 0,6-2-23 0,0 1-27 15,-2 0-31-15,2-2-28 0,-3 1-34 0,4 2-29 16,-3-3-39-16,3 0-38 0,-3 2-217 0,0 1-512 16,-3-3 227-16</inkml:trace>
  <inkml:trace contextRef="#ctx0" brushRef="#br0" timeOffset="-167774.28">7061 11678 205 0,'2'-10'258'0,"-2"10"-2"16,1-9-1-16,-1 9-8 0,2-6-5 0,-2 6-14 16,0 0-14-16,0 0-8 0,-4-13-13 0,4 13-8 15,0 0-5-15,-7-4-11 0,7 4-14 0,0 0-9 16,-10 0 4-16,10 0-24 0,0 0-3 0,-19 7-9 16,10 0-16-16,1 1 0 0,-2-1-9 0,1 3-8 15,1-2-9-15,-2 3-5 0,4-4 1 16,1 3-16-16,0-2-6 0,1 3-6 0,2-1-2 15,2 1 0-15,2 0-6 0,-1-2 3 0,4 1-9 0,0-1 0 16,1 1 3-16,2 0-7 0,3-2-3 0,-2 0-6 16,2 1 5-16,-2-1-6 0,1-1-3 0,2 1 0 15,-3-3 5-15,-2 0-5 0,2 2-10 0,-1-3 6 16,-3 1 6-16,0-3-14 0,-1 2 11 0,-4-4-1 16,5 7-3-16,-5-7 1 0,2 6 6 0,-2-6-2 15,-7 10-2-15,2-6 0 0,0 0 5 0,-5 1-8 16,-1-1-3-16,1 1 0 0,-1-1-3 0,-2-4 3 15,0 4 1-15,0-2-7 0,2-1-30 0,-2 0-16 16,2 1-23-16,0-1-38 0,0 0-33 0,1 1-46 16,1-2-60-16,9 0-61 0,-16 2-293 0,11-1-654 15,5-1 290-15</inkml:trace>
  <inkml:trace contextRef="#ctx0" brushRef="#br0" timeOffset="-164807.5">7219 11891 47 0,'6'-5'85'0,"-6"5"-15"0,0 0 3 0,0 0-1 16,0 0-2-16,0 0 5 0,0 0-2 0,0 0 1 0,0 0 0 16,0 0-2-16,0 0 4 0,0 0 9 0,0 0-15 15,0 0-5-15,0 0-5 0,0 0 4 0,0 0-2 16,0 0-9-16,0 0 6 0,0 0-9 0,0 0-3 16,0 0-3-16,0 0-2 0,0 0 0 0,0 0-2 15,0 0-6-15,0 0-3 0,0 0-1 0,0 0-2 16,0 0-4-16,0 0 3 0,0 0 1 0,0 0 3 15,0 0-1-15,0 0 6 0,0 0-2 16,0 0 5-16,0 0-3 0,0 0 4 0,0 0-1 0,0 0 1 16,0 0 2-16,0 0 1 0,0 0-1 0,0 0-2 15,0 0 2-15,0 0-6 0,0 0 3 0,0 0-3 16,0 0 1-16,0 0-2 0,0 0 2 0,0 0-5 16,0 0 1-16,0 0-4 0,0 0 1 0,0 0-4 15,0 0-3-15,0 0-2 0,0 0-1 0,0 0-5 16,0 0-1-16,0 0-6 0,0 0 4 0,0 0-5 15,0 0 3-15,0 0-1 0,0 0 2 0,0 0-2 16,-2 19 6-16,2-9 4 0,1 0-1 0,-1 2 0 16,0 0-1-16,1 0 8 0,1 3 1 0,-4-3-4 15,4 0 8-15,-4-1 3 0,4 0-2 0,-2 0 1 16,0-1 2-16,0-3 7 0,0 0-9 0,1 0-4 16,-1-7 3-16,0 11-2 0,0-11 7 0,0 0-2 15,0 12 2-15,0-12 4 0,0 0 5 0,0 6 18 16,0-6-10-16,0 0 10 0,0 0-3 0,0 0-7 15,0 0-1-15,0 0-6 0,0 0-5 0,0 0-4 16,0 0-6-16,0 0 0 0,-12-18 0 0,12 18-8 16,-2-17-1-16,2 6 0 0,-1 0-14 0,1-1 9 0,1 2-3 15,0-3-3-15,-1 0-5 0,-1-3 4 16,2-2-1-16,0 3 3 0,-1-3-7 0,3 2 0 16,1 3 1-16,-3 3-5 0,2-1-4 0,-2 0 3 15,-1 4 0-15,4-1 0 0,-3 0-2 0,-1 8-2 0,5-10 5 16,-2 5 1-16,-3 5-13 0,7-7 9 0,1 4-4 15,-8 3 5-15,10-4-2 0,-3 4 1 0,-7 0-2 16,14-1 5-16,-14 1-7 0,12 4-2 16,-3-1 3-16,2 4 1 0,-5-1 3 0,2 4-3 0,-3-1-7 15,1 1 9-15,3 3 10 0,-5 0 3 0,-1-1-14 16,-1-1 7-16,-1 3-6 0,1-3-3 16,-1 2-3-16,0-2-1 0,-1 0 20 0,2 0-11 15,-2 0-5-15,-2-1 9 0,4 0-8 0,-2-1 6 0,-2-2 2 16,2-7-3-16,-1 12 4 0,1-12-2 0,-1 10 2 15,1-10-8-15,0 7 11 0,0-7-6 0,-3 6-3 16,3-6 6-16,0 0 3 0,0 0-4 0,-1 8 1 16,1-8 2-16,0 0 5 0,0 0-6 15,0 0-3-15,0 0 1 0,0 0 6 0,-3 6 0 0,3-6-1 16,0 0 0-16,0 0-6 0,0 0 6 0,0 0 2 16,0 0 13-16,0 0-18 0,0 0-2 0,0 0 6 15,0 0 11-15,-16-10-21 0,16 10 4 0,0 0 0 16,-3-10-1-16,3 10 6 0,-2-9-10 0,2 9 1 15,-3-10-2-15,2 4 1 0,1 6-4 0,1-13 11 16,0 4-11-16,-1-1 2 0,2 2 2 16,-1-1-2-16,-1 0 3 0,2 2 6 0,0-2-6 0,-1 2-3 15,-1 7-3-15,4-13 2 0,-2 7 2 0,-2 6-1 16,1-10 5-16,3 6 5 0,-4 4-10 0,0-10 1 16,3 4 0-16,-3 6-4 0,3-7 5 0,-3 7 3 15,3-8-6-15,-3 8-2 0,4-7-3 0,-1 1 7 16,1 2 3-16,2-1-1 0,-6 5-1 0,8-7 15 15,-6 2-20-15,-2 5 3 0,9-5 2 0,-5 2-3 16,-4 3 0-16,9-5 2 0,-4 2 3 0,-5 3-3 16,8-3-2-16,-8 3 0 0,9-3 2 0,-9 3-3 15,0 0 1-15,10 0 1 0,-10 0 2 0,0 0-4 0,8 5-3 16,-5 0 3-16,-3-5 7 0,9 7-17 16,-4-1 11-16,-3-1 1 0,0 3 9 0,2-1-10 15,-1 3 11-15,2-2-6 0,-3 3 11 0,2 0-5 16,-1-1 5-16,-1 1 3 0,3 5 16 0,-3-5-3 15,-1-2 0-15,0 1-10 0,0 2 3 0,-1-2-6 16,2 0 8-16,-1-1-7 0,-2-2 5 0,1 2 1 16,1-2-1-16,-1-7-3 0,0 12-9 0,0-12 19 15,-3 12-13-15,3-12 0 0,-2 8-5 0,1-3 2 16,1-5 1-16,-3 8-10 0,3-8 9 0,-4 5-3 0,4-5 0 16,0 0-6-16,0 0 13 0,0 0-10 15,-1 10 4-15,1-10-7 0,0 0-7 0,0 0-26 16,0 0-21-16,0 0-29 0,-2 7-34 0,2-7-32 15,0 0-27-15,0 0-37 0,0 0-28 0,0 0-46 0,-11 0-21 16,11 0-230-16,0 0-577 0,0 0 256 0</inkml:trace>
  <inkml:trace contextRef="#ctx0" brushRef="#br0" timeOffset="-164168.63">7611 11871 166 0,'0'0'197'0,"3"-6"-10"0,-3 6-11 0,2-6-8 0,-2 6-9 15,4-5-8-15,-4 5-6 0,0 0-5 0,5-6-13 16,-5 6-1-16,0 0-8 0,4-7-8 0,-4 7-5 15,0 0-7-15,0 0 1 0,0 0-4 0,3-6-10 16,-3 6-1-16,0 0-9 0,0 0-1 16,0 0-10-16,0 0-4 0,0 0-4 0,0 0-1 0,0 0-7 15,2-6-5-15,-2 6-4 0,0 0-4 0,0 0-6 16,0 0 5-16,0 0-16 0,0 0 3 0,0 0-5 16,0 0-4-16,0 0 0 0,0 0-4 15,0 0-4-15,0 0-3 0,0 0 5 0,0 0-1 0,0 0 0 16,0 0 4-16,4-5-5 0,-4 5-1 0,0 0 2 15,0 0-1-15,0 0 1 0,0 0 0 0,0 0-3 16,0 0 2-16,0 0-2 0,0 0-1 0,0 0 7 16,0 0 0-16,0 0 3 0,0 0-2 0,0 0 8 15,0 0-2-15,0 0 2 0,0 0 6 0,0 0-4 16,0 0 6-16,0 0 0 0,0 0-2 0,0 0-2 16,0 0 0-16,0 0-8 0,0 0 2 0,0 0-1 15,0 0-1-15,0 0 9 0,0 0 17 0,0 0 8 16,0 0 4-16,-5 25-1 0,5-18 5 0,0 2 9 15,0 1-4-15,0 0 4 0,0 1 12 0,0 0 2 16,1 0-8-16,1-1 4 0,-4 1-9 0,2 1 3 16,0 0-5-16,2 0-4 0,-2-2 1 0,1 0-11 0,-1 2 2 15,2-3 2-15,-2-3-9 0,0 4-1 16,2-5-5-16,-2-5-3 0,1 13-8 0,-1-4-1 16,0-9 4-16,0 10-8 0,0-10 0 0,0 9-1 15,0-9-6-15,0 0 2 0,-1 10-3 0,1-10-3 16,0 0-13-16,0 0-29 0,0 8-32 0,0-8-18 15,0 0-32-15,0 0-16 0,0 0-26 0,-2 8-35 16,2-8-33-16,0 0-48 0,0 0-47 0,0 0-25 16,0 0-201-16,0 0-589 0,0 0 261 0</inkml:trace>
  <inkml:trace contextRef="#ctx0" brushRef="#br0" timeOffset="-163958.25">7610 11603 167 0,'0'0'190'0,"-1"-7"-15"0,1 7-15 0,0 0-18 16,0 0-9-16,0 0-22 0,0 0-8 0,0 0-12 15,0 0-33-15,0 0-41 0,0 0-51 0,0 0-43 16,20 14-40-16,-17-7-70 0,1-1-202 15,-4-6 89-15</inkml:trace>
  <inkml:trace contextRef="#ctx0" brushRef="#br0" timeOffset="-163508.72">7749 11872 177 0,'1'12'229'0,"1"-6"-7"15,-2 4-9-15,1-1 8 0,0 0-17 0,1 0-6 16,-1 3-16-16,-1-5-10 0,1 3-8 0,-1-3-7 16,2 1-7-16,-1-1-9 0,-1-7-4 0,0 12-1 15,0-7 2-15,0-5-14 0,1 12 0 0,-1-12-17 16,0 7 24-16,0-7-10 0,0 0 0 0,0 0-2 16,0 8 6-16,0-8-5 0,0 0-4 0,0 0 2 15,0 0-16-15,0 0-5 0,0 0-9 0,0 0-9 16,0 0-5-16,0 0-6 0,0 0 5 0,0 0-18 15,0 0-4-15,0 0-9 0,-8-22 9 0,10 12-20 16,-1-2 1-16,2-1-4 0,3-2-3 0,-2-2-3 16,6-1-5-16,-2 1-2 0,1 0-2 0,0 1-2 15,2 2-4-15,-1 0-3 0,-1 4 2 0,0 2-2 16,0 0 1-16,0 1 6 0,0 0-9 0,1 4-6 16,-1 0 3-16,1 3 1 0,1 3-2 0,-2-1-4 15,1 2 5-15,-1 4-1 0,-2 1-2 0,0 1-1 16,-1 6 5-16,0-1 2 0,-2 0 5 0,0-1-9 15,-2 2 5-15,0 2 6 0,-2-6 3 0,1 5-8 16,-1-2 1-16,0-2 0 0,-1-1 4 0,1-2-1 16,-2 3-9-16,-1-3-32 0,0 0-36 0,2 0-48 15,-3 0-53-15,-2-3-45 0,1 2-56 0,1-3-55 16,0-2-59-16,-2 0-220 0,1-1-656 0,5-3 290 16</inkml:trace>
  <inkml:trace contextRef="#ctx0" brushRef="#br0" timeOffset="-162892.82">8306 11747 198 0,'0'0'284'0,"0"0"-6"0,0 0-5 0,0 0-15 15,0 0-16-15,0 0-7 0,-29 0-12 0,29 0-1 16,0 0-11-16,0 0-1 0,0 0-12 16,0 0-6-16,0 0-11 0,-10 3-4 0,10-3-5 15,0 0-10-15,0 0-4 0,0 0-8 0,0 0-11 0,0 0-7 16,0 0-15-16,0 0-5 0,0 0-10 0,0 0-11 15,0 0-8-15,0 0-9 0,0 0-5 0,0 0-12 16,0 0-2-16,0 0-2 0,0 0-8 0,0 0 1 16,37-7-6-16,-24 7-3 0,5-3-3 0,-2-1-3 15,2 4 0-15,-4-3 1 0,7 3 5 0,-3-1 2 16,-4-1 3-16,0 2-5 0,0 0 4 0,-3 0-4 16,-2 0-2-16,3 0 1 0,-12 0-2 0,11 0 3 15,-6 2 1-15,-5-2-2 0,0 0 6 0,13 0-1 16,-13 0 4-16,0 0-3 0,6 1 0 0,-6-1-4 15,0 0 1-15,0 0-8 0,0 0-2 0,7 2-2 16,-7-2-2-16,0 0-14 0,0 0-44 0,0 0-47 16,0 0-64-16,0 0-59 0,-24 8-64 0,15-6-54 15,9-2-60-15,-21 2-59 0,6 0-293 0,2-1-794 16,2-1 352-16</inkml:trace>
  <inkml:trace contextRef="#ctx0" brushRef="#br0" timeOffset="-162139.29">7510 12219 59 0,'0'0'165'16,"0"0"-16"-16,0 0-21 0,0 0-25 0,9-2-29 15,-9 2-35-15,0 0-37 0,12-2-41 0,-12 2-75 16,0 0-123-16,9-2 55 0</inkml:trace>
  <inkml:trace contextRef="#ctx0" brushRef="#br0" timeOffset="-161124.19">8836 11383 45 0,'0'0'177'0,"0"0"-7"0,0 0 1 15,0 0-10-15,0 0-4 0,0 0-7 0,0 0-13 16,0 0-16-16,0 0 5 0,0 0-11 0,0 0-7 16,0 0-10-16,0 0-1 0,0 0-8 0,0 0-7 15,0 0-9-15,0 0-7 0,0 0-5 0,0 0-5 16,0 0 1-16,0 0 2 0,3-8-2 0,-3 8 0 15,20 0 0-15,-8-2-4 0,7-2-4 0,1 2-4 16,1-2-3-16,8 2-1 0,-4-3-5 16,-6 0-6-16,3 0-4 0,0 3-7 0,-2 0-2 0,2-1-22 15,-4 0-23-15,-1 2-29 0,-4 1-31 0,2-2-30 16,-3 1-41-16,-1-1-32 0,-1 4-186 0,-5-1-408 16,-5-1 181-16</inkml:trace>
  <inkml:trace contextRef="#ctx0" brushRef="#br0" timeOffset="-160408.39">9011 11404 62 0,'0'0'205'15,"-9"1"-8"-15,9-1-5 0,0 0-2 0,0 0-6 16,0 0-6-16,0 0-10 0,0 9 4 0,0-9 0 15,0 10-12-15,0-10-10 0,2 19-6 0,0-10-6 16,-1 1-6-16,1 6-6 0,-2 0-7 0,3 0-5 16,-2 1 9-16,2 2-8 0,-2-1 6 0,2 0-9 15,-2 0-4-15,0 1-3 0,2-1-11 0,-3 1-3 16,2-2-13-16,0 1 1 0,-1-2 0 0,0 3-2 0,2-4-13 16,-1-2 6-16,2 4-12 0,-3-1 4 15,1-6-13-15,-1 1-6 0,-1 0-2 0,0-3 1 16,1 2-5-16,0-4-3 0,-1-6-9 0,0 13-1 15,0-13-1-15,0 6 2 0,0-6-6 0,2 7 9 0,-2-7-13 16,0 0-4-16,0 0-10 0,0 9 15 0,0-9-5 16,0 0 5-16,0 0-1 0,-4 7-4 0,4-7 1 15,0 0-1-15,-6 4-2 0,6-4 1 0,0 0-5 16,0 0 3-16,-11 2 3 0,11-2-2 0,0 0-10 16,-10 0 8-16,10 0 2 0,0 0-4 0,-14-1-6 15,14 1 5-15,-9-3-4 0,9 3 3 0,-9-1 2 16,9 1-7-16,0 0 6 0,-11-1-1 0,11 1-1 15,0 0 4-15,0 0-7 0,-12 0 6 0,12 0-6 16,0 0 5-16,0 0-6 0,-8-1 0 0,8 1 0 16,0 0 5-16,0 0-2 0,-10-2 0 0,10 2 0 15,0 0-4-15,0 0 6 0,-6-3-2 0,6 3-1 16,0 0 3-16,0 0 5 0,0 0-9 0,-9-2-7 16,9 2 7-16,0 0 2 0,0 0 0 0,-10 0-7 15,10 0 5-15,0 0-4 0,-12 0 0 0,12 0 7 16,0 0 2-16,-9 1-1 0,9-1-2 0,0 0-1 15,-8 1-1-15,8-1-6 0,0 0 11 0,0 0-7 16,-8 3 3-16,8-3-4 0,0 0 7 0,0 0-10 16,0 0 8-16,0 0-7 0,0 0 6 0,0 0-2 15,0 0 1-15,0 0 2 0,0 0-2 0,0 0 1 16,0 0 4-16,0 0-2 0,25 0-4 0,-18 2 0 16,-7-2 2-16,15 0 0 0,-6 0 2 0,2-2 1 15,0 2-1-15,0 0-1 0,2-3-2 0,0 3 2 16,6-2 2-16,-2 0-4 0,0 2-5 0,4-2-31 15,-2 2-24-15,-5-1-32 0,5 0-26 0,0 1-29 16,3 1-27-16,-9-1-41 0,6 1-44 0,-1 1-44 16,-4 0-266-16,-3-1-617 0,2 0 273 0</inkml:trace>
  <inkml:trace contextRef="#ctx0" brushRef="#br0" timeOffset="-156792.22">9341 11789 19 0,'-3'-7'197'0,"3"7"-3"0,-3-10-16 16,3 10-9-16,-4-12-3 0,2 9-2 0,2 3-4 15,-3-10-8-15,3 10-6 0,-1-7-11 0,1 7-8 16,-3-7-3-16,3 7-2 0,0 0-6 0,-1-10-4 15,1 10 0-15,0 0-1 0,0-9-4 0,0 9-8 16,0 0-5-16,0 0-7 0,-1-7-5 0,1 7 2 16,0 0-13-16,0 0-4 0,0 0-13 0,0 0-2 15,0 0 0-15,0 0-11 0,0 0-3 0,0 0-5 16,0 0-4-16,0 0-5 0,0 0-3 0,0 0 1 16,0 0 8-16,-5 23 0 0,7-12-1 0,1 5 1 15,-2 0 6-15,-1 1-2 0,1 3-3 0,-1-1 1 16,2 0 1-16,-4-2-4 0,4 3 7 0,-2-4 0 15,0 3 1-15,0-7-11 0,-2 3 4 0,2-1 0 16,0-3 5-16,-1-2-3 0,0 0 7 0,0 0-12 16,1-1 7-16,0-8 7 0,-2 11-14 0,2-11-4 15,-3 9 1-15,3-9 0 0,0 0-4 0,0 8 5 0,0-8-3 16,0 0-3-16,0 0-13 0,0 8 12 0,0-8-5 16,0 0-1-16,0 0 6 0,0 0-7 15,0 0 4-15,10 3-9 0,-10-3 6 0,17-5-6 0,-5 3-8 16,1-2-29-16,6-1-28 0,-1-2-31 0,4 2-25 15,-3 0-28-15,0 3-37 0,2-1-32 16,-1-1-42-16,1 1-32 0,-4 1-249 0,1 1-579 0,0 0 256 16</inkml:trace>
  <inkml:trace contextRef="#ctx0" brushRef="#br0" timeOffset="-152058.75">9633 11867 136 0,'0'0'146'0,"0"0"-17"0,0 0 4 0,6 5-4 16,-6-5 0-16,0 0-6 0,3 6 0 0,-3-6 1 15,3 7-5-15,-3-7 9 0,1 11-2 0,-1-4-9 16,0-7-3-16,0 15-2 0,0-7-8 0,1-1-7 16,-1 0-10-16,0 2-4 0,0-9-8 0,2 13 4 15,-2-13-5-15,-2 11-8 0,2-11-5 0,0 9 0 16,0-9-5-16,0 8 0 0,0-8 4 0,0 0 4 0,0 8 10 16,0-8 7-16,0 0 15 0,0 0 3 15,0 0 3-15,0 0-9 0,0 0-10 0,0 0-10 16,0 0-3-16,0 0-13 0,0 0 2 0,-5-25-12 15,5 25-1-15,1-19 0 0,-1 8-7 0,2 0-5 0,0-1 2 16,1-5-11-16,1 1 0 0,1-2-8 16,0 2-1-16,2-1 15 0,-1 2-16 0,0 1-9 15,2 2 8-15,-2 3-6 0,-1 0-1 0,2 1 3 0,-1 1-4 16,-1 2-9-16,1-3 3 0,-1 5-6 16,2 2 2-16,-7 1 1 0,14 4 2 0,-8-1 0 0,1 4-1 15,0 3 0-15,1 0 3 0,1 4-3 0,-3 0 2 16,2 1 0-16,0 0-5 0,-2 1 5 0,-2-6 2 15,0 2-2-15,0-2 1 0,-2-1 1 0,2 2 2 16,-3-1-8-16,2-2 7 0,-3-1-7 0,0-7 6 16,4 11 0-16,-3-6 0 0,-1-5 5 0,1 8 0 15,-1-8 8-15,0 0 1 0,0 0 11 0,0 0 11 16,0 8 0-16,0-8-2 0,0 0-13 0,0 0 0 16,0 0 7-16,0 0-4 0,0 0-5 0,0 0-3 15,-1-29-4-15,1 18-2 0,1 3-3 0,0-3-5 16,2 0-2-16,0 0-12 0,-1-1-2 0,3 2-3 15,-1-1-3-15,0 2 18 0,4 0-16 0,-3 2 4 16,0-2-10-16,0 5 0 0,-1-1 2 0,1 1 3 16,-5 4 3-16,15-4 9 0,-8 4-11 0,-7 0-2 15,16 4 4-15,-7 0 3 0,-1 1-1 0,2 0 8 16,-5 2-9-16,3 0 4 0,-2 1-1 0,1 0 7 16,-1 1-2-16,-2-1-6 0,0 1 5 0,1-1 2 15,-1 2 0-15,-2-2-14 0,1 0-22 0,-2 2-18 16,0 0-19-16,1-2-17 0,-1 0-27 0,-1 2-27 15,0-10-33-15,-1 14-37 0,1-14-23 0,1 11-22 16,0-6-203-16,-1-5-504 0,6 9 224 0</inkml:trace>
  <inkml:trace contextRef="#ctx0" brushRef="#br0" timeOffset="-151659.32">10216 11813 64 0,'0'-12'228'0,"-2"1"3"0,1 0-11 0,-1 5-7 0,-2 0-5 15,0-2-11-15,0 2-4 0,-2 2-13 16,6 4-15-16,-12-4-9 0,12 4-12 0,-14 1-8 16,5 3-10-16,2 1-6 0,-2 2-10 0,1 0-9 15,2 3-6-15,0-1-9 0,-1 1-4 0,4-1-9 0,1 2-8 16,-1-2-14-16,3 3 1 0,2-5-8 16,-1 2 2-16,1-2-7 0,2 0 0 0,2-1-3 15,-2 0-6-15,4 0-3 0,-1-2-3 0,-1-1-4 16,1-1-2-16,1-1 0 0,-8-1-6 0,11 0-4 0,-11 0 2 15,12-3-3-15,-7 0-2 0,-5 3 1 16,9-9-2-16,-5 5 0 0,-1-2-2 0,-3 6 0 0,5-12 6 16,-4 5-10-16,0 0 2 0,-1 7-1 0,1-14 1 15,-1 8 4-15,0 6-4 0,2-8 2 0,-2 8 7 16,0 0-9-16,0 0-3 0,1-11 0 0,-1 11-2 16,0 0 8-16,0 0-3 0,0 0 0 0,0 0 3 15,0 0 1-15,0 0 1 0,5 24-5 0,-3-16 4 16,0 1-4-16,2-1 3 0,-1 1 1 0,-1 1-7 15,2-1-18-15,0 1-32 0,1-3-32 0,-3 3-42 16,1 0-56-16,1-3-41 0,-2 2-64 0,-2-3-170 16,0-6-497-16,4 10 220 0</inkml:trace>
  <inkml:trace contextRef="#ctx0" brushRef="#br0" timeOffset="-151436.79">10378 11733 167 0,'0'-5'280'0,"0"5"-15"0,1-9-15 16,-1 9-19-16,0 0 0 0,6-5 3 0,-6 5 0 15,0 0-8-15,16 8-10 0,-9-2-21 0,2-1 0 0,1 3-29 16,0 2-21-16,3-1-10 0,-3 0-14 16,0 0-17-16,2 2-2 0,0 1-18 0,-1-3-9 15,-2-2-30-15,1 2-44 0,-2-2-35 0,1 1-42 16,-1-1-39-16,-1 0-37 0,-2 0-36 0,0-1-35 0,-1-1-38 15,0 0-182-15,0-1-479 0,-4-4 213 16</inkml:trace>
  <inkml:trace contextRef="#ctx0" brushRef="#br0" timeOffset="-151309.05">10586 11771 12 0,'-3'-12'259'0,"-2"3"9"16,1-1-4-16,-1 2-5 0,1 2-9 15,-3 2-22-15,1 0-11 0,6 4-15 0,-20 6-18 16,7 3-12-16,-10 9-18 0,1 6-17 0,-2 2-22 15,-9 14-47-15,-2 1-73 0,-5 5-114 0,-21 18-143 0,19-21-139 16,-24 20-434-16,-7-2 192 0</inkml:trace>
  <inkml:trace contextRef="#ctx0" brushRef="#br0" timeOffset="-149885.81">3206 12511 45 0,'0'0'117'0,"0"0"2"16,0 0 2-16,0 0-20 0,0 0 1 0,0 0-4 0,0 0-4 15,0 0 3-15,0 0-22 0,-24 3 9 0,24-3 0 16,0 0-8-16,0 0-1 0,-10 4 1 0,10-4-6 15,-8 2 1-15,8-2 16 0,-10 3-4 0,3-1-1 16,7-2 1-16,-10 3-5 0,4-1-4 0,6-2-1 16,-14 3-4-16,7-1-4 0,7-2 2 0,-11 2 1 15,3 0-1-15,8-2 9 0,-10 2-9 0,10-2 1 16,-9 4-8-16,9-4 0 0,-7 1-5 0,7-1-2 16,-7 3-5-16,7-3-3 0,0 0-7 0,0 0 0 15,0 0-8-15,0 0-1 0,0 0-5 0,0 0 1 16,0 0-5-16,0 0-4 0,0 0 1 0,20 7 2 15,-7-7-7-15,1 0 6 0,4 1-7 0,2-1 4 16,1 0-4-16,1 0-1 0,-1 0-2 0,0 0-18 16,-1 0-24-16,-1 0-22 0,0 0-18 15,-4 1-34-15,2 0-34 0,-4 1-45 0,-1-1-31 0,-1 1-190 16,-4-1-441-16,-1 0 195 0</inkml:trace>
  <inkml:trace contextRef="#ctx0" brushRef="#br0" timeOffset="-149424.8">3243 12554 99 0,'0'0'194'0,"0"0"5"0,0 0 2 0,-10 8 0 16,10-2-14-16,-1 4 0 0,-1 2-3 0,0 3-13 15,2 1-9-15,0 2-1 0,-2 2-4 16,2-2-11-16,2 8-8 0,-4-8-14 0,4 1-12 0,4-1-10 15,-7-1-6-15,5 0 1 0,0-1-6 16,-1 1-7-16,-1-5-11 0,-1-2-1 0,0 1-8 0,4 0-7 16,-2 0 0-16,1-1-16 0,0-2-1 0,-1 1-4 15,-1 0-2-15,-1-3-2 0,3 0-1 0,-4-6-3 16,4 9-6-16,-4-9 0 0,5 10-5 0,-5-10-4 16,0 7 5-16,0-7 1 0,0 0-4 0,0 0-5 15,-13 12 0-15,7-10 0 0,-4-1-2 0,-1 2 3 16,0 0-5-16,0-1-1 0,0 0 1 0,1 0-1 15,-4-2 3-15,3 2-3 0,5-2 1 0,6 0-5 16,-18 4 2-16,12-3 4 0,6-1-6 0,-11 1 1 16,11-1 6-16,-7 0-6 0,7 0-5 0,0 0 3 15,0 0-2-15,0 0 3 0,0 0 1 0,0 0 1 16,0 0-1-16,0 0 10 0,0 0 11 16,0 0-2-16,32 6 0 0,-32-6-3 0,20 0 0 15,-8 0 0-15,0 1 6 0,1-2-4 0,3 1-6 0,3-1-8 16,0-2-35-16,-1 1-27 0,0 0-26 0,0 0-27 15,2-4-22-15,-3 3-27 0,0-1-30 0,2 0-27 16,0 0-22-16,0-2-20 0,-3 1-182 0,2-1-477 16,-2-2 211-16</inkml:trace>
  <inkml:trace contextRef="#ctx0" brushRef="#br0" timeOffset="-149074.39">3606 12804 106 0,'0'0'230'15,"0"0"-12"-15,0 0-11 0,0 0-19 0,0 0-20 16,0 0-19-16,0 0-10 0,5-3-10 0,-5 3-16 16,0 0-9-16,17 6-1 0,-11-4-4 0,6 0-11 15,0 0-8-15,1 0-7 0,1 0-8 0,-1 1-4 16,-1 0-5-16,0 0-5 0,0-1-6 0,-1 0-3 16,0 1-5-16,-2 1-1 0,-2 3 3 0,-1-4-2 15,0 3 8-15,-2-2 6 0,-1 5 8 0,-1 0-3 16,-2 1 6-16,-3-1 12 0,-1 0 0 0,-2 5 6 15,-3-4-5-15,0 3 2 0,-3 0 5 0,-2 0 9 16,3 0-1-16,-2-2-9 0,0 2 2 0,6-4-6 16,-1 0-20-16,0-3 4 0,3-1-2 0,0 2-8 15,1-3 3-15,4-4 8 0,-8 8-28 0,8-8 11 16,-6 9-26-16,6-9 20 0,-1 7-17 0,1-7 11 16,0 8-10-16,0-8-7 0,0 0 1 0,10 7-21 15,-5-4-34-15,-5-3-40 0,13 2-32 0,-2-2-40 16,0 0-41-16,-11 0-60 0,23-1-60 0,-12 2-236 15,2-2-592-15,0-1 262 0</inkml:trace>
  <inkml:trace contextRef="#ctx0" brushRef="#br0" timeOffset="-148469.65">4046 12983 177 0,'6'-6'306'0,"-6"6"-5"15,0 0-18-15,0 0-15 0,0 0-21 0,0 0-26 16,0 0-16-16,0 0-10 0,0 0 1 0,0 0-4 16,0 0-7-16,0 0-11 0,12 16-19 0,-12-16-11 15,0 12-9-15,0-12-6 0,-3 13-4 0,3-13-10 16,-1 13-4-16,1-13-8 0,-2 12-4 0,2-12-3 16,0 0-4-16,-5 11 4 0,5-11 8 0,0 0 1 15,0 0 4-15,-1 8 8 0,1-8 0 16,0 0-3-16,0 0-7 0,0 0-7 0,0 0-7 0,0 0-12 15,0 0-4-15,0 0-9 0,0 0-10 0,-13-26-4 16,13 15-8-16,0-2 0 0,2 2-4 0,0-2-14 16,1 1-5-16,3-2 0 0,2-1-6 0,-7 4 0 15,5 1-5-15,1 0-4 0,-1-1-8 0,2 3 4 16,1 2-9-16,-3 1-4 0,4 1-1 0,-1 0 4 16,4 2-5-16,-1 4 0 0,0-1 0 0,-1 2-1 15,0 4 1-15,1-1-3 0,-5 2 2 0,3 0 4 16,-1 2 1-16,-1 0 2 0,1 0-2 0,-4-1 1 15,0 1-2-15,0-1 2 0,-1 1 0 0,1-3 3 16,-2 0 0-16,-2-2-9 0,3 2 13 0,-4-7-1 16,1 10 0-16,-1-10 0 0,-1 9 7 0,1-9-5 15,0 0 1-15,0 0 2 0,-4 8 0 0,4-8 1 16,0 0 1-16,0 0-2 0,0 0-8 0,0 0-4 16,0 0-7-16,0 0-5 0,-6-25-16 0,6 25 2 0,5-19-7 15,-1 10 3-15,1-2-4 0,1 0 2 16,1 0-7-16,0 0 14 0,2 3-1 0,-1-1 4 15,0 3 4-15,-2 2-3 0,2 0 1 0,-2 0 5 16,3 3 12-16,-3 0-26 0,-6 1 19 0,16 3 1 0,-10 1-1 16,3 2 7-16,-4 1-3 0,3 1 0 0,-2 1 0 15,-1-1-1-15,2 3 4 0,-3-1-1 16,-1 1 8-16,0 0-13 0,-1-2-27 0,1 1-33 16,0 2-26-16,-2-3-35 0,-4 2-41 0,2-2-42 15,1-9-56-15,0 16-58 0,-1-10-284 0,1-6-668 16,0 0 295-16</inkml:trace>
  <inkml:trace contextRef="#ctx0" brushRef="#br0" timeOffset="-148089.48">4681 12892 281 0,'-5'-3'299'15,"5"3"-11"-15,-12-3-2 0,12 3-18 0,-14 3-12 16,4 0-9-16,-1 0-10 0,1 3-15 0,1 1-17 15,1-1-15-15,-1 3 0 0,1 1-24 0,1 0-21 16,1 1-18-16,4-2-9 0,-1 3-8 0,3-12-10 0,-1 18-14 16,1-10-2-16,0-8-16 0,5 13-4 15,-5-13-7-15,6 10-3 0,-2-5-7 0,0-1-4 16,-4-4-13-16,9 7-5 0,-9-7 1 0,14-1-9 16,-14 1 0-16,0 0 4 0,15-5-5 0,-15 5-4 15,8-8 14-15,-8 8-11 0,9-9-4 0,-5 3-3 0,-4 6 7 16,5-13-11-16,-3 6 6 0,2-1-1 15,-2 2-3-15,-1-2-2 0,-1 8 2 0,4-10-7 16,-2 6 9-16,-2 4-11 0,3-6 1 0,-3 6 13 16,0 0-32-16,4-6 15 0,-4 6 9 0,0 0 4 15,0 0 5-15,0 0-3 0,0 0 4 0,15 20-5 0,-11-14-1 16,-4-6-1-16,6 18 2 0,0-10 6 0,-2 2-26 16,0-1-32-16,0 0-41 0,1 0-53 15,-2 0-41-15,-3-9-64 0,9 14-67 0,-2-4-287 16,-2-2-646-16,4-2 286 0</inkml:trace>
  <inkml:trace contextRef="#ctx0" brushRef="#br0" timeOffset="-147874.86">4869 12940 89 0,'0'0'367'15,"-3"-10"-1"-15,3 10-12 0,0 0-10 0,0-14-34 0,0 14-33 16,0 0-21-16,0 0-23 0,0 0-21 15,0 0-16-15,0 0-13 0,0 0-7 0,0 0-27 16,23 17-18-16,-14-10-10 0,1 0-9 0,-1 1-15 16,0 0-21-16,-1 0-48 0,3-2-47 0,-2 3-52 15,0-1-49-15,3 1-52 0,-5-3-50 0,0 2-45 0,-2-3-53 16,-5-5-161-16,8 9-522 0,-8-9 231 0</inkml:trace>
  <inkml:trace contextRef="#ctx0" brushRef="#br0" timeOffset="-147684.32">5025 12908 308 0,'0'0'319'0,"0"0"-8"0,-4-14-11 0,4 14-17 15,0 0-17-15,0 0-4 0,0 0 8 0,0 0 5 16,-24 20-14-16,15-4-17 0,-2-3-21 0,-1 6-19 16,-3 2-17-16,2 1-15 0,1 2-16 0,-2 0-19 15,5-8-14-15,-1 1-18 0,-2-2-31 0,3 2-56 0,3-7-61 16,1-1-67-16,-2 4-70 0,2-4-84 15,2-2-88-15,3-7-240 0,-6 12-641 0,6-12 284 16</inkml:trace>
  <inkml:trace contextRef="#ctx0" brushRef="#br0" timeOffset="-147503.83">5234 13005 2743 0,'11'-7'228'0,"0"0"-70"0,-3 4-80 16,-2 0-14-16,0-1 32 0,1 2 39 0,-7 2 12 15,9-7-4-15,-4 4-13 0,-5 3-26 0,10-3-12 0,-5 0-4 16,-5 3-15-16,13-4-2 0,-3 3-45 16,-3 0-47-16,1-2-50 0,3 2-47 0,-4 1-54 15,-7 0-58-15,16-1-58 0,-16 1-60 0,11 0-174 16,-11 0-565-16,0 0 250 0</inkml:trace>
  <inkml:trace contextRef="#ctx0" brushRef="#br0" timeOffset="-147342.72">5322 13075 330 0,'0'0'323'0,"-7"4"-9"16,7-4 14-16,-7 6-1 0,7-6 10 0,-3 4-18 16,3-4-22-16,0 0-23 0,0 0-25 0,0 0-24 0,0 0-23 15,0 0-15-15,0 0-25 0,0 0-23 0,0 0-16 16,0 0-36-16,0 0-53 0,0 0-71 0,26-7-73 16,-18 6-83-16,2-4-85 0,-1 1-329 15,-9 4-657-15,13-6 291 0</inkml:trace>
  <inkml:trace contextRef="#ctx0" brushRef="#br0" timeOffset="-146759.44">6471 12782 177 0,'-10'-5'230'0,"5"3"-11"0,5 2-9 0,-13-4-13 15,8 1-8-15,5 3-9 0,-10-3 2 0,10 3-13 16,-9-2-9-16,9 2-14 0,0 0-10 16,-8-1-7-16,8 1-20 0,0 0-11 0,0 0-10 0,0 0-2 15,0 0-15-15,0 0-6 0,0 0-8 0,0 0-3 16,0 0-8-16,34-4-1 0,-17 2-5 0,1 0-4 15,4 1-4-15,5-3-1 0,-6 3-1 0,9-1-9 16,-3-1-16-16,1-1-14 0,-1 2-33 0,-6 1-21 16,-1-2-31-16,-2 3-28 0,-5-1-19 0,-1 1-40 15,0 0-26-15,-4 0-15 0,0 1-138 0,-8-1-389 16,9 1 172-16</inkml:trace>
  <inkml:trace contextRef="#ctx0" brushRef="#br0" timeOffset="-146308.4">6666 12765 131 0,'-9'-2'250'0,"9"2"-8"0,0 0-13 0,0 0-14 0,-8-1-18 15,8 1-20-15,0 0-20 0,0 0-4 0,-5 7 0 16,5-7 4-16,-3 15 5 0,3-4 2 0,-2 1-7 16,-2 3-8-16,3 0-9 0,1 3-10 0,0 2 6 15,0-4-17-15,0 1-4 0,1-4-16 0,0 2-2 16,3 2-17-16,0 1-3 0,0 0-10 0,1-3-6 15,-1 0 7-15,-2-2-17 0,2-2-5 0,0 5-7 16,1-6-3-16,-3 0-5 0,2 0 1 0,-1-1-3 16,-1-2-10-16,-2 3 1 0,0 0 0 0,3-2-1 15,-2 2-3-15,-2-3 0 0,2 0-1 0,-1-7 3 16,-2 12-8-16,-1-6 5 0,1 0-1 0,2-6-6 16,-4 8 6-16,4-8-9 0,-4 6-1 0,4-6 1 15,-9 5-3-15,9-5 4 0,-11 3-5 0,11-3-5 16,-10 1-1-16,10-1-1 0,-13-1-2 0,13 1-3 15,-15-4 3-15,8 3 4 0,-1-2-6 0,8 3 3 0,-13-3-3 16,7 2 3-16,6 1 7 0,-11-2-5 16,11 2 2-16,-8-2-3 0,8 2 3 0,0 0-1 15,-8-2-2-15,8 2 0 0,0 0-3 0,0 0 3 0,0 0 3 16,0 0 0-16,0 0 1 0,0 0 2 16,0 0-3-16,0 0 1 0,0 0 2 0,31 4-3 15,-18-2 3-15,2-3-2 0,3 2-1 0,1-1-11 16,3-2-36-16,-4 2-30 0,2-2-39 0,-1 1-43 15,0-2-52-15,2 1-40 0,-2 1-50 0,-1 0-201 0,0-2-547 16,0 2 243-16</inkml:trace>
  <inkml:trace contextRef="#ctx0" brushRef="#br0" timeOffset="-145959.75">7118 13055 109 0,'-4'-9'282'0,"4"9"-12"0,-2-6-11 0,2 6-11 16,-8-7-15-16,8 7-14 0,-13 3-12 0,13-3-6 0,-15 8-3 16,6 1-16-16,1-2 0 0,1 0-13 0,-1 1-24 15,0-1-13-15,4 3-12 0,-1-1-7 16,1-1-9-16,2 1-13 0,1 1-10 0,1-1-5 16,0-9-8-16,0 14-13 0,3-7 11 0,0-1-18 0,2 1-5 15,0-2-5-15,4 1 1 0,-1 2 0 0,0-3-9 16,0 3-7-16,0-2-1 0,-2-1 1 0,0-1-3 15,-1 1-8-15,1 0 2 0,-2 0 0 16,0-1-5-16,-4-4 7 0,4 10-7 0,-4-4 7 16,0-6-3-16,-4 11 1 0,0-6-3 0,-2 2-11 0,-3 0 14 15,1-1-3-15,-1 1-5 0,-1 0 2 0,-2-2 0 16,3 0 0-16,-2 0 1 0,1-1-1 0,-2 0-10 16,1-4-26-16,3 1-30 0,-1 1-24 0,-2-2-23 15,2 0-50-15,-2 0-64 0,11 0-88 0,-15-4-257 16,9 2-610-16,6 2 271 0</inkml:trace>
  <inkml:trace contextRef="#ctx0" brushRef="#br0" timeOffset="-144941.13">7305 13211 208 0,'0'0'202'0,"0"0"-16"16,0 0-10-16,0 0-11 0,0 0-4 0,0 0-4 16,5 15-8-16,-5-15-9 0,1 9-8 0,0-1-12 15,2-1-11-15,-3-7-6 0,2 12-11 0,0-5-5 16,-1-1-4-16,-1-6 1 0,2 10 0 0,-2-10-4 16,-1 9 2-16,1-9-2 0,3 7 5 0,-3-7 7 15,0 0 6-15,0 8 8 0,0-8 2 0,0 0 5 16,0 0-2-16,0 0-3 0,0 0-4 0,0 0-4 15,0 0-8-15,0 0-14 0,0 0-14 0,0 0 6 16,0 0-9-16,0 0 11 0,0 0-30 0,-5-23 6 16,5 23-11-16,1-15-3 0,0 4-5 15,0 1 2-15,3 0-10 0,0 0 1 0,3-6-3 0,-2 6-1 16,1 0-2-16,0-1 0 0,2 3-3 0,0-3-7 16,-1 3-4-16,2 1 4 0,2 2 0 0,-5 2-8 15,5 1-2-15,-11 2 4 0,18 4-3 0,-8-2 0 16,-3 3 3-16,3 1 2 0,0 2-7 0,-2 3 5 15,0 3 1-15,0 0 8 0,-3-3 2 0,0 1-9 16,-5 1-8-16,3-2 2 0,0 2 3 0,-2-3 1 16,-1 2-2-16,0-3 9 0,0 1-4 0,-2-1-2 15,0 1 7-15,1-4 0 0,1-6 3 0,-2 10 14 16,2-10 6-16,-3 5 15 0,3-5 5 0,0 0 1 0,0 0-12 16,0 0 0-16,0 0-5 0,0 0-4 0,0 0-6 15,0 0 0-15,0 0-10 0,-7-23 6 16,5 11-2-16,6 1-4 0,2-4-10 0,1 0 3 15,0-3 2-15,2 3-10 0,2-1-4 0,0 2 10 0,-3 4-5 16,3 2 2-16,-3 0-7 0,1 2 1 0,-1-1-7 16,-1 5 3-16,2-1 1 0,3 3 6 0,-12 0-9 15,18 8 0-15,-8-2 1 0,0 1 15 0,-2 2-13 16,-1 0 3-16,0 2-1 0,0 4-4 0,0-1 5 16,-2 0 2-16,-3 1-5 0,0-1-23 0,-2-2-27 15,-2 4-43-15,1-4-19 0,0-2-45 0,0 3-36 16,-2-2-46-16,2-2-56 0,-2 0-52 15,-1-3-214-15,1-2-614 0,3-4 273 0</inkml:trace>
  <inkml:trace contextRef="#ctx0" brushRef="#br0" timeOffset="-144254.87">7932 13150 178 0,'0'0'273'0,"0"0"-11"0,-5-11-8 0,5 11-15 0,-8-6-12 15,8 6-16-15,-9-5-9 0,3 5-10 0,6 0-12 16,-14 2 8-16,14-2-24 0,-13 4-4 0,4 3-6 15,0 2-6-15,2-1-10 0,-1 2-7 0,-1 1-9 16,3-1-9-16,-1 1-6 0,3 1-8 0,0 0-12 16,2-1 6-16,2 1-23 0,0-2-5 15,0-1-3-15,0 0-11 0,1-1 0 0,3-3-4 0,-3 2-8 16,4-2 2-16,-1 0-8 0,3-1 11 0,0-1-16 16,-7-3 1-16,13 2-4 0,-5-1-7 0,-8-1 0 15,16-2 0-15,-8 1-7 0,2-2 2 0,-3 1 0 16,-1-1-13-16,0-1-12 0,-6 4 1 0,11-7 0 15,-6 2-12-15,-3 0 8 0,2 1 5 16,-1-3-11-16,-3 7 5 0,2-12 5 0,0 4-6 0,-1 3 5 16,-1 5 3-16,1-14-4 0,-1 14 2 0,1-14 3 15,-1 9-3-15,0 5 8 0,2-14 0 0,-2 8 3 16,0 6 5-16,0-8-1 0,0 8 1 0,0 0 5 16,0-10 9-16,0 10-2 0,0 0 4 0,0-8 10 15,0 8-13-15,0 0-9 0,0 0 4 0,0 0-5 16,0 0 6-16,0 0 0 0,0 0-13 0,0 0 6 15,0 0 0-15,0 0-6 0,0 0 12 0,0 0-11 16,0 0 12-16,0 0-8 0,0 0 5 0,0 0 5 16,0 0-1-16,0 0 5 0,0 0 0 0,0 0 2 15,9 18 9-15,-9-18-10 0,2 8-1 0,-2-8 1 16,5 6 1-16,-5-6-5 0,4 8 2 0,-1-4 5 16,-3-4-4-16,4 9-6 0,-4-9-4 0,5 9 6 15,-3-6 3-15,1 4 0 0,1-2-1 0,1 0-3 16,0 2 4-16,-1-1-4 0,1 2-2 0,0 0-3 15,0-1-1-15,3 1 7 0,-2-1-4 0,-1 0-5 16,0 0 4-16,0 1-7 0,-1-2 2 0,1-1-11 16,-1 2-15-16,-1-2-36 0,1-1-29 0,-4-4-39 0,6 8-29 15,-6-8-32-15,4 7-29 0,-4-7-40 16,1 4-36-16,-1-4-27 0,3 7-259 0,-3-7-622 16,0 0 276-16</inkml:trace>
  <inkml:trace contextRef="#ctx0" brushRef="#br0" timeOffset="-143562.82">8103 13126 244 0,'0'0'242'0,"0"0"-10"0,-1-8-7 16,1 8-14-16,0 0-7 0,0 0-13 0,0 0-7 0,0 0-11 15,0 0-11-15,0 0-9 0,0 0-10 16,0 0-6-16,-3-7-7 0,3 7-7 0,0 0-5 16,0 0-11-16,0 0-6 0,0 0-8 0,0 0 4 15,0 0-14-15,0 0-10 0,0 0-5 0,0 0-3 0,0 0-4 16,0 0-7-16,0 0 0 0,0 0-7 0,0 0-2 16,0 0-10-16,0 0-2 0,0 0-4 15,0 0-3-15,0 0-5 0,0 0-1 0,0 0 2 16,0 0-5-16,0 0-4 0,0 0 2 0,0 0 5 15,0 0-2-15,0 0-5 0,0 0 4 0,0 0 0 16,0 0-12-16,0 0 13 0,0 0-3 0,0 0 8 0,0 0 11 16,0 0 1-16,0 0 9 0,0 0-8 15,0 0 17-15,0 0-18 0,0 0 2 0,0 0 1 16,0 0-1-16,0 0 6 0,0 0-8 0,0 0 9 0,0 0 3 16,0 0-1-16,0 0-1 0,0 0 0 0,0 0-7 15,0 0-7-15,0 0 1 0,0 0 0 0,0 0-9 16,0 0 1-16,0 0-1 0,0 0 1 0,0 0 1 15,22 11-4-15,-18-7-2 0,1-2-11 0,2 3 15 16,-2-1-8-16,5 3 19 0,-2 0 5 0,1 0 6 16,-3 1-5-16,1 1-6 0,0-2-1 0,2 3 1 15,-1-2-8-15,2 1 1 0,-1-1-2 0,-2 2-3 16,2-4-1-16,-1 2-4 0,0-2 0 0,-4 1 0 16,2-1-3-16,0 0-3 0,2 0-3 0,-3-2-27 15,-1-1-32-15,0 3-28 0,-4-6-41 0,7 5-30 16,-7-5-24-16,5 4-23 0,-5-4-18 0,0 0-21 15,0 0-22-15,0 0-39 0,3 4-27 0,-3-4-266 16,0 0-637-16,0 0 283 0</inkml:trace>
  <inkml:trace contextRef="#ctx0" brushRef="#br0" timeOffset="-143335.94">8252 13117 11 0,'-6'-10'250'0,"6"10"4"0,-3-6-9 0,3 6-3 15,-8-3-8-15,8 3-17 0,0 0-1 0,0 0-5 16,-17 10 3-16,13 0-5 0,-2 0-6 0,-1 1 8 16,1 0-21-16,0 5-7 0,-3 0-4 0,1 0-18 15,1 0-15-15,-1 1-8 0,2-1-27 0,-2 1-4 16,3 0-3-16,0-3-13 0,1-2-9 0,0 0-18 16,0-1-35-16,-1 0-43 0,0-2-45 0,3-1-47 15,-1-3-45-15,0 0-58 0,3-5-71 0,-2 9-301 16,2-9-629-16,0 0 279 0</inkml:trace>
  <inkml:trace contextRef="#ctx0" brushRef="#br0" timeOffset="-143064.99">8547 13094 149 0,'0'0'293'15,"0"0"-3"-15,9-2 6 0,-9 2-6 0,0 0-12 16,11 2-1-16,-11-2-8 0,13 1-10 0,-7-1-13 16,2 1-18-16,2-1-13 0,0 2-10 0,2 0-12 15,-2-2-10-15,3 0-8 0,-1 0-15 0,-1-2-8 16,1 2-12-16,-1-2-14 0,3 2-17 0,-4-2-5 0,1-1-10 16,-1 1-13-16,-3 0 0 0,0 0-9 0,-7 2-6 15,13 0-7-15,-13 0-9 0,9-1-9 16,-9 1-16-16,7-2-42 0,-7 2-51 0,0 0-80 15,0 0-60-15,0 0-66 0,0 0-75 0,0 0-342 0,0 0-748 16,0 0 332-16</inkml:trace>
  <inkml:trace contextRef="#ctx0" brushRef="#br0" timeOffset="-142605.68">9188 12841 166 0,'0'0'290'15,"-5"-5"-11"-15,5 5-17 0,0 0-14 0,-5-8-17 16,5 8-14-16,0 0-21 0,0 0-14 0,-5-6-26 15,5 6-12-15,0 0-12 0,0 0-17 0,22-4-8 16,-9 1-10-16,6-1-5 0,8-2-11 0,-1 2-11 16,4-1-8-16,-2 1-14 0,0-1-28 0,0 0-27 15,-6 4-28-15,-3-1-39 0,-1 0-41 0,-4 1-21 0,0-2-68 16,-4 3-36-16,-2 2-158 0,-8-2-430 16,11 1 190-16</inkml:trace>
  <inkml:trace contextRef="#ctx0" brushRef="#br0" timeOffset="-142226.65">9398 12809 127 0,'0'0'224'0,"-10"-1"-1"0,10 1-14 15,0 0 0-15,-7 7-7 0,7-7 8 0,-2 15-4 16,-1-4-6-16,2 6-1 0,0 1-6 0,-1 1-16 16,1 0-5-16,2 6-12 0,1 0-10 0,-1 0-8 15,3-7-6-15,-3 2 7 0,0 6-18 0,2-8-17 16,-2-2-5-16,3 1-13 0,-3-1-9 0,2 0 2 15,-1-6-12-15,0 0-9 0,-2-3-7 16,1 1 0-16,-1-8-12 0,3 11 2 0,-2-4-4 0,-1-7-7 16,1 8 0-16,-1-8-4 0,1 7-6 0,-1-7-2 15,0 0 5-15,0 0-6 0,-3 8-9 0,3-8-10 16,0 0-5-16,-13 2-13 0,13-2-5 0,-16 0-7 16,9-2 10-16,7 2-7 0,-19-4-4 0,10 3 4 15,2-1 7-15,7 2 2 0,-15-1-3 0,15 1 7 16,-12-1-2-16,12 1 1 0,-9-2-2 0,9 2 3 15,0 0 2-15,0 0-4 0,-10 0 6 0,10 0 4 16,0 0 1-16,0 0-4 0,0 0 2 0,0 0 8 16,0 0-5-16,23 10 2 0,-15-10 6 0,7 0-9 15,3-3 17-15,0-1-34 0,4 1-30 0,6-1-34 16,-8 1-35-16,7-2-35 0,-6-1-34 0,-2 3-31 16,-1-2-38-16,1 1-15 0,-2-1-190 0,-5 2-500 15,0-1 221-15</inkml:trace>
  <inkml:trace contextRef="#ctx0" brushRef="#br0" timeOffset="-141992.39">9670 13098 185 0,'3'-7'231'0,"-3"7"4"0,0 0 1 15,0 0-2-15,2-7-7 0,-2 7-16 0,0 0-19 16,0 0-18-16,0 0-11 0,0 0 15 0,0 0 16 16,0 0-6-16,3 19 8 0,-3-9-11 0,-1-1 1 15,2 3-13-15,-2 1-10 0,4 3 0 0,0-1-2 16,-3-3-12-16,0 1-7 0,1-2-4 0,2 1-11 15,-3-3-8-15,4 3-4 0,-2-5-8 0,-1-1-11 0,3 2-6 16,-1-3-10-16,1 1-3 0,1 0-10 0,0-3-6 16,2 0-4-16,1-1-5 0,-1-1-8 15,4-1-25-15,-1 0-40 0,2-4-48 0,1 2-49 16,-2-1-40-16,1-5-57 0,2 3-47 0,-3 2-49 0,1-4-45 16,3-1-296-16,-5 3-704 0,6-5 312 0</inkml:trace>
  <inkml:trace contextRef="#ctx0" brushRef="#br0" timeOffset="-141424.65">10032 13158 142 0,'0'0'249'0,"0"0"-10"15,0 0 2-15,0 0-6 0,0 0 4 16,0 0 3-16,10 8 8 0,-7-2-13 0,-3-6-23 0,1 10-7 16,0-2 5-16,-2 1-20 0,1-9-5 0,-1 15-18 15,1-8-17-15,0-7-9 0,0 12-5 0,0-12-17 16,-2 10 5-16,2-10-12 0,0 7-1 0,0-7 5 15,-1 8 4-15,1-8 7 0,0 0 5 0,0 0 0 16,-3 8-6-16,3-8-11 0,0 0-14 0,0 0-12 16,0 0-6-16,0 0-10 0,0 0-8 0,0 0-5 15,-7-23-6-15,8 13-8 0,-1 10-6 0,3-19-4 16,-1 6-6-16,2 3-12 0,0-5-4 0,1 0-9 16,4-1 0-16,-3 5-4 0,1 2 1 0,0-2 2 15,4 2-4-15,-5 2 2 0,0 1-8 0,1 1 4 16,3 3-2-16,-1 1 0 0,-9 1-2 0,15 2 1 15,-6 3 2-15,0 2-7 0,0-2 3 0,1 5-1 16,-3-1 5-16,0 6-3 0,-1-3 4 0,1-2-4 16,-2 3-1-16,-1-3 3 0,-1 0-5 0,-2-1 8 15,3 1-3-15,-3-4 3 0,2 0-1 0,-3-6 5 16,1 10-3-16,-1-10-4 0,1 8 10 0,-1-8-1 16,3 6 2-16,-3-6-3 0,0 0 2 0,0 0 1 15,0 0-1-15,0 0-2 0,0 0 4 0,0 0-6 16,0 0-4-16,0 0-4 0,-3-25-4 0,6 14-8 15,1 1-2-15,4-4-8 0,-1 3-3 0,2-1 2 16,2-1-2-16,1-1 4 0,-4 4 1 0,2 3 2 16,0 1 5-16,-1 0 0 0,-3 1 1 0,4 0-2 15,-3 5 4-15,1 0 0 0,-8 0-3 0,11 3 6 16,-6 1-1-16,2 0 5 0,-4 1-1 0,4 2 0 16,-3 2 6-16,1 0-1 0,-1-1 1 0,-2 3-1 0,-1-1 5 15,2 0-4-15,0 1 5 0,-3-5 0 0,-2 4-16 16,2-10-36-16,-4 16-35 0,3-7-33 15,-1-4-37-15,-1 3-43 0,-3-2-40 0,3-1-39 16,3-5-39-16,-4 9-25 0,4-9-271 0,-2 5-661 0,2-5 293 16</inkml:trace>
  <inkml:trace contextRef="#ctx0" brushRef="#br0" timeOffset="-141225.88">10502 13127 64 0,'3'-6'282'0,"1"0"2"0,-2 2-2 16,-2 4 1-16,4-10-12 0,-4 10-17 0,5-3-19 15,-5 3-20-15,0 0 19 0,0 0 7 0,0 0-17 16,0 0-22-16,10 13 1 0,-8-6-20 0,-1 1-18 16,0 0-12-16,-1 2-9 0,1 1-18 0,1 0-15 15,-1-1-8-15,-1 3-12 0,0-4-10 0,0 2-26 16,0-6-31-16,0 5-33 0,0-1-54 0,0-2-51 16,0-7-49-16,-1 12-58 0,1-12-65 0,-5 11-323 15,-1-8-660-15,1 0 292 0</inkml:trace>
  <inkml:trace contextRef="#ctx0" brushRef="#br0" timeOffset="-141065.62">10471 12987 2037 0,'2'-12'68'16,"-1"1"-20"-16,0 1-22 0,2 6-14 0,-3 4-6 15,2-7-5-15,-2 7 0 0,0 0 5 0,0 0-1 16,0 0-9-16,12 23-21 0,-8-13-31 0,1 5-22 15,1-3-46-15,1 6-26 0,1-2-146 0,0 4-320 16,0-2 142-16</inkml:trace>
  <inkml:trace contextRef="#ctx0" brushRef="#br0" timeOffset="-140823.96">10636 13233 134 0,'5'4'229'16,"-5"-4"7"-16,0 0 4 0,0 0-3 0,0 0 2 15,0 0-3-15,0 0-16 0,0 0-6 0,0 0-8 16,0 0 1-16,11-15-12 0,-8 9-10 0,0-1-7 15,2-1-5-15,2-2-11 0,-1 0-12 0,0 0-1 0,6-3-1 16,-2 5-8-16,2-5-9 0,-3 8-1 16,1-1-1-16,-1 0-13 0,1 3-10 0,-2 1-11 15,4 1-3-15,-1 1-10 0,-1 3-7 0,-4-2-9 16,1 4-5-16,-2-1-5 0,1 6-11 0,-1-2 3 16,-2 3-9-16,-1-1-5 0,-1 2-21 0,-1 0-58 15,2-3-31-15,-5 3-58 0,2-2-54 0,-4 0-52 16,1 0-71-16,3-2-59 0,-3 0-269 0,1-1-692 15,3-7 306-15</inkml:trace>
  <inkml:trace contextRef="#ctx0" brushRef="#br0" timeOffset="-133789.88">7406 4351 38 0,'0'0'40'0,"0"0"-5"0,0 0 0 0,0 0-5 15,0 0 3-15,0 0 0 0,0 0-2 0,0 0 4 16,0 0-6-16,0 0 7 0,0 0-3 0,0 0-8 16,0 0 3-16,0 0-3 0,0 0-12 0,0 0 3 15,0 0 5-15,0 0-4 0,0 0-2 0,0 0-4 16,0 0 1-16,0 0-2 0,0 0-4 0,0 0 2 16,0 0 4-16,0 0 2 0,0 0-14 15,0 0 8-15,0 0-7 0,0 0 4 0,0 0-5 0,0 0-3 16,0 0 4-16,0 0 7 0,0 0-2 0,0 0-1 15,0 0-5-15,0 0 3 0,0 0-3 0,0 0-1 16,0 0 2-16,0 0 3 0,0 0-3 0,0 0 2 16,0 0-5-16,0 0 0 0,0 0 7 0,0 0-3 15,0 0 1-15,0 0-5 0,0 0 2 0,0 0-3 16,0 0 8-16,0 0-3 0,0 0-2 0,0 0-3 16,0 0 11-16,0 0-9 0,0 0 1 0,0 0-3 15,0 0 3-15,0 0-4 0,0 0 1 0,0 0 2 16,0 0 0-16,0 0-1 0,0 0 0 0,0 0 5 15,0 0-5-15,0 0 2 0,0 0 3 0,0 0-1 16,0 0-6-16,0 0 12 0,0 0 11 0,0 0-23 16,0 0 6-16,0 0-2 0,0 0-1 0,0 0 1 15,0 0-3-15,0 0 1 0,0 0-3 0,0 0 5 16,0 0-1-16,0 0 0 0,0 0 0 0,0 0 1 16,0 0 0-16,0 0 6 0,0 0-11 0,0 0 5 15,0 0 0-15,0 0-3 0,0 0 15 16,0 0-1-16,0 0-14 0,0 0 0 0,0 0 6 0,0 0 4 15,0 0-6-15,0 0-1 0,0 0-8 0,0 0-1 16,0 0 5-16,0 0 2 0,0 0-1 0,0 0 5 16,0 0-1-16,0 0 12 0,0 0-14 0,0 0 2 15,0 0-3-15,0 0 5 0,0 0-6 0,0 0 0 16,0 0 2-16,0 0 0 0,0 0-3 0,0 0 8 16,0 0-7-16,0 0 2 0,0 0 1 0,0 0 1 15,0 0-1-15,0 0-7 0,0 0 5 0,0 0 5 16,0 0-2-16,0 0 1 0,0 0-4 15,0 0-2-15,0 0 5 0,0 0-16 0,0 0 1 16,0 0-3-16,0 0-3 0,0 0-5 0,0 0 3 16,0 0-18-16,0 0-50 0,0 0-97 0,0 0 44 0</inkml:trace>
  <inkml:trace contextRef="#ctx0" brushRef="#br0" timeOffset="-106983.77">15119 5270 19 0,'0'0'40'0,"0"0"-16"16,0 0-19-16,0 0-5 0,0 0-5 0,0 0-10 15,0 0-14-15,0 0 6 0</inkml:trace>
  <inkml:trace contextRef="#ctx0" brushRef="#br0" timeOffset="-102205.45">12397 5883 39 0,'0'0'74'0,"0"0"-6"0,0 0-3 0,0 0-9 16,0 0-4-16,0 0-7 0,0 0-4 0,0 0-8 15,0 0-6-15,0 0-14 0,0 0-8 0,0 0-17 16,0 0-9-16,0 0-13 0,0 0-42 0,0 0-81 15,-12 23 36-15</inkml:trace>
  <inkml:trace contextRef="#ctx0" brushRef="#br0" timeOffset="-100627.88">4318 12283 20 0,'0'0'41'0,"0"0"2"15,0 0-10-15,0 0 3 0,0 0-4 0,0 0-4 0,0 0-2 16,0 0-3-16,0 0 0 0,0 0-4 15,0 0 2-15,0 0-6 0,0 0 0 0,0 0 0 16,0 0-6-16,0 0 1 0,0 0-3 0,0 0-4 16,0 0-5-16,0 0-8 0,0 0-2 0,0 0-5 15,0 0 2-15,0 0 2 0,0 0-5 0,0 0-6 0,0 0 2 16,0 0-26-16,0 0-52 0,0 0 23 16</inkml:trace>
  <inkml:trace contextRef="#ctx0" brushRef="#br0" timeOffset="-88606.4">6313 14545 118 0,'0'-8'222'0,"0"8"6"0,0 0-8 16,0 0-5-16,-3-13-10 0,3 13-8 0,0 0-24 0,0 0-11 16,0 0-17-16,2-7-11 0,-2 7-19 0,0 0-11 15,0 0-11-15,0 0 0 0,0 0 4 16,0 0-3-16,-7 23-6 0,6-11-4 0,0 3 7 16,-1 5-10-16,-3 5-8 0,3 0-4 0,-2-1-6 0,3 1-26 15,-1 0-3-15,0-6 0 0,0 4-5 0,1-4-5 16,1 1-2-16,1-1-2 0,1-1 3 15,-2 0-7-15,1-1 2 0,0 2-7 0,2-7-2 16,-1 4 6-16,0-4-5 0,-1 5 1 0,0-6-2 16,2 1 7-16,-2 0-10 0,-2-1 2 0,1 0-13 15,1-4-15-15,0 1-18 0,-1-8-18 0,0 13-13 0,0-13-18 16,-1 9-17-16,1-9-11 0,-1 9-20 0,1-9-31 16,0 0-16-16,-4 7-21 0,4-7-25 15,0 0-124-15,0 0-380 0,0 0 168 0</inkml:trace>
  <inkml:trace contextRef="#ctx0" brushRef="#br0" timeOffset="-88191.32">6291 14515 11 0,'3'-20'171'0,"2"1"-7"16,2 2-15-16,-1 2-9 0,1-1-4 0,5 2-4 15,-5 5-15-15,4 2 9 0,-1 2-6 0,4 3-12 16,0 2-9-16,0 2 0 0,1 5-4 0,2 2 3 16,-3 3-3-16,-1 3-12 0,-6 5-3 0,4 5-10 15,-5 2-4-15,-1 2-7 0,-4-1-6 0,-2 0-7 16,-1 1-2-16,-5-4-6 0,1 1-2 0,-2-8-3 16,0 2-4-16,-2-4-4 0,1 0 0 0,0-1-1 15,2-5 4-15,-6 1 5 0,4-4 5 0,-4 0 6 16,4-1-5-16,0-3-1 0,3 0 5 0,-3 0-2 15,3 0 4-15,6-3 2 0,0 0-2 0,-16-3 3 16,16 3-11-16,-9-3-4 0,9 3-1 0,0 0-5 16,-9-1-2-16,9 1-7 0,0 0-1 0,0 0-5 15,0 0-1-15,0 0 0 0,0 0-4 0,0 0 8 16,0 0-8-16,17 16 0 0,-11-11 2 0,1 1-6 16,2 3-1-16,2-1 1 0,-2 1 0 0,0-2 5 15,3 1-11-15,-1 3-25 0,2 0-19 0,-2-4-26 16,2 4-19-16,-3-5-47 0,1 3-34 0,-2 0-38 15,2-1-25-15,-3 2-156 0,1-3-422 0,0-2 186 16</inkml:trace>
  <inkml:trace contextRef="#ctx0" brushRef="#br0" timeOffset="-87858.42">6740 14847 59 0,'0'0'243'0,"-3"-16"-7"15,3 16-3-15,0 0-16 0,0 0-17 0,-3-9-23 16,3 9-17-16,0 0-16 0,0 0-6 0,0 0-1 16,0 0-3-16,0 0-9 0,-1 36 1 0,1-18-3 15,1-1-10-15,-1 1-9 0,2 1-7 0,-2-1-9 16,-3 0-7-16,3-1-6 0,0 1-5 0,0-3-5 16,1-1-12-16,-1 1 4 0,0-3-8 0,2 0 12 15,-2-2-1-15,1-1-3 0,-1-9-8 0,0 16 2 16,0-16-7-16,1 12 2 0,-1-12-5 15,0 0-1-15,3 12-5 0,-3-12 3 0,0 0-1 0,6 9-5 16,-6-9 3-16,7 4-4 0,-7-4-3 0,11 6 0 16,-11-6-11-16,18 3 3 0,-6-5-4 0,0 2-6 15,8-1-18-15,-2 1-24 0,-1-4-31 0,3 2-39 16,1 1-42-16,0-2-51 0,-1-2-47 16,7 0-48-16,-7 1-211 0,1-1-543 0,-2 2 240 15</inkml:trace>
  <inkml:trace contextRef="#ctx0" brushRef="#br0" timeOffset="-86175.57">7325 15017 33 0,'0'0'195'0,"0"0"1"0,0 0-6 0,0 0 6 16,0 0 2-16,0 0-10 0,-1 27-11 0,-1-17-13 16,1 2-10-16,-3 2-8 0,2 1-12 0,-1 2-8 15,1-1-8-15,-2-1-6 0,3-4-8 0,-2 1-2 16,0 2-2-16,1-5 0 0,-2 1-1 0,1-4 5 16,3-6 4-16,-2 13 5 0,2-13 6 0,-6 10-3 15,6-10 10-15,0 0-2 0,-5 6-8 0,5-6-6 16,0 0-12-16,0 0-2 0,0 0-11 0,-12-4-12 15,12 4-11-15,-5-11 2 0,1 1-6 0,0 1-10 16,4-5-15-16,0-1 0 0,3-2-4 0,-2 0-12 16,3-2-18-16,2 2 3 0,3-1-2 0,1 1 1 15,1 1-5-15,0 1 6 0,2 3-9 0,1 4 3 16,0-3 5-16,-1 8-8 0,0-1-1 16,2 4-3-16,4 1 5 0,-1 4-6 0,0 0 4 0,-1 3 5 15,-1 1-1-15,-2 0-10 0,1 2 4 16,-3 1 7-16,-3 1-2 0,-3-3 1 0,-1 1 4 0,1-1 1 15,-3-2-9-15,1 1 7 0,-2 1 0 0,-2-10-1 16,1 13 2-16,-1-13 4 0,-4 11-6 16,4-11 6-16,-3 9 9 0,3-9-7 0,0 0 3 0,-7 6 0 15,7-6-3-15,0 0 0 0,0 0 1 0,0 0-5 16,0 0-1-16,0 0-6 0,-7-30-15 0,10 20 8 16,-1-2-7-16,6-5-1 0,-1 2-11 0,-1-2 2 15,4 4-1-15,2-3 9 0,-2 4 0 0,4 0 17 16,0 4-19-16,-1 2-1 0,0 2 7 0,-1 1-2 15,1 3 7-15,0 2-6 0,0 3 2 0,3 3 3 16,-2 1 1-16,0 4 1 0,-1-2 0 0,-5 3 5 16,2 2-2-16,-1 0 1 0,-3 3 2 0,-1 1-7 15,-1-5-21-15,-1 1-23 0,0-1-20 16,-3 2-23-16,2-6-24 0,-1-1-24 0,3 3-25 0,-4-4-19 16,0-9-13-16,4 10-21 0,-4-10 2 15,6 6 6-15,-6-6 7 0,13 0 16 0,-13 0 14 0,17-10 19 16,-10 4 18-16,2-3 15 0,0-1 23 15,3-3 22-15,-3-2 19 0,0 0 20 0,-2-2 18 0,-2-1 28 16,-1 3 16-16,0-1 28 0,0 6 17 0,0-1 22 16,-2 1 18-16,0 0 15 0,-1 5 10 15,-1 5-6-15,2-10-11 0,-2 10-15 0,0 0-6 16,3-4 0-16,-3 4 9 0,0 0 5 0,0 0-1 0,6 23 8 16,-4-10 2-16,-1 2-18 0,2 2-3 0,-2-1-9 15,1 0-10-15,1 1-6 0,-2 0-10 0,-1-1-8 16,3-5 3-16,-3 7-21 0,1-6-28 0,-2-2-20 15,1 2-48-15,-4 1-42 0,3-6-49 16,1-7-41-16,-4 15-37 0,0-8-169 0,4-7-434 16,-10 2 192-16</inkml:trace>
  <inkml:trace contextRef="#ctx0" brushRef="#br0" timeOffset="-86040.73">7836 14844 64 0,'25'28'31'0,"-12"-5"-22"16,0 5-27-16,3 4-19 0,-2 2 9 0</inkml:trace>
  <inkml:trace contextRef="#ctx0" brushRef="#br0" timeOffset="-85824.58">8130 15231 144 0,'0'0'219'0,"0"0"-8"0,7 4-5 16,-7-4 2-16,0 0-4 0,0 0-4 0,0 0-16 15,0 0-18-15,3-13-7 0,-3 6-11 0,2-5-7 16,0 2-6-16,1-2-3 0,2-4-17 0,1 1-6 16,-1-1-3-16,2 3 2 0,2 1-11 0,-3 5-13 15,1-1-4-15,-1 3-5 0,-6 5-8 0,18 0-4 16,-18 0-8-16,18 12 0 0,-6-1-9 0,-4 3-7 16,0 1-2-16,1 2-2 0,-3 2-6 0,2 4-30 15,-2-2-26-15,-6 2-27 0,4-4-32 0,-1 2-39 16,-2-3-55-16,1 0-60 0,1-1-251 0,-3-5-532 15,0-12 236-15</inkml:trace>
  <inkml:trace contextRef="#ctx0" brushRef="#br0" timeOffset="-85559.42">8805 14737 62 0,'-1'-14'304'0,"-1"3"-14"0,2 11-15 0,-2-12-18 0,2 12-29 16,-2-11-22-16,2 11-13 0,0 0 7 0,0 0 5 15,0 0-1-15,16 37 8 0,-10-9-17 0,2 8-16 16,-3-2-3-16,0 12-29 0,-2-9-17 0,1-3-5 16,-2 4-10-16,-2-5-13 0,0 0-6 0,1-2-15 15,-3 1-9-15,2-6-11 0,-1 2-43 0,1-2-27 16,0-10-42-16,-2 2-38 0,0-3-35 15,0 1-41-15,-1-7-48 0,1 0-41 0,2-9-35 0,-4 9-202 16,4-9-529-16,0 0 234 0</inkml:trace>
  <inkml:trace contextRef="#ctx0" brushRef="#br0" timeOffset="-85224.95">8763 14973 70 0,'-5'-7'208'0,"5"7"-17"16,-3-8-13-16,3 8-9 0,0-8-3 15,0 8 0-15,0 0-7 0,14-1-8 0,-14 1-7 16,18 1-10-16,-4 3-9 0,-1 0-15 0,3 0-7 16,2 0-13-16,0 3-9 0,-1-1-7 0,1-1-9 0,-4 3-5 15,-1-5-7-15,-3 4-2 0,1-2-7 0,2 0-7 16,-4-1 5-16,0-2-8 0,-3 1-4 16,1 1 0-16,1-3-1 0,-8-1 6 0,12 4-2 15,-5-4 10-15,-7 0-7 0,14-4 2 0,-7 0-1 16,-7 4-4-16,16-11 3 0,-10 2 4 0,-1-1 5 0,3 1 1 15,-4-4 1-15,-2 4 5 0,-2-3-2 0,0 1 0 16,0 11-2-16,-6-25-3 0,-2 14-4 0,2 3-4 16,-3 0-1-16,-3 1-4 0,0 3-4 0,0 1-2 15,-6 1-6-15,4 5-2 0,-5 1-3 16,1 4-19-16,1 0-20 0,-2 1-23 0,4 2-27 16,0-1-36-16,3 4-46 0,4-3-51 0,3-2-46 15,3 3-228-15,2-6-522 0,0-6 231 0</inkml:trace>
  <inkml:trace contextRef="#ctx0" brushRef="#br0" timeOffset="-84855.44">9636 14707 142 0,'1'-11'241'16,"-1"11"-5"-16,1-15 8 0,-1 15-6 0,3-8-14 15,-3 8-21-15,0 0-21 0,0-12-20 0,0 12-12 16,0 0-7-16,0 0 12 0,0 0 7 0,0 0 3 15,8 41-6-15,-6-15-3 0,-1 4 0 0,1 4 0 16,-2-1-17-16,2 4-6 0,-6 8-22 0,6-12-1 16,-4 0-14-16,4-1-7 0,-2-1-12 15,2-1-6-15,-1-1-10 0,1-5-11 0,0-3-23 0,-2-5-25 16,3 1-33-16,-2 0-37 0,0-5-33 0,2-1-25 16,-3 0-40-16,0-11-26 0,-1 11-36 0,1-11-41 15,0 0-242-15,0 0-551 0,0 0 244 0</inkml:trace>
  <inkml:trace contextRef="#ctx0" brushRef="#br0" timeOffset="-84554.55">9698 14613 153 0,'13'-15'169'0,"0"1"1"16,-4 6-3-16,2 1 9 0,1 4-14 0,-2 2-2 15,3 2-5-15,-13-1-7 0,20 9-7 0,-11-2-9 16,1 6-4-16,-1 0-10 0,-3 3-8 0,-4 1-6 15,1 3-3-15,-6 5-13 0,-2-6-6 0,-5 6-8 16,-2-1-7-16,-1 1-6 0,2-2-3 0,1-8-8 16,-1-2-3-16,4 1 2 0,0-5 6 15,1-4 0-15,1 1 3 0,2-2-4 0,-1 1-1 16,4-5 1-16,-5 7-1 0,5-7-15 0,0 0-4 16,-1 6-1-16,1-6-2 0,0 0-1 0,8 8-3 15,-2-4-7-15,6-1-1 0,-2 1-5 0,1 2 4 0,3-1-18 16,3 1-30-16,2-1-32 0,-2 3-37 0,2-3-40 15,-1 2-32-15,0-3-36 0,2 2-28 0,-3-2-17 16,-3-1-136-16,-1 2-418 0,-1-4 185 16</inkml:trace>
  <inkml:trace contextRef="#ctx0" brushRef="#br0" timeOffset="-84258.73">10088 14922 38 0,'0'0'240'0,"0"0"2"16,0 0 3-16,0 0-6 0,-6-9-11 0,6 9-10 15,0 0-16-15,0 0-19 0,0 0-9 16,0 0 12-16,0 0 11 0,0 0 11 0,-7 27-12 16,5-16-13-16,0 1-13 0,1 2-6 0,1 1-16 15,-4 2-2-15,4-1-11 0,-4-1 3 0,3 1-11 16,1-3-4-16,-1-2-29 0,2 2-4 0,-2-2-5 0,1-11-11 16,0 21-3-16,2-12-4 0,0 0-10 15,0 0 0-15,0 0-8 0,1 0 6 0,0 0-13 16,-3-9-8-16,6 7 4 0,-6-7-3 0,8 11-4 15,-3-6-1-15,-5-5-6 0,10 6-1 0,-10-6-13 16,13 7-21-16,-4-5-16 0,3-1-28 0,0-1-32 16,-12 0-34-16,31-3-17 0,-18 0-34 0,7-2-21 15,0 0-30-15,-1 0-20 0,-3-3-25 0,9-4-16 16,-8 2-11-16,6-4-202 0,-6 2-538 0,7-6 238 16</inkml:trace>
  <inkml:trace contextRef="#ctx0" brushRef="#br0" timeOffset="-83709.36">10535 14989 110 0,'0'0'180'16,"6"-3"1"-16,-6 3 4 0,0 0 5 0,0 0 19 16,0 0 12-16,0 0-2 0,0 0-9 0,2 16 5 15,-2-16-1-15,-2 20-3 0,2-20-2 0,-3 22-7 16,0-9-23-16,2 0-9 0,0 0-9 0,-2-2-12 16,2 0-17-16,0 0 4 0,-2-2-9 0,3-9 5 0,-3 12-1 15,2-6 2-15,1-6 3 0,-5 9 13 16,5-9 5-16,-1 7 4 0,1-7-16 0,0 0-14 15,0 0-13-15,0 0-12 0,0 0-9 0,0 0-12 16,0 0-8-16,-14-16-8 0,14 7-5 0,0-2-11 16,0-4-7-16,1 1-7 0,3-4-10 0,2 0-10 15,1-6-7-15,-1-2-11 0,2 3-2 0,1-1-1 16,1 4-7-16,-1 4 2 0,1 0-2 0,3 3-1 16,-4 5 1-16,0 2 5 0,1 1-6 0,0 1 2 15,1 6-1-15,0 2-1 0,-1 3 4 0,3 3-2 16,-2 3 8-16,0 1-2 0,-4 1-1 0,4 4 0 15,-4-3-2-15,0 1 3 0,-2 1 0 0,1-3 2 16,0 2 4-16,-2-6-4 0,-1-2 3 0,0 1 0 16,-3-10-1-16,1 15 4 0,0-11 1 0,-1-4 4 15,1 10 8-15,-1-10-4 0,0 0 2 0,0 6 1 16,0-6-1-16,0 0-1 0,0 0 1 0,0 0-7 16,0 0 1-16,0 0 0 0,-5-25-5 0,8 12-2 15,1 0-3-15,2-5-13 0,2-1-2 0,3-6-3 16,2 5-3-16,2-4 5 0,1 2-6 0,4 3 1 15,-7 6 4-15,2 1 2 0,-2 2 2 0,1 5-4 16,-4 4 2-16,3 1 3 0,-13 0-3 0,22 7 6 16,-12 0-7-16,-2 3 2 0,-1 5 5 0,2 0-4 15,-2 1 9-15,-2 2 1 0,-1 0 0 0,-3 0 1 16,0 0-26-16,-5-1-26 0,4-2-26 0,-1-1-36 16,1-2-36-16,-1-2-24 0,-1 0-25 0,2-10-23 15,-2 13-36-15,2-13-26 0,5 12-17 0,-5-12-23 16,13 1-209-16,-13-1-580 0,27-7 256 0</inkml:trace>
  <inkml:trace contextRef="#ctx0" brushRef="#br0" timeOffset="-83358.19">11298 14916 76 0,'2'-11'239'0,"-2"11"-7"0,-3-16-1 16,3 16-1-16,-11-9-1 0,0 8-3 0,-2 1-3 16,13 0 10-16,-30 7 1 0,12 1 0 0,1 1-4 15,3 4-20-15,0-2-6 0,2 2-15 16,1 1-22-16,2 1-11 0,4-4-16 0,0 4-11 0,3-3-13 15,2-1-10-15,3 1-8 0,0-2-15 0,4 0-2 16,5 2-1-16,-2-4-16 0,4-3-3 0,-1 0-14 16,1-3-1-16,4-1-3 0,-4 0-9 0,-1-3-16 15,5-3-6-15,-7 0-3 0,0-1-5 0,0 0-5 16,-2-1-1-16,-1-2-7 0,-1 0 3 0,-2-1-12 16,-1-2 1-16,0 1 6 0,-4 0 5 0,2-1-7 15,-2 2 4-15,0 10-3 0,-2-21 7 0,2 21-11 16,-2-12 11-16,2 12-7 0,-2-11 2 0,2 11 2 15,0 0-4-15,0 0 14 0,0 0 8 0,0 0 10 16,0 0 5-16,0 0-4 0,11 33 6 0,-9-22-9 16,-1 3-2-16,2-3 5 0,1 3 0 0,-2 0-16 15,2 1-9-15,0-2-31 0,0-3-30 0,1 0-42 16,0-1-29-16,-1 0-39 0,1-3-36 0,-5-6-40 16,10 10-42-16,-10-10-39 0,8 4-189 0,-8-4-562 15,0 0 249-15</inkml:trace>
  <inkml:trace contextRef="#ctx0" brushRef="#br0" timeOffset="-83155.21">11457 14894 176 0,'1'-4'276'0,"-1"4"4"16,0 0 30-16,0 0 5 0,0 0 6 0,0 0-1 16,0 0-10-16,29 17-12 0,-21-6-23 0,4 2-11 15,-6 1-21-15,2 1-22 0,-2 0-20 0,4 0-22 16,-1 0-16-16,-1-1-14 0,-3-2-15 0,6-2-16 15,-3 3-9-15,0-5-29 0,-2 2-33 0,-1-6-50 16,2 3-46-16,-7-7-46 0,7 7-43 0,-7-7-49 16,8 4-55-16,-8-4-66 0,0 0-41 0,0 0-221 15,0 0-617-15,0 0 273 0</inkml:trace>
  <inkml:trace contextRef="#ctx0" brushRef="#br0" timeOffset="-82991.04">11628 14920 244 0,'-6'-9'256'16,"6"9"-8"-16,-9-9-2 0,9 9 5 0,-13 1 3 15,13-1 17-15,-19 10-6 0,8-1 6 0,0 4-6 16,1 1-12-16,-7 6-18 0,3 3-9 0,1 0-26 16,-5 0-16-16,4 2-18 0,-2 0-19 15,2-2-21-15,-2-2-50 0,7-6-62 0,-1-1-60 16,3 0-66-16,0-5-69 0,1 0-87 0,2-3-88 0,4-6-184 16,0 0-584-16,-10 8 259 0</inkml:trace>
  <inkml:trace contextRef="#ctx0" brushRef="#br0" timeOffset="-82859.41">11810 14905 3790 0,'11'-7'208'0,"-2"-1"-22"0,0 3-141 15,-4-1-20-15,-5 6 35 0,9-7 55 0,-9 7-23 0,6-5-12 16,-6 5-14-16,0 0-11 0,0 0-52 0,0 0-63 16,0 0-99-16,0 0-115 0,0 0-432 15,-52 12-764-15,23-12 339 0</inkml:trace>
  <inkml:trace contextRef="#ctx0" brushRef="#br0" timeOffset="-48781.58">7496 4447 4 0,'0'0'8'0,"0"0"-4"0,0 0 5 15,0 0-3-15,0 0-4 0,0 0 3 0,0 0 0 16,0 0-1-16,0 0-1 0,0 0 0 0,0 0 2 0,0 0-4 16,0 0 0-16,0 0-5 0,0 0-6 15,0 0-10-15,0 0 5 0</inkml:trace>
  <inkml:trace contextRef="#ctx0" brushRef="#br0" timeOffset="-48061.34">7535 4469 17 0,'0'0'20'0,"0"0"-2"0,0 0 0 0,0 0 5 16,0 0-7-16,0 0 1 0,0 0 3 0,0 0-2 16,0 0-1-16,0 0-1 0,0 0 3 0,0 0-5 15,0 0 2-15,0 0-1 0,0 0-5 0,0 0 0 16,0 0-2-16,0 0-4 0,0 0 4 0,0 0-1 16,0 0 2-16,0 0-6 0,0 0-1 0,0 0 3 15,0 0 2-15,0 0-1 0,0 0-6 0,0 0 4 16,0 0-4-16,0 0 0 0,0 0-2 0,0 0-3 15,0 0-8-15,0 0-8 0,0 0-8 0,0 0-18 16,0 0-50-16,0 0 23 0</inkml:trace>
  <inkml:trace contextRef="#ctx0" brushRef="#br0" timeOffset="-37215.9">11905 6377 4 0,'0'0'4'0,"0"0"2"15,0 0-1-15,0 0-7 0,0 0 3 0,0 0-4 16,0 0-4-16,0 0 2 0</inkml:trace>
  <inkml:trace contextRef="#ctx0" brushRef="#br0" timeOffset="170829.29">4441 12135 39 0,'0'0'37'0,"0"0"-1"16,0 0-13-16,0 0 7 0,0 0-4 0,0 0 4 15,0 0 4-15,0 0-4 0,0 0-1 0,0 0 0 16,0 0 1-16,0 0 2 0,0 0-18 0,0 0 12 16,0 0 2-16,0 0-4 0,0 0 3 0,0 0-14 15,0 0 4-15,0 0-4 0,0 0 2 0,0 0-6 16,0 0-5-16,0 0 12 0,0 0-1 0,0 0-2 0,0 0-3 16,0 0 5-16,0 0-9 0,0 0-5 0,0 0 7 15,0 0-1-15,0 0-3 0,0 0 0 16,0 0 4-16,0 0-15 0,0 0 6 0,0 0 7 15,0 0-5-15,0 0-2 0,0 0-5 0,0 0-16 0,0 0-13 16,0 0-26-16,0 0-35 0,0 0-104 0,0 0 46 16</inkml:trace>
  <inkml:trace contextRef="#ctx0" brushRef="#br0" timeOffset="171700.94">7140 12083 54 0,'0'0'76'16,"0"0"-6"-16,0 0-7 0,0 0-1 0,0 0-11 15,0 0-3-15,0 0-11 0,0 0-2 0,6-6 3 16,-6 6-13-16,0 0 4 0,0 0-7 0,0 0-7 15,0 0-9-15,0 0-10 0,0 0-10 0,0 0-7 0,0 0-16 16,0 0-56-16,0 0-100 0,0 0 44 16</inkml:trace>
  <inkml:trace contextRef="#ctx0" brushRef="#br0" timeOffset="173045.74">10703 11991 19 0,'0'0'20'15,"0"0"-9"-15,0 0 0 0,0 0-3 0,0 0-7 16,0 0-2-16,0 0-11 0,0 0-12 0,0 0 5 15</inkml:trace>
  <inkml:trace contextRef="#ctx0" brushRef="#br0" timeOffset="180446.15">10312 12088 14 0,'0'0'47'0,"0"0"-6"0,0 0-8 16,0 0-2-16,0 0 0 0,0 0-4 0,0 0 1 15,0 0 5-15,0 0-5 0,0 0-4 0,0 0 8 16,0 0-10-16,0 0-3 0,0 0-1 16,0 0 5-16,0 0-4 0,0 0 0 0,0 0-3 0,0 0 2 15,0 0-1-15,0 0-8 0,0 0-1 0,0 0 5 16,0 0-7-16,0 0 5 0,0 0-1 16,0 0-1-16,0 0 3 0,0 0-6 0,0 0 2 0,0 0 3 15,0 0 2-15,0 0 0 0,0 0-7 0,0 0 6 16,0 0 4-16,0 0-10 0,0 0 6 0,0 0-3 15,0 0 5-15,0 0-1 0,0 0 5 0,0 0-4 16,0 0-5-16,0 0 6 0,0 0-1 0,0 0 10 16,0 0-5-16,0 0 1 0,0 0 5 0,0 0-15 15,0 0 8-15,0 0-2 0,0 0 0 0,0 0 2 16,0 0-1-16,0 0-3 0,0 0 5 0,0 0-15 16,0 0 13-16,0 0-9 0,0 0 1 0,0 0 10 15,0 0-8-15,0 0 3 0,0 0-6 0,0 0 2 16,0 0 0-16,0 0 5 0,0 0 2 0,0 0-9 15,0 0 7-15,0 0-2 0,0 0-4 0,0 0 3 16,0 0-3-16,0 0 4 0,0 0 3 0,0 0 1 16,0 0-5-16,0 0-1 0,0 0 6 0,0 0-6 15,0 0 6-15,0 0-4 0,0 0 2 0,0 0 5 16,0 0 4-16,0 0-4 0,0 0 4 0,0 0-11 16,0 0-6-16,0 0 12 0,0 0-5 0,0 0 0 0,0 0 2 15,0 0-5-15,0 0-6 0,0 0 2 16,0 0-1-16,0 0-1 0,0 0-4 0,0 0 4 15,0 0-10-15,0 0 10 0,0 0-2 0,0 0 13 16,0 0-9-16,0 0-4 0,0 0 2 0,0 0-13 0,0 0 8 16,0 0 8-16,0 0-5 0,0 0-4 0,0 0 5 15,0 0-3-15,0 0-4 0,0 0 4 0,0 0 6 16,0 0-10-16,0 0 6 0,0 0-4 0,0 0-1 16,0 0 7-16,0 0-3 0,0 0-5 0,0 0-6 15,0 0 10-15,0 0-3 0,0 0 0 0,0 0 2 16,0 0-9-16,0 0-13 0,0 0-10 0,0 0-20 15,0 0-35-15,0 0-27 0,0 0-107 0,0 0-239 16,0 0 106-16</inkml:trace>
  <inkml:trace contextRef="#ctx0" brushRef="#br0" timeOffset="-120923.33">15326 5204 19 0,'0'0'37'0,"0"0"-16"0,0 0-11 0,0 0-15 16,0 0-9-16,0 0-15 0,0 0 6 0</inkml:trace>
  <inkml:trace contextRef="#ctx0" brushRef="#br0" timeOffset="-103349.71">15950 6269 73 0,'0'0'95'0,"1"-10"-13"0,-1 10-14 16,0 0-2-16,4-8-11 0,-4 8-2 0,4-4-21 16,-4 4-19-16,0 0-21 0,0 0-15 0,0 0-62 15,0 0-91-15,0 0 41 0</inkml:trace>
  <inkml:trace contextRef="#ctx0" brushRef="#br0" timeOffset="-100561.2">16286 6373 9 0,'0'0'40'0,"0"0"14"0,0 0-14 0,-9-17-1 15,9 17 2-15,0 0-10 0,0 0-7 0,0 0-18 16,0 0 2-16,0 0-14 0,0 0-17 0,0 0-22 15,0 0-47-15,-6-7 22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2T10:33:39.2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10810 3974 59 0,'0'0'78'0,"0"0"-12"16,-4-8-4-16,4 8 10 0,0 0-7 0,0 0 1 16,0 0-11-16,0 0-1 0,0 0-2 0,0 0 2 15,0 0-7-15,0 0-3 0,0 0 4 0,-5-6-1 16,5 6-1-16,0 0-5 0,0 0-3 0,0 0 0 15,-9-5-11-15,9 5 6 0,0 0 5 0,-4-8-8 16,4 8 8-16,0 0-9 0,0 0-3 0,-5-4 0 16,5 4 4-16,0 0 6 0,0 0-2 0,-5-5 1 15,5 5-5-15,0 0-1 0,0 0-2 0,0 0 8 16,0 0-6-16,-4-6-7 0,4 6 10 0,0 0-4 16,0 0-2-16,0 0 3 0,0 0-2 0,0 0-1 15,-5-5-5-15,5 5-4 0,0 0 4 0,0 0-1 16,0 0-5-16,0 0 4 0,0 0-1 0,0 0 0 15,0 0-5-15,0 0-1 0,0 0 0 0,0 0-4 16,0 0 1-16,0 0 2 0,0 0-6 0,0 0 0 16,0 0-1-16,0 0-4 0,0 0 7 0,0 0-5 15,0 0 2-15,0 0-7 0,0 0 1 0,0 0 2 16,0 0 0-16,0 0-4 0,0 0 5 0,0 0 5 16,0 0-10-16,0 0 3 0,0 0-3 0,0 0 2 15,0 0 2-15,-4 19-3 0,4-19 3 0,-2 10 2 16,2-10-5-16,0 12-1 0,2-2 2 0,-2-1-2 15,0 1 7-15,0-2-8 0,-2 4 5 0,2 1 0 16,4-2 0-16,-4 0 2 0,1 5 0 0,-1-1-1 16,1 2-1-16,-1 0-1 0,1 0 0 0,-1 2 0 15,2-2 1-15,-2 1 5 0,1 0-1 0,-1 3-2 16,0-5-9-16,1 2 11 0,-1-1-2 0,2 1 2 16,-4 1 0-16,5-1 0 0,-2 1-2 0,-1 2-1 15,0 2-2-15,-1-2-2 0,3-2 4 0,1 1 0 16,-2 5 1-16,3 0 2 0,-3 0-2 0,-1 0 0 15,2-6-3-15,0 8 8 0,-3-4-3 0,5-3-2 16,-2 1 3-16,0 2-5 0,1 2 1 0,0 3 2 16,1-3 6-16,-3-1-8 0,2-4 2 0,-1 6-3 15,2-7 8-15,-3 2-6 0,2-2 3 0,2 5 0 16,-4-5-6-16,-1-1 6 0,3 0-2 0,-2-1 4 16,3 1-7-16,-1 0 3 0,-1 0-5 15,-1 1 5-15,-1-2-1 0,0 0 1 0,2-1 2 16,-1 0 1-16,0-1-3 0,-1 2-1 0,-1-5 1 15,1 2 0-15,1-1 0 0,-1 3 2 0,4-1-7 0,-4-2 7 16,1 5 1-16,2-3 2 0,-3 1-9 0,0 3 6 16,0-2-3-16,2 2 5 0,-2 0-2 0,2 5 1 15,-2 1 1-15,1 1 2 0,1-1-2 0,-2 3 10 16,-1-4-4-16,2-4 4 0,2 7 1 0,1 4 1 16,-4 1 3-16,0-2-3 0,0 2-2 0,2-1 8 15,0 0-6-15,-1 3 1 0,0-4-1 0,-3 3 3 16,2 1-6-16,1-5 1 0,2 4 0 0,-2 1 2 15,-2-2 0-15,2 3 2 0,-1-2 3 0,3-1-6 16,-2 0 2-16,1 1-1 0,0 0-4 0,0 0 0 16,-2 0 1-16,6 2 1 0,-6-4 6 15,0 2-7-15,0-2-3 0,0-1 4 0,0 3-1 0,0-2-2 16,0-1 1-16,0 1-2 0,0-2 1 0,0 1 1 16,0-3-2-16,2 4-2 0,-1-2 5 15,-1 1 5-15,1-2-4 0,2 0 3 0,-1 2 0 16,2-1-1-16,-1 3-3 0,-2-2 4 0,0-1-3 15,2 1 12-15,-2-2 0 0,2 3-4 0,-3-5-5 16,0 2 1-16,-5 2 3 0,10-1-1 0,-4-2-4 0,-1 2-1 16,1-3-2-16,-1 0 0 0,3-1 2 0,-2-6-3 15,-1 5-4-15,-1-5 0 0,0-1-2 0,2-1 2 16,-4 1-1-16,2-2 0 0,2 0-2 16,1-4-1-16,-2-12 1 0,1 22 0 0,-1-22-5 15,0 12-16-15,0-12-12 0,0 0-17 0,0 0-22 16,0 22-11-16,0-22-22 0,0 0-50 0,0 0-55 0,0 0-51 15,0 0-159-15,0 0-446 0,-30-34 197 16</inkml:trace>
  <inkml:trace contextRef="#ctx0" brushRef="#br0" timeOffset="1573.32">10795 3874 41 0,'0'0'54'0,"0"0"-7"0,0 0 4 0,0 0-5 0,0 0-4 16,0 0-9-16,0 0-7 0,0 0-3 0,0 0 5 15,0 0 3-15,0 0 7 0,0 0 0 0,0 0 4 16,32 7 14-16,-19-6-2 0,6 1 1 0,1-1 2 16,2-2-13-16,9 2 0 0,0-1 7 0,4-2 0 15,2 0-5-15,4-2 2 0,10-3-8 0,3 2 15 16,-1-1-15-16,6-1 0 0,1 0 0 0,2-4-4 16,3 0-5-16,27-3-5 0,-29 3 0 0,27 2 2 15,-27-5-2-15,4 7-7 0,26-5-1 0,-28 5 0 16,31-4-8-16,-31 3 3 0,24-1 1 15,-26 3-2-15,2-2-1 0,30 3 0 0,-32 0 0 16,5-1-1-16,-7 2 1 0,35-1-4 0,-33 2-2 0,-2-1 8 16,3 2-11-16,-1-3 3 0,-4 3 4 0,-1-3-6 15,1 1 5-15,-1 0-1 0,-5 1-2 0,0-1-2 16,-15 0-2-16,13-1 5 0,-13 1-3 0,0 1-2 16,-4 1-2-16,1-1 4 0,-4-1-1 0,-3 2 2 15,-1-2 27-15,-6 2-3 0,-1-1-3 0,-2 1-5 16,2 1 0-16,-4-1-1 0,-2 0 2 0,6 0-3 15,-7-1-1-15,4 0-2 0,-4 0 5 0,-1 2-9 16,2-1 1-16,-2-2-3 0,1 3 9 0,-4 0-8 16,-2 0 1-16,4-2 8 0,-4 3-14 0,4-1 5 15,-2 0-2-15,2-1 2 0,-2 1-2 16,0 0 1-16,3 1-2 0,-2-1 0 0,-3 0 3 16,-7 1-1-16,16-1-2 0,-9 0 5 0,-7 1-3 15,15-3 1-15,-7 3-2 0,-8 0 2 0,10-1-3 0,-10 1-1 16,11 0-1-16,-11 0 8 0,10-1-7 15,-10 1 1-15,9 0-2 0,-9 0-2 0,0 0 1 16,8-2-2-16,-8 2-1 0,0 0 1 0,0 0-3 16,0 0-2-16,12 3 3 0,-12-3-1 0,5 2 8 15,-5-2-4-15,6 4-5 0,-6-4 6 0,9 4-1 16,-7 0-7-16,-2-4 3 0,9 9-4 0,-8-6 7 0,-1-3 1 16,6 10-4-16,-3-4 0 0,1 0 0 0,-2 2 3 15,0 1 4-15,3 2-2 0,-1-2-2 16,-3 2 2-16,3 0-2 0,-4-1 4 0,2 0-2 15,0 0 3-15,-2 6-1 0,0 0 3 0,0-1 4 16,0 2-5-16,0 2 0 0,-2-4 12 0,2 2-10 16,0 0 7-16,-2 1 6 0,2 1-2 0,-2-1-3 15,0 0 1-15,2 2-3 0,-1-1 4 0,1 4-1 0,0 1 2 16,-4-4-2-16,1 5 2 0,1 0 1 16,0-1 1-16,0 3 1 0,-1-4-8 0,1 3 2 15,-2-1-2-15,0 0 4 0,3 1 0 0,-3 1-3 16,4-1 2-16,-3 2-1 0,1-2-4 0,2 3 4 15,2 0-3-15,1 1 0 0,-3 1 1 0,1-3-2 16,3 4 0-16,-4-2 1 0,0 0 1 0,0 1-1 16,4 2 0-16,-2-1 2 0,2 4 0 0,-2-2 10 15,1 3 1-15,1-1 1 0,-1-1-2 0,4 1-1 16,-3 9 2-16,1-10-4 0,-3-3-3 0,4 4 4 16,-3 10-2-16,-2 2 0 0,0-13-3 0,1 9 5 15,3 6 0-15,-3-6-5 0,1 3 4 0,-3-12-3 16,1 16-2-16,-1-5 1 0,0 2 1 0,-1 1 2 15,-2-3 0-15,6 4-1 0,-5-1 2 0,2 0-1 16,-3-4 0-16,3 4 2 0,0 1-3 0,-2-1-5 16,-1 6 5-16,3 0 6 0,-2 3 2 0,1 0 1 15,-1-2 9-15,-2 0-5 0,4 3-5 0,-2 2-2 16,0-3 7-16,0 0 1 0,1-3-1 0,0-1 7 16,2 0-6-16,-2 4 0 0,3 24-7 0,-4-31 4 15,2 1-7-15,-1 4 8 0,1-5-5 0,0 1 0 16,1-3 0-16,-2-1-11 0,1 1 8 0,0-1-8 15,0-15 3-15,-2 2-4 0,2 1 4 0,3 9 5 16,-4-13-5-16,1-1-12 0,0-1 2 0,0 0 3 16,-2 1 9-16,0-5-15 0,2-7-26 0,2 5 8 15,-2-6-16-15,0-3-34 0,0 1-25 0,0-16-43 16,-2 20-46-16,2-20-48 0,-8 14-71 0,8-14-293 16,-15 10-633-16,15-10 280 0</inkml:trace>
  <inkml:trace contextRef="#ctx0" brushRef="#br0" timeOffset="3125.61">10956 7339 64 0,'0'0'62'0,"0"0"-2"0,0 0-2 0,0-10-10 15,0 10-5-15,0 0-3 0,0 0 10 0,3-8-7 16,-3 8 6-16,0 0-3 0,0-7-10 0,0 7 0 16,0 0-11-16,1-8 9 0,-1 8-5 0,0 0 11 15,3-9 5-15,-3 9 7 0,0 0-4 0,2-8-1 16,-2 8-4-16,0 0 13 0,0 0-1 0,0 0 2 15,1-7 0-15,-1 7-7 0,0 0-3 0,0 0 1 16,0 0-1-16,0 0-3 0,0 0-3 0,0 0-7 16,0 0 0-16,3-6-1 0,-3 6-2 0,0 0-6 15,0 0-10-15,0 0 5 0,0 0-8 0,0 0 4 16,0 0-9-16,0 0 3 0,0 0-2 0,0 0-2 16,0 0-3-16,0 0-2 0,0 0 3 0,0 0 3 15,-3 30-4-15,4-21-2 0,-1 3 0 0,0-1 4 16,0 5 1-16,2 0 5 0,-1 0 1 0,-4 1 4 15,2-1-5-15,2 0 9 0,1 1-6 0,-1-2 2 16,-1 4 5-16,-1-2-4 0,1-1-5 0,-2-4-1 16,2 6 5-16,2-2-1 0,-4 1 5 0,2 2-5 15,0-4 3-15,2 2-3 0,-4 0 0 0,4 0 1 16,-1-1 3-16,-1 0-5 0,0-2 1 0,0-2 1 16,-1 0-2-16,1-2-6 0,0 1 4 0,3 0-1 0,-2 1 2 15,0-1 2-15,-1 0 0 0,1 0 0 0,-2 0-5 16,1-1 1-16,0-2-3 0,-1 3 1 15,1-2 0-15,1 1-3 0,0-3 7 0,0 0-4 16,-1-7-5-16,0 12 3 0,0-5-2 0,0-7-6 0,2 13 2 16,-2-5 5-16,2-3-2 0,-2-5-1 0,1 10 4 15,-1-10-4-15,2 8 3 0,0-2-3 0,-2-6-3 16,3 11 2-16,-1-7 3 0,-2-4 1 16,2 7-1-16,-2-7-1 0,2 6 0 0,-2-6-1 0,4 7 1 15,-4-7-1-15,4 5 1 0,-4-5-4 0,6 6 4 16,-1-2-2-16,-5-4 1 0,11 4 2 0,-5-1-3 15,2-2 0-15,2 0 5 0,1 2-2 16,1-2 3-16,2 0 0 0,6 1 14 0,-2-1-1 0,4-1-4 16,6 2-1-16,1-2-2 0,2-1 4 0,0 0-3 15,1 0-3-15,1 1-2 0,2-3 1 0,0-1-1 16,3 4 0-16,1-2-1 0,11-3-2 0,2 1 0 16,-13 2 0-16,2-1-2 0,12-1 3 15,1 1-2-15,1 0 8 0,0 0-3 0,-1 1-4 0,3-2-2 16,3 1 1-16,-1 0 0 0,1 0-1 0,0 0-2 15,-1 0 0-15,-2 2 0 0,3-3 2 0,-1 2 0 16,1-1 4-16,-2-1-5 0,0 3 1 0,1 0 0 16,-5 0-2-16,0 2-2 0,2-1 4 0,0 0 1 15,2 2-3-15,-5-3 5 0,-1 2-1 0,-2-1-1 16,2 1-3-16,-12-2 6 0,-1 0-6 0,1 1 4 16,13-3-5-16,-18 2 3 0,-1 0 0 0,-1-1 0 15,3 0-1-15,-9 0 0 0,5 0 0 0,-12 1-3 16,2-2-1-16,-2 2 3 0,1-2 2 0,-6 2-2 15,4 0-1-15,-2-2 0 0,-3 0 1 0,-3 1 1 16,0 2-1-16,-1-1-2 0,0 0 1 16,-1 1 1-16,1-3-2 0,3 3 3 0,-4-1 1 0,4 0-3 15,-4 0-2-15,3-2 1 0,-5 3 0 0,-7 0-2 16,15 0 2-16,-6-2-2 0,-9 2 4 0,14 0 0 16,-8 0-6-16,-6 0-5 0,12-1-12 0,-12 1-13 15,0 0-11-15,7-2-13 0,-7 2-14 0,0 0-21 16,0 0-16-16,0 0-23 0,10 0-17 0,-10 0-21 15,0 0-5-15,0 0-136 0,0 0-334 0,0 0 148 16</inkml:trace>
  <inkml:trace contextRef="#ctx0" brushRef="#br0" timeOffset="4190.5">14218 7514 72 0,'-4'-10'89'0,"4"10"-11"16,0 0-8-16,0 0-10 0,0 0-4 0,0-11-6 15,0 11-7-15,0 0-4 0,0 0 4 0,2-7-4 16,-2 7-3-16,0 0 5 0,0 0-12 0,0 0-6 16,0 0 2-16,0 0-2 0,0 0-7 0,0 0 4 15,0 0-2-15,0 0 1 0,0 0-2 0,0 0 3 16,2-8 0-16,-2 8-12 0,0 0 9 0,0 0-5 16,0 0-1-16,0 0-3 0,0 0 2 0,0 0 5 15,0 0 4-15,0 0-1 0,0 0 2 0,0 0 2 16,0 0-5-16,0 0 3 0,0 0 4 0,5 25 10 15,-3-19 9-15,-2-6-1 0,0 10 2 0,0-4 1 16,2 2 1-16,-2-8-6 0,0 14 2 0,-2-4 0 16,4-2 4-16,-2 4 14 0,0-1-8 0,2 0-3 15,-4-1-2-15,0-1-2 0,4 2-4 0,-4-2-3 16,2 2 6-16,-2-3 10 0,2 3-14 0,0-4 0 16,0 4-2-16,-2-1-1 0,0-3-3 0,2 0-3 15,0 2-1-15,-1-1-3 0,1-8-3 0,-2 11-2 16,2-3-2-16,0-8-2 0,-2 12-1 0,-1-6-3 15,3-6 2-15,0 0-6 0,0 14 0 0,0-14 1 16,0 9-2-16,0-9 0 0,0 10-2 0,0-10 2 16,0 8 1-16,0-8-1 0,-2 8 2 0,2-8-1 15,0 9-3-15,0-9 3 0,2 6-2 0,-2-6 0 16,0 0-3-16,0 9 2 0,0-9-1 0,0 0 1 16,0 9-4-16,0-9 3 0,0 0 0 0,0 9 1 15,0-9-1-15,0 0-3 0,0 0-1 0,0 10 2 16,0-10-2-16,0 0-1 0,0 0 2 0,0 0 1 15,0 9-1-15,0-9 1 0,0 0 2 0,0 0-1 16,0 0 0-16,0 0 6 0,0 0-1 0,-4 4 2 16,4-4-1-16,0 0 4 0,0 0 3 0,0 0-7 15,0 0 0-15,-11 2 4 0,11-2-7 0,-7 2 3 16,7-2-5-16,-12 1-1 0,12-1 2 0,-15 0 2 16,6 1-5-16,-5 1 5 0,1-1-6 0,-1 2 0 0,-5-3 0 15,-4 3-3-15,-4 0 2 0,-2 0-2 16,-3 1-2-16,3 1 5 0,-2-1-2 0,1-1 5 15,-3 1-7-15,6-2 3 0,6 2 1 0,-7-2-3 16,7-1 1-16,1 2-1 0,2-1 0 0,-4 0 3 16,3-1-8-16,0-1-5 0,2 1-11 0,0 0-9 0,-1 0-21 15,1 1-20-15,2-1-23 0,-5-1-40 16,4 1-28-16,-4-1-50 0,-9 2-134 0,11-4-374 0,-2-2 166 16</inkml:trace>
  <inkml:trace contextRef="#ctx0" brushRef="#br0" timeOffset="4943.12">11783 5215 62 0,'0'0'126'0,"0"0"-7"0,0 0-25 0,0 0-5 15,0 0-7-15,0 0 9 0,0 0 0 0,3 22 8 16,-3-7-1-16,0 3 1 0,-1 1-7 0,0 6 0 16,1 3-1-16,-1-1-4 0,-1 0 1 0,-1 2-6 15,-1-1-6-15,4-3-2 0,0 2 1 0,0-1-10 16,0-6-2-16,2-1-2 0,-2-1-10 0,3 0-3 15,-1-1-4-15,-4 0-7 0,2-6 2 0,0 3-5 16,2-2-4-16,-2 0-3 0,2-1-1 0,-2-3-6 16,0 2 3-16,0-1-7 0,1-2-19 0,-1-7-23 15,0 10-22-15,0-10-17 0,1 9-19 0,-1-9-18 16,0 0-27-16,0 0-41 0,0 0-124 0,-9 2-319 16,9-2 141-16</inkml:trace>
  <inkml:trace contextRef="#ctx0" brushRef="#br0" timeOffset="5201.25">11822 5141 67 0,'31'-9'144'0,"1"4"-12"0,-1 2-17 0,-2 4-5 15,-2 3-13-15,-8 1-7 0,0 2-6 0,-4 2-11 16,-3 0-6-16,-3 5-2 0,-4 2-9 0,4-1 0 15,-9 4-9-15,-4 7 2 0,-1-2-5 0,-3 1 1 16,-2-2 3-16,-4 3-11 0,-1-3 1 0,-4-4 0 16,4 0-3-16,-1-4-4 0,1-2 2 0,-6 4-6 15,3-6-7-15,3-2 0 0,-2 0-1 0,2 0-14 16,-4-1-19-16,2-5-41 0,6 1-36 0,-1 0-46 16,2 0-96-16,-3-3-252 0,7-1 112 0</inkml:trace>
  <inkml:trace contextRef="#ctx0" brushRef="#br0" timeOffset="5505.17">12107 5438 112 0,'4'5'110'0,"-4"-5"-2"0,7 7 5 0,-2-1-5 0,1-2 7 16,-2-1-2-16,5 0 0 0,1 1 0 0,-1-2-1 15,4 1-4-15,-3-1-7 0,3-2-7 0,-2 0-9 16,3-2-4-16,-1-1-6 0,-1 0-2 0,0-2-8 16,-3 1 7-16,1-1 7 0,-2 0 6 0,-1-3-10 15,-5 2-4-15,2-5-8 0,-3 3-8 0,-1-3-6 16,-2-2-1-16,-1 3-6 0,-6-3-8 0,1-2-6 16,-4 2-1-16,-1 2-6 0,-4 1 1 0,2 1-2 15,1 2-14-15,-3 0-14 0,5 4-10 16,-1 1-23-16,0 2-23 0,-1 2-22 0,3 1-24 0,-3 1-30 15,3 3-24-15,-2 3-24 0,2 2-109 16,4-1-320-16,4-2 141 0</inkml:trace>
  <inkml:trace contextRef="#ctx0" brushRef="#br0" timeOffset="6019.2">12372 5351 8 0,'0'0'197'0,"4"-10"-1"0,-2 6-17 0,-2 4-17 16,3-6-19-16,-3 6-20 0,0 0-8 0,0 0-15 16,0 0-16-16,0 0 0 0,0 0-9 0,10 20-7 15,-4-8-5-15,-2 4-11 0,0-2-4 0,1 2-1 16,0-1-6-16,-1-5-2 0,0 2-4 16,4 1 0-16,-2-6-3 0,-1 4-4 0,1-6-1 15,-2 0 1-15,4-1-11 0,0 0 6 0,-1-3-1 16,0-1-4-16,4 1 1 0,-11-1-3 0,14-5-3 0,-6 2 4 15,0-4-5-15,1-1 0 0,-3 0 7 16,0-1-9-16,-1-1 4 0,2 1 0 0,0-6 0 0,-5-1 3 16,4 1-8-16,-3 4 0 0,-1-3-1 15,0 3 0-15,0 2 1 0,3 0-1 0,-4 3-1 0,1-1-4 16,-2 7 0-16,2-7-6 0,-2 7 3 0,0 0-1 16,0 0-7-16,0 0 3 0,0 0 1 0,0 0 1 15,0 0 0-15,0 0 1 0,15 28 1 16,-10-19 1-16,0 1-3 0,-1 1 6 0,-2-3 0 15,3 1-4-15,-1-1 1 0,0-2-2 0,3 1 2 0,-2-1 8 16,-1-1 4-16,3-2 12 0,-3 3 5 0,3-4 2 16,-7-2 11-16,16 2-2 0,-10-2 7 0,-6 0 1 15,15-4 7-15,-7 2 3 0,1-5-2 0,0 2-5 16,0-2-4-16,-4 1 10 0,1-3-12 16,1-1-6-16,-1-5-5 0,0 3-1 0,-2 1 0 15,0-1-5-15,-4 1-6 0,3-5-13 0,-1 0-9 0,-2 3-17 16,-2 2-8-16,2 1-16 0,0 3-17 0,0 7-30 15,0-12-42-15,0 12-44 0,0-9-33 16,0 9 1-16,0 0-2 0,0 0-125 0,0 0-360 16,0 0 160-16</inkml:trace>
  <inkml:trace contextRef="#ctx0" brushRef="#br0" timeOffset="6633.39">12830 5411 87 0,'0'0'169'0,"11"-4"-2"0,-6 0-8 0,-5 4-7 15,13-12-14-15,-8 5-4 0,4-1-2 16,-3 1-7-16,-1-2-7 0,4-1-13 0,-5 1-6 16,1 0-6-16,1 0-6 0,1-2-4 0,-2 1-1 0,-2 0-4 15,1 0-3-15,-2 2-6 0,2 0-8 0,-4-1-8 16,0 9-5-16,0-14-2 0,0 14-7 16,-2-8-3-16,2 8-4 0,-2-7-5 0,2 7-2 15,0 0-10-15,-6-4 1 0,6 4-4 0,0 0-1 16,-17 14-3-16,7-3 0 0,-2 3-1 0,3 0 7 0,0 4-9 15,-1-2-2-15,4 0 3 0,1-1-2 0,1 0-1 16,0-2 3-16,2 0-5 0,4-1 3 16,-2 0 3-16,4 0 2 0,0 0-4 0,1-2 3 15,1 0 1-15,4-1 8 0,3 1-1 0,1-5 3 16,-3 2 6-16,7-2-3 0,-7-1-3 0,8 0 1 16,0-3-4-16,0 0 5 0,-2-2 0 0,2 0-5 15,1-2-2-15,-3-2 1 0,-2 0-2 0,2 0 1 16,1-4-6-16,-7 4 3 0,3-5-6 0,-3-1 4 15,0-2-8-15,-2 1-2 0,0-3-1 0,-5 4 6 16,1-4-14-16,-3-1-1 0,0 1-6 0,-4-3-2 16,-2 1 4-16,-1 0 2 0,-3 1-2 15,0 2 6-15,2 4-2 0,-3 0-2 0,0 1 0 0,0 2 2 0,4 0-1 16,-4 1 2-16,5 1 3 0,4 5 1 16,-10-7-2-16,10 7-2 0,-4-5-3 0,4 5 1 15,0 0 2-15,-6-5 0 0,6 5 1 0,0 0 6 16,0 0-5-16,0 0 6 0,0 0 1 0,27 5-4 15,-16-3 5-15,3 0 1 0,5-1-1 0,-1-1 2 16,1 0-1-16,-2 0 6 0,2 2-6 0,-6-2 1 16,-1 0-2-16,-2 0 2 0,-1 2 2 0,-2 1-4 15,5-3 2-15,-12 0-2 0,12 4 1 0,-7-2 1 16,2 3 1-16,-4-1 5 0,1 3 1 0,0 2 3 16,-2 1 1-16,1 1 6 0,-3 4-1 0,2 4 3 15,0-3 0-15,-2 1 2 0,2 1-7 0,-2 0 4 0,-2 1-1 16,0 0-1-16,2 0-7 0,-2-1-36 15,0 0-51-15,1 2-59 0,2-1-68 0,-2 1-217 16,2 4-454-16,-2-7 200 0</inkml:trace>
  <inkml:trace contextRef="#ctx0" brushRef="#br0" timeOffset="7256.57">11315 6906 51 0,'-1'-18'212'0,"-1"0"-18"0,2-8-9 0,7 1-12 15,2-2 2-15,1-2-17 0,4 1-8 0,1-5-10 16,4 3-6-16,6-10-9 0,-2-5-12 0,-4 15-8 15,8-14-12-15,-7 1-9 0,-1 11-8 0,3-9-7 16,-7 11-3-16,-1 1-2 0,-1 2 1 0,-4 4 5 16,-2 4-5-16,-4 7-3 0,1 1-8 0,0 1-3 15,-4 5-4-15,1-3-4 0,-1 8-10 0,0-10-7 16,0 10-3-16,0 0-2 0,-10-2-7 0,10 2-1 16,-22 12 2-16,8-1-2 0,-5 8-2 0,-1 0-2 15,4 1 2-15,3-4-7 0,2 1-3 0,3 1-26 16,3-1 3-16,0 1 2 0,5 0-3 0,5 1 3 15,3 0 0-15,2-3-1 0,6 3-3 0,3-1 2 16,3-1-1-16,0 0 3 0,5-3 1 0,-1 1 8 16,1-1-6-16,0-4 2 0,-3 3 4 0,-5-4 1 15,-3 1 1-15,0-1-2 0,-3 1 0 0,-4-1 1 0,-2-2 2 16,2 2-3-16,-5-2 0 0,1 1 5 16,-5 1 2-16,0-9 2 0,-6 13-2 0,-2-5 3 15,-1-1 1-15,-1 1-3 0,-4 1 0 0,0-1-16 16,-1-2-16-16,1-2-15 0,1 0-15 0,1-1-48 15,1 0-13-15,-2-2-34 0,4-1-24 0,0-3-125 0,0 0-333 16,3-1 147-16</inkml:trace>
  <inkml:trace contextRef="#ctx0" brushRef="#br0" timeOffset="7877.89">11805 6454 44 0,'2'-5'189'0,"-2"5"-24"0,6-5-9 15,-6 5-16-15,0 0-19 0,0 0-11 0,0 0-18 16,0 0-3-16,0 0-4 0,0 0-6 0,13 16-9 16,-11-6-4-16,0 2-6 0,1-1-6 0,0 2-6 15,2-2-6-15,0 1-2 0,2-1-3 0,-3-1 0 16,3-1-4-16,-1 1-2 0,2-2-1 0,1-2-3 16,1 0 0-16,0-3-2 0,1 1 1 0,-2-1-2 15,4-3 0-15,-3 0-5 0,2-3 4 0,-1-2-5 16,1 0-2-16,-5-2 3 0,3-2-2 0,0 0-3 0,-3 0 3 15,1-3-7-15,-2-1 5 0,1-2 1 16,-4-2-6-16,2 1-2 0,-3 4-2 0,-1-4 1 16,0 3-2-16,-2 0 3 0,2 4 1 0,-1-1 9 15,2 3 0-15,-2 7-1 0,1-10 2 0,-1 10-10 16,0 0-4-16,-1-10-4 0,1 10 2 0,0 0-1 0,0 0-2 16,0 0 0-16,0 0 0 0,1 37 6 0,4-21-4 15,-5-1 0-15,2 2-1 0,2-2-1 16,-1-4 2-16,5 5 1 0,-3-5 1 0,2-1-1 0,2-1 0 15,-1 0 0-15,1-2 0 0,3-2 2 16,1-2 0-16,1 0 4 0,3-2-4 0,2-2 3 16,-2-2-2-16,0-4 3 0,-2 0-4 0,-1-3 4 0,-5 2-3 15,4-5 5-15,-6 4 4 0,2-5 2 16,-2-3-6-16,0-1 8 0,-3 1-3 0,-2-2 1 16,-1 0 0-16,0 1 3 0,-1-7-7 0,-1 4-1 15,-2 2-4-15,1 0 7 0,0 1 4 0,-3 3 2 0,4 2 7 16,-1 2 1-16,2 4 2 0,-2 0-4 0,2 7-7 15,0-11-1-15,0 11-6 0,-2-7-4 16,2 7-3-16,0 0 2 0,0 0 2 0,2 27-4 16,-2-8 0-16,3 7 2 0,-3 2 3 0,0 4-1 15,1-2-4-15,0 2 4 0,-2 0 0 0,2 0 1 0,1 1 2 16,1 0-1-16,-3-4-2 0,0-2 2 0,4 0-4 16,-4 0 2-16,3-2 1 0,-2-2 0 0,0-3-4 15,3-4 3-15,-2 2-3 0,0-2-11 16,0-1-30-16,-1 0-28 0,-1-2-33 0,-1 3-36 15,1 0-40-15,-2-4-40 0,0-1-175 0,-2-2-417 0,0-3 185 16</inkml:trace>
  <inkml:trace contextRef="#ctx0" brushRef="#br0" timeOffset="8105.42">12354 6437 106 0,'6'-3'154'0,"-2"-3"-7"0,-4 6-15 0,12-3-4 16,-12 3-10-16,11 3-13 0,-6 3-12 0,2-2 0 15,-1 2-14-15,1 2-8 0,-4 4-5 0,0-2-4 0,0 2-3 16,-1-2-10-16,-4 3-7 0,-1-1 0 0,-1 1 2 16,0 1-8-16,-5 1-12 0,0-1-21 0,0-2-23 15,3 1-37-15,-1-5-26 0,-1 1-42 0,2-3-103 16,-1 1-247-16,1-3 109 0</inkml:trace>
  <inkml:trace contextRef="#ctx0" brushRef="#br0" timeOffset="8351.33">12462 6274 182 0,'0'-5'201'16,"0"5"-18"-16,0-9-20 0,0 9-19 0,0 0-15 15,0 0-8-15,0 0-20 0,0 0 1 0,13 19 11 16,-7-1-7-16,2 9-3 0,-4 2-5 16,1 1-11-16,-1 0-6 0,-4 2-9 0,2-2-4 15,0 0-8-15,-1-1-4 0,1 1-4 0,0-2-9 0,-2 0-1 16,0-1 2-16,2-2-3 0,-2-5-12 0,-2-1-15 16,2-2-32-16,-4 0-26 0,3 1-35 0,-3-5-33 15,4 4-47-15,-2-5-29 0,-4-2-119 16,1 2-330-16,-1-4 146 0</inkml:trace>
  <inkml:trace contextRef="#ctx0" brushRef="#br0" timeOffset="8582.03">12517 6492 10 0,'10'-10'172'0,"-3"1"0"0,1 2-8 16,2 0-11-16,-2 4-16 0,-1-1-16 0,-1 3-9 15,5 0-3-15,-11 1-9 0,14 2-10 0,-5 2-9 16,1 0-6-16,-6 2-8 0,-1-1-3 0,1 3-10 16,-2 2-3-16,2 0 1 0,-8 1-11 0,2-2 0 15,-2 3-5-15,-5 2-6 0,1-4-3 0,-1 4-22 16,-3-3-24-16,2-2-24 0,1 1-41 16,0-3-27-16,-3 1-31 0,1 0-120 0,3-5-282 0,1-1 125 15</inkml:trace>
  <inkml:trace contextRef="#ctx0" brushRef="#br0" timeOffset="8815.44">12678 6263 140 0,'0'0'180'0,"4"-6"-21"15,-4 6-8-15,0 0-10 0,0 0 5 0,0 0-4 16,15 16-9-16,-10-5-6 0,2 6 3 0,-2 0-8 15,5 6-7-15,-5-4-14 0,2 0-8 0,-1 4-11 16,-1-2-6-16,-1-3-6 0,0 0-9 16,-1 2-6-16,1-3-3 0,1 0-17 0,-2-1-24 0,1 1-25 15,-2-4-26-15,2-2-38 0,-1 0-32 0,-1-1-39 16,0 1-19-16,0-4-127 0,0-1-317 0,-1 1 141 16</inkml:trace>
  <inkml:trace contextRef="#ctx0" brushRef="#br0" timeOffset="9337.01">12915 6469 112 0,'0'0'183'0,"2"-8"-17"0,-2 8-21 0,0 0-12 15,6-4-11-15,-6 4-7 0,0 0-12 0,0 0-8 16,6 17-4-16,-4-10-11 0,0-1-6 0,3 2-7 16,-1-1 1-16,0 0 2 0,6-1-4 0,-4 2 1 15,3-3-8-15,5-1-3 0,-3-2-5 0,7-1-3 16,2-2-6-16,-1-2-4 0,0 1-1 0,2-3-5 15,-1-2 1-15,-3 1-1 0,-5-1 3 0,4-1-6 16,-5 0 3-16,0 1 6 0,-2 0 7 0,1-1 1 16,-2-1 6-16,-1 1-1 0,-3-1 4 15,1 1-2-15,0 1 5 0,-3 1-8 0,-2 6 7 0,4-7-5 16,-1 1-7-16,-3 6-5 0,4-4-6 16,-4 4-12-16,0 0-1 0,0 0-1 0,0 0-2 0,6 19-2 15,-3 0 0-15,-1 9 0 0,2-1 2 0,4 9 1 16,-4 10-1-16,1 4 2 0,1 0-2 0,1-2 0 15,2 0 1-15,-2 7 0 0,-1-6-1 0,-2-1 0 16,-1 2 1-16,1-4-1 0,-4-10-2 0,3 10 2 16,-6-13 7-16,3 1-8 0,-4-2-1 0,-1-2 2 15,3-1-3-15,-2-1-2 0,-3-2-3 0,-2-3 2 16,0-7 8-16,-2 1-11 0,-1 1 5 0,-1-5 9 16,-5 0-6-16,1-1-9 0,0-4 3 0,-2-1-1 15,0-2 0-15,-1-2 3 0,0-4-4 0,-2-1-4 16,-6-3 2-16,9-2-2 0,-4-5-3 15,0-5 2-15,1 0-4 0,4-9 1 0,4 0-3 0,1-5 2 16,7-2-6-16,-2-17-4 0,11 1 1 0,2-2 1 16,10-2-3-16,3 2 0 0,9 1-1 0,2 1 1 15,3 3-3-15,2 4-3 0,3 2 3 0,-3 2-9 16,2 4-24-16,5 1-21 0,1 2-25 0,-2 0-36 16,-8 12-42-16,15-6-28 0,-2 3-43 0,-12 8-182 15,-3 0-458-15,-1 1 203 0</inkml:trace>
  <inkml:trace contextRef="#ctx0" brushRef="#br0" timeOffset="9478.44">13702 6538 237 0,'0'0'318'0,"0"0"-23"0,0 0-16 0,0 0-4 16,0 0-14-16,0 0-21 0,0 0-21 0,8-11-11 16,-8 11-32-16,0 0-15 0,0 0-32 0,2-10-43 15,-2 10-64-15,0 0-86 0,0 0-118 0,-10-12-262 16,5 9-480-16,5 3 213 0</inkml:trace>
  <inkml:trace contextRef="#ctx0" brushRef="#br0" timeOffset="43257.73">2719 4846 40 0,'0'0'106'0,"0"0"1"0,-5-8 1 0,5 8-12 15,0 0 2-15,-4-13-3 0,3 9-5 0,1 4 2 16,-4-8-4-16,4 8-4 0,-3-10-4 0,3 10 1 16,-2-10-12-16,2 10-6 0,-4-8 5 0,4 8-3 0,-4-8-2 15,4 8-3-15,-3-7-9 0,3 7-7 0,0 0 5 16,-3-11 0-16,3 11 3 0,0 0 0 0,-3-6-5 15,3 6-3-15,0 0-1 0,0 0-8 16,-2-7-5-16,2 7-1 0,0 0-7 0,0 0-7 16,0 0 4-16,0 0-8 0,0 0-2 0,0 0-3 15,0 0 5-15,0 0-7 0,0 0 3 0,0 0-7 16,0 0 4-16,0 0-4 0,0 0 2 0,4 26 2 16,-2-16-1-16,0-1 1 0,0 2 1 0,1 0-8 15,0 1 6-15,0 1-3 0,-1 2 4 0,1-2-2 16,1 4 0-16,-3-1-3 0,0 1 2 0,2-1 1 15,-2 1-1-15,1-5 3 0,-1 6-5 0,0-2 1 16,-1 0 7-16,3 1-6 0,-1 0 1 0,1-2-2 16,-2 0 3-16,-1-2-3 0,3 2 3 0,-2 1-1 15,-1-1 2-15,1 2-1 0,2 1 0 0,-2-1 0 16,-1-1-1-16,3 2 2 0,-2-5-2 0,0 4 0 16,-1-1-2-16,0-1 2 0,1 0-1 0,-2 3 3 15,2-1-3-15,2 0 2 0,-3 1 1 0,1-1 3 16,1 0 1-16,-2 1-3 0,0-2 4 0,0 0 0 15,0 0-4-15,-2 0-2 0,4 1 4 0,-2 0-1 16,0-4-1-16,0 3-2 0,0 0 3 0,0 0-5 16,0 2 4-16,0-1-3 0,0-1 0 0,0 1 2 15,0-2 1-15,0 1-1 0,0 0-6 16,-2-2 6-16,5 1-2 0,-3-2 1 0,0 3-1 16,0-3 2-16,-1 2 3 0,3-2-4 0,-1-2 5 0,-2 2-4 15,0-3 1-15,0 3-1 0,-1-2 1 0,1 0 1 16,2 0-6-16,-1 1 8 0,-1 0-4 0,1-12 3 15,0 24 5-15,0-9 6 0,-1-1 1 0,-1-3-3 16,1 4 1-16,0 0 2 0,1 2-5 16,-1 1 0-16,-2-3 2 0,2 1-4 0,1-1 5 15,-3 1-8-15,2 0 5 0,1 0 2 0,-3-1-2 16,3 2 0-16,-2-1 4 0,-1-1-10 0,2-3 1 16,1 5-1-16,-3 0 1 0,2-1 2 0,0 2 2 0,1-2-3 15,0 0 1-15,-3 2 0 0,3 0 0 16,0-1 7-16,-1 0-5 0,4 2 4 0,-3-1-3 15,0 1 1-15,0 0 6 0,-2 0-9 0,2 0 10 16,0-2-8-16,0 3 1 0,0-1-3 0,0 1 0 16,2-2-1-16,-2 1 4 0,0 0-6 0,0 0 5 15,-2 1-4-15,2-2 5 0,0 0 3 0,2 1-2 16,-2-1-3-16,-2 1 2 0,2-1 1 0,0 2-1 16,-1-2 3-16,0 9 2 0,-1-3-5 0,-1-5 5 15,1 7-1-15,0-1 1 0,0-7-5 0,1 2 1 16,-1-1 1-16,0 5-2 0,1-5-3 0,-4 0 1 15,3 9 0-15,0-9-1 0,-2 7-2 0,3-7 3 16,-3 7 1-16,3-6-3 0,-2-3 0 0,2 3 0 16,-2-1-2-16,1-1 11 0,1 2-13 0,1-1 2 15,-4-1-4-15,1 7 9 0,2-6-6 0,1 0 8 16,-2 6-5-16,2-7-1 0,-3-1 2 0,2 1-2 16,-1 0-3-16,0 7 5 0,1-7-1 0,-1-5-5 15,1 6 1-15,-2 0 4 0,1 1-1 0,-1-2 4 16,2 0-7-16,-3 2-2 0,3-4 0 0,0 2 0 15,-2 1-2-15,-1-2 1 0,2-1-5 0,0 0 5 16,1 0-1-16,0 1-1 0,-2-5 3 0,3-12 0 16,-4 23 1-16,3-10-3 0,1-13-1 0,-2 22-2 15,0-9 4-15,1-1-1 0,1-12 1 0,0 23-4 16,0-23 5-16,-4 16-3 0,4-16-1 16,-1 13 2-16,1-13-2 0,-1 12 1 0,1-12 1 15,0 0 0-15,-3 15-5 0,3-15-3 0,0 0-15 0,0 0-14 16,-2 14-25-16,2-14-26 0,0 0-31 0,0 0-35 15,0 0-55-15,0 0-67 0,-7 11-194 0,7-11-505 16,0 0 223-16</inkml:trace>
  <inkml:trace contextRef="#ctx0" brushRef="#br0" timeOffset="44335.23">2163 7864 26 0,'0'0'91'0,"-9"-3"3"0,9 3-12 0,-8-1 0 16,8 1 3-16,0 0-9 0,-11-2 6 0,11 2-10 0,0 0 1 15,-11-2-15-15,11 2-11 0,0 0 3 0,-8 0-8 16,8 0 6-16,0 0-8 0,-11 1 0 16,11-1-5-16,0 0 10 0,0 0-7 0,0 0 2 15,-11 1-4-15,11-1 0 0,0 0-6 0,0 0-2 16,0 0-5-16,0 0 2 0,0 0-9 0,0 0 5 0,0 0-3 16,0 0 0-16,0 0-3 0,0 0-7 0,0 0 0 15,0 0 7-15,0 0-5 0,0 0 5 0,-5 3-6 16,5-3-1-16,0 0 0 0,0 0-5 15,0 0-2-15,0 0 2 0,0 0-2 0,0 0 5 16,0 0 0-16,0 0 2 0,0 0-2 0,13 15-2 16,-8-13 6-16,-5-2-7 0,12 5 5 0,-5-2 5 0,1-2 7 15,3 4-8-15,-1-2 5 0,1-2-1 0,1 3 9 16,1-1-2-16,1 0 1 0,3 0-4 16,2-1 6-16,2 0 4 0,2 0-5 0,5 0 3 15,1-1-3-15,3-1-2 0,-3 1 2 0,5 1-3 0,-2-1 2 16,5-1-2-16,0-1 4 0,1-1 0 0,13 2 4 15,0-2 1-15,2 0-1 0,0 2 0 16,0-3-3-16,0 2-5 0,5-1 4 0,-3-1-5 16,2 2-1-16,1-5 3 0,5 3 3 0,-5 0 3 15,6 0-7-15,4-1-1 0,-4 4 3 0,27-6-5 0,-28 6 9 16,1-1-13-16,0 1 5 0,3-1-4 0,-1-1 5 16,24-1-2-16,-28 3 4 0,4 0-4 15,0-2 3-15,24-2-5 0,-25 6 4 0,24-6-5 0,-26 4 3 16,4-1-1-16,22 1 1 0,-29-1-2 15,2 1 0-15,30-5-4 0,-33 5 4 0,3-1-2 16,-2-2-3-16,1 1-2 0,5 2 3 0,-3 0 0 0,28-2 0 16,-34 3 2-16,-1-1-1 0,1 0 0 15,-4 0 11-15,-1 3-10 0,-12-3 0 0,9 0-1 0,-8 0 0 16,-4 0 0-16,1 3 1 0,-2-3-3 16,-1 1 2-16,-3 1-4 0,-2 1 3 0,-3-1-1 15,-5 0-5-15,-2-2 2 0,-3 4 2 0,-3-4 0 0,-3 3 0 16,0-3-2-16,-4 3-1 0,1-3-1 0,-8 0 1 15,11 0 0-15,-11 0 3 0,9 1 5 16,-9-1-2-16,8 1 0 0,-8-1 1 0,0 0-1 16,0 0-2-16,0 0 0 0,9 0 1 0,-9 0-5 15,0 0 13-15,0 0-11 0,0 0 3 0,0 0-7 0,0 0-10 16,0 0-20-16,0 0-29 0,6-5-43 0,-6 5-50 16,0 0-66-16,0 0-62 0,0 0-166 15,0 0-474-15,0 0 209 0</inkml:trace>
  <inkml:trace contextRef="#ctx0" brushRef="#br0" timeOffset="64943.16">779 10488 103 0,'0'0'183'0,"0"0"-43"15,0 0-43-15,0 0-28 0,0 0-38 0,0 0-41 16,0 0-39-16,0 0-45 0,0 0-103 16,13-7 46-16</inkml:trace>
  <inkml:trace contextRef="#ctx0" brushRef="#br0" timeOffset="153230.76">14238 4531 9 0,'0'0'68'0,"0"0"-4"0,0 0 2 15,0 0-14-15,0 0 7 0,0 0-16 0,0 0 3 16,0 0-2-16,0 0-9 0,0 0-5 0,0 0-8 16,0 0 8-16,0 0-3 0,0 0-1 0,0 0-8 15,0 0 6-15,0 0-5 0,0 0-2 0,0 0 7 16,0 0-9-16,0 0 0 0,0 0 0 0,0 0 2 15,0 0 1-15,0 0-2 0,0 0-8 0,0 0 6 16,0 0-5-16,0 0 5 0,0 0-8 0,0 0 0 16,0 0-7-16,0 0 11 0,0 0-6 0,0 0 2 15,0 0-1-15,0 0 1 0,-24 5-7 0,24-5 5 16,-8 2 2-16,8-2-15 0,-8 3 12 16,8-3-4-16,-9 2-1 0,9-2 2 0,0 0 3 0,-8 3-1 15,8-3 1-15,0 0 3 0,-6 3-6 0,6-3 7 16,0 0-1-16,-9 1 13 0,9-1-5 15,0 0 8-15,0 0 2 0,-8 3-3 0,8-3 1 0,0 0 3 16,0 0-2-16,0 0-2 0,0 0 4 0,0 0-3 16,0 0 1-16,0 0-9 0,0 0 8 0,0 0-9 15,0 0 3-15,0 0-5 0,0 0-3 0,0 0 0 16,0 0 0-16,0 0-2 0,0 0-3 0,0 0 1 16,0 0-7-16,0 0 5 0,0 0 1 0,29-4 2 15,-20 4 1-15,6-2-2 0,3 1-4 0,1 1 7 16,0-3-7-16,2 2 12 0,-1-2-9 0,2 5-1 15,7-6 11-15,-8 4-10 0,1-3 6 0,-2 3-6 16,9 0 0-16,0-2-3 0,-2 0 0 0,3 0 3 16,3 1-1-16,-1-2-1 0,0 2-2 0,1-2 2 15,1 4 2-15,-1-2-3 0,2 0 2 0,-2 2-8 16,1-1 8-16,1 0-12 0,0-1 10 0,0 2 2 16,1-2-4-16,3 2 7 0,-1-2-7 0,2 1 0 15,-2-4-1-15,3 4 12 0,-1-1-7 0,-2 1 6 16,14-3 2-16,-15 2-10 0,1 0 1 0,0-1 5 15,0 0-6-15,-1 0 11 0,2 0 3 0,0 1 2 16,-2-1-10-16,0 2-5 0,2-6 0 0,-4 3 3 16,4 0 0-16,-4 0 2 0,-1-1 3 0,-2-1-1 15,1 1-1-15,-1 3-3 0,0-3-1 0,-3-1 10 16,1 2-10-16,-2-1 4 0,1 3-3 0,-2-1-4 16,-7-1-2-16,7 2 10 0,-5 0-3 0,-2-2 3 15,0 1-4-15,0 0-1 0,-1 1 0 0,2 0 13 16,-4 1-18-16,-4-2 2 0,5 2 5 0,-4-1-4 15,0 1 3-15,-1-2-3 0,-1 2-1 0,0 0 3 16,-1 0-4-16,-4 0 16 0,3 0-16 0,-10 0 3 16,13 0-3-16,-13 0 3 0,12 0 5 0,-12 0-4 15,10-2-1-15,-10 2-2 0,8 0 5 0,-8 0-5 16,0 0-1-16,0 0 3 0,9 2-5 0,-9-2 3 16,0 0 2-16,0 0-5 0,0 0-7 0,0 0-11 15,0 0-33-15,0 0-7 0,0 0-29 0,6 2-23 16,-6-2-99-16,0 0-229 0,-24 13 102 15</inkml:trace>
  <inkml:trace contextRef="#ctx0" brushRef="#br0" timeOffset="154585.87">14261 7096 11 0,'0'0'74'0,"0"0"-12"16,0 0 2-16,0 0 0 0,0 0-7 0,0 0 9 16,0 0-12-16,0 0 6 0,0 0-4 0,0 0 5 15,0 0-14-15,0 0 0 0,0 0-3 0,0 0-5 16,0 0-5-16,0 0 4 0,0 0-7 0,0 0-4 16,0 0-5-16,0 0 8 0,0 0-7 0,-12 3-4 15,12-3-2-15,0 0 1 0,0 0-5 0,0 0 1 16,-11 1-1-16,11-1 1 0,0 0 4 0,0 0-1 15,0 0-9-15,0 0 4 0,0 0-2 0,0 0-6 16,-7 2 1-16,7-2 3 0,0 0-3 0,0 0-2 16,0 0-3-16,0 0 7 0,0 0-4 0,0 0 3 15,0 0-4-15,0 0 3 0,9 13 6 0,-9-13 0 16,10 6 2-16,-10-6 9 0,10 2 1 0,-3 0 3 16,3 1 1-16,0 0 1 0,2-2 7 0,2-1-1 15,-1-1 13-15,5 1-11 0,2 0-4 0,2 1 1 0,-3-2 0 16,3-1-4-16,0 1-2 0,5 0 2 15,2-1-6-15,-8 2 1 0,9 0-4 0,-2-2 2 16,0 2-2-16,2-2 1 0,1-1-7 0,-1 3 3 0,-1-3-2 16,3 2 1-16,-1-1-3 0,-2 1-1 15,2 1-1-15,-1-1-2 0,-1-3 4 0,0 4-2 0,3-3 1 16,-3 0-6-16,2 2 2 0,1-1-1 0,1 1 4 16,-1 1-2-16,3-3-3 0,-2 0 3 15,2-1 0-15,0 4 0 0,0-2-1 0,0 1-2 0,0-3-1 16,-1 3 1-16,1-2-3 0,1 1 6 15,-4-1-6-15,1 1 3 0,0 1 1 0,0-1-2 0,-2 1-1 16,0 0 1-16,-1-2-1 0,1 0 1 16,-3 2-3-16,3 1 7 0,-3-2-3 0,-8 2-2 0,11-3 1 15,0 1 1-15,-10-1-2 0,9 2 2 0,-2 0-3 16,0-1 4-16,-6 1-3 0,5 1-1 0,1 0 0 16,-7-1 1-16,1 1 3 0,-3 0-3 0,4 1-1 15,-2-4 1-15,7 5-1 0,-8-4-1 0,2 4 2 16,5-4-2-16,2 2 3 0,-2 0 0 0,2 0-1 15,1-1 0-15,-2 1 0 0,1-2 2 0,-2 2-1 16,3-1-2-16,-2-2 1 0,0 0 1 16,0 0-2-16,0 2 1 0,-1-1-1 0,-4 2 0 0,6 0 1 15,-8-1 1-15,6-1 1 0,-6 2-2 0,6 0-1 16,-7 0 3-16,0-1-1 0,0 1-2 0,0 0 1 16,-3-2 0-16,0 1-1 0,-3 1 2 0,-1 0-3 15,-2-1 5-15,-3 2-4 0,-8-1-2 0,13 1 0 16,-13-1 3-16,11-1 5 0,-11 1 2 0,9 0 2 15,-9 0 2-15,0 0 1 0,8 1 5 0,-8-1-3 16,0 0 0-16,0 0 2 0,0 0-7 0,0 0 2 16,9 2-5-16,-9-2 2 0,0 0-4 0,0 0 4 15,0 0-4-15,0 0-1 0,0 0-2 0,0 0-8 16,0 0-13-16,0 0-22 0,0 0-33 0,0 0-49 16,0 0-36-16,0 0-61 0,0 0-114 0,0 0-358 15,0 0 158-15</inkml:trace>
  <inkml:trace contextRef="#ctx0" brushRef="#br0" timeOffset="156792.37">16096 4498 30 0,'0'0'36'0,"0"0"4"15,-9-2 2-15,9 2 0 0,0 0 7 0,0 0-4 16,0 0 10-16,0 0-18 0,0 0 5 0,0 0-2 16,0 0-3-16,0 0 3 0,0 0-5 0,0 0 3 15,0 0-2-15,0 0 4 0,0 0-6 16,0 0-1-16,0 0-2 0,0 0 3 0,0 0-14 16,0 0 2-16,-8-3 5 0,8 3-9 0,0 0 11 0,0 0 0 15,0 0-23-15,0 0 8 0,0 0-3 0,0 0-4 16,0 0-3-16,0 0 8 0,0 0-8 0,0 0 0 15,0 0-5-15,0 0 5 0,0 0-6 0,0 0 7 16,0 0-4-16,0 0-7 0,0 0 14 16,0 0-4-16,0 0 10 0,0 0-11 0,26 0-2 15,-26 0 3-15,19-1 0 0,-8 2 4 0,8-2-8 0,-2-2 13 16,3 3-13-16,0-1 12 0,0 1-5 0,8-2 13 16,-6 0-20-16,6 1-2 0,-6 0 11 0,5 1-7 15,-6-1 6-15,7-1 0 0,-1 1-3 16,-6 1-2-16,1 0 3 0,-1 1-4 0,0-2 4 0,0 1 5 15,0-1-9-15,-2 2-8 0,-1-1 6 0,0 1 1 16,-5-1 3-16,1 2 3 0,-2-1-8 0,0 0 5 16,-1-1-2-16,2 1-3 0,-2 0 6 0,0-1 1 15,-2 1-7-15,-1-1-3 0,-8 0 10 16,14 3-7-16,-7-3 8 0,-7 0-1 0,12 0 0 0,-12 0 3 16,10 0 0-16,-10 0-7 0,0 0 4 0,10 0-1 15,-10 0-2-15,0 0 2 0,0 0-5 0,9 0 4 16,-9 0 4-16,0 0-5 0,0 0 2 0,0 0-5 15,7 2 10-15,-7-2-4 0,0 0 3 0,0 0-6 16,0 0-3-16,0 0 3 0,0 0-9 0,0 0-5 16,0 0-19-16,0 0-33 0,0 0-33 0,0 0-89 15,0 0-199-15,0 0 88 0</inkml:trace>
  <inkml:trace contextRef="#ctx0" brushRef="#br0" timeOffset="174079.66">7766 2834 41 0,'5'-9'152'0,"-2"5"-19"0,-3 4-37 0,7-8-12 15,-4 4-8-15,-3 4 0 0,4-6-12 16,-4 6-9-16,0 0 0 0,0 0-15 0,0 0-5 16,0 0 5-16,14 7-11 0,-10-1-1 0,2 3-8 15,-2 3 1-15,0-2 5 0,2 5-13 0,-2 2 4 16,1-1 0-16,0 1 2 0,-4 0-7 0,4 1 1 15,-2 0 1-15,1-1-1 0,0-1 3 0,0-4-2 0,1 3-6 16,0-6-2-16,-2 3-2 0,3-1 2 0,-1-2 1 16,-3-2-5-16,4-1 4 0,-1 0 3 15,0 0-4-15,1-1 7 0,-1-3-11 0,0 2 5 16,2-3 2-16,-7-1-4 0,15-4 10 0,-7 1 3 16,1-2 11-16,1-1-11 0,-2-2 7 0,-1-3-5 15,5 0 3-15,-3 2-2 0,-3-3 0 0,3-1-1 16,0 0 0-16,-3 3-5 0,1 0-3 0,-2 3 2 15,-3 0-10-15,2 2 2 0,0 0 3 0,-4 5-7 16,6-7-5-16,-6 7 5 0,0 0 1 0,0 0-4 16,15 8 0-16,-12-3-3 0,4 4 4 0,0 3 0 15,2 2 0-15,-1 0 0 0,1 0-1 0,1-1 2 16,-1 2 2-16,0-2-3 0,1 1 2 0,1 0-2 16,-4-7 2-16,6 1-3 0,-4-1 1 0,4-1 6 15,-4-2-3-15,1 0-1 0,1-3 4 0,2 0-2 16,-1-1-5-16,-12 0 10 0,23-7 6 0,-7-2 3 15,0-1-2-15,-4-3-2 0,1-3-1 0,-3-3 1 16,3-5 4-16,-4-3 1 0,-1 3-6 0,-1-5-2 16,0 4 0-16,-6-1 0 0,2 0-1 0,-3 1 0 15,0 6-3-15,-2 1-2 0,0 1 3 0,-1 2-20 16,1 5-5-16,-2 0-29 0,1 5-29 0,3 5-40 16,-3-7-23-16,3 7-90 0,0 0-246 0,0 0 109 15</inkml:trace>
  <inkml:trace contextRef="#ctx0" brushRef="#br0" timeOffset="174375.67">8706 2973 93 0,'16'-13'143'0,"-1"0"-9"15,-1-3-11-15,-2 2 1 0,-1 2-6 0,-2-2 0 16,-2-1-13-16,-1 4-7 0,-2 2-3 0,-3-4-8 0,2 3-5 15,-2 0-9-15,-2 3-1 0,1 7-8 16,-6-11-14-16,-2 5-3 0,1 4-3 0,-2 1-3 16,-2 2-7-16,-5 6-2 0,-1 3-7 0,-5 6 7 15,-1 1-7-15,1 4-1 0,3-1-2 0,2 6-4 16,2-4-1-16,1 2-6 0,6-9 2 0,0 5-2 16,6-4-1-16,-3 0-8 0,5 0 9 0,1-4 2 15,8 2 2-15,-2-4-6 0,2-2-6 0,7 1-17 16,2-1-20-16,10-1-23 0,-1-3-14 0,4-2-34 0,-2 1-39 15,-1-3-126-15,-9 1-291 0,-5-1 130 16</inkml:trace>
  <inkml:trace contextRef="#ctx0" brushRef="#br0" timeOffset="176064.03">9261 3003 78 0,'0'0'144'0,"0"0"-9"16,3-9-19-16,-3 9-8 0,7 0-16 0,-7 0-8 16,11 7-8-16,-3-1-4 0,0 2-3 0,4 5-20 15,0 0 1-15,0 1-7 0,-2 0-1 0,2 2-4 16,-3-3-1-16,-2 3-1 0,2-2-8 0,-2-3-2 16,-3-1 30-16,-1-3-14 0,0-1-2 0,-2 0-8 15,2 0 1-15,-3-6-5 0,4 8 4 0,-4-8 2 16,2 6 5-16,-2-6 7 0,5 4 9 0,-5-4 6 15,0 0 8-15,0 0-2 0,0 0-3 0,0 0-10 16,0 0-4-16,0 0-5 0,9-19-8 0,-4 6-3 16,2-1-11-16,2-2-2 0,5-5-1 0,4-1-3 15,-2 1-6-15,3-1-3 0,-2 2-1 0,3 1-4 16,3 2-3-16,-6 6 5 0,2 0-4 0,-3 2-2 16,0 2 1-16,-3 3-5 0,1 1-2 0,-2 3-3 15,0 2 0-15,0 1 3 0,-1 2 1 0,-1 4 0 16,5 2-1-16,-4 3 5 0,1 1-1 0,-2 2-1 15,1 0 3-15,-3-4-1 0,4 4 1 0,-1-1 9 16,-1-2-12-16,-2-5 7 0,3 5-5 0,-2-6 4 16,0-1-2-16,-1 0 4 0,1-2 0 15,1-2 4-15,2 1-2 0,-2-1 0 0,3-2 3 0,-1-5-6 16,-1 0 4-16,4-4 0 0,0 0 3 0,-3-2-7 16,3-3 3-16,-2 0 1 0,-3 1 2 15,3-5-4-15,-4 2 2 0,-3 0-1 0,1 0 3 0,-2-1-4 16,0-8-1-16,-3 10 3 0,0-2 1 0,-2 4-2 15,1-1 1-15,-2 2-6 0,-1 3 6 0,2 8-2 16,-2-14-1-16,2 14-3 0,-1-8-1 0,1 8-6 16,-2-8-1-16,2 8-1 0,0 0 2 0,0 0 3 15,0 0-3-15,-10 21 2 0,6-9 1 16,1 4-1-16,-1 1 8 0,0-2-9 0,2 2 1 16,2-5 2-16,0 0 0 0,2 0 2 0,2 2 1 15,1-2-4-15,1-2 3 0,2 0-1 0,1-4 0 0,0 1-1 16,3-2-2-16,0-3-3 0,3 1 0 0,2-1 0 15,1-2 4-15,-1-4-5 0,0 1 5 0,0-5-6 16,2 1 9-16,-4-2-4 0,-1 0 0 16,-3-1 1-16,1-1 3 0,-4 1 0 0,1-3-2 15,-1 2-1-15,-3-1-1 0,-1 1-1 0,-2-5-2 16,-2 4 14-16,2 1-6 0,-4 0-2 0,1 0 1 16,0 4 4-16,-2 1 3 0,3 6 2 0,-4-11-3 15,4 11-7-15,-5-7-1 0,5 7 0 0,0 0 4 16,0 0-3-16,-13 13-1 0,7-2-4 0,2 1 7 15,-1 3-3-15,1 2 1 0,-1-2 0 0,4 2 4 16,1 0-5-16,4 0 0 0,0-1-1 0,2-4-7 16,3 3-1-16,0-3-3 0,1-2-17 0,3 1-2 15,1-3-2-15,2-2 6 0,4-2-15 0,-1-1 2 16,1-3-12-16,2 0 10 0,-1-1-5 0,7-4 10 16,-7 2-1-16,0-2 3 0,-3-1 1 0,1-4 8 15,-1 1 0-15,-4 2 6 0,-1-6 13 0,-1 3 4 16,-3 1 7-16,-2-1 8 0,-1 1 14 15,-2-1 6-15,0 3-9 0,-2-2 10 0,-1 1 5 16,-1 8 6-16,-1-12 1 0,1 12 1 0,-1-10-4 0,1 10-4 16,-5-6-7-16,5 6-2 0,0 0 1 0,-13 0-9 15,13 0-1-15,-14 7 1 0,3 0-4 0,0 5 0 16,1-2-1-16,0 4-6 0,0 0-1 0,3-3 2 16,0-2-5-16,4 3 1 0,1-5 3 0,-1 5-1 15,3-4-3-15,0 0 1 0,3-1 0 16,-3-7-5-16,5 11-3 0,-2-7-3 0,1 0 3 15,-4-4 1-15,9 3-1 0,-9-3-3 0,12 0 6 16,-12 0-1-16,18-7-1 0,-11-1 0 0,2 1-4 0,1-7 1 16,-1 0 0-16,-1-3 0 0,0 1-2 15,-3-1 1-15,1 0 0 0,-2-2 5 0,1-5-6 16,0-1 4-16,-1 1 0 0,-3-2-22 0,1 2 0 16,-1 5-1-16,-1 1 12 0,1 0 9 0,-2 3 5 15,1 4 6-15,0 0 21 0,0 2 5 0,0 9-2 16,1-14-4-16,-1 14-9 0,0-7-2 0,0 7-6 15,0 0-2-15,0 0 0 0,0 0 0 0,-1 31 2 16,0-12 1-16,1 7 2 0,-3 0-5 0,-1 3-2 16,6-3 3-16,-2 2 3 0,2 0-15 0,1-1-26 15,0-1-32-15,4 0-28 0,-2-7-37 0,1 0-32 16,7 4-31-16,-3-6-95 0,6-2-308 0,0-4 137 16</inkml:trace>
  <inkml:trace contextRef="#ctx0" brushRef="#br0" timeOffset="176432.27">11323 2830 113 0,'-7'-7'192'0,"7"7"-19"0,-13 1-21 16,4 5-10-16,-3 4-13 0,-6 3-10 0,-4 5-15 15,0 0-12-15,4 2-3 0,2 0-12 16,6-4-8-16,2-2-8 0,3-2-6 0,1 2-1 15,0-3-11-15,4 1-1 0,0 0-6 0,3-2-2 16,-1 1-2-16,4-3-4 0,-6-8 0 0,8 10 1 16,0-7 0-16,2 1-8 0,-10-4 1 0,17 0-6 15,-7 0-4-15,-10 0-3 0,23-9 3 0,-13 4-1 16,2-1-4-16,-3-3 0 0,0 0 4 0,1-5-3 16,-2 0 3-16,-3 2-11 0,0-3 6 0,1-1-4 15,-1 6 3-15,-2-1 1 0,-1 0 6 0,1 2 8 0,0 0 15 16,-1 4 3-16,-2 5-14 0,0-9 0 15,0 9-3-15,0 0-7 0,0 0 8 0,0 0-13 16,0 0 4-16,0 0-5 0,10 21 5 0,-7-8 0 16,1 2-4-16,-1 0-20 0,4 2-19 0,-4 0-29 15,2-1-34-15,1 0-42 0,3-1-34 0,0 2-142 16,-3-6-338-16,6 5 150 0</inkml:trace>
  <inkml:trace contextRef="#ctx0" brushRef="#br0" timeOffset="177583.58">12272 2719 53 0,'0'0'189'0,"-2"-9"-16"0,2 9-17 15,-4-7-16-15,4 7-14 0,-9 0-12 0,9 0-16 16,-23 12 2-16,9 2-11 0,-7 4-7 0,3 6-9 15,-2 3 1-15,2-2-13 0,4 1-7 0,0-2-5 16,6 1-4-16,3-6-2 0,5 6-2 0,0-5-6 16,3-4 5-16,3 0-13 0,1 0-1 0,5 1 6 15,1-6-7-15,4 0-2 0,-1-4-12 0,6 0-5 16,0-7-10-16,6 3-8 0,-1-3-4 0,-7-1 0 16,9-5-1-16,-8-1 3 0,-4 2 2 0,1-4-2 15,-1-2 3-15,-2 1 1 0,-2-2-2 0,-1-2 8 16,-1-3-7-16,-4 2 7 0,0-1-3 0,-1 0 2 15,-1 0 1-15,-3 0 10 0,-2 4 9 0,2 3 3 16,-2 0 3-16,0 3 1 0,0 6-7 0,0-12 1 16,0 12-1-16,0 0-7 0,0 0 2 0,0 0-2 15,0 0 2-15,0 0-6 0,0 0 5 0,-7 31-2 16,6-17-2-16,-2 3 1 0,3 1 7 0,0 0-10 16,2-1 1-16,0 0 3 0,3 0 3 0,-1-2-6 15,1 1 1-15,2-6 2 0,0-3 1 0,-1 2-3 16,1 0 0-16,2-3 3 0,-2-1-1 0,1 0 3 15,-1-1-6-15,-7-4 6 0,0 0-2 16,21 0 4-16,-21 0-1 0,0 0-4 0,17-9 2 16,-17 9-3-16,10-14-1 0,-10 14-1 0,7-17-1 15,-6 5 3-15,-1 1-1 0,0 2-8 0,-1-9 3 16,0 8-3-16,-1-7 1 0,2 5-2 0,0 0 1 16,0 12-1-16,0-20-4 0,0 11 10 0,0 9-11 15,0 0 4-15,0-14-12 0,0 14 4 0,4-6 6 16,-4 6-1-16,0 0-2 0,17 3 1 0,-17-3 1 15,15 10 4-15,-6-4-5 0,0 3 3 0,0 1-2 0,0-1 3 16,0 5 7-16,-4-5-7 0,4 2 8 16,-3 3-2-16,1-7-1 0,0 2-1 0,-3-1 2 15,-1 0-3-15,-3-8 11 0,6 11-9 0,-6-11 3 16,4 8 2-16,-4-8 9 0,3 8 20 0,-3-8 3 16,0 0 13-16,0 0-4 0,0 0-1 0,0 0-4 15,0 0-3-15,0 0-2 0,0 0-6 0,0 0-4 16,0 0-6-16,2-33 1 0,-2 22-8 0,5 0-1 15,-1-3-2-15,3-3-7 0,4 2-4 0,-2-2-2 16,2 1-3-16,3 1-2 0,2 1-2 16,-1 2 0-16,-5 5 0 0,0 0 0 0,3 1 5 0,-3 2-5 15,3 4-1-15,-4-1-3 0,3 4 3 0,-2 3 0 16,2-1 2-16,-3 4-2 0,2 3 5 0,-1-4-3 16,-2 7 1-16,1-5 2 0,2 3 4 0,-3-4-1 15,2 3 2-15,-1-4-1 0,-1 2 3 0,-2-3 1 16,3-1 0-16,-3-1 6 0,-6-5 4 15,14 4 2-15,-5-3 6 0,-9-1 2 0,19-1 1 0,-7-2-4 16,-3-3-5-16,5-1 1 0,-1-3-1 0,-3-3-2 16,-1 5 1-16,1-3-4 0,-3-2 2 15,3-2-3-15,-6 1 6 0,0-3-11 0,1 3 5 16,-3 0-1-16,0 3-4 0,-2-1 0 0,0-1-1 16,0 3-2-16,0 10 4 0,2-15-4 0,-2 15-4 15,0 0 2-15,0-14 3 0,0 14-11 0,0 0-2 16,0 0 1-16,0 0 6 0,0 0-1 0,0 0 2 15,-2 38-1-15,2-21 2 0,2 0 1 0,-2 0-1 16,0-1 0-16,4 0 2 0,-4-4-2 0,4 4-2 16,-2-3 2-16,2 5 5 0,1-2-5 0,-3-6 2 15,0 3 3-15,-2-13 0 0,4 21-1 0,-4-9 0 16,0-12-18-16,2 21-28 0,-2-21-26 0,-2 12-33 16,2-12-34-16,-4 13-33 0,4-13-164 0,-7 11-362 15,7-11 161-15</inkml:trace>
  <inkml:trace contextRef="#ctx0" brushRef="#br0" timeOffset="177818.45">13365 2711 49 0,'4'-8'181'0,"-4"8"-24"15,0 0-16-15,0 0-8 0,0 0 13 0,0 0-1 16,14 26 5-16,-12-9-11 0,-2 2 5 0,2 1-9 15,0 8-6-15,-1-2-13 0,3 1-9 0,-4-2-11 0,2 0-3 16,-2 5-10-16,-2-5-6 0,2 0 0 0,0-6-16 16,0 7-3-16,-2-7-1 0,2-1-14 15,0 0-12-15,-2-1-36 0,2-2-35 0,0-15-43 16,2 23-48-16,0-15-51 0,-2-8-170 0,0 0-380 16,0 0 168-16</inkml:trace>
  <inkml:trace contextRef="#ctx0" brushRef="#br0" timeOffset="177981.4">13286 2941 34 0,'0'0'185'0,"2"-14"-19"0,-2 14-20 16,0 0-18-16,0 0-20 0,14-10-25 0,-14 10-34 0,22-1-39 15,-11-1-40-15,8 2-24 0,-2-3-28 0,2 2-43 16,-2 1-133-16,-17 0 60 0</inkml:trace>
  <inkml:trace contextRef="#ctx0" brushRef="#br0" timeOffset="178673.57">13740 2859 116 0,'-3'-4'154'16,"3"4"-8"-16,-10-6-10 0,0 4-14 0,-1 2-8 0,0 2-11 16,-5 5-12-16,-2 1-4 0,-4 7-8 15,5-2-12-15,-7 2-1 0,0 1-6 0,12-2-5 16,-1 2-11-16,4 0-4 0,1 0-3 0,2-1-2 0,4 0-2 15,2-3-5-15,0 0-3 0,2 0-5 16,0-2 9-16,3-2-16 0,0 0 10 0,3-1-4 16,-1-2-1-16,0-3 1 0,2-1-2 0,2 1-7 15,2-4 6-15,-1-1-3 0,-3-2 2 0,9-5-1 16,-9 4 2-16,4-5-10 0,1 0 3 0,-3-2 2 16,0 4-5-16,-2-5 2 0,0 2 1 0,-2 1 0 15,-3-2-9-15,3 4 2 0,-4 0 12 0,1 0 7 16,-2 3 0-16,0 1-2 0,1-1-4 0,-3 6-6 0,2-6-2 15,-2 6-3-15,0 0 1 0,0 0 0 16,0 0-2-16,11 14 2 0,-11-6 0 0,3 2-3 16,-3 4-18-16,2 3-27 0,-2 1-40 0,0-2-33 15,0 2-35-15,2-2-127 0,-4 1-301 0,2-7 133 16</inkml:trace>
  <inkml:trace contextRef="#ctx0" brushRef="#br0" timeOffset="179035.69">13875 2995 8 0,'0'0'152'0,"0"0"-7"0,0 0-8 16,9 10-9-16,-7-5-3 0,2 2-10 0,1 3-5 16,-3-1-2-16,2 1-7 0,-2 3-11 0,3-4-6 15,-3 0-12-15,1-4-8 0,-3 2-4 16,2 0 2-16,-2-7-9 0,2 8-2 0,-2-8 12 15,0 0 6-15,2 7 1 0,-2-7-4 0,0 0-7 16,0 0-4-16,0 0-7 0,0 0 2 0,-6-26 0 0,4 16-1 16,2-5-7-16,2-2-1 0,-2-1-3 0,4 0-2 15,3-1-5-15,-1-5-5 0,4 6-1 16,-1 2-4-16,1 0-3 0,2 0-4 0,-1 3-2 16,-2 6-2-16,1-1-6 0,-2 2-3 0,1 4 5 15,0 0-2-15,-9 2-2 0,20 4-4 0,-11 2 2 16,1 2 0-16,2 2 0 0,-1 3 0 0,2 0 2 15,-3 2 2-15,0 2-1 0,-1-1 2 0,3 5-2 16,-5 4-16-16,0-9-30 0,-2 1-28 0,-1-1-39 16,1-1-45-16,-3 1-53 0,-2-3-124 0,0-13-360 15,2 16 160-15</inkml:trace>
  <inkml:trace contextRef="#ctx0" brushRef="#br0" timeOffset="179257.98">14294 2778 15 0,'0'-8'236'0,"0"8"-16"0,4-10-29 0,-4 10-19 15,0 0-17-15,0 0-7 0,0 0-3 0,0 0-4 16,5 34 1-16,0-17-6 0,-3 10-17 0,1-1-11 16,-3 3-9-16,0-1-8 0,0 1-6 15,0 5-5-15,4-3-10 0,-4 0-9 0,2-4-9 0,-2 2-16 16,0-4-32-16,2-6-33 0,-2-3-37 15,-4 1-48-15,4-4-44 0,0-3-39 0,-2 2-127 16,2-12-351-16,-9 13 155 0</inkml:trace>
  <inkml:trace contextRef="#ctx0" brushRef="#br0" timeOffset="179415.77">14191 2967 65 0,'0'0'157'0,"16"-7"-21"0,-2 4-9 0,5-1-12 16,8 3-9-16,5-4-14 0,-1 3-38 0,4-1-17 16,16 0-28-16,2 3-34 0,-2-3-39 0,1 3-72 15,1 1-145-15,-15-2 65 0</inkml:trace>
  <inkml:trace contextRef="#ctx0" brushRef="#br0" timeOffset="179646.63">15004 2711 86 0,'0'0'246'0,"-2"-15"-10"16,2 15-22-16,-2-11-22 0,2 11-20 0,0 0-26 15,0 0-12-15,0 0-1 0,0 0-1 0,0 0-3 16,-1 61-3-16,-3-28-8 0,0 1-12 0,-1 13-4 16,-2-12-12-16,-1 13-7 0,7-2-3 0,-3-11-10 0,-1 1-6 15,0-2-5-15,-1-1-5 0,2 0-5 16,-3-1-3-16,5-3-8 0,-2-1-23 0,-3-4-25 15,5-3-29-15,-3-2-28 0,0 0-34 0,-1-5-43 16,4-1-35-16,-3-6-28 0,5-7-156 0,-14 16-392 16,14-16 174-16</inkml:trace>
  <inkml:trace contextRef="#ctx0" brushRef="#br0" timeOffset="179863.8">14957 2931 61 0,'11'-7'159'16,"-2"0"-11"-16,5 6 5 0,-14 1 1 0,20 0-7 0,-20 0-16 16,23 5-4-16,-15 3-6 0,1 1-13 0,0 1-7 15,-2 1-6-15,-2 1-11 0,0 4-7 0,-2-1-4 16,-2 2-11-16,-4 0-2 0,-3-4-4 16,1 3-7-16,-2-4-2 0,-2 2-5 0,-2 1-6 0,-3-2-26 15,-1 0-28-15,-1-3-38 0,-2-3-35 0,7 0-37 16,-2-3-43-16,3 2-103 0,0-2-295 15,10-4 131-15</inkml:trace>
  <inkml:trace contextRef="#ctx0" brushRef="#br0" timeOffset="180129.56">15200 3059 41 0,'0'0'163'16,"0"0"-15"-16,6 15-9 0,-2-9-8 0,-4-6 0 15,6 11-3-15,-6-11-3 0,8 8-8 0,-8-8-8 16,13 7-1-16,-13-7-4 0,14 5 3 0,-3-3-9 16,-11-2-10-16,21-2-5 0,-21 2-9 0,16-5 0 15,-7 1-5-15,-9 4-3 0,13-10 2 0,-6 3-5 16,-7 7-2-16,9-19-5 0,-8 8-5 16,-1 11 1-16,-1-23-7 0,1 23-9 0,-9-27-4 15,-3 14-5-15,3 0-4 0,-1 1-1 0,-5 1-15 0,-2 3-19 16,3 1-34-16,-3 3-20 0,17 4-45 15,-25-4-39-15,12 5-47 0,13-1-147 0,-21 4-373 16,21-4 164-16</inkml:trace>
  <inkml:trace contextRef="#ctx0" brushRef="#br0" timeOffset="180613.02">15408 2983 23 0,'0'0'203'15,"0"0"-16"-15,0 0-23 0,0 0-18 0,0 0-10 16,0 0 2-16,9 11-1 0,-9-11-11 0,-1 16-14 16,1-16-8-16,-4 24-6 0,1-12-10 0,3-12-10 15,2 22-8-15,3-10-2 0,-4-1-6 0,-1-11-5 16,8 19-2-16,-4-13-4 0,2 2-4 16,2-2-4-16,-8-6-4 0,12 10 0 0,-12-10-5 15,15 3 0-15,-15-3-5 0,15 2 2 0,-15-2-6 0,18-8 0 16,-7 3-2-16,-11 5-7 0,16-16 4 0,-10 7-6 15,3 3-1-15,-3-7 0 0,1 3 0 0,-2-2-2 16,4-2 0-16,-6 3-4 0,4 0 1 16,-5 2 1-16,2-1-4 0,-4 10 1 0,6-9-6 15,-6 9-3-15,3-10-2 0,-3 10-1 0,0 0-1 16,0 0-2-16,0 0 7 0,0 0-2 0,0 0 0 16,14 23 2-16,-14-23 3 0,5 19-5 0,1-7 1 15,-2-1 0-15,2-2 1 0,-6-9 2 0,10 14 0 16,-4-6 2-16,-6-8 1 0,11 10 6 0,-11-10 7 15,14 5 5-15,-14-5 7 0,15 0 7 0,-15 0 3 16,19-4 2-16,-19 4 4 0,18-12 7 0,-10 7 1 16,-2-4 3-16,2-2-3 0,-3 0-1 0,2-4-3 15,-3 3-8-15,0-5-3 0,-1 1-3 0,-1-4-6 16,0 2-5-16,-2-1-12 0,1 2-12 0,-1 5-18 16,0-4-26-16,-1 5-25 0,-2 1-28 0,3 10-36 15,0 0-46-15,-6-17-11 0,6 17-12 0,0 0 0 16,0 0 1-16,-26 20-122 0,17-4-349 0,-2-1 156 15</inkml:trace>
  <inkml:trace contextRef="#ctx0" brushRef="#br0" timeOffset="181069.26">15767 3066 93 0,'13'2'145'0,"-13"-2"11"0,22 2 7 0,-11-2-5 16,-11 0-1-16,26-5-7 0,-14 0-3 16,4-3-4-16,-3 2-3 0,1-3-7 0,2-1-9 0,-2 0-2 15,-2-1-9-15,2-3-8 0,-5 5 0 0,-1-7-13 16,2 2 0-16,-5 6-2 0,-1-4-4 15,0 0-4-15,-4 12 4 0,4-23-19 0,-6 13 0 0,2 10-11 16,0 0-8-16,-6-22 1 0,2 15-5 16,4 7-6-16,-8-10-6 0,1 7-9 0,7 3 2 15,-13 0-4-15,13 0-7 0,-19 13-2 0,8-6 3 16,-1 9-4-16,0-1 0 0,2 0-2 0,0 2-6 16,2-1 3-16,4 1 4 0,2-1-4 0,3-3-1 15,0 3 1-15,2 0-3 0,-1-5 0 0,6 4 0 16,0-4 1-16,-1-2 2 0,5-1-2 0,-2 0 3 15,3-4-2-15,3 2 0 0,2-2 1 0,-4-1 2 16,7-2-5-16,-10-2-2 0,-11 1 0 0,26-6 0 16,-15 2-7-16,1-1 0 0,-1 0 3 15,-2-2-8-15,-1-2 0 0,1 0-8 0,-4-1 1 0,1 0 4 16,0 0 0-16,1-6 3 0,0 5-3 0,-4 0 2 16,5-4-2-16,-1 5 3 0,-1-1 0 15,1 1 1-15,-1 1 0 0,0 0 0 0,-2 1 0 0,-4 8 3 16,8-8-4-16,-8 8 1 0,8-5-2 0,-8 5 2 15,0 0 0-15,0 0 5 0,0 0 3 16,19 12 5-16,-19-12 4 0,11 17-1 0,-7-7 3 16,0 3 2-16,1 4-2 0,-1 1 0 0,-1-3 0 0,-1 2-2 15,-1-1-1-15,0 0-22 0,2 1-37 0,-3-4-48 16,0-13-59-16,1 31-65 0,-2-14-202 0,1-17-462 16,2 22 204-16</inkml:trace>
  <inkml:trace contextRef="#ctx0" brushRef="#br0" timeOffset="181535.63">16672 3278 15 0,'9'-16'207'0,"4"-9"-4"0,1-1-9 15,-1 2 6-15,2-3-12 0,3-1-13 0,2-1-12 16,-2 0-15-16,3-1-14 0,0 0-8 0,-4 1-10 16,-1 0-4-16,0 2-13 0,-2 3-3 0,-3 2 1 15,-4 7 3-15,-3 2-4 0,1 3-7 16,-4-1-11-16,-1 0-14 0,-1 3-3 0,1 8-8 15,-8-14-10-15,4 9-4 0,-3 1-7 0,0 3-1 0,7 1-7 16,-21 3-5-16,8 1-3 0,-4 4-5 0,2 5-9 16,-6 3-5-16,7-2-8 0,3 1-5 0,3 0-10 15,3 1-6-15,4 3 0 0,3-2 1 16,2 1 0-16,4-2-1 0,2 0 5 0,9 3 6 16,0-2-1-16,-1 2 0 0,0-6 5 0,0-2 1 15,0 1 1-15,-3-2 3 0,-1 2-2 0,-5-5 2 16,3 2 0-16,-5-2 2 0,1-1 0 0,-8-6 1 15,7 11 3-15,-6-4-4 0,-1-7 6 0,-3 16-10 16,3-16-7-16,-11 14-30 0,2-7-24 0,-3 0-31 16,1-3-45-16,-2 0-27 0,1 1-153 0,2-3-358 15,10-2 159-15</inkml:trace>
  <inkml:trace contextRef="#ctx0" brushRef="#br0" timeOffset="182128.05">17145 3017 111 0,'0'0'205'0,"0"0"-21"16,0 0-23-16,8-7-15 0,-8 7-19 0,0 0-7 15,0 0-11-15,0 0 6 0,3 23-7 0,-1-12-5 16,-2 1-13-16,2-2-3 0,0 3-9 0,3-1-6 16,0-1-9-16,0 0-4 0,0 0-1 0,4-1-4 15,-1 1-4-15,6-1-4 0,-1-1-2 0,-1-4-4 16,5 0-1-16,-3-3-5 0,-1-2 2 0,4-2-8 15,-4-1 3-15,1-2-6 0,-2-2-1 0,-1 1-2 16,2-4-2-16,-1-1-6 0,-6 0 8 0,3 1-6 16,-4-5 1-16,0-1-4 0,0 1 2 0,-2 2-5 15,0-5 1-15,-2 7 2 0,-1-1 8 0,0 2 1 16,0 4 6-16,0 6 5 0,0-13-6 0,1 6-5 16,-1 7-7-16,0 0-4 0,0 0 0 15,0 0-6-15,0 0 3 0,0 0-2 0,0 0-3 0,0 0 5 16,0 0-5-16,8 28 3 0,-6-18-4 15,3-2 2-15,0 1 4 0,3-1-1 0,-3 1-1 16,4-3 1-16,0 1 2 0,0-2-1 0,2-4 4 16,2 3-4-16,1-4 1 0,3-1-1 0,-3-2 2 0,3-1-2 15,-3 1-2-15,-1-4 2 0,-2 1 2 16,2-4-2-16,-2-1-2 0,1-1 5 0,-5-3 0 16,0 1 3-16,-1-3-2 0,-2 0 3 0,0-2 1 15,1-5-4-15,-4 8 1 0,-1-2-5 0,2-2 8 16,-2 4 2-16,-2-1-24 0,4 4 11 0,-4 3 11 15,2-2 5-15,0 12 2 0,0-11-9 0,0 11-2 16,0-8-7-16,0 8 1 0,0 0-1 0,0 0-2 16,0 0 11-16,0 0-6 0,4 37 1 0,-3-17-1 15,-2 8-1-15,0-1 1 0,0 0 5 0,1 2-1 16,-3 1-1-16,-1 0 3 0,0-3-3 0,6 1 1 16,-2 2-1-16,-2-3-3 0,2 1-1 0,-1-3 3 15,2 1-3-15,-1-7-11 0,2 0-19 0,-2 1-28 16,0-4-34-16,1-2-41 0,-1 0-53 0,0-5-30 15,0-9-38-15,-1 19-169 0,1-19-448 0,-7 12 198 16</inkml:trace>
  <inkml:trace contextRef="#ctx0" brushRef="#br0" timeOffset="182348.14">17731 2914 85 0,'11'-5'168'0,"-2"-2"-3"0,5 5-2 0,-1 0-10 0,0 2-10 16,2 2-10-16,-4 0-9 0,3 5-7 16,-3-2-12-16,0 0-7 0,0 6-11 0,-3-2-7 15,0 1-6-15,-3 3-4 0,-1-3-9 0,-3 3-5 16,-2 2-8-16,-2 2-1 0,-3-4-4 0,-4 1-8 16,-1 3-21-16,-3-3-22 0,0-1-54 0,-4-3-28 15,3 2-53-15,0-3-152 0,-1-1-319 0,6-5 142 16</inkml:trace>
  <inkml:trace contextRef="#ctx0" brushRef="#br0" timeOffset="182582.61">18007 2771 206 0,'0'0'190'0,"4"-6"-15"0,-4 6-17 16,0 0-12-16,0 0 3 0,0 0 4 0,8 19 3 15,-8-2-5-15,1 7-5 0,-2 4-8 0,-1 0-12 16,0 3-5-16,0 0-16 0,-1 0-9 16,0 1-8-16,1-2-8 0,-3-1-7 0,2 0-7 0,1-2-6 15,1-7-2-15,-2 7-11 0,2-3-2 0,1-5-35 16,-2-2-33-16,2 0-42 0,0-6-39 0,-1 6-31 16,-1-5-50-16,-2-1-188 0,0-1-402 0,4-10 178 15</inkml:trace>
  <inkml:trace contextRef="#ctx0" brushRef="#br0" timeOffset="182819.74">18077 2929 126 0,'17'-4'183'15,"-4"3"-15"-15,0 1-3 0,1 1-10 0,-2 2-12 16,-2 0-11-16,-1 3-5 0,-2 2-6 0,1-1-12 15,-3 1-5-15,-1 2-7 0,-1 1-10 0,-3 2-2 16,0-13-8-16,-8 23-5 0,3-8-7 0,-5-1-6 16,-2 0-6-16,-2-2-2 0,1 1-3 0,-2 0-1 15,-2-2-23-15,1 0-22 0,2-1-32 0,-3-2-37 16,5-4-51-16,1 3-57 0,1-3-144 0,10-4-345 16,-16 2 153-16</inkml:trace>
  <inkml:trace contextRef="#ctx0" brushRef="#br0" timeOffset="183051.92">18385 2760 208 0,'0'0'221'16,"3"-8"-24"-16,-3 8-23 0,0 0-14 0,4-5-15 15,-4 5 12-15,0 0 4 0,-1 26-11 0,-2-10-2 16,1 10-7-16,-2 0-13 0,0 1-9 0,-1 2-10 15,0-2-10-15,1 1-9 0,0-2-8 0,3 1-5 16,0-2-8-16,-2 2-10 0,3-7-13 0,1-1-27 16,2-1-30-16,-2 0-45 0,2-1-48 0,-2-2-33 15,2-4-51-15,-2-1-34 0,0 0-119 0,-1-10-368 16,0 0 163-16</inkml:trace>
  <inkml:trace contextRef="#ctx0" brushRef="#br0" timeOffset="183565.37">18470 3021 127 0,'3'-10'205'0,"-3"10"-24"16,0 0-19-16,5-5-18 0,-5 5-12 15,0 0-9-15,0 0-10 0,0 0-9 0,0 0-12 16,11 21-6-16,-4-12-7 0,-5-2-4 0,-2-7-12 16,8 13-9-16,-2-4-5 0,1-4-2 0,2 0 0 0,-4 0-5 15,4 0-5-15,-1-1-5 0,-8-4 4 0,13 5 6 16,-13-5-12-16,13 1 5 0,-13-1 5 15,0 0-1-15,18-6 1 0,-10 1-7 0,-8 5 5 0,11-10 0 16,-4 2 1-16,-1 2 3 0,-6 6 7 16,10-14-8-16,-6 9 1 0,-4 5 3 0,12-11 10 15,-10 5 3-15,-2 6 4 0,5-7-12 0,-5 7-4 16,0 0-10-16,0 0-10 0,0 0-3 0,0 0-3 16,0 0 1-16,11 27-4 0,-9-3 2 15,-3 3-1-15,1 5 0 0,-1 1-2 0,-2 13-2 0,-1 4 0 0,3 1 0 16,-2-2 1-16,5 0-2 0,-5-1-4 15,0-13 1-15,2 11 3 0,2 2-6 0,-1-15-1 16,0 2 4-16,0-1-1 0,0-2 0 0,2 1-2 16,-4-6 1-16,1 1 0 0,0-9 1 0,-2-1-1 15,0-3 2-15,-2 1 2 0,-1-5-1 0,0-5-1 16,6-6-2-16,-22 11 5 0,9-9-8 0,-6-3-1 16,0-2 3-16,-7-4-1 0,1-5 1 0,1-3 1 15,-2-6 0-15,4-1-1 0,1-4-4 0,3-3 4 16,4-2-1-16,5-2 2 0,0-13-1 0,6 0 4 15,9-2-5-15,5-4 3 0,4 1-6 0,8-1-2 16,8 4-4-16,2 6-5 0,4-2-10 0,7 5-10 16,-1 2-21-16,7 2-24 0,-1 6-18 0,2 1-27 15,4 3-17-15,-3 7-21 0,3-1-16 0,-1 4-24 16,-3 1-6-16,-16 7-169 0,3 1-399 0,-4 3 176 16</inkml:trace>
  <inkml:trace contextRef="#ctx0" brushRef="#br0" timeOffset="183689.43">19366 3049 28 0,'0'0'169'0,"0"0"-6"16,0 0-1-16,0 0-14 0,0 0-10 0,0 0-20 15,0 0-14-15,0 0-46 0,0 0-56 0,0 0-60 16,0 0-114-16,0 0-187 0,0 0 83 16</inkml:trace>
  <inkml:trace contextRef="#ctx0" brushRef="#br0" timeOffset="195504.64">11094 11113 61 0,'0'0'55'0,"0"0"-17"0,0 0-21 15,0 0-24-15,0 0-21 0,2 38-29 0,-2-21 12 16</inkml:trace>
  <inkml:trace contextRef="#ctx0" brushRef="#br0" timeOffset="-189895.27">16774 4524 50 0,'0'0'141'0,"0"0"2"15,0 0-4-15,14-15-1 0,-14 15-5 0,0 0-6 16,0 0-1-16,0 0-8 0,0 0-2 16,0 0-7-16,0 0-10 0,0 0-6 0,0 0-6 15,0 0-13-15,0 0-6 0,0 0-7 0,0 0-6 16,0 0-10-16,0 0-2 0,0 0-4 0,0 0-6 0,0 0-1 16,0 0-5-16,0 0-3 0,-10 21 2 0,10-21-4 15,-5 6-4-15,5-6-1 0,-3 6-4 16,3-6 3-16,0 0-2 0,0 0 3 0,-2 8 3 15,2-8-2-15,0 0-2 0,0 0 0 0,0 0 9 16,0 0-7-16,0 0 2 0,10 3-2 0,-10-3-3 0,0 0 5 16,0 0-5-16,0 0 0 0,14-9-1 0,-14 9-1 15,5-10 4-15,0 7 0 0,-5 3-4 16,4-8 0-16,-1 3 5 0,-3 5-1 0,1-9 2 16,-1 9-1-16,3-9-3 0,-3 9-17 0,0 0-5 15,-4-12 4-15,4 12 0 0,0 0 2 0,0 0-2 0,-3-9-2 16,3 9 2-16,0 0-4 0,-10 0 4 15,10 0-1-15,0 0 0 0,-10 9-1 0,6-5 1 16,4-4 1-16,-5 10-6 0,2-4 4 0,3-6-4 16,-4 9 7-16,2-2 0 0,2-7 6 0,-3 7-7 15,2-1 3-15,1-6-1 0,0 0 2 0,3 10 1 0,-3-10-1 16,0 0 2-16,6 4 5 0,-6-4-5 0,0 0 6 16,0 0-4-16,8 0 7 0,-8 0-8 15,0 0 0-15,0 0-4 0,9-8 3 0,-9 8 4 16,6-7-2-16,-6 7-1 0,0-9-3 0,0 9-1 15,0-12 4-15,0 12-4 0,-1-12-2 0,1 12 2 0,-3-10 3 16,3 10-6-16,-1-8 3 0,1 8-8 0,0 0 7 16,-4-8-9-16,4 8 1 0,0 0 0 0,0 0 0 15,0 0-1-15,-13 12 4 0,9-3 1 16,4-9 0-16,-7 13-1 0,6-6-1 0,-2-1 2 16,3-6-4-16,-1 10-1 0,1-10 1 0,0 0 1 0,1 12 0 15,-1-12 6-15,4 3-2 0,-4-3 1 0,0 0 5 16,10 0-4-16,-10 0 5 0,10-6 0 15,-10 6 0-15,9-6-1 0,-4 0 1 0,0 2-1 16,-1-4 0-16,-1 2 4 0,-1 0 3 0,-2 6 0 16,0-14 0-16,0 14-1 0,-4-11-3 0,2 4 1 0,-2 2-3 15,-2 1 0-15,-2 1-4 0,2-1-1 0,-3 2 0 16,-4 1 0-16,0 2-2 0,0 2 0 0,3 0-10 16,-1 1-19-16,1 1-27 0,1 1-27 15,2 0-22-15,7-6-42 0,-8 9-44 0,3-4-124 16,5-5-345-16,0 0 152 0</inkml:trace>
  <inkml:trace contextRef="#ctx0" brushRef="#br0" timeOffset="-189315.14">16667 4112 91 0,'0'0'190'0,"-1"-10"-10"0,1 10-19 0,-3-6-17 15,3 6-20-15,0 0-11 0,0 0-13 0,0 0-9 16,0 0-10-16,0 0-5 0,0 0-7 0,0 0-8 16,0 0-6-16,-1 32-12 0,0-23 5 0,1 0-4 0,-2-2-6 15,1 3 1-15,1-10-8 0,0 12 1 16,0-12-6-16,-1 10 3 0,1-10 5 0,-2 7 11 16,2-7 11-16,0 0 12 0,0 9 12 0,0-9 2 15,0 0-2-15,0 0-11 0,0 0-8 0,0 0-3 16,0 0-8-16,-1-28-7 0,2 18-1 0,1-1-5 15,-1-7-8-15,-1 7 0 0,1-8-5 0,-1 3-1 16,3-4-3-16,1-5-6 0,0 7 0 0,-2 0-2 16,4 0 0-16,-1 7-3 0,-1-1 1 0,3-3-3 15,-3 6-1-15,0 0-3 0,-1 1-2 0,1 2 0 16,-1 1 0-16,2 1-7 0,-5 4 11 0,10 0-11 16,-10 0 2-16,14 9 1 0,-8 0-1 0,2 1-1 0,2 5 2 15,0 2 1-15,-2 0 1 0,-1 2 1 0,0-4 2 16,0 6-1-16,-2-3 5 0,0 7-3 15,-1-8 1-15,0 1 5 0,0-2-5 0,-1 1 0 16,1-3 1-16,-1-2-3 0,-1-2 3 0,-1 1-2 16,-1-2-19-16,2-1-22 0,-1 0-26 0,-1-8-30 15,0 0-41-15,-4 14-32 0,4-14-26 0,-2 4-174 16,2-4-397-16,0 0 176 0</inkml:trace>
  <inkml:trace contextRef="#ctx0" brushRef="#br0" timeOffset="-189163.15">16617 4098 33 0,'-6'-5'191'0,"6"5"-16"0,0 0-17 15,0 0-17-15,0 0-12 0,1-11-12 0,-1 11-12 16,20-6-14-16,0 5-12 0,0-3-32 0,11 4-41 16,1-5-66-16,-3 3-61 0,-7 2-62 0,6 2-196 15,-6-2 87-15</inkml:trace>
  <inkml:trace contextRef="#ctx0" brushRef="#br0" timeOffset="-187727.1">16971 7063 61 0,'0'0'135'0,"0"0"-8"16,0 0-11-16,0 0-12 0,0 0-3 0,0 0-8 15,0 0-4-15,0 0-9 0,0 0-2 0,0 0-3 16,8-6-7-16,-8 6 1 0,0 0-11 0,0 0-2 0,9-1-2 16,-9 1-1-16,0 0-9 0,0 0-8 0,0 0-1 15,5-6 6-15,-5 6-11 0,8-5-9 0,-8 5 1 16,3-4-2-16,-3 4 4 0,4-4-9 0,-4 4 4 16,0 0-1-16,5-5 1 0,-5 5 8 0,0 0 3 15,7-7-1-15,-7 7 7 0,0 0 3 0,0 0 1 16,0 0 10-16,0-11 2 0,0 11 0 0,0 0-3 15,0 0 0-15,0 0-2 0,0 0-2 16,0 0-5-16,0 0-6 0,0 0-4 0,0 0 1 0,0 0-9 16,0 0 4-16,0 0-1 0,0 0-5 0,0 0-3 15,-22 11-1-15,22-11-1 0,-3 6 1 0,3-6-1 16,0 0-4-16,-1 7 0 0,1-7 1 16,0 0 2-16,0 0-3 0,0 0 0 0,0 0 2 0,1 11 1 15,-1-11-2-15,0 0-1 0,0 0 1 0,0 0-1 16,9 1 1-16,-9-1-1 0,0 0 0 0,0 0-1 15,0 0 0-15,0 0-2 0,9-12 2 0,-9 12-2 16,0 0 0-16,0-7 0 0,0 7 0 16,0 0-4-16,-1-12 1 0,1 12-3 0,0 0 1 0,0 0-4 15,-5-6 0-15,5 6-2 0,0 0 0 0,0 0 0 16,0 0-1-16,0 0 0 0,0 0 4 0,-16 11-4 16,16-11 1-16,-5 8-2 0,2-5 6 0,3-3-2 15,-2 9-1-15,2-9-2 0,0 0 5 0,-1 9-2 16,1-9 0-16,0 0 1 0,1 10 2 0,-1-10-2 15,5 5 2-15,-5-5-1 0,0 0 4 0,7 2-3 16,-7-2-1-16,0 0-4 0,10-2 8 0,-10 2 1 16,0 0 2-16,9-5-2 0,-9 5-1 0,5-8 0 15,-5 8 2-15,1-8 3 0,-1 8-6 0,0 0-2 16,-6-12 2-16,6 12-2 0,-8-7-1 0,8 7 1 16,-7-6-4-16,0 5-1 0,7 1 1 0,-14-2 0 15,14 2-1-15,-13 3 1 0,13-3-4 0,-12 6 4 16,7 0-3-16,1-2 2 0,1 2 1 0,-1-1 0 15,2 1-1-15,2-6-1 0,-3 12 1 0,3-6-4 16,0-6 5-16,1 10-3 0,-1-10 1 0,6 7 0 16,-6-7 0-16,5 7 2 0,-5-7 1 0,6 2 0 0,-6-2 0 15,9 1 0-15,-9-1 4 0,0 0-2 16,13-4 1-16,-13 4 0 0,6-6 1 0,-3 2 3 16,-3 4-3-16,5-8 6 0,-5 8 0 0,4-9 1 15,-3 4-4-15,-1 5 0 0,0-10 6 0,0 10-7 16,0 0 0-16,-6-14-2 0,6 14-1 0,-3-5-12 15,3 5-11-15,0 0-29 0,-5-8-29 0,5 8-44 0,0 0-53 16,0 0-57-16,0 0-139 0,0 0-403 16,-19 11 178-16</inkml:trace>
  <inkml:trace contextRef="#ctx0" brushRef="#br0" timeOffset="-187174.89">16897 7616 113 0,'2'-9'257'0,"-2"9"-10"0,0-10-13 0,0 10-13 15,0-9-7-15,0 9-6 0,0 0-14 16,-1-10-28-16,1 10-17 0,0 0-13 0,0 0-16 0,0 0-13 16,0 0-10-16,0 0-11 0,0 0-4 0,0 0-7 15,-14 18 2-15,12-7-11 0,-2 4-4 0,-1 1-4 16,2 0-3-16,-3 2-5 0,1 0-4 0,2-2-6 15,-1 2-1-15,3-2-1 0,-2 2-9 0,2-1 4 16,-1 0-10-16,2-3-1 0,0-1 0 0,0 0-2 16,0-3-1-16,0 2-7 0,1-2-9 0,0 0-19 15,0-4-23-15,-3 4-24 0,2-10-34 0,0 10-25 16,0-10-35-16,1 11-35 0,-1-11-28 0,1 6-199 16,-1-6-455-16,0 0 202 0</inkml:trace>
  <inkml:trace contextRef="#ctx0" brushRef="#br0" timeOffset="-186740.88">16896 7640 174 0,'0'0'189'0,"5"-11"-6"0,-1 6-5 0,-1-1-9 15,5 1-5-15,-4 1-11 0,5 0-12 0,-9 4-8 16,14-8-7-16,-4 6-3 0,2-1-12 0,-5 2-13 15,4 2-10-15,0-1-8 0,-3 3-8 0,2-1-8 16,0 2-1-16,-1 0-7 0,0 2-1 0,-1 1-6 16,-3 0-3-16,0 1-2 0,-1 1-5 0,-2 2 1 15,1-1-9-15,-3-1-2 0,-3 2-1 0,2-2 2 16,-1 2-13-16,-4-4 4 0,4 2-3 0,-2 0 5 0,-2 0-7 16,1-2 1-16,-1-1 0 0,3-2-7 0,-1 1 0 15,0 0 2-15,4-5-5 0,-8 7-3 16,6-3-1-16,2-4-3 0,-4 5-6 0,4-5 4 15,0 0-1-15,0 0-2 0,0 0-2 0,10 8 7 0,-10-8-3 16,12 5 3-16,-6-3-2 0,2 0-2 0,2 1 1 16,-1 2 2-16,0-2-2 0,1 2 5 15,-1 0-6-15,-1 0 3 0,-2-1 0 0,2 1 1 16,-5-1-5-16,3 1 5 0,-3 0-4 0,0 1 4 0,-3-6 2 16,4 11 3-16,-4-11-2 0,-4 11 1 0,0-7 0 15,-5 1 2-15,-3 2-1 0,0-2 1 0,-6 2-3 16,-1 0 1-16,-8-1-5 0,0-2-22 15,-3 2-36-15,-5 0-66 0,2-5-85 0,-3 3-208 0,-1-2-451 16,-16-2 200-16</inkml:trace>
  <inkml:trace contextRef="#ctx0" brushRef="#br0" timeOffset="-179948.08">1276 5768 2 0,'0'0'121'16,"-5"-9"-5"-16,5 9-1 0,-4-6-5 0,4 6-5 15,-4-8 5-15,4 8-5 0,-3-6-4 0,3 6 2 0,0 0-10 16,-8-8 0-16,8 8 1 0,-4-6-11 16,4 6-1-16,0 0-5 0,-2-5-1 0,2 5-7 15,0 0-2-15,0 0-7 0,0 0-4 0,0 0-8 16,-6-6-9-16,6 6-2 0,0 0-5 0,0 0-8 15,0 0 1-15,0 0-9 0,0 0 1 0,0 0 0 16,0 0-4-16,12 22-5 0,-6-14 4 0,3 5 2 16,-2-2-6-16,-2 1 0 0,4 4 1 0,-2-3 2 15,1 2-1-15,0-1-3 0,-2 1 1 0,1-2-2 16,-3 3 0-16,3-2-2 0,0 1-3 0,0-1 2 16,-3-3-1-16,2 0 0 0,-1 1 2 0,-3-4-1 15,5 1 0-15,-3-3 4 0,-4-6-7 0,5 14 4 16,-2-8-3-16,-3-6 4 0,4 7 0 0,-4-7-5 15,4 9 1-15,-4-9 3 0,0 0 2 0,6 7 0 16,-6-7 3-16,0 0 4 0,0 0 11 0,0 0-2 16,0 0-2-16,0 0-4 0,0 0 1 0,8-25-2 15,-2 11 4-15,-2-3-2 0,-1-2-3 16,3-4 0-16,2-2-4 0,0 0 1 0,-3-1 2 16,3-1-12-16,-1 2 8 0,1-2-2 0,1 0 2 0,-3 3-2 15,1 6 3-15,0 1 4 0,-1 5-4 16,-3 1-1-16,1 3-1 0,-4 8-4 0,5-12 4 0,-5 12-8 15,2-9 0-15,-2 9-4 0,0 0-15 16,2-7-14-16,-2 7-3 0,0 0-10 0,0 0-13 16,0 0-15-16,0 0-27 0,13 29-27 0,-12-13-34 15,1 1-27-15,0 3-104 0,-4-2-316 0,2-1 140 16</inkml:trace>
  <inkml:trace contextRef="#ctx0" brushRef="#br0" timeOffset="-179385.05">1637 5993 111 0,'0'0'139'0,"0"0"-5"0,1 16-11 15,-1-16-5-15,0 0-13 0,-1 19-6 0,1-19-15 16,-2 16-4-16,2-16-6 0,0 15 0 0,0-15-9 15,-2 18-3-15,2-18-4 0,0 14-3 0,0-14-6 16,0 0-4-16,-1 18-6 0,1-18 0 16,0 0-4-16,-5 12-7 0,5-12 9 0,0 0 3 15,0 0 9-15,-2 12 7 0,2-12 6 0,0 0 7 0,0 0 10 16,0 0 2-16,0 0-5 0,0 0-9 0,0 0-4 16,0 0-9-16,0 0-4 0,0 0 0 15,0 0-3-15,-6-31-7 0,2 21-3 0,4-2-3 16,0-5-5-16,0-1-5 0,5 0 2 0,-3-7-8 0,0 6-1 15,-1 1-4-15,3-1 5 0,-1-2-3 16,0 2-5-16,2 2 1 0,1 1-2 0,0 0-2 16,3 1-1-16,-5 5 0 0,2 1-1 0,-2 4-4 15,-4 5-4-15,6-12 2 0,-6 12-2 0,7-7 0 16,-7 7 0-16,10-2-1 0,-10 2 6 0,15 2-5 16,-15-2-1-16,17 7-1 0,-8 0 3 0,1-1-2 15,0 3 8-15,-1 0 1 0,4 4 5 0,-3 1-2 16,2 0 0-16,-3 0 0 0,-2-1 0 0,2 1 1 15,-1 1 3-15,-2-4 1 0,-1-1 1 0,2 5-1 16,-3-3 0-16,0-2 5 0,1 1-9 0,-2-1 0 16,-1 1 0-16,3-1-3 0,-3 0 8 0,0-1-6 15,2 1 5-15,-4-10-8 0,2 12 1 0,2-5 0 16,-4-7-1-16,4 13 0 0,-4-13 0 0,1 10-2 16,-1-10-11-16,0 0-18 0,1 11-13 0,-1-11-25 15,0 0-24-15,0 0-31 0,0 0-27 0,-10 15-22 16,10-15-34-16,0 0-161 0,-15 1-392 0,15-1 173 15</inkml:trace>
  <inkml:trace contextRef="#ctx0" brushRef="#br0" timeOffset="-179197.73">1675 6018 129 0,'0'0'132'0,"0"0"-12"0,0 0-2 15,0 0-14-15,0 0-1 0,0 0-2 0,0 0-2 16,0 0-5-16,0 0-2 0,0 0-13 0,39-7-7 0,-26 6-3 16,1 0-24-16,2-2-27 0,4-1-59 15,-2-1-44-15,1 3-124 0,-3-4-225 0,-2 1 100 16</inkml:trace>
  <inkml:trace contextRef="#ctx0" brushRef="#br0" timeOffset="-177245.01">2083 5814 88 0,'-9'1'137'15,"9"-1"-8"-15,0 0-2 0,0 0-8 0,-8 1-13 16,8-1-9-16,0 0-6 0,0 0-3 0,0 0-9 15,0 0 3-15,0 0-12 0,0 0-2 0,0 0-6 16,0 0-4-16,0 0-7 0,-10 2-6 0,10-2-9 16,0 0-5-16,0 0 2 0,0 0 2 0,0 0-2 15,0 0 2-15,0 0-4 0,0 0-3 0,0 0-2 16,0 0 2-16,30 0-3 0,-30 0-2 16,13-3-6-16,-7 2 2 0,4-2-2 0,-3 2 4 0,1 0-8 15,0 0 0-15,4-2-3 0,-1 3-5 0,-4-1-19 16,-7 1-19-16,0 0-27 0,23 0-38 0,-15-2-23 15,0 4-19-15,-8-2-112 0,10 1-273 0,-10-1 121 16</inkml:trace>
  <inkml:trace contextRef="#ctx0" brushRef="#br0" timeOffset="-177005.25">2125 5757 84 0,'-3'-7'193'0,"3"7"-9"0,0 0-8 16,0 0-20-16,-4-5-23 0,4 5-13 0,0 0-15 16,0 0-9-16,0 0-6 0,0 0 8 0,7 23-10 15,-5-12-2-15,1-1-4 0,2 7-5 0,-4-2-7 16,-1 2-4-16,2 2-11 0,1-2-4 16,-3-2-3-16,0 3-3 0,2 0-8 0,-4-1-4 0,2-2-4 15,0-2-21-15,-2 3-25 0,1-2-33 0,2-4-38 16,-2 2-43-16,1 0-34 0,-3-2-129 15,-1 1-317-15,2-3 140 0</inkml:trace>
  <inkml:trace contextRef="#ctx0" brushRef="#br0" timeOffset="-176793.03">2062 6128 90 0,'0'0'200'0,"0"0"-9"0,0 0-8 15,0 0-11-15,0 0-13 0,0 0-14 0,0 0-9 16,0 0-13-16,0 0-13 0,0 0-10 0,0 0-6 16,0 0-9-16,0 0-12 0,0 0-6 0,21 0-5 15,-14 0-6-15,-7 0-5 0,0 0-19 0,26-5-23 16,-18 3-25-16,0-1-28 0,-8 3-35 0,18-8-29 16,-9 3-43-16,-1 2-139 0,-8 3-315 0,14-10 140 15</inkml:trace>
  <inkml:trace contextRef="#ctx0" brushRef="#br0" timeOffset="-176533.07">2297 5778 11 0,'0'0'221'0,"0"0"-17"0,0 0-13 16,0 0-16-16,0 0-15 0,0 0-24 0,0 0-10 15,0 0-15-15,0 0-8 0,0 0 4 0,0 0-2 16,3 24-6-16,-2-12-7 0,-1 2-10 0,0-1-5 16,3 3-4-16,-6 1-9 0,3-2 0 0,0 2-7 15,0-2-9-15,0 1-3 0,0 0-7 0,-1 0-5 16,1-4-23-16,-1-2-27 0,-2 2-28 16,2 2-25-16,1-14-40 0,-5 20-43 0,2-10-42 0,2-1-112 15,1-9-334-15,-5 14 148 0</inkml:trace>
  <inkml:trace contextRef="#ctx0" brushRef="#br0" timeOffset="-176237.08">2332 5972 146 0,'0'0'151'0,"0"0"-10"0,0 0-8 15,8-3-12-15,-8 3-11 0,0 0-6 16,0 0 10-16,0 0-8 0,0 0 0 0,0 0-10 15,21 7-1-15,-21-7-6 0,9 2-2 0,-9-2-3 16,0 0-7-16,14 0-3 0,-14 0-3 0,0 0-3 16,14-2 5-16,-14 2-3 0,5-6 5 0,-1 3 2 15,-4 3-2-15,5-7-3 0,-5 7-4 0,3-7-7 16,-3 7-4-16,-1-8-5 0,1 8-10 0,-4-11-3 16,4 11 0-16,-5-10-8 0,3 4-3 0,2 6-3 15,-7-7-5-15,3 3-6 0,4 4-5 0,-11-7-18 16,4 4-17-16,7 3-22 0,0 0-21 0,-17-2-25 15,17 2-27-15,0 0-44 0,-15 7-38 0,10-4-159 16,5-3-390-16,-9 5 173 0</inkml:trace>
  <inkml:trace contextRef="#ctx0" brushRef="#br0" timeOffset="-175880.33">2467 5785 216 0,'0'0'228'16,"0"0"-14"-16,0 0-23 0,0 0-20 0,0 0-19 16,0 0-17-16,0 0-12 0,0 0-10 0,0 0-7 15,11 14-10-15,-6-5-10 0,1 1-8 0,-1 0 3 16,0 0-9-16,2 1-4 0,-5 0-8 0,5 0-4 16,-2 0-10-16,-3-1 1 0,3 0-4 15,-1-2-2-15,-1-1-4 0,2 0-2 0,0 0-2 0,-1-2-3 16,1 1 3-16,-1-1 1 0,-4-5-4 0,5 8 2 15,-5-8 1-15,5 5 3 0,-5-5 8 16,0 0 8-16,6 4 5 0,-6-4 0 0,0 0-5 0,0 0-2 16,0 0 4-16,0 0 1 0,11-14-12 0,-9 9-3 15,1-8-4-15,-1 5 4 0,0-3-13 0,0 0-1 16,1 1-6-16,2-7-2 0,-3 1 4 0,3-1-9 16,-1 2-17-16,-1 2 3 0,-2 1-16 0,3 2-19 15,-3 0-31-15,-1 3-27 0,0 7-44 0,0 0-46 16,-1-18-43-16,1 14-42 0,0 4-136 15,0 0-437-15,0 0 193 0</inkml:trace>
  <inkml:trace contextRef="#ctx0" brushRef="#br0" timeOffset="-171536.98">2235 5819 50 0,'0'0'80'0,"0"0"-12"0,0 0 2 16,0 0 8-16,0 0-1 0,0 0-5 0,0 0 3 0,0 0-14 16,0 0 21-16,0 0-9 0,0 0-2 15,0 0 0-15,0 0 11 0,0 0-20 0,0 0-5 16,0 0-5-16,0 0-4 0,0 0 0 0,0 0-4 16,-21-1 6-16,21 1-8 0,0 0-10 0,-5-7 3 15,5 7-3-15,-4-6 4 0,4 6 6 0,0 0 14 16,0 0-1-16,0 0-10 0,-6-6-4 0,6 6-12 0,0 0-1 15,0 0-6-15,0 0-2 0,0 0-1 0,-6 24 0 16,3-13-3-16,3 0 0 0,-4 5-1 16,0-3-6-16,-1 2 2 0,3-2 0 0,-3-3-1 15,2 1-1-15,1 0-5 0,0-2 4 0,2-1 2 16,-1 0-6-16,1-8 1 0,-1 11 0 0,2-3 1 16,-1-8 0-16,1 10 5 0,-1-10-7 0,3 5 1 0,-3-5 2 15,0 0 6-15,0 0 3 0,2 7 6 16,-2-7-4-16,0 0-2 0,0 0 6 0,0 0-7 15,0 0-6-15,0 0 5 0,5-23-2 0,-5 23-1 16,-3-13 0-16,6 6-3 0,-3 7-4 0,-3-17 3 16,1 6-1-16,1 3-3 0,0-1 2 0,1 9-5 15,-4-10 1-15,3 3 2 0,1 7-1 0,-2-9 1 16,2 9-5-16,-2-9-2 0,2 9-1 0,0 0-1 16,0 0 0-16,-4-4-1 0,4 4 5 0,0 0-5 15,0 0 4-15,0 0 0 0,-8 19-4 0,8-14 5 16,0-5-1-16,0 14 1 0,-1-10-1 0,1-4 3 15,1 14-2-15,-1-14 8 0,1 7-5 0,-1-7-1 16,0 0 1-16,0 7-4 0,0-7 7 0,0 0 0 16,2 7 11-16,-2-7-4 0,0 0-1 0,0 0-3 15,0 0 5-15,0 0-3 0,6-19-1 0,-5 9 2 16,-1 10-1-16,0-17-3 0,-2 6 2 0,1 0-1 16,-1 2-3-16,0-3-1 0,-1 3 5 0,1-1 3 15,-2 2 4-15,1 2 0 0,3 6 3 0,-2-10-1 16,2 10-5-16,-3-7-6 0,3 7 1 0,0 0-6 15,0 0 8-15,0 0-8 0,0 0 2 0,-10 27 0 16,7-11 0-16,1 3 0 0,1 0-1 0,-1-1-1 16,2 1 1-16,0-1-1 0,3 0 3 0,0-2-3 15,-1-4 2-15,2 1 0 0,0 1-1 0,-1-2-1 16,1 0 3-16,1-1 2 0,0-3-3 0,-2-1 3 16,1 0 1-16,-2-2 0 0,1 2 1 0,-3-7-4 15,4 7 2-15,-4-7 6 0,5 3 2 0,-5-3-5 16,0 0 2-16,0 0-2 0,0 0 0 0,0 0-1 15,9-14-4-15,-9 14 3 0,0-8-1 0,0 8-2 16,0 0 2-16,1-9-1 0,-1 9-4 0,0 0-4 16,0 0-1-16,0 0-2 0,0 0-2 0,0 0 0 15,0 0 1-15,0 0-1 0,0 0 3 16,0 0 1-16,0 0 2 0,-4 31-3 0,4-26-1 16,0-5 3-16,0 12 3 0,2-5-1 0,-2-7-2 15,1 10 4-15,-1-10 2 0,1 5-1 0,-1-5-4 0,0 0 1 16,3 11 2-16,-3-11 1 0,0 0 1 0,0 0 1 15,2 5 1-15,-2-5-2 0,0 0 5 0,0 0 0 16,0 0-4-16,0 0 4 0,0 0-3 0,0 0 3 16,0 0-4-16,0 0 1 0,0 0 2 0,0 0-5 15,0 0 3-15,0 0-5 0,0 0-5 0,0 0-18 16,0 0-19-16,0 0-23 0,0 0-40 16,0 0-24-16,0 0-33 0,0 0-44 0,0 0-122 0,0 0-356 15,0 0 158-15</inkml:trace>
  <inkml:trace contextRef="#ctx0" brushRef="#br0" timeOffset="-165403.03">5798 7731 28 0,'0'0'104'15,"-7"-3"-10"-15,7 3 0 0,0 0 2 0,0 0 2 16,0 0-3-16,0 0-11 0,-10 0-11 0,10 0-6 15,0 0-2-15,0 0-3 0,0 0-6 0,0 0-7 16,0 0-1-16,0 0-6 0,0 0-7 0,0 0 0 16,0 0-4-16,0 0-4 0,0 0-7 0,18-10 1 15,-7 7-1-15,1 3-4 0,1-2-4 0,1 0 4 16,3 0-5-16,0-1-1 0,4 3-9 0,-2 0 19 16,1 0-15-16,-2 0-9 0,2 0 7 0,1 3 2 15,0 0 4-15,-3 3-4 0,1 0 0 0,-1-1-8 16,0 3 4-16,1-1-4 0,-4 0 4 0,0 0 1 15,-4 2-3-15,-1-1 1 0,0-1-1 0,-2 4-1 0,-3-1-2 16,0 3 8-16,-1 3 5 0,-3-1-2 16,-2 5 3-16,-4-1-3 0,-4 6 8 0,-1 0 5 15,-5-1-9-15,3 0 9 0,-2 0-3 0,-2-1-5 16,0-2-1-16,0 1 3 0,0-1 4 0,4-5-10 0,-6 5-14 16,5-6-27-16,1-2-29 0,3 1-28 0,1-3-34 15,3-1-96-15,-1 0-237 0,3-5 104 16</inkml:trace>
  <inkml:trace contextRef="#ctx0" brushRef="#br0" timeOffset="-165049.22">6455 8006 1 0,'0'0'194'0,"0"0"-4"0,2-4-10 0,-2 4-14 0,0 0-16 16,0 0-14-16,5-3-13 0,-5 3-15 16,0 0-10-16,0 0-17 0,0 0-5 0,0 0-8 15,0 0-12-15,0 0-7 0,8 12 1 0,-7-5-6 0,1 2-1 16,-1 3-6-16,2 3-1 0,-2 1-1 16,0 0-3-16,-1 1 1 0,3 3-1 0,-1 0 2 15,-2-2-6-15,0 3-2 0,1-2-1 0,3 5-1 16,-1-3 0-16,-3-4 1 0,2-2-6 0,0 3-1 0,0-1-1 15,2-2-2-15,-1 1-2 0,0-4 1 0,5 1-1 16,-4-1 2-16,1-3-3 0,1 1 2 0,1 0-3 16,0-3-3-16,1 1 0 0,0-1-9 0,0-1-11 15,-1-2-23-15,-1 0-14 0,3 0-22 0,2 0-25 16,0-4-20-16,-1 0-24 0,2-2-26 0,1-4-117 16,-3 0-306-16,-1-2 135 0</inkml:trace>
  <inkml:trace contextRef="#ctx0" brushRef="#br0" timeOffset="-164877.58">6402 8173 84 0,'-9'-5'132'0,"9"5"-8"0,0 0-13 16,-6-4-3-16,6 4-8 0,0 0-1 0,0 0-9 15,20-3-4-15,1 0-12 0,8-3-4 0,3 1-20 16,3-3-30-16,15 0-42 0,2-5-52 0,-1 4-102 15,-4-5-189-15,-15 4 83 0</inkml:trace>
  <inkml:trace contextRef="#ctx0" brushRef="#br0" timeOffset="-140627.12">16805 4505 5 0,'0'0'42'0,"0"0"3"0,0 0 1 15,0 0 8-15,0 0 1 0,0 0-7 16,0 0 17-16,0 0-12 0,0 0 2 0,0 0 0 16,0 0-5-16,0 0-3 0,0 0 10 0,0 0 0 15,0 0 2-15,0 0 2 0,0 0 2 0,0 0 7 0,0 0-4 16,0 0 2-16,0 0-1 0,0 0-2 0,0 0-2 15,0 0-3-15,10-12 2 0,-10 12-9 16,0 0 1-16,0 0 0 0,0 0-3 0,0 0-1 16,0 0-6-16,0 0-1 0,0 0-1 0,0 0-9 15,0 0-1-15,0 0-1 0,0 0-8 0,0 0 5 0,0 0-5 16,0 0-5-16,0 0 1 0,0 0-3 0,0 0-2 16,0 0-4-16,0 0-3 0,0 0 0 15,0 0-1-15,0 0-5 0,0 0 2 0,0 0-3 16,0 0 3-16,0 0 2 0,0 0-3 0,1 13 2 15,-1-13-1-15,0 0-2 0,3 8 2 16,-3-8-1-16,0 10-2 0,0-10 2 0,1 10-2 0,-1-10-2 0,3 7 2 16,-2-2 5-16,-1-5 1 0,0 10-1 0,0-10-2 15,0 12 5-15,2-6-7 0,-2-6 4 16,0 13 1-16,0-13 2 0,-2 14-5 0,2-7 3 16,-1 1 4-16,1-8-2 0,0 15 3 0,0-8-6 15,0-7 3-15,0 14 1 0,-1-9 2 0,1-5-1 16,-2 14 0-16,1-3 3 0,1-11-3 0,-3 11 0 0,3-4 1 15,0-7-2-15,0 12 1 0,0-5 0 0,-1 1 0 16,1-8-1-16,-1 11-3 0,1-11 3 16,0 12-4-16,-1-7 4 0,1-5-4 0,1 10 0 15,-1-10 2-15,-1 9 3 0,1-9-6 0,-2 8 6 16,2-8-1-16,0 0-4 0,0 0-1 0,0 10 1 0,0-10 0 16,0 0 0-16,0 0-1 0,0 10 1 0,0-10 3 15,0 0 0-15,0 0 0 0,0 0 0 0,0 0 1 16,-1 8 2-16,1-8-3 0,0 0 0 15,0 0 1-15,0 0 0 0,0 0-1 0,0 0 0 16,0 0 1-16,0 0 1 0,0 0-3 0,0 0 1 0,0 0-5 16,0 0 3-16,0 0 1 0,0 0 5 15,0 0-8-15,1 8 1 0,-1-8-2 0,0 0 0 16,0 0 1-16,0 0 4 0,0 0-1 0,0 0-4 16,0 0 2-16,0 0-2 0,0 0 0 0,0 0 3 15,0 0 0-15,0 0-1 0,0 0-2 0,0 0 2 16,0 0-2-16,0 0 2 0,0 0 3 0,0 0-5 15,0 0 3-15,0 0 2 0,0 0-2 0,0 0 8 16,0 0-5-16,0 0-3 0,0 0-1 0,0 0 3 16,0 0 0-16,0 0-1 0,0 0 1 0,0 0 1 15,0 0-3-15,0 0 3 0,0 0-7 0,0 0 3 16,0 0-4-16,0 0 0 0,0 0 2 0,0 0-2 0,0 0-3 16,0 0 3-16,0 0-2 0,0 0 4 0,0 0-2 15,0 0 0-15,0 0 0 0,0 0 7 0,0 0-6 16,12 0 1-16,-12 0-4 0,6 1 2 15,-6-1-1-15,0 0 1 0,14 1-1 0,-14-1 1 16,11 1 1-16,-5 1 1 0,-6-2-4 0,10 2 1 16,-3 0 0-16,-7-2 0 0,9 1 3 0,-4 2-3 0,-5-3 0 15,12 1-2-15,-7 1 4 0,-5-2-2 0,10 4 1 16,-10-4 7-16,8 3-7 0,-8-3 0 16,7 2-1-16,-7-2 0 0,5 3-2 0,-5-3 3 15,0 0 0-15,6 4-1 0,-6-4-2 0,0 0 4 16,7 5-6-16,-7-5 3 0,0 0 2 0,0 0-4 15,6 2 2-15,-6-2 2 0,0 0-3 0,6 3 2 16,-6-3 0-16,0 0-1 0,0 0-2 0,0 0 4 16,4 4-2-16,-4-4 1 0,0 0 0 0,0 0 1 15,0 0-2-15,5 4 2 0,-5-4 0 0,0 0-2 16,0 0 2-16,0 0-1 0,0 0-3 0,3 6 4 0,-3-6 0 16,0 0-3-16,0 0 2 0,0 0 0 15,0 0 7-15,0 0-4 0,0 0-4 0,0 0-2 16,0 0 3-16,0 0 0 0,0 0 0 0,4 5-1 15,-4-5-1-15,0 0 2 0,0 0-3 0,1 6 3 16,-1-6 0-16,0 0 0 0,0 0 0 0,0 0 2 16,-5 10-2-16,5-10 1 0,-6 7 1 0,2-3 8 0,0 0-7 15,0 2 2-15,-5-1-4 0,1 4 0 0,2-5 2 16,0 1-3-16,-1-1 9 0,0 3-8 16,-2-1-1-16,1-1 2 0,-1 2-1 0,1-5 3 15,2 3-2-15,-1-4-1 0,0 4 2 0,-1-1-1 16,2-1-2-16,-2 1 0 0,2-1 2 0,6-3-1 0,-12 5-2 15,12-5 1-15,-7 5 1 0,1-4 1 16,6-1-2-16,-6 4 1 0,6-4-1 0,-9 4 1 16,9-4-2-16,-6 3 1 0,6-3 3 0,0 0-3 15,0 0 1-15,-5 4-1 0,5-4 2 0,0 0-3 16,0 0 5-16,0 0 3 0,0 0-9 0,0 0-2 16,0 0 0-16,0 0 1 0,0 0 0 0,0 0-1 15,0 0 2-15,0 0 2 0,0 0 1 0,0 0-2 16,0 0 3-16,0 0-1 0,16 7 1 0,-9-6 0 15,-7-1-1-15,12 4 3 0,-6-3-3 0,-6-1 1 16,14 2 4-16,-7-1 2 0,0 0-6 0,0 2-2 16,-7-3-1-16,16 4 2 0,-10-3-4 0,1 1 2 15,1 0-5-15,-8-2 7 0,14 3 0 0,-7-1 0 16,-2 0-2-16,3 1 1 0,-8-3 2 0,9 4-4 16,-6-2 2-16,-3-2 2 0,9 4-1 0,-2-1-5 15,-7-3 3-15,7 4 1 0,-7-4 2 0,7 4-2 16,-7-4 0-16,0 0 1 0,6 3 1 0,-6-3-2 15,4 4 0-15,-4-4-2 0,0 0 4 0,6 4-2 0,-6-4 7 16,0 0-3-16,4 4-6 0,-4-4 1 16,0 0-2-16,0 0 2 0,0 0 0 0,0 0 2 15,4 5-2-15,-4-5 0 0,0 0-1 0,0 0 2 16,0 0 0-16,0 0 0 0,0 0-1 0,0 0 2 16,0 0-2-16,0 0 5 0,0 0-7 0,0 0 3 15,0 0 1-15,-3 12 1 0,3-12-1 0,0 0-1 16,-8 4 0-16,8-4 2 0,0 0-1 0,-11 6 1 15,8-2 0-15,3-4 1 0,-13 4-3 0,4-1 1 16,1 1 10-16,2-1-1 0,-3 0-10 0,-1 2 0 16,1-1 0-16,0-2 1 0,0 0 1 0,2 1-2 0,1 0-6 15,-1 0 5-15,-1-1 2 0,3 2 0 16,5-4 4-16,-13 5-2 0,8-2-5 0,5-3 3 16,-9 3-3-16,5 1 2 0,4-4-1 0,-7 2 1 15,7-2-3-15,0 0 2 0,-6 4-1 0,6-4 1 16,0 0 1-16,0 0 0 0,0 0 0 0,-8 3 1 15,8-3-5-15,0 0 5 0,0 0-1 0,0 0-1 16,0 0 2-16,0 0-1 0,0 0-1 0,0 0-3 16,0 0 2-16,0 0 2 0,0 0-2 0,0 0 1 15,0 0-2-15,-6 3 1 0,6-3 0 0,0 0 0 16,0 0 1-16,0 0 0 0,0 0 0 0,0 0 1 16,0 0-2-16,0 0 4 0,19 5 0 0,-19-5-3 15,8 2 3-15,-8-2 1 0,11 4-3 0,-6-1 0 0,-5-3 1 16,12 3 0-16,-7-1-1 0,4 1 10 15,-3-3-11-15,-6 0 1 0,13 4-1 0,-4-2 0 16,-3 0 6-16,1 1 2 0,1-1-4 0,-8-2-2 16,14 4 8-16,-7-4-9 0,0 2-2 0,-7-2 6 15,14 3-7-15,-9 0 2 0,0 0-1 0,-5-3 4 16,10 2-2-16,-6 1-3 0,-4-3 3 0,9 3-1 16,-9-3 2-16,8 2-2 0,-8-2-2 0,0 0 5 15,6 4-2-15,-6-4-4 0,0 0 2 0,7 3 2 16,-7-3-1-16,0 0 0 0,0 0-2 0,0 0 2 15,0 0-1-15,6 3 2 0,-6-3-1 0,0 0 1 0,0 0 1 16,0 0-1-16,0 0 5 0,0 0 3 16,-5 12-8-16,5-12 0 0,-7 5-1 0,7-5 1 15,-7 5 0-15,1-3 1 0,1 1 4 0,-1 1-4 16,6-4 0-16,-13 7 0 0,7-2-2 0,6-5 5 16,-14 6-3-16,6-1 3 0,0 1-2 0,8-6-1 0,-16 7-1 15,9-3 3-15,-2 1-5 0,3-3 5 16,-1 2 0-16,0 0-1 0,2 0-3 0,5-4 2 15,-12 5 0-15,7-3 1 0,5-2-5 0,-9 6 4 16,4-4-2-16,5-2 4 0,-7 3-3 0,7-3 0 16,-8 2 0-16,8-2-1 0,0 0 2 0,0 0-4 15,-9 3 14-15,9-3-11 0,0 0-5 0,0 0 5 16,0 0-3-16,-6 2 1 0,6-2 1 0,0 0-1 16,0 0 0-16,0 0 0 0,0 0 1 0,0 0 3 15,0 0-2-15,0 0 2 0,0 0-4 0,0 0-1 16,0 0 0-16,0 0 2 0,0 0 1 0,0 0 2 15,0 0-6-15,0 0 4 0,0 0 1 0,0 0 0 16,0 0 2-16,0 0-4 0,13 15 0 0,-7-13 3 16,-6-2 2-16,7 4-1 0,0-1-2 0,-1-1 6 15,1 1 12-15,0-1 0 0,4 2-12 0,-1 0 4 16,0-2-2-16,-1 0-1 0,1 0 1 0,0 3-1 16,1-2-2-16,-1-1 1 0,0 2-3 0,-4-3 1 15,5 1 0-15,-4 1 1 0,2-2-2 0,-2 2 10 16,0-3-11-16,-7 0-2 0,14 4 3 0,-9-1-3 15,2-2 1-15,-7-1 1 0,8 3 1 0,-8-3-4 16,7 2 2-16,-7-2 1 0,0 0-2 0,9 3 2 16,-9-3-4-16,0 0-1 0,5 3 4 0,-5-3 2 15,0 0-6-15,0 0 5 0,0 0 1 0,0 0-3 16,0 0 1-16,0 0-3 0,7 3 11 0,-7-3-10 16,0 0-1-16,0 0 3 0,0 0-3 0,0 0 2 15,0 0 0-15,0 0-2 0,0 0 2 0,0 0 3 16,0 0-1-16,0 0 8 0,0 0-3 0,0 0 4 15,0 0-3-15,0 0 2 0,0 0 5 0,0 0-7 16,0 0 2-16,0 0 2 0,0 0-2 0,0 0 2 16,0 0-4-16,0 0 4 0,0 0-9 0,0 0 4 15,0 0-2-15,0 0-5 0,0 0 0 0,0 0 2 16,0 0 0-16,0 0 3 0,0 0-3 0,0 0-1 16,0 0-5-16,0 0 1 0,0 0-6 0,0 0-14 15,0 0-18-15,0 0-19 0,0 0-24 0,0 0-29 16,0 0-37-16,0 0-40 0,0 0-42 0,-22 7-186 15,22-7-452-15,-9 5 200 0</inkml:trace>
  <inkml:trace contextRef="#ctx0" brushRef="#br0" timeOffset="-138195.97">17071 5495 6 0,'0'0'25'0,"0"0"2"15,0 0-3-15,0 0-1 0,0 0-6 0,0 0 4 16,0 0 2-16,0 0-5 0,0 0-3 0,0 0 1 16,0 0-1-16,0 0-6 0,0 0 3 0,0 0 0 15,0 0-3-15,0 0 1 0,0 0-1 0,-10 4-4 16,10-4 4-16,0 0-2 0,0 0-2 0,0 0 1 15,0 0 0-15,0 0 0 0,0 0 0 0,0 0 4 16,-6 6 5-16,6-6 3 0,0 0-2 0,0 0 9 16,0 0 1-16,0 0 1 0,0 0 12 0,0 0-4 15,0 0 4-15,0 0 3 0,0 0 6 0,0 0-2 16,0 0 4-16,0 0 10 0,0 0-2 0,0 0 1 16,0 0-5-16,0 0 5 0,0 0-4 0,0 0 2 15,0 0-2-15,0 0-3 0,0 0-2 0,0 0-2 16,0 0 2-16,0 0-1 0,0 0 1 0,0 0 1 15,-7-8-1-15,7 8 2 0,0 0-1 0,0 0-3 16,0 0-2-16,0 0-2 0,0 0 0 0,-5-6-1 16,5 6-2-16,0 0 0 0,0 0-5 0,0 0 1 15,0 0-2-15,0 0-2 0,-7-4-3 0,7 4 1 16,0 0-5-16,0 0-1 0,0 0-2 0,0 0-4 16,0 0 1-16,0 0-3 0,0 0-4 0,0 0 1 0,0 0-4 15,0 0-3-15,0 0 2 0,0 0-3 16,0 0 1-16,0 0-2 0,0 0 0 0,0 0-2 15,0 0 0-15,0 0-1 0,0 0 4 0,0 0-2 16,0 0 1-16,0 0-2 0,-11 10-1 0,11-10 4 0,-4 4-3 16,4-4-2-16,0 0 1 0,0 0-1 15,0 0 3-15,-4 7-3 0,4-7 5 0,0 0-4 0,0 0-1 16,0 0 0-16,0 0 1 0,0 0 3 16,0 0 2-16,-4 6-1 0,4-6 0 0,0 0 0 15,0 0-1-15,0 0 2 0,0 0 0 0,0 0-1 16,-2 7 2-16,2-7 8 0,0 0 0 0,-4 8 0 15,4-8 0-15,0 0-1 0,-1 9-3 0,1-9 0 0,-2 7 1 16,2-7 6-16,0 0-4 0,0 12 1 16,0-12 2-16,-1 10-2 0,1-10 3 0,-1 11-1 0,1-4 1 15,0-7 1-15,-1 11 0 0,1-11-3 0,0 13 2 16,-2-7-1-16,2-6-1 0,-2 13-2 0,0-9 2 16,2-4-3-16,-1 13-1 0,1-8 3 15,0-5 6-15,-1 14 4 0,1-14-4 0,0 12-2 16,0-5 0-16,0-7 0 0,0 12-4 0,0-12-1 15,0 12 2-15,1-6-4 0,0 0 4 0,-1-6-2 0,0 12 5 16,0-5-9-16,0-7 5 0,0 9-6 0,0-9 1 16,0 9-1-16,0-9-1 0,0 10 2 0,0-10-2 15,0 8 1-15,0-8 3 0,2 9-2 16,-2-9 3-16,0 0 2 0,-2 12 1 0,2-12-3 0,-2 7 3 16,2-7-2-16,-2 7-1 0,2-7-3 0,0 0 0 15,0 9 0-15,0-9-2 0,0 0-2 0,0 0 6 16,-1 7-7-16,1-7 3 0,0 0-5 0,0 0 4 15,0 0-2-15,-1 10-1 0,1-10-1 16,0 0 4-16,0 0-4 0,2 6 4 0,-2-6-3 0,0 0-2 16,0 0 1-16,0 0 5 0,-1 10 2 0,1-10-8 15,0 0 2-15,0 0 1 0,0 0 1 0,-1 6-4 16,1-6 6-16,0 0-2 0,0 0 7 0,0 0-7 16,-1 10 4-16,1-10 0 0,0 0 0 0,0 0 1 15,0 0 1-15,0 0-5 0,0 0 0 0,0 9 1 16,0-9-2-16,0 0 1 0,0 0 0 0,-5 5 1 15,5-5-2-15,0 0-3 0,0 0 6 0,0 0-3 16,0 0 0-16,0 0-6 0,0 0 5 16,0 0 1-16,0 0 1 0,0 0 1 0,0 0 1 0,0 0-4 15,0 0 0-15,0 0 3 0,0 0 6 0,0 0 8 16,0 0-4-16,0 0 8 0,0 0-8 0,0 0 6 16,0 0-11-16,0 0-4 0,0 0 0 0,0 0 1 15,0 0-2-15,0 0 0 0,0 0-2 16,0 0-8-16,0 0 8 0,0 0 0 0,0 0-3 0,0 0-6 15,0 0-4-15,0 0-13 0,0 0-8 0,0 0-20 16,0 0-15-16,0 0-12 0,0 0-25 0,-3-24-21 16,3 24-23-16,0 0-24 0,-2-6-24 0,2 6-23 15,0 0-11-15,0 0-7 0,-3-11-185 0,3 11-452 16,0 0 200-16</inkml:trace>
  <inkml:trace contextRef="#ctx0" brushRef="#br0" timeOffset="-137058.85">17002 5823 85 0,'0'0'111'0,"0"0"-12"16,0 0 5-16,0 0-1 0,4-5 4 15,-4 5-13-15,0 0 1 0,0 0-7 0,0 0 3 0,0 0-8 16,0 0-1-16,0 0-9 0,0 0-2 0,0 0-14 15,0 0 0-15,0 0-13 0,0 0-2 0,0 0-4 16,0 0-1-16,0 0 1 0,0 0 6 0,0 0-4 16,0 0-3-16,0 0-3 0,0 0-1 0,-7 22-1 15,7-22-4-15,2 7 3 0,-2-7 2 0,0 0-2 16,1 9-1-16,-1-9 0 0,0 0 6 0,0 0 2 16,1 7-4-16,-1-7 7 0,0 0 2 0,5 5 0 15,-5-5 0-15,0 0 1 0,0 0 0 0,9 1-5 16,-9-1 3-16,0 0-5 0,0 0-4 0,0 0-4 15,14-6-4-15,-14 6 0 0,4-6-2 0,-4 6 0 16,5-4-3-16,-5 4 0 0,3-6-2 0,-3 6-3 16,2-6-1-16,-2 6 0 0,0 0-5 0,4-8 3 15,-4 8-5-15,0 0 2 0,0 0-4 0,0 0-2 16,-6-12 2-16,6 12-2 0,0 0-3 0,0 0 0 16,-5-6-3-16,5 6 4 0,0 0-6 0,0 0 7 15,0 0-6-15,-12 3 2 0,12-3-3 0,0 0 2 16,0 0-1-16,-8 7 0 0,8-7 2 0,-5 8 1 15,5-8-2-15,0 0 0 0,-2 7 0 0,2-7 3 16,0 0 0-16,-1 6 4 0,1-6 0 0,0 0 5 16,0 0 2-16,0 0 3 0,11 6 3 0,-11-6 0 15,6 1 3-15,-6-1-4 0,0 0 0 0,0 0-1 16,0 0-3-16,0 0-1 0,14-6 0 0,-14 6 7 16,0 0-7-16,7-4 3 0,-7 4-3 0,0 0-3 15,0 0-1-15,2-8 0 0,-2 8-4 0,0 0 3 16,0 0-1-16,-1-10-5 0,1 10 0 0,0 0 0 15,0 0 0-15,-9-10-2 0,9 10-1 0,-5-4 1 16,5 4-2-16,0 0 1 0,0 0-1 0,-9-1-3 16,9 1 4-16,0 0 0 0,0 0-3 0,-13 8 1 15,13-8-2-15,-5 3 2 0,5-3 0 0,-2 7 1 16,2-7 6-16,0 0-7 0,-3 7 1 0,3-7 1 16,0 0 3-16,0 0-2 0,0 0 3 0,4 10 1 15,-4-10 1-15,0 0 4 0,9 2 0 0,-9-2-1 16,0 0 2-16,11-2 0 0,-11 2 0 0,0 0-2 15,9 0-1-15,-9 0 4 0,0 0-1 0,9-4 1 16,-9 4-1-16,0 0-2 0,5-4 0 0,-5 4 0 16,0 0-3-16,4-6 1 0,-4 6-1 0,0 0-2 15,0-10-2-15,0 10 1 0,0 0-6 0,0 0 2 16,-5-12-3-16,5 12-2 0,-5-5 1 0,5 5-3 16,0 0 2-16,-6-3 1 0,6 3 0 0,0 0 10 15,0 0-10-15,0 0 0 0,-20 7 2 0,20-7-2 16,-8 7 3-16,4-1-4 0,1-3 4 0,3-3-4 15,-5 7 2-15,5-7 1 0,-3 6 1 0,3-6 1 16,0 0 1-16,0 0-2 0,0 9 2 0,0-9 2 0,0 0 0 16,0 0 2-16,8 4 1 0,-8-4 4 15,0 0-6-15,0 0 4 0,0 0-5 0,13-3 2 16,-13 3 1-16,0 0 3 0,0 0-4 0,9-6 4 16,-9 6-2-16,0 0 0 0,0 0 0 0,0 0-1 15,0 0 0-15,2-6 1 0,-2 6-5 0,0 0-1 16,0 0 4-16,0 0-4 0,0 0-2 0,0 0 1 15,-17-7-1-15,17 7 3 0,0 0-2 0,0 0 1 16,-15 5-3-16,15-5 1 0,0 0 0 0,-6 5-7 16,6-5-6-16,-6 3-12 0,6-3-12 0,-4 6-18 15,4-6-18-15,0 0-16 0,0 0-24 0,0 9-26 16,0-9-44-16,0 0-167 0,7 7-383 0,-7-7 170 16</inkml:trace>
  <inkml:trace contextRef="#ctx0" brushRef="#br0" timeOffset="-134758.59">17017 5879 61 0,'0'0'71'0,"-5"-6"-2"0,5 6-3 16,0 0-1-16,0 0-6 0,0 0 6 0,-4-5 1 0,4 5-3 16,0 0-1-16,0 0-8 0,0 0 2 15,-5-5 6-15,5 5-1 0,0 0 1 0,0 0-4 16,0 0 5-16,0 0-5 0,0 0 8 0,0 0-6 16,0 0 2-16,0 0 2 0,0 0-7 0,0 0 2 15,0 0 0-15,0 0 3 0,0 0-8 0,0 0 0 16,0 0-4-16,0 0-7 0,0 0-5 0,0 0-4 0,0 0-4 15,0 0-5-15,0 0 0 0,0 0-8 16,0 0 2-16,0 0-6 0,0 0-1 0,0 0-1 16,0 0 2-16,0 0-3 0,0 0 2 0,0 0-1 0,0 0-1 15,0 0 5-15,0 0 1 0,0 22-2 16,0-22 3-16,0 10-2 0,0-10 3 0,1 10 0 16,-1-10-1-16,2 10-2 0,-2-2-1 0,1-2 5 15,-1-6 1-15,-1 14 5 0,1-7 1 0,0-7-1 0,0 14-5 16,0-8-3-16,0-6-1 0,0 13 2 0,0-7-2 15,0 5 2-15,0-3 1 0,0-8 1 0,-2 13 0 16,1-7 2-16,2 4 2 0,-1-3 4 16,0-7-3-16,0 11-4 0,0-11-1 0,-1 12 2 15,1-12-4-15,1 12-3 0,-1-8-2 0,0-4-1 0,0 10 2 16,0-10 0-16,2 11 1 0,-2-11 0 0,0 10-2 16,0-10-4-16,1 5 3 0,-1-5-2 15,0 0-1-15,0 12-2 0,0-12 0 0,0 7 2 16,0-7-1-16,0 0 4 0,0 0-2 0,-1 11-4 15,1-11 1-15,0 0 1 0,0 0 0 0,1 7 0 0,-1-7 3 16,0 0-2-16,0 0-2 0,0 0 4 0,0 0-2 16,0 0-2-16,0 0 1 0,0 0 2 15,0 0-3-15,0 0 2 0,0 0-1 0,0 0 5 16,0 0-4-16,0 0 2 0,0 0-4 0,0 0 4 0,0 0-4 16,0 0-14-16,0 0-15 0,0 0-18 0,0 0-30 15,0 0-32-15,0 0-30 0,0 0-34 0,-8-21-17 16,8 21-23-16,0 0-157 0,-6-7-393 15,6 7 174-15</inkml:trace>
  <inkml:trace contextRef="#ctx0" brushRef="#br0" timeOffset="-132880.47">16810 6102 54 0,'0'0'73'0,"0"0"5"0,0 0-8 0,1-7 0 15,-1 7 2-15,0 0 0 0,0 0 2 0,0 0 21 0,0 0-19 16,0 0-8-16,0 0-3 0,0 0 1 0,0 0 2 16,0 0-5-16,0 0-2 0,0 0-4 0,0 0-3 15,0 0-1-15,0 0-3 0,0 0-5 16,-1-12 4-16,1 12 1 0,0 0 3 0,0 0 1 16,0 0-2-16,0 0 2 0,0 0-1 0,0 0 0 0,-1-9 2 15,1 9-3-15,0 0-1 0,0 0 5 0,0 0-4 16,0 0 3-16,0 0-2 0,-3-7-3 0,3 7-1 15,0 0-2-15,0 0 1 0,0 0-7 16,0 0-2-16,0 0-2 0,0 0-3 0,0 0-2 0,0 0-3 16,0 0-3-16,0 0 0 0,0 0 0 0,0 0-3 15,0 0-1-15,0 0-2 0,0 0-3 0,0 0 0 16,0 0-3-16,0 0-4 0,0 0 3 0,0 0-4 16,0 0-2-16,0 0 2 0,0 0-4 15,0 0-2-15,0 0-3 0,0 0 0 0,0 0-1 0,0 0 0 16,0 0 0-16,0 0-3 0,0 0 4 0,0 0 3 15,0 0-4-15,0 0 4 0,0 0-2 0,0 0 0 16,0 0 3-16,7 22-2 0,-7-22 1 0,2 7-3 16,-2-7 3-16,1 6 2 0,-1-6-2 0,7 9 0 15,-7-4 0-15,0-5 4 0,5 8-1 0,-1-4 0 16,-4-4 3-16,5 9-3 0,-5-9 4 0,6 5-1 16,-4-1 0-16,-2-4-1 0,3 8-2 0,-3-8 3 15,4 5-1-15,0-1-3 0,-4-4 1 16,0 0 3-16,3 7-2 0,-3-7-1 0,5 4-3 0,-5-4 4 15,0 0 4-15,5 4-6 0,-5-4 0 0,0 0-2 16,0 0 2-16,5 3-1 0,-5-3 2 0,0 0 1 16,0 0-3-16,0 0 1 0,0 0 2 0,5 4-2 15,-5-4 3-15,0 0-3 0,0 0 3 0,0 0-3 16,0 0-1-16,0 0 2 0,0 0 2 0,0 0-4 16,8 1 3-16,-8-1-3 0,0 0 4 0,0 0-2 15,0 0 2-15,10 1-5 0,-10-1-3 0,0 0 6 16,0 0-4-16,0 0-1 0,0 0 3 0,0 0-1 15,13-2-1-15,-13 2 0 0,8-2 0 0,-8 2 3 16,0 0-1-16,12 0-3 0,-12 0 3 0,12-2-3 16,-6 0 1-16,-6 2-2 0,13-2 1 0,-7 1 2 15,-6 1 4-15,14-3-6 0,-6 2-1 0,-8 1 0 16,10-3 0-16,-10 3 1 0,11-1 0 0,-11 1 2 16,10-4-1-16,-10 4-1 0,10-1-3 0,-10 1 4 15,10-3 1-15,-2 2 0 0,-8 1-1 0,9-2 0 16,-9 2-1-16,10-3-4 0,-5 1 2 0,-5 2 0 15,11-1 2-15,-11 1-2 0,12-2 2 0,-12 2-3 16,9-3 3-16,-9 3-1 0,11-1 3 0,-5-2-3 0,-6 3 0 16,11 0 0-16,-11 0 2 0,13-1-3 15,-7 0 0-15,-6 1 2 0,8-2-3 0,-8 2 0 16,8-1 3-16,-8 1-1 0,0 0-1 0,14 1 6 16,-14-1-4-16,10 0-3 0,-10 0 0 0,6 0 0 15,-6 0 4-15,0 0-2 0,13 0-1 0,-13 0 2 16,10 0-1-16,-10 0-3 0,8 2 3 0,-8-2-2 15,11 2 3-15,-11-2-1 0,8-1 1 0,-8 1-1 16,0 0 1-16,9 1-1 0,-9-1 2 0,9 2-2 16,-9-2 3-16,0 0 0 0,9 0 0 0,-9 0-4 0,0 0 2 15,0 0-4-15,9 0 3 0,-9 0 3 16,0 0-4-16,0 0 2 0,9 1 0 0,-9-1 0 16,0 0 0-16,0 0 1 0,0 0-1 0,11-1 0 15,-11 1 0-15,0 0 6 0,0 0-6 0,0 0 0 16,0 0 1-16,0 0-1 0,7-3 3 0,-7 3 2 15,0 0-1-15,0 0 2 0,0 0-2 0,0 0 1 16,0 0-3-16,0 0 0 0,0 0 3 0,0 0 0 16,5-3-2-16,-5 3 0 0,0 0-3 0,0 0 5 15,0 0-1-15,0 0-3 0,0 0 3 0,0 0 0 16,9-1 2-16,-9 1-5 0,0 0-4 0,0 0 1 0,0 0 4 16,0 0-2-16,0 0 0 0,0 0 4 15,0 0-2-15,0 0-3 0,0 0 4 0,0 0-2 16,0 0 3-16,0 0-5 0,0 0 5 0,0 0-5 15,0 0 2-15,10 1 1 0,-10-1 1 0,0 0-2 0,0 0 4 16,0 0-7-16,0 0 0 0,0 0 5 16,0 0-2-16,0 0 0 0,0 0-1 0,0 0 3 15,0 0 1-15,0 0 1 0,0 0-3 0,0 0-1 16,0 0 0-16,0 0 3 0,0 0-3 0,0 0 1 16,0 0 0-16,0 0-2 0,0 0 2 0,0 0-1 0,0 0-1 15,0 0-2-15,0 0 3 0,0 0-2 0,0 0-1 16,0 0 3-16,0 0 1 0,0 0 0 0,0 0-2 15,0 0 0-15,0 0-1 0,0 0 2 0,0 0-2 16,0 0 1-16,0 0-4 0,0 0 1 16,0 0 7-16,0 0-1 0,0 0-4 0,0 0 3 0,5 6 1 15,-5-6-5-15,0 0 2 0,0 0 4 0,4 5 1 16,-4-5-3-16,0 0 5 0,5 5-3 16,-5-5-2-16,3 7 2 0,-3-7 2 0,5 5 1 15,-5-5-2-15,0 0 3 0,4 6-1 0,-4-6 2 0,3 6-3 16,-3-6 2-16,3 8-1 0,-3-8 5 0,4 6-2 15,-4-6 0-15,4 7-4 0,-4-7 2 0,4 7 0 16,-4-7-1-16,1 8 6 0,-1-8-6 0,2 8 6 16,-2-8-2-16,3 9-5 0,-3-9 2 0,4 7-3 15,-4-7 2-15,0 0 4 0,2 12-7 0,-2-12 6 16,3 7-3-16,-3-7-1 0,1 7 10 0,-1-7-6 16,0 0 0-16,0 8 3 0,0-8 3 0,0 0-6 15,1 9 3-15,-1-9-4 0,0 0-1 16,0 0 3-16,3 8 0 0,-3-8-3 0,0 0 3 15,0 0-1-15,0 0 1 0,1 7-3 0,-1-7 0 0,0 0 2 16,0 0-9-16,0 0 4 0,0 0 0 0,0 0 2 16,0 0-2-16,0 0 0 0,0 0 3 0,0 0-5 15,0 0 5-15,0 0 0 0,0 0-2 0,0 0-3 16,0 0 1-16,0 0 3 0,0 0-4 0,0 0-8 16,0 0-8-16,0 0-21 0,0 0-22 0,0 0-25 15,0 0-23-15,0 0-35 0,0 0-38 0,0 0-39 16,0 0-25-16,0 0-42 0,-25-7-170 0,25 7-488 15,-17-5 216-15</inkml:trace>
  <inkml:trace contextRef="#ctx0" brushRef="#br0" timeOffset="-132150.97">17012 6228 99 0,'0'0'126'0,"0"0"-12"16,0 0 5-16,5-5-11 0,-5 5 4 0,0 0 5 15,0 0-3-15,0 0 4 0,0 0-5 0,0 0 1 16,0 0 3-16,0 0-5 0,0 0-5 0,0 0 0 16,0 0-3-16,0 0-4 0,0 0-3 0,0 0-3 15,0 0-4-15,0 0-8 0,0-10-9 0,0 10-5 16,0 0-10-16,0 0-4 0,0 0-6 0,0 0-6 15,0 0-6-15,0 0-5 0,0 0-4 0,0 0 2 16,0 0-5-16,0 0 6 0,-6 25-2 16,5-16 0-16,-3-1-3 0,1 2 5 0,-1-1-4 0,0 1 1 15,-1-1-2-15,1 0 0 0,-1 2-3 0,2 0 0 16,-1-1 3-16,1 1 0 0,2 0-1 0,-4-1-1 16,1-1-2-16,0 2 0 0,-2 0 0 0,2-2-1 15,1 0 1-15,-3-1-4 0,3 1-2 0,-1-3-1 16,3 1-3-16,-3-1-2 0,4-6 1 0,-5 9-2 15,4-2-3-15,1-7 4 0,-2 7-5 0,2-7 3 16,-6 7 0-16,6-7-5 0,-2 7 5 0,2-7-4 16,0 0 3-16,-2 8-1 0,2-8 0 0,0 0-2 15,-1 8-1-15,1-8-1 0,0 0-4 0,0 0-6 16,0 0-11-16,-2 6-12 0,2-6-17 0,0 0-21 16,0 0-23-16,0 0-24 0,0 0-30 0,0 0-40 15,0 0-42-15,0 0-178 0,-12-1-440 0,12 1 195 16</inkml:trace>
  <inkml:trace contextRef="#ctx0" brushRef="#br0" timeOffset="-131491.98">17035 6240 113 0,'0'0'116'0,"0"0"-1"0,0 0-6 16,0 0 9-16,-3-9-3 0,3 9 5 0,0 0-5 16,0 0 4-16,0 0-6 0,0 0-3 0,0 0-8 15,3-9-4-15,-3 9-2 0,0 0-11 0,0 0-6 16,0 0-3-16,0 0-4 0,0 0-4 0,6-5-3 15,-6 5-5-15,0 0-7 0,0 0 0 0,0 0-4 16,8-3-2-16,-8 3-3 0,0 0-5 0,0 0 2 16,9-2-2-16,-9 2-5 0,0 0-3 0,8-1-3 15,-8 1-1-15,0 0 2 0,0 0-9 0,0 0 0 16,14 0-3-16,-14 0 1 0,0 0 5 0,0 0-6 16,0 0 2-16,6 2 0 0,-6-2-1 0,0 0 0 15,0 0 2-15,0 0-3 0,0 0 0 0,0 0 2 16,0 0-2-16,0 0 0 0,0 0-3 0,0 0-2 15,0 0-1-15,0 0 1 0,0 0-1 0,0 0 2 16,8 4 2-16,-8-4-4 0,0 0 3 0,4 8 3 16,-2-2 7-16,-2-6-1 0,4 11 6 0,-3-3 0 15,3-1 2-15,-1 3 9 0,-1 0-5 0,1-1-1 16,1 1-3-16,-2 0 3 0,2-1-1 0,-1 1-1 16,1 1-2-16,-2-2-1 0,2 1-1 0,0-2-5 15,-1 2 2-15,3-1-3 0,-3 0 0 0,3-3-4 16,-3 3 3-16,2-2 0 0,-1-1-3 0,0 3 1 15,1 0 6-15,0-2-3 0,-1 0 6 0,1-2-8 16,0 0-2-16,-2 2-3 0,1-2 3 0,0 1-6 16,-1-2 1-16,-3-4 7 0,7 6-10 0,-3-2 3 0,-4-4 2 15,6 4-5-15,-6-4 1 0,0 0 5 0,8 5-8 16,-8-5-3-16,0 0 0 0,0 0-5 16,4 4-9-16,-4-4-10 0,0 0-14 0,0 0-13 15,0 0-18-15,0 0-20 0,0 0-25 0,0 0-30 0,0 0-25 16,0 0-25-16,0 0-22 0,0 0-20 0,0 0-11 15,-16-14-159-15,16 14-432 0,-6-9 192 16</inkml:trace>
  <inkml:trace contextRef="#ctx0" brushRef="#br0" timeOffset="-130774.93">16969 6502 4 0,'0'0'114'0,"0"0"-11"0,0 0 8 0,0 0-12 16,-7 4 6-16,7-4-16 0,0 0-2 0,0 0-7 16,0 0 0-16,0 0-7 0,0 0-2 0,0 0-8 15,0 0-2-15,0 0-2 0,0 0-7 0,0 0 0 0,0 0-7 16,0 0-1-16,0 0 2 0,0 0-3 0,0 0-4 16,0 0 0-16,0 0-1 0,-5 4-7 0,5-4 7 15,0 0-8-15,-5 4 1 0,5-4-2 0,0 0-1 16,-5 7-1-16,5-7-1 0,0 0-1 0,-7 3 1 15,7-3-1-15,0 0 5 0,-5 5-2 0,5-5-2 16,-6 2-2-16,6-2-2 0,0 0 0 0,-5 5-3 16,5-5-1-16,-9 2-6 0,9-2-2 15,-9 4 18-15,4 0-18 0,-2-3 0 0,7-1-5 0,-10 4 1 16,10-4 3-16,-9 3-2 0,9-3-3 16,-6 1 3-16,6-1-2 0,0 0 1 0,0 0 2 0,-10 4 2 15,10-4 0-15,0 0 0 0,0 0 1 0,0 0-2 16,0 0 2-16,0 0-2 0,0 0 0 0,0 0-1 15,0 0 13-15,0 0-5 0,0 0 2 16,0 0-1-16,0 0 5 0,0 0 0 0,27 2 3 16,-19-3-2-16,4 1 3 0,-2 0 2 0,3-1 3 0,-2 1 3 15,2 0-1-15,5-4 2 0,0 4 5 0,0-2 0 16,0 2 0-16,-5-1-1 0,4 0 1 0,-1 0-3 16,-1-2 1-16,-1 2 1 0,0 1 0 15,-1-1-5-15,1-1-1 0,0 2-5 0,-1 0 0 0,0-2-2 16,0 2 1-16,-1 0-1 0,0-1-1 0,-1-1-2 15,-1 2 2-15,1 0 2 0,-4 0-6 16,-7 0 0-16,14 0-3 0,-7-2-1 0,-7 2-5 0,0 0 0 16,14 0 3-16,-14 0-6 0,7-1 2 0,-7 1-4 15,0 0 0-15,0 0-4 0,13 0 4 0,-13 0-19 16,0 0-16-16,8 0-20 0,-8 0-25 0,0 0-23 16,0 0-26-16,0 0-31 0,8 3-24 0,-8-3-22 15,0 0-23-15,0 0-171 0,0 0-424 0,0 0 189 16</inkml:trace>
  <inkml:trace contextRef="#ctx0" brushRef="#br0" timeOffset="-128579.2">17224 6570 100 0,'0'0'133'0,"0"0"-1"0,0 0-5 0,-2-10 2 15,2 10 0-15,0 0-2 0,0 0-2 0,0 0-2 16,0 0 0-16,0 0-4 0,-3-9-6 0,3 9-11 15,0 0-4-15,0 0-7 0,0 0-3 16,0 0-11-16,0 0-6 0,0 0-6 0,0 0-4 16,0 0-7-16,-3-6-7 0,3 6-5 0,0 0 2 0,0 0-3 15,0 0-10-15,0 0-1 0,0 0-6 0,0 0-4 16,0 0 0-16,0 0-3 0,0 0-5 0,0 0 0 16,0 0-4-16,0 0-7 0,0 0-8 0,0 0-10 15,0 0-9-15,0 0-2 0,-10-2-8 0,10 2-2 16,0 0 9-16,0 0-14 0,0 0 0 0,0 0-2 15,0 0 3-15,-12 7-1 0,12-7 1 0,0 0 0 16,0 0 5-16,0 0 6 0,0 0-1 0,0 0 8 16,-8 4-2-16,8-4 7 0,0 0-3 0,0 0 5 15,0 0-1-15,0 0 1 0,0 0 3 0,0 0 0 16,-7 3 2-16,7-3 5 0,0 0-2 0,0 0 3 16,0 0 0-16,-6 2-3 0,6-2 1 0,0 0 5 15,0 0-7-15,0 0 7 0,0 0-2 0,-9 1 3 16,9-1-1-16,0 0 7 0,0 0-3 0,0 0 1 15,0 0-5-15,0 0-2 0,0 0 8 0,-13-1-2 16,13 1 4-16,0 0 0 0,0 0 6 0,0 0 7 16,0 0 1-16,-7-4 3 0,7 4 4 0,0 0 2 15,0 0 0-15,0 0 1 0,0 0 1 16,0 0 10-16,0 0-10 0,0 0 3 0,-7-4 2 0,7 4 0 16,0 0 12-16,0 0-7 0,0 0 2 0,0 0 1 15,0 0 0-15,-6-4-2 0,6 4-1 0,0 0-3 16,0 0-1-16,0 0-3 0,0 0-3 0,0 0-6 15,0 0 0-15,0 0-8 0,0 0 5 0,0 0-4 16,0 0-6-16,0 0 1 0,0 0-2 0,0 0 0 16,0 0 2-16,-4 12-2 0,4-12 2 0,0 0-1 15,0 8-1-15,0-8 4 0,1 12 3 16,-1-12 4-16,-1 10 5 0,1 1-2 0,-1-5 4 0,1 5-2 16,-2-3-1-16,1 2 3 0,1 0-1 0,0-10-2 15,0 14-1-15,-1-8 1 0,2 3-2 0,-1-9 0 16,-2 13-1-16,2-7-2 0,0-6 1 0,0 15-6 15,0-9 1-15,0-6 2 0,0 14-3 0,-2-7-1 16,2-7 2-16,-1 13-2 0,1-7 4 0,0-6-5 16,0 14 4-16,-1-9 0 0,1-5-2 0,0 12-2 15,0-12 3-15,-2 11-4 0,2-5 2 0,0-6-3 16,-1 12-3-16,1-12 3 0,-1 10 0 0,1-10-3 16,-1 8 3-16,1-8-3 0,-3 12 3 0,3-12 1 15,0 9-1-15,0-9-2 0,-2 10 3 0,2-10-5 16,-2 11 7-16,2-11-5 0,0 9-4 0,0-9 1 15,0 8-1-15,0-8 1 0,-1 9 1 0,1-9-3 16,-1 10 2-16,1-10 1 0,0 0 0 0,2 10-1 16,-2-10 0-16,2 5-3 0,-2-5 2 0,0 0-2 15,0 10 1-15,0-10-3 0,0 0 0 0,2 8 3 16,-2-8 1-16,0 0-4 0,0 10 5 0,0-10-5 16,0 0-2-16,1 8 1 0,-1-8 3 0,3 4-2 15,-3-4 0-15,0 0 2 0,0 0-1 0,0 12-4 16,0-12 5-16,0 0-3 0,0 0 6 0,0 9-6 15,0-9-1-15,2 5 3 0,-2-5-2 0,0 0-3 16,2 8 2-16,-2-8-1 0,1 7 2 0,-1-7 4 16,0 0-5-16,0 9 4 0,0-9-1 0,0 0 1 15,3 9 0-15,-3-9 1 0,0 0-4 0,0 0-1 16,0 0 3-16,0 8-2 0,0-8 3 0,0 0-2 16,0 0 6-16,0 0-7 0,0 0 0 0,0 0-2 15,0 0 4-15,1 8 1 0,-1-8-1 0,0 0-2 16,0 0 0-16,0 0 1 0,0 0-1 0,0 0-1 15,0 0 2-15,0 0-1 0,0 0 5 0,0 9-6 0,0-9 1 16,0 0 0-16,0 0-2 0,0 0 4 0,0 0-2 16,0 0-1-16,0 0 1 0,0 0 2 0,0 0 0 15,0 0 0-15,0 0 0 0,0 0-2 16,0 0 3-16,0 0-3 0,0 0 9 0,0 0-7 16,0 0-2-16,0 0-3 0,0 0 5 0,0 0-3 0,0 0 1 15,0 0 2-15,0 0 0 0,0 0 1 16,0 0-5-16,0 0 4 0,0 0 4 0,0 0-4 15,0 0 1-15,0 0-1 0,0 0 2 0,0 0 5 0,0 0-12 16,0 0 6-16,0 0 4 0,0 0 4 16,0 0-2-16,0 0 0 0,0 0-4 0,0 0 2 0,0 0 3 15,0 0-1-15,0 0-1 0,0 0-4 0,0 0 5 16,0 0-2-16,0 0 3 0,0 0 1 0,0 0-2 16,0 0 0-16,0 0-3 0,0 0 1 15,0 0-2-15,0 0 2 0,0 0-2 0,0 0 9 0,-9 2-11 16,9-2-2-16,0 0 2 0,0 0 1 0,0 0-6 15,0 0 0-15,0 0 3 0,0 0 0 0,0 0-1 16,-17-6 5-16,17 6-5 0,0 0 1 0,0 0 1 16,-13-1 17-16,13 1-22 0,0 0-2 15,0 0 5-15,-8-3-5 0,8 3 4 0,-8-1-2 0,8 1 6 16,0 0-1-16,0 0-5 0,-12-2-2 0,12 2 6 16,0 0-2-16,-11 0-1 0,11 0-1 0,0 0 1 15,0 0 0-15,-12 0 3 0,12 0-1 16,0 0 0-16,-11 0 2 0,11 0-6 0,0 0 0 0,-14 0 5 15,14 0-1-15,-12 0 2 0,12 0 2 0,-11 0-5 16,11 0 2-16,-9 0-5 0,9 0 7 0,0 0-6 16,-14 0 4-16,14 0 1 0,-9 0-3 0,9 0-3 15,0 0 5-15,-13-1-5 0,13 1 3 0,0 0 5 16,-10-2-1-16,10 2-2 0,0 0-3 0,0 0 0 16,-13 0 8-16,13 0-4 0,0 0 4 0,0 0-9 15,0 0 4-15,-10 0 3 0,10 0-10 0,0 0 4 16,0 0 1-16,0 0-1 0,0 0 3 0,0 0-10 15,0 0-13-15,-8-3-9 0,8 3-23 0,0 0-17 16,0 0-17-16,0 0-24 0,0 0-22 0,0 0-27 16,0 0-31-16,0 0-33 0,0 0-36 0,0 0-168 15,0 0-465-15,0 0 205 0</inkml:trace>
  <inkml:trace contextRef="#ctx0" brushRef="#br0" timeOffset="-126942.2">17191 7053 14 0,'0'0'15'0,"-4"4"-8"0,4-4 3 0,0 0 4 0,0 0 0 16,0 0-4-16,0 0-2 0,0 0 1 0,0 0-4 16,0 0-2-16,-5 3-2 0,5-3 0 0,0 0-4 15,0 0 1-15,0 0-3 0,0 0-13 0,-4 5-18 16,4-5 9-16</inkml:trace>
  <inkml:trace contextRef="#ctx0" brushRef="#br0" timeOffset="-122752.96">16429 5895 5 0,'0'0'48'0,"0"0"-7"16,0 0-7-16,0 0 1 0,0 0-3 0,0 0 2 16,0 0-5-16,0-9-3 0,0 9 10 0,0 0-4 15,0 0-3-15,0 0-4 0,0 0 0 0,0 0 0 16,0 0 2-16,0 0-2 0,0 0 3 0,0 0-4 16,0 0-6-16,0 0 1 0,0 0 2 0,0 0 0 15,0 0 2-15,0 0 0 0,0 0-4 0,0 0-3 16,0 0-1-16,0 0-6 0,0 0 6 0,0 0-4 15,0 0-2-15,0 0 11 0,0 0-12 0,0 0-7 16,0 0 10-16,0 0 0 0,0 0-7 0,0 0 12 16,0 0-13-16,-11-3 2 0,11 3 5 0,0 0 1 15,0 0 5-15,0 0-2 0,0 0 3 0,0 0 10 16,-11 2 1-16,11-2-5 0,0 0 2 0,0 0 0 16,0 0-10-16,0 0 14 0,-12 0-10 0,12 0 1 15,0 0 0-15,0 0-1 0,0 0 9 0,-10 0-12 16,10 0 3-16,0 0 3 0,0 0-2 0,0 0 6 15,0 0-6-15,0 0 6 0,0 0-11 0,0 0-9 16,0 0 8-16,0 0 3 0,0 0-1 0,0 0-5 16,0 0 0-16,0 0-2 0,0 0 1 0,0 0-3 15,0 0-1-15,0 0 5 0,0 0-1 0,0 0-2 16,34 1 3-16,-21-1-3 0,-3 0-3 0,2 0 4 16,0 0-9-16,1-1 8 0,1-1-6 0,0 2-4 15,-2 0-13-15,0 0-6 0,0-1-14 0,-1 1-12 16,1 0-31-16,-12 0-18 0,14-1-20 0,-14 1-74 15,11 0-206-15,-11 0 92 0</inkml:trace>
  <inkml:trace contextRef="#ctx0" brushRef="#br0" timeOffset="-122436.5">16432 5823 93 0,'0'0'120'0,"0"0"1"15,0 0-15-15,0 0-12 0,0 0-10 0,0 0-7 16,0 0-12-16,0 0-7 0,0 0-7 0,0 0 0 15,0 0-2-15,0 0-10 0,0 0-5 0,0 0-4 16,0 0-2-16,11 19 9 0,-11-19-12 0,3 14-5 16,-1-9-1-16,0 7 3 0,0-2-1 0,2-1-21 15,-1 1-22-15,2 1-25 0,-3 0-28 0,2-1-29 16,-3 3-62-16,1 0-181 0,-1-1 80 0</inkml:trace>
  <inkml:trace contextRef="#ctx0" brushRef="#br0" timeOffset="-121475.15">16514 6615 90 0,'-8'4'112'0,"8"-4"-11"0,0 0 0 16,0 0 1-16,-9 1-4 0,9-1 1 0,0 0-2 0,0 0 13 16,-10 3-21-16,10-3 1 0,0 0 3 0,0 0-6 15,0 0 0-15,0 0-2 0,0 0 0 16,-10-1-4-16,10 1-2 0,0 0-3 0,0 0-9 16,0 0-4-16,0 0-1 0,0 0-2 0,0 0-12 0,0 0-5 15,0 0-4-15,0 0-5 0,0 0-3 0,0 0 0 16,0 0-7-16,0 0 1 0,0 0-6 15,0 0-2-15,0 0-1 0,0 0-17 0,35 1-30 16,-22 0-37-16,4-3-39 0,2-2-54 0,-2 1-169 0,-4 1-356 16,6-2 159-16</inkml:trace>
  <inkml:trace contextRef="#ctx0" brushRef="#br0" timeOffset="-120293.03">16399 5910 2 0,'0'0'73'0,"-8"-3"-1"16,8 3-6-16,0 0 0 0,0 0-6 0,0 0-9 15,0 0-3-15,-10 0 3 0,10 0 1 0,0 0 8 16,0 0-2-16,-8-2-1 0,8 2-7 0,0 0 1 16,0 0-9-16,-11-1-3 0,11 1-3 0,0 0-5 15,-11 0-7-15,11 0 3 0,0 0 1 0,0 0-5 16,-11 1 4-16,11-1 1 0,0 0-11 0,0 0 1 16,-10-1-4-16,10 1-5 0,0 0 7 0,0 0 2 0,0 0-8 15,0 0 2-15,0 0 3 0,0 0-4 0,0 0-1 16,0 0-4-16,-9-2 2 0,9 2 0 15,0 0 3-15,0 0-4 0,0 0 1 0,0 0 1 16,0 0 4-16,0 0 0 0,23 7-6 0,-23-7 7 0,14 1 0 16,-7 0-5-16,5-1-3 0,-2-1 3 0,0 1-4 15,2-1 3-15,-1 1-8 0,2-2-5 0,-1 1-15 16,-1 0-18-16,2 0-19 0,-3 1-20 16,0-2-20-16,2 2-93 0,-6-2-204 0,-6 2 91 15</inkml:trace>
  <inkml:trace contextRef="#ctx0" brushRef="#br0" timeOffset="-119521.36">16413 5804 65 0,'0'0'72'0,"0"0"-7"0,0 0-17 0,1-5 9 15,-1 5-21-15,0 0-2 0,0 0-10 0,0 0-12 16,6-3-4-16,-6 3-3 0,0 0-4 0,0 0-6 16,9 0-9-16,-9 0-5 0,8-3 4 0,-8 3-7 15,0 0 2-15,0 0-4 0,10 2 1 0,-10-2 1 16,0 0-2-16,0 0-17 0,10 0 37 0,-10 0-10 0,0 0-16 16,0 0-33-16,0 0 102 0,0 0-60 15,10 0 22-15,-10 0-3 0,0 0 4 0,0 0 7 16,0 0 5-16,0 0 3 0,0 0 8 0,0 0 7 15,0 0-3-15,0 0 12 0,0 0-2 0,8-2 6 16,-8 2-2-16,0 0 8 0,0 0 4 0,0 0 13 16,0 0-9-16,0 0 5 0,0 0 3 0,0 0 2 15,0 0-4-15,0 0 5 0,0 0 5 0,0 0 2 16,0 0-9-16,0 0 2 0,0 0-2 0,0 0-1 16,0 0-3-16,0 0-1 0,0 0-7 0,0 0-6 0,0 0-5 15,0 0-10-15,0 0 5 0,0 0-7 16,0 0-8-16,0 0-1 0,0 0-5 0,0 0-3 15,0 0-1-15,0 0 0 0,0 0 2 0,-1 15-4 16,1-15-2-16,-3 10 0 0,5-1-3 0,-2-9 0 16,-3 14-1-16,3-6 1 0,0 0 1 0,0 3-1 15,0-2-2-15,-1 2 5 0,2-2-7 0,-2 0 3 16,2 0 3-16,-1-1-3 0,0 1-2 0,1-1-1 16,-1 2 0-16,3-3-10 0,-2 0-15 0,-1-1-28 15,0-6-26-15,3 13-38 0,-2-8-31 0,-1-5-131 16,1 9-295-16,1-4 130 0</inkml:trace>
  <inkml:trace contextRef="#ctx0" brushRef="#br0" timeOffset="-118380.29">17404 4843 113 0,'0'0'139'0,"3"-6"-3"0,-3 6 3 16,0 0-7-16,3-6-3 0,-3 6-14 0,0 0-2 16,0 0-11-16,0 0-12 0,0 0-5 0,2-6-13 15,-2 6-7-15,0 0-7 0,0 0-9 0,0 0-2 16,0 0-10-16,0 0 0 0,0 0 5 16,1 21-5-16,1-12 3 0,-2 2-4 0,2 1 1 0,-2 3 0 15,1-3-4-15,-1 1 0 0,0 2 2 16,-1-2-4-16,2 2 4 0,-2-2-3 0,1 2 5 15,-2 1-9-15,2-4 8 0,0 2-5 0,0-4-3 16,2 2 3-16,-2 1-4 0,1-2-5 0,-1 0 1 16,-1-4-2-16,1 3 2 0,0-10-8 0,0 14 1 0,0-6-2 15,0-8-1-15,1 12-1 0,-1-7 2 16,0-5-2-16,2 9 0 0,-2-9-3 0,0 0-2 16,0 10 4-16,0-10-6 0,2 5-10 0,-2-5-6 0,0 0-9 15,1 6-17-15,-1-6-20 0,0 0-31 0,0 0-25 16,0 0-34-16,0 0-24 0,0 0-143 15,0 0-341-15,0 0 151 0</inkml:trace>
  <inkml:trace contextRef="#ctx0" brushRef="#br0" timeOffset="-117787.34">17445 4802 117 0,'0'0'128'0,"0"0"-3"0,0 0 2 16,0 0-13-16,3-9-9 0,-3 9-8 0,0 0-10 0,4-5-4 15,-4 5-9-15,7-2-2 0,-7 2-8 16,8-2 4-16,0 1-16 0,-8 1-3 0,0 0-5 15,18 3-3-15,-13-1-5 0,1-1 4 0,0 3 9 16,3 3-2-16,-2-1-1 0,-1 1-2 0,2 1-8 16,-3 1-2-16,-1 2 0 0,1-1-7 0,-1 0 3 15,-2 1-5-15,0 2-2 0,-1-1 0 0,0-1 1 16,-1-1-5-16,-1 0-2 0,1 2 0 16,-1-2 1-16,-3-1-1 0,1-2-4 0,-2 1-1 0,-1 0-1 15,2-2 2-15,-4-1-3 0,2 2 1 0,1-3-2 16,-2-1 0-16,0 0 2 0,0 1-2 0,7-4-5 15,-11 1 4-15,11-1 1 0,-11 2-3 0,11-2 4 16,-11-2-6-16,11 2 2 0,-9-1-4 0,9 1 9 16,0 0-1-16,-9-4 1 0,9 4-9 0,0 0 5 15,-7-4-1-15,7 4 1 0,0 0-2 0,0 0-3 16,0 0-3-16,0 0 3 0,0 0-2 0,0 0 3 16,0 0-3-16,0 0 1 0,0 0-2 0,0 0 0 15,0 0-3-15,0 0 3 0,20 11 4 0,-14-7 0 16,-2-1 10-16,2 2-2 0,-1 0 3 0,2-2 8 15,-2 2-2-15,2-1 1 0,-2 1 4 0,2 0-2 16,-2-1 0-16,0 0-1 0,1 1-3 0,0-1 3 16,-1 0-5-16,0 1 1 0,0-2-2 0,0 1-1 15,-1 0-2-15,-4-4-4 0,9 7 0 0,-4-5-3 16,-5-2-17-16,0 0-29 0,11 6-34 0,-11-6-37 16,0 0-46-16,6 6-39 0,-6-6-142 0,0 0-365 15,0 0 161-15</inkml:trace>
  <inkml:trace contextRef="#ctx0" brushRef="#br0" timeOffset="-117357.18">17817 5034 49 0,'3'-3'200'16,"-3"3"-9"-16,0 0-15 0,0 0-2 0,0-8-16 16,0 8-13-16,0 0-8 0,0 0-12 0,-13-5-12 15,13 5-11-15,0 0-11 0,-12 1-3 16,12-1-15-16,-9 4 0 0,9-4-5 0,-17 8-6 16,11-3-6-16,6-5-5 0,-12 10-4 0,7-5-2 0,-1 1-6 15,6-6-1-15,-6 10-2 0,6-10-8 16,-5 14 2-16,2-9-1 0,3-5 0 0,-3 10-7 15,3-10-1-15,0 0-4 0,3 14 1 0,-3-14 2 16,3 11-4-16,-3-11 1 0,10 8-2 0,-2-3 8 16,1 0-10-16,-2-1-1 0,4-1-1 0,-1 1-4 15,-1-1 1-15,0 3-5 0,-1-2 0 0,-1 1 1 0,-7-5-1 16,12 7 4-16,-12-7-6 0,10 5 2 0,-10-5-1 16,5 9-1-16,-5-9 1 0,5 7 1 15,-5-7 1-15,0 0-4 0,0 0 5 0,-9 20-7 0,1-15-5 16,1 1-1-16,-6-1-17 0,2 0-15 15,11-5-12-15,-23 8-35 0,10-6-27 0,0 1-35 16,0-1-36-16,-5-1-157 0,0-1-369 0,1 0 165 0</inkml:trace>
  <inkml:trace contextRef="#ctx0" brushRef="#br0" timeOffset="-108350.29">17131 7034 50 0,'0'0'65'0,"0"0"3"0,0 0-1 0,0 0-8 16,0 0 3-16,-12 0-9 0,12 0-8 0,0 0-6 15,0 0-1-15,0 0-4 0,-7-3 0 0,7 3-3 0,0 0-2 16,0 0 8-16,-10 3-16 0,10-3 7 15,0 0-5-15,0 0 1 0,0 0-3 0,-8 1-5 16,8-1 4-16,0 0 3 0,0 0-14 0,0 0 8 16,0 0-8-16,0 0 1 0,0 0-5 0,0 0 10 15,0 0 2-15,0 0 1 0,0 0 9 0,0 0-2 0,18 9-3 16,-12-8-2-16,-6-1-4 0,14 1 11 0,-1-1-6 16,-2 1 0-16,3 1 0 0,-1-2 3 0,6 2 2 15,-2-2 6-15,2 2-1 0,-1-2-8 0,4 1 2 16,-2 0 2-16,1 0-1 0,0-2-2 0,2 1-3 15,4-1 3-15,-6 2-6 0,8-1 2 0,-7 0-6 16,6-1-4-16,-8 1 1 0,2 0 0 0,-3 1 1 16,4-2-1-16,-2 1 0 0,7-1-3 15,-5-1 0-15,5 1 1 0,-1 0-8 0,1 1 8 0,1 0 7 16,2 0 9-16,0-2-3 0,-1 2-2 0,4 2-3 16,-4-4 5-16,2 1-3 0,3 4-4 0,-5-2 5 15,1-2-3-15,1 2-11 0,-3 0 10 0,1-1-3 16,-7 3 5-16,2-2 0 0,-3 0-2 0,-2 0-2 15,1-1 6-15,-1 2-7 0,2-2 0 0,-4 1-3 16,1 3-4-16,-5-4 8 0,4 0 0 0,-6 1-1 16,2-1 2-16,-4-1-3 0,1 2-3 0,-3 1 4 15,-8-2-3-15,13 0-1 0,-13 0 0 0,11 0 8 16,-11 0-6-16,8 0-5 0,-8 0 3 0,0 0-3 16,8 0 1-16,-8 0-2 0,0 0-7 0,0 0-2 15,0 0-13-15,0 0-26 0,0 0-14 0,0 0-1 16,0 0-15-16,0 0-7 0,0 0-9 0,0 0-4 15,0 0-18-15,0 0 1 0,0 0-1 0,0 0 3 16,0 0-8-16,0 0 10 0,0 0-58 0,0 0-176 16,0 0 78-16</inkml:trace>
  <inkml:trace contextRef="#ctx0" brushRef="#br0" timeOffset="-108086.52">18391 7069 148 0,'0'0'-7'0,"0"0"10"0,-12 0 7 16,12 0-4-16,-11 1 3 0,11-1-4 0,-12 1 13 15,6 1 1-15,6-2 11 0,-13 1 4 0,13-1 0 16,-9 1-5-16,9-1 5 0,-9 2 1 0,9-2 2 15,0 0-1-15,-9 1-5 0,9-1 8 0,0 0-9 0,0 0 5 16,-7 1 6-16,7-1 9 0,0 0 1 16,0 0-2-16,0 0 3 0,0 0-1 0,2 11-3 15,-2-11 13-15,0 0-6 0,0 0-3 0,17 7 2 16,-12-5-2-16,-5-2-5 0,10 4-2 0,-1-1-8 0,-9-3 8 16,12 0-3-16,-6 0-6 0,3 0 1 0,-9 0-3 15,14 2-2-15,-14-2-4 0,13 1-6 16,-7-1-4-16,-6 0 3 0,12 1-3 0,-12-1-12 0,6 1-7 15,-6-1-11-15,0 0-13 0,10 1-19 0,-10-1-2 16,0 0-16-16,0 0-11 0,9 0-12 0,-9 0-11 16,0 0-23-16,0 0-71 0,0 0-205 15,0 0 91-15</inkml:trace>
  <inkml:trace contextRef="#ctx0" brushRef="#br0" timeOffset="-107505.39">18417 7078 57 0,'-4'-10'168'16,"4"10"-11"-16,0 0-9 0,0 0-8 0,0 0-8 16,-9-4-11-16,9 4-9 0,0 0-2 15,0 0-12-15,0 0-10 0,-16 5-4 0,16-5-4 0,0 0-7 16,-9 6-4-16,6-3-7 0,-4 3-2 0,7-6-5 15,-9 8-7-15,7-3-1 0,2-5-7 0,-5 11-2 16,2-7-5-16,3-4-3 0,-5 11-4 0,4-5-2 16,1-6 1-16,-3 11-6 0,3-11 2 0,0 7-1 15,0-7-6-15,0 0 7 0,3 12 4 0,-1-8-3 16,-2-4-1-16,7 4 2 0,-7-4-1 0,7 2 1 16,-7-2 2-16,13 0 0 0,-13 0-3 0,12-2 1 15,-12 2 1-15,12-3 3 0,-4 2-6 0,-8 1 4 16,12-4 4-16,-7 2-2 0,-5 2 2 0,9-7-7 15,-4 2 0-15,-2 1 7 0,-3 4-5 0,4-10-1 16,-4 10-1-16,3-9-5 0,-3 9 3 0,2-9 4 16,-2 9-4-16,2-7-3 0,-2 7 4 0,0 0-6 15,-7-10 1-15,7 10-5 0,-5-7 1 0,5 7 2 16,-7-3-6-16,7 3 1 0,-5-7-1 0,5 7-2 16,0 0-1-16,-12 0-2 0,12 0 0 0,0 0-2 15,-12 3 1-15,12-3 2 0,-10 4-1 0,10-4-3 16,-7 2-2-16,7-2 2 0,-7 5-1 0,7-5-3 15,-5 7 0-15,5-7 2 0,-4 6-1 0,4-6 1 16,0 0 1-16,-2 6-1 0,2-6 7 0,0 0-2 16,0 0-3-16,0 0-1 0,6 10 2 0,-6-10 3 15,0 0 1-15,0 0-3 0,5 5-1 0,-5-5-1 16,0 0 5-16,5 2 0 0,-5-2-2 0,0 0-2 16,0 0 1-16,0 0-11 0,0 0-10 0,0 0-9 15,0 0-17-15,0 0-21 0,0 0-31 0,0 0-23 16,0 0-23-16,4-18-36 0,-4 18-28 0,-1-8-146 15,1 8-383-15,-4-11 170 0</inkml:trace>
  <inkml:trace contextRef="#ctx0" brushRef="#br0" timeOffset="-91730.46">15873 8459 64 0,'0'0'109'0,"0"0"-9"0,0 0-2 0,0 0-6 15,0 0-4-15,0 0 2 0,0 0-10 0,0 0 0 16,-1-10-9-16,1 10 0 0,0 0-6 0,0 0 0 0,0 0-3 15,0 0-4-15,0 0-4 0,0 0-6 0,0 0-5 16,0 0-5-16,0 0-4 0,0 0-5 16,0 0-3-16,0 0 0 0,0 0-1 0,0 0-8 15,0 0 2-15,0 0-2 0,0 0-1 0,0 0-4 0,0 0-1 16,0 0 1-16,0 0-4 0,0 0 6 0,-4 24 10 16,6-14 2-16,-2-1-4 0,0 2 6 15,0-1-5-15,-2 3 2 0,4 4-2 0,-2 3 4 0,0-1-6 16,1 5 1-16,1 2 4 0,2 2-5 0,-3-2 0 15,-1 1-3-15,2-1 1 0,-2 0-3 0,0-1 1 16,0-5-2-16,0-1-2 0,0 0-4 0,0 0 2 16,-2-2-5-16,2 0 6 0,0-2-5 0,0-3 0 15,2-1 1-15,-2-1 0 0,0-1-2 0,0-2 2 16,0-7-2-16,0 12 0 0,0-7-4 0,0-5 0 16,1 8 12-16,-1-8-8 0,0 0-3 0,0 9 4 15,0-9-4-15,0 0 4 0,0 0-2 0,0 0-2 16,0 0-7-16,0 0-22 0,0 0-19 0,0 0-20 15,0 0-23-15,0 0-13 0,0 0-15 0,0 0-17 16,0 0-137-16,-18-17-292 0,14 9 130 0</inkml:trace>
  <inkml:trace contextRef="#ctx0" brushRef="#br0" timeOffset="-91245.08">15851 8477 11 0,'7'-14'146'15,"2"0"-2"-15,-4 3-14 0,4 2-3 0,-3 1-9 0,3 0-5 16,3 1 2-16,-3 2-18 0,0 1-6 16,1 3-13-16,-1 0 2 0,1 1-11 0,-1 2-5 15,1 2-7-15,-1 1-2 0,2 3-5 0,-1-1-4 16,-3 7-4-16,1 1 0 0,-2-1-5 0,-2 1 2 0,0 1-8 15,-3 1-1-15,-3 0-4 0,-1 1 2 16,-1 0-5-16,1 0 5 0,-4-1-6 0,2-3-2 16,-3 1-4-16,1-1-1 0,-2 1-1 0,1-4-11 15,3-2 12-15,-4-2-3 0,5-2 1 0,0 0-2 0,4-5 1 16,-6 9-2-16,5-6 2 0,1-3-1 0,-4 7-7 16,4-7-1-16,0 0-3 0,0 0 3 0,0 0-3 15,0 0 6-15,5 9-2 0,0-6 0 0,2 0-5 16,0 1 8-16,3 2-5 0,2 1 0 0,1-1 2 15,-3 2-4-15,0 0-4 0,3 2-1 0,-2 2 12 16,-3-1-4-16,1 0 0 0,-3-1 0 0,0 3-3 16,-3-1 1-16,0-1-6 0,1-2 9 0,-4 3-1 15,0-2-6-15,-3 1 6 0,1-2 0 0,-2 2-1 16,-1-3 4-16,-6 1-4 0,-3 0 1 0,4-1 1 16,-6-1 1-16,3 3-2 0,-1-6 1 0,1-1 1 15,1 0 2-15,0-2-3 0,-1 0-9 0,0-1-9 16,2 3-1-16,-1-4-27 0,-1-1-40 0,6 1-34 15,0-3-43-15,7 4-136 0,-12-4-319 0,12 4 142 16</inkml:trace>
  <inkml:trace contextRef="#ctx0" brushRef="#br0" timeOffset="-90554.06">16152 8968 197 0,'7'-7'190'0,"1"1"-6"0,0-3-9 16,3 2-9-16,1-5-6 0,1 0-6 0,-3 3-7 15,1-4-8-15,1 1-4 0,1-1-6 0,-2-2-15 16,-1 1-7-16,-1-1 2 0,0-2-10 0,-1 1-7 16,0-1-6-16,-3-3-9 0,0 4-3 0,-1-1 1 15,-2-1-1-15,2 0-7 0,-4 1-5 0,-4 1-10 16,0 5-1-16,-1-5-5 0,0 4-6 0,0 2 6 0,-2 0-3 15,0 3-7-15,-1 0-3 0,1 1-5 16,-2 1 1-16,0 1-6 0,2 1-2 0,7 3-7 16,-16 0 3-16,16 0-6 0,-14 3 1 0,9 0-2 15,5-3-1-15,-8 4-5 0,8-4 3 0,-1 7-4 0,1-7 2 16,0 0-1-16,12 13 1 0,-4-7-2 0,4-3 2 16,6 3 2-16,-1-2-2 0,-1 0-2 0,4 1-2 15,-1-2 4-15,2 2-5 0,-1-3 1 16,-3 2 3-16,1 0-6 0,-7 1 3 0,2 0-3 0,-3 0 2 15,-1 1 0-15,1 1-4 0,-2 2-2 0,-3 0 5 16,0 1 2-16,1 0-2 0,-3 2-2 0,-1-1 4 16,0 2-2-16,-2 0 1 0,-4 3 2 15,4-3-1-15,-1-3-2 0,0 6 3 0,1-4-3 0,1 0 1 16,0-1 1-16,1 0-4 0,1-1 2 0,1-2 0 16,3 0-2-16,0-1 7 0,2-1-2 0,3 1 0 15,1-3-3-15,0-1 2 0,6 0-1 0,-2-2 5 16,4-1-4-16,-2-2 3 0,1 0-4 0,-2-1 0 15,3-1 0-15,-2-3 0 0,0 1 1 0,0-1 5 16,-3-1-3-16,-1 0 1 0,-3 0-3 0,3-4 9 16,-2 1-7-16,-6 1-2 0,3-3 2 0,-1-1 1 15,-5 0-4-15,1-3 2 0,-2 5-2 0,1-5 1 16,-4 0-1-16,-4 5 0 0,1 1-3 0,-2-1 0 16,0 0 4-16,1 2 0 0,-1 3 5 0,1 0-1 15,-1 2-6-15,0 2 2 0,5 3-4 0,-14-2 3 16,14 2-1-16,-20 10-2 0,7 1 5 0,-2 4 3 15,3-1-2-15,-3 8-4 0,2 1 1 0,3-1 2 16,2-5 1-16,3 2-2 0,2-3-4 0,3 0 1 16,0-1-15-16,3-2-16 0,1 0-13 0,2-2-30 15,-1 1-23-15,3-2-28 0,2-3-33 0,3-1-22 0,2 0-26 16,3-1-8-16,0-2-164 0,2 0-411 16,1-3 182-16</inkml:trace>
  <inkml:trace contextRef="#ctx0" brushRef="#br0" timeOffset="-90158.9">17124 8803 77 0,'6'-16'153'0,"-2"0"2"0,-2 4 11 16,-2 0 6-16,-1 0-3 0,-3 3 10 0,1-1-2 15,-2 1-14-15,-3 2-6 0,0 2-8 0,0 0-14 0,-2 7-6 16,-3-1-10-16,-1 7-11 0,-3 2-7 0,1 3-12 16,-6 5-5-16,8-3-9 0,1 2-9 0,3-1-7 15,2 1-5-15,4-2-6 0,-3 2 1 0,5-7-8 16,2 2-4-16,3-4 0 0,2 1-5 0,-1-3-3 15,2 1 1-15,2-2-5 0,1-1-3 0,4-1-5 16,-3-3-1-16,1 1 1 0,1-2-5 0,-2-2-1 16,2-3 4-16,-2 1-8 0,-1-2 4 15,1-2-5-15,-2-1 2 0,-2 2-2 0,1-2-4 0,-2-2 5 16,0 1-1-16,-3 1-2 0,2-2 2 0,-3 2-1 16,2-2 6-16,-2 5 3 0,-1 7 5 0,0-11 10 15,0 11-2-15,0-9-7 0,0 9-1 16,0 0-7-16,0 0 0 0,0 0 1 0,0 0-2 0,0 0 4 15,0 0-2-15,-1 30 1 0,0-18 3 0,2 4-4 16,-1-5-3-16,0 1-2 0,1 1 0 0,0 0 1 16,2-3 0-16,1 0-2 0,0-1-5 0,2 0-13 15,-1 1-13-15,3-3-15 0,0 0-27 0,2-1-31 16,-1-3-26-16,4-1-27 0,-1 0-20 0,1-2-16 16,1 0-15-16,-1-1-13 0,0 0-1 0,-1-3-128 15,1 0-373-15,0 0 165 0</inkml:trace>
  <inkml:trace contextRef="#ctx0" brushRef="#br0" timeOffset="-89945.88">17369 8825 3 0,'2'-16'69'16,"1"-9"8"-16,-2 0 6 0,-1 5-3 0,1-4 13 16,1-1 7-16,-1 0 8 0,0 6 15 0,-1-5 7 15,0 5 9-15,1 3 14 0,-1 4 8 0,2 4 7 16,-4-3 2-16,4 3-12 0,-2 8-16 0,1-7-14 16,-1 7-13-16,0 0-7 0,0 0 5 0,0 0 9 15,0 0-2-15,-3 45 1 0,1-21-10 0,1 1-11 16,-3 1-10-16,0 0-5 0,1 3-8 0,-2-2-5 15,4 1-6-15,-3-2-5 0,0-1-10 0,2 0-5 0,-1-7-8 16,2 1-19-16,0-3-24 0,-1 0-30 16,2 0-26-16,0-4-33 0,-2 2-39 0,0-4-49 15,2-3-27-15,-1 3-31 0,0-2-201 0,-2-2-476 0,3-6 210 16</inkml:trace>
  <inkml:trace contextRef="#ctx0" brushRef="#br0" timeOffset="-89642.92">17505 8639 205 0,'4'-11'237'0,"-1"2"-13"0,-2 1-16 0,-1 8-16 15,1-11-18-15,-1 11-19 0,1-4-13 0,-1 4-12 16,0 0-10-16,0 0-15 0,-13 15-4 0,6-6-14 16,-2 6-8-16,-1-3-6 0,1 2-7 0,0 0-7 15,0-2-5-15,-1 2-6 0,2-4-1 0,2 0-8 16,-1-3-6-16,2-2 0 0,2 0-5 0,-1-1 4 15,4-4-6-15,-5 7 0 0,5-7-4 0,-6 3 0 16,6-3-5-16,0 0 2 0,0 0 2 0,0 0-6 16,0 0-2-16,0 0-2 0,0 0-6 0,0 0 10 15,0 0-9-15,-1 8-3 0,1-8 9 0,5 11-10 16,0-4 3-16,1 2 1 0,1 0-3 0,-2 1-1 16,3-2-7-16,0 3-21 0,2 3-31 0,0-3-41 15,0 2-38-15,4-3-51 0,0 0-48 0,2 0-128 16,-2-2-394-16,5 0 174 0</inkml:trace>
  <inkml:trace contextRef="#ctx0" brushRef="#br0" timeOffset="-88864.97">17864 8829 89 0,'-3'-7'170'0,"-5"-3"1"0,-1 3-10 16,0-1 0-16,-4 2-6 0,2 2-8 0,-2-1-6 16,-4 0-10-16,-1 2-2 0,-1 0-5 0,3 3-14 15,2 2-7-15,2 1-5 0,-6 3-10 0,3 2-7 16,-3 2-3-16,4 0-11 0,-3 4-2 0,4 1-12 16,1-1-6-16,2 0-3 0,2 1 0 0,3 0-6 15,0-3-2-15,2-1-7 0,2 1 1 0,2-2-7 16,2 2-2-16,-1-3 3 0,6-1 1 0,0 2-3 15,1-4-3-15,1 0-4 0,3 0 2 0,-1-2-2 16,7-3-3-16,3 1 1 0,-9-2 3 0,5-2-4 16,2 1-4-16,-6-2 0 0,-2-1-2 0,1 0 2 15,-3-1 1-15,0-4-3 0,0 2 1 0,-1-3 0 16,-2 0 1-16,-1-4-5 0,2-3 8 0,-3 0-6 16,-4-9-3-16,3 9 1 0,-4-8 0 0,-1-1-1 15,2-1 3-15,-2 3-7 0,-2-5 4 0,-1 4-1 16,0-4 2-16,-1 4 4 0,0 6 8 0,3 1 0 15,-3 0 5-15,1 0 1 0,4 8 1 0,-4-4 4 0,2 7 4 16,2-1-5-16,0 8-3 0,-1-11-4 16,1 11-1-16,0 0-6 0,0 0 1 0,0 0-1 15,0 0 0-15,0 0-3 0,0 0-2 0,8 37 5 16,-4-18-1-16,-2 9 5 0,2 0-7 0,-1-2-3 0,-1 4 2 16,3-1-1-16,-2-2 3 0,-1 0-6 15,2 0 1-15,-1-3-10 0,-1 2-21 0,0-7-17 0,-2 6-25 16,1-6-32-16,-1-4-22 0,0 2-30 15,0-4-40-15,0 1-17 0,-1-4-22 0,2 0-126 0,0-2-387 16,1-2 170-16</inkml:trace>
  <inkml:trace contextRef="#ctx0" brushRef="#br0" timeOffset="-88543.06">17988 8868 31 0,'2'-5'228'0,"-2"5"-9"16,1-12-14-16,-1 12-11 0,1-6-16 0,-1 6-15 15,0 0-20-15,2-6-14 0,-2 6-5 0,0 0-16 16,0 0-9-16,0 0-7 0,0 0-10 0,0 24-6 16,2-18-10-16,-1 3 0 0,2 0-8 0,3 0-2 15,-1-1-5-15,2-1-1 0,-2 0-5 0,1-3-2 16,3 2-4-16,-1 1-4 0,1-5-4 0,2 0 1 16,1 0-6-16,-2-4 5 0,1 0-5 0,-1 1 5 15,-4-3 2-15,-1 0 1 0,1-1 1 0,-1 0 3 16,2-3-1-16,-3 1-1 0,0-5-7 0,-3 2-3 15,-1-3 12-15,-1 0-15 0,-3-1 0 0,0-3-4 16,-1 2-6-16,-3-1-3 0,-1 2 4 0,4 3-4 16,-3 2-4-16,1 0 0 0,-1-2-12 0,0 7-15 15,2-2-15-15,0 3-26 0,-2 1-22 0,8 2-14 16,-15 2-35-16,15-2-24 0,-12 7-14 0,7-4-28 16,1 3-13-16,2 2-123 0,2-8-363 0,-2 10 161 15</inkml:trace>
  <inkml:trace contextRef="#ctx0" brushRef="#br0" timeOffset="-88061.95">18190 8797 27 0,'0'0'178'0,"7"-2"-3"15,-7 2 2-15,0 0-21 0,0 0-16 0,0 0-8 16,0 0-8-16,0 0-6 0,0 0-3 0,0 0 4 16,7 10-6-16,-7-5-9 0,0-5-6 0,3 12-7 0,0-5-9 15,-1 1-7-15,1 3-5 0,2-4-4 0,0 3-5 16,0-2-4-16,1 0-9 0,1-2-1 15,3 1-5-15,-2-1-1 0,1 0-7 0,1-3 1 16,-1 1-5-16,-2-2-4 0,2-1-2 0,0 1 1 16,-9-2-2-16,17-3-1 0,-9 1 2 0,-1-1-5 15,-2-1-3-15,-5 4 2 0,11-6-3 0,-6 0 1 16,0 1-1-16,-3-2-2 0,2-1-1 0,-4 1-3 16,1-5 0-16,-2 4 1 0,1-2-5 0,0 10 5 0,-1-18-7 15,0 12 0-15,1 6 0 0,-2-12-1 0,2 12 0 16,-2-8-2-16,2 8-5 0,0 0 4 0,0 0 0 15,0 0-3-15,0 0 2 0,0 0 2 16,0 0-3-16,0 0 0 0,-3 25 0 0,3-25-1 0,5 19 1 16,-2-9 3-16,2-2-3 0,-1 2 4 0,2-2-1 15,-1 1 2-15,4-2-3 0,-1-2 5 0,1 2 0 16,-3-5-1-16,6 1 1 0,-2-3 1 0,-1 2 5 16,2-1 2-16,-2-4 5 0,3 1 3 0,-2-2 4 15,-2 1 10-15,1-4 2 0,0 0 3 0,-4-2-6 16,0 0 2-16,0-1 4 0,-1 2-2 0,-1-2-5 15,3-1-3-15,-9-2 0 0,3 3-7 0,-1-3-3 16,0 2 4-16,0 3-16 0,-3-3-18 0,0 5-25 16,4 6-22-16,-7-11-28 0,5 7-29 0,2 4-26 15,-12 0-22-15,12 0-17 0,-10 8-15 0,4 0-9 16,2 2-160-16,0 3-392 0,-1 2 174 0</inkml:trace>
  <inkml:trace contextRef="#ctx0" brushRef="#br0" timeOffset="-87829.15">18643 8952 172 0,'0'0'216'0,"9"-5"-8"16,-6 0-16-16,-3 5-2 0,8-9-5 15,-3 1-3-15,-1-1-10 0,0 3-9 0,1-3-10 16,0-1-11-16,-1 0-16 0,2-3-3 0,1 3-16 16,3-3-3-16,-4 3-14 0,2 0-10 0,1 0-7 0,0 4-6 15,0-2-4-15,-1 3-10 0,-2 0-6 16,2 4-5-16,-8 1-5 0,14 1-3 0,-7 3-4 15,2 4-2-15,-1-1-5 0,-2 3-3 0,1 2-1 16,0 3 0-16,-2-1-1 0,-1 3-14 0,-1-1-36 16,-1 1-33-16,0-3-49 0,-1 2-53 0,0-1-50 0,-2-3-215 15,2 0-467-15,1-2 208 0</inkml:trace>
  <inkml:trace contextRef="#ctx0" brushRef="#br0" timeOffset="-87407.21">19275 8658 153 0,'-2'-11'295'0,"0"1"-20"0,0 1-27 15,-1 3-19-15,3 6-30 0,-1-8-25 0,1 8-16 16,0 0-14-16,0 0-15 0,0 0-10 0,14 17-10 15,-6-1-4-15,3 1-16 0,2 6-2 0,2 3-2 16,-2-3-11-16,-4-5-5 0,6 6-9 0,0 1 2 16,-4-8-8-16,-1 0-2 0,1 0 3 0,-4-4-13 15,2 2-5-15,-2-5-2 0,-2 1-6 0,1-4-1 16,-1 1-2-16,-1-3-1 0,0 0 8 0,-2-1 10 16,-2-4 22-16,5 7 9 0,-5-7 1 0,0 0-5 15,10-2-2-15,-10 2-7 0,6-10-7 0,-2 1-8 16,-1-3-1-16,5-3 11 0,-3-2-20 0,2-2-8 15,3-7-2-15,-4 2 5 0,5-7-6 0,-3 3-1 16,0-3-4-16,1-2-7 0,0 1 0 0,0 0 11 16,-1 0-17-16,-1 1 2 0,1 4 11 0,0 2-15 15,-3 10-1-15,-3 1-4 0,1 4-20 0,-1 1-28 0,0 4-24 16,-2 5-36-16,0-8-49 0,0 8-25 0,0 0-24 16,0 0-23-16,0 0-23 0,0 0-30 0,-13 35-163 15,5-19-480-15,2 1 212 0</inkml:trace>
  <inkml:trace contextRef="#ctx0" brushRef="#br0" timeOffset="-87079.29">19656 8842 162 0,'0'0'178'16,"2"7"2"-16,-2-7 2 0,0 0-12 0,1 11-14 15,-1-11-7-15,0 9-14 0,0-9-13 0,1 12-3 16,-1-6-3-16,1 0-12 0,3 2-3 0,-1 0-7 15,0-3-6-15,1 3-10 0,1-2-1 0,2-2-13 16,-1 3 0-16,4-4-6 0,-3 1-6 0,2 0-1 16,1-2 5-16,-4-2-10 0,6 0-3 0,-1-2-8 15,0 1 4-15,-1-3 0 0,0 0-6 0,-1-1 0 16,-3-2 1-16,1 0-5 0,-1-1 1 0,3-2 11 16,-5 0-1-16,1-5-8 0,-1 3 1 0,-1-5-8 15,-3-1 4-15,0 1 4 0,-3 5-4 0,0-4-1 16,1 3-2-16,-3 2-1 0,0-3-5 0,-3 4 3 15,0 2-6-15,-1 1-2 0,-1 2-6 0,-3 3 1 16,-3 2-4-16,0 2-18 0,-3 3-22 0,3 2-34 16,-3 1-27-16,0 2-47 0,4 1-44 0,2 2-39 15,-1 0-208-15,4-2-469 0,2 1 208 0</inkml:trace>
  <inkml:trace contextRef="#ctx0" brushRef="#br0" timeOffset="-86787.31">20011 8622 228 0,'-1'-18'304'0,"1"0"-15"0,-1 0-15 16,1 0-9-16,-3 7-4 0,3-1-27 0,-1 4-9 15,0 1-25-15,1-2-20 0,0 9-23 0,0 0-15 16,0-10-17-16,0 10-13 0,0 0 0 15,0 0-24-15,4 26-7 0,-2-8-10 0,2 6-5 0,-3 2-5 16,2 1-8-16,-1 1-4 0,1 1-3 0,-4-1-1 16,1-2-9-16,0 0-6 0,1-1 2 0,0 0 0 15,1-6-4-15,-2 0-14 0,0-3-17 0,1 2-30 16,1-2-29-16,-2-2-34 0,-1-3-53 0,2 1-40 16,1-1-48-16,-2-3-40 0,0 1-189 0,0-9-504 15,0 7 222-15</inkml:trace>
  <inkml:trace contextRef="#ctx0" brushRef="#br0" timeOffset="-86535.38">20255 8582 138 0,'0'-17'247'0,"2"0"3"16,-2 6 2-16,0 1-5 0,1 4-13 0,0-1-21 15,-1 7-24-15,2-8-23 0,-2 8-19 0,0 0-14 16,0 0-10-16,0 0-2 0,-4 27-8 0,1-10-8 15,-1 10-2-15,1 0-10 0,0 0-3 0,2 0-8 16,-3 2-3-16,3-2-13 0,-2 0-5 0,2-3-5 16,2-7-5-16,-1 2-5 0,-1-1-7 0,2 0-1 0,-1-2-12 15,1 0-20-15,-1-3-21 0,0-3-21 16,-1 1-29-16,1-4-28 0,1 3-29 0,-1-3-26 16,0-7-30-16,2 12-23 0,-2-12-20 0,0 0-186 15,-3 6-438-15,3-6 193 0</inkml:trace>
  <inkml:trace contextRef="#ctx0" brushRef="#br0" timeOffset="-85272.89">20098 8736 171 0,'0'0'172'0,"0"0"-12"16,0 0-19-16,9-12-3 0,2 10-5 0,1 1-7 15,6-1-11-15,3 1-7 0,5 0-17 0,5 1-2 16,-2 0-7-16,1 0-7 0,-1 0-9 0,-2-1-5 15,0 0-9-15,-5 1-4 0,-1 1-4 0,-1-2-5 16,-2 0-7-16,-1 0 1 0,-4 1-7 0,-2 0 3 16,-3-2 0-16,-8 2 6 0,14-2 11 0,-8 4 4 15,-6-2 5-15,0 0 5 0,11-2-4 0,-11 2 1 16,0 0-3-16,0 0 1 0,0 0-6 0,0 0-6 16,0 0 0-16,0 0-8 0,0 0 1 0,0 0-5 15,0 0 2-15,-31 13-2 0,21-4-3 0,-3-1 1 16,1 5-2-16,0-1-4 0,3 0-4 0,3 0-3 15,-4-3 1-15,4 3-1 0,0-2-4 0,1 0 1 16,1 0 1-16,0-3-2 0,3 1-1 0,0-1-1 16,1-7 0-16,5 13-3 0,-1-8 0 0,1 0 2 15,0-2 4-15,3 0-5 0,-2-1 0 0,5 0-1 16,0 0 1-16,-1-4 1 0,0 1 2 0,0-2-4 16,-1-1 4-16,0 1-5 0,-2-1 2 0,-1-1-5 15,2-1 4-15,1 1-2 0,-2-3-1 0,0 1 0 16,-3-2-1-16,2 1 6 0,0-1-1 0,-1 1-3 15,1 0 0-15,-4 2-1 0,2-1 3 0,-1 4 0 16,-3 3 2-16,3-9-2 0,-3 9 3 0,4-7-2 16,-4 7-6-16,0 0-9 0,0 0 5 0,0 0-2 0,0 0 4 15,0 0-3-15,0 0 1 0,9 17 2 16,-9-9 0-16,3 0 1 0,-1-2 1 0,1 3-2 16,1-2 0-16,0 1 3 0,-1-2-3 0,5 1 3 15,0 1-1-15,2-3-2 0,2 0 3 0,5 0-2 16,2-1-2-16,3-4-5 0,0-2-2 0,0 2 2 15,0-1-2-15,-2-4 2 0,1 3-1 0,-1-2 2 0,-2-1-2 16,-1-2 0-16,0 2 3 0,-4-2 0 16,-3 1 4-16,0-1-2 0,3 0 4 0,-5-2-1 0,-1 2 0 15,1-3 2-15,-2 1-1 0,-2-1 4 0,-1 0 0 16,-2 0 0-16,2-1 4 0,-5 3-2 0,2 8 8 16,-3-16 2-16,0 11-1 0,0-2-1 15,3 7-5-15,-9-7 1 0,2 4-1 0,7 3-7 0,-16 3 0 16,5 0 3-16,1 3 3 0,-1 2-5 0,-2 1 1 15,1 3-5-15,4-3 1 0,-1 1-3 0,2 0 3 16,0-3-3-16,3 3 4 0,2-1-1 0,-1-2 2 16,2-1-4-16,1-6-3 0,3 13-5 0,-2-8 3 15,3 0-2-15,-4-5-7 0,9 7-2 0,-4-4 4 16,2-3-4-16,-7 0 4 0,15 3 3 0,-9-3 3 16,-6 0-4-16,15-5 3 0,-8 3 0 15,-2-4 1-15,-5 6 0 0,11-5 3 0,-4 1-2 0,-4 1 1 16,4-4 3-16,-5 0 0 0,2 3 5 0,-1-2 5 15,1 0 1-15,-4 6 7 0,6-10-2 0,-5 6 6 16,-1 4 2-16,4-9 4 0,-4 9 0 0,3-5 0 16,-3 5-10-16,4-5-3 0,-4 5-3 0,0 0-1 15,0 0-6-15,0 0 6 0,5 20 6 0,-4-7 1 16,-2 3 3-16,1 10 3 0,-2 3 6 0,-1 3-7 16,0 4 3-16,-4-2 1 0,0-1 0 0,1 2-2 15,0 1-5-15,0-1 3 0,-2-1-2 0,1 0-1 16,2 2-1-16,-2-4-5 0,2-2 3 0,2 1 0 15,1-3-1-15,1 0 2 0,-1-3-5 0,-3-1 0 16,4-6 3-16,-3 0-8 0,3-6 1 0,-2 0-4 16,2 0 4-16,-3-1 2 0,2-3 0 0,-1 0 6 15,0-2-3-15,1-2-6 0,-4 0 2 0,6-4 10 0,-8 3-11 16,8-3-10-16,-13-3-6 0,3-2-2 16,0-1-12-16,1-1 4 0,-1-2-1 0,1-5 1 15,0-1-5-15,3-2 0 0,3-2-7 0,1-7 8 0,4 1 2 16,4-3-3-16,3 1 5 0,3-3 5 0,5 2-1 15,3-3-3-15,4-9 7 0,-2 13-3 16,7-10 4-16,-7 10 2 0,2 0 0 0,-1 0-4 16,1 0 4-16,11-7-2 0,-10 11 4 0,2-3 1 0,-1 2 0 15,-1 0-2-15,-2 3 9 0,-1-5-7 0,1 4 0 16,-4 0 0-16,2 0-2 0,-5 2 3 0,0 0 0 16,-4 5-3-16,-3 0 4 0,-2 4 2 0,-1 1-6 15,-2-1 6-15,1 3-1 0,-2 1 3 0,-1-5 3 16,-2 7-5-16,0 5 6 0,-6-12-6 0,6 12-4 15,-12-6 3-15,2 5 2 0,-3 5-4 16,-3-1 2-16,-3 5 4 0,2 2 3 0,-1 3 1 0,-5 4 13 16,9-3-15-16,-3 5 2 0,6-4 3 0,1 2-2 15,2-1-2-15,5 1 3 0,2-2 0 0,1 2 0 16,4-3 7-16,5 1-12 0,1-4-13 0,5 1-20 16,2-2-22-16,10 0-37 0,0-1-36 0,1-2-36 15,2 1-42-15,2-6-38 0,0 0-239 0,-1-1-520 16,0-1 231-16</inkml:trace>
  <inkml:trace contextRef="#ctx0" brushRef="#br0" timeOffset="-84950.19">22010 8722 118 0,'0'0'254'0,"0"0"1"16,-11-3-4-16,11 3-9 0,0 0-7 0,-5-3-11 0,5 3-11 15,0 0-11-15,0 0-5 0,0 0-22 0,0 0-13 16,0 0-10-16,0 0-18 0,0 0-14 15,0 0-12-15,9-15-13 0,-9 15-8 0,12-4-1 0,-4 0-19 16,2 1-26-16,3 0-15 0,-1 1-35 0,0 0-29 16,-1 1-46-16,-4-1-49 0,-7 2-59 0,14-1-52 15,-14 1-214-15,9 0-495 0,-9 0 219 0</inkml:trace>
  <inkml:trace contextRef="#ctx0" brushRef="#br0" timeOffset="-84767.82">21967 8832 205 0,'-7'5'243'0,"7"-5"11"0,0 0-2 0,-5 4-7 16,5-4-6-16,0 0-4 0,0 0-23 0,0 0-10 15,0 0-17-15,0 0-19 0,0 0-15 0,0 0-13 16,13 8-13-16,-13-8-11 0,18 0-11 0,-9 1-26 16,2 0-27-16,0-1-33 0,-1 2-37 0,0-1-51 15,-2 0-55-15,-8-1-62 0,14 0-56 0,-14 0-184 16,10 0-462-16,-10 0 204 0</inkml:trace>
  <inkml:trace contextRef="#ctx0" brushRef="#br0" timeOffset="-83505.45">22032 8726 46 0,'0'0'124'0,"0"0"-26"0,0 0 17 0,-6-3-14 16,6 3-3-16,0 0-7 0,0 0 0 0,0 0-11 15,-5-5-4-15,5 5-8 0,0 0-3 0,-10-1-3 16,10 1-3-16,0 0-3 0,0 0 0 0,-10-2-4 15,10 2-5-15,0 0-2 0,0 0 0 0,0 0-4 16,0 0 0-16,-11 2-1 0,11-2-3 0,-7 4 1 16,7-4-5-16,0 0-4 0,-7 3 4 0,7-3 0 15,0 0 2-15,-7 2-4 0,7-2 1 0,0 0-1 16,0 0-1-16,-7 5 7 0,7-5-9 0,0 0-5 16,0 0 4-16,0 0-3 0,0 0-2 0,0 0 2 15,0 0-3-15,0 0 7 0,0 0-4 0,0 0 4 16,0 0-3-16,0 0 2 0,0 0-6 0,0 0 6 15,0 0 1-15,0 0-3 0,0 0-4 0,0 0-1 16,0 0 1-16,0 0-1 0,0 0-5 0,32-3 1 16,-20 0-2-16,3 1-3 0,4-2 1 0,-1 2 2 15,1-1-7-15,0 0 1 0,1 1 3 0,1 0-3 16,-4-1-1-16,-5 2 0 0,0-1-2 0,2 2 1 16,-4 0-5-16,0-1-6 0,-10 1-9 0,14-1-14 15,-14 1-14-15,9 0-20 0,-9 0-13 0,8-2-32 0,-8 2-23 16,0 0-36-16,0 0-20 0,0 0-116 0,0 0-326 15,0 0 145-15</inkml:trace>
  <inkml:trace contextRef="#ctx0" brushRef="#br0" timeOffset="-83080.4">21978 8915 79 0,'0'0'94'15,"-1"7"-3"-15,1-7 9 0,0 0-6 0,0 0 0 0,0 0-2 16,0 0-4-16,0 0-7 0,0 0 0 0,0 0-8 16,0 0 6-16,0 0 4 0,0 0-11 0,0 0 0 15,0 0 4-15,0 0-6 0,0 0 0 0,0 0 3 16,0 0 1-16,0 0 4 0,0 0-4 0,6 9 3 16,-6-9 1-16,0 0-2 0,9 1 2 0,-9-1 1 15,12-1-6-15,-3 1-5 0,-9 0-2 0,18-4-6 16,-4 3-9-16,-1-2-1 0,1 2-4 0,5-5-4 15,1 4-5-15,-2-3-6 0,1 2-6 0,0 0-18 16,-1-1-17-16,3 1-22 0,-2 0-21 0,-1-1-31 16,2 1-32-16,1-1-32 0,-3-3-47 0,1 5-154 15,-1-3-379-15,0 0 168 0</inkml:trace>
  <inkml:trace contextRef="#ctx0" brushRef="#br0" timeOffset="-82438.83">22915 8535 28 0,'0'0'228'0,"3"-7"-8"0,-3 7-7 15,0 0-9-15,0 0-11 0,0-9-17 0,0 9-12 16,0 0-19-16,0 0-15 0,0 0-9 0,0 0-14 15,0 0-12-15,0 0-9 0,0 0-4 0,0 0-5 16,0 0-1-16,0 0 2 0,-11 26-7 0,9-21-4 16,-2 0-8-16,3 3-4 0,1-8-4 0,-7 12-4 15,6-4-4-15,1-8 1 0,-2 12-13 0,2-4 3 16,1-2-2-16,-1-6-5 0,1 11-3 0,2-4 4 16,-1-1-4-16,3 2-1 0,-2-3-1 0,2 3 1 15,0-1-6-15,2-3-1 0,1 4-2 0,-1-3 1 16,2 2-6-16,0-2 11 0,2 2-8 0,1 1-3 15,-2-2-1-15,1 0 1 0,0 1-3 0,-1 0-2 16,3-2 4-16,-3 2-1 0,3 0 7 0,-4 0-9 16,1-1-2-16,1-1-1 0,-3 1 0 0,1 1-5 15,-1 0 6-15,-2-2 0 0,0-1-3 0,-2 2 1 16,0-2-1-16,1 1 1 0,-5-5 0 0,5 8 5 16,-1-3 0-16,-4-5 6 0,3 6 6 0,-3-6 2 15,0 0 3-15,-10 16-1 0,4-13 3 0,0 1 3 16,-1 0-3-16,-5-1-8 0,2 1 2 0,-1-2-5 15,-1 0 1-15,-1 1 0 0,-1 0-2 0,0-1-1 0,0-1-5 16,-3-1-16-16,3 0-12 0,-3-1-14 16,3-1-14-16,-2 0-29 0,2 0-21 0,1-2-20 15,0 2-31-15,2-2-34 0,3-2-19 0,-1 1-28 16,-1 0-175-16,3-3-440 0,2 0 196 0</inkml:trace>
  <inkml:trace contextRef="#ctx0" brushRef="#br0" timeOffset="-82241.28">22941 8564 106 0,'2'-6'220'0,"-2"6"-17"0,7-8-20 0,-3 4-14 16,2 0-12-16,0 0-10 0,2-2-13 0,1 2-17 15,2 0-8-15,1-2-14 0,6 2-9 0,0 0-18 16,-1 0-29-16,3 1-34 0,0 1-19 0,-1-2-57 15,2 0-25-15,2 1-41 0,-3 3-117 0,8 0-274 16,-7 0 121-16</inkml:trace>
  <inkml:trace contextRef="#ctx0" brushRef="#br0" timeOffset="-81484.78">23435 8554 177 0,'0'0'245'0,"-1"-8"-2"0,1 8-5 0,0-9-7 15,0 9-10-15,-1-9-6 0,1 9-8 0,0 0-7 16,0-9-11-16,0 9-13 0,0 0-13 0,0 0-2 16,0 0-26-16,0 0-17 0,1-9-11 0,-1 9-13 15,0 0-9-15,0 0-13 0,0 0-4 0,0 0-6 16,0 0-8-16,0 0 6 0,14 17-4 0,-8-9-15 15,-2 0-2-15,1 3-5 0,-1-1-3 0,4 5 8 16,-2 1 4-16,2-2-6 0,-2 2-4 0,1 0-1 16,-2-1-3-16,1 2-5 0,2-3-2 0,-2 2-7 0,2-2 15 15,-4 2-16-15,1-6 19 0,1 2-22 16,-2 0 5-16,1-2-13 0,0 0 6 0,-1 0 0 16,1-1-7-16,0 0 7 0,-1 0-2 0,3-1 4 15,-5-1-4-15,2-1 1 0,0-1 1 0,0 0-2 16,-2 1 1-16,5 0-2 0,-4-4-5 0,-3-2 4 15,6 8 17-15,-6-8-19 0,3 5 0 0,-3-5 6 16,3 4-10-16,-3-4 10 0,0 0-2 0,5 5 3 16,-5-5 9-16,0 0 12 0,0 0 2 0,0 0 9 0,0 0-7 15,0 0-6-15,11-13 2 0,-8 8-1 0,0-1-4 16,2-3 4-16,-3 0-10 0,2-1 8 0,0-3-14 16,2-3 6-16,-2 1-3 0,4-2-2 0,-3-1-2 15,5-7-3-15,-1-1-6 0,-1 2 11 0,0-3-12 16,2 2 4-16,-1 0-1 0,1 0-3 0,-4-2 3 15,1 12 10-15,-4 2-15 0,1-5 4 0,1 1 2 16,-1 1 6-16,0 3 11 0,-2 3 8 0,0 1-3 16,3-1 5-16,-2 4-12 0,-3 6 3 0,2-12-2 15,-1 8 2-15,-1 4-6 0,2-9-1 0,-2 9-2 16,4-7-3-16,-4 7-1 0,0 0-7 0,1-5 0 16,-1 5-1-16,0 0-2 0,0 0-3 0,0 0-8 15,0 0-10-15,0 0-24 0,0 0-13 0,0 0-23 16,0 0-10-16,0 0-27 0,0 0-25 0,8 18-25 15,-8-18-37-15,0 14-39 0,1-7-51 0,-2 2-70 0,1 1-184 16,0-10-592-16,0 0 261 0</inkml:trace>
  <inkml:trace contextRef="#ctx0" brushRef="#br0" timeOffset="-79720.53">24249 8745 162 0,'0'0'170'0,"0"0"4"0,0 0-10 0,0 0-11 16,0 0-12-16,0 0-9 0,0 0-10 0,0 0-8 16,0 0-14-16,0 0-9 0,0 0-7 0,0 0-8 0,10 0-1 15,-10 0-14-15,0 0 6 0,19-3-14 16,-9 2-3-16,1-1-3 0,1 1-7 0,2-1 1 15,0 1-16-15,0-1-18 0,0 2-24 0,0-2-26 16,-3-1-25-16,2 3-22 0,1-3-33 0,-2 3-30 0,-1 0-124 16,-11 0-298-16,13 1 132 0</inkml:trace>
  <inkml:trace contextRef="#ctx0" brushRef="#br0" timeOffset="-79519.52">24278 8923 163 0,'0'0'183'0,"-6"5"-13"0,6-5-15 15,0 0-7-15,0 0-21 0,0 0-8 0,0 0-14 16,0 0-6-16,0 0-7 0,23 5-9 0,-12-3-7 16,3-1-17-16,2-1-21 0,5-1-29 0,-1 2-30 15,1-2-34-15,9-1-46 0,-9 1-37 0,7-3-81 16,0 1-236-16,-1 0 104 0</inkml:trace>
  <inkml:trace contextRef="#ctx0" brushRef="#br0" timeOffset="-78942.31">25089 8549 121 0,'-6'-11'217'0,"2"0"-4"0,2-1 4 16,2 1 0-16,-2 4-6 0,0 0-8 0,2 7-14 15,-3-12-13-15,3 12-17 0,-1-7-17 0,1 7-15 16,0 0-16-16,-2-10-15 0,2 10-10 0,0 0-7 15,0 0-2-15,0 0-15 0,13 22-5 0,-4-12 0 16,-1 6-8-16,2-3 9 0,3 10-6 0,-1-1-5 16,-2-5-4-16,4 7 3 0,-3-1-3 0,3-2-8 15,-3 2 1-15,-3-6-3 0,4 0 0 0,-5-1-9 16,0 1-4-16,0 0 3 0,2-2 1 0,-1 1-9 16,1-3 3-16,-6-1 1 0,0-2-4 0,5 0-2 15,-6 0 2-15,2-4-5 0,1-2 0 0,-3 4 0 16,2-3-1-16,1-1-1 0,-5-4 6 0,2 7 0 15,-2-7-1-15,0 0 11 0,5 5 4 0,-5-5 4 16,0 0 10-16,0 0-1 0,0 0-8 0,9-11-6 16,-5 1 3-16,1-2-7 0,-1 0 5 0,4-5-9 15,-2 0-4-15,3-9 4 0,-2 4-7 0,2-3 5 0,-2-1-12 16,0-2 10-16,-1 1-8 0,0-1-2 16,2 4 2-16,0-2 1 0,-3-2-2 0,-1 8-3 15,0 2 1-15,-1 3 0 0,2 2 1 0,-5 5-1 16,0 1-1-16,0 0 0 0,3 0-1 0,-3 7 0 15,2-12-1-15,-2 12-4 0,2-7-7 0,-2 7-14 16,0 0-10-16,0 0-19 0,0-10-9 0,0 10-15 16,0 0-11-16,0 0-14 0,0 0-17 0,-7 20-35 15,2-7-31-15,3-3-38 0,-2 1-50 0,-1 6-167 0,3-6-474 16,1 3 209-16</inkml:trace>
  <inkml:trace contextRef="#ctx0" brushRef="#br0" timeOffset="-78392.98">25472 8793 204 0,'0'0'235'0,"0"0"-2"0,0 0-13 15,0 0-14-15,0 0-12 0,0 0-14 0,-8-2-14 16,8 2-17-16,0 0-13 0,0 0-12 0,0 0-16 15,0 0-8-15,0 0-11 0,0 0-5 0,0 0-9 16,30 0-8-16,-17 0-2 0,1-1-12 0,5-1 0 16,-1 4-8-16,-3-4-2 0,1 1-5 0,-3 0-1 15,0-1-5-15,0 0 1 0,0 2-4 0,-3 0-3 16,-2 0-4-16,-8 0 0 0,16 0-2 0,-16 0 0 16,9 0-6-16,-5 2-3 0,-4-2 3 0,9 2-6 15,-9-2 1-15,0 0-2 0,8 1 1 0,-8-1 0 16,0 0 0-16,0 0-2 0,6 6 4 0,-6-6 8 15,0 8-5-15,0-8 4 0,-4 11 1 0,1-4 2 16,-2 3-1-16,1 0 1 0,-5 5 4 0,-2-1 12 16,-2 3-11-16,1 1 4 0,-4 2-1 0,-1 1 2 15,0-1-7-15,0 1-5 0,1-1 2 0,5-7-3 16,-3 2 1-16,3 1-2 0,-2-2 1 0,1 0-6 16,0 0 7-16,1 1-2 0,3-4-4 0,2-2-1 15,-1 1 3-15,0-1-5 0,0-3-1 0,1 1 1 0,3-2 3 16,-1-1-1-16,4-4 4 0,-6 6 8 0,6-6-11 15,-5 6 2-15,5-6 1 0,-4 5-2 0,4-5-2 16,0 0-1-16,0 0 5 0,0 0 0 16,0 0 5-16,0 0 5 0,9 9 1 0,-3-8-7 0,-6-1 17 15,21 3-16-15,-9-3 1 0,6 0-13 0,2 0 7 16,1-1 0-16,1-4-8 0,5 1-10 0,4 2-21 16,-2-2-29-16,3-2-33 0,-3 2-36 0,0-2-50 15,1 1-47-15,-1-2-38 0,-2 0-44 0,-6 2-180 16,-2 0-522-16,4 0 231 0</inkml:trace>
  <inkml:trace contextRef="#ctx0" brushRef="#br0" timeOffset="-73470.92">16454 9842 86 0,'-7'-6'206'0,"2"-3"-11"0,0 4-1 0,0-7-2 16,-4 5-12-16,4-2-11 0,0 0-10 0,-1-2 1 16,3 2-7-16,0 2 6 0,-2-2-22 0,1 1-11 15,3 2-10-15,1 6-7 0,-5-11-10 16,5 11-8-16,-4-6-12 0,4 6-9 0,0 0-9 0,0 0-12 15,0 0-3-15,0 0 1 0,0 0-13 0,0 0 3 16,0 0-4-16,4 40 2 0,0-14-8 16,-3 1 5-16,3 4-6 0,-5-2 3 0,3 3-3 0,-1 0-4 15,-1 0-1-15,4-2 0 0,-6 2-5 0,5-5 1 16,-1 1 4-16,0-3-9 0,-1 1 5 0,-2-7-4 16,1-2 0-16,1-1-4 0,-1 1-1 0,0-3-3 15,0-3 2-15,2 0-4 0,-1 0 3 0,0-2-5 16,-1 2-9-16,2-5-11 0,-1 0-16 0,-1-6-13 15,1 10-21-15,-1-10-15 0,-1 10-17 0,1-10-31 16,-3 7-24-16,3-7-35 0,-5 4-33 0,5-4-161 16,-10 3-417-16,10-3 186 0</inkml:trace>
  <inkml:trace contextRef="#ctx0" brushRef="#br0" timeOffset="-73164.22">16428 9758 19 0,'1'-10'171'0,"3"3"-17"16,2-2-20-16,1 3 4 0,1-2-5 0,3 2-11 16,2 3-2-16,5-1-10 0,-3 3-9 0,4 1-11 15,-1 3-6-15,1 0-7 0,-3 5-8 0,0 0-7 16,3-1-1-16,-5 6-4 0,-1-1-8 0,0 2-7 15,-4 0-3-15,-3 3-5 0,-1-5 2 0,-3 6-9 0,-1 1 3 16,-4-2-4-16,-2-5 2 0,2 4-11 16,-6 2 3-16,0-1 0 0,-3-2-4 0,1-2-2 15,0 1 0-15,-1-2-3 0,-3-4-9 0,4 1-9 16,2-2-19-16,-1-3-16 0,-2 2-19 0,1 0-25 0,1-4-20 16,-3 1-32-16,4 1-140 0,-1-2-299 15,10-2 133-15</inkml:trace>
  <inkml:trace contextRef="#ctx0" brushRef="#br0" timeOffset="-72827.58">16638 10103 126 0,'0'0'150'0,"-2"12"-13"15,0-5 1-15,0 3-6 0,0 0-9 0,1-1-10 0,-1-2-8 16,1 2-3-16,2 1-13 0,1-1-10 15,-1-1 1-15,0-1-7 0,3 2-5 0,0-1 1 16,-2-2-10-16,2-1 1 0,4-2-1 0,-3 0-2 16,1-1-2-16,2 1 3 0,3-2-4 0,-11-1-2 0,17-1 1 15,-8-2-5-15,0-1 0 0,0 0-5 16,0-3-1-16,2 0 3 0,-3-1 5 0,-1-2 0 0,-1 1-1 16,0-2-4-16,-1-2 5 0,2-1 0 0,-6 3-3 15,0-2-6-15,-1 1 0 0,-2-3-4 0,-2-2 0 16,0 2-10-16,-2 1-2 0,-1 3-3 0,0 1-2 15,0 2-3-15,-3 1-3 0,-3 0-3 0,7 4-10 16,-7 0-20-16,-1 4-14 0,1 1-21 16,1 0-26-16,0 3-40 0,-1 0-20 0,4 2-34 0,0-1-35 15,2 3-145-15,0-1-383 0,4-2 169 0</inkml:trace>
  <inkml:trace contextRef="#ctx0" brushRef="#br0" timeOffset="-72321.78">16882 10084 7 0,'7'-5'209'0,"-7"5"-6"0,5-4-12 0,-5 4-19 15,0 0-5-15,0 0-8 0,0 0-8 0,0 0-11 16,5 11-9-16,-5-11-14 0,-1 14-10 0,1-7-9 16,0 3-7-16,0-1-11 0,1 1-2 0,2 0-12 15,1 2-4-15,-2-3-9 0,4 1-1 0,-1-2-5 16,0 1-2-16,0-6-2 0,0 4-6 0,4-2-4 15,-1-1 2-15,2-1-5 0,0-1-1 0,0-3-1 16,2 0-1-16,-2-1-4 0,0-2 2 0,3 1-3 16,-3-4-3-16,-1 3 2 0,0-4 3 0,0 1-3 15,-1 1-3-15,-1-4-2 0,-2 3 0 0,-1-2-4 16,-1-1 2-16,2 0 0 0,-1 0-2 0,-1 0-7 16,-2 4 12-16,1-1-8 0,-2 7-4 0,2-10 2 15,-2 10-2-15,2-7-3 0,-2 7 1 0,0 0-3 16,0 0-3-16,0 0 3 0,0 0 0 0,0 0-4 15,0 0 3-15,-5 34 1 0,5-22 0 0,1-1 1 0,-1-2-1 16,2 2 2-16,3-2-1 0,-2 3-2 16,1-4 3-16,1 1-1 0,2-3 2 0,2-1-1 15,0 0 4-15,1-1 2 0,4-3 4 0,-2 0-4 16,0-2 14-16,2-1-1 0,-2-1 1 0,1 0 9 16,-2-1 7-16,-1-2-3 0,6-3 1 0,-7 1 1 0,-2-1 4 15,1 1-4-15,-2-3 0 0,-2 1-6 16,0 0 3-16,0 0-8 0,-3-3 3 0,1-4-11 15,-5 3-4-15,2-2 13 0,-3 3-11 0,1 3-8 16,1-6-2-16,-1 6-19 0,-1 1-18 0,0 0-22 0,-2 4-30 16,6 5-29-16,-8-7-38 0,8 7-46 0,-12 3-19 15,12-3-34-15,-17 11-168 0,8-1-451 16,-1 5 199-16</inkml:trace>
  <inkml:trace contextRef="#ctx0" brushRef="#br0" timeOffset="-71706.92">17417 10224 115 0,'6'-2'217'0,"2"-3"7"16,-1 1-3-16,0-4-5 0,2 2-8 0,-1-1-12 0,0 0-4 15,-2-3-10-15,3 3-18 0,-4-3-20 0,1-2 0 16,0 3-22-16,1-2 1 0,-2 0-13 16,0-1-11-16,-2 0-11 0,-2 2-6 0,2-2-7 15,-2-1-4-15,0 3-7 0,-1-1-4 0,-1 4-9 0,1 7-3 16,-4-14-3-16,2 9-6 0,-4 0-9 15,6 5 2-15,-12-5-5 0,12 5-3 0,-14 4-5 0,3 2-3 16,3 0-7-16,-1 3 3 0,-2 0-6 0,1 4 5 16,2 2-1-16,3-3 1 0,1 4-4 0,1 1-4 15,0-1 4-15,1-1-1 0,2-3-3 0,3 3 0 16,0-2 1-16,1-3 3 0,2 0-1 0,1-2-2 16,0 2 0-16,5-3 10 0,-2 0-7 0,5-1 1 15,2-1-1-15,-3-3 1 0,-1-1-1 0,5-1 1 16,1 0 1-16,0-2 0 0,1-2-1 0,-3 0-2 15,5-1-4-15,-4 0 5 0,3-2 3 0,-4 0-3 16,1-1-6-16,-5 1 1 0,1-1 4 0,0-3-3 16,-4 4-2-16,-2-3 11 0,-2 1-9 0,2-1-3 15,-3-1 0-15,-1 1 0 0,-4-2 2 0,1 0-3 16,-2 2-2-16,-2-1 0 0,-2-1 1 0,-1 2 2 16,-2 0-3-16,0 2-1 0,-1 3 0 0,-1-4 13 15,-4 0-10-15,3 6-4 0,3 0 2 0,2-5 2 16,0 6-2-16,6 2-2 0,-11-4-3 0,11 4-2 15,-8 0 5-15,8 0-1 0,0 0 2 0,0 0 3 16,0 0 2-16,0 0-3 0,0 0 4 0,30 6-4 16,-13-5 1-16,0-1 1 0,4-1-2 0,-4 0 3 15,3 0-4-15,-3 1 4 0,-2 1-4 0,-1 1 1 16,-3 1 2-16,-1 1-1 0,2-1 2 0,-3 3 3 16,-1 0 13-16,-2 3 4 0,0-2 0 0,-1 1 9 15,-1 2-7-15,-1 1 7 0,-2-1 3 0,-1 1-11 16,0 1 1-16,0 0-2 0,-3 1 4 0,1-2-2 15,-1 1-7-15,2 1-2 0,0-2 0 0,1 0-13 0,-3 0-14 16,2-1-20-16,1 2-37 0,-3-3-37 16,0 1-53-16,1-3-93 0,1 0-43 0,1-7-212 15,-1 15-548-15,1-15 243 0</inkml:trace>
  <inkml:trace contextRef="#ctx0" brushRef="#br0" timeOffset="-69355.08">18405 10304 120 0,'0'0'189'15,"0"0"-3"-15,0 0 0 0,0 0-3 0,0 0 2 16,0 0-5-16,0 0-7 0,0 0-17 0,0 0-8 16,0 0-5-16,0 0-2 0,13-22-18 0,-5 14 2 15,-1-2-18-15,-1-1 0 0,3-1-10 0,1-3-8 16,-2 2-9-16,0-1-4 0,-2-3-7 0,1 2-8 15,2-1-7-15,-4 2-1 0,0-4-7 0,0 2-4 16,-1-3-8-16,-1 2-1 0,-1-1-4 0,2 1 2 0,-4 0-6 16,2 2-1-16,-2 3-5 0,-2 1-1 0,1 2 0 15,-1 1-7-15,2 8 0 0,-2-11-2 16,2 11 0-16,-4-9-5 0,0 5-1 0,4 4 2 16,0 0-4-16,-15 1 0 0,15-1-1 0,-14 9 5 0,6-2-8 15,0 1 2-15,1 2 0 0,3 0-4 0,0-1 1 16,3 2 2-16,1 0 1 0,1 1 2 15,4-3-5-15,0 3 4 0,4-6-2 0,5 7-4 0,2-4 4 16,-1-1 4-16,4 0-2 0,0-3-3 0,-1 0 3 16,3-3-1-16,-2 3-1 0,-1-3-1 0,-5 3 1 15,-1-1 2-15,0 1-2 0,-1-2 2 0,-2 3-4 16,-1 2 1-16,0-2 0 0,-2 3 1 0,1 0 2 16,-3 3-2-16,-1-2 1 0,2 4 2 0,-2-2-2 15,-2 0 1-15,2 2-1 0,-2 0 2 0,-1-3-1 16,1 2 5-16,-1-1-30 0,1-2-18 0,1 3-38 15,-2-3-32-15,2-1-38 0,1 3-26 0,-2-4-26 16,1-2-26-16,2 1-161 0,0-2-422 0,1-1 187 16</inkml:trace>
  <inkml:trace contextRef="#ctx0" brushRef="#br0" timeOffset="-68971.13">18999 10113 35 0,'-4'-10'197'0,"-2"3"1"0,0-2-14 16,1 5-7-16,-4-2-11 0,1 4-12 0,8 2-9 16,-17 0-5-16,8 7-11 0,0 0-4 0,-5 5-11 15,3 1-11-15,-1 1-8 0,2 2-10 0,2 1-16 16,2 0-2-16,0-1-4 0,3 3-5 0,3-4-7 16,4 0-2-16,0 1-7 0,1-4-1 0,-1-2-6 0,2-1-2 15,2-2-4-15,2 0-1 0,-4-4-4 16,5 0 0-16,-4-1-4 0,1-2 3 0,-8 0-6 15,14-3 0-15,-7-1-4 0,0 0 0 0,-1-3 0 16,1 0-2-16,-2-2-3 0,-1-1 2 0,1-1-3 16,1 0-1-16,-3-2 1 0,1 2-3 0,-2 0 7 0,2-3 1 15,-1 4 1-15,-1 1 10 0,0 0 6 16,-1 3 7-16,1 1-9 0,-2 5-1 0,5-8-5 16,-5 8-2-16,0 0 1 0,0 0 0 0,0 0 11 15,9 13-8-15,-6-5-4 0,-2 4 3 0,3 4-6 0,0 0-1 16,-1 1 2-16,0-2-6 0,1 0 3 15,0 1-13-15,2-1-17 0,-1 1-28 0,2-2-27 16,-3-2-46-16,1-1-38 0,1-2-46 0,-1 1-32 16,0-2-170-16,2 1-438 0,-1-5 194 0</inkml:trace>
  <inkml:trace contextRef="#ctx0" brushRef="#br0" timeOffset="-68708.69">19367 9914 14 0,'-2'-18'276'0,"-1"8"-9"16,2 1-6-16,2 1-18 0,-1 8-29 0,-2-11-19 15,2 11-15-15,0 0 5 0,0 0 5 0,0 0-6 16,11 34-9-16,-8-10-11 0,2 2-9 0,-1 3-15 16,2-1-8-16,-2 2-9 0,-2-3-6 0,0 2-13 15,0-1-10-15,2 1-11 0,-3 0-4 0,1-1-14 16,-1-3-8-16,0 1 4 0,-1-7-10 15,0 0-9-15,2 0-33 0,-5-4-29 0,2 2-27 0,-1-7-33 16,2 1-26-16,-1-3-33 0,0-1-35 0,-2 0-34 16,3-7-23-16,-4 9-27 0,4-9-176 0,-6 3-468 15,6-3 208-15</inkml:trace>
  <inkml:trace contextRef="#ctx0" brushRef="#br0" timeOffset="-68425.61">19231 10158 29 0,'0'0'158'0,"0"0"-4"0,14-8-2 16,-4 3 4-16,4 2-8 0,5-2-9 0,2 1-3 15,7-2-14-15,4 2-4 0,-2-1-11 0,4-2-7 16,-1 2-13-16,-3 2-4 0,-1-1-1 0,0-1 0 16,-2 1-8-16,-7 1-1 0,-1 2-9 0,-1 0 2 15,-6 1-5-15,-1 1-4 0,-1-1-6 0,-2 3 2 16,-1 0 5-16,-1 1-1 0,3 3 1 0,-3-2-1 15,-1 4-2-15,-1-4-1 0,1 5 0 0,-2 0-1 16,-2 3-5-16,4 3 1 0,-2-1-8 0,-2 2-1 16,3-1-3-16,-3 0-4 0,-1 1-2 0,3-2-9 15,-3-4-25-15,1 4-24 0,-1-3-35 0,0 0-42 16,0 0-37-16,1-2-47 0,1-3-52 0,-2-7-149 16,-2 14-422-16,1-9 186 0</inkml:trace>
  <inkml:trace contextRef="#ctx0" brushRef="#br0" timeOffset="-68254.11">19601 9916 89 0,'0'0'69'0,"0"0"-31"0,23 30-38 0,-10-16-33 0,2 8-36 15,2 0 16-15</inkml:trace>
  <inkml:trace contextRef="#ctx0" brushRef="#br0" timeOffset="-68007.29">19886 10274 98 0,'0'0'198'0,"0"0"-5"16,-10-25-14-16,9 16 5 0,2 0-6 0,0-1-9 0,4-4-5 15,-1 3-13-15,3-4-15 0,2-1-8 0,2 2-4 16,-1 2-8-16,-1 2-7 0,1 3 1 0,-2-2-22 16,0 4-4-16,0 1-11 0,-1 1-3 15,1 2-4-15,2 1-2 0,-10 0-3 0,15 4 0 0,-6 0-2 16,0 3-6-16,-1 1-7 0,0 1-4 0,-2 1-4 16,0-1-3-16,0 3 7 0,1 3-13 0,-3-5-15 15,-2 2-17-15,1 1-23 0,1-2-38 16,0 0-38-16,-3 1-54 0,3-4-47 0,-1 2-232 0,-1 0-471 15,3-4 208-15</inkml:trace>
  <inkml:trace contextRef="#ctx0" brushRef="#br0" timeOffset="-67160.31">20500 10071 29 0,'-12'-9'252'0,"2"1"-5"0,-2 4-12 15,0 2-12-15,-6 0-14 0,4 2-16 0,-7 5-14 16,5 0-15-16,-2 1-5 0,1 3-23 0,7-1-14 16,-2 3-12-16,5-1-15 0,0-1 3 0,1 2-18 15,4-2-8-15,3 2-9 0,1 0-4 0,3-1-10 16,0 0-7-16,4-3-12 0,2-2-5 0,-1 2-8 16,3-3-5-16,-1-1-3 0,1 0 1 0,0-3-4 15,0 0 1-15,-2-1-4 0,2-1 4 0,-4-1-1 16,-1-4 0-16,1 2-4 0,-1 0-1 0,-1-3 1 0,-2 0 6 15,2 1-2-15,-2-5 3 0,0 5 1 16,-3-3 5-16,1 3 7 0,-1-1 5 0,0 2 5 16,-2 6 5-16,2-10 1 0,-2 10-3 0,4-8-4 15,-4 8-1-15,0 0-8 0,0 0 6 0,0 0 9 0,0 0 8 16,4 20 3-16,-4-3-10 0,-1 10 10 0,-3 1-1 16,-1 4-4-16,1 0-3 0,-1 4 4 0,-7 12-8 15,3 3 17-15,1 0 3 0,5 2 9 16,-2-5-19-16,0-1-3 0,2 1-5 0,0-13-3 0,1 0 2 15,-3-1-4-15,3-1-7 0,0-2 16 0,-2-2-22 16,-4-5 4-16,2 0-4 0,1-6-1 0,0-2-8 16,-2-1 6-16,0-4 3 0,0-3-10 0,-3 0-7 15,1-3-12-15,-4 0-5 0,3-2-6 16,-4-2-5-16,3-2-5 0,-1-4-13 0,-1-2 5 0,2-4-7 16,-2-1 8-16,4-3 12 0,4 0-11 0,-2-10 2 15,5-1 4-15,2-2 5 0,2 0 0 0,5-2 4 16,-1 0-1-16,7 0 4 0,0-1 5 0,5 3-1 15,2-2 4-15,2 2-3 0,2 1-1 0,9-11 5 16,1 5-6-16,-8 7 9 0,9-9-2 0,2 4 0 16,-9 6 1-16,9-8 4 0,-9 9-1 0,8-9 10 15,-9 9-13-15,-1 0 4 0,-3 1 0 0,-3-2 3 16,1 2-3-16,-2 0 0 0,-5 0 1 0,-3 1 4 16,-1 4-1-16,-2 3 7 0,0 0 5 0,-4 5 5 15,2-2 2-15,-2 2 2 0,-3-1-3 0,2 5 4 16,-3-1 5-16,0 7-6 0,0-9-2 0,0 9-7 15,0 0 0-15,-8-6-1 0,8 6-3 0,0 0 1 16,-18 10 12-16,9-2-13 0,-2-1-5 0,-1 5 2 16,2-2 3-16,0 4-4 0,2-2-2 0,0 1 1 15,6 1-1-15,0 0 0 0,1-2-9 0,2-2 1 16,1 3 1-16,3 2-7 0,4 0-3 0,1-1 6 16,2 0-6-16,0-1-1 0,1 2-2 0,0-1 3 15,1 0 4-15,-2-3 1 0,-2 2-7 0,2 0 9 16,-4-5-2-16,0 2 2 0,1-1 3 0,-4 0-4 15,0 0 2-15,-1-2 1 0,-2 0-3 0,0-1 2 16,0 2 4-16,-2-8 3 0,0 12-3 0,0-12 3 0,-4 9-1 16,1-4-2-16,-3 0 1 0,1-2 2 15,-1 4-1-15,-3-3-8 0,3-1-13 0,-1 0-20 0,-4-1-18 16,3 0-23-16,0-1-25 0,8-1-23 0,-14 3-39 16,14-3-53-16,-7-1-59 0,7 1-172 0,-8-5-489 15,8 5 218-15</inkml:trace>
  <inkml:trace contextRef="#ctx0" brushRef="#br0" timeOffset="-66985.75">21430 10169 120 0,'9'-5'236'0,"0"2"-7"0,1-2-10 0,0 1-15 15,-1 2-25-15,3 1-15 0,-3-3-14 0,-1 3-19 16,3-1-20-16,-2 4-36 0,-9-2-34 0,14 1-45 15,-6 0-59-15,-3 2-36 0,-5-3-45 0,9 6-115 16,-7-3-279-16,-2-3 124 0</inkml:trace>
  <inkml:trace contextRef="#ctx0" brushRef="#br0" timeOffset="-66833.38">21440 10300 112 0,'-4'4'238'0,"4"-4"-1"15,-6 6 5-15,6-6-2 0,-5 4 0 0,5-4-12 16,0 0-13-16,-5 4-16 0,5-4-14 0,0 0-22 15,0 0-17-15,0 0-10 0,0 0-17 0,0 0-26 16,0 0-39-16,24-3-37 0,-12 2-54 0,-2-1-64 16,1-1-82-16,1 1-67 0,-1-4-133 0,2 2-414 15,-3-2 184-15</inkml:trace>
  <inkml:trace contextRef="#ctx0" brushRef="#br0" timeOffset="-66195.21">22694 9965 95 0,'0'0'206'0,"1"-14"1"0,3 4-14 16,3 1-4-16,4-5-6 0,1 7-6 0,5-3-13 15,1 1-7-15,10-2-10 0,1 4-7 0,-1 2-10 16,-2 0-21-16,3 5-8 0,-10 3-14 0,1 1-5 0,-1 3-3 16,-3 6-6-16,-2-1-3 0,0 9-2 15,-6 4-4-15,-5 0-3 0,-3 1-3 0,-3 3-7 0,-5-2 0 16,-4 3-11-16,0-2 2 0,-3 0-6 0,-2-2-2 15,1-2-3-15,0-1 2 0,-1-1-4 0,-2 1-5 16,-4-5 0-16,2-2-3 0,5-5 0 0,2-1-3 16,-2-1-2-16,5-2 1 0,0-1-3 15,1-2 3-15,1 0 1 0,1-1 5 0,1-2 7 0,7-1 4 16,-9 2 16-16,9-2-17 0,-8 0-6 0,8 0 5 16,0 0-6-16,0 0-8 0,0 0 8 0,0 0-12 15,0 0-2-15,19-14-1 0,-7 12 7 0,1-2-7 16,5 0 6-16,0 1-2 0,0 1-2 0,2 0 8 15,-2 1-9-15,0 1-5 0,2 0 1 0,0 0 1 16,0 0 1-16,1 1-9 0,-1 1-5 0,-1-2-15 16,2 2-25-16,-4-2-34 0,3 2-40 0,0-1-48 15,-2 1-43-15,0-2-45 0,-4 0-241 0,-1 0-534 16,2 0 236-16</inkml:trace>
  <inkml:trace contextRef="#ctx0" brushRef="#br0" timeOffset="-65425.36">23406 10028 30 0,'0'-13'263'0,"-3"2"0"16,2 1-2-16,1 4-9 0,0 6-4 15,-1-11-11-15,1 11-12 0,-2-8-17 0,2 8-23 16,0 0-18-16,-1-9-16 0,1 9-20 0,0 0-12 0,0 0-16 15,0 0-3-15,0 0-2 0,0 0-3 16,3 25 9-16,-2-14-24 0,-1 6 4 0,3-1-3 16,-3 4-12-16,0 6 12 0,0-1-1 0,1-6-18 15,0 1 4-15,-1 4-3 0,1-5-8 0,1-1-12 0,0-1 4 16,2 1-5-16,-1-3-8 0,2 0-2 16,-2-4 1-16,1 0-8 0,2-1-9 0,-1 0 11 15,0-2-1-15,-1-1-2 0,1 0-8 0,0-1 0 16,-1-2 12-16,-1 0-14 0,-3-4 7 0,8 5-4 0,-3-3-3 15,-5-2-9-15,0 0 8 0,18-5-2 0,-10 1 1 16,1-4 2-16,0 1-6 0,0-2 3 16,-2 1 2-16,1-5-5 0,2 0-3 0,-3-2 3 15,0 0 3-15,2-1-4 0,-2 0-2 0,-2-1 3 0,-1 0 9 16,-1 1-14-16,0 4 2 0,2-3-1 0,-4 3-2 16,1 3-2-16,-2-3 8 0,1 5 2 0,-1 7 2 15,0-13 0-15,0 7-1 0,0 6 0 0,2-8 0 16,-2 8-1-16,2-6-2 0,-2 6-6 0,0 0 0 15,1-7-6-15,-1 7 2 0,0 0 2 0,0 0-4 16,0 0 3-16,13 11-1 0,-8-2-4 0,1-1 3 16,2 3-4-16,-3-1 18 0,0 0-10 0,0 3 4 15,4 1-3-15,-2-3-2 0,0 5-3 0,-2-6 6 16,2 2-2-16,-1 3 4 0,-1-3-3 0,2-2 0 16,-2 0-1-16,0 1 8 0,2-1-14 0,1-1 7 15,-3-2 3-15,2 1-2 0,-1 0-7 0,0 0 9 0,1-5-11 16,-3 2 19-16,5 0-11 0,-3-2 5 15,0 0 4-15,-6-3-1 0,11 3-8 0,-6-3 2 16,-5 0 0-16,14 0 1 0,-14 0 3 0,13-5 5 16,-7 0 0-16,3-4-7 0,-1 3-7 0,-2-4 9 15,2-1-8-15,-2 0 8 0,3-3 0 0,-4-3-2 16,2-1-10-16,0-1 10 0,0-5-3 0,-2-1 3 16,0 1 2-16,-3 0-6 0,2-4 1 0,-1 3 0 0,1 0-5 15,-4 6 9-15,-2-5-5 0,2 9 2 0,-1-3-6 16,1 2 0-16,-1 5-1 0,0 0 3 15,-1 0 1-15,1 3 4 0,0-2-8 0,1 10 7 16,-2-12-6-16,2 12 1 0,0-11 8 0,0 11-10 0,-2-8 2 16,2 8-7-16,0 0-25 0,1-9-28 0,-1 9-23 15,0 0-33-15,0 0-18 0,0 0-28 0,0 0-29 16,0 0-31-16,0 0-54 0,0 0-31 0,0 0-239 16,7 25-591-16,-7-25 262 0</inkml:trace>
  <inkml:trace contextRef="#ctx0" brushRef="#br0" timeOffset="-61219.82">24732 10173 140 0,'0'0'147'16,"0"0"-13"-16,0 0-7 0,0 0-5 0,0 0-7 0,0 0-12 15,0 0-5-15,0 0-7 0,21-12-8 0,-11 12-14 16,0-3-2-16,2 3-7 0,-1 0-13 0,1 0-14 15,-5 0-17-15,-7 0-21 0,13 0-33 16,-5 0-24-16,-8 0-10 0,11 3-16 0,-8 1-18 0,-3-4-75 16,5 10-194-16,-5-10 86 0</inkml:trace>
  <inkml:trace contextRef="#ctx0" brushRef="#br0" timeOffset="-61053.18">24730 10355 33 0,'-3'3'156'0,"3"-3"4"15,-9 7-5-15,9-7-8 0,-5 6-2 0,5-6-12 16,0 0-13-16,0 0-7 0,-2 6-17 0,2-6-6 16,0 0-8-16,0 0-9 0,0 0-3 0,16 6-9 15,-7-6-12-15,5-1-27 0,2 0-30 0,4-1-45 16,-1 0-32-16,11-3-33 0,-2 1-123 16,-1 0-259-16,3-2 115 0</inkml:trace>
  <inkml:trace contextRef="#ctx0" brushRef="#br0" timeOffset="-60709">25387 10035 237 0,'0'-13'240'0,"-2"1"-8"0,-1-1-6 16,3 3-1-16,-3 1-7 0,1 2-7 15,2 7-7-15,-3-13-12 0,3 13-23 0,-2-8-18 16,2 8-18-16,0 0-15 0,0 0-8 0,0 0-13 16,0 0-7-16,0 0 8 0,0 33-7 0,-5-9-3 0,4 1-6 15,1 1 6-15,-3 3-15 0,-2-1-8 16,1-1-5-16,1 0 3 0,-1 1-6 0,4-3-6 16,-2-5-5-16,-1-1-2 0,3 1-5 0,-1-5-5 15,1 3-5-15,1-3 1 0,-2-2-5 0,1-2 0 16,1 0-1-16,0 0 6 0,-1-2-12 0,2-2-7 0,-2 1-11 15,0-8-17-15,2 10-10 0,-2-10-19 0,0 10-23 16,0-10-18-16,0 7-26 0,0-7-23 16,0 0-33-16,0 0-60 0,0 0-45 0,0 0-203 0,0 0-515 15,0 0 228-15</inkml:trace>
  <inkml:trace contextRef="#ctx0" brushRef="#br0" timeOffset="-60425.89">25253 9947 47 0,'4'-11'196'0,"3"-4"-7"15,4 3-7-15,0-1-5 0,4-1-5 0,0 6-10 16,3-2-4-16,-1 4-12 0,1-2-12 0,0 3-12 16,0 0-12-16,1 4-5 0,-2 4-9 0,-6-3-11 15,3 4-7-15,-3 0-6 0,-2 4-8 0,-1-2-3 16,2 8-4-16,-4 2-5 0,-3-3 3 0,-3 2-8 15,0 3-1-15,-3 0-7 0,-3 1 0 0,0-1-3 16,-3-1-1-16,-1 0-7 0,0-1-3 0,-1-1-2 16,-5 6 2-16,5-8-5 0,-2 0 1 0,0-1-4 15,-3-2-4-15,6 0-23 0,0-3-23 0,1 1-30 16,0-1-37-16,-3 1-34 0,2-2-52 0,3 0-216 16,1-1-435-16,3 0 193 0</inkml:trace>
  <inkml:trace contextRef="#ctx0" brushRef="#br0" timeOffset="-59791.1">25495 10188 178 0,'0'0'196'0,"0"0"-8"0,-9-2-21 15,9 2-12-15,0 0-13 0,0 0-7 0,0 0-9 0,0 0-5 16,0 0-9-16,0 0-11 0,34-3-9 0,-23 3-6 15,2-1-5-15,1 0 0 0,3-2-7 0,2 3-6 16,-6-1-1-16,-1-1-5 0,3 0-5 0,-3 0 0 16,-1 2-4-16,0-2-3 0,-4 2-2 0,2-1 3 15,-9 1-8-15,11-1 0 0,-11 1-3 0,11 0 6 16,-11 0-9-16,0 0 2 0,10 1 0 0,-10-1-5 16,0 0 0-16,0 0 1 0,8 0-4 0,-8 0-5 15,0 0-1-15,0 0-1 0,0 0-1 0,0 0-1 16,0 10 5-16,0-10 6 0,-6 14-4 0,3-3 13 15,-5 3-10-15,-2 2-4 0,1 2 0 0,3-1 2 16,-5 6-2-16,-3 0 3 0,3 0-2 0,1-5-4 16,-3 5 5-16,0 0-6 0,5-5-2 0,-2-1-5 15,1-1 1-15,-2 1-3 0,1 6 1 0,2-10-2 16,2-2 2-16,-2-1-1 0,2-1-1 0,-1 2-2 16,2-3-1-16,1 0 1 0,-1-1-6 0,2-4 5 15,3-3 1-15,-6 9-5 0,6-9 7 0,-4 7-4 16,4-7 3-16,-5 3 1 0,5-3-1 0,0 0 12 15,0 0-9-15,-2 8 0 0,2-8-3 0,0 0 3 16,0 0-2-16,0 0 2 0,0 0-8 0,0 0 2 0,13 4-2 16,-13-4 0-16,17-2 4 0,-5 1 6 0,7-2-14 15,-1 2 3-15,2 0-14 0,1-3-21 16,0 1-25-16,6-2-25 0,2 1-43 0,1 0-42 16,-3 0-49-16,2-3-54 0,-2 3-243 0,-6-1-550 0,0 1 243 15</inkml:trace>
  <inkml:trace contextRef="#ctx0" brushRef="#br0" timeOffset="-58812.73">26005 10510 90 0,'0'0'177'15,"0"0"-5"-15,12 1-10 0,-12-1-4 0,0 0-2 16,0 0-10-16,2 10-9 0,-2-10-10 0,2 8-5 15,-2-8-6-15,2 8-13 0,-2-8-5 0,0 9-7 16,0-9-1-16,0 0-5 0,-2 9 8 0,2-9-11 16,-2 7 0-16,2-7 1 0,0 0 3 0,0 0 3 15,0 0 7-15,0 9 1 0,0-9-3 0,0 0-6 0,0 0-5 16,0 0-12-16,0 0-4 0,0 0 6 16,0 0-21-16,0 0 0 0,-9-21-12 0,9 21-3 15,0-11-4-15,0 11-3 0,4-18 1 0,-3 6-6 0,5 0-4 16,-2 2-3-16,1-4 5 0,5-1-3 0,0-1 6 15,-3 2-19-15,1 0 4 0,2 3-3 0,-1 2 1 16,-1 0 5-16,4 1-8 0,-5 2-2 16,-1 2-8-16,3 1 4 0,-1 1 1 0,0 2-2 0,1 3-4 15,-4 3 6-15,4 1 0 0,-3 0-6 0,1 2 2 16,2 0 3-16,-2 2 2 0,0 0-3 0,-3 0 2 16,3-1 2-16,-5 2-4 0,2-5 2 0,-1 3 3 15,2-3 3-15,-3-1-5 0,-2-6 0 0,4 9 3 16,-4-9-2-16,3 8 2 0,-3-8 8 0,4 8-2 15,-4-8 10-15,0 0 0 0,0 0 12 0,4 3-14 16,-4-3 1-16,0 0 9 0,0 0-17 0,0 0-3 16,0 0-2-16,2-22 5 0,0 15-5 0,-1-2-4 15,3 0 3-15,3-2 3 0,0-1-6 0,-1-1-1 16,3 2-2-16,3-1 1 0,-3 3 1 0,-1 0-2 16,0 1 2-16,0 2-7 0,1 0 5 0,-5 1-8 15,1 2 1-15,-5 3 5 0,16-3-4 0,-16 3-1 16,11 4-2-16,-5 0 2 0,-2 2 2 0,2 0 2 15,-2 2-2-15,-1 2 2 0,3-1 2 0,-4 2-4 16,0-1 7-16,1 0 2 0,0 1-7 0,1 1-1 16,-4-1-6-16,0-2-25 0,3 1-25 0,-3-3-35 0,0-7-32 15,0 15-39-15,2-8-49 0,-2-7-44 0,0 12-225 16,0-12-523-16,4 7 231 0</inkml:trace>
  <inkml:trace contextRef="#ctx0" brushRef="#br0" timeOffset="-58414.46">26612 10364 143 0,'-3'-4'225'0,"3"4"-2"0,-11-6-9 0,4 5-7 0,7 1-11 16,-13 2-2-16,4 4-12 0,-3 1-12 0,2 2-14 16,1 3-10-16,1-1-12 0,-1 3-11 0,1 0-14 15,3-3-7-15,3 1-9 0,-2-1-10 0,4 2-11 16,0-3-4-16,2-1-3 0,0 0-7 0,3 1-7 15,-1-2-3-15,3-3-7 0,-1 1 1 0,2-3 3 16,-2-1-11-16,5 1-3 0,-2-2-6 0,-9-1 2 16,16-1 3-16,-10-2-6 0,1-1-6 0,0 1 1 15,-2-1-2-15,-5 4 0 0,8-9-3 0,-3 3-3 16,-5-1 0-16,2 0 1 0,0 0 1 0,-2 7-4 16,0-19-1-16,0 9 6 0,0 0-5 0,-4 1 0 15,4 9 5-15,0-12 6 0,0 12 10 0,0-10-4 16,0 10-4-16,0 0 2 0,0-10-10 0,0 10 3 15,0 0 2-15,0 0 3 0,0 0 0 0,0 0 4 16,0 0-1-16,0 0 0 0,10 29-2 0,-8-21-3 16,0 3 4-16,2-4-6 0,-2 3 0 0,1 0 2 15,-1-1-1-15,2 0-4 0,1 1-21 0,-1-5-20 16,1 3-29-16,-1-1-40 0,1 1-34 0,-1-4-44 16,0 2-48-16,-4-6-36 0,7 7-251 0,-2-3-549 15,-5-4 243-15</inkml:trace>
  <inkml:trace contextRef="#ctx0" brushRef="#br0" timeOffset="-58180.42">26823 10345 39 0,'0'-6'301'16,"0"6"-5"-16,4-8-17 0,-4 8-20 0,0 0-20 15,2-5-15-15,-2 5-10 0,0 0-9 0,0 0-13 0,0 0-8 16,14 19-13-16,-7-11-8 0,-1 1-16 0,1 1-21 15,3 0-1-15,-2-1-20 0,3 4-5 16,-1 0-6-16,1-2-9 0,-1-2-7 0,0-1-15 16,-1 1-15-16,4-4-26 0,-1 1-19 0,-1 1-37 0,-1-2-32 15,0 0-39-15,-1-1-40 0,-3 0-40 0,1-3-34 16,0 2-35-16,-7-3-205 0,5 2-498 0,-5-2 220 16</inkml:trace>
  <inkml:trace contextRef="#ctx0" brushRef="#br0" timeOffset="-58013.9">27015 10358 85 0,'-2'-9'251'0,"2"9"-7"0,0 0-3 0,-8-3 3 15,8 3-15-15,0 0 1 0,-25 19-12 0,14-5-11 16,-7 6-16-16,-5 0-22 0,1 3-18 0,-3-1-7 16,0 5-20-16,0-4-10 0,-2 2-25 0,0-2-45 15,5 2-45-15,-2-2-64 0,1 0-68 16,3-2-66-16,-2 0-231 0,3-4-466 0,0-5 207 0</inkml:trace>
  <inkml:trace contextRef="#ctx0" brushRef="#br0" timeOffset="-36512.51">17519 6889 168 0,'0'0'174'15,"0"0"-3"-15,-1-8-7 0,1 8-6 0,0 0-5 16,0 0-9-16,1-11-3 0,-1 11-12 0,0 0-4 15,0 0-14-15,0 0-8 0,0 0-11 0,0 0-8 16,0-7-10-16,0 7-9 0,0 0-6 0,0 0-5 16,0 0-5-16,0 0-2 0,0 0-4 0,0 0 4 15,0 0 8-15,11 18 4 0,-10-12 0 0,2 2 0 16,0-2-3-16,2 2-8 0,-2 1 0 0,1-2-3 16,0 3-2-16,-2-1 7 0,3 0-3 0,-1-1 1 15,1 1-7-15,0-2-1 0,-1 1-1 0,0 0-3 16,2 1-2-16,0-1-5 0,-3-3-1 0,2 1-3 15,-1-2-3-15,1 2 0 0,-1-2-4 0,0 1 0 16,-1 0-3-16,1 1 4 0,-4-6-7 0,7 8-1 16,-3-4 1-16,1-2-4 0,0 2 0 0,0 0 1 15,-5-4-1-15,5 5 4 0,-5-5-5 0,9 4-1 16,-9-4 0-16,9 4-2 0,-9-4 2 0,7 0-3 16,-7 0 5-16,6 2-3 0,-6-2 3 0,0 0 1 15,0 0-3-15,9 0-3 0,-9 0 2 0,0 0 1 16,0 0-2-16,0 0 2 0,10-4-1 0,-10 4 1 15,7-6-3-15,-7 6-1 0,6-9 2 0,0 4-2 16,1-3 0-16,-2 1 0 0,1-2-3 0,1 1 0 16,0-2 0-16,0 1 5 0,0-1-2 0,2-4 0 15,0 3-4-15,2-2-1 0,-5 3 3 0,2-1-2 16,-1 1-10-16,-2 0-5 0,2 0-8 0,-1-3-4 16,-2 4-12-16,0 3-13 0,-2-3-22 0,0-1-29 15,-1 3-33-15,-1 7-54 0,2-16-27 0,-3 7-37 16,1 2-143-16,0 7-432 0,-4-18 193 0</inkml:trace>
  <inkml:trace contextRef="#ctx0" brushRef="#br0" timeOffset="-34759.21">17979 6267 211 0,'0'0'229'0,"2"-8"-6"16,-2 8-11-16,0 0-11 0,0 0-6 0,1-9-20 16,-1 9-15-16,0 0-17 0,0 0-11 0,0 0-13 15,0 0-14-15,0 0-14 0,0 0-6 0,0 0-9 16,0 0-12-16,0 0-2 0,-19 13-9 0,19-13-7 15,-5 10-1-15,1-5-4 0,1 0-6 0,3-5-4 16,-4 13-3-16,3-8-3 0,1-5 0 0,-2 13-2 16,3-6-2-16,-1-7-4 0,1 14-2 15,0-8 2-15,1 0-1 0,2 0-2 0,-2 0-1 0,5 1-2 16,-2-1-3-16,4 1 2 0,1-1 2 0,-2 0-6 16,2-1 3-16,-1 1-2 0,0 0-1 0,0-1 1 15,1 0-2-15,-1 0-2 0,0 1 2 16,-2-1 4-16,0-1-1 0,0-1-6 0,-1 3-1 0,-1-3 2 15,1 1-3-15,-2 1 0 0,-4-5 0 0,6 7 4 16,-3-4-2-16,-3-3 1 0,5 6 1 0,-5-6 0 16,0 7-1-16,0-7 3 0,0 0-2 0,-9 8 2 15,0-5 0-15,0-1 0 0,-1 0 1 0,0 0 3 16,-3-1-7-16,1 1 2 0,2-2-2 0,-3 2-6 16,2-4-16-16,-1 2-10 0,2-2-19 0,1-1-26 15,0 1-27-15,0-3-28 0,3 1-38 0,1-3-20 16,0-2-22-16,1 0-153 0,-2-1-392 0,2-1 173 15</inkml:trace>
  <inkml:trace contextRef="#ctx0" brushRef="#br0" timeOffset="-34599.22">18022 6212 117 0,'0'0'113'0,"14"-5"-11"16,-7 4-9-16,4-3-5 0,-1 3-12 0,1 1-2 15,0-2-22-15,1 0-16 0,0 2-24 0,-1-1-26 16,1 1-20-16,-2-1-23 0,0 1-53 0,2 0-119 16,-12 0 52-16</inkml:trace>
  <inkml:trace contextRef="#ctx0" brushRef="#br0" timeOffset="-34094.36">18267 6221 122 0,'3'-12'210'16,"-3"12"-8"-16,0 0-2 0,0 0-8 0,0 0-6 16,2-7-10-16,-2 7-12 0,0 0-16 0,0 0-3 15,0 0-25-15,0 0-9 0,0 0-15 0,0 0-9 16,0 0-8-16,0 0-8 0,0 0-3 0,0 0-4 16,0 0 1-16,0 0-4 0,9 12-2 0,-9-12-5 15,4 10-2-15,-2-3-3 0,0-2 6 0,-1 2-2 16,2 0 2-16,0 3-3 0,1 0 4 0,-1 1 4 15,1-3-12-15,1 2-4 0,-2-1 2 0,1 1-11 16,-1-3-2-16,2 3-3 0,0-1 0 0,-1 0-3 16,1-1-3-16,-1 1-1 0,0-4-4 0,-2 3 1 15,2 0-3-15,0 0-2 0,0-2 3 0,0-1-5 16,-2 0 2-16,-2-5-4 0,7 10 1 0,-4-4-2 16,-1-2 1-16,-2-4-3 0,5 6 2 0,-5-6-4 15,4 6 1-15,-4-6 1 0,4 5 1 0,-4-5 2 16,3 4 1-16,-3-4 9 0,0 0 14 0,0 0 17 15,0 0-2-15,0 0 3 0,0 0 10 0,0 0-1 16,0 0-24-16,14-11 0 0,-11 4-6 0,1 0 5 16,1-3-7-16,0 2-2 0,0-3-5 0,3-2 1 15,-3 1 1-15,3-2-10 0,-3 1-1 0,2 1 5 16,0-2-8-16,0-2 2 0,-1 1-2 0,0 4 6 16,0-1-1-16,-2 3-8 0,0 1 5 0,-1 1 6 0,-1-1-11 15,1 2-6-15,1 1-5 0,-1 0 11 16,-3 5-6-16,5-10-3 0,-5 10-6 0,2-7-10 15,-2 7-25-15,3-6-21 0,-3 6-27 0,0 0-37 16,2-7-38-16,-2 7-41 0,0 0-52 0,0 0-45 0,0 0-229 16,0 0-576-16,0 0 255 0</inkml:trace>
  <inkml:trace contextRef="#ctx0" brushRef="#br0" timeOffset="-33940.21">18633 6240 16 0,'0'0'276'0,"0"0"-16"0,0 0-18 0,0 0-31 16,1-11-18-16,-1 11-25 0,0 0-42 0,0 0-57 15,0 0-72-15,-5-14-91 0,5 14-150 0,-14-5-265 0,5-1 117 16</inkml:trace>
  <inkml:trace contextRef="#ctx0" brushRef="#br0" timeOffset="-5746.27">17027 5825 28 0,'0'0'39'0,"0"0"0"16,-5 4-1-16,5-4 1 0,0 0 0 0,0 0-1 15,0 0-3-15,0 0-4 0,0 0-3 0,0 0 0 16,0 0-7-16,0 0 3 0,0 0-7 0,0 0 8 15,0 0-8-15,0 0-5 0,0 0 2 0,0 0-3 16,0 0 9-16,19 8-10 0,-11-7 10 0,1-1-12 16,3 2-1-16,0-1 8 0,2 0-9 0,4-1 10 15,0 3-8-15,3-3 0 0,-1 2-3 0,-1 0-1 16,3 0 7-16,6-2-4 0,0 2 1 0,1-1-3 16,0 1 1-16,0-1-1 0,0-1 3 0,0 2-5 15,0-1 7-15,-1 0-3 0,3 1-3 0,-2-1 4 16,3 1-4-16,3-2 0 0,3 2 1 0,-1-2 2 15,0 2-4-15,0 1-1 0,1-3-1 0,1 1 1 16,0 1 6-16,-1-2-6 0,13 0-1 0,-13 1-1 16,0 0 0-16,13 0 0 0,-13-2-3 0,1 1 7 0,-1 0-5 15,15 1-2-15,-16-2 3 0,-1 2 0 16,-1 2 0-16,0-2-3 0,-2-1-2 0,1-1 0 16,0 4 1-16,-3-2-1 0,-1-1 2 0,1-1-3 15,-3 1-2-15,3 0 2 0,-3-2-1 0,-6 1-7 16,-1 0-6-16,0 1-4 0,-1-2-12 0,-1 1-12 15,-2 1-48-15,-3-1-104 0,-1 1 46 0</inkml:trace>
  <inkml:trace contextRef="#ctx0" brushRef="#br0" timeOffset="-5034.38">18170 5842 14 0,'0'0'109'0,"0"0"-13"0,0 0-7 0,0 0-9 16,0 0-10-16,0 0-9 0,0 0-8 0,0 0-5 15,0 0-4-15,0 0 1 0,0 0 12 0,0 0 7 16,-17 25 0-16,14-15-7 0,-3 2-3 0,2 5 0 16,1 0-4-16,-1 2 1 0,0-2-9 0,0 2 5 15,-1-1 2-15,1 1-1 0,0 0-1 0,1-2-4 16,1 2 14-16,-2 0-10 0,3-3-7 0,-2 0 4 15,2 1-10-15,0-5 1 0,0 1-8 0,2-2 0 16,-2 0-3-16,2 0-4 0,-1-2 2 0,0 0 0 16,0 1-2-16,0-3-6 0,0-7 5 0,1 14-4 15,-1-8-8-15,0-6-20 0,-1 12-11 0,1-12-14 0,0 7-11 16,0-7-7-16,0 0-16 0,1 9-3 16,-1-9-13-16,0 0-11 0,0 0-29 0,0 0-84 15,0 0-228-15,0 0 101 0</inkml:trace>
  <inkml:trace contextRef="#ctx0" brushRef="#br0" timeOffset="-4286.94">18088 5936 101 0,'-8'5'121'16,"-1"1"-13"-16,-1 0-8 0,0 1-5 0,0 0-2 16,-5 2-16-16,4-1 0 0,-2-3-12 0,-1 5-4 15,0-1-7-15,-1 0-5 0,5-4-6 0,-3 2-28 16,4-2-13-16,3 2-19 0,-1-5-15 0,3 4-22 16,4-6-12-16,-7 6-16 0,3-2-53 0,4-4-147 15,0 0 65-15</inkml:trace>
  <inkml:trace contextRef="#ctx0" brushRef="#br0" timeOffset="-4112.74">18094 5900 30 0,'0'0'88'0,"0"0"-7"15,12 5-3-15,-6-1-4 0,0 0-14 0,1 0-4 16,1 4-10-16,1-1 0 0,0 3-6 0,3 1-9 15,-1 3-21-15,0-2-24 0,2 2-33 0,-1 2-50 16,-2-1-105-16,-1 0 48 0</inkml:trace>
  <inkml:trace contextRef="#ctx0" brushRef="#br0" timeOffset="-3673.65">18102 6595 24 0,'0'0'53'0,"7"-4"-12"0,-7 4-10 16,6-2-14-16,-6 2-16 0,0 0-15 0,0 0-12 16,15 3-28-16,-15-3 13 0</inkml:trace>
  <inkml:trace contextRef="#ctx0" brushRef="#br0" timeOffset="-3391.17">18201 6622 46 0,'-7'-7'139'0,"7"7"1"0,-4-6 0 0,4 6-9 16,0 0-4-16,-6-4-11 0,6 4-12 0,0 0-13 16,0 0-5-16,0 0-8 0,-5-5-15 0,5 5-14 15,0 0-19-15,0 0-13 0,0 0 3 0,0 0-9 16,0 0 1-16,0 0 1 0,0 0-2 0,-10 11-14 16,6-4-8-16,4-7-12 0,-5 9 4 0,2-2-19 15,-2-2-23-15,1 2-19 0,-1 1-11 0,-1-2-92 16,-2 1-199-16,-2 2 88 0</inkml:trace>
  <inkml:trace contextRef="#ctx0" brushRef="#br0" timeOffset="-2995.88">18071 6592 87 0,'0'0'149'16,"0"0"1"-16,0-8-7 0,0 8-5 0,0 0-14 16,0 0-14-16,0 0-10 0,0 0-15 0,0 0-8 15,0 0-7-15,0 0-11 0,0 0-9 0,0 0-5 16,0 0-3-16,0 0-9 0,0 0 2 0,0 0-3 16,0 0 10-16,6 30 8 0,-4-19-4 0,-1 2-9 15,1 3 1-15,-1-1-4 0,-1 2 6 0,0 1-18 16,1 1 12-16,-1 6-3 0,0 0 2 0,-1-1-3 15,0 3-5-15,-2-1 0 0,2-2-2 0</inkml:trace>
  <inkml:trace contextRef="#ctx0" brushRef="#br0">18047 7132 1505 0,'0'0'107'0,"0"3"-211"0,0-2 344 0,0-1-257 0,1 2 26 0,-1-2-28 0,0 0 47 0,0 0-20 0,0 0-8 16,0 0-26-16,0 0-23 0,2 4-86 0,-2-4 66 15,0 0-89-15,0 0-31 0,0 0-70 0,0 0 52 16,0 0-61-16,0 0 45 0</inkml:trace>
  <inkml:trace contextRef="#ctx0" brushRef="#br0" timeOffset="-1604.84">17990 6872 59 0,'0'0'95'0,"0"0"-16"0,-4-5-5 0,4 5-7 0,0 0-9 15,0 0-2-15,0 0-4 0,0 0-1 0,0 0-5 16,1 25 6-16,-1-15-2 0,1 2-8 15,1-1 2-15,0 2 1 0,0-2-11 0,1 4 1 16,2 2 2-16,-2-6-4 0,1 2 3 0,0-3 0 0,0 0-2 16,-1 2 7-16,0-4-17 0,1 1 3 0,0-3 0 15,-1-1 4-15,1 1-3 0,0 0-4 0,-4-6 2 16,5 7-1-16,-2-4 0 0,-3-3-7 0,0 0 9 16,5 6-1-16,-5-6 9 0,0 0 3 0,3 7 10 15,-3-7-2-15,0 0-2 0,0 0-8 0,0 0-1 16,0 0-5-16,0 0-6 0,0 0-14 0,0 0-16 15,0 0-29-15,0 0-30 0,-2-23-14 0,2 23-25 16,-2-13-25-16,0 5-103 0,0-2-252 0,-1 1 112 16</inkml:trace>
  <inkml:trace contextRef="#ctx0" brushRef="#br0" timeOffset="-1179.85">18143 6596 47 0,'-3'-10'118'0,"3"10"-2"0,-2-7-12 0,2 7-2 15,-3-9-12-15,3 9-7 0,0 0-13 0,-4-6-2 0,4 6-11 16,0 0-9-16,0 0-5 0,0 0-6 15,0 0 0-15,0 0-6 0,0 0 0 0,0 0-5 16,0 0 0-16,0 0-1 0,-1 31 4 0,0-20 2 16,1 7-3-16,-1 0 0 0,-2 0-2 0,-1 1 7 15,3-1 4-15,-1 0-7 0,-2 2 3 0,1-3-3 16,1 2-7-16,-1-2-4 0,-1 0 7 0,1 2 0 16,1 1-5-16,-1-3 8 0,0 1-12 0,1 0 2 15,1 0 1-15,0-8 0 0,0 4 0 0,1 2-3 0,0-4 2 16,0-1-4-16,0 0 1 0,0-3-5 15,0 0 4-15,0-8-5 0,1 10-1 0,-1-10-4 16,0 13 5-16,0-13 1 0,-1 9-6 0,1-9 3 16,0 7 2-16,0-7-5 0,-2 7-2 0,2-7-21 0,0 0-16 15,0 0-8-15,0 0-40 0,0 9-16 0,0-9-15 16,0 0-21-16,0 0-92 0,0 0-244 16,-10 0 109-16</inkml:trace>
  <inkml:trace contextRef="#ctx0" brushRef="#br0" timeOffset="-823.01">17958 6848 92 0,'0'0'101'0,"0"0"1"16,0 0-1-16,0 0-2 0,0 0-6 0,0 0-6 15,11 17-1-15,-4-6-12 0,-2 0 3 0,0 1-3 16,0 3-4-16,3-2-8 0,-2 3 0 0,-1-2-4 16,0 2-4-16,0-4-5 0,-1-1-5 0,0-1-4 15,1 0-2-15,-1 1-3 0,0-1-7 0,1-1-1 16,-3-2-3-16,0-1 1 0,0 0-1 0,2 0-4 16,-1 0-2-16,2-1 0 0,-5-5-4 0,5 7 2 15,-5-7-2-15,5 7 3 0,-5-7 1 0,4 3-3 16,-4-3 2-16,0 0 3 0,5 4-3 0,-5-4-3 15,0 0-1-15,9 0-1 0,-9 0 3 0,0 0-8 16,15-6-6-16,-10 2-4 0,2 0-11 0,3 1-12 16,-1-5-23-16,-1 1-26 0,6-1-27 0,-2-4-21 15,1 1-27-15,4 2-75 0,-4-6-244 0,6-2 108 16</inkml:trace>
  <inkml:trace contextRef="#ctx0" brushRef="#br0" timeOffset="637.17">16753 4524 59 0,'0'0'72'0,"0"0"-2"0,0 0-2 16,0 0-9-16,0 0-2 0,0 0-7 0,0 0 4 16,0 0 0-16,0 0-3 0,0 0-6 0,0 0 7 15,0 0-11-15,0 0 1 0,0 0-6 0,0 0 1 16,0 0 0-16,0 0-4 0,0 0-2 0,0 0-8 15,0 0 2-15,0-10 2 0,0 10-2 0,0 0-3 16,0 0-6-16,0 0 1 0,7-6-7 0,-4 3 6 16,-3 3 3-16,0 0-5 0,7-7-2 0,-7 7 0 15,4-6-5-15,-4 6 6 0,4-4-1 0,-4 4-5 16,0 0 9-16,4-6-1 0,-4 6-1 0,0 0-6 16,0 0 0-16,3-7 0 0,-3 7-2 0,0 0-3 15,0 0-8-15,0 0 10 0,0 0 9 0,0 0-18 16,0 0 0-16,0 0 0 0,0 0-6 0,0 0 13 15,0 0 2-15,10 10-4 0,-10-10 3 0,6 4 1 16,-6-4-1-16,8 0-3 0,-8 0 2 0,9 0-4 16,-9 0 7-16,10-1 0 0,-10 1-5 15,13-4 6-15,-9 2-2 0,-4 2 3 0,7-7-1 0,-7 7 0 16,3-8-12-16,-1 4 9 0,-2 4-3 0,0 0-3 16,-3-15 0-16,3 15 7 0,-7-8-9 0,2 4 8 15,5 4 0-15,-6-8-4 0,-2 5-1 0,8 3-5 16,-9-4-3-16,9 4 7 0,-9 0-14 0,9 0-10 15,-13 3-24-15,13-3-13 0,-9 9-28 0,6-5-94 16,-1 1-201-16,1 1 90 0</inkml:trace>
  <inkml:trace contextRef="#ctx0" brushRef="#br0" timeOffset="4994.25">18193 4256 17 0,'0'0'34'0,"0"0"-2"15,0 0-4-15,0 0-5 0,0-10-2 0,0 10-5 16,0 0 3-16,0 0-5 0,0 0-2 0,0 0 3 16,-4-9-4-16,4 9-3 0,0 0-11 0,0 0 3 15,-6-3-5-15,6 3-4 0,0 0 3 0,0 0-4 16,-9-2-9-16,9 2-14 0,0 0-36 15,-11 0 16-15</inkml:trace>
  <inkml:trace contextRef="#ctx0" brushRef="#br0" timeOffset="7715.84">16775 4513 10 0,'0'0'10'0,"0"0"0"0,0 0 2 0,0 0 4 16,-5 2-1-16,5-2 0 0,0 0 9 15,0 0-5-15,0 0 2 0,0 0-3 0,-3 8 7 16,3-8-10-16,0 0 14 0,0 0 8 0,0 0-1 16,0 0 9-16,0 0-5 0,0 0 7 0,0 0 3 0,0 0 11 15,0 0-9-15,0 0-1 0,0 0-2 16,0 0-1-16,0 0 11 0,0 0-12 0,0 0 6 15,0 0-2-15,0 9-6 0,0-9 6 0,0 0-4 16,0 0 5-16,0 0 3 0,0 0-2 0,0 0 2 16,0 0-5-16,0 0 1 0,0 0-3 0,0 0-5 15,0 0-2-15,0 0-6 0,0 0-1 0,0 0-3 16,12-19-7-16,-12 19 4 0,7-8-8 0,-5 3-3 16,4 1-4-16,-3-3 8 0,6 0-10 0,1-1 0 15,1 0-3-15,4-2-6 0,2 0 3 0,7-5 1 16,1 1-3-16,5-3 7 0,2 2-12 0,-1-2 1 15,4 4-2-15,1-4 5 0,11-3 2 0,-1 3-6 0,-9 1 4 16,12-1-2-16,-12 5-5 0,0 2 0 16,0-4 10-16,11-1-11 0,-14 6 2 0,4-1-2 15,12-1 5-15,-15 3 1 0,2 0-2 0,0 2 0 16,0-2 3-16,0 3 5 0,-4-1-4 0,0 2-2 16,-3-2 3-16,-1 4 0 0,1-1 5 0,-7 0-4 15,3 3 1-15,-4-1 1 0,-3 1-2 0,3-2-1 16,-4 4 4-16,0-2-2 0,-7 1-3 0,2-2 0 15,-3 2 2-15,2 0-2 0,-5 1-1 0,1-2 0 16,-8 0 5-16,13 0-4 0,-6 0-2 0,-7 0 2 16,11 3-3-16,-11-3 2 0,8 0-3 0,-8 0 2 15,0 0-6-15,7 3 0 0,-7-3 2 0,0 0-9 16,5 8-13-16,-5-8-20 0,1 5-26 0,-1-5-13 16,3 6-9-16,-3-6-23 0,4 8-20 0,-4-8-77 15,0 0-231-15,0 0 103 0</inkml:trace>
  <inkml:trace contextRef="#ctx0" brushRef="#br0" timeOffset="8245.63">18488 4085 97 0,'0'0'129'0,"0"0"-14"0,0 0-16 0,0 0-8 15,0 0-10-15,0 0-12 0,0 0 3 0,0 0-22 16,0 0 10-16,0 0-8 0,18 20-5 15,-12-11 1-15,1 2 6 0,2 2-10 0,0 2-7 16,0-2-3-16,-2 3 11 0,3-5-14 0,-1 3 6 0,-1-1-4 16,0-2-4-16,-2-1-7 0,1-1 2 0,-4 1-2 15,3-1-6-15,-1-4 13 0,1 3-11 0,-2-2-3 16,1-1 2-16,-2 1 0 0,0-1 0 16,-3-5-3-16,8 7 3 0,-5-4 0 0,-3-3-2 15,6 4 6-15,-6-4 12 0,0 0 10 0,5 3 15 0,-5-3 0 16,0 0-3-16,0 0-7 0,12-10 1 0,-7 4-5 15,2-3-3-15,0-2 3 0,3-2-4 0,1-2-5 16,-2 1-3-16,2-4-3 0,3-2-1 0,-4 2-6 16,2-4-3-16,0-2-3 0,0 0 2 0,-2 2-6 15,1-3 1-15,-2 8-3 0,2-6-3 16,-3 9 4-16,1 0-3 0,-3 5-2 0,0-1 0 16,-1 5 0-16,-2-1-26 0,-1 0-12 0,1 0-33 0,-3 6-29 15,0 0-10-15,0 0-7 0,9-4-8 0,-9 4-4 16,7 10-16-16,-3-3-6 0,1 3-101 0,-3 2-266 15,-2-1 118-15</inkml:trace>
  <inkml:trace contextRef="#ctx0" brushRef="#br0" timeOffset="8423.13">18989 4198 141 0,'0'0'140'0,"6"-5"-15"15,-6 5-8-15,6-4-12 0,-6 4-15 0,10-4-9 16,-3 3-5-16,1-1-17 0,-8 2-22 0,17-3-23 16,-10 3-34-16,1 0-18 0,-8 0-22 0,12 3-10 15,-7 0-64-15,-5-3-143 0,7 7 64 0</inkml:trace>
  <inkml:trace contextRef="#ctx0" brushRef="#br0" timeOffset="8590.44">18963 4310 129 0,'0'0'127'0,"0"0"-4"0,0 0 8 0,0 0-12 16,0 0-7-16,0 0-12 0,0 0-8 0,0 0-6 15,0 0-16-15,0 0-2 0,0 0-6 0,0 0-12 16,29-3-16-16,-13 1-20 0,5 1-31 0,5-4-25 16,-4 3-20-16,8-3-24 0,-2-2-20 15,-7 4-62-15,2 1-181 0,-3-4 80 0</inkml:trace>
  <inkml:trace contextRef="#ctx0" brushRef="#br0" timeOffset="8823.28">19452 3992 64 0,'-5'-12'180'0,"5"12"-8"0,-4-10-7 0,4 10-14 15,0 0-19-15,0 0-15 0,-1-10-19 0,1 10-9 16,0 0-11-16,0 0-8 0,0 0 4 15,-4 23-11-15,4-7 1 0,-2 0-7 0,2-1-4 16,-1 4-2-16,0-2 0 0,2 2-10 0,-2 1-6 0,1-2 0 16,0 1-2-16,0 1-6 0,-1-3 2 15,-3 0-9-15,4-5-26 0,-2 4-30 0,2-4-33 0,0 1-21 16,-1-2-25-16,0 1-35 0,0-2-98 0,1-10-268 16,-3 19 119-16</inkml:trace>
  <inkml:trace contextRef="#ctx0" brushRef="#br0" timeOffset="9105.76">19579 4202 69 0,'0'0'141'0,"0"0"-11"0,0 0-20 0,6-4-6 16,-6 4-14-16,0 0-6 0,0 0-9 0,0 0 2 15,11 0 6-15,-11 0-9 0,14-2-2 0,-6 1-7 16,1-2 0-16,3 2-6 0,-1-1-7 0,-1 0 0 0,1-1-7 15,-4 2 8-15,-1-1-2 0,-6 2-1 16,13-7-2-16,-8 5 9 0,-5 2 36 0,8-8-7 16,-8 8-9-16,0-11-9 0,0 11-6 0,-1-12-3 15,-3 5-9-15,1 1-5 0,3 6-4 0,-11-9-6 16,6 4-4-16,-4 2-4 0,2-1-1 0,-2 2-6 16,9 2-13-16,-14-3-19 0,8 3-22 0,6 0-36 15,0 0-35-15,-22 3-44 0,18-1-34 0,0 3-131 16,4-5-339-16,0 0 150 0</inkml:trace>
  <inkml:trace contextRef="#ctx0" brushRef="#br0" timeOffset="9522.91">19905 3955 67 0,'2'-11'224'0,"-2"11"-13"0,1-7-26 15,-1 7-17-15,0 0-27 0,4-7-8 0,-4 7-18 16,0 0-8-16,0 0-14 0,0 0-5 0,11 21-9 16,-6-9-9-16,1 2-6 0,2 1-3 0,0-1-5 15,-1 1-7-15,2 2-5 0,-2-2 0 16,2 2-4-16,0-2-2 0,-1 1-4 0,2-3-3 0,-4-2-4 16,2-2 0-16,-3 0 0 0,0 0-6 15,0-4-2-15,2 3-2 0,-3-3 2 0,-1-1-1 0,3 1-4 16,-6-5 0-16,7 8 5 0,-3-6-4 0,-4-2 7 15,6 6 12-15,-6-6 7 0,5 3 5 0,-5-3-1 16,0 0-4-16,21-13-3 0,-11 5-4 0,2-6 2 16,3-1-2-16,3-4-5 0,2 0-2 0,-1-3 2 15,-1 0-4-15,3-3-6 0,-1 2-1 16,-3-2 2-16,1 1-8 0,-4 1 1 0,2 2 0 16,-5 7 2-16,-1 1 8 0,-4 3 5 0,1 3 2 0,-3 0 0 15,-4 7 0-15,7-9-2 0,-7 9-6 0,5-9-10 16,-5 9-12-16,5-6-19 0,-5 6-28 0,0 0-31 15,0 0-24-15,0 0-13 0,0 0-39 0,0 0-29 16,0 0-41-16,0 0-152 0,-14 39-406 16,3-25 180-16</inkml:trace>
  <inkml:trace contextRef="#ctx0" brushRef="#br0" timeOffset="10840.49">17134 7156 50 0,'0'0'62'0,"0"0"-6"0,0 0-5 16,0 0-4-16,0 0-12 0,0 0-1 0,0 0-2 15,0 0-12-15,0 0-2 0,0 0-7 0,0 0-4 16,0 0-2-16,0 0 0 0,0 0 2 0,0 0 0 16,0 0-1-16,0 0 9 0,0 0-2 0,0 0 5 15,0 0-1-15,0 0 3 0,3-5 6 0,-3 5-1 16,0 0 4-16,0 0 5 0,0 0-4 0,0 0 0 15,0 0 13-15,-2-13-5 0,2 13 4 0,0 0-3 16,0 0 0-16,-3-11-4 0,3 11 2 0,0 0 3 16,-2-6 10-16,2 6-2 0,0 0 2 0,-3-9 0 15,3 9 3-15,0 0-3 0,-3-7 8 0,3 7 7 16,0 0 3-16,0 0-1 0,0 0 3 0,-2-9 0 16,2 9-5-16,0 0 0 0,0 0-3 0,0 0-3 15,0 0-10-15,0 0-3 0,0 0-6 0,0 0-3 16,-3-8-3-16,3 8 0 0,0 0-3 0,0 0-4 0,0 0-2 15,0 0-4-15,0 0-3 0,0 0-2 16,0 0 0-16,0 0-6 0,0 0-1 0,0 0 1 16,0 0-5-16,0 0 1 0,0 0-2 0,0 0-1 0,0 0-10 15,0 0 13-15,0 0-12 0,0 0 7 0,0 0 3 16,0 0-3-16,13 20-1 0,-10-15 2 0,-1 5-2 16,3-1-1-16,-2 2 3 0,1 0-5 15,0 0 4-15,-2 3 6 0,2-3 11 0,0 5-2 16,0 1-2-16,2-2 1 0,-2 1-2 0,1 0-1 0,1 0-1 15,0 0-2-15,1-1 1 0,-1-1-2 0,2 2-3 16,0-2 5-16,1-1-4 0,-2 3 0 0,0-6 1 16,3 4-2-16,0-1 12 0,-1-3-14 0,3 1 3 15,-2-2 1-15,3 2-1 0,1 2-4 0,1-5 7 16,4-1 6-16,9 2-8 0,-2-1 2 0,4-3-2 16,-1-1 1-16,0 5-2 0,2-7 2 0,-9 1-1 15,-1-1-2-15,0-1 2 0,-1 2-2 0,-1-3-3 16,1 2 1-16,-6-1 3 0,-3 2-6 15,-1-3 5-15,2 1-3 0,-6 0-3 0,-6-1 0 0,8 1 4 16,-8-1 1-16,10 2-2 0,-10-2 3 0,0 0 0 16,8 1 3-16,-8-1 4 0,0 0 3 0,0 0-6 15,0 0 0-15,0 0-2 0,0 0-3 0,0 0-5 16,0 0-13-16,0 0-16 0,0 0-26 0,0 0-30 16,0 0-34-16,0 0-40 0,0 0-50 0,0 0-147 15,0 0-387-15,0 0 171 0</inkml:trace>
  <inkml:trace contextRef="#ctx0" brushRef="#br0" timeOffset="11680.26">18221 7636 33 0,'0'-7'163'0,"0"7"0"0,-3-7-12 16,3 7-1-16,0 0-9 0,0-9-16 0,0 9-14 16,0 0-16-16,0 0-11 0,0 0-11 0,0 0-8 15,0 0-3-15,0 0-6 0,12 0-6 0,-12 0 0 16,12 12-6-16,-5-2-4 0,1-3-5 0,-2 2 0 16,2 0-2-16,-2 1-3 0,2 2-2 0,0-2-5 15,-1 1 6-15,0-4-2 0,0 5-6 0,-2-5-1 16,1 2-2-16,0 0 5 0,0 0-1 0,1-2-4 0,-4 0-1 15,1 0 2-15,0-3-1 0,0 1-5 16,1-1 1-16,-5-4-1 0,5 9-2 0,0-6 6 16,-5-3 0-16,7 4 6 0,-7-4 7 0,4 4 9 15,-4-4 11-15,0 0 10 0,0 0 2 0,0 0-1 0,0 0-8 16,12-10-4-16,-5 2-9 0,-2-1 1 0,-1-1-5 16,2-3-3-16,1-2-7 0,0-3 2 0,-2 0-4 15,0 1 2-15,2 0-8 0,-2-1-2 16,1 1 1-16,2 2-3 0,-3 0-2 0,0 4-3 0,-1 0-2 15,0 2 4-15,-2 2-5 0,0 0-9 0,-2 7-19 16,5-8-27-16,-5 8-28 0,1-6-29 0,-1 6-10 16,0 0-4-16,0 0-27 0,0 0-13 0,13 3-3 15,-13-3-8-15,9 9-132 0,-7-2-328 16,5-3 147-16</inkml:trace>
  <inkml:trace contextRef="#ctx0" brushRef="#br0" timeOffset="11838.12">18676 7664 62 0,'0'0'165'16,"8"-7"-15"-16,-8 7-2 0,3-2-17 0,-3 2-13 15,0 0-16-15,7-2-7 0,-7 2-14 0,0 0-21 16,0 0-24-16,10 0-19 0,-10 0-36 0,11 1-26 16,-11-1-23-16,11 3-28 0,-6 4-61 0,-1-4-168 15,3 2 74-15</inkml:trace>
  <inkml:trace contextRef="#ctx0" brushRef="#br0" timeOffset="11997.05">18707 7790 111 0,'0'0'128'0,"0"0"-21"0,10 9-8 16,-10-9-4-16,13 0-14 0,-4 0-16 0,3 0-10 15,1-2-11-15,5-2-24 0,1-1-26 0,2 0-6 16,0 3-20-16,0-2-13 0,1 0-14 0,4-2-50 15,-5 2-118-15,-3 0 53 0</inkml:trace>
  <inkml:trace contextRef="#ctx0" brushRef="#br0" timeOffset="12333.58">19210 7631 12 0,'3'-7'165'16,"-3"7"1"-16,2-9-5 0,-2 9-4 0,3-5-2 0,-3 5-10 15,0 0-14-15,2-7-11 0,-2 7-15 16,0 0-15-16,0 0-10 0,0 0-6 0,0 0-8 15,0 0-1-15,0 0-7 0,-12 19-4 0,8-9-7 16,-3 0-6-16,2 1 1 0,1 0-6 0,2-1-3 16,-1 2 1-16,2-1-2 0,0-1-5 0,2 1-4 15,0-2 4-15,2 1-5 0,1-3-2 0,1 2 7 16,1-2-2-16,3 0 7 0,1-3-1 0,1-1 3 16,1 0 1-16,5-2-1 0,1 0-1 0,1-2 3 15,0 0-3-15,-1-3-4 0,0 0 2 0,0-2-3 0,-3-1 1 16,2-2 0-16,-7 0 4 0,2 0-5 15,-5 2-1-15,1-5 0 0,-3 2-2 0,-4-3-4 0,4-2-2 16,-6 2-4-16,-1 1-2 0,-2 0-6 0,-4-5 4 16,3 8-4-16,0-3-3 0,-3 3-6 0,-1 0 4 15,-1 0-9-15,1 4-8 0,-1 1-16 0,-2 3-21 16,2 0-21-16,-1 2-25 0,2 2-27 16,0 1-32-16,0 3-25 0,2 1-177 0,1 0-388 0,5-2 172 15</inkml:trace>
  <inkml:trace contextRef="#ctx0" brushRef="#br0" timeOffset="12683.2">19807 7541 152 0,'0'0'234'0,"-1"-10"-15"0,1 10-26 16,0 0-19-16,0 0-20 0,-3-7-24 0,3 7-10 15,0 0-12-15,0 0-10 0,0 0-7 0,0 0-11 16,10 21-6-16,-3-9-7 0,-2-2-6 0,1-1-9 16,1 3-2-16,0-4-4 0,2 2-4 0,0 4-2 15,-1-3-1-15,-2-4-4 0,2 1-7 0,-3 0 1 16,0-3-4-16,0 3 1 0,-1-5-3 0,1 1-3 16,-5-4 0-16,7 8 13 0,-7-8 5 0,5 4 14 0,-5-4 11 15,0 0 4-15,6 1-5 0,-6-1-6 16,0 0-2-16,8-9-11 0,-4-1 4 0,1-1-8 15,2-2-7-15,2 0-4 0,-1-3-4 0,2 0-1 16,-1 0-11-16,2-2-10 0,4-5-15 0,-1 3-18 0,2-2-24 16,-3 7-17-16,1-2-27 0,-1 3-26 15,1 1-47-15,0-1-24 0,0 2-29 0,-4 7-129 16,-1-2-382-16,0 0 170 0</inkml:trace>
  <inkml:trace contextRef="#ctx0" brushRef="#br0" timeOffset="13458.99">17132 7024 81 0,'-4'-6'66'0,"4"6"1"0,-4-6 3 0,4 6-10 15,0 0-7-15,-6-6-4 0,6 6-14 0,0 0-4 16,0 0-1-16,0 0-7 0,0 0 3 0,0 0 3 15,-6 19-4-15,3-7 0 0,3 0-1 0,-2 3 4 16,2 4-10-16,-2 0 5 0,2-2 2 16,4 9-9-16,-4-2 2 0,0 2 4 0,-2 0-7 0,0 0 1 15,0 0-3-15,-1 0-6 0,1-3 4 0,-1 3-15 16,1-7-12-16,0-1-22 0,1 0-18 0,-2 1-16 16,2-3-48-16,0-5-130 0,-1 1 57 0</inkml:trace>
  <inkml:trace contextRef="#ctx0" brushRef="#br0" timeOffset="16918.98">18747 4423 25 0,'0'0'25'0,"0"0"9"0,-5-4 1 0,5 4 1 16,0 0 0-16,0 0 2 0,-7-7-6 0,7 7 11 16,0 0 4-16,0 0-11 0,0 0 0 0,0 0 5 15,-4-6-4-15,4 6-6 0,0 0-2 0,0 0 6 16,0 0-15-16,0 0-6 0,0 0-3 0,0 0 1 16,0 0-4-16,0 0 4 0,0 0-4 0,-4 15 12 15,4-15-12-15,-2 13-2 0,-1-6-2 0,2 2 6 16,-1 0 9-16,1 1-11 0,-2-1-4 0,2 1-1 15,-1 0 0-15,0-5-2 0,-1 1 3 0,3-6 2 16,-3 10-6-16,3-10 8 0,-1 8-8 0,1-8 9 16,-1 7-3-16,1-7 3 0,0 0 4 0,0 0 9 15,0 9 15-15,0-9 5 0,0 0 19 0,0 0-4 16,0 0 2-16,0 0-8 0,0 0-6 0,0 0-5 16,0 0 0-16,0 0-9 0,0 0-1 0,0 0 1 15,2-30-3-15,1 22-4 0,-2-2 1 0,5-1-3 16,-2 1-4-16,1 0 0 0,3-4-1 0,-2-2-3 15,2 6 2-15,1-4 4 0,-3 2-5 0,2 2-9 16,0 0 2-16,-2 1 0 0,2 1 0 0,-2 2-2 16,-2 0-3-16,2 0-1 0,-2 3-5 0,-4 3-4 15,7-6-9-15,-7 6 18 0,0 0-5 0,0 0 3 16,14 6-3-16,-11-1 2 0,1 1-1 16,-1 2 5-16,-2 3-3 0,0 2-1 0,1 4 5 0,-2 1 0 15,-2-2 0-15,1 2-2 0,0-1 5 0,1-2-5 16,-3-1 1-16,2-3 4 0,0 5 5 0,-3-4-7 15,1 0 0-15,2 0-1 0,0-1 3 0,1-1-4 16,-1-3-25-16,1 3-12 0,0 0-6 0,0-10-30 16,0 12-5-16,0-12-14 0,0 11-18 0,0-11-98 15,0 7-222-15,0-7 99 0</inkml:trace>
  <inkml:trace contextRef="#ctx0" brushRef="#br0" timeOffset="17078.21">18638 4553 62 0,'11'-3'70'0,"7"2"-19"0,5-2-24 16,6 0-28-16,3-1-35 0,3 2-37 0,1-1 18 0</inkml:trace>
  <inkml:trace contextRef="#ctx0" brushRef="#br0" timeOffset="23161.1">7731 10777 49 0,'-6'-10'91'0,"0"-4"-6"0,-1 1 1 16,1 3-5-16,1 2-9 0,0-3-6 0,-1 1 10 0,3 1 8 16,-4 3-18-16,4-2-1 0,-3 1 8 0,4 1-2 15,-2 0 3-15,4 6-4 0,-4-9 5 0,4 9-4 16,-1-7-2-16,1 7 1 0,-4-7-6 0,4 7-8 16,0 0 1-16,-1-7-7 0,1 7-5 0,0 0-4 15,0 0-6-15,0 0-6 0,0 0-4 0,0 0-3 16,0 0-3-16,0 0 0 0,0 0 0 15,14 19 2-15,-9-11 2 0,3 3-1 0,0 5-3 16,3 1-1-16,-2 1 2 0,3 6 0 0,1-3-2 0,-4-4 4 16,1 0-2-16,2 7-5 0,-1-2 0 0,-2-5-2 15,-1 0-2-15,1 0-1 0,1 1 2 0,-2-1-3 16,0 0-2-16,2-1 1 0,-3-3 1 0,0 1 0 16,-2-3 3-16,1-2 7 0,-2 0-5 0,1-1 3 15,-1-1 2-15,-1-1-7 0,1-1 0 0,-4-5 2 16,3 10-1-16,0-6-2 0,-3-4 4 0,4 4 7 15,-4-4 7-15,0 0 4 0,7 2 1 0,-7-2-1 16,0 0-3-16,0 0 0 0,12-18-4 0,-7 8-1 16,3-5-4-16,1-2-6 0,0-5 4 0,1-4-4 15,-4 1-1-15,4-1-4 0,2 2-1 0,-4-3 0 16,2-1-1-16,-3-1-3 0,1 4 2 0,1-1-2 16,-3-1 2-16,1 4-3 0,-2 5-1 0,-2 2 1 15,-2 5 0-15,1 1-2 0,0 2-2 0,-2 2-3 16,0 6-9-16,2-9-14 0,-2 9-9 0,0 0-11 15,3-6-5-15,-3 6-9 0,0 0-13 0,0 0-20 16,0 0-20-16,-8 34-21 0,7-18-16 16,0 1-18-16,2 1-12 0,-2 0-93 0,-1 0-294 0,4-1 130 15</inkml:trace>
  <inkml:trace contextRef="#ctx0" brushRef="#br0" timeOffset="23628.14">8194 10997 40 0,'0'0'123'0,"1"10"-8"0,1-3-5 16,-2 0 6-16,0 1-9 0,1 2-8 0,-1 0-10 15,0-1-3-15,-1-2-8 0,-2 3-2 0,3-10 1 16,-1 13-14-16,1-7-1 0,-1 1 4 0,1-7 0 16,-2 13-2-16,2-13-1 0,0 9-4 0,0-9-6 0,-1 9-1 15,1-9 5-15,-1 7 1 0,1-7 5 16,0 0 1-16,0 0 4 0,0 0 5 0,1 10 4 15,-1-10 8-15,0 0-6 0,0 0-5 0,0 0-4 16,0 0-13-16,0 0 0 0,0 0-5 0,0 0-7 16,-7-30-4-16,6 18-3 0,1 2-5 0,-1-7 0 0,2 0-8 15,2-1 1-15,-2-1-5 0,2-6-2 16,1 6-2-16,-2-1 0 0,3-6-6 0,2 2 3 16,1 0-4-16,-1 7 1 0,-1-2-4 0,2 4 0 15,1 1-3-15,-5 5 2 0,1-1-5 0,1 3 0 0,1 0-2 16,-1 2-2-16,0 2-2 0,-6 3 3 15,17 0-5-15,-9 3 6 0,-1 2-1 0,1 2-1 16,2 3 1-16,-1-1-1 0,0 4 0 0,0 3 4 16,0-1-2-16,-1 1-1 0,-2-1 1 0,-2 2 0 15,2-2 0-15,-1 1 3 0,-2-1-4 0,1 0-1 16,1 1 4-16,-3-4-1 0,2 0 0 0,-1 0 2 16,-2-1-3-16,2 1 6 0,-1-1-4 0,0-1 4 15,0 3-20-15,-1-4-20 0,1 1-27 0,-1 0-22 0,-1-3-23 16,0-7-34-16,1 12-27 0,0-8-21 0,-1-4-14 15,0 9-123-15,0-9-353 0,0 0 156 0</inkml:trace>
  <inkml:trace contextRef="#ctx0" brushRef="#br0" timeOffset="23818.99">8186 11026 120 0,'0'0'136'0,"0"0"-18"0,0 0 3 0,0 0 0 16,0 0-7-16,0 0-17 0,0 0-9 0,41 1-5 0,-13-2-9 15,3-2-23-15,0 1-22 0,3-1-43 16,2-1-45-16,-3-1-29 0,2-1-78 0,-7 2-178 0,3-4 79 16</inkml:trace>
  <inkml:trace contextRef="#ctx0" brushRef="#br0" timeOffset="23980.37">8852 10979 109 0,'0'0'133'0,"16"-4"-11"0,-6 4-11 0,2-3-16 16,1 0-7-16,3 1-10 0,0 0-16 0,-2 1-27 0,0-1-34 15,-2 2-31-15,-1 0-35 0,-3 0-59 16,-8 0-133-16,5 3 59 0</inkml:trace>
  <inkml:trace contextRef="#ctx0" brushRef="#br0" timeOffset="24139.24">8805 11122 137 0,'0'0'152'0,"0"0"-1"0,0 0 4 0,0 0-16 15,0 0-6-15,0 0-16 0,15 6-7 16,-15-6-12-16,28-7-7 0,-7 3-11 0,0 0-30 0,8-6-39 15,5 1-50-15,1-2-40 0,13-1-24 0,-12 2-98 16,14-5-217-16,-16 5 96 0</inkml:trace>
  <inkml:trace contextRef="#ctx0" brushRef="#br0" timeOffset="24405.77">9503 10747 132 0,'0'0'267'0,"-4"-12"-11"16,3 5-21-16,1 7-25 0,0-8-17 0,0 8-25 0,0 0-19 15,0 0-14-15,0 0-16 0,0 0-9 0,0 0-9 16,0 0-6-16,0 0-4 0,8 31-4 0,-5-13-11 16,0-1-3-16,-2 1-6 0,0 6-4 0,-1-6-8 15,0 1-6-15,-1 2-3 0,1-2-4 16,0 0-5-16,1 6-4 0,-3-6-3 0,0 0-3 0,0-1-24 15,0 0-27-15,0-2-31 0,1 0-39 0,-2-4-35 16,3-1-36-16,-1-2-20 0,2 1-21 0,-1-3-143 16,3-1-378-16,-3-6 168 0</inkml:trace>
  <inkml:trace contextRef="#ctx0" brushRef="#br0" timeOffset="24722.58">9716 10932 131 0,'0'0'170'0,"0"0"-2"0,0 0-7 0,0 0-8 0,0 0-5 16,0 0-8-16,0 0-13 0,6 17-8 0,-6-17-12 15,2 13-5-15,-1-8-8 0,0 3-9 0,3 0 0 16,-1 0-4-16,3 1 2 0,-1-5-4 16,4 2-1-16,3-1-2 0,-2-1-1 0,4-2-2 0,3-1-5 15,1-2-4-15,-1-1-2 0,3 1-4 0,-3-4-5 16,1-1-4-16,-1 0-1 0,-2-3-2 15,-2 2 1-15,-4 0-5 0,0 0 5 0,1 0-3 0,-3-3-4 16,-2 1-2-16,-1 0-4 0,-3-3-1 0,-1 0 1 16,-3 0-9-16,-1 2-2 0,-3-2-1 0,-1 3-4 15,-2-1 1-15,2 1-2 0,-2 0-7 0,-4 3 2 16,-4 3-3-16,0 1-4 0,-2 2-10 0,2 3-21 16,-4 0-28-16,3 3-35 0,2 3-49 0,3-1-54 15,1 4-50-15,1-1-184 0,3-3-462 16,2 1 204-16</inkml:trace>
  <inkml:trace contextRef="#ctx0" brushRef="#br0" timeOffset="25277.16">10554 10794 79 0,'-2'-9'189'0,"2"9"-1"0,-1-7-16 0,1 7-15 16,0 0-14-16,0 0-16 0,-4-6-15 0,4 6-10 15,0 0-10-15,0 0-7 0,0 0-8 0,13 16-9 16,-7-5 3-16,2 3-1 0,1-1-8 0,1 3 5 16,0-1 0-16,2-1 0 0,-1 3-9 0,-1-1-3 15,3-1-5-15,-4-2-3 0,1 1-5 0,0-1-3 16,-4-5 0-16,1 2-6 0,1-1-2 0,0 1-1 15,-3-3-4-15,-1-1-2 0,2-1-5 0,-2 0 1 16,-2-1-2-16,-2-4 1 0,7 6-2 0,-7-6 9 16,3 7 11-16,-3-7 10 0,0 0 1 0,7 3 2 15,-7-3-5-15,0 0-3 0,0 0-7 0,6-20-1 16,-2 9 2-16,-1-1-11 0,1-2-1 0,1-3-3 16,0 0-2-16,-1-2 2 0,-1 3-6 0,1-3-2 15,0 0-2-15,-1-6 2 0,2 1-11 0,0 5-9 16,-3 0-10-16,1 2-18 0,0 0-13 0,-1 5-5 0,1 0-19 15,-1 3-21-15,0 2-39 0,0 1-40 0,-2 6-28 16,3-8 3-16,-3 8-1 0,7-6-119 16,-7 6-344-16,0 0 152 0</inkml:trace>
  <inkml:trace contextRef="#ctx0" brushRef="#br0" timeOffset="25591.86">10970 10836 53 0,'0'0'133'0,"4"9"-3"0,-3-3 2 0,-1-6 1 16,5 8-10-16,-2-3 3 0,-1 2-7 0,1-2-6 16,-1 1-2-16,1-1-9 0,-1 1-4 0,2 0-15 0,-4-6-3 15,5 9-3-15,2-4-4 0,-1 0-2 16,2 0-5-16,-2-2-1 0,1 0-5 0,4-1-6 0,-2-1-4 16,4-1-3-16,0-1-4 0,-2-1 2 0,2 0-8 15,-3-1-2-15,2-3-2 0,-1 0 0 0,-3 1-5 16,0-3-2-16,-2-1-1 0,1-2-2 15,-3 1-4-15,-1 0 1 0,-1-2-1 0,-2 0 2 0,-2 1-1 16,-1 1-1-16,-2 3-6 0,-2-3-1 0,-1 3-1 16,-4 0-2-16,0 2-3 0,0 2-3 0,-1 3 2 15,-1 0-3-15,-6 5-1 0,2 0-15 0,0 2-20 16,-2 0-17-16,-1 3-22 0,5-1-19 0,0 1-16 16,6-2-20-16,1 1-20 0,3-1-18 0,3 1-134 15,2-3-323-15,1-6 144 0</inkml:trace>
  <inkml:trace contextRef="#ctx0" brushRef="#br0" timeOffset="25839.56">11402 10677 158 0,'5'-10'211'0,"-1"2"-8"0,-2 2-1 0,-2 6-11 16,3-8-17-16,-3 8-21 0,2-8-18 0,-2 8-14 15,0 0-11-15,0 0-10 0,0 0 0 0,11 23-12 16,-7-6-5-16,0 0-9 0,-2 9 1 0,-2-7-9 16,0 6-10-16,1-4-6 0,2 3-4 0,-3-4-4 15,0 0-5-15,1-1-3 0,0 0-1 0,0 1-6 16,1-1-25-16,-4 1-33 0,2-2-32 0,0-1-31 16,0-1-42-16,-1 1-39 0,2-5-27 0,-3-1-110 15,2-4-338-15,0 0 150 0</inkml:trace>
  <inkml:trace contextRef="#ctx0" brushRef="#br0" timeOffset="26102.32">11642 10684 128 0,'4'-9'223'15,"-4"-1"-9"-15,2 7-18 0,-2 3-21 0,1-9-20 16,-1 9-10-16,0 0-14 0,0 0-3 0,0 0-5 15,2 20-5-15,1-3-7 0,-2 2-13 0,2-1-5 16,-3 1-6-16,2 6-6 0,-2-5-3 0,0-1-13 16,0 1-4-16,0 0-8 0,0 1-4 0,1-4-4 15,-1 0-4-15,0 1-4 0,0-2 0 0,1 0-8 16,1 0 0-16,-1-4-14 0,-1-1-16 0,1-1-25 16,1 0-26-16,-2-3-28 0,3 0-42 0,-3-7-31 0,0 12-26 15,0-12-30-15,-2 10-112 0,2-10-347 16,-4 4 153-16</inkml:trace>
  <inkml:trace contextRef="#ctx0" brushRef="#br0" timeOffset="26280.51">11531 10813 80 0,'0'0'150'0,"10"-4"-14"16,-10 4-7-16,15-2-14 0,-9 0-16 0,5 4-7 15,-1-4-4-15,4 2-19 0,-3 0-17 16,0 2-37-16,3 0-35 0,-5-1-31 0,3 3-41 0,-1 3-52 16,-2-4-156-16,3 2 69 0</inkml:trace>
  <inkml:trace contextRef="#ctx0" brushRef="#br0" timeOffset="26715.3">11713 11087 196 0,'0'0'192'0,"0"0"-1"0,13-12-9 0,-5 2-10 15,1 3-10-15,5-6-14 0,0 1-13 0,3 0-7 16,-2-2-3-16,4-6-8 0,-2 8-15 0,-3-3 1 16,6-2-13-16,-7 3-5 0,6-7-7 0,-4 3-7 15,-4 0-6-15,-1 3-8 0,-1-2-4 0,-1 1-2 16,-4 5-1-16,2-2-2 0,-4 1-1 0,2 2-4 15,-2 1-1-15,0 1-2 0,-2 2-5 0,0 6-2 16,0-11-3-16,0 11-7 0,0 0-3 0,0 0 0 16,0 0-3-16,-8-4-4 0,8 4 2 15,0 0-3-15,-12 11-2 0,4-4 0 0,3 2-5 0,-3 2 0 16,4-2 3-16,-2 1-3 0,4 0 1 0,-1-3-5 16,2 5-8-16,2-3-1 0,0 2-4 0,2-2 1 15,2 1 2-15,1 2 0 0,0-1 1 0,-2 0 2 16,2 0 2-16,-1-1-3 0,0 2 2 0,2-1 0 15,-3-1 3-15,3 1-3 0,-5-3 1 0,1 3 1 16,0-3-3-16,-1 1 4 0,-1-1-2 0,1 1 0 16,1-3 1-16,-3-6 3 0,-3 14 0 0,0-8 0 15,3-6-3-15,-6 10 1 0,2-5-7 0,-1-1-10 16,-1-1-11-16,6-3-21 0,-16 7-22 0,7-6-33 16,0 1-35-16,-2-2-25 0,0 0-37 0,2 0-150 15,-1-4-381-15,-3 0 168 0</inkml:trace>
  <inkml:trace contextRef="#ctx0" brushRef="#br0" timeOffset="27011.79">12066 10749 8 0,'0'0'124'0,"0"0"-29"0,5-7-36 15,-5 7-31-15,2-7-36 0,-2 7-43 0,0 0-56 16,0 0 25-16</inkml:trace>
  <inkml:trace contextRef="#ctx0" brushRef="#br0" timeOffset="31279.28">18285 4392 62 0,'-3'-7'66'0,"3"7"-3"0,0 0 0 16,0 0-5-16,0 0 4 0,-2-8-5 0,2 8 1 15,0 0 4-15,0 0 11 0,0 0-27 0,0 0 4 16,0-9-15-16,0 9 8 0,0 0-6 0,0 0 5 16,0 0-9-16,0 0 3 0,0 0-13 0,0 0 7 0,0 0-12 15,0 0-3-15,0 0 2 0,0 0 0 16,0 0-2-16,0 0-1 0,0 0-6 0,0 0 4 16,0 0 1-16,0 0-1 0,0 0-3 0,0 0-2 15,0 0-1-15,0 0-3 0,0 0-4 0,0 0 5 16,0 0 1-16,0 0-7 0,-10-2 10 0,10 2-11 15,0 0 10-15,-8-3 0 0,8 3-9 0,-9-3 7 16,9 3-3-16,-9-1 4 0,9 1-2 0,-10-4-2 16,3 1 4-16,7 3-1 0,-12-3-13 0,7 0 11 15,5 3 0-15,-11-4-1 0,11 4-5 0,-7-3 4 16,7 3 1-16,-9-1-3 0,9 1 4 0,0 0-1 16,-8-5-6-16,8 5 10 0,0 0 6 0,-4-5-1 15,4 5-5-15,0 0-1 0,0 0 7 0,0 0-2 16,0 0-4-16,0 0-6 0,0 0 6 0,0 0-4 15,0 0 6-15,0 0-10 0,0 0 1 0,0 0 8 16,0 0-13-16,0 0 9 0,0 0-5 0,0 0 3 16,0 0-2-16,0 0-1 0,0 0 1 0,22 12 1 15,-16-9 1-15,-1 4-2 0,1-2-5 0,0 1 13 16,0 1-20-16,-1 1 9 0,2 1 5 0,-2-1-2 16,1 1 2-16,-1 1 2 0,0 1-7 0,-2 0 11 15,1 1-4-15,0-1 0 0,0 2 4 0,-2 3 1 16,1-4-5-16,-1 4 1 0,2 1-1 0,-4-2 5 15,0 0-5-15,0 2 5 0,-1-2-7 0,-2 2 1 16,1-2-1-16,-1 5-1 0,1-5-3 0,-2 2 6 16,0 1 3-16,-1-2-6 0,2 0 0 0,1-1 9 15,-1 0-7-15,-1 2-2 0,3-3 2 0,-1 3 4 16,0-2-12-16,1 1 6 0,1 1 9 16,0-1-12-16,0-3 4 0,1 4 5 0,-1-1-5 0,3 0 6 15,-1-1-1-15,1-4-5 0,-1 3 1 0,0-3 10 16,0 5-9-16,-1-3 1 0,1-1 5 0,0-1-11 15,1 5 1-15,-1-3-4 0,2-2 8 0,1 4-2 16,-1 1 4-16,0 2-2 0,-3-7 6 16,1 2-6-16,0 3-1 0,-1 0-7 0,1 0 8 0,-2 0 0 15,2 1-1-15,-2-5 1 0,2 1 1 0,-2 0-6 16,-2 3 1-16,4-3-1 0,-2 3 1 0,1-4 5 16,0 3 12-16,0-3-11 0,-2 1-3 0,2-3 1 15,-2 3-3-15,2-1 5 0,-1-1-3 0,2 1 2 16,-1 1-3-16,-1-2 1 0,1 1 0 0,-1-3-1 15,0 2 11-15,0-1-10 0,0 2-7 0,0-3 7 16,-1 1-3-16,1 0 2 0,1 0-3 0,-3 1 1 16,0-3 2-16,1 3-1 0,1-2 0 0,-2 1-1 15,-1-1 6-15,0 2 7 0,0-1-9 0,-4-2-6 16,3 1 3-16,1 2 0 0,-4-1-5 0,2 0 6 16,-1-2-2-16,-2 1 1 0,3-2 0 0,-2 3 3 15,0-3-1-15,2-2-2 0,0 2 7 0,0-4-19 16,5-3-2-16,-8 8-3 0,4-3-5 0,4-5 4 15,-8 4-9-15,8-4-14 0,-6 3-15 0,6-3-20 16,0 0-14-16,-9 1-21 0,9-1-63 0,0 0-187 16,-10-6 84-16</inkml:trace>
  <inkml:trace contextRef="#ctx0" brushRef="#br0" timeOffset="32077.4">18856 4875 97 0,'0'0'116'15,"0"0"-14"-15,-4-6-11 0,4 6-13 0,0 0-11 16,0 0 1-16,0 0-9 0,0 0-3 0,0 0-12 15,0 0 3-15,0 0-3 0,12 26 2 16,-8-19-4-16,-1 4-3 0,3 0 4 0,-3 2 4 16,5 1-4-16,0-1 2 0,1 2-9 0,0-1 1 0,-2 2 5 15,3-2-7-15,1 0 1 0,-2 2-3 0,-2-6-2 16,1-1 3-16,1 1-10 0,-1-1 3 0,1 2-5 16,-2-3 3-16,0 1-5 0,-1 0-1 0,0-3 6 15,-1-1-8-15,1 1-7 0,-2-1-3 16,1 1-3-16,-5-6 10 0,6 7-6 0,-1-4 4 15,-5-3 3-15,6 6 8 0,-6-6 12 0,4 3 13 0,-4-3 11 16,0 0 5-16,0 0-5 0,0 0-7 0,0 0-10 16,12-11 0-16,-9 6-3 0,0-4-3 15,2-2-5-15,0-1-7 0,2-2 0 0,1-1-4 0,-1-2 1 16,3-7-11-16,-2 7 6 0,1-8-3 16,0 8-2-16,-5-3 0 0,2 3 1 0,-1 1-4 0,2 1 3 15,-1 0-5-15,-1 2-1 0,-1 2 0 16,0 0 1-16,-2-1-2 0,1 3 1 0,1 0-6 15,-3 2 3-15,-1 7 1 0,3-9-2 0,-3 9 0 16,1-7 1-16,-1 7-2 0,0 0-4 0,1-8 0 16,-1 8-5-16,0 0-11 0,0 0-1 0,0 0-10 15,0 0-15-15,0 0-18 0,0 0-9 0,0 0-27 0,0 0-9 16,-10 24-15-16,6-14-16 0,-1 0-13 0,1 1-108 16,-1 3-281-16,0-1 126 0</inkml:trace>
  <inkml:trace contextRef="#ctx0" brushRef="#br0" timeOffset="32893.25">19403 5088 43 0,'0'0'98'0,"0"0"0"0,0 0-17 0,0 0 0 15,-1-13-6-15,1 13 12 0,0 0-14 0,0 0 1 16,0 0 5-16,-1-8-11 0,1 8 4 0,0 0-2 15,0 0-6-15,0 0-2 0,-2-8 10 0,2 8-11 16,0 0-3-16,0 0-1 0,0 0-2 0,-4-6-4 16,4 6 1-16,0 0-4 0,0 0-8 0,0 0-5 15,0 0 3-15,0 0-7 0,0 0-1 0,-7-3-5 16,7 3-2-16,0 0-1 0,0 0-7 0,0 0-1 16,0 0-2-16,-13 0-7 0,13 0 6 0,0 0-4 15,-14 3 3-15,8 1-7 0,-1-1 6 0,1 1-2 16,6-4-4-16,-13 6 1 0,7-4 3 0,1 4 1 15,-1-2-9-15,0 0 6 0,2 1-5 0,-1 0 6 16,-1 1-8-16,1-2 7 0,5-4-5 0,-8 9 3 16,5-4-3-16,3-5 2 0,-6 8-5 0,6-2 4 15,0-6 0-15,-1 11 6 0,1-11-7 0,1 8 4 16,-1-8-8-16,4 10 1 0,0-5 5 0,-1 0 1 16,1 0 1-16,1-1-4 0,4 3 6 0,-1-1 5 15,-2-2-8-15,3 1 5 0,1 1-8 16,-3-2 5-16,1 0 0 0,-2-1-4 0,3 0 5 0,-3 2-3 15,1-2 8-15,-2 0-11 0,1 0 3 0,1 1-6 16,-2 0 4-16,-5-4-2 0,9 6 4 0,-7-2-1 16,-2-4-2-16,7 5-2 0,-7-5 5 0,2 8-1 15,2-4 2-15,-4-4-2 0,0 0-8 0,0 0 11 16,-1 10-2-16,1-10 1 0,-7 9 7 0,2-5-10 16,-2-1 3-16,-1 0-2 0,-5 2 3 0,2 0 0 15,-1-3-4-15,-1 2 7 0,2-1-4 0,-1 0 0 16,3 0-2-16,2-2 4 0,-1 0-6 0,-1 1-17 15,9-2-23-15,0 0-38 0,-15 1-33 0,11 1-34 16,4-2-141-16,0 0-308 0,-19-3 137 0</inkml:trace>
  <inkml:trace contextRef="#ctx0" brushRef="#br0" timeOffset="37370.68">16682 4623 13 0,'-2'-5'60'0,"2"5"6"0,0 0-4 0,0 0 7 15,0 0 1-15,-4-7-8 0,4 7 17 0,0 0-11 16,0 0 1-16,0 0-3 0,0 0 5 16,0 0 2-16,0 0-16 0,0 0 4 0,0 0-3 0,0 0-1 15,0 0-7-15,0 0-1 0,0 0-7 0,0 0-4 16,0 0-8-16,0 0-7 0,0 0 4 0,0 0-8 15,0 0-3-15,0 0-5 0,0 0 3 16,0 0 8-16,0 0-9 0,0 0 6 0,0 0-5 16,0 0 1-16,23 10-7 0,-18-7 4 0,3 1-1 0,-8-4 3 15,10 7-7-15,-5-3 6 0,0-1 1 0,0 2-5 16,4 0 4-16,-4 0-2 0,2-2 0 0,2 3 0 16,-3-2 8-16,2 2-7 0,-2-1 0 0,-1-1-1 15,0 0-2-15,0 2-1 0,0-3 2 16,1 1-2-16,-1 1-1 0,-5-5 0 0,6 7 0 0,-1-2 3 15,0-3-4-15,-5-2 1 0,8 7 3 0,-8-7-3 16,5 5 0-16,-5-5-2 0,5 3 4 16,-5-3-2-16,0 0 6 0,4 4 0 0,-4-4-2 0,0 0-2 15,0 0 9-15,0 0-1 0,9 2 3 16,-9-2-2-16,0 0 6 0,0 0 3 0,0 0 1 0,0 0-5 16,0 0-1-16,0 0 2 0,10-9-5 0,-10 9 4 15,5-9-4-15,-3 4-6 0,-2 5 2 0,5-9-1 16,1-1-2-16,-2 2-4 0,1-2 1 0,0-1-4 15,0 0 1-15,1 2-6 0,0-2 6 16,-2 1-1-16,-1 1 0 0,3-2-2 0,0 2 1 0,-1-1-6 16,0 1 1-16,0 2 3 0,0-2 0 0,-2 0-4 15,2 1 5-15,-4 3-3 0,3-1-1 0,-4 6-2 16,7-11-1-16,-4 9 3 0,-3 2-1 0,2-8-1 16,-2 8-10-16,3-7-4 0,-3 7-21 15,0 0-12-15,4-5-29 0,-4 5-20 0,0 0-11 0,0 0-8 16,0 0-9-16,0 0-15 0,0 0-93 15,0 0-252-15,0 0 112 0</inkml:trace>
  <inkml:trace contextRef="#ctx0" brushRef="#br0" timeOffset="37854.97">17238 4467 79 0,'-9'-1'70'0,"9"1"2"0,-9-3-6 0,9 3-2 15,-7-2 0-15,7 2 0 0,0 0 0 0,-9-2 8 16,9 2-17-16,0 0 0 0,0 0 2 0,0 0 7 15,-8-4-12-15,8 4-4 0,0 0-1 0,0 0-13 16,0 0 0-16,0 0 1 0,0 0-5 0,0 0 6 16,0 0-12-16,0 0-8 0,0 0 4 0,27-7-1 15,-16 5-5-15,6-2 0 0,1 0-4 0,-1 0 6 16,3 1 1-16,-1 0-8 0,-1 2 3 0,2-2-11 16,-3 0-18-16,1 3-13 0,-5-3-16 0,2 0-12 0,-2 2-10 15,5-2-14-15,-7 1-17 0,2 0-57 16,-3 1-169-16,-2 0 75 0</inkml:trace>
  <inkml:trace contextRef="#ctx0" brushRef="#br0" timeOffset="39189.34">17398 4415 42 0,'0'0'64'0,"0"0"1"0,0 0-8 16,0 0 2-16,0 0-3 0,0 0-5 0,0 0-9 16,0 0 3-16,0 0-17 0,0 0 1 0,0 0 1 15,0 0 0-15,0 0-5 0,0 0-3 0,0 0-13 16,0 0 6-16,0 0-2 0,0 0 8 0,0 0-9 15,0 0 0-15,0 0-8 0,0 0 5 0,-9 9-5 16,9-9 3-16,0 0-3 0,-5 5 9 0,5-5-9 16,0 0 6-16,-4 7-6 0,4-7 0 0,-2 6-1 15,2-6-2-15,0 0 7 0,-2 10-5 0,2-10 2 16,-1 9-2-16,1-9 4 0,-1 9-5 0,-1-2 8 16,2-7-9-16,0 11 2 0,0-11 4 15,-1 13-1-15,1-7 2 0,0 4 13 0,0 0-7 16,0-1-8-16,0-9 13 0,0 13-1 0,1-3-2 0,-1-5-5 15,0-5-2-15,2 14 10 0,-2-9-14 0,0-5-1 16,1 13 7-16,0-7-5 0,-1-6 13 0,2 11-5 16,-2-11 4-16,1 8-15 0,-1-8 4 15,1 7 0-15,-1-7 7 0,0 0-6 0,0 9 4 16,0-9-9-16,0 0 3 0,0 0-2 0,1 8 1 16,-1-8 7-16,0 0-6 0,0 0 0 0,0 0-1 0,0 0-8 15,0 0 17-15,0 0-2 0,0 0 1 0,0 8-1 16,0-8-4-16,0 0 3 0,0 0-2 0,0 0 0 15,0 0 2-15,0 0 2 0,0 0-1 0,0 0-2 16,0 0-5-16,0 0-3 0,0 0 7 16,0 0-6-16,0 0 0 0,0 0-1 0,0 0 3 0,0 0-3 15,0 0 8-15,-11 2-13 0,11-2 8 0,0 0-4 16,0 0-2-16,0 0-4 0,0 0 11 0,0 0-13 16,0 0 5-16,0 0-6 0,0 0 4 0,0 0 5 15,0 0 0-15,-9 0-6 0,9 0 3 16,0 0 5-16,0 0-3 0,0 0 3 0,0 0 1 15,0 0-5-15,-10 1-1 0,10-1 4 0,0 0 10 0,0 0-16 16,-9 1-2-16,9-1 8 0,0 0-4 0,-7 2 1 16,7-2 1-16,0 0-3 0,0 0 4 0,-7 4-5 15,7-4 12-15,0 0-8 0,0 0 3 0,-10 1-7 16,10-1 4-16,0 0-6 0,-6 4 7 16,6-4-3-16,0 0 1 0,0 0 1 0,-7 2 1 0,7-2 2 15,0 0 0-15,0 0-1 0,-9 3-3 0,9-3 3 16,0 0 4-16,-9 1 5 0,9-1-13 0,0 0-6 15,0 0 5-15,-9 2-1 0,9-2 7 0,0 0-4 16,0 0 3-16,0 0-1 0,-7 2-1 0,7-2-8 16,0 0 10-16,0 0-3 0,0 0-1 0,0 0-1 15,0 0 14-15,0 0-19 0,0 0 12 0,0 0-7 16,0 0 6-16,0 0-7 0,0 0 7 0,0 0 2 16,0 0-7-16,0 0 2 0,0 0 1 0,0 0 0 15,0 0-1-15,0 0-6 0,0 0 10 0,0 0 4 16,0 0-3-16,0 0 1 0,0 0 4 15,0 0-4-15,0 0-1 0,0 0 2 0,0 0 3 0,0 0-9 16,0 0 8-16,0 0-3 0,0 0 2 0,0 0-2 16,0 0-3-16,0 0-1 0,0 0 7 0,0 0 5 15,0 0-2-15,0 0 1 0,0 0-2 0,0 0 1 16,0 0 1-16,0 0-1 0,0 0 3 0,0 0 0 16,0 0 6-16,0 0-4 0,0 0-2 0,0 0 1 15,0 0-2-15,0 0-6 0,0 0 10 0,0 0 1 16,0 0-4-16,0 0 0 0,0 0-1 0,0 0 4 15,0 0-4-15,0 0 0 0,0 0 0 0,0 0-1 16,0 0 2-16,0 0 2 0,0 0-3 0,0 0 2 16,0 0 2-16,0 0 1 0,0 0-5 15,0 0 2-15,0 0 0 0,0 0 3 0,0 0-4 0,0 0-4 16,0 0 3-16,0 0 0 0,0 0 0 0,0 0-1 16,0 0-1-16,0 0 4 0,0 0-3 0,0 0 3 15,0 0-7-15,0 0 8 0,0 0-6 0,0 0 3 16,0 0-3-16,0 0 1 0,0 0 5 0,0 0 0 15,0 0 1-15,0 0 6 0,0 0-2 0,0 0 4 16,0 0 1-16,0 0 0 0,0 0 1 16,0 0-1-16,0 0 1 0,0 0 1 0,0 0-5 0,0 0-4 15,0 0 1-15,0 0-4 0,0 0 1 0,0 0-5 16,0 0 0-16,0 0-1 0,0 0-1 16,0 0-1-16,0 0-5 0,0 0 4 0,0 0-5 15,0 0 1-15,0 0 1 0,28-4-3 0,-28 4 3 0,13 0-1 16,-6-1 4-16,4-1-4 0,-4 0 4 0,-7 2-1 15,16-1-5-15,-4-1 0 0,-2 2 0 0,3 0 1 16,-3 0 0-16,2-2 2 0,0 1-3 16,0-3-1-16,-1 2-7 0,1 2-17 0,-5-1-16 15,5 1-22-15,-1 0-27 0,0 1-31 0,0-1-36 0,1 0-32 16,-2 0-156-16,-10 0-370 0,23-1 164 0</inkml:trace>
  <inkml:trace contextRef="#ctx0" brushRef="#br0" timeOffset="40433.36">17737 4555 89 0,'2'-5'107'0,"-2"5"0"0,0 0 2 16,0 0-3-16,0 0-8 0,0 0-2 0,-1-11-8 15,1 11 1-15,0 0-9 0,0 0-2 0,0 0-4 16,0 0 1-16,0 0-10 0,0 0-5 0,0 0-5 16,0 0-5-16,0 0-5 0,0 0-1 0,0 0-7 15,-3-9 4-15,3 9-10 0,0 0-6 0,0 0 1 16,0 0-6-16,0 0 2 0,0 0-4 0,0 0-6 15,0 0 2-15,-9-2-7 0,9 2 0 0,0 0 0 16,-11 0-2-16,11 0 0 0,0 0-2 0,0 0 1 16,-13 3-1-16,13-3 0 0,0 0-2 0,-10 1-3 15,10-1 4-15,0 0 0 0,-8 4 4 0,8-4-7 16,-6 5 3-16,6-5-5 0,-7 2 2 0,7-2 2 16,-6 6 0-16,6-6-6 0,-8 6 0 0,5-2 5 15,-1 0 2-15,4-4-3 0,-8 7 2 0,5-2-3 16,3-5 1-16,-3 7-5 0,3-7 3 0,-7 6 6 15,7-6-4-15,-2 7 2 0,2-7 12 0,-5 6-11 16,5-6-3-16,-3 5-4 0,3-5 4 0,0 0 0 16,0 0-3-16,-2 8 6 0,2-8-4 0,0 0-4 15,0 0 9-15,0 0 2 0,2 10-7 0,-2-10 2 16,3 7 1-16,-3-7 1 0,0 0 2 0,6 4-2 16,-6-4 5-16,6 4-1 0,-6-4 3 0,0 0 2 15,11 2-2-15,-11-2 1 0,7 2-1 0,0 0-3 16,-7-2 1-16,14 4 1 0,-9-3 5 0,3 1-7 15,-8-2 2-15,15 1-2 0,-9 1 2 0,3-1-3 16,3 0 2-16,-6 1-2 0,-6-2-1 0,10 2-2 16,-3 0-1-16,-7-2 0 0,10 3 2 0,-10-3 1 15,6 3-3-15,-6-3-1 0,7 4 3 0,-7-4-5 16,4 3 2-16,-4-3-1 0,0 0-2 0,5 5 0 16,-5-5 4-16,0 0-2 0,0 0-1 0,0 0 1 15,-2 8 7-15,2-8-9 0,0 0 5 0,-12 9 0 16,4-6 4-16,-3 2-3 0,0 0 3 0,1-2-13 15,-3 1-3-15,3-1 5 0,0 3-1 0,-2-4-3 16,1 2 6-16,4-3-3 0,-7 2 3 0,4 1-5 16,0-3-8-16,0 2-12 0,2-2-18 0,8-1-25 15,-10 1-13-15,10-1-26 0,-9 0-28 0,9 0-101 16,-10 1-256-16,10-1 113 0</inkml:trace>
  <inkml:trace contextRef="#ctx0" brushRef="#br0" timeOffset="67972.73">22893 10627 20 0,'-9'2'35'15,"9"-2"-4"-15,-7 3 1 0,2 0 1 0,5-3 2 16,-10 1 4-16,10-1-2 0,-11 0 4 0,11 0 0 16,-10 3-4-16,10-3 4 0,-13 0 6 0,13 0 0 15,-6 2 3-15,6-2 0 0,-8 1-4 0,8-1 1 16,-10 0-8-16,10 0 3 0,0 0 3 0,0 0 0 15,-12 0 5-15,12 0-1 0,0 0-5 0,0 0-6 16,0 0 13-16,0 0-15 0,0 0-8 0,0 0 0 16,0 0-2-16,0 0-1 0,0 0 1 0,0 0 6 15,31 4-9-15,-11-4-1 0,-1 2 3 0,2-1-5 16,9-2 1-16,-1 2-1 0,2-2 4 0,1 1 0 16,0 3-2-16,2-4-5 0,1 0 1 0,0 1 2 0,4-3-2 15,-1 5-4-15,-1-2-2 0,0-2-2 16,-1 1 1-16,-2-2-4 0,0 4 6 0,-5-3-3 15,-7 2-3-15,-1-2 2 0,0 2-1 0,-2 2-5 16,0 0 3-16,-6 0 6 0,2-4-3 0,-3 2-4 0,2-1 3 16,-3 1-2-16,0 0 5 0,-2 0-1 0,1 3 1 15,-10-3-3-15,13 0 4 0,-13 0-9 0,11 0 6 16,-11 0-5-16,8 0 3 0,-8 0 0 0,6 1 4 16,-6-1-5-16,0 0 1 0,0 0-2 0,0 0 2 15,0 0-4-15,12 0 5 0,-12 0-6 0,0 0 5 16,0 0-4-16,0 0 2 0,0 0-2 0,0 0-3 15,-31 9 0-15,18-6 3 0,2-1-4 0,-2 2-1 16,0-1-6-16,-2-1-3 0,-4 1-4 0,1 2 4 16,0-3-7-16,-1 2 7 0,1-1-11 0,-1 1 14 15,-3 0-5-15,1 2 1 0,1-3-5 0,-2 1 6 16,3-2 5-16,-1 0-6 0,1 2 8 0,2-2-3 16,-2-1-4-16,6-1 3 0,0 0 7 0,3 1 1 15,0-2 4-15,10 1 1 0,-16 1 3 0,10-1-3 16,6 0 8-16,0 0 3 0,-14-2 2 0,14 2 0 15,0 0-5-15,0 0-3 0,0 0 4 0,0 0-3 16,20-10 4-16,-2 7-4 0,3 0-2 0,8-1-1 16,3 1-2-16,0-4 2 0,5 2 1 0,1-2 1 0,-1 3-3 15,2-2 3-15,-3 3 2 0,1-3-1 16,0 0-5-16,-3 1 5 0,-1 1-4 0,-1-1-1 16,-5 0 0-16,-5 1-2 0,-4 3 3 0,-4-1-1 15,3 1-3-15,-3 0 2 0,-4-1-3 0,-2 1 6 0,-8 1-4 16,13 0 0-16,-7-2-1 0,-6 2-1 0,10 0 3 15,-10 0-2-15,0 0 1 0,9-3 1 16,-9 3 1-16,0 0 1 0,0 0-9 0,0 0 4 16,0 0 0-16,0 0-2 0,0 0 1 0,0 0 3 0,0 0-9 15,0 0 5-15,-36-1-9 0,25 2 3 16,0-1 1-16,-1 1-2 0,1 1 5 0,4-2-3 0,-3 1 2 16,10-1-1-16,-12 1-1 0,12-1 3 0,-8 0-2 15,8 0-1-15,0 0 0 0,-9 1-1 0,9-1-2 16,0 0 5-16,0 0-2 0,0 0 4 0,0 0 1 15,25 3 3-15,-11-4-5 0,2 5 2 0,3-6 2 16,-2 0-1-16,5 2 6 0,-2-2-4 0,-1 2 4 16,2-1-3-16,-1 0-1 0,-2 0-9 0,3-1 2 15,-2 0 6-15,-3 1-4 0,0 1 4 0,-5 0-10 16,1 0 0-16,0 1-21 0,-1-2-16 0,-2-1-4 16,-9 2-16-16,15 2-24 0,-9-2-6 0,-6 0-11 15,11 0-17-15,-11 0-105 0,9 0-246 0,-9 0 108 16</inkml:trace>
  <inkml:trace contextRef="#ctx0" brushRef="#br0" timeOffset="80926.22">5851 12243 50 0,'0'0'196'0,"0"0"-4"16,-6-6-13-16,6 6-6 0,0 0-17 0,-4-4-19 16,4 4-18-16,0 0-12 0,0 0-13 0,0 0-5 15,0 0-9-15,-4 23-8 0,2-11-3 0,-1 5-9 16,2-2-7-16,-1 3 0 0,-1 0-7 0,2 0-6 16,-2 1-4-16,2-2 1 0,-2 0-12 0,5-1 6 15,-4 0-1-15,1-5-5 0,1 1-2 0,0-2-2 16,0 2-1-16,0-4-2 0,0 1 1 0,-1 1 18 15,1-10-3-15,0 11 2 0,0-11 3 0,-2 8 11 16,2-8 7-16,0 0 10 0,-1 10 2 0,1-10 3 16,0 0-5-16,0 0-5 0,0 0-11 0,0 0-1 15,0 0-4-15,-10-19-7 0,7 9-1 0,1-1-7 16,1-3-1-16,1-4-2 0,-2-7-7 0,5-1-2 16,2-2-3-16,1 3 1 0,1 0-3 0,-1-3 2 15,1 2-1-15,3-2-6 0,-4 1-5 0,4 4 2 16,4-2 1-16,-2 10-1 0,-1 3-4 0,3 0-4 15,1 1 0-15,1 5 0 0,1 1-1 0,2 3 0 16,0 5 1-16,0 2-1 0,0 4 0 0,7 4 3 16,-4 7-1-16,2 2-1 0,-4 1-5 0,0 3 8 15,-3-2-3-15,0 3 4 0,-2-1-4 0,-2 0 5 16,3-1-6-16,-4-2 3 0,1-1-2 0,-4-6 4 16,0-1-2-16,1-1 0 0,-5-4-1 0,0 1 2 15,-1-4 1-15,-1-1-2 0,-1 0 2 0,-2-6 3 16,4 9 1-16,0-5 3 0,-4-4-1 0,0 0-3 15,0 0 1-15,0 0-1 0,0 0 0 0,0 0-4 16,-6-29 2-16,4 16-1 0,1-2-2 0,0-4 2 16,3-1-1-16,0-5-5 0,0-3 0 0,5-1-4 15,-1 1-1-15,3 3 0 0,1 1 0 0,4 1 1 16,-3 8-1-16,1 1 2 0,-2 0-5 0,-1 6 6 16,3 1-4-16,-3 3 1 0,2 1 0 0,3 4 1 0,-1 3 0 15,4 5 3-15,0-1 1 0,3 10-4 16,-5 2 3-16,1 3 2 0,-4-1 1 0,-2 3 0 15,-3 0 2-15,-1-1-1 0,0-5-1 0,1 5 1 16,-3-4-12-16,-5-1-23 0,-1 0-25 0,2-2-36 0,0 2-34 16,0-3-39-16,0-3-36 0,2-3-34 0,-2 0-130 15,-2-4-402-15,2-6 178 0</inkml:trace>
  <inkml:trace contextRef="#ctx0" brushRef="#br0" timeOffset="81311.55">6830 12194 60 0,'-10'-7'201'0,"3"2"-4"15,-5 5-5-15,-2 0-6 0,-1 4-9 0,-6 5-8 16,-3 5-11-16,3 5-5 0,-2 3-12 0,3 1-12 0,1 3-14 16,0 1-9-16,5-3-11 0,0 2-8 15,3-4-11-15,2 4-6 0,3-7-7 0,5-3-5 16,1 0-6-16,1 1-6 0,0-5-2 0,3-1-1 15,4-1-9-15,-2 0-3 0,1-5-3 0,3 1-2 16,-1-2-4-16,2-4-2 0,4-1-4 0,2-3-4 16,1-2-3-16,-4-1-1 0,3-3-5 0,-3-1 4 15,1-2-3-15,-2-3 1 0,-2 1 0 0,0-2-1 16,-4-1-2-16,1-4-1 0,-3 3 1 0,-1 0 4 16,-2-1-3-16,0 1 0 0,-2 2-3 0,-2 0 0 0,4 5 4 15,-1 1 8-15,-1 4-3 0,0 7-1 0,0-11-5 16,0 11 1-16,0 0 1 0,0 0 9 15,0 0-3-15,9 18-1 0,-6-2 1 0,-1 3 0 16,1-3 0-16,2 4 0 0,-1-1-2 0,-1 2 1 16,3-1 1-16,3 4-11 0,-1-6-18 0,1 5-26 0,0-6-32 15,0-2-41-15,5 0-41 0,0-2-45 0,2 0-199 16,-7-4-434-16,6-1 192 0</inkml:trace>
  <inkml:trace contextRef="#ctx0" brushRef="#br0" timeOffset="81529.2">7008 12217 199 0,'-4'-6'248'0,"3"0"-27"0,1 6-25 0,0 0-18 0,0 0-2 16,0 0-15-16,0 0-6 0,18 20-14 0,-8-8-9 15,3 5-13-15,-2-2-15 0,7 8-6 0,-4-1-11 16,5-1-7-16,-7-4-10 0,6 2-10 15,-7-4-17-15,3-3-24 0,-3 3-33 0,0-1-33 16,2 0-33-16,-5-6-40 0,1 2-32 0,-3-2-39 0,2 0-124 16,-6-4-339-16,3-1 150 0</inkml:trace>
  <inkml:trace contextRef="#ctx0" brushRef="#br0" timeOffset="81705.12">7243 12191 61 0,'-2'-4'248'0,"2"4"-13"16,-9-1 0-16,9 1-8 0,-17 15-1 16,6-1-13-16,-6 11-10 0,2-1-18 0,-3 3-17 15,1 3-18-15,2 1-12 0,1-1-17 0,-3-1-13 0,4 0-35 16,-1-1-42-16,4 2-58 0,0-5-71 0,5-5-72 16,0-1-219-16,1-3-419 0,-1-2 186 0</inkml:trace>
  <inkml:trace contextRef="#ctx0" brushRef="#br0" timeOffset="81929.42">7380 12155 291 0,'4'-9'283'0,"-2"2"-27"15,1 0-25-15,1 2-23 0,-4 5-24 0,0 0-18 16,0 0-5-16,20 14-20 0,-11 0-13 0,4 8-12 15,-3 2-6-15,-7-5-15 0,2 7-6 0,-1 1-14 16,-3 0-2-16,-1 0-21 0,1-1-22 16,-2-7-28-16,2 0-29 0,-2 1-44 0,1-1-40 15,1-5-47-15,1 2-43 0,-2-4-154 0,0-2-382 0,0-1 169 16</inkml:trace>
  <inkml:trace contextRef="#ctx0" brushRef="#br0" timeOffset="82551.84">7569 12415 206 0,'0'0'206'16,"0"0"1"-16,0 0 0 0,0 0-9 0,0 0-10 15,0 0-8-15,0 0-20 0,-6-28-8 0,6 18-9 16,-3-2-10-16,6-1-13 0,-2-3-5 0,0-2-12 15,3 0-6-15,1-7-12 0,-1 6-6 0,1-4-12 16,2 5-5-16,3 3-8 0,-3 1-6 0,1 3-4 16,0 3-7-16,1 3-6 0,0-1-3 0,1 8-2 15,4 2-1-15,1 3 3 0,2 5-1 0,5 5-6 16,-11-2 0-16,2 7 0 0,2 1-1 0,-7-5-3 16,3 5-1-16,-4-6-3 0,-2 0 2 0,0 2-5 15,-2-2 3-15,-1-3 0 0,1-2-4 0,-2-2-1 0,0-1 2 16,1-1 1-16,-2-1-4 0,0-7 6 15,0 8-2-15,0-8-2 0,0 0 3 0,0 0-3 16,0 0-2-16,0 0 0 0,0 0 2 0,0 0-4 16,-11-18 5-16,10 9-7 0,0-3-1 0,-1-4 1 15,5 0-4-15,-3-1 3 0,4-8-2 0,1 8-2 16,5-8 0-16,-2 1 0 0,0 6-5 0,3 4 1 16,-1-1 4-16,1 5-3 0,-1 3 4 0,0 2-9 15,0 0 1-15,3 3 0 0,-3 5 3 0,0 1 1 16,2 5 1-16,1 2 3 0,-3 2 0 0,1 4-1 0,-2 0 0 15,0 5-1-15,-1-2 8 0,-2-2-8 16,-2-1 3-16,0 0-17 0,0 1-27 0,-3-3-29 16,1 0-32-16,-1-2-38 0,-1-3-38 0,1-1-32 15,2-3-26-15,-3-6-143 0,2 10-413 0,-2-10 182 16</inkml:trace>
  <inkml:trace contextRef="#ctx0" brushRef="#br0" timeOffset="82886.05">8124 12201 160 0,'0'-11'212'0,"1"3"-4"0,-1 8-17 0,0-9-18 16,0 9-13-16,0 0-6 0,0 0 7 0,0 0-6 0,0 0-12 15,3 40-12-15,-6-23-6 0,6 3-15 16,-3-1-6-16,0 1-9 0,2 0-9 0,-1-2-10 16,3-2-7-16,0 0-4 0,0-4-11 0,2 0-3 15,-1-2-3-15,2-2-1 0,-2-2-4 0,0-6-4 0,4 1-1 16,1-2-1-16,2-3-2 0,0-3-4 0,-1 0-3 15,5-4-2-15,-4-1-1 0,-1-1-6 16,3 0 0-16,-3-1 1 0,1-1-6 0,0-2 1 16,0 1 0-16,-2-3-1 0,-1 3-2 0,-3-4-2 15,7-2 0-15,-6 6-5 0,0 2 5 0,-2 5-7 0,0-2 2 16,-2 6-2-16,2 0-1 0,-5 5 0 16,5-2 2-16,-5 2 3 0,0 0 1 0,7 12-1 15,-7-1 4-15,2 4-4 0,-2 4 2 0,1-1 0 16,-2 0-8-16,-1 7-25 0,1-7-24 0,1 2-38 15,0-2-55-15,0-1-55 0,-1-1-48 0,0-3-187 0,-1-1-466 16,-2-2 206-16</inkml:trace>
  <inkml:trace contextRef="#ctx0" brushRef="#br0" timeOffset="83370.11">8533 12382 42 0,'0'0'284'0,"5"-5"2"15,-5 5-7-15,2-8-4 0,1 4-20 16,-3 4-7-16,4-7-3 0,-4 7-14 0,2-8-8 16,-2 8-13-16,3-10-21 0,-3 3-14 0,1 0-19 0,-1 7-19 15,-1-15-9-15,1 15-17 0,0-17-14 16,1 3-9-16,2 2-13 0,1-3 0 0,-1 2-14 16,4-5 0-16,2 3-11 0,0-1-1 0,0 2-19 0,0 2 6 15,5 1-10-15,-4 3 0 0,1 5 0 16,1-1-12-16,-1 1-7 0,3 4 11 0,-1 5-6 0,0-3-8 15,2 7-1-15,-1 2 6 0,-2 1 2 0,-3 2-3 16,1 2 2-16,0 0-1 0,-2-1 3 16,-3 0-5-16,0-3 0 0,0-3 4 0,-1 0-8 15,-3-1-4-15,1-2 6 0,0 0-1 0,-2-7 5 0,3 10-4 16,-3-10 4-16,0 5 9 0,0-5-8 0,0 0-18 16,0 0 14-16,0 0-1 0,0 0 0 0,0 0 4 15,0 0-4-15,-21-15-7 0,20 11 8 16,1 4-2-16,0-19-3 0,1 9 4 0,2-7-5 0,2-2-3 15,-1 0-2-15,5 2-4 0,6-6-4 0,-3 6 1 16,0 2 1-16,2 0 2 0,-1 3 0 0,1 2-1 16,-5 3-4-16,4 1 4 0,-3 3 11 0,-2 2-9 15,2 1-4-15,2 3 2 0,-6 0 6 0,2 4-4 16,-1 2 6-16,1 0-4 0,-2 2 2 0,-2-1-8 16,0 2 4-16,0 1 8 0,0 6-2 0,-2-4-17 15,0 0-41-15,-2-2-35 0,0 2-48 0,-3-2-60 16,3-2-63-16,-2 1-73 0,-2-2-180 0,4 0-561 15,0-10 249-15</inkml:trace>
  <inkml:trace contextRef="#ctx0" brushRef="#br0" timeOffset="85039.31">10000 12069 58 0,'-10'-4'176'0,"-3"1"-7"0,1 1-7 16,-2 1-3-16,0 1-9 0,-2 6-11 0,0 1-11 16,-2 4-8-16,-1 9-4 0,1 6 1 0,2 1-11 15,0 4-3-15,0 0-16 0,3 1-4 0,4 0-8 0,0-1-11 16,5-1-2-16,3 0 12 0,1-2-9 16,5-3-6-16,3-1-7 0,-1-6-3 0,2-2-5 0,2 0-3 15,1-2-8-15,1-3 2 0,-1-4-6 16,3 0 1-16,4-2-3 0,-2-3-1 0,1-2-6 0,-2-2-6 15,3-2-1-15,-2-3-1 0,-2 1 1 0,-4-1-1 16,5-4 0-16,-4-2-1 0,-1-1-5 0,-2 0 2 16,0-3-2-16,3 1-1 0,-6-2 1 0,0-1-1 15,1-7-1-15,2 0-2 0,-4 2 2 16,1-1 2-16,-1 0-8 0,1 6 5 0,-3 1-3 0,-1 1 3 16,-1 6 6-16,0 2 7 0,-1 2-1 0,3 0-4 15,-3 7-4-15,0 0 0 0,0 0 0 16,0 0 8-16,0 0 2 0,0 30 3 0,-4-7-1 15,-1 3 1-15,1 0-3 0,0 1-2 0,3-2 0 16,0-4-1-16,4 3-4 0,0-3 0 0,1-4 0 0,2 2-2 16,0-6 0-16,2 2 2 0,-1-4 1 0,2-2-1 15,2-2 0-15,-1-1 3 0,1-1-5 0,3-3 3 16,-2-2-2-16,1 0-2 0,0-3 2 0,0-2 0 16,-2 0 0-16,3-4-2 0,2-1-3 0,-2-2 1 15,-2-1 3-15,1-2-4 0,-1 0 1 0,-5-2-2 16,1-1 2-16,1-7-2 0,-3 1-3 0,-1 0 4 15,-3 5-1-15,-1 0-1 0,-1-1 4 0,0 5-3 16,0 2-2-16,-1 3 8 0,1 1 2 0,-3 1 2 16,3 8-1-16,1-11-7 0,-1 11-3 0,0 0 1 15,0 0-1-15,0 0 7 0,0 0-2 0,0 0 3 16,-1 29 5-16,1-11-2 0,1 0-3 0,-2 7 3 16,2 0 1-16,1-6-4 0,0-2 0 0,2 0-1 15,-1 1 4-15,1-1-1 0,3 0-5 0,1-2 0 16,0 1 1-16,-2-6-2 0,2 0 2 0,0-1 1 15,2-2-2-15,0 0 3 0,1-2-3 0,-1-1 2 16,2-1 0-16,2-1-1 0,-1-4-1 0,1 2 0 16,-1-3-4-16,1-2 4 0,-3-1-6 0,2 1 1 15,0-6-2-15,0-1-6 0,-2 2-3 0,-1-4 0 16,-2 0-2-16,0 0-4 0,-2-2-1 0,-4-3-4 16,1-5 1-16,-6 0 2 0,0 4 3 0,-6-3-2 15,4 4 0-15,-4 3 2 0,0-2-1 0,-1 2 2 16,-2 2 2-16,1 1 3 0,0 6-2 0,2-1 8 15,-2 3-3-15,5-1-2 0,-1 3-3 0,2-1 1 16,5 4 1-16,-7-3 1 0,7 3 0 0,0 0 4 16,0 0 2-16,0 0 5 0,0 0-9 0,0 0 4 15,17 19-2-15,-7-15 6 0,3-1-6 0,5 0 1 16,0 1 3-16,1-1-2 0,0 0 8 0,2-3-8 16,-1 1 0-16,-2 0 4 0,0-1 0 0,-6 0-2 15,-1 0 1-15,-3 2 2 0,-2-1-1 0,1 1 4 16,1 0 3-16,-3 2 4 0,1-1-1 0,-3 7 9 15,1-2 1-15,-1 3-2 0,-2 2 0 0,0 0 5 16,-1 4-2-16,-1-4-7 0,1 2 7 0,0 2 0 16,0 0-7-16,3-2 0 0,-3 1-3 0,0-4-4 15,1 0 4-15,3 1 0 0,-3-3-4 0,2 0 1 16,-1-1 0-16,2-1 0 0,0-2 0 0,5 1-4 16,-3-2 4-16,2-1-2 0,2-3 0 0,-3 1-2 15,5-2-3-15,-2-2 1 0,1 1 6 0,1-2-6 16,-1-1 3-16,-1-1-2 0,0-1 3 0,-2-2-3 15,0-2-3-15,3-3 6 0,-6 3-7 0,3-4-1 16,-4-2-2-16,0-3-2 0,-4 1-3 0,-1-1 0 16,-1 1 1-16,-1-6 0 0,1 6-3 0,-2 1 7 15,2-1-2-15,-8 3 0 0,4-1-2 0,1 4 0 16,1 1 4-16,-1 1 1 0,0 2 5 0,1 2-4 16,4 6-4-16,-4-11 2 0,4 11-4 0,-2-7 2 15,2 7-1-15,0 0 0 0,7-8 0 0,1 7 4 0,1-1-2 16,2 2-2-16,2 0 1 0,0 0-1 15,5 3 2-15,-5 1-2 0,-1 0 0 0,5 2-1 16,-2 5 0-16,0-3 1 0,-4 3 1 0,2 0 0 16,-3 3 2-16,1 3 3 0,-4-1 1 0,-2 1-2 15,0 2 2-15,0 0 2 0,0-3-6 0,-1 2 7 0,-1-3-5 16,-1 2 2-16,1 0 5 0,-1-6-1 16,1 1-9-16,0-2 0 0,-2 2 2 0,4-4 2 0,-1 2-2 15,-1-5 6-15,6 1-3 0,-3 1 0 16,1-5-2-16,1 0-2 0,3-1 5 0,1-2 1 15,2 1-3-15,-1-4 1 0,1 0 0 0,-1-1-3 0,3-4 2 16,1-1 5-16,-3 0 4 0,-1-3-9 0,0 0 1 16,-2-2 0-16,0-2-1 0,-2 0 4 15,3-6 0-15,-6 5-1 0,1-6-1 0,-2 8 0 16,-3-2 2-16,-2 8 12 0,0-3 0 0,-2 3 9 0,-1 3 3 16,-1 2 3-16,4 5-2 0,-10-5-5 0,2 5 2 15,-4 5-5-15,-1 4-6 0,-6 3 3 16,6 4 2-16,-5 4-2 0,7 2-6 0,-1 0 0 15,6-4-4-15,-1-1-19 0,5 0-36 0,0 0-33 0,4-1-33 16,2-1-51-16,3-2-46 0,5 2-19 0,4-5-18 16,9-1-42-16,2 1-177 0,1-6-502 0,1 1 223 15</inkml:trace>
  <inkml:trace contextRef="#ctx0" brushRef="#br0" timeOffset="85439.45">11623 12269 183 0,'0'0'256'0,"5"-7"-28"0,-5 7-19 15,0 0-7-15,0 0-12 0,0 0-8 0,5 21-16 0,-5-9-11 16,0 4-16-16,0 1-9 0,0 0-8 0,0 0-13 16,0 0-7-16,0-5-12 0,0 4-1 0,0-5-12 15,-2 1-1-15,2-3-4 0,-2 0-3 0,1-2-5 16,1-7 3-16,-1 10 13 0,1-10 13 15,0 0 17-15,0 8-14 0,0-8-1 0,0 0-11 0,0 0-10 16,0 0-9-16,0 0-6 0,-8-23-2 16,6 16-10-16,4-4-7 0,-2 0-1 0,2-6-3 0,0 0-9 15,3-1 5-15,0-1-1 0,-2 1-10 0,5-6-2 16,-1-3-2-16,2 9 2 0,0-6-9 16,-3 8 6-16,3 4-9 0,3-1 3 0,-3 5-4 0,0 2-5 15,2 3 5-15,-11 3-6 0,13-2 4 0,-13 2-7 16,16 10 0-16,-5-1 2 0,-2 7 0 0,-2 0 5 15,0 1 0-15,-1 2-3 0,-1 1 5 0,-1 1 2 16,0-2-6-16,2-2 1 0,-4 2 1 0,4-3 0 16,-3-4-9-16,1 1-24 0,-1-3-26 0,0 0-46 15,-2-2-49-15,-1 0-49 0,0-8-51 0,4 7-41 16,-4-7-230-16,0 0-565 0,0 0 249 0</inkml:trace>
  <inkml:trace contextRef="#ctx0" brushRef="#br0" timeOffset="85730.99">12013 11897 39 0,'6'-25'307'15,"-6"9"0"-15,2 5-5 0,0-1-11 0,-2 5-11 16,0 0-23-16,0 7-31 0,4-7-13 0,-4 7-18 16,0 0-12-16,0 0-4 0,8 31-10 0,-5-6-28 15,0 5 4-15,-2 2-8 0,-1 3-14 0,-1 14-15 16,1-14-7-16,0 1-9 0,-1 9-6 0,1-10-10 15,1 1-2-15,-2-4-11 0,1-3-12 0,-2-1-3 16,1-4 0-16,1-5-8 0,-4-2-3 0,2 1-1 16,-1-7-23-16,2 1 12 0,-1 0-14 0,5-4 15 15,-3 2-8-15,1-4 7 0,1 0-4 0,-2-6-15 16,2 11-6-16,-2-11-11 0,4 5-21 0,-4-5-28 16,11 1-22-16,-11-1-34 0,16-7-36 0,-7 1-34 15,0-1-49-15,7-4-37 0,-3-1-35 0,1-1-201 16,-5-2-550-16,4 0 244 0</inkml:trace>
  <inkml:trace contextRef="#ctx0" brushRef="#br0" timeOffset="85916.89">12037 12088 2478 0,'-23'0'36'0,"0"0"44"0,2 1-19 15,1 1-16-15,3 1 3 0,4-1 3 0,2 0 13 16,1 0 5-16,2-2 9 0,8 0 10 0,-13 1-18 15,13-1-6-15,-5 3-3 0,5-3-7 0,0 0-2 16,0 0-16-16,29-3-25 0,-4-4-36 0,8 0-54 16,-1-3-70-16,22-5-87 0,-19 2-258 0,13-4-533 15,-14 2 237-15</inkml:trace>
  <inkml:trace contextRef="#ctx0" brushRef="#br0" timeOffset="90253.23">14047 12043 45 0,'4'-7'147'0,"-4"7"-8"16,1-8-9-16,-1 8-3 0,2-9-9 0,-2 9-8 16,0 0-6-16,2-6-14 0,-2 6 0 0,0 0-14 15,0 0-11-15,0 0-5 0,0 0-3 0,0 0-5 16,0 0-2-16,0 0-8 0,0 0 3 0,0 0-8 16,0 0 6-16,10 26 4 0,-10-16-1 0,2 0-3 15,0 2-9-15,-2 2 4 0,4 1 3 0,-2 2 0 0,1-1 1 16,-3 5 0-16,2 6 4 0,0-8 2 15,0 9 0-15,2 2 0 0,-1-2-1 0,-2 0 1 0,-1-1-8 16,2 1 2-16,0-3-2 0,0 0-2 0,-2-1 13 16,2-5-6-16,-1 0-5 0,-1-2-1 15,0 0-3-15,1-4-5 0,-1 2-1 0,2-2-6 16,-2-3 0-16,1 2-4 0,-1-4 0 0,2 0-1 16,-2-1 0-16,0-7-1 0,-2 12-7 0,2-12-2 0,0 8-5 15,0-8-7-15,0 0-11 0,0 9-21 16,0-9-26-16,0 0-43 0,0 0-38 0,-9 0-41 15,9 0-39-15,0 0-132 0,-10-16-383 0,4 7 169 16</inkml:trace>
  <inkml:trace contextRef="#ctx0" brushRef="#br0" timeOffset="90568.93">14070 12058 68 0,'9'-8'157'0,"1"1"-4"0,3-1-9 15,1 3 1-15,1 1-10 0,2 1-12 0,-3 3-9 16,5 3-6-16,-2 1-5 0,1 2-8 0,-3 3-8 16,2 1-3-16,-4 1-12 0,-1 4-4 0,0-1 2 0,-3 3-14 15,-4 0-3-15,-3 0-5 0,0 2-5 0,-2 1 0 16,0-4-6-16,-3 5-6 0,-1-2-3 0,-4-2-3 15,1 0 1-15,-2-2-3 0,0 0 0 0,-2-1-6 16,-3-1 3-16,5-5-4 0,-4 2 1 16,-3 2-3-16,1-5-3 0,1 0 1 0,5-4-2 0,-3 3-17 15,1-2-24-15,1-2-25 0,0 1-46 0,3-1-36 16,7-2-41-16,-11 2-116 0,11-2-319 16,-9-4 142-16</inkml:trace>
  <inkml:trace contextRef="#ctx0" brushRef="#br0" timeOffset="90738.32">14492 12308 22 0,'11'-3'166'0,"0"1"-17"0,4 0-17 16,-5 1-15-16,-1 1-18 0,3 0-23 0,-1 1-41 15,-3 1-28-15,2 0-21 0,-2 0-31 0,-1 0-24 16,-2 0-44-16,-5-2-122 0,9 3 54 0</inkml:trace>
  <inkml:trace contextRef="#ctx0" brushRef="#br0" timeOffset="90874.26">14564 12427 36 0,'-5'5'135'0,"5"-5"-2"16,0 0-16-16,-6 5-1 0,6-5-13 15,0 0 0-15,0 0-7 0,0 0-10 0,0 0-6 0,19 3-12 16,-6-4-33-16,-1-2-42 0,2 0-54 0,4 0-113 15,-5-1-188-15,8-1 84 0</inkml:trace>
  <inkml:trace contextRef="#ctx0" brushRef="#br0" timeOffset="91311.32">15233 12071 151 0,'1'-6'203'0,"3"-2"-15"0,-1 1 0 0,-1 0-12 16,3 0-17-16,4 1-12 0,-1 0-6 0,2 3-17 15,1-1 0-15,4 4-9 0,0-1-1 0,6 4-11 16,-4 2-8-16,0 4-4 0,2-1-5 0,-3 3-10 15,0 2 1-15,-2 0-14 0,-2 2-1 0,-3 4-9 16,-4-1-2-16,-1 0-8 0,-6-1-2 0,0 2-6 16,-3-2 4-16,-3 3-4 0,-2-4-3 0,0 1-9 15,-3 0 4-15,-3-5-3 0,2 0-7 0,-1 1-1 16,1-3-1-16,-3-1 0 0,2 0-2 0,-2-2 0 16,1 0 1-16,3-4-5 0,3 2 1 0,3-3 2 15,0 2-1-15,0-3-1 0,7-1-4 0,-10 4 0 16,10-4 5-16,-8 0-9 0,8 0 3 0,0 0-5 15,0 0 1-15,0 0 1 0,0 0-2 0,0 0 9 16,0 0-6-16,31-7-5 0,-18 4 0 0,7 1 1 16,0-1-12-16,7 2-22 0,2 1-24 0,-1-1-29 15,1-1-33-15,1-2-50 0,0 1-19 0,0-3-35 0,-2 4-139 16,2 0-393-16,-3-1 174 0</inkml:trace>
  <inkml:trace contextRef="#ctx0" brushRef="#br0" timeOffset="91865.27">15886 12082 208 0,'0'0'200'0,"0"0"-17"16,0 0 2-16,0 0 1 0,0 0-8 0,0 0-12 15,0 0-14-15,-3 28-6 0,2-16-13 0,0-1-12 16,1 6-11-16,-1 0-5 0,-1 1-15 15,1-2-9-15,1 2-8 0,1-4-6 0,1-1-7 0,-1-1-5 16,3 1-3-16,1 1-4 0,0-5-6 0,0 1-1 16,3-1-5-16,-2-3-1 0,2 2-6 0,-2-5 2 15,3 2-5-15,1-1-2 0,1-3-3 0,-5 0 0 16,7-2-1-16,-3-2 4 0,0-1-8 0,0 1 0 16,-2-1 0-16,1-3-3 0,0 1-2 0,-1-4 3 15,-1 2-3-15,0-2-2 0,0 0-1 0,-2-6-1 16,3 2 3-16,-1 4-4 0,-5-4-1 0,3 0 4 15,2 2-4-15,-2 2 2 0,0 0 6 0,-1 0 4 16,0 5 1-16,-1-2-3 0,1 3 10 0,-4 4-12 16,8-3-5-16,-8 3-3 0,9 0 1 0,-9 0 4 15,11 7-4-15,-3-1 6 0,-2 2-1 0,1 3-2 16,-3-2-1-16,2 7 1 0,-1-6-3 0,1 2-1 16,1 2 1-16,-1-2-3 0,0-2 3 0,0 1 3 15,1-3-3-15,1 3-2 0,-1-4 3 0,3 0-2 16,-1-1 6-16,-2 0-10 0,4-2 3 0,1-1 7 15,1-3-8-15,6 2-1 0,-1-5 0 0,0 1 0 16,0-2 2-16,-3-4 0 0,3-1 2 0,-5-1 6 16,1-2-10-16,-4 0 5 0,1-3-3 0,-1-1 2 15,-3-1-4-15,0 0 0 0,-1-6 1 0,-2-2 2 16,-3 5-3-16,3-5-2 0,-6 6 0 0,2-1 4 0,-3 4-2 16,2-2-4-16,-3 1-6 0,0 0-13 15,0 6-15-15,0 2-27 0,0 3-41 0,1 0-61 16,3 6-64-16,-9-4-50 0,9 4-146 0,-14 1-461 15,14-1 205-15</inkml:trace>
  <inkml:trace contextRef="#ctx0" brushRef="#br0" timeOffset="94424.76">14245 12930 8 0,'-5'-12'169'16,"3"8"3"-16,2 4-9 0,-6-10-9 0,6 10-10 15,-3-10-8-15,-1 5-6 0,4 5-4 0,-3-9-3 16,3 9-5-16,-4-7-9 0,4 7-2 0,-4-5-9 16,4 5-6-16,0 0-13 0,0 0-5 0,0 0-7 15,-3-7-6-15,3 7-9 0,0 0-4 0,0 0-8 16,0 0-3-16,0 0 0 0,0 0-4 0,0 0-7 15,21 17 0-15,-15-10-2 0,5 0 3 0,-4 2-4 16,0 2 0-16,7 1-2 0,-3 1-1 0,7 5-5 16,-7-2 5-16,2 4-3 0,-1-2-1 0,-1-2 1 15,5 5-2-15,-7-5 1 0,1 1-3 0,2 0 0 16,-3 0-1-16,0-2 15 0,3 1-4 0,-3-2-1 16,-1 0 0-16,1-1-2 0,-2-4-3 0,0 0 0 15,-1-1-4-15,0 0-1 0,-1 0-1 0,0-4-1 16,0 2 2-16,-3-2-5 0,-2-4 2 0,4 6-1 15,-4-6 3-15,5 3 2 0,-5-3 5 0,0 0-1 16,6 3 0-16,-6-3-4 0,0 0 1 0,0 0-5 16,8-14 5-16,-6 6-8 0,0-1 2 0,2-2-2 0,0 0 0 15,1-4 2-15,0 1-4 0,-1-3 2 16,1-4 1-16,1 2-4 0,-3 0 3 0,3 0 1 16,1-7-6-16,-5 6 0 0,0 1 3 0,0-1-1 15,1 2-1-15,-6 2 0 0,3-2-1 0,0 2 0 16,-2 4 0-16,2 1-2 0,-2 0 1 0,0 1 0 15,-1 2 0-15,1-1 3 0,-2 2-3 0,0 1 0 0,4 6 0 16,-6-9-3-16,3 6 1 0,3 3-2 16,-14-5-1-16,14 5-1 0,-10 0 3 0,10 0-3 15,-15 5 1-15,6-1 0 0,1 0 1 0,-2 1 0 16,5 0-2-16,-3 1 3 0,3-1 2 0,-1 1-4 0,1 0 1 16,3 1-1-16,2-7 2 0,-1 12 0 15,2-5 3-15,-1-7-2 0,7 14 2 0,0-4 3 16,3-3-1-16,3-1 2 0,4 3-2 0,2-4 1 15,0 0 2-15,12 1-5 0,2-3-8 0,0-1-15 0,0 0-24 16,-1-3-24-16,-1 1-26 0,-3-3-28 0,3 0-26 16,1-1-14-16,-3 0-20 0,-1-1-9 15,-1-2-7-15,-6 4-106 0,-1 0-330 0,-2-2 146 16</inkml:trace>
  <inkml:trace contextRef="#ctx0" brushRef="#br0" timeOffset="94586.37">15045 12952 17 0,'0'0'159'0,"3"7"2"16,-3-7 2-16,0 0-8 0,8 1-4 0,-8-1-14 0,11-1-12 15,-1 1-11-15,0-1-15 0,-3 2-8 0,4-2-27 16,1 1-33-16,-12 0-42 0,25 0-37 0,-13 0-39 16,-1 1-25-16,2 0-90 0,-5 1-219 0,-8-2 98 15</inkml:trace>
  <inkml:trace contextRef="#ctx0" brushRef="#br0" timeOffset="94746.28">15126 13126 129 0,'0'0'148'16,"-5"4"-12"-16,5-4-1 0,-4 4-7 0,4-4 1 0,0 0 0 16,0 0-12-16,0 0-9 0,15 6-13 0,-4-6-8 15,0 0-20-15,-1-1-34 0,1 1-35 0,0-2-51 16,3 1-38-16,2-5-37 0,1 3-67 15,-4-1-210-15,-2-1 92 0</inkml:trace>
  <inkml:trace contextRef="#ctx0" brushRef="#br0" timeOffset="95391.26">15772 12883 144 0,'0'0'176'0,"0"0"-1"0,0-8-6 0,0 8-8 16,0 0-9-16,0 0-5 0,0 0-9 0,0 0-7 0,0 0-4 15,0 0-11-15,0 0-7 0,0 0-5 0,0 0-10 16,0 0-4-16,0 0-9 0,0 0-5 0,0 0-11 16,0 0 0-16,0 0-6 0,0 0-10 0,0 0-7 15,0 0-2-15,0 0-3 0,0 0 0 0,0 0-3 16,0 0 5-16,0 0-2 0,0 0-3 0,0 0 0 15,-13 19-5-15,11-15 1 0,-1 2-3 0,-2 1-1 16,5-7-1-16,-6 11-2 0,3-6-1 16,3-5-3-16,-2 12-1 0,-1-6-1 0,3-6 2 15,-2 10-5-15,-1-3-2 0,3-7 2 0,0 10-2 0,0-10 2 16,4 11-3-16,-1-4 0 0,-1 3 0 0,2-2-1 16,0-2 5-16,0 1-6 0,2-3-3 0,2 3 1 15,-1 0-3-15,1-3 5 0,2 2-2 16,0 0-2-16,1 1 1 0,1-3 7 0,-3 2-8 0,3 1 0 15,-1-2-1-15,0 0-4 0,-2 0 1 0,7 2 2 16,-7-1 1-16,-1-2-1 0,-2 0-1 0,-1-1 1 16,2 0 0-16,-3 2-3 0,1-1 3 0,-5-4 3 15,9 7-6-15,-7-3 3 0,-2-4-1 16,-1 12 0-16,1-12 0 0,-8 10 4 0,2-4-6 0,-3 0 1 16,0 0 3-16,-6 3 3 0,3-5-6 0,-1 0 5 15,-3 1-4-15,-2-1-2 0,5 0-6 0,-6-3-10 16,2 1-7-16,2-2-18 0,3 0-10 0,-2 0-26 15,2 0-29-15,0-3-33 0,1 0-29 16,2-2-36-16,0-3-205 0,1 2-444 0,0-4 197 0</inkml:trace>
  <inkml:trace contextRef="#ctx0" brushRef="#br0" timeOffset="95551.61">15759 12857 33 0,'6'-3'172'0,"0"-1"-3"15,2-1 3-15,2 0-10 0,-1 2-14 0,1-1-11 16,5 1-13-16,1 0-11 0,2-1-13 0,3 1-15 16,5 1-28-16,-6-1-41 0,3 1-41 0,4 0-39 15,-6-1-40-15,7-1-113 0,-9 3-233 0,-2-2 104 16</inkml:trace>
  <inkml:trace contextRef="#ctx0" brushRef="#br0" timeOffset="95972.96">16235 12815 98 0,'3'-6'231'0,"-3"6"0"0,0 0-9 0,1-8-8 0,-1 8-14 16,0 0-17-16,0 0-19 0,5-5-15 0,-5 5-19 16,0 0-12-16,0 0-3 0,0 0-2 0,0 0-4 15,13 13-3-15,-9-7-3 0,1 4-7 0,0 1-2 16,1-1-8-16,-1 2-5 0,2 3 1 0,-2 1 4 15,1-1-14-15,-1 0-4 0,3 2-4 0,-2-3-4 16,-1 4-6-16,2 0-3 0,-1-3-8 0,4 1 3 16,-2-2-3-16,0 1-1 0,2-2-9 0,-2 0 8 15,-1-3-11-15,1-1-4 0,2 0-11 0,-2-1 7 16,1-1 1-16,-3 0-8 0,2-1 3 0,-2-2-2 16,-2 0-1-16,1 0 4 0,-5-4-3 0,8 6 7 15,-3-5 4-15,-5-1 5 0,9 0 5 0,-9 0-7 0,9-6 2 16,-3 2 4-16,2-3 4 0,-3-2-11 15,1-1 1-15,2 0-7 0,1-5-2 0,1-8 2 16,2 0 2-16,-1 0-8 0,2 1 5 0,-1-1-4 16,2 1-1-16,-3-4 2 0,3 2-13 0,0-1-6 15,2-1-15-15,0-2-15 0,2 3-15 0,-1 1-18 16,-1 1-15-16,0 1-14 0,-4 7-28 0,-1 1-29 16,-1 3-27-16,-1 3-36 0,-1 0-27 0,-2 3-20 15,-2 1-20-15,-4 4-154 0,7-2-467 0,-7 2 207 16</inkml:trace>
  <inkml:trace contextRef="#ctx0" brushRef="#br0" timeOffset="96104.99">16813 12846 45 0,'0'0'174'0,"0"0"-10"16,0 0-16-16,0 0-18 0,-8 1-9 0,8-1-36 0,0 0-35 15,0 0-64-15,0 0-50 0,-15-10-77 16,12 6-151-16,3 4 68 0</inkml:trace>
  <inkml:trace contextRef="#ctx0" brushRef="#br0" timeOffset="98798.08">17367 11662 1841 0,'-5'-8'-25'0,"1"0"19"0,-1 1 40 0,3 1-12 0,2 6-11 16,-3-11-5-16,3 11-6 0,-1-5-3 15,1 5 4-15,0 0 7 0,0 0-8 0,0 0 8 16,0 0 4-16,29 11-6 0,-21 0 6 0,5 3 4 16,-2 2-1-16,3 7 4 0,-5 1-3 0,4 3 4 0,-2-1-4 15,1 1 0-15,-1 1 5 0,-3-1-5 0,1 4 2 16,-5-2 5-16,-1 3-4 0,-2 0 2 16,-1-2-1-16,-1 1 0 0,-6 1 0 0,1 4-2 0,-2-4 6 15,-1 1-3-15,0 2-1 0,0-3-1 0,0 1 0 16,4 1-3-16,-1-1-3 0,-2 12 0 15,3-11 1-15,-1 1-1 0,2 0 12 0,1 1-2 16,-2 9-3-16,1-11 5 0,0-1-11 0,3 2 2 0,-2 0-4 16,3-2-1-16,2 2-3 0,-1-1 3 0,-1 0-3 15,5 2 2-15,0-2 0 0,1-2 2 0,5 14 1 16,-3-14 2-16,-1-1 2 0,0 1-3 16,3-3 0-16,-1-1 2 0,0 1-1 0,-2-3-3 0,-2-6-3 15,-1-1 5-15,-1 0-4 0,-3-3 2 0,-1-1-2 16,-2-2 1-16,-1-2 1 0,-3-1-6 0,-2-3 4 15,-2 0-1-15,-5 1-2 0,-2-3 4 0,-2-1-4 16,-2-2-3-16,3-1-10 0,-3-3-19 0,3-1-19 16,-1-2-37-16,3-3-31 0,0 0-45 0,2-4-38 15,1 0-180-15,-2-8-406 0,6 3 181 0</inkml:trace>
  <inkml:trace contextRef="#ctx0" brushRef="#br0" timeOffset="100185.81">18686 12350 2139 0,'-4'-11'-4'16,"-2"0"3"-16,1-1-1 0,-3 3-4 16,-1-1 7-16,-1 3 0 0,-1 2-1 0,-1 0-3 15,-2 1 3-15,1 1-2 0,2 1 2 0,2 0-2 0,1 1 1 16,8 1-3-16,-13 0 2 0,13 0-1 0,0 0 3 15,-7 5-3-15,7-5 6 0,0 0-3 16,0 0 0-16,0 0 3 0,23 10-5 0,-13-7-2 16,1 0 7-16,2-2 1 0,-1 1-5 0,-1 0 0 15,-1-2 3-15,1 1-1 0,-4 1 0 0,-7-2-5 0,10 2-2 16,-10-2 4-16,10 1-1 0,-7 2-6 16,-3-3 6-16,7 8 7 0,-5-2 8 0,-3 4 9 0,0 0-3 15,-6 7 8-15,0 6 2 0,-5 3-1 0,-7 0-4 16,1 3 2-16,-2-2 2 0,3 2 0 0,-2 0-3 15,-2-1-3-15,5-2-1 0,-2-1 0 0,0-4-4 16,0 1 2-16,0-1 15 0,5-6-5 0,-1-2-2 16,7-2-3-16,-1-2-1 0,1 0-3 0,4-4-2 15,-2 0-1-15,1-2 1 0,4-3 1 0,-5 7-3 16,5-7-2-16,0 0-3 0,0 0 0 0,0 0-1 16,24-7 0-16,-7-1-1 0,0 0-1 0,12-5-1 15,0 1-3-15,3 2 7 0,-1 0-7 0,-1 1 1 16,1 0 2-16,-2 1 1 0,-1 1-3 0,-8 2 0 15,1 0 2-15,0 2-4 0,-2-1 0 0,1-1 1 16,1 2 4-16,-2-1-3 0,1 4-2 0,1-3-1 16,-2 1 2-16,2-3 2 0,-2 1-6 0,0 1 3 15,-1-2 2-15,1 1 0 0,0-3 1 0,-7 1-4 16,4 1 0-16,-2-4 0 0,-2 2 4 0,-2 0-1 16,-1 0 1-16,-1-1-2 0,-1 0 0 0,-2-3-2 15,-2 1 3-15,-2-1-1 0,-1 1 1 0,-1-2-4 16,0 2 1-16,-3-2 1 0,0 4 0 0,-2 0 0 15,-2 3-1-15,0 2 0 0,-1 3 2 0,-6 0 4 16,2 3-1-16,-5 2 3 0,-3 9 3 0,4-2-2 16,-3 6 3-16,3 4 0 0,0 0-3 0,5 0 0 15,1 0 3-15,4-4-6 0,3 2 2 0,5-2 0 16,-1 0-2-16,5-2-8 0,4 1-16 0,1-2-22 16,-1-2-20-16,4-1-31 0,0-2-23 0,2-1-23 15,1-3-21-15,1-1-17 0,0 0 1 0,1-4-1 16,-1 0 13-16,0-2 10 0,-4 0 14 0,1-2 11 15,-1 0 14-15,4-5 19 0,-6 3 11 0,1-2 10 0,-3-2 14 16,1 1 6-16,1-3 5 0,-4 0 12 16,3-2 8-16,-4 2 7 0,3-3 8 0,-4 2 5 15,1 1 8-15,-3 0 16 0,1 2 16 0,-2 3 12 16,0 0 12-16,1 0-1 0,-3 6-9 0,3-6 14 16,-3 6 11-16,0 0 14 0,0 0 6 0,0 0-1 0,0 0 2 15,4 21-2-15,-4-13-3 0,1 1-2 16,-1 1-3-16,2-1-3 0,0 1 0 0,2 1-2 15,-2-2-11-15,-1-2-4 0,0 0-6 0,0 0-8 16,-1-7 0-16,4 10-8 0,-2-5-2 0,-2-5-3 0,5 7 3 16,-5-7-10-16,6 4 4 0,-6-4-5 15,9-2-2-15,-9 2-4 0,10-4-1 0,-5 0-2 16,4-3 0-16,-1 2-2 0,1-4-2 0,1 1-4 16,3-3 4-16,2-2-6 0,-1 1 0 0,-1-1-3 15,2-2 1-15,1 3-2 0,-2-1 0 0,1 3-2 16,0 1 1-16,-3 3-3 0,-1 2 2 0,0 1 0 15,-5 2-1-15,2-1 2 0,-8 2 0 0,16 3 3 16,-9 1 1-16,2 1 3 0,1 0-2 0,-2 1 0 16,-2 0 3-16,2 0 1 0,0 1 3 0,0-2 0 15,0-1 5-15,2 1 0 0,-1-1-3 0,1-2 0 0,3-2 7 16,0 2-4-16,0-4-1 0,4-2 1 16,-4-1-3-16,5 0-2 0,0-1-1 0,-1-1-2 15,-2 0-5-15,0-2 4 0,2 0 2 0,-8 1-3 16,0-1 1-16,1 0-6 0,-4-1 0 0,1 0-1 15,-2 0 1-15,-1-1-2 0,-3 0 2 0,0-1-3 0,-2 1 0 16,0 1 2-16,-2 0-6 0,-1 3 0 0,1 0 2 16,-3 1-4-16,6 6 1 0,-11-9 0 0,6 7-1 15,5 2-1-15,-14 2 3 0,14-2-1 16,-18 7 2-16,9 1-2 0,0 1 3 0,1 3-2 0,2-3 4 16,2 2-5-16,2 1-1 0,-1-1 4 0,0 1 0 15,3-3-2-15,3 2 6 0,1-2-4 0,0 1 0 16,3-1 1-16,2-1 2 0,1-1-3 0,1-2 2 15,1 1-1-15,3-3 1 0,-1-3 0 0,-2 1-2 16,2-1 2-16,1 0 0 0,-4-1-5 0,0-2 7 16,1-1-4-16,-3 0 3 0,2-1 0 0,-3-1-1 15,0-2 0-15,1 2-2 0,-4 1 0 0,1-2 0 16,1-2 1-16,0 0-2 0,1 0 3 0,-3-1 3 16,3 1-8-16,-2-1 1 0,3 2-2 0,-1 1 0 15,-2 4 1-15,-1-1-1 0,2 1 0 0,-7 3-3 16,12-2 0-16,-12 2 1 0,11 2 1 0,-11-2 1 15,12 8 1-15,-5 0 5 0,-3-3-3 0,1 3-3 16,-1 1 2-16,0-1 2 0,-2 2 1 0,3-1-15 16,-2 0-19-16,0 1-26 0,0-2-35 0,-2-2-29 15,2 0-34-15,-3-6-39 0,5 11-28 0,-1-6-167 16,-4-5-422-16,6 6 187 0</inkml:trace>
  <inkml:trace contextRef="#ctx0" brushRef="#br0" timeOffset="101269.28">14679 13195 1 0,'-7'4'124'0,"7"-4"-14"0,0 0-2 16,-7 4-8-16,7-4 4 0,0 0-4 0,0 0 3 16,0 0-7-16,0 0-2 0,24 6-5 0,-14-6-5 15,3 2-4-15,-2-2-6 0,7-3-4 0,-4 3-5 16,0-3 0-16,3 3-10 0,-1-2 5 0,2 0-7 0,-5 2-1 16,-1 0-5-16,-1 0-1 0,2 0-9 15,-4 2 1-15,-2-1-5 0,2 0-4 0,-9-1 3 16,12 3-2-16,-7 0 1 0,-2 0 5 0,2 5 4 15,-2 0 0-15,-1 3-1 0,-4 0-2 0,-3 6 2 16,0 1 2-16,-1 0-2 0,-3 1-5 0,-4 4 0 16,0-1 0-16,-1 0-5 0,3-5 0 0,-1-2-2 15,0-1-1-15,3 2 0 0,-2-5-3 0,1 1-2 0,2-2 2 16,2-2-6-16,1-3 0 0,1 1-5 16,3 0 4-16,1-6 0 0,-4 7-1 0,4-7-1 0,0 0-3 15,9 6 0-15,2-6 2 0,2-2-3 16,8-2 0-16,6-2-3 0,0-1-7 0,2-1-25 0,0 1-24 15,2-3-38-15,-2 1-44 0,1 1-47 0,-2-1-45 16,-12-1-128-16,11-2-379 0,-10 3 167 16</inkml:trace>
  <inkml:trace contextRef="#ctx0" brushRef="#br0" timeOffset="101979.11">14434 12435 47 0,'-12'2'163'0,"12"-2"-12"16,-8 2-2-16,8-2-9 0,-9 2-13 0,9-2-3 15,0 0-16-15,0 0-14 0,0 0-7 0,-5 2-10 16,5-2 1-16,0 0-2 0,0 0-6 16,0 0-3-16,18 3-6 0,-4 0-5 0,-3-2-5 0,1-1-2 15,5-1-5-15,0 2 3 0,1-1-10 16,-1 3-3-16,-4-3 1 0,-2 1-6 0,0 1 0 16,-4 1-2-16,2 0-1 0,0 0 1 0,-4 3 0 15,-3 2 7-15,1-1-1 0,-3 5 10 0,-1-1 3 16,-1 1-4-16,-4 4-2 0,-4 0-3 0,1-1-2 0,0-1-2 15,-2-1 1-15,-4 1 0 0,3-1-3 0,0-2 3 16,2-1-3-16,0 0 2 0,1-3-5 16,1 2-2-16,4-3-1 0,-1-2-3 0,-1 0-3 0,2 1-1 15,4-5 0-15,-8 6-2 0,8-6 0 0,0 0-5 16,2 9 0-16,-2-9 5 0,16 1-3 16,-7-1-10-16,6-3-18 0,6-2-26 0,8-1-35 0,2-3-43 15,5-1-43-15,13-3-52 0,-13 2-168 16,1-3-415-16,12-2 184 0</inkml:trace>
  <inkml:trace contextRef="#ctx0" brushRef="#br0" timeOffset="105481.93">21535 12154 73 0,'0'0'71'0,"-10"1"4"0,10-1-7 0,-9 0-4 0,9 0-3 16,-13 1 5-16,13-1-7 0,-10 3 4 0,10-3-4 15,-13 0 4-15,13 0-11 0,-9 1-4 0,9-1-5 16,-12 2 4-16,6-1-7 0,-3 1 4 0,1-2-7 16,-1 2 2-16,2 0-1 0,-2 0 6 15,9-2-10-15,-14 1 4 0,7 2-5 0,7-3 0 0,-11 0 0 16,11 0-1-16,-6 2-5 0,6-2-4 0,0 0 1 15,-8 4-9-15,8-4 3 0,0 0 1 0,0 0 6 16,0 0 4-16,0 0 1 0,23 5-5 0,-9-6 2 16,5 0-2-16,2-1-17 0,8 2 13 0,-1-4-7 15,3 1 6-15,-3 0-8 0,0 0 0 0,-1 1-3 16,-7 0 1-16,2 0-11 0,-3 1-8 0,-1-5-11 16,1 5-26-16,0-3-24 0,1 1-14 0,-8-1 4 15,0 3-15-15,-1-5-13 0,2 2-3 0,-3 1-77 16,-2-1-204-16,-2 2 91 0</inkml:trace>
  <inkml:trace contextRef="#ctx0" brushRef="#br0" timeOffset="105979.02">21658 12086 19 0,'0'0'96'15,"-9"2"-13"-15,9-2-8 0,0 0-4 0,-7 6 2 16,7-6 2-16,-1 10 4 0,1-10 0 0,0 17 5 16,-1-7 0-16,1 5-1 0,0 1 4 0,1 3-6 15,0-2 3-15,0 8-7 0,1-1-8 0,-1 2 7 16,2-2-4-16,0 2-8 0,0 0 5 0,0-3-5 16,0-4-10-16,1 1 2 0,1-1-4 0,0 0-5 15,-1 0-6-15,0-2-3 0,-1 2-1 0,2-2 10 0,-1-1-3 16,2 1-7-16,-2-6-1 0,-2 0-4 0,1-1-4 15,1 1-2-15,-3-3-2 0,0 0-2 16,1 0-3-16,-2-2 4 0,0-6-5 0,-2 12-4 16,2-12 2-16,-1 8-1 0,1-8-1 0,-4 7-4 15,4-7 1-15,-8 5 0 0,8-5-3 0,-10 3 0 0,10-3 0 16,-11-3-2-16,11 3-2 0,-14-5 4 0,2 1-4 16,6 1 0-16,-3-1 0 0,1-2 1 15,2 2 0-15,-1-1-2 0,2 0 3 0,5 5-1 0,-9-6-2 16,4 3 6-16,5 3 0 0,-5-5 2 0,5 5 0 15,0 0-2-15,-5-8-2 0,5 8 1 0,0 0-3 16,0 0 2-16,0 0-1 0,0 0-1 16,20-3-1-16,-12 3 3 0,-8 0 0 0,22 2 1 0,-11-1-3 15,5 1 1-15,-3-1 1 0,6 0-2 16,-1 2-3-16,-4 0 2 0,5-3-7 0,0 3-16 0,1-3-17 16,2 0-27-16,5 0-30 0,1-1-24 0,-1-1-25 15,-7-1-15-15,7-1-20 0,4-2-129 0,-11 2-331 16,10-3 147-16</inkml:trace>
  <inkml:trace contextRef="#ctx0" brushRef="#br0" timeOffset="106173.93">22346 12385 66 0,'4'-7'182'0,"-4"7"-11"0,0 0-16 0,8-1-14 0,-8 1-12 15,9-1-15-15,-9 1-7 0,11 1-16 0,-11-1-17 16,16 1-20-16,-7-1-23 0,2 1-23 0,-3 1-26 16,0 0-23-16,0 0-23 0,-1 0-22 15,0-1-9-15,-7-1-76 0,11 6-183 0,-6-4 81 0</inkml:trace>
  <inkml:trace contextRef="#ctx0" brushRef="#br0" timeOffset="106320.68">22417 12462 47 0,'-8'6'88'0,"-1"1"7"16,0 0 4-16,-1-4-3 0,1 2 8 15,3 0 7-15,0-2 2 0,6-3-5 0,-10 6-4 0,6-5-2 16,4-1-7-16,-6 6-2 0,6-6-3 0,0 0 2 16,0 0-9-16,0 0-4 0,0 0-12 0,24 3-2 15,-6-4-17-15,-1-1-24 0,2-1-39 0,9-2-43 16,0-2-44-16,1 1-43 0,1-2-103 16,-1 1-268-16,1-1 119 0</inkml:trace>
  <inkml:trace contextRef="#ctx0" brushRef="#br0" timeOffset="114109.09">23412 11826 14 0,'0'0'98'0,"0"0"-11"15,0 0-4-15,0 0-11 0,0 0-1 0,0 0-12 16,0 0-9-16,0 0 1 0,0 0 0 0,0 0-9 15,0 0 8-15,0 0-8 0,0 0 2 0,0 0-3 16,0 0 3-16,0 0-5 0,0 0 0 0,0 0 3 16,0 0 3-16,0 0 8 0,0 0-2 0,0 0-5 15,0 0-2-15,0 0 12 0,0 0-3 0,0 0-1 16,0 0-2-16,0 0-5 0,0 0-4 0,0 0-2 16,0 0-6-16,0 0 1 0,0 0-3 0,0 0 3 15,0 0-6-15,-7-5 5 0,7 5-11 0,-2-9-6 16,2 9 8-16,0 0-3 0,0-15 3 0,0 15-5 15,-1-8 2-15,1 8 0 0,1-10-1 0,-1 10 1 16,0-8-1-16,0 8-4 0,0 0 7 0,2-7-2 16,-2 7-5-16,0 0 0 0,0 0-5 0,0 0 0 15,0 0-2-15,1-9-3 0,-1 9 1 0,0 0 0 16,0 0 1-16,0 0 2 0,2 22 7 0,-2-11-4 16,2 2 4-16,-2 4-1 0,0 1 2 0,-2 1 1 15,0 7 3-15,2-6-2 0,-3 5 0 0,1 0 2 16,-2 0 1-16,1 0-2 0,1-5-1 0,-1-1-1 15,2-1-1-15,0 0 0 0,1 0-2 0,0-1 1 16,0 1 0-16,0-6-2 0,2 3-1 0,-2 1-4 16,3-3 1-16,-3-2 0 0,1-2-1 0,-1-1-1 15,0 1-1-15,0-9 0 0,1 15-5 0,-1-9 0 0,2 0 2 16,-2-6 0-16,1 10 3 0,-1-10-5 0,0 7-10 16,0-7-13-16,1 9-7 0,-1-9-19 0,0 0-24 15,0 0-34-15,0 0-42 0,0 0-24 16,0 0-175-16,0 0-372 0,-20-17 166 0</inkml:trace>
  <inkml:trace contextRef="#ctx0" brushRef="#br0" timeOffset="114427.73">23434 11723 15 0,'10'-7'131'0,"8"0"7"0,-4-2-9 0,0 4-8 16,2 4-12-16,-1-2-14 0,-2 3 3 0,-1 1-10 15,1 2-1-15,-1 2-6 0,0 0-3 0,3 4-7 16,-1 1-9-16,-4 2 3 0,-1 3-6 0,0-1-7 16,-4 2-1-16,1 0-7 0,-2 2-1 0,-1-2-5 15,-2 2 1-15,-2-2-4 0,-2 1-6 0,-2-1 0 16,0 1-9-16,-4-2 4 0,1 1-1 0,-1-3-1 15,-5 1-2-15,0-2-2 0,-1-2 0 0,-1 3-5 16,-1-4-8-16,-1-2-12 0,1-1-14 0,0 0-16 16,0-2-18-16,5-1-21 0,-2 0-15 0,4-2-24 15,-1-1-26-15,0 2-94 0,11-2-254 0,-11-3 112 16</inkml:trace>
  <inkml:trace contextRef="#ctx0" brushRef="#br0" timeOffset="114727.13">23231 12385 79 0,'20'0'126'0,"10"-2"-3"15,3 0-4-15,5-2-3 0,3 2-1 0,10-4-5 16,4 3-4-16,-1-1-2 0,-3-3-3 0,-10 2-7 16,-3 2-4-16,-2 1-12 0,-1-2-9 0,-5 3-5 15,-8 1-6-15,-2 0-2 0,-2-1-9 0,-5 2-5 16,-3-1-3-16,-2 1-10 0,1 1-15 0,-9-2-17 16,9 0-10-16,-9 0-22 0,7 2-10 0,-7-2-23 15,0 0-35-15,0 0-16 0,0 0-114 0,0 0-251 16,-24 12 112-16</inkml:trace>
  <inkml:trace contextRef="#ctx0" brushRef="#br0" timeOffset="115240.99">23366 12591 120 0,'0'0'164'0,"0"0"2"0,0 0-16 0,0 0-8 0,0 0-20 16,0 0 5-16,0 0-18 0,0 0-7 16,0 0-6-16,0 0 2 0,13-16 9 0,-13 16-3 15,0 0-7-15,0 0-5 0,14 10-4 0,-9-6-7 0,-1 1-1 16,0 0 2-16,0 0-8 0,1 4-5 0,2-3-1 15,-2 3-7-15,1 0-2 0,-2 1-2 16,2 1-3-16,-1 0-2 0,3-1-1 0,-3 1-9 16,1 2 1-16,-1-3-4 0,1 1-6 0,-3 1 0 15,4-2-5-15,-4-1-1 0,1 1-5 0,0 0 3 0,0-3-5 16,1 2-2-16,-2-2-1 0,2-1-1 0,-3-1-2 16,2 3 0-16,0-4-2 0,-4-4 3 15,6 7-2-15,-2-3 4 0,1-2-4 0,-5-2 9 16,8 3 1-16,-8-3 0 0,9 0 5 0,-9 0-5 0,10-7-1 15,-2 0 1-15,-1-1-4 0,2 0 2 0,3-5-5 16,-2-2-1-16,-2 1 3 0,2-5-5 16,0 3-1-16,-1-1 0 0,5-6-4 0,-4 1 4 15,-1 4-7-15,-2-2 4 0,-1 4-1 0,3 0-2 16,-2 0 0-16,-2 6 3 0,-1-1-7 0,-2 3-5 0,1-1-5 16,0 2-15-16,-1 0-13 0,-2 7-18 0,3-9-19 15,-3 9-28-15,2-10-37 0,-2 10-37 16,4-4-32-16,-4 4-41 0,2-7-156 0,-2 7-438 0,8-10 195 15</inkml:trace>
  <inkml:trace contextRef="#ctx0" brushRef="#br0" timeOffset="115457.04">24516 12169 164 0,'4'-4'186'16,"-4"4"-18"-16,8-3-13 0,-8 3-12 0,8-6-13 16,-8 6-27-16,11-3-1 0,-6 1-23 0,-5 2-24 15,13 0-28-15,-13 0-31 0,13 4-30 0,-7-3-18 16,-6-1-22-16,11 4-20 0,-7-1-82 0,-4-3-191 16,6 6 85-16</inkml:trace>
  <inkml:trace contextRef="#ctx0" brushRef="#br0" timeOffset="115578.07">24546 12285 79 0,'0'0'100'0,"-5"6"-6"0,5-6-4 16,-7 7 9-16,7-7-27 0,-2 6 16 0,2-6 5 15,0 0-10-15,0 0-5 0,0 0-9 0,7 10-4 16,1-10-18-16,-8 0-30 0,23-3-44 0,-10 1-46 16,5-2-90-16,0-2-176 0,3-1 79 0</inkml:trace>
  <inkml:trace contextRef="#ctx0" brushRef="#br0" timeOffset="116195.57">25479 11807 100 0,'0'0'158'16,"7"-17"-11"-16,1 10-6 0,2 0-5 0,6 0 1 16,-1 0-12-16,6 2-5 0,-1 1-7 0,7 1-6 15,-6 3-7-15,1 1-12 0,-3 3-3 0,2 1-8 16,-3 3-3-16,-4 0-9 0,0 4-5 0,-4 1 2 15,-1 0 0-15,-3 3-9 0,-3 0-5 0,2 1 0 16,-5 2-3-16,-5-3-6 0,1 3-1 0,-3-1-2 16,-2-2-1-16,-3-1-5 0,2 0-2 0,-3-1-3 15,0 0 0-15,-1-1-2 0,0-2 0 0,0 1-2 16,1-5-1-16,3 1-1 0,-2-2 2 0,2 0-2 16,1-2-1-16,3-2 0 0,1 2 0 0,1-1-7 15,4-3 6-15,-9 3-3 0,9-3-3 0,0 0-3 16,-5 5 1-16,5-5-1 0,0 0-1 0,0 0-1 15,0 0 3-15,0 0-5 0,0 0 7 0,18 10-2 16,-7-9-3-16,3-1 3 0,0 1-1 0,6 1-2 0,-3-2 2 16,0 1-3-16,2 1-10 0,0-1-25 15,-1-1-19-15,1 0-34 0,2 1-37 0,-4-1-26 16,2-1-30-16,-1 0-38 0,-5 1-111 0,3 0-353 16,-5-2 156-16</inkml:trace>
  <inkml:trace contextRef="#ctx0" brushRef="#br0" timeOffset="116509.2">25455 12340 1533 0,'-39'5'74'0,"6"0"-21"16,1 2-12-16,5-2-25 0,10 1-12 15,5-2 1-15,1 0 3 0,5-1 15 0,2 1 16 0,4-4 9 16,0 0 13-16,19 12-8 0,8-7 2 0,8-1 0 15,18-4-6-15,9 1-5 0,27-5-1 0,6-1-5 16,-4 0 4-16,-2-3-4 0,-25 2 2 0,27-2-2 16,-30 1-2-16,0 2 0 0,-5-2-1 0,-7 0-5 15,-13 3 1-15,-5 0-2 0,-2 2 3 0,-8-1 0 16,-8 1-3-16,1 0 3 0,-3 0-3 0,-1 0 0 16,-4-1 2-16,-6 3 0 0,13-1-4 0,-9-1-5 15,-4 2 1-15,0 0-9 0,0 0-13 16,0 0-16-16,0 0-17 0,0 0-27 0,0 0-25 0,-21-3-32 15,9 3-34-15,1-2-39 0,-3 2-192 0,14 0-413 16,-31 0 183-16</inkml:trace>
  <inkml:trace contextRef="#ctx0" brushRef="#br0" timeOffset="117137.18">25677 12614 171 0,'0'0'169'0,"-9"-1"-11"0,9 1-9 16,0 0-11-16,0 0-6 0,0 0-4 0,-9-2-9 15,9 2-4-15,0 0 11 0,0 0-6 0,0 0-7 16,0 0-5-16,0 0-8 0,0 0-6 0,0 0-2 16,0 0-8-16,0 0-2 0,0 0-1 0,0 0-3 15,0 0-7-15,31-3-5 0,-10-1-4 0,6 0-6 16,0 2-8-16,5-2-1 0,1 2-7 0,-3-1-4 16,1-1-2-16,-2 1-5 0,-9 2-3 0,0-1-7 15,-7 1-16-15,1 1-20 0,-5-2-22 0,-2 2-25 16,-7 0-24-16,14-1-19 0,-14 1-22 0,10 0-19 15,-10 0-9-15,0 0-14 0,5 4-12 0,-5-4-116 16,0 0-323-16,0 0 143 0</inkml:trace>
  <inkml:trace contextRef="#ctx0" brushRef="#br0" timeOffset="117580.67">25664 12646 145 0,'0'0'152'0,"-5"4"-5"0,5-4 2 0,0 0-2 16,2 14-6-16,-4-9 0 0,2-5-8 0,0 17-7 15,2-9-5-15,-4 2-6 0,2-1-5 0,0 1-11 16,0-2-9-16,-2 1-5 0,2-9-5 0,-2 13-3 16,1-6-3-16,1-7-4 0,-1 13-3 0,1-13-8 15,0 9-4-15,0-9-3 0,0 7 0 0,0-7 0 16,0 0-2-16,-2 7 1 0,2-7-3 0,0 0 5 15,0 0-7-15,0 0-1 0,3 7-5 0,-3-7-3 16,0 0-4-16,14-3-2 0,-14 3-5 0,20-5 1 16,-11 2-4-16,5 1-3 0,-1-1-3 0,6 1-4 15,1 1-2-15,-3-1-2 0,2 2 3 0,-2-1-4 16,2 2-1-16,-2 2 0 0,1 1-1 0,-7-1 2 16,3 3-3-16,-3-3 0 0,-2 3-2 0,1 0-1 15,-2-1 0-15,-5 2 2 0,3-2-3 0,-4 2 0 0,3 0 1 16,-5 2 0-16,0-9 2 0,-5 13-3 15,1-6 4-15,-3-1 0 0,-3 2-2 0,-2-1 0 0,-4 2-2 16,0-1 3-16,1-3-2 0,-3 1-2 16,2 0 5-16,2-3-3 0,-5 1-2 0,2-2 3 15,4 0-6-15,-1 2-13 0,2-4-11 0,5 2-14 0,-3-1-19 16,10-1-32-16,-13-1-41 0,13 1-44 0,-7-6-37 16,7 6-198-16,-5-11-446 0,5 5 197 15</inkml:trace>
  <inkml:trace contextRef="#ctx0" brushRef="#br0" timeOffset="117807.26">26538 12350 188 0,'4'-7'238'0,"-4"7"-14"0,0-7-13 15,0 7-17-15,0 0-19 0,7-4-16 16,-7 4-14-16,10-2-17 0,0 0-12 0,1 2-14 0,7 0-15 16,0 4-35-16,2-3-41 0,-2 1-43 0,0-2-44 15,3 1-35-15,-10 0-35 0,3 1-132 16,-4 0-301-16,-1 2 134 0</inkml:trace>
  <inkml:trace contextRef="#ctx0" brushRef="#br0" timeOffset="117964.11">26607 12519 106 0,'-6'3'162'15,"6"-3"-14"-15,0 0-10 0,0 0-17 0,0 0-7 16,0 0-12-16,0 0-22 0,0 0-35 0,29 0-36 16,-12-4-38-16,2-3-55 0,8 0-68 0,2-2-165 15,0-4 72-15</inkml:trace>
  <inkml:trace contextRef="#ctx0" brushRef="#br0" timeOffset="118403.33">27418 12226 211 0,'0'0'242'0,"0"0"-18"0,-5-8-15 15,5 8-10-15,0 0-16 0,0 0-8 0,-20 12-11 16,7-2-13-16,2 5-9 0,-3-2-12 0,1 2-11 16,-2 6-10-16,-2-1-9 0,-1-1-6 0,7 0-5 15,-3 1-12-15,3-4-4 0,0 3-5 0,2-1-7 16,2-2-9-16,1 1-3 0,5-3-6 0,1 0-4 16,1-1-3-16,3-2 1 0,0-1-2 0,6 0-7 15,-1-1-3-15,2-2 1 0,7 1-4 0,-1-4 0 16,2 1 1-16,3-3-4 0,-2-2-4 0,2 0 5 15,-1-2-3-15,-1-2 0 0,9-1 0 0,-8-1-2 16,-1 3-1-16,2-11-1 0,-4 3-1 0,-2 1 0 16,-2-2 0-16,-2-1-3 0,-2-3 1 0,-1 2-1 15,-3-2-2-15,-3-2-2 0,-3 0 0 0,0-2 2 16,-3 0 0-16,-3 1-4 0,0 0 3 0,-4-3-4 16,-1 6 0-16,0 2-1 0,-3 4 0 0,-3 0-1 15,0 2-3-15,0 0 1 0,-1 4 0 0,1 2 3 16,-2 2-8-16,2 3 3 0,-2 3-4 0,3 1-17 15,3 1-23-15,-3 2-18 0,3 2-46 0,0-1-36 16,3-1-45-16,3 0-29 0,3 0-32 0,-2 1-150 16,2-1-437-16,2-1 194 0</inkml:trace>
  <inkml:trace contextRef="#ctx0" brushRef="#br0" timeOffset="118602.13">27746 12451 53 0,'7'-2'262'0,"-7"2"1"0,4-3-4 16,-4 3-11-16,0 0-11 0,0 0-16 0,8-5-19 15,-8 5-22-15,0 0-16 0,0 0-20 0,0 0-17 16,4-4-15-16,-4 4-24 0,0 0-24 0,0 0-30 16,0 0-34-16,0 0-37 0,0 0-43 0,0 0-48 0,0 0-30 15,0 0-31-15,9 9-156 0,-9-9-373 16,0 0 165-16</inkml:trace>
  <inkml:trace contextRef="#ctx0" brushRef="#br0" timeOffset="119037.28">28008 12235 118 0,'3'-8'255'0,"-3"8"0"0,4-12-10 0,-3 8-20 16,-1 4-23-16,2-8-19 0,-2 8-22 15,0 0-8-15,0 0-12 0,0 0-7 0,4 23-10 16,-3-8-3-16,0 1-14 0,-1 2-7 0,4-2-9 16,-1 2-6-16,-1-1-9 0,0-2-7 0,0 2-7 15,3 0-4-15,0-3-3 0,2-3-9 0,-3 1-6 0,5-2 5 16,3 1-7-16,-3-1-3 0,1-5-2 16,2 1 1-16,-2 0-6 0,2-3-6 0,0-1 4 15,0 0-4-15,1-2-2 0,-4-2-3 0,1-1 0 16,2 0-2-16,-1-2 0 0,-2-1-4 0,2-2 4 0,-2-1-3 15,2-3-1-15,-1 3-6 0,0-6 1 0,-3 2 3 16,1-1-4-16,1-1 4 0,-2 1-4 0,2-2-2 16,-4 2 0-16,5 0 1 0,-6 4 6 15,-2 3-2-15,1 2 1 0,-1-2 1 0,-2 7-6 0,6-7-2 16,-6 7-3-16,0 0 6 0,0 0 2 16,8 14 4-16,-5-5 7 0,-3 7 2 0,1 0-3 15,-1 2-3-15,-2 0 3 0,2 1 1 0,-3 0-2 0,-1 1 4 16,3-2-8-16,-1 2-2 0,0-1 1 15,-2-2 1-15,3 2-10 0,1-1-19 0,-1-2-32 0,0-5-31 16,1 0-39-16,-2 0-38 0,0-1-46 0,2-1-39 16,0-2-37-16,-4-1-168 0,4-6-483 0,-3 9 215 15</inkml:trace>
  <inkml:trace contextRef="#ctx0" brushRef="#br0" timeOffset="127507.19">28507 12375 64 0,'0'0'110'0,"0"0"-9"0,0 0-2 0,0 0-14 16,7-4 7-16,-7 4-7 0,0 0-9 0,0 0 1 15,0 0-5-15,0 0-3 0,0 0-3 0,9 7-1 16,-9-7-13-16,6 5-4 0,-3 0 10 0,-3-5-7 16,3 10 0-16,-1-3-6 0,2 1 2 0,-3 0 8 15,0 1-13-15,0 1-4 0,1-4-2 0,-2 4 1 16,0-3-4-16,0-7-3 0,0 18-3 0,-2-9-5 16,2-3-1-16,-1 1 0 0,1-7 5 0,0 12-3 15,0-12 0-15,-1 10-4 0,1-10 1 0,0 8-2 16,0-8-4-16,0 0-1 0,-3 10 1 0,3-10-1 15,0 0 2-15,0 0 0 0,0 0 1 0,0 0-2 16,0 0 4-16,0 0-5 0,0 0 4 0,0 0-2 16,0 0-2-16,0 0 4 0,2-29-3 0,-2 18 0 15,0-1-2-15,0 0-2 0,1 0 4 0,0-4-4 16,-2 0-1-16,3 0 1 0,0 4-3 0,-1-6-3 16,2 2 2-16,-1 0 0 0,1-1 9 0,2 3-11 15,-4 2-2-15,5-1-1 0,-2 3 5 0,2 0-4 16,0 0 0-16,-2 3 0 0,1 4-1 0,1-3-2 15,-2 2-3-15,-4 4 1 0,11-2 8 0,-11 2-6 16,14 5-3-16,-7-1 0 0,1 3 2 0,-2 3 2 16,2 0 10-16,-1 3-1 0,2 2-1 0,-4-1-3 0,2-2 1 15,-1-1 2-15,0 3-2 0,0 1 2 16,-1-4-5-16,0 2 1 0,0-3 0 0,1 3-3 16,-1-4 2-16,-1 2 8 0,-1-1-8 0,-1-1-1 15,2 1-7-15,-1-3-17 0,-2 1-14 0,-1-2-22 16,5 1-13-16,-5-7-19 0,1 11-20 0,1-6-21 0,-2-5-12 15,1 8-13-15,-1-8-98 0,0 8-273 0,0-8 122 16</inkml:trace>
  <inkml:trace contextRef="#ctx0" brushRef="#br0" timeOffset="127679.7">28638 12446 43 0,'0'0'112'0,"9"-6"-19"0,0 2-7 0,2-1-8 16,2 1-7-16,6 1-8 0,3-3-15 0,2 0-24 0,8-1-15 16,-2 3-19-16,-4 1-13 0,3-1-3 0,-2-1-21 15,3-1-4-15,-10 5-28 0,0 0-85 16,-1-1 38-16</inkml:trace>
  <inkml:trace contextRef="#ctx0" brushRef="#br0" timeOffset="127919.9">29038 12375 184 0,'10'-2'4'0,"0"2"24"0,-1 0 9 0,-2-2 15 15,0 0-2-15,-7 2-5 0,15 0-3 0,-7 0 7 16,-8 0-5-16,13 0 2 0,-13 0-2 0,11 0-2 15,-11 0 3-15,12 0-14 0,-12 0 2 16,8 2-5-16,-8-2-7 0,9 0 2 0,-9 0-13 16,0 0-1-16,9 2-4 0,-9-2-7 0,0 0-7 0,6 3 0 15,-6-3-4-15,0 0 4 0,4 6-3 0,-4-6 2 16,0 0-7-16,5 7-2 0,-5-7 2 0,0 0 4 16,-3 9 0-16,3-9 4 0,0 0 0 15,-3 12-3-15,3-12 2 0,-3 8 3 0,3-8-4 0,-3 8 3 16,3-8 1-16,-1 9 9 0,1-9 3 0,-1 8 3 15,1-8-4-15,0 7 8 0,0-7-1 0,4 8 2 16,-4-8-6-16,4 7 2 0,2-4 4 0,-1 0-5 16,1 1-5-16,3-2-16 0,-1 0-27 15,3 0-77-15,0-1-126 0,3-2 56 0</inkml:trace>
  <inkml:trace contextRef="#ctx0" brushRef="#br0" timeOffset="128716">29454 12062 103 0,'2'-8'203'15,"3"-1"-9"-15,-5 1-14 0,2 3-15 0,-2 5-17 16,1-10-18-16,-1 10-12 0,0 0-16 16,0 0-10-16,0 0-10 0,0 0-6 0,0 0-4 0,-1 27 0 15,1-12-6-15,-1 2-8 0,-2 0-5 0,0 8 4 16,1-2-14-16,2-2-5 0,0-2 1 0,3-1-7 16,-3 3-1-16,5-3-4 0,-1 0 1 0,1-1-4 15,-1-5-2-15,5 3 0 0,-3-4-5 16,3-1 7-16,1-3-8 0,-1 0-1 0,5-2 1 0,-1-1-1 15,-1-3-2-15,2-1 3 0,5-3-5 0,-6-1-2 16,2-3 1-16,-1-1-3 0,-3 1 1 0,4-3-2 16,-4-1 4-16,2 0-3 0,-5 0-2 0,1-5 2 15,-2 0-4-15,-1 0 3 0,-2 5-2 0,0 0 0 16,-1-1-2-16,1 1 3 0,-2 1-5 0,1 2 3 16,-2 3 3-16,-1 5 0 0,5-11-1 0,-5 11 1 15,0-8 0-15,0 8-6 0,0 0-3 0,0 0 4 16,0 0-1-16,0 0 2 0,6 22 6 0,-4-9-2 15,-1 7 0-15,-1 0 7 0,0-3-3 0,1 2-1 16,1 2 6-16,-4-2 2 0,2 5-1 0,2-6 0 16,-1 0 0-16,-1 0-5 0,2 1 1 0,1 0 0 15,0-3-1-15,-1 1 0 0,-1 0 0 0,1-2-8 0,-1 0-23 16,1-4-32-16,0 3-8 0,-1-3-56 16,0-1-43-16,-1-5-28 0,1 3-24 0,-1-8-114 15,-1 9-350-15,1-9 155 0</inkml:trace>
  <inkml:trace contextRef="#ctx0" brushRef="#br0" timeOffset="129288.18">30040 12273 132 0,'0'0'158'0,"0"0"-5"0,0 0-4 0,0 0-12 15,-16 16-11-15,12-6-10 0,-1-1-12 0,0 0-5 16,0 1-10-16,1-2-13 0,2 4 6 0,-1-1-14 16,1 0-12-16,0-1-2 0,4 0-5 0,-1-1-9 15,0 0 0-15,1-2 0 0,1 2-6 0,0-2-5 16,2-2 0-16,1 0-2 0,1-2-4 0,0 0-1 16,4-1 4-16,0-1-7 0,-2-1 1 0,1-1-4 15,-1-1-1-15,-2-1 0 0,-1-1-7 0,-1-2 4 0,-1 0-2 16,1 1-1-16,-4-3-2 0,3 1-1 15,-3-6 2-15,-1 2-1 0,2 0-1 0,-2 1-3 16,1-2-2-16,2 1-1 0,-2 0 4 0,3 0-3 16,0 2-1-16,1 0 11 0,0 4-11 0,1-4-2 15,3 2 2-15,3 4 1 0,-1-1 3 0,2 1-1 0,2 3-2 16,-1 0 1-16,0 3 1 0,-2 1 0 16,1-1-3-16,-1 4 5 0,-1-1-6 0,0 1 4 0,-3 2-2 15,2 2 3-15,-3-1-1 0,0-1 2 16,-2-1 0-16,0 0-5 0,0 1 0 0,1 1 9 0,-2-1-7 15,2-2 10-15,-1 1-10 0,-1 0 0 0,1-5 1 16,-1 3 5-16,2-4-5 0,2 1 5 0,1 0 1 16,-2-2-1-16,6-2 4 0,-3-1 10 0,-1 0-10 15,3-2 1-15,-2-2-1 0,-1-1-3 0,-4 2 4 16,3-3 0-16,-2-1 7 0,-2 0-9 0,0-2 0 16,-2 0-1-16,1-1 3 0,-2-4-4 0,-2 5-1 15,-2-2-2-15,-3-1-1 0,1-1-2 0,0 5-1 16,-3 1 1-16,0 1 1 0,-1 1-4 15,-1 1-2-15,0 1-10 0,1 1-16 0,-4 2-11 0,3 4-25 16,-2 0-13-16,1 0-38 0,0 4-28 0,0 0-22 16,1 1-137-16,1 0-326 0,3 1 144 15</inkml:trace>
  <inkml:trace contextRef="#ctx0" brushRef="#br0" timeOffset="129847.18">30604 12354 102 0,'4'5'158'15,"-4"-5"4"-15,0 0-29 0,6 3-11 0,-6-3-8 16,0 0-7-16,0 0-4 0,3 6-10 0,-3-6-4 16,0 0-3-16,6 3-1 0,-6-3 4 0,0 0 2 15,0 0 5-15,0 0 5 0,0 0 1 0,0 0-1 16,0 0-11-16,0 0-6 0,0 0-8 0,0 0-6 15,0 0-9-15,0 0-5 0,-2-21-6 0,2 21-4 16,0-13-6-16,0 13-2 0,-2-13-4 0,3 7 2 16,2-4-11-16,-2-1-1 0,1 1-6 0,6-4-2 15,-2-1-1-15,2 6-1 0,0 0-2 0,2-1-3 16,-1 3 1-16,2-1-6 0,3-2 3 0,-2 6-4 16,-1 1-3-16,1 0 1 0,0 4 1 0,-1 3-1 15,-2 1-4-15,0 3 5 0,0 0-1 0,-2 1-1 16,1-2 0-16,-4 5 0 0,0 0 0 0,0 2 0 15,-1 0 0-15,-3-2 1 0,0-2 3 0,-1 1-2 16,-1-3-2-16,0 1 4 0,1-2-4 0,1-7 1 16,-1 9 2-16,1-9 6 0,0 9-4 0,0-9 1 15,0 0 1-15,0 0-4 0,0 0-1 0,0 0 2 16,0 0-3-16,0 0-2 0,0 0 7 0,0 0-6 16,2-29-2-16,5 20 1 0,-2-3-7 0,1 2-2 15,2-4 0-15,3-1-5 0,0 1 1 0,1 2 3 16,2 0-1-16,-2 2 1 0,-1 1 0 0,0 2 0 15,-1 0 2-15,1 3 3 0,1 0-4 0,-4 3 1 16,-2 1-1-16,5 0 4 0,-11 0-1 0,12 6 2 16,-7-2 0-16,1 2 5 0,-1 2 1 0,-1 0 0 15,2 1 2-15,-3 1-1 0,-1 0 0 0,0 0 3 16,0 0-2-16,-2 1-2 0,0-1-4 0,-2 0-19 0,2-1-28 16,-1 2-26-16,0-3-23 0,1-8-53 15,-2 12-36-15,2-12-159 0,0 8-375 0,0-8 166 16</inkml:trace>
  <inkml:trace contextRef="#ctx0" brushRef="#br0" timeOffset="130278.95">31223 12240 23 0,'0'0'151'0,"7"11"-5"0,-7-11 2 16,-2 10-11-16,2-10-10 0,0 14-9 0,-1-7-8 0,1 2-6 15,-1 0-8-15,1-9-3 0,0 14-5 16,0-6-5-16,0-8-2 0,1 11-7 0,-1-11-6 16,0 10-2-16,0-10-8 0,0 0 2 0,1 7 13 15,-1-7 8-15,0 0 6 0,0 0-11 0,0 0-3 16,0 0-10-16,0 0 1 0,0 0-2 0,0 0-7 16,0 0-8-16,0 0-2 0,-5-29-4 0,4 19-3 0,-1-1-5 15,2 1-3-15,0-4-2 0,-1 2-5 16,1-5-3-16,3 0 0 0,-2 2-3 0,2-2 0 15,-1 1-5-15,2-1-2 0,1 1-3 0,3 0 4 16,-2 1-4-16,2 2 6 0,-2 2-9 0,2 2-4 0,2 0 1 16,-1 2 3-16,-4 4-6 0,2 1-1 0,4 3 6 15,-2 2-8-15,1 2 4 0,7 4 1 16,-9-1-2-16,6 6 4 0,-5 1-1 0,-2 1 4 16,1 0 1-16,0 2-1 0,-6-1-5 0,2-2 6 0,-3 4-2 15,-1-3 1-15,2 1 0 0,-1-6 1 0,-1 7-2 16,1-1 2-16,-1-5-1 0,-1 0-3 15,-3 0-2-15,4-2-26 0,-1 0-28 0,-1 0-30 16,-1 0-31-16,3-10-37 0,-3 11-42 0,0-7-31 16,-3 0-125-16,6-4-378 0,0 0 168 0</inkml:trace>
  <inkml:trace contextRef="#ctx0" brushRef="#br0" timeOffset="130423.11">31268 12291 30 0,'0'0'110'0,"0"0"-8"0,0 0-17 16,20-10-36-16,-8 7-31 0,-1 1-34 15,3 1-47-15,4-2-69 0,0 0 30 0</inkml:trace>
  <inkml:trace contextRef="#ctx0" brushRef="#br0" timeOffset="131313">30018 12777 27 0,'0'0'64'0,"0"0"7"0,0 0-1 0,6-5-12 16,-6 5-5-16,0 0-2 0,0 0-7 0,0 0 0 16,0 0 1-16,0 0-4 0,0 0-5 0,-20-9 0 15,20 9-1-15,-13-1-6 0,5-1-2 0,-3 1-3 16,1 1 6-16,-6-1-7 0,4 1 12 0,-6 0-7 15,1-2-13-15,-2 2 4 0,0 0 5 0,-2 2-2 16,2-2-3-16,1 1 7 0,-1-1-3 0,-1 0 5 16,2 1 1-16,-3-2-1 0,3 4 3 0,-1-3-2 15,1 1 3-15,3-1 2 0,1 2-4 0,2-2 3 16,2 1-2-16,4 0 5 0,6-1-5 0,-13 0-1 16,13 0-4-16,-8 1 1 0,8-1-2 0,0 0 6 15,0 0 1-15,0 0 3 0,49 4-2 0,-12-1-4 16,23-2 1-16,28-1 2 0,8 3 1 0,6-3-5 15,2-2-3-15,1 1 11 0,5 1-7 0,-4-3-1 16,-2 1 3-16,-1-1-6 0,-1 3-4 0,-6-1 6 16,-4 1-6-16,-27-1-2 0,24 1 0 0,-29-4-4 15,3 2-2-15,-4-2 1 0,1 2 8 0,-6-1 1 16,2 0 0-16,-15 1 4 0,-3 0 1 16,-2 1 5-16,-3-3 0 0,-1-2 2 0,-4 3 8 0,-10 0 3 15,0 1 5-15,-5 2 5 0,-4 0 9 0,0-1 2 16,-9 1-3-16,11-3 0 0,-6 0-3 0,-5 3-6 15,8-3-6-15,-8 3 3 0,9-2-9 0,-9 2-7 16,0 0 0-16,9-2-8 0,-9 2-5 0,0 0-5 16,0 0-11-16,0 0-27 0,0 0-22 0,0 0-34 15,0 0-27-15,0 0-34 0,0 0-37 0,7 3-48 16,-7-3-182-16,0 0-437 0,0 0 194 0</inkml:trace>
  <inkml:trace contextRef="#ctx0" brushRef="#br0" timeOffset="140929.44">6552 14430 36 0,'0'0'152'15,"4"-5"-2"-15,-4 5 1 0,0 0-3 0,5-6-1 0,-5 6-15 16,0 0-2-16,0 0-8 0,2-6-7 16,-2 6-4-16,0 0 2 0,0 0-1 0,0 0-4 15,2-9-6-15,-2 9-7 0,0 0-12 0,-7-9-7 16,7 9-3-16,-4-5-4 0,4 5-10 0,-7-4 0 15,7 4-12-15,-10-2-3 0,2 0-9 0,8 2-2 16,-21 0-4-16,10 0-2 0,-1 3-2 0,-2 0-4 16,-2 1-1-16,-5 1-2 0,1 2-2 0,1 3-8 15,-6 1 2-15,1 0 1 0,5 0-2 0,4-2-2 16,-3 2-1-16,5 1-2 0,0-1-3 0,-1 6 2 16,4-2 0-16,1 2 2 0,3 1-1 0,-1 5 3 15,2-5-4-15,4 6 3 0,1-7 2 0,4 0 2 16,-1 0 0-16,3-1 0 0,-1-1-3 0,3 1 4 15,5-1 0-15,4-2-1 0,-3 0 1 0,4-4-1 16,1-2-2-16,0 1 2 0,3-2-8 0,-3-2-19 16,3 0-19-16,-1-1-28 0,-1-1-37 0,-1-1-51 15,0-4-24-15,-1 3-29 0,-4-3-147 0,-1 0-382 16,0 0 169-16</inkml:trace>
  <inkml:trace contextRef="#ctx0" brushRef="#br0" timeOffset="141376.84">6871 14219 121 0,'-1'-5'202'16,"1"5"-10"-16,-3-12-6 0,3 12-29 0,-1-8-14 15,1 8-21-15,0 0-7 0,0 0-13 0,0 0-6 16,0 0-4-16,4 36-4 0,0-12 1 0,0 4-4 15,0 1-4-15,-2 4-2 0,-1-1-2 0,1 0-6 16,0-1-6-16,2-1-3 0,-4 0-7 0,3-1-1 16,-1-4-8-16,-1-6-2 0,2-2-3 0,0 2 3 15,0-3-11-15,-1 1-2 0,-1-1-6 0,0-5-2 16,3-2-1-16,-1 1 2 0,-3-3-5 0,2-1-4 16,-2-6 0-16,4 11 0 0,-3-7 5 0,-1-4 8 15,0 0 2-15,0 0 1 0,4 6-6 0,-4-6 2 16,0 0-3-16,0 0-4 0,8-17 0 0,-2 9-3 15,0-3-3-15,1-4 0 0,1-1-3 0,1-1-1 16,3-5-4-16,-1 9 4 0,0-4-4 0,-2 1 0 16,3 5-1-16,-1-3-2 0,-2 6-4 0,1 2 2 15,3 2-2-15,-2 0 3 0,1 3-2 0,1 2 1 16,-2 0-4-16,2 4 1 0,-1-1 2 0,-3 5 0 16,4 0 0-16,-5 1 2 0,4 2 1 0,-2 1-10 15,-2 2-1-15,-3-4-13 0,0 1-19 0,0-1-36 16,1-2-41-16,-2 1-30 0,-1 0-31 0,1-1-28 15,-2-2-171-15,-1 1-409 0,-1-8 182 0</inkml:trace>
  <inkml:trace contextRef="#ctx0" brushRef="#br0" timeOffset="141949.94">7347 14530 152 0,'0'0'142'0,"0"0"0"0,0 0-4 0,0 0-1 16,-22 27-6-16,18-16-11 0,0 1-11 0,2-1-7 16,-3 5-11-16,2-5-1 0,2 7-4 0,2-7-15 15,0 5-8-15,1-6-5 0,3 2-3 0,-3 1-2 0,5-6-8 16,-2 2 1-16,1-3-8 0,2 1 0 0,2-1-8 16,0-2-1-16,-1-2-2 0,3 0-2 15,-1-2-1-15,-11 0-1 0,25-2-2 0,-11 0-5 16,-2 0-4-16,1-3 1 0,0 0-1 0,-3-3 1 15,-1-1 0-15,3 1-3 0,-3-1 0 0,-2-5 0 16,0 4-4-16,-2-3-1 0,-3 4 2 0,1-8-2 0,-2 7-1 16,0-4 3-16,-4-3 0 0,1 7-4 15,2 10-1-15,-1-21-2 0,1 12-2 0,0 9 7 16,-4-11-1-16,4 11-2 0,-1-10-3 0,1 10 1 16,0 0-1-16,0 0-3 0,9-11 0 0,-9 11 1 15,0 0 1-15,15 4 4 0,-15-4-4 0,17 9 2 16,-8-3 0-16,0 3-2 0,0-2 4 0,0 0 0 15,0 5 2-15,2 1-1 0,-5-2 4 0,1 3-6 0,-3-3 3 16,0 1 3-16,-1-2 0 0,0 3-2 16,2-1-3-16,-1-2 2 0,-3 1-3 0,3-1 3 15,-1-4-5-15,0 3 4 0,0-2-2 0,1-3 2 16,-2 1 2-16,6-2-1 0,-3 1-1 0,1-1 4 0,2-3 2 16,-8 0-3-16,18-2 3 0,-9 0-2 0,4-3 1 15,-3-1 1-15,3 1 2 0,-2-3 2 16,1-3 1-16,-2 2 3 0,-1-3 1 0,1-2-1 15,-3-2 3-15,-4 5-5 0,0-1 4 0,-3-4 0 16,-1 4 5-16,-2 1-3 0,-2-1 0 0,-1 2-5 16,-5-1 2-16,-3 0-9 0,3 6 1 0,-2-1-5 0,2 3-2 15,-5 3-16-15,3 0-25 0,-4 3-29 16,0 1-35-16,5-1-49 0,0 1-47 0,-1 8-149 16,3-4-376-16,1 0 167 0</inkml:trace>
  <inkml:trace contextRef="#ctx0" brushRef="#br0" timeOffset="142595.44">7904 14859 78 0,'1'-10'197'16,"4"0"-13"-16,3-4-11 0,2-4-15 0,3 3-12 15,1-8-15-15,3 3-14 0,-1-4-7 0,1-1-14 16,0 2-5-16,0-2-12 0,4-2-9 0,-2-2-5 16,0 2-2-16,-3-1-9 0,-1 2 1 0,-4-1-11 15,3 5 1-15,-6 6 4 0,1 0 10 0,-5 5 0 16,2 3 5-16,-3 1-1 0,-2 1-1 0,-1 6-7 16,3-9-7-16,-3 9-4 0,2-5-8 0,-2 5-5 15,0 0-3-15,0 0-2 0,-14 17-2 0,8-7-5 16,-1 2-3-16,-2 2 0 0,4 1 1 0,-4 1-4 15,4 2-4-15,1 0 0 0,2 0 2 0,4-3-3 16,0 0-1-16,3 1-1 0,4-1-1 0,-2 2 3 16,4-3-3-16,-1 2 1 0,1 0 5 0,0-4-2 15,3 1-4-15,-3 1-3 0,1-4 1 0,-2 0 1 16,1 3-2-16,-3-4-1 0,2 0-1 0,-5-1 0 16,3-1 6-16,-7 0-4 0,1-1 0 0,-1 3-3 15,-1-9 0-15,-4 12-1 0,2-7-7 0,2-5 0 16,-8 8-2-16,3-6-4 0,5-2 2 0,-10 7-3 15,6-6 2-15,4-1-11 0,0 0-2 0,-12-1 1 16,12 1-3-16,0 0 3 0,0-13 2 0,0 13 3 16,8-15 3-16,-2 5-1 0,3 1 6 0,4-3 3 15,0-1-3-15,5-6 0 0,3-1 3 0,-7 7-2 16,8-4 1-16,-3 1 2 0,3-2 6 0,-5 6 0 16,-5-3 1-16,9-3 6 0,-8 6 1 0,-2-2 5 15,1 1 2-15,-6 2 7 0,1 0 5 0,-4 2-2 16,-1 1 8-16,-4 2-3 0,2 6 3 0,-2-14-4 15,-3 9-1-15,0 1 0 0,5 4-2 0,-13-5-3 16,1 5 1-16,3 6-2 0,-7-1 3 0,2 7 1 16,-2 1 0-16,-2 6-2 0,4-3-2 0,-1 6-1 15,2-5 1-15,8 1-3 0,-1-2-1 0,4 0-3 16,1-1-1-16,2-1-14 0,3-3-24 0,3 0-36 16,1-3-51-16,5 5-44 0,-1-6-37 0,4 0-42 15,1-2-121-15,1 0-388 0,1-3 173 0</inkml:trace>
  <inkml:trace contextRef="#ctx0" brushRef="#br0" timeOffset="143589.2">9251 14332 119 0,'-2'-6'179'0,"2"6"-1"16,-3-9-11-16,3 9-6 0,-1-8-13 16,1 8-14-16,0 0-18 0,-3-7-14 0,3 7-8 15,0 0-6-15,0 0-5 0,8 19 6 0,-1-6 1 0,0 6-5 16,2 7 1-16,-2 3-3 0,1 2 2 15,0-1-2-15,-4 1-7 0,-1 0-5 0,0-1-4 16,-2 0-7-16,3-3-2 0,-1 2-8 0,2-1 2 16,-3-4-4-16,-1 3-9 0,-1-9-6 0,2 0-1 15,-2-1-7-15,1 2 2 0,-1-6-5 0,0-1-12 0,0 0-22 16,-1 0-27-16,-1-1-31 0,0-2-45 0,1 0-21 16,-1-3-35-16,2-6-52 0,-5 7-123 0,5-7-374 15,-7 0 165-15</inkml:trace>
  <inkml:trace contextRef="#ctx0" brushRef="#br0" timeOffset="144236.28">9302 14505 78 0,'0'0'134'0,"4"-6"-14"0,1 1-8 15,1 1-10-15,1 0-9 0,2 0-8 0,0-2-9 16,3-1-1-16,-1 4-6 0,0-3-10 0,6 0-1 15,-6 2-2-15,1-1 2 0,-2 0 5 0,-1-1 0 16,1 0 1-16,-3 3 8 0,-1-1 2 0,-2 0 2 16,1 1-8-16,0-2-2 0,-5 5-10 0,6-7-2 15,-3 2 1-15,-3 5-8 0,3-8-2 0,-3 8-4 16,1-9-5-16,-1 9 1 0,0-8-6 0,0 8-1 16,0 0-4-16,-1-11-1 0,1 11-7 0,0 0-5 15,0 0-2-15,0 0-5 0,0 0 3 0,0 0-3 16,0 0 6-16,7 32 1 0,-5-12 5 0,1 7-3 15,0 2 0-15,1-1 1 0,-2 1-2 0,2-2 3 16,0 0-2-16,0 0 4 0,-2-3-7 0,-2 1 4 16,2-8-5-16,-2 0 2 0,1-2-3 0,-1-2 1 0,0-1-2 15,1-2 2-15,-1-2-3 0,0-8 1 16,0 13-1-16,0-8-1 0,0-5 3 0,0 7-1 16,0-7 2-16,0 0 1 0,0 0-6 0,0 0 2 15,0 0-2-15,0 0 0 0,0 0-4 0,18-20 3 16,-10 10 4-16,3-3-2 0,-1 5-5 0,-1-2 1 15,2 3-4-15,0 0 0 0,-1 3 0 0,1-1 0 16,-1 3-2-16,0 1-2 0,0 2 2 0,2 2 6 16,1-1-1-16,-1 4 3 0,2-2 0 0,-1 2 2 15,0 0-1-15,0 0-3 0,-1-1 1 0,0 0 1 16,1-1 0-16,0 1-2 0,-2-3 1 0,3 1 6 16,-2-3-5-16,-2 1 0 0,3-2 0 0,-2-2 2 15,1-1-2-15,-2-2 5 0,-2 2-5 0,2-2-3 16,-3-1 1-16,2 1 2 0,-5 0-2 0,1-5 2 15,-2 1 5-15,1-1-3 0,-3 0 0 0,0 2 10 16,-1 9-10-16,-4-24-3 0,1 13 3 0,-2 0-1 16,1 2 2-16,4 9-1 0,-9-13-1 0,2 10-2 15,7 3-1-15,-14-2 0 0,14 2-2 0,-18 8 2 16,2 2-2-16,0 2 1 0,2 2-1 0,1-1 1 16,1 3-4-16,3 1 7 0,1-3-20 0,3 1-17 15,0-3-30-15,6 3-35 0,3-3-48 0,2-2-37 16,6 0-206-16,-3-3-420 0,10 0 186 0</inkml:trace>
  <inkml:trace contextRef="#ctx0" brushRef="#br0" timeOffset="144989.09">10487 14637 85 0,'4'7'172'15,"-1"1"-17"-15,4 2-10 0,-2 1-19 0,-1 1-7 16,2 2-10-16,-2-2-2 0,0-1-13 0,-2 0-8 16,1 0-7-16,-2-2-6 0,1 0 4 0,-1-2-1 15,0-1 6-15,-1-6 9 0,1 10 11 0,-1-10 4 16,0 0-4-16,0 0-9 0,0 0-6 0,-10 4-4 15,10-4-4-15,0 0 2 0,-13-14-8 16,8 6-5-16,1-2-2 0,-1 0-2 0,4 0-10 0,0-6-3 16,1-1-4-16,0 5-3 0,1-5-6 0,2-2-6 15,0 0 4-15,3 3-8 0,4-9-4 0,-1 10-3 16,1-3-5-16,8-1 0 0,-5 6-6 0,2 3 4 16,2 0-6-16,-1 4 1 0,2 3-7 0,0 3 8 15,-1 2-10-15,-1 3 5 0,2 3-5 0,-3 3 1 16,3 0 3-16,-1 8 3 0,1 0-5 0,-7-3 1 15,1-2 2-15,-3 2-2 0,-2-2-3 0,1 1 3 16,-3-4 8-16,3 1-4 0,-4-4-6 0,0 3 1 16,-2-3 4-16,1-2 0 0,-2 0 3 0,-1-6 2 15,0 0 2-15,0 9-3 0,0-9-3 0,0 0 0 16,0 0 4-16,0 0-3 0,0 0 4 0,-23-15-4 16,20 9-2-16,1-1-5 0,-1-6 3 0,3 0-3 15,0 1 1-15,3-6 1 0,2 1-3 0,5-7-1 16,0-1-3-16,6 4-4 0,2 0 3 0,1 5-2 15,1-1 2-15,-2 7-1 0,0 1-3 0,2 1 1 16,-3 4-3-16,2 3 5 0,-1 2-3 0,0 3 7 16,0 1-4-16,-3 4 4 0,-1 0-1 0,0 5 2 15,-3 1 9-15,0 2-1 0,-3 1-10 0,-1-3 4 16,1 2 0-16,-3 2 3 0,2 0 0 0,-2 0 2 16,-2-1 3-16,0-2-11 0,0 1-11 0,-2-3-30 15,-1 0-42-15,0-3-36 0,-1 0-51 0,2-1-39 16,-1-2-37-16,-3-2-147 0,3-6-428 0,0 0 190 15</inkml:trace>
  <inkml:trace contextRef="#ctx0" brushRef="#br0" timeOffset="145177.14">11307 14521 137 0,'2'-9'201'0,"-1"4"-13"15,-1 5-16-15,2-10-22 0,-2 10-16 0,0 0 5 16,0 0-3-16,0 0-3 0,0 0-5 0,4 20-9 15,-4-9-9-15,-1 4-13 0,-2 3-7 0,3 2-8 16,-2-2-6-16,1 0-8 0,-1 1-10 0,0-1-28 16,0 0-36-16,1 0-34 0,0-1-48 15,1-2-51-15,-1-3-36 0,-1 3-125 0,2-3-325 0,0-3 143 16</inkml:trace>
  <inkml:trace contextRef="#ctx0" brushRef="#br0" timeOffset="145567.59">11518 14643 25 0,'3'-9'185'16,"3"-1"-1"-16,2-6-6 0,-2-1-5 0,-1 3-12 15,0-2-3-15,2 0 0 0,3 5-10 0,-6 0-2 16,3 1-7-16,0 1-16 0,-1 4-9 0,1 1-10 15,0 0-7-15,-7 4-5 0,17 4-8 0,-7 1-2 16,-2 3-5-16,1 5-8 0,1 0-6 0,-6-2-6 16,1 6-3-16,-1 1-5 0,-3 0-4 0,0-1-23 15,1 2-30-15,-1-3-51 0,0 1-47 0,1-2-57 16,-1-2-52-16,1 0-158 0,-2-3-404 0,0 2 179 16</inkml:trace>
  <inkml:trace contextRef="#ctx0" brushRef="#br0" timeOffset="146010.78">12027 14392 1706 0,'0'0'36'0,"4"-6"15"16,-4 6-45-16,0 0-7 0,0 0 9 16,0 0 4-16,0 0 19 0,17 11 12 0,-13-3 10 15,4 2 3-15,3 5 12 0,-5 2 6 0,1 1-3 16,5 3-6-16,-6 0-6 0,3 4-6 0,-4-5-1 0,4 5-7 16,-4-7-24-16,3 2 2 0,-3-5-1 15,2 2-1-15,-3-1-3 0,0-4-1 0,1-2-6 16,-1 0 0-16,-1-1 3 0,1-2 6 0,0-1 5 15,-1-1 9-15,-3-5 11 0,4 8 9 0,-4-8 8 16,5 1 8-16,-5-1-13 0,0 0 3 0,11-10-16 0,-5 1 0 16,2-5-8-16,-1-2 1 0,1 0-8 0,3-10-1 15,1 1 2-15,-3-3-5 0,1 1-4 16,2-2-5-16,-1-2-1 0,3 0 0 0,-1-1-1 16,1 4-3-16,-1-1 0 0,-2 3 1 0,3 4-4 15,-8 7-5-15,1 2 5 0,-2 4-15 0,0 0-29 16,-1 3-34-16,-1 3-17 0,-3 3-23 0,10-1-29 15,-10 1-33-15,9 6-42 0,-3 2-43 0,-3 3-141 16,2 0-432-16,-3 2 192 0</inkml:trace>
  <inkml:trace contextRef="#ctx0" brushRef="#br0" timeOffset="146403.24">12652 14518 95 0,'-3'-9'214'0,"3"9"-11"0,0 0 4 0,-13-10-9 16,3 6-8-16,1 2-7 0,-7 0-4 0,0 5-9 16,-4 1-10-16,-7 5-7 0,0 3-13 0,5 1-10 0,-1 7-11 15,-1-1-11-15,3 3-8 0,4-4-9 16,3-2-13-16,4 1-4 0,2 0-8 0,3-1-7 16,0-3-6-16,3 1-2 0,4-1-6 0,0-3-4 15,4 0-2-15,0 1-5 0,1-5 0 0,4-1-5 16,3 0-2-16,-1-2 5 0,5-4-8 0,-1-2-3 15,2 2-4-15,-3-4 1 0,-1-2-3 0,2 1-3 16,-2-4 1-16,-1-1 2 0,1-1-4 0,1-1-5 16,-3-2 3-16,-2 0 8 0,1 1-13 0,-1 0 2 15,0-1 0-15,-2-1 3 0,0 1-9 0,-2 5 3 16,-1 2 0-16,-1-1 2 0,0 3-7 0,-3 1 1 16,-2 5-4-16,4-6 1 0,-4 6 0 0,0 0 2 15,0 0 2-15,7 19 0 0,-7-3-1 0,0 1 2 16,0-1-2-16,2-3-5 0,-4 8 9 0,0-3-3 15,4 1-10-15,-2 0-26 0,0-2-33 0,0-2-42 16,-2 2-48-16,4-2-40 0,-2-4-45 0,4 0-201 16,-4-1-481-16,0-10 213 0</inkml:trace>
  <inkml:trace contextRef="#ctx0" brushRef="#br0" timeOffset="146638.13">12913 14309 99 0,'-2'-11'265'0,"1"1"-9"0,1 2-23 0,0 8-23 15,-1-8-23-15,1 8-9 0,0 0 4 0,0 0 1 16,2 30-7-16,0-6-15 0,-2 3-4 0,0-1-8 16,2 4-16-16,-2 0-16 0,0-2-7 0,0 4-6 15,0-1-16-15,5 0-8 0,-5 1-9 0,0-1-4 16,2-5-24-16,1 1-29 0,-3-2-39 0,0-4-52 15,2-1-53-15,-2-4-68 0,0 0-59 0,-2-5-173 16,-1 2-465-16,1-1 206 0</inkml:trace>
  <inkml:trace contextRef="#ctx0" brushRef="#br0" timeOffset="147153.81">13077 14552 197 0,'0'0'218'16,"0"0"3"-16,0 0 1 0,0 0-13 0,5 20-11 16,-7-10-21-16,-1 4-17 0,1 1-14 0,-1-2-14 15,-1-3-16-15,4 6-7 0,0-4-15 0,-2 1-7 16,2-1-10-16,2-1-5 0,-2 2-8 0,4-2-5 16,1-3-4-16,-2 2-3 0,3-2-7 0,-2-4-2 15,3-1 1-15,-1 0-3 0,2-2-10 0,3-1-4 16,-11 0-4-16,18-4 2 0,-9 1-5 0,0 0-1 15,0-5-4-15,0 0 2 0,0-2 3 0,2-2-8 16,-2 1 5-16,0-4-6 0,0 2-1 16,0-2-2-16,-2 5 4 0,-3 0-11 0,1 4 1 0,-1 1 1 15,0 0-5-15,1 1 1 0,-5 4-6 0,7-2 6 16,-7 2-1-16,0 0 2 0,11 9 1 16,-5-3 0-16,-3 0 2 0,2 2 0 0,1 2-1 0,1-2-2 15,-1 0 5-15,1 1-4 0,1-2 3 16,0-1 3-16,3 0-3 0,1-2 6 0,3-2-6 0,2 1-1 15,2-1 3-15,-1-4 0 0,5-1 0 0,-6-1-3 16,0-1 1-16,-2-3 1 0,3 1-2 0,-3-3 3 16,0-1 1-16,-7 6-2 0,1-4 0 0,-1 0 0 15,-2-6 2-15,-2 3-4 0,1-3 1 16,-5 3 0-16,-2-1 3 0,-1 2-1 0,-1-2-3 0,0 4-2 16,-1 1 1-16,-4-1 2 0,2 3 6 0,0 4-6 15,-1-1-2-15,-6 4-6 0,3 3 1 0,-7 5 5 16,4 0-1-16,0 1 1 0,1 2 0 0,5 1 2 15,0 2-7-15,4-5-22 0,4 3-32 0,0-2-38 16,0 0-47-16,2 0-38 0,2-3-52 0,2 1-191 16,2-1-458-16,8-1 204 0</inkml:trace>
  <inkml:trace contextRef="#ctx0" brushRef="#br0" timeOffset="147776.26">14050 14548 71 0,'0'0'247'0,"0"0"-19"16,0 0-20-16,0 0-5 0,0 0-6 0,0 0-14 16,-16 12-13-16,9-3-16 0,2 2-13 15,-1 3-13-15,-1-4-15 0,3 7-8 0,2-2-15 16,0-4-6-16,-1 1-9 0,5-1-5 0,-1 0-6 0,0-2-6 15,2 0-6-15,-1-3-2 0,2 3-9 16,1-3 2-16,1-1-4 0,2-2-4 0,0-1-7 16,-1-2 2-16,2 0-6 0,3-3 2 0,-2-1-4 15,1-1 1-15,-1-1-3 0,-2-2-1 0,3-2-6 0,-5-3-1 16,2-2-1-16,-3-4 1 0,-1 3-1 0,-4-2 1 16,0 1-5-16,0-2-5 0,-6-5-3 0,3 3 1 15,-3 4 1-15,-1 2 1 0,0 0-4 16,0 5-3-16,1 1 2 0,-4 0 6 0,6 4 3 15,0 0-3-15,-1 2-6 0,5 3 0 0,-9-4 1 16,9 4-1-16,0 0 1 0,0 0-1 0,0 0-1 0,0 0 5 16,0 0-3-16,14 23 2 0,-6-19-1 0,4 1 6 15,1-1-5-15,6-1 0 0,-2-3 2 0,12 0 0 16,0-2 1-16,-1 0 1 0,-1-4-2 16,-1 0 2-16,-5 0-3 0,-5-1 6 0,0-3-3 15,-1 0 3-15,-7 1 1 0,6-4 1 0,-7 3-1 0,2-6 3 16,-2 0 2-16,-2 0-4 0,-5 0-3 0,0-1 4 15,2 4 7-15,-2 0 5 0,-2 1-3 0,1 3 5 16,-2 3 6-16,2-1-1 0,1 7-7 16,-5-10 8-16,5 10-12 0,0 0 7 0,0 0 4 15,-18 25 5-15,10-2 5 0,-2 4 0 0,1 4 9 0,-1 2 2 16,-2 11-1-16,1 2 5 0,5 1-7 0,1-12-4 16,0 1-1-16,3 11-6 0,1-11-1 0,-1-2-6 15,2 2 3-15,0 9-12 0,0-12 7 16,0 1-1-16,-2-2-8 0,-2-1-3 0,4-2-8 15,0 0-24-15,-3-1-33 0,1-2-33 0,-2-1-47 0,2-9-39 16,0-1-58-16,-1-2-51 0,1-5-259 16,-5 0-581-16,7-8 257 0</inkml:trace>
  <inkml:trace contextRef="#ctx0" brushRef="#br0" timeOffset="147939.26">14232 14831 95 0,'2'-9'218'0,"0"3"-12"0,0 1-13 16,0-4-15-16,-2 9-21 0,10-8-11 0,-2 4-19 16,4-3-7-16,8 3-15 0,0-2-17 15,10 0-35-15,1 1-50 0,3 1-56 0,16-4-40 16,3 2-42-16,5 5-100 0,7-3-254 0,2-4 112 0</inkml:trace>
  <inkml:trace contextRef="#ctx0" brushRef="#br0" timeOffset="148277.29">15278 14349 132 0,'-3'-6'236'16,"3"6"-24"-16,-1-11-18 0,1 11-22 0,-1-7-15 16,1 7-13-16,0 0-10 0,0 0 5 15,0 0 1-15,6 29-6 0,-5-10 0 0,1 7-4 16,-2 1-6-16,0 3-8 0,-2 2-9 0,-2 2-10 16,1-3-11-16,-3 0-7 0,1 0-7 0,-1-1-4 15,1 1-9-15,1-5-8 0,0 2-1 0,-1-4-7 0,4-5-5 16,-1 0-7-16,1 0-10 0,1-5-20 15,-1 0-22-15,2-4-33 0,-1 2-30 0,0-7-43 16,0 2-27-16,0-7-29 0,0 0-37 0,-2 12-157 16,2-12-407-16,0 0 180 0</inkml:trace>
  <inkml:trace contextRef="#ctx0" brushRef="#br0" timeOffset="148637.06">15242 14305 159 0,'17'-2'182'16,"2"3"2"-16,1 4 1 0,-2 3-6 0,3 1-17 15,4 5-15-15,-2 5-3 0,-4-1-13 0,-3 3-12 16,-7-3-10-16,1 5-8 0,-5 4-11 0,0-3-8 16,-6 1-7-16,-4 1-12 0,-2-2-1 0,-3-2-4 15,0-5-6-15,-4 0-7 0,-3 2-7 0,3-6-4 16,1-3-8-16,-2-1-4 0,0 0-1 0,3-4 0 0,2 0-2 15,0-2-3-15,0-1 0 0,0-3 1 16,10 1-5-16,-13-3-1 0,13 3-1 0,-12-6-1 16,10 0-3-16,2 6 0 0,-2-12 2 0,2 5-5 15,0 7 6-15,4-11 1 0,-4 11 1 0,8-7 7 16,-2 4-5-16,-6 3 2 0,14 1 3 0,-6 2 2 0,3 3 1 16,-1 0 5-16,3 3-3 0,1 3-4 15,-2 1 12-15,3-1-13 0,-2 4 1 0,1-4 0 16,0 3-7-16,0-1-19 0,0 0-34 0,-1-1-36 15,1 2-48-15,-1-5-48 0,5 0-38 0,-6 0-171 16,0-2-415-16,-3-2 184 0</inkml:trace>
  <inkml:trace contextRef="#ctx0" brushRef="#br0" timeOffset="148961.21">15785 14690 133 0,'-5'-7'218'0,"5"7"6"0,-9-7-11 16,3 3-7-16,-3 1-12 0,9 3-8 0,-19 0-16 16,7 4-7-16,-2 0-10 0,2 2-12 0,-3 3-16 15,1 1-2-15,3-1-18 0,2 1-7 0,1 3-11 16,3 0-7-16,0 1-10 0,-1 1-5 0,8-1-4 16,-1-2-6-16,6 3-6 0,-1-1-5 0,2 0-8 15,1 2 0-15,2-4-2 0,3 1-6 0,-1 0-8 16,1 0 1-16,0 1 1 0,-4-2-4 0,-2-2-5 15,-2 1 1-15,2-1 2 0,-3-4-4 0,-1 1-2 16,-1 0 2-16,-2 1 5 0,-1-8 6 0,-1 12 0 16,-3-6 1-16,-2-2-2 0,-1 3-2 0,-2-2-1 15,-1-1-3-15,-2-1-6 0,2 2 6 0,-2-1-13 0,0-3-21 16,-1 2-27-16,1-1-37 0,0-1-52 16,-1 1-70-16,1-5-57 0,0 1-190 0,4-2-488 15,8 4 215-15</inkml:trace>
  <inkml:trace contextRef="#ctx0" brushRef="#br0" timeOffset="149126.68">15908 15012 280 0,'7'0'278'16,"-7"0"-3"-16,13-1-4 0,-6-1-2 0,-7 2-9 16,11 0-19-16,-11 0-21 0,8-1-21 0,-8 1-20 15,0 0-28-15,0 0-18 0,8 3-28 0,-8-3-45 16,0 0-45-16,0 0-55 0,0 0-73 0,0 0-78 15,0 0-241-15,0 0-468 0,0 0 207 0</inkml:trace>
  <inkml:trace contextRef="#ctx0" brushRef="#br0" timeOffset="166805.79">16905 14582 129 0,'0'0'132'16,"0"0"4"-16,0 0-9 0,15-11-6 0,-4 7-18 15,0 2-9-15,3-1-1 0,-1 1-6 0,4 0-3 16,-1 0-8-16,-2-1-8 0,4 2-13 0,-4-1 2 16,-3 2-19-16,2 0-21 0,-3 0-34 0,-2 2-29 15,0-2-35-15,1 4-32 0,-4 0-81 0,-5-4-209 16,3 11 92-16</inkml:trace>
  <inkml:trace contextRef="#ctx0" brushRef="#br0" timeOffset="166966.16">16929 14768 9 0,'0'0'127'16,"15"0"-13"-16,-1 0-10 0,6 0-11 0,3-2-27 16,8-2-28-16,3 0-35 0,3 1-47 0,15 0-41 15,3-4-93-15,1-4 41 0</inkml:trace>
  <inkml:trace contextRef="#ctx0" brushRef="#br0" timeOffset="167471.44">18811 14382 106 0,'-7'-7'178'0,"7"7"-5"0,-8-5-5 15,8 5-14-15,-6-4-18 0,6 4-13 0,0 0-14 16,-5-3-12-16,5 3-8 0,0 0-5 15,0 0 3-15,-11 7 9 0,11-7-10 0,-7 10-4 16,3-4-5-16,-3 2-7 0,5 0-6 0,-1 1-8 0,2-2-4 16,-2 2-5-16,2 0-5 0,0 0 0 0,2 2-4 15,2-2-3-15,1 1-3 0,-1-1-2 0,3 1-1 16,0 0 0-16,3-1-3 0,4 1-4 0,-2 1-1 16,5-4-2-16,-5 2-1 0,6-2-4 15,-2-1 3-15,0 3-3 0,2 0-1 0,-4-5 0 0,2 4-3 16,-4-2-1-16,1-1-1 0,-3 2-2 0,0-1-2 15,-1-1-3-15,-3-1 1 0,0 0-1 0,0 0 2 16,-1 2-3-16,-2 1 5 0,-2-7-4 0,0 10 4 16,0-10-2-16,-8 12 0 0,1-4-2 0,-2-2 1 15,0 2 1-15,-4 0 0 0,2-2-4 0,-6 3-9 16,6-5-15-16,-7 0-10 0,2 0-17 0,3-2-21 16,-2 0-27-16,3-4-35 0,0 1-24 0,-1-3-23 15,3-1-133-15,-1 1-341 0,3-3 152 0</inkml:trace>
  <inkml:trace contextRef="#ctx0" brushRef="#br0" timeOffset="167639.12">18866 14375 165 0,'4'-3'154'0,"-4"3"-9"0,10-8-5 16,-3 5-1-16,2 1-13 0,1-3-4 0,3 5-15 15,5-4-9-15,-2 1-10 0,5 1-12 0,0 0-3 16,6 0-8-16,1 1-9 0,-1 0-5 0,1-1-23 0,-7-1-32 15,7 3-32-15,-6-3-42 0,-3 0-42 0,1 2-113 16,1 0-252-16,-3-2 112 0</inkml:trace>
  <inkml:trace contextRef="#ctx0" brushRef="#br0" timeOffset="168172.93">17962 15261 101 0,'0'0'120'0,"0"0"-5"0,0 0-1 0,0 0-9 16,28 9-4-16,-7-7-11 0,13-3-9 0,4 2-4 0,19-1-4 16,4 1-3-16,1-3-11 0,3-4-1 0,27 3-1 15,-29-1-4-15,4-1-1 0,-2 2-8 0,27-3 2 16,-30 5-1-16,5-1 3 0,-1-4 3 0,25 4 1 16,-27-1 4-16,-2-2-4 0,29 2-1 15,-28-4-4-15,2 7-1 0,1-4-1 0,0 1-4 0,-4 0 0 16,1 1-8-16,-2-2 0 0,-6 2-1 0,-3 0-6 15,-14 2-3-15,-3-1-2 0,1-2-1 0,-5 2-2 16,-9 2-13-16,-3-1-15 0,-6 2-29 0,-3-2-29 16,-10 0-19-16,12 1-31 0,-12-1-22 15,6 0-150-15,-6 0-315 0,0 0 140 0</inkml:trace>
  <inkml:trace contextRef="#ctx0" brushRef="#br0" timeOffset="169957.61">18547 15451 44 0,'0'0'115'15,"0"0"-7"-15,0 0-21 0,0 0 11 0,0 0-9 16,0 0 0-16,0 0-3 0,0 0-4 0,1-7-5 16,-1 7 3-16,0 0 1 0,0 0-9 0,0 0 0 0,0 0-5 15,0 0-8-15,0 0 4 0,3-9-15 16,-3 9-2-16,0 0-4 0,0 0-2 0,0 0-1 16,-1-10-2-16,1 10 0 0,0 0-2 0,0 0-15 15,2-5 11-15,-2 5-3 0,0 0 4 0,0 0-6 16,0 0 4-16,4-9 4 0,-4 9 0 0,0 0 2 0,0 0-6 15,0 0 3-15,1-9-3 0,-1 9 2 16,0 0-1-16,0 0 3 0,0 0-4 0,0 0 3 16,0 0 1-16,0 0-1 0,0 0-2 0,0 0-1 15,0 0 1-15,0 0-3 0,0 0-3 0,0 0-2 16,0 0 0-16,0 0-3 0,0 0-3 0,0 0-1 0,0 0-6 16,0 0 1-16,0 0-1 0,0 0-2 15,0 0 1-15,0 0-6 0,0 0 0 0,0 0 1 16,0 0 3-16,0 0 1 0,0 0 0 0,1 35-3 15,-2-25 3-15,1 4 5 0,0 0-2 0,0 1-2 16,1 2-1-16,-2-2 9 0,2 4-9 0,-2 0 1 16,0-3-3-16,1 0-1 0,2-3-1 0,0 3 2 15,-1-3-2-15,3-3 1 0,-2 0-2 0,1-1 0 16,-2 1 0-16,4-3 3 0,-2-1-2 0,1 0 3 16,1 0-3-16,-1-1 4 0,2-2-1 0,-6-3-3 15,10 6 30-15,-5-5-5 0,-5-1-1 0,21-1-4 16,-13-2-4-16,-1 2 0 0,5-5-1 0,-3-1-1 15,2 1-2-15,-1-2-5 0,2 0 3 0,0-3-5 16,0 0 3-16,0-1-1 0,-1-1-3 0,-1 0 0 16,-3 5-2-16,2-8 2 0,-4 6 0 0,1 0-6 15,-1 0 4-15,-1-2-3 0,0 3 4 0,0 2-3 16,-2 0 0-16,-2 7-1 0,4-9 0 0,-1 5-1 16,-3 4 1-16,2-9-5 0,-2 9-3 0,0 0 2 15,0 0-2-15,0 0 1 0,0 0 1 0,0 0 3 16,2 20 3-16,-5-6 7 0,3 4 0 0,-1 0 2 15,-2 6-2-15,2-5 1 0,2 6-1 0,-3-6 6 16,2 2-2-16,-3-2 0 0,-1 2-3 0,8-4 0 16,-3 3-2-16,1-2 2 0,-1 0 0 0,1-4-2 15,2 3-4-15,-2-3-9 0,0-4-14 0,1 1-23 16,-1 1-25-16,0-3-38 0,-2-1-34 0,3 0-43 16,-1 1-43-16,-2-9-193 0,0 10-450 0,0-10 200 15</inkml:trace>
  <inkml:trace contextRef="#ctx0" brushRef="#br0" timeOffset="170571.09">19003 15677 95 0,'0'0'172'0,"0"0"3"15,0 0-3-15,0 0-1 0,0 0-14 0,0 0-10 16,0 0-11-16,-9 25-9 0,5-16-12 0,-1 1-16 15,0 1-7-15,-1 4-8 0,2-4-8 0,0 0-5 16,0 0-11-16,2-2-7 0,-1 1-6 0,1-1-2 16,2-1-4-16,3 1-5 0,-1-2-3 0,0 1-2 15,3-3-5-15,0 1-1 0,2-3 0 0,2 2 3 16,-2-3-8-16,4 0 3 0,-1-2-1 0,0 0 2 16,-1-1-2-16,1 0-1 0,0-2 1 0,1-1-4 15,-2-2-1-15,1 1 3 0,-2 0-3 16,1-2 1-16,-3 0 0 0,0 0-5 0,-2-2 6 0,-1 3-9 15,-1-2 2-15,0 2-1 0,-2 6-3 16,0-17 1-16,0 7-5 0,0-1 3 0,-3 1 0 0,3 0-3 16,-1 3 1-16,1-3 0 0,-2 1-1 15,2-1-1-15,0 10 0 0,0-13-4 0,3 8 4 0,-3 5-2 16,5-10-1-16,-1 6 0 0,1 0-2 16,-5 4 2-16,13-2-1 0,-7 0-1 0,-6 2 1 15,14 4 1-15,-2-1-2 0,-5 2 3 0,2 1-2 16,2 1 1-16,-4 0 0 0,0 2 1 0,0-1-2 15,1 1 3-15,-2 2-2 0,0 0-1 0,0-2 2 0,-3 0 1 16,4 2 3-16,-4-2-2 0,-1 0 1 16,1-2-5-16,1 3-1 0,-2-5 3 0,1 3-2 0,1-2 4 15,-2-1 1-15,2 2 1 0,2-4-2 16,-1 1-1-16,-5-4-1 0,13 2 4 0,-13-2-4 16,17-2-1-16,-7 0 1 0,2-2 0 0,-1-1 3 15,-1-2-1-15,-1 0-1 0,4-1 2 0,-3-5 2 16,2 2-1-16,-5-1-3 0,2-2-1 0,-2 2 3 15,-3-2-2-15,-2 0 2 0,-4 3-1 0,0-2 1 16,-1 1-2-16,-3 3 0 0,0-2-1 0,-3 3 1 16,-2 0 0-16,0 2-2 0,2 2-4 0,-3 3-5 15,0 2-11-15,-1 2-11 0,3-1-35 0,0 5-30 16,-2 1-45-16,3-3-49 0,2 2-187 0,2 0-406 16,5-7 180-16</inkml:trace>
  <inkml:trace contextRef="#ctx0" brushRef="#br0" timeOffset="171522.86">19783 15680 63 0,'0'0'146'0,"0"0"-4"15,0 0-1-15,0 0-13 0,0 0 6 0,0 0-10 16,6 25-2-16,-5-18-13 0,1 4-9 0,-1 0-4 15,-1 0-10-15,4 1-11 0,-3-2-4 0,-1 2-6 16,1-3-3-16,-1 1-9 0,0-10-5 0,0 13 2 16,0-7-7-16,0-6 5 0,-1 8 0 0,1-8 11 15,1 7 7-15,-1-7 10 0,0 0-5 0,0 0-7 16,0 0-9-16,0 0-2 0,0 0-6 0,0 0-4 16,-16-14-5-16,12 8-5 0,1-2-3 0,1 1-3 15,0-4-2-15,1 1-6 0,0 0 3 0,2-6-2 16,2 3-3-16,-1 1-2 0,2-5-2 15,4 3-3-15,-3 4-1 0,3-4 0 0,-2 2 0 16,3 5-5-16,2-1 1 0,1 1-4 0,1 5 1 0,-3 2-3 16,3 0 2-16,-1 1 1 0,-1 1-2 0,0 5 0 15,1-2 0-15,-3 3 2 0,0 1 0 0,1-2 0 16,-2 3-5-16,-2-2 6 0,2 3-4 16,-1-5 0-16,-2 2 2 0,0-2-4 0,-1 1 6 0,-1-2-4 15,-3-5-2-15,5 9 5 0,0-5 1 16,-5-4 0-16,5 6 1 0,-5-6 1 0,0 0 2 15,0 0-3-15,0 0 2 0,0 0-1 0,0 0-1 16,0 0 0-16,0 0-1 0,0 0-6 0,0 0 3 16,8-16 0-16,-6 9 3 0,1 0-4 0,2-1-2 15,3-2 3-15,-2 3-3 0,1-2 2 0,0 4-2 16,2-2 1-16,0 2-2 0,-1 1 3 0,0 0-3 16,-1 3 0-16,-7 1-1 0,13 3 3 0,-5 1-2 15,-2 3 3-15,3 2 0 0,-3-1 0 0,-3 2 1 16,1 1-2-16,-2 2 6 0,0 0-3 0,-5-1 0 15,4 5-13-15,-2-4-22 0,0-1-25 0,1-2-31 16,0-10-39-16,0 17-58 0,0-9-197 0,0-8-416 16,0 0 184-16</inkml:trace>
  <inkml:trace contextRef="#ctx0" brushRef="#br0" timeOffset="171913.2">20362 15683 161 0,'0'0'179'16,"0"0"1"-16,0 0 2 0,0 0-9 0,0 0-9 16,-2 23-16-16,-4-13-10 0,1-1-5 0,1 0-13 15,-4 1-6-15,3-2-11 0,0 1-8 0,1 0-8 16,0-3-7-16,2 1-7 0,-2-2-7 0,4-5-3 16,-4 9-7-16,4-9 2 0,-5 5 6 0,5-5 3 15,-5 2-3-15,5-2-11 0,0 0 0 0,0 0-6 16,0 0-3-16,-5-18-12 0,5 18 3 15,5-19-6-15,-5 9 0 0,4-6-5 0,1 5-1 0,1-6-6 16,1 1 2-16,-1 0-3 0,1-1-5 0,-1-2-2 16,4 4 3-16,-2-3-2 0,1 2 0 0,1 3 1 15,-2 5 0-15,3-5-3 0,-2 6 1 0,0 1 1 16,0 2-3-16,-3 4 4 0,-6 0 7 16,17 3 4-16,-9 3 0 0,-1 2 1 0,2 2 7 15,-1 4 2-15,-3 2 1 0,2 0-6 0,-4 0 3 16,1-1-6-16,-1 2 2 0,-2 0-14 0,1 1 16 15,0-3-10-15,-2-3 0 0,1 4-20 0,0-4-16 0,-1-2-29 16,0 0-24-16,0 0-31 0,0-10-43 0,2 14-49 16,-1-9-38-16,0 2-212 0,-1-7-480 15,0 0 213-15</inkml:trace>
  <inkml:trace contextRef="#ctx0" brushRef="#br0" timeOffset="172085.76">20417 15670 144 0,'-7'-4'173'0,"7"4"-7"16,0 0-11-16,0 0-9 0,-5-8-15 0,5 8-13 15,0 0-12-15,0 0-8 0,0 0-7 0,0 0-6 16,24-4-30-16,-6 1-40 0,4-4-60 0,9-2-70 16,-1 0-106-16,6-4-239 0,10-6 106 15</inkml:trace>
  <inkml:trace contextRef="#ctx0" brushRef="#br0" timeOffset="172299.34">21049 15076 24 0,'0'-9'175'0,"0"9"-11"15,12-5-21-15,-6 1-16 0,4 2-9 0,2-1-15 16,1 0-15-16,3 0-20 0,-2-1-31 0,4-1-31 16,-5 3-35-16,0 1-36 0,-2 0-30 0,0 1-49 15,-4 0-156-15,-7 0 69 0</inkml:trace>
  <inkml:trace contextRef="#ctx0" brushRef="#br0" timeOffset="172447.18">21045 15127 84 0,'-10'4'159'0,"1"2"-28"0,3-3 7 0,0 0-25 16,6-3 2-16,-10 5-8 0,10-5 3 0,0 6-3 16,0-6-6-16,0 0-8 0,22 4-8 0,-8-4-7 15,13-1-11-15,3-2-17 0,4-3-44 0,1-1-44 16,14-5-41-16,-12 4-44 0,1-2-95 0,11-6-235 16,-14 4 104-16</inkml:trace>
  <inkml:trace contextRef="#ctx0" brushRef="#br0" timeOffset="183392.27">22199 14894 7 0,'0'0'133'0,"-2"-8"-12"16,2 8 20-16,-5-7-6 0,5 7-10 0,-5-9-5 16,5 9 3-16,-4-6-8 0,0 1-3 0,4 5-1 0,-5-10-6 15,2 6-2-15,3 4-4 0,-4-10-2 16,4 10-7-16,-3-9-6 0,3 9-9 0,-4-8 1 16,4 8-2-16,-5-7 8 0,5 7-9 0,0 0-8 15,-4-6-7-15,4 6-5 0,0 0-8 0,0 0-7 16,0 0-3-16,-4-6-2 0,4 6-5 0,0 0-5 15,0 0-5-15,0 0 2 0,0 0-3 0,0 0 0 16,8 28-2-16,-7-15-1 0,3 2 0 0,0 3 4 16,-1-1-3-16,0 4 0 0,1-2 0 0,-2 0 0 15,0 1 0-15,2 4 1 0,-1 1-5 0,-1-6 7 0,1 0-8 16,0 0 0-16,-3 5 1 0,0-7 0 0,1-2-3 16,-1 1 8-16,0-1-7 0,0-2-3 0,1-2 0 15,1 2-3-15,-1-1 6 0,-1-1-7 16,1 0-13-16,1-3-26 0,-2-8-18 0,0 13-25 15,0-13-24-15,0 0-20 0,-2 15-19 0,2-15-20 16,0 0-16-16,0 0-161 0,-4 7-368 0,4-7 163 16</inkml:trace>
  <inkml:trace contextRef="#ctx0" brushRef="#br0" timeOffset="183772.81">22491 14899 76 0,'12'-5'160'0,"1"1"-2"15,1 2-8-15,6-1 0 0,-6 4-10 0,-2-1-8 16,5 5-7-16,-5 2-17 0,-2 0-7 0,1 4-9 16,-2 2-9-16,0-1-7 0,-4 6-7 0,0-4-3 15,-5 4-12-15,-1 0-1 0,-5 0-11 0,-1-1 1 16,0-2-3-16,-2 2-3 0,-1-3-8 0,-2 1-3 15,-1-1-3-15,0-2 0 0,3-3-4 0,-4 1 1 16,4-3-6-16,0-3 3 0,0 2-1 0,1-1-4 16,2-1 1-16,3-1 0 0,4-3 0 0,-11 2-6 15,11-2 4-15,-5 2-6 0,5-2 2 0,0 0-3 16,0 0-4-16,0 0 8 0,0 0-8 0,0 0 10 16,0 0-6-16,0 0 8 0,32-2 2 0,-23 3 0 15,2-1 3-15,1 2-2 0,0-1 5 0,1 2-2 16,0 2-1-16,1-3-3 0,3 2-1 0,-3-1-10 15,2 2-28-15,-4-1-45 0,-1 0-33 0,2 0-44 16,-3-1-54-16,-10-3-109 0,14 3-337 0,-14-3 149 16</inkml:trace>
  <inkml:trace contextRef="#ctx0" brushRef="#br0" timeOffset="183946.69">22881 15086 81 0,'0'0'173'0,"0"0"8"0,5-4 9 16,-5 4-7-16,0 0-9 0,4-5-19 0,-4 5-14 16,0 0-14-16,0 0-14 0,0 0-10 15,0 0-13-15,0 0-27 0,0 0-39 0,0 0-46 0,0 0-57 16,0 0-42-16,0 0-142 0,0 0-285 0,0 0 127 16</inkml:trace>
  <inkml:trace contextRef="#ctx0" brushRef="#br0" timeOffset="184265.56">23017 14917 134 0,'2'-8'173'0,"-2"8"1"0,0 0-9 0,3-4 3 16,-3 4-20-16,0 0-10 0,0 0-11 0,0 0-11 16,0 0-6-16,0 0 0 0,0 0-8 15,0 0 1-15,4 18-22 0,-1-10-1 0,-3 1-10 16,2 0-5-16,2 2-6 0,0-2-6 0,0 1-2 15,1-1-7-15,3 0-4 0,-2 3-6 0,2-4-3 0,0 2 5 16,3-3-10-16,-3 3 1 0,1-1 2 0,-1-3-6 16,0 2-4-16,0 2 1 0,0-1-4 15,-1-1 3-15,-1 0-5 0,0-2-1 0,-3 1-5 16,1-3 1-16,-1 3 3 0,-3-7 1 0,3 11-2 16,-2-7 0-16,-1-4 1 0,0 0-1 0,-4 17-1 15,0-13-2-15,0 1 1 0,4-5-10 0,-11 9-9 0,2-6-14 16,1 0-16-16,8-3-24 0,-20 2-32 15,9-2-36-15,11 0-23 0,-20-4-28 0,11 0-20 16,-3 0-101-16,-3-5-330 0,0 2 146 0</inkml:trace>
  <inkml:trace contextRef="#ctx0" brushRef="#br0" timeOffset="184409.2">23046 14886 28 0,'12'-14'127'0,"4"5"18"0,0-4-6 0,1 6-7 16,2-3-3-16,0 2-5 0,-2 1-11 0,4 1-4 15,0 1-15-15,6 0-7 0,-7 1-11 0,1 2-6 16,-3 1-13-16,1 1-24 0,-3-1-37 0,0 2-39 16,-5 0-43-16,1 2-136 0,-5 0-240 0,-7-3 106 15</inkml:trace>
  <inkml:trace contextRef="#ctx0" brushRef="#br0" timeOffset="185068.19">23408 15104 145 0,'0'0'148'16,"0"0"-13"-16,21 11 2 0,-15-10-15 0,1 1-8 15,-7-2-9-15,15 4-1 0,-5-3-4 0,1 2-1 16,-1-1-10-16,1 0-2 0,-1-2-4 0,2 2 1 16,-2 0-3-16,3-2 0 0,0 0-5 15,-3 0-4-15,-10 0-7 0,20-2-1 0,-8 0-4 16,-2 0-3-16,-10 2 6 0,13-6-12 0,-5 1-2 0,-8 5-6 15,13-9-1-15,-9 5-3 0,5-3 1 0,-3 0 0 16,1 1-8-16,-7 6 1 0,8-17-7 0,-7 9 0 16,0-3-3-16,-1 11-1 0,0-19 0 0,-2 6-5 15,-1 1-2-15,-2-3-2 0,-2-1-1 0,-1 1-5 16,4 2 15-16,-4-2-15 0,-1 0 1 0,-1-2 2 16,1 4-4-16,0-3-1 0,4 6-1 0,0-1-3 15,1 2 2-15,2 0-2 0,-1 3 3 0,3 6-4 16,0 0-2-16,6-22 2 0,2 15 0 0,2 2 3 15,2-2-4-15,7 1-1 0,-1 1 4 16,1 3-5-16,3 0 6 0,-2 2-1 0,7 1-6 0,-5 2 6 16,-3 4 2-16,0-3-2 0,-1 5 2 0,-1 1-1 15,-2 0 11-15,-4 3-1 0,-3-2-1 0,-3 1 4 16,4 4 1-16,-5-1 1 0,-1 1 2 0,-2 0 5 16,-1 0-3-16,-3-3 1 0,1 2 4 0,-1 0-4 15,1-2-2-15,-2-2-2 0,-1 0 1 16,0 1-5-16,2 0-2 0,0-3 1 0,1 1-1 15,2-2 0-15,0 0 0 0,1 0-3 0,-1-8 2 16,4 14 0-16,0-10 0 0,0 1-5 0,3 1 0 0,1-3 4 16,2 1-5-16,3-3-6 0,0-1-22 15,6 3-38-15,-4-6-44 0,6 2-54 0,-5-3-37 16,4-2-50-16,-3-2-168 0,-1 2-445 0,-1-3 198 16</inkml:trace>
  <inkml:trace contextRef="#ctx0" brushRef="#br0" timeOffset="185188.5">24186 14993 12 0,'0'0'107'0,"0"0"-15"15,-3 14-22-15,3-14-36 0,-4 8-51 16,4-8-33-16,-9 10-54 0,3-6 24 0</inkml:trace>
  <inkml:trace contextRef="#ctx0" brushRef="#br0" timeOffset="185531.3">22150 15770 157 0,'14'2'167'0,"6"2"-8"0,13 0-17 15,24 0-13-15,5-2-14 0,39 4-26 0,5-4-30 16,9-8-29-16,16-1-44 0,19-4-50 16,9 1-98-16,13-5-175 0,7 0 78 0</inkml:trace>
  <inkml:trace contextRef="#ctx0" brushRef="#br0" timeOffset="195363.37">11367 14266 11 0,'2'-7'92'16,"-2"7"-4"-16,0 0-21 0,0 0 1 0,0 0-6 16,0 0 3-16,0 0-7 0,0 0-9 0,0 0-3 15,0 0 4-15,-7-8 12 0,7 8-18 0,0 0-6 16,0 0-10-16,0 0 8 0,0 0-12 0,0 0 7 16,0 0-9-16,0 0-3 0,0 0-2 0,0 0-9 15,0 0 7-15,0 0 0 0,0 0 0 0,0 0-6 16,0 0-2-16,0 0 0 0,0 0 1 0,-5-4-10 15,5 4 14-15,0 0-8 0,0 0 10 0,0 0-8 16,0 0 2-16,0 0 1 0,0 0 7 0,0 0 5 16,0 0-7-16,0 0 7 0,0 0 8 0,0 0 8 15,0 0-12-15,0 0-2 0,0 0 5 0,0 0-7 16,0 0 0-16,0 0-1 0,0 0-10 0,0 0-10 16,0 0 14-16,0 0-12 0,0 0 5 0,0 0 0 15,0 0-1-15,0 0 4 0,0 0-6 0,0 0-2 16,0 0-1-16,0 0 5 0,0 0 0 0,0 0-2 15,0 0 15-15,0 0-18 0,0 0 7 0,0 0 1 16,0 0-1-16,0 0-8 0,0 0-5 0,0 0 10 16,0 0 4-16,0 0-7 0,0 0 1 0,0 0 0 15,0 0-4-15,0 0-1 0,0 0 4 0,0 0 5 16,0 0-7-16,0 0 4 0,0 0 2 0,0 0 0 16,0 0 2-16,0 0-8 0,0 0 0 0,0 0 0 15,-10-2 0-15,10 2-2 0,0 0 0 0,0 0 3 16,-9-2-5-16,9 2 4 0,0 0 2 0,0 0-4 15,0 0-3-15,0 0 0 0,-13 5 11 0,13-5-11 16,-4 6 10-16,4-6-13 0,-7 4 2 0,7-4-3 16,0 0 1-16,-5 4 4 0,5-4 0 0,0 0 2 15,0 0-1-15,0 0 5 0,0 0-8 0,-2 7 4 16,2-7 0-16,0 0 2 0,0 0-1 0,0 0 6 16,0 0-13-16,0 0 10 0,0 0-1 0,0 0-2 15,0 0-1-15,12 7 0 0,-12-7 4 0,0 0 2 16,0 0-1-16,0 0 4 0,0 0-2 0,0 0-2 15,0 0 0-15,0 0-4 0,0 0 3 0,0 0-3 16,0 0 7-16,0 0-9 0,0 0 6 0,0 0-5 16,0 0 6-16,0 0-9 0,0 0 1 0,0 0-3 15,0 0 7-15,0 0-9 0,0 0 4 0,0 0 5 16,0 0 0-16,0 0-3 0,0 0 0 0,0 0 2 16,-18 1 10-16,18-1-13 0,0 0 4 0,1 9-3 15,-1-9 1-15,0 0 3 0,0 0-2 0,5 10-2 16,-5-10-1-16,0 0 9 0,0 0-4 0,3 6 6 15,-3-6 2-15,0 0 0 0,0 0-7 0,0 0 1 16,0 0 0-16,0 0 0 0,0 0 1 0,0 0 0 16,0 0 2-16,0 0-4 0,0 0-3 0,0 0 6 15,-5-23 2-15,5 23-5 0,-4-7-2 0,4 7-3 16,-5-6 4-16,5 6-4 0,0 0-2 0,-4-5-2 16,4 5 6-16,0 0 6 0,0 0-13 0,0 0 3 15,0 0 7-15,-14 12-13 0,10-6-20 0,1 1-38 16,3-7-25-16,-2 12-127 0,-1-3-239 0,6-1 106 15</inkml:trace>
  <inkml:trace contextRef="#ctx0" brushRef="#br0" timeOffset="206989.46">21743 12650 16 0,'0'0'23'15,"0"0"-6"-15,0 0-3 0,0 0-10 0,0 0-5 16,0 0-5-16,0 0-6 0,0 0-12 0,0 0 6 0</inkml:trace>
  <inkml:trace contextRef="#ctx0" brushRef="#br0" timeOffset="-194684.27">3858 8615 171 0,'0'0'178'0,"9"-4"-28"0,-9 4-46 15,0 0-41-15,0 0-63 0,0 0-64 0,0 0-37 16,0 0-108-16,0 0 48 0</inkml:trace>
  <inkml:trace contextRef="#ctx0" brushRef="#br0" timeOffset="-151430.29">18838 5895 2 0,'0'0'14'0,"0"0"-1"15,0 0 0-15,0 0-2 0,-2-8 3 0,2 8-3 16,0 0 4-16,0 0-6 0,0 0-2 0,-5-6-4 15,5 6 3-15,0 0-2 0,0 0 2 16,-3-7-2-16,3 7 2 0,0 0 2 0,0 0-3 0,0 0 3 16,0 0-1-16,0 0 1 0,-6-4 1 0,6 4-8 15,0 0 0-15,0 0 3 0,0 0-1 0,0 0-2 16,0 0-3-16,-7-3 4 0,7 3 4 0,0 0-4 16,0 0 2-16,0 0-4 0,0 0 3 15,0 0 0-15,0 0-4 0,0 0-1 0,0 0 1 16,0 0-1-16,0 0 6 0,0 0-5 0,0 0 1 0,0 0 0 15,0 0-4-15,0 0 4 0,0 0-2 0,0 0 3 16,-16 2 7-16,16-2-6 0,0 0 0 0,0 0-1 16,0 0-4-16,-8-1 5 0,8 1 1 0,0 0-3 15,0 0 3-15,0 0-4 0,-8 5 1 16,8-5-7-16,0 0 9 0,0 0-5 0,0 0 6 0,-7 1 0 16,7-1 0-16,0 0-1 0,0 0 5 15,0 0 0-15,0 0-5 0,-7 3 0 0,7-3 0 0,0 0 3 16,0 0-3-16,0 0 1 0,0 0 1 15,0 0-4-15,0 0 2 0,0 0-2 0,0 0 8 16,0 0-4-16,0 0 1 0,0 0-3 0,0 0 4 16,0 0-3-16,0 0 2 0,0 0 1 0,0 0 3 0,0 0-6 15,0 0 2-15,0 0 1 0,0 0-2 0,0 0-3 16,0 0 3-16,0 0-2 0,0 0 5 0,0 0-8 16,0 0 3-16,0 0 3 0,-7 2 3 15,7-2-1-15,0 0-1 0,0 0-4 0,0 0 7 16,0 0-4-16,0 0-7 0,0 0 8 0,0 0-8 0,0 0 0 15,0 0 10-15,0 0 8 0,0 0-6 16,0 0 5-16,0 0-1 0,0 0 1 0,0 0-5 16,0 0 11-16,0 0-9 0,0 0 4 0,0 0-6 15,0 0 5-15,0 0 2 0,0 0 4 0,0 0-2 16,0 0-1-16,0 0 3 0,0 0 6 0,0 0-2 16,0 0-1-16,0 0-12 0,0 0 11 0,0 0-5 0,0 0 0 15,0 0 0-15,0 0 7 0,0 0-8 0,0 0-4 16,0 0 3-16,0 0 0 0,0 0 3 15,0 0-7-15,0 0 2 0,0 0-2 0,0 0-1 16,0 0-3-16,0 0 12 0,0 0-4 0,0 0 4 16,0 0 0-16,0 0 8 0,-6-10-11 0,6 10-3 0,0 0-3 15,0 0 1-15,0 0-10 0,0 0 9 16,0 0-1-16,0 0-5 0,0 0 1 0,0 0 2 0,0 0-5 16,0 0 0-16,0 0-1 0,0 0-2 15,0 0 5-15,0 0-1 0,0 0 2 0,0 0-1 16,0 0-5-16,0 0 7 0,0 0 2 0,0 0-11 0,0 0 5 15,0 0-1-15,0 0 3 0,0 0-6 0,0 0 5 16,0 0 3-16,0 0 1 0,0 0-2 16,0 0 3-16,0 0-1 0,0 0 3 0,0 0-9 15,0 0 7-15,0 0 3 0,0 0-1 0,0 0-5 16,0 0 4-16,0 0-3 0,0 0 1 0,0 0-8 0,-2-8 6 16,2 8-1-16,0 0-1 0,0 0 0 0,0 0-3 15,0 0-6-15,0 0 9 0,0 0-13 16,0 0 28-16,0 0-17 0,0 0-3 0,0 0-2 15,0 0 15-15,0 0-29 0,0 0 1 0,0 0-13 16,0 0-4-16,0 0-3 0,0 0-16 0,0 0 6 16,0 0-12-16,0 0-5 0,0 0-13 0,0 0 9 0,0 0 3 15,0 0-1-15,0 0 2 0,0 0-2 0,0 0 4 16,0 0-34-16,0 0-102 0,0 0 46 0</inkml:trace>
  <inkml:trace contextRef="#ctx0" brushRef="#br0" timeOffset="-140333.49">25156 6102 67 0,'0'0'83'0,"0"0"-34"16,0 0-38-16,0 0-46 0,0 0-39 0,0 0 18 15</inkml:trace>
  <inkml:trace contextRef="#ctx0" brushRef="#br0" timeOffset="-36076.07">20450 6988 27 0,'0'0'98'0,"0"0"-15"0,0 0-2 0,0 0-12 15,0 0-7-15,0 0-4 0,0 0-8 0,0 0-7 16,16 5 3-16,-16-5-12 0,9 3-13 0,-9-3-8 16,9 0-27-16,-9 0-21 0,13 1-26 0,-13-1-36 15,10 2-103-15,-5 0 46 0</inkml:trace>
  <inkml:trace contextRef="#ctx0" brushRef="#br0" timeOffset="-184962">31913 12153 11 0,'-2'-9'87'0,"2"9"-2"15,-3-5 3-15,3 5 7 0,0 0-22 0,-4-8-1 16,4 8-2-16,0 0-10 0,0 0-2 0,-5-5-13 16,5 5-9-16,0 0 0 0,0 0-3 0,0 0-10 15,0 0 11-15,0 0 3 0,1 23-8 0,1-14-4 16,-1-2 5-16,0 3 4 0,2 2-2 0,-1-1 1 16,1-2-5-16,0 2-2 0,-2-2 6 0,1 0 0 15,2-4 7-15,-1 1 4 0,-1 1 13 0,-2-7 21 16,7 4 5-16,-7-4 0 0,20-5-13 0,5-8-2 15,6-5-10-15,22-10-9 0,3-6-12 0,37-14-31 16,6 0-30-16,11-5-33 0,5-8-47 0,5-2-51 16,-5 2-105-16,9-10-281 0,0-6 124 0</inkml:trace>
  <inkml:trace contextRef="#ctx0" brushRef="#br0" timeOffset="55100.65">14306 13660 29 0,'-12'-1'41'0,"3"1"-2"0,9 0-10 0,-22-2 0 16,13 2 2-16,1-2-7 0,8 2-4 0,-21-2-9 16,12-1 3-16,-3 2 0 0,3 0 4 0,9 1 1 15,-16-1 8-15,8 0-9 0,-1-1 1 0,9 2-1 16,-14-1 6-16,9-2 3 0,5 3 3 0,-10-3 1 15,10 3 1-15,-9-3-5 0,9 3 3 0,-9-2-7 16,9 2 2-16,0 0-7 0,0 0-6 0,0 0-2 16,-9-2 2-16,9 2-2 0,0 0-2 0,0 0-4 15,0 0 2-15,0 0 11 0,37 1-8 0,-18 0 8 16,4-1-4-16,11-1-4 0,5 1 10 0,-1-1-3 16,21 2-1-16,-3-2-1 0,3-2 0 0,5 5 5 15,0-4 3-15,0-1 2 0,25 3-5 0,-25-1-9 16,27-1 2-16,-27-2-2 0,1 2 7 0,31-4-5 15,-7 2 7-15,-23 0-1 0,32-3 6 0,-7 3 5 16,-1 0-10-16,2 0-2 0,-25-1 7 0,25 0-8 16,-4 4 3-16,2-2 3 0,0-2 3 0,-26 2-8 15,29 2 3-15,-26 1-3 0,24 0-3 0,-26 1 0 0,23 2-4 16,-23-3 0-16,28 3-10 0,-28 0-14 16,30-1-9-16,1-1-30 0,-3 3-13 0,4 2-27 15,-1-2-91-15,-2-2-199 0,-1-4 88 0</inkml:trace>
  <inkml:trace contextRef="#ctx0" brushRef="#br0" timeOffset="163223.17">2743 5900 25 0,'0'0'21'0,"-3"-5"4"0,3 5 5 0,0 0-3 15,0 0-6-15,0 0-1 0,0 0 5 0,0 0-2 16,0 0-4-16,0 0-6 0,0 0 2 0,0 0-6 16,0 0 3-16,0 0-5 0,0 0 1 0,0 0 1 15,0 0-7-15,0 0 4 0,0 0-5 0,0 0 4 0,-3-7-4 16,3 7 1-16,0 0-1 0,0 0 1 16,0 0-2-16,0 0-6 0,0 0 3 0,0 0-1 15,0 0-1-15,0 0 4 0,0 0 6 0,0 0-6 16,0 0 2-16,0 0 1 0,0 0 1 0,0 0-3 15,0 0-1-15,8 19 0 0,-8-19 0 0,4 5-4 16,-4-5 1-16,0 0 7 0,0 0-2 0,0 0 2 16,3 6-1-16,-3-6-3 0,0 0 6 0,0 0-4 15,0 0 3-15,0 0 1 0,0 0 7 0,5 5 4 16,-5-5-5-16,0 0 8 0,0 0-2 0,0 0 2 16,0 0-2-16,0 0 5 0,0 0 5 0,0 0-3 15,0 0 16-15,0 0-10 0,0 0 1 0,0 0 9 16,0 0 0-16,0 0 6 0,0 0-9 0,0 0 0 15,0 0 4-15,0 0-9 0,0 0 2 0,0 0-3 16,0 0 0-16,0 0 3 0,0 0-3 0,0 0-10 16,0 0 14-16,0 0-24 0,0 0 2 0,0 0 6 15,0 0-3-15,-5-26-4 0,5 26-9 0,0 0 11 16,-1-9-8-16,1 9 5 0,-1-7-10 0,1 7 6 16,0 0 12-16,-1-10-10 0,1 10-1 0,0 0-3 15,0 0-11-15,0-11 18 0,0 11-4 0,0 0 4 16,0-9-7-16,0 9 0 0,0 0 8 0,0 0-5 15,1-9 4-15,-1 9 4 0,0 0-2 0,0 0 4 16,0-8-7-16,0 8 1 0,0 0 2 0,0 0 2 16,0 0-6-16,1-7 2 0,-1 7-18 0,0 0 10 15,4-6-4-15,-4 6 8 0,0 0 1 0,5-7-7 16,-5 7 1-16,5-6-6 0,-2 0 5 0,2 1-2 16,-5 5 1-16,6-8 2 0,-3 4 8 0,-3 4-10 15,9-8-4-15,-4 3 5 0,0 0-7 0,-1 1 9 16,3-3-6-16,2 0-3 0,-1-1 2 0,1 1 3 15,-1 0 0-15,2 0 1 0,-1 0-5 0,-1 1 2 16,2-1-4-16,-1 0 9 0,0 3-8 0,1-1 5 16,-4 3 2-16,3-3-9 0,0 0 5 0,-1 2 3 15,-2 1-5-15,3-2 8 0,-1 1 0 0,1 0-6 16,-3 2-2-16,-6 1-2 0,13-1-1 0,-5 1 8 16,-8 0-12-16,12 1 7 0,-5 0 1 0,-7-1-3 15,14 3 7-15,-7 0 2 0,0-1-3 0,-1 0-6 16,-6-2-5-16,17 3 16 0,-10 0-8 0,0 1 3 15,-1 0 2-15,2-1-4 0,-2-1 9 0,5 1-6 16,-4 3 6-16,3-2-10 0,-3-1-1 0,-1 2 5 16,2 1-1-16,2 0-3 0,-10-6 6 0,12 6-3 15,-6-2-4-15,0 1 2 0,1 0-2 0,-1 0 4 16,-6-5 6-16,13 7-3 0,-4-3-3 0,-1 1-2 16,-2-2 5-16,3 1-6 0,-3 1 4 0,1-3 2 15,2 3-7-15,1-2 5 0,-1 1-1 0,0 1 4 16,1 0-1-16,-1 0 1 0,1-1-5 0,0 1 4 15,3-1-6-15,-3-2-1 0,1 1-2 0,0-1 11 16,-2 4-3-16,3-4 4 0,-1 1-1 0,-1-1-4 16,-2-1 8-16,-2 2-15 0,-6-3 6 15,14 0-4-15,-6 3 10 0,1-3 0 0,-9 0-3 0,14 0-2 16,-4 0 1-16,-2 0-1 0,-8 0 0 0,14-3 5 16,-14 3-6-16,14 0 3 0,-8 0-6 0,-6 0 7 15,13-1-1-15,-6-2 0 0,0 1-1 0,-7 2-6 16,12-3 4-16,-12 3 1 0,9-5-1 0,-9 5 3 15,7-3 2-15,-3 0 1 0,-4 3 1 0,7-9-2 16,-5 4-1-16,-2 5-7 0,4-9 4 0,-1 3 4 16,-3 6-6-16,4-10 5 0,-2 5 1 0,-2 5-2 15,5-10 0-15,-5 10 4 0,4-9-6 0,-4 9 3 16,1-10-6-16,-1 10 6 0,4-8-4 16,-4 8-2-16,4-10 2 0,-3 5 1 0,-1 5-2 0,4-8 5 15,-4 8-6-15,3-6 1 0,-3 6-2 16,0 0 4-16,2-6-3 0,-2 6-2 0,0 0-2 0,0 0 5 15,5-6 1-15,-5 6 2 0,9-4-5 0,-2 3-1 16,-7 1 3-16,15-2 1 0,-4 1-6 0,2-1 6 16,-1 2-8-16,-1-2 6 0,1 0 2 15,0 3 1-15,-1-1-6 0,0 3 6 0,2-3 0 16,-3 2 1-16,4-1-5 0,-4 1-2 0,2-1 1 16,-2 2 1-16,3-2 3 0,-3 2 2 0,2 0 1 0,-2 0-2 15,-1 0 0-15,0-1 3 0,0 1-2 0,0 1-4 16,-9-4 2-16,16 5-3 0,-9-2-3 0,-1 1 5 15,-6-4 0-15,15 7 4 0,-8-4 0 16,1 1-1-16,0-1-1 0,1 2-3 0,-9-5 5 0,16 8-1 16,-6-4-3-16,0 1 2 0,-1-1 2 15,0-1-1-15,1 1-2 0,-2-1 3 0,-8-3-4 0,14 5 4 16,-5-1-3-16,-1-2-4 0,-8-2 6 16,16 6 0-16,-7-4 11 0,0 1-11 0,-9-3-1 0,18 4-5 15,-10-3-3-15,1 3 5 0,-9-4-2 16,16 1 2-16,-16-1 5 0,17 2-5 0,-6 0 6 15,-11-2-2-15,15 0-7 0,-15 0 4 0,15 0 5 16,-15 0 1-16,15-3-7 0,-7 3 6 0,-2-1-5 0,-6 1 2 16,13-4 1-16,-5 2-3 0,0-4 3 15,0 5 5-15,-3-3-9 0,6 0 2 0,-3-2-6 16,-1 2 11-16,1-1-18 0,-1-1 14 0,1 1-1 16,0 1 2-16,-1 0 8 0,1-2-11 0,1 2 9 15,0-2-12-15,-3 0 5 0,3 1-4 0,-1-2-2 16,-1 3 5-16,1-2-3 0,1 2 6 0,-3 0-3 15,3-1 1-15,2 2 9 0,-1-4-16 0,0 4 2 16,2-2-7-16,0 2 10 0,0-1-2 0,1 0 3 16,1 1 0-16,0 0-3 0,-1 1 4 0,1 1-1 15,3-2 2-15,-4 2-5 0,1-2-1 0,0 1 5 16,4 0-2-16,-1 0 0 0,3 1 3 16,-2 1-3-16,0 0 9 0,-4 0-23 0,4 0 12 0,0 0 4 15,-5 3 7-15,1-3 0 0,0 2-6 0,4 0-4 16,-2 0 2-16,-2-1-6 0,-1 3 9 0,2-1-3 15,-3-1-3-15,3 1 0 0,-2 2 2 0,0-3 1 16,-2 2-1-16,1-1 0 0,1 2 6 0,-2-1-5 16,0-1-4-16,0 0 1 0,-2 1 3 0,1-2 2 15,-10-2-2-15,21 2-2 0,-15 0 6 0,-6-2-3 0,15 2 2 16,-7 0 0-16,-8-2 2 0,14 0-5 16,-14 0 1-16,17-1-1 0,-10 0 2 0,-7 1 0 15,16-3-2-15,-16 3 1 0,12-3-7 0,-12 3 9 16,16-4-3-16,-16 4 0 0,15-4 5 0,-6-2-11 15,1 2 5-15,0 1 0 0,1-2 2 0,1 0 1 16,0-1 10-16,1 1-10 0,-3 0 2 0,2-2-2 16,0 5 3-16,-2-2-11 0,1 0 2 0,0 1-4 15,-1 0 8-15,-10 3-7 0,17-3 7 0,-17 3-3 16,18 0 1-16,-10 0 0 0,-8 0-1 0,20 2 0 16,-11-1 2-16,4 0-5 0,-3 2 4 0,-1-1 7 15,4 2-7-15,-3-1 1 0,0-2 7 0,2 1-6 16,-1 2-2-16,-1 2 4 0,2-4 3 0,-2 2-7 15,2 0 3-15,-3-1-6 0,1-1 1 0,1-1 7 16,0 2-2-16,-1-1-5 0,-10-2 10 0,16 2-3 16,-16-2-3-16,16 0 0 0,-16 0 2 0,19 0 1 15,-19 0-3-15,15-2-2 0,-6 1 6 0,-9 1-4 16,14-4 1-16,-14 4-3 0,12-3-1 0,-12 3 6 16,11-4 13-16,-11 4-5 0,8-5-13 0,-8 5 3 15,9-3 0-15,-9 3 3 0,0 0-5 0,10-4-12 16,-10 4 8-16,0 0-3 0,0 0 7 0,10-3-7 15,-10 3 3-15,0 0-3 0,0 0 7 0,16 4 4 16,-16-4-4-16,11 4 1 0,-11-4-2 0,13 5-5 16,-4-2 2-16,-1 2-3 0,-1 1 6 0,3-1 1 15,1-2-1-15,-4 4-3 0,2-1 12 0,3-1-7 16,-1 2-6-16,1-3-1 0,-1 0 2 0,1 2-1 16,2-3 6-16,-1-1-2 0,1 0-3 0,-2 1 0 15,6-2 5-15,-5-1 5 0,0 0-11 0,0 1 5 16,1-1-6-16,0 0-7 0,-3-1 12 0,3 0-10 15,-2-1 8-15,1 1-2 0,-13 1 0 0,23-4-1 16,-14 4 1-16,1-5 4 0,-10 5 2 0,14-2 6 16,-14 2-16-16,13-3 8 0,-13 3-5 0,10-2 3 15,-10 2 5-15,11-2-4 0,-11 2-11 0,0 0 14 16,14-1 0-16,-14 1-8 0,0 0 2 0,17 2-2 16,-17-2 2-16,11 4-5 0,-4 0 8 0,-7-4-5 15,15 7 3-15,-5-4 1 0,-1 3-1 0,-1-4-7 16,2 4 12-16,1-4-3 0,-2 2 3 0,1-2-5 15,0 0 2-15,0 1 3 0,3-2 4 0,-2 0-13 16,1-1 2-16,-12 0 2 0,23 0 3 0,-10 0 0 16,-13 0 11-16,22-4-20 0,-10 3 17 0,-3-1-10 15,2 0 3-15,-11 2-1 0,15-4 3 16,-15 4 5-16,9-2-8 0,-9 2-10 0,0 0-3 16,14-2-16-16,-14 2-20 0,0 0-9 0,0 0-20 0,0 0-81 15,14 4-173-15,-14-4 76 0</inkml:trace>
  <inkml:trace contextRef="#ctx0" brushRef="#br0" timeOffset="176627.11">2720 6523 20 0,'0'0'20'0,"0"0"1"0,-9 0-1 0,9 0 5 0,0 0-8 16,0 0 0-16,-9 0 5 0,9 0-7 15,0 0 5-15,0 0-6 0,0 0-1 0,0 0 4 0,-8 1 1 16,8-1-5-16,0 0-4 0,0 0-3 0,0 0 3 16,0 0 1-16,0 0-4 0,0 0 2 0,0 0-1 15,0 0-5-15,0 0 1 0,0 0 8 0,0 0-3 16,0 0-1-16,0 0-4 0,19 8 5 15,-9-5 13-15,1-2 9 0,1 1-8 0,7-2 0 16,0 2-1-16,3-1 3 0,7-1 7 0,1-1-7 16,0 1 0-16,2-2-4 0,3-1 2 0,0 3-5 15,-1-1 8-15,5-2 0 0,1 1 1 0,0 0-14 16,12-1 7-16,-12 0 7 0,13 1 0 0,1-2-2 0,-1 2-4 16,-2 1-4-16,1-1 0 0,-1-2 0 0,-1 2-8 15,4 0 7-15,-15-1 3 0,15 0 5 16,0 0-12-16,-3 0 5 0,4 1-9 0,2-3 7 15,-2 3 0-15,-1-3 1 0,2 3 3 0,-1-1-3 0,-1 2-3 16,1-1 5-16,-2-2-3 0,1 4 0 0,-2-3-11 16,-2 3 11-16,-10-4-6 0,10 4 1 15,-11-1-3-15,-2 1 2 0,3-2 6 0,0 0-6 16,15 2-6-16,-17 0 14 0,3-2-3 0,10-1-2 16,0-2-1-16,0 3 7 0,-12 0-2 0,0-1 5 15,14-1-12-15,-2 0 10 0,-13 1-8 0,0-2 8 0,1 4-2 16,0-3-1-16,-2 0 0 0,2 2 6 0,-2-1-18 15,0-2 17-15,1 1-5 0,-1 0 1 0,0-1 6 16,2 2-2-16,12-3 0 0,-15 2-3 16,-1 0-1-16,2 1-2 0,-2 0-2 0,-2 2-7 15,0-2 6-15,-1 0 3 0,-2 1-3 0,0 1-1 16,1 0-6-16,-4-1 8 0,1 0-3 0,-1 2-2 16,-5 0-1-16,-1-2 1 0,-4 2-5 0,2-1 7 15,0 1-2-15,-2 0 0 0,-3 1 0 0,-1-2 0 16,-4 1 0-16,2-1 1 0,-3 1-11 0,-8 0 8 15,15-1 1-15,-6 2 8 0,-9-1 2 0,14-1 1 16,-7 0 4-16,-7 1 0 0,14 0-1 0,-14 0 0 16,9-1 0-16,-9 1 0 0,0 0 2 0,11 0-2 0,-11 0 5 15,0 0-2-15,0 0 1 0,0 0-3 16,9-1 4-16,-9 1-3 0,0 0-2 0,0 0-4 16,0 0-1-16,0 0-1 0,0 0-1 0,0 0-1 15,0 0-2-15,0 0-2 0,0 0-19 0,0 0-18 16,0 0-30-16,0 0-39 0,0 0-44 0,0 0-172 15,0 0-338-15,-19 31 150 0</inkml:trace>
  <inkml:trace contextRef="#ctx0" brushRef="#br0" timeOffset="-188245.91">30293 12703 12 0,'0'0'24'0,"0"0"-9"15,0 0 10-15,0 0-1 0,0 0-3 0,0 0 0 16,0 0 7-16,0 0-7 0,0 0 4 0,0 0 1 16,0 0 2-16,0 0-3 0,0 0 3 0,0 0-5 15,0 0 1-15,0 0 0 0,0 0-5 0,0 0 1 16,0 0 2-16,0 0-4 0,0 0 7 0,0 0-5 15,0 0 4-15,0 0 11 0,0 0-10 0,0 0-9 16,0 0 3-16,0 0-7 0,0 0 1 0,0 0-3 16,0 0 4-16,0 0-2 0,0 0-4 0,0 0 6 15,0 0-6-15,0 0-2 0,0 0-10 0,0 0 10 16,0 0-5-16,0 0 7 0,0 0-6 0,0 0 0 16,0 0-4-16,0 0-9 0,0 0 1 0,0 0-7 15,0 0 0-15,0 0-11 0,0 0-7 0,0 0-15 16,0 0-47-16,0 0-105 0,0 0 48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4T05:16:42.3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17215 7099 19 0,'0'0'53'0,"0"0"-5"16,0 0-8-16,0-9 0 0,0 9-4 0,0 0-2 15,0 0-9-15,0 0-7 0,0 0 4 0,0 0-3 16,0 0-10-16,0 0-6 0,0 0-10 0,0 0-11 16,0 0-11-16,0 0-23 0,0 0-57 0,0 0 25 15</inkml:trace>
  <inkml:trace contextRef="#ctx0" brushRef="#br0" timeOffset="1264.33">16788 4450 2 0,'0'0'6'0,"0"0"-3"0,0 0 1 16,0 0-3-16,0 0 0 0,0 0 1 0,0 0-2 16,0 0-4-16,0 0 3 0,0 0-2 0,0 0 3 15,0 0-3-15,0 0-1 0,0 0 1 0</inkml:trace>
  <inkml:trace contextRef="#ctx0" brushRef="#br0" timeOffset="4136.39">17923 4164 9 0,'12'0'17'0,"0"-1"-3"0,0 1 5 0,2-3-6 15,0 3-4-15,-1-1 0 0,5 1 1 0,-3 0 2 16,-1 0 0-16,-3-2-7 0,4 1 3 0,-2 0-4 16,2 1 6-16,-2 1-7 0,1-1 0 0,-2-1 6 15,4-1 0-15,-5 4-4 0,3-4 3 0,3 2-4 16,-3 0 5-16,0-1 4 0,-1 1-7 0,2 0 2 16,-2 0 0-16,1-2-5 0,0 2-2 0,-2 0 3 15,2 0 1-15,-3-2 0 0,2 2-6 0,-2 0 5 16,0-1-2-16,0 0-1 0,-11 1 0 0,14 0-1 15,-6 0 3-15,-8 0-1 0,13 0 7 0,-13 0-4 16,9-1 6-16,-9 1 0 0,7-2-1 0,-7 2-3 16,0 0 2-16,0 0 3 0,10-1-3 0,-10 1 0 15,0 0-4-15,0 0 4 0,0 0 5 0,0 0-8 16,0 0-4-16,8-2 0 0,-8 2 1 0,0 0 1 16,0 0-11-16,0 0-2 0,0 0-15 0,0 0-7 15,0 0-25-15,0 0-59 0,0 0 26 0</inkml:trace>
  <inkml:trace contextRef="#ctx0" brushRef="#br0" timeOffset="22688.05">14721 12520 35 0,'0'0'49'0,"0"0"-6"15,0 0-13-15,7-2-13 0,-7 2-2 0,0 0-9 16,0 0-12-16,0 0-26 0,0 0-34 0,0 0 15 16</inkml:trace>
  <inkml:trace contextRef="#ctx0" brushRef="#br0" timeOffset="30209.57">16733 11672 14 0,'7'-4'56'0,"-7"4"-6"0,0 0 5 0,0 0-9 16,7-1-1-16,-7 1-2 0,0 0-4 0,0 0-10 15,0 0-7-15,9 5 6 0,-9-5-2 0,0 0-1 16,0 0-8-16,0 0 1 0,3 6-1 0,-3-6 2 16,1 7 0-16,-1-7 4 0,3 6 1 0,-3-6-11 15,2 6 6-15,-2-6 4 0,0 0-4 0,5 7 0 16,-5-7 6-16,0 0-5 0,0 0 2 0,0 0 11 16,0 0-8-16,4 5 0 0,-4-5 1 0,0 0-13 15,0 0 7-15,0 0-3 0,11-2-8 0,-11 2 7 16,10-6-1-16,-1-1-6 0,0 0 6 0,7-5-12 15,7-5 20-15,3 1-18 0,2-4 4 0,0 1-8 16,4-2 10-16,9-7-23 0,2 0 7 0,0 3-11 16,-2 0-13-16,3 2-13 0,-12 7-33 0,1 0-71 15,-1-1-157-15,-2 1 70 0</inkml:trace>
  <inkml:trace contextRef="#ctx0" brushRef="#br0" timeOffset="36307.6">17811 5988 26 0,'0'0'31'0,"-3"-7"1"0,3 7-7 0,0 0-12 0,0 0-5 15,0 0-7-15,0 0-2 0,0 0-1 0,0 0-21 16,0 0-24-16,0 0 11 0</inkml:trace>
  <inkml:trace contextRef="#ctx0" brushRef="#br0" timeOffset="51461.28">17408 5223 13 0,'0'0'17'0,"0"0"0"0,0 0-5 0,0 0-2 16,0 0 0-16,0 0 1 0,0 0 4 0,0 0-2 15,0 0-2-15,0 0-5 0,0 0 1 0,0 0 4 16,0 0-4-16,-15-13-4 0,15 13 7 0,0 0-9 16,0 0 4-16,0 0 3 0,0 0-3 0,0 0-3 15,0 0 0-15,0 0-1 0,0 0 1 0,0 0 2 16,0 0-2-16,0 0-1 0,0 0 14 0,0 0-18 16,0 0 1-16,0 0-1 0,0 0 3 0,0 0-1 15,0 0-1-15,0 0 3 0,0 0 3 0,0 0-3 16,0 0 2-16,0 0-3 0,0 0-7 0,0 0 8 15,0 0-4-15,0 0 4 0,0 0 2 0,0 0 0 0,0 0-4 16,0 0 1-16,0 0 0 0,0 0-4 16,0 0 2-16,0 0-9 0,0 0-8 0,0 0-11 15,0 0-33-15,0 0 14 0</inkml:trace>
  <inkml:trace contextRef="#ctx0" brushRef="#br0" timeOffset="67117.53">14351 12619 36 0,'0'0'55'16,"0"0"-11"-16,0 0-10 0,0 0-1 0,0 0 0 15,0 0-6-15,0 0-8 0,0 0-4 0,0 0-8 16,0 0-9-16,0 0-18 0,0 0-8 0,0 0-15 16,0 0-45-16,0 0 20 0</inkml:trace>
  <inkml:trace contextRef="#ctx0" brushRef="#br0" timeOffset="69905.28">16336 12489 2 0,'0'0'80'0,"0"0"-2"0,0 0-5 16,0 0-4-16,0 0-5 0,0 0-8 0,0 0-5 0,0 0-4 16,0 0-8-16,0 0 4 0,11 0-9 15,-11 0-12-15,0 0 3 0,0 0 2 0,0 0-7 16,0 0-4-16,0 0-1 0,0 0 2 0,0 0 1 16,0 0-17-16,8 2 1 0,-8-2-2 0,0 0-6 0,0 0-13 15,0 0-5-15,5 4-6 0,-5-4-18 0,0 0-13 16,0 0-42-16,-1 8-109 0,1-8 49 15</inkml:trace>
  <inkml:trace contextRef="#ctx0" brushRef="#br0" timeOffset="71527.92">21875 12754 39 0,'0'0'51'0,"0"0"-9"0,0 0 1 15,0 0-5-15,0 0-7 0,-5-21-3 0,5 21-4 16,0 0-4-16,0 0 2 0,0 0-8 0,0 0 1 15,0 0 0-15,0 0-1 0,0 0-4 0,0 0 2 16,0 0-3-16,0 0 0 0,0 0-1 0,0 0-3 16,0 0 6-16,0 0-5 0,0 0-2 0,0 0 1 15,0 0-1-15,0 0 3 0,0 0 0 0,0 0-4 16,0 0-1-16,0 0 4 0,0 0-7 0,0 0 4 16,0 0 6-16,0 0-7 0,0 0 1 0,0 0-5 15,0 0 2-15,0 0 0 0,0 0 2 0,0 0-1 16,0 0-7-16,0 0 6 0,0 0 2 0,0 0-1 15,0 0 2-15,0 0-5 0,0 0 5 0,0 0-1 0,0 0-2 16,6 21 1-16,-6-21-3 0,0 0 3 16,0 0-2-16,0 0 7 0,0 0-4 0,0 0 1 15,0 0-3-15,0 0 2 0,0 0 8 0,0 0-10 16,0 0 11-16,0 0-5 0,0 0-1 0,0 0 1 0,0 0 4 16,0 0 2-16,0 0-4 0,0 0-4 0,0 0 1 15,0 0 3-15,0 0-2 0,0 0 0 0,0 0-4 16,0 0 4-16,0 0 0 0,0 0-3 0,0 0 0 15,0 0-1-15,0 0-1 0,0 0 2 0,0 0 2 16,0 0-3-16,0 0-1 0,0 0-3 0,0 8-1 16,0-8 5-16,0 0-2 0,0 0 2 0,0 0 0 15,0 0-1-15,0 0-1 0,1 9-2 0,-1-9 5 16,0 0-2-16,0 0-3 0,0 0 3 0,0 0 1 16,-3 8 5-16,3-8-7 0,0 0-4 0,-4 3-7 15,4-3-7-15,0 0-6 0,-5 8-10 0,5-8-21 16,-6 6-35-16,6-6-96 0,-10 2 44 0</inkml:trace>
  <inkml:trace contextRef="#ctx0" brushRef="#br0" timeOffset="74155.61">21838 12721 20 0,'0'0'42'16,"0"0"0"-16,0 0-3 0,0 0-7 0,-5 4-7 15,5-4 6-15,0 0-9 0,0 0 0 0,0 0 6 16,0 0 1-16,0 0-2 0,0 0-5 0,0 0-5 15,0 0 7-15,0 0 6 0,0 0-8 0,0 0 6 16,0 0-1-16,0 0 4 0,0 0-11 0,0 0 3 0,0 0-6 16,0 0-1-16,0 0 1 0,0 0-2 15,0 0-6-15,0 0 1 0,0 0 6 0,0 0-6 16,0 0-5-16,0 0-3 0,0 0 4 0,0 0-3 16,0 0 0-16,0 0-7 0,0 0 2 0,0 0-6 0,0 0-8 15,0 0-3-15,0 0-7 0,0 0-7 16,-6 4-24-16,6-4-38 0,-6 4-102 0,6-4 45 15</inkml:trace>
  <inkml:trace contextRef="#ctx0" brushRef="#br0" timeOffset="74929.23">23630 12024 19 0,'0'0'45'0,"0"0"-8"16,0 0-2-16,0 0-6 0,0 0-6 0,0 0-3 15,0 0-3-15,0 0-12 0,0 0-13 0,0 0-29 16,0 0-41-16,0 19 18 0</inkml:trace>
  <inkml:trace contextRef="#ctx0" brushRef="#br0" timeOffset="75631.25">23434 13015 72 0,'0'0'90'0,"0"0"-9"0,0 0-2 16,0 0-7-16,0 0-4 0,0 0-9 15,0 0 0-15,0 0-2 0,0 0-9 0,0 0-2 16,0 0-2-16,0 0-3 0,0 0-3 0,0 0 0 0,0 0-3 15,0 0-9-15,0 0 6 0,0 0-9 0,0 0 0 16,0 0-1-16,0 0 4 0,0 0-7 0,0 0 2 16,0 0-3-16,0 0 0 0,0 0 2 0,0 0 2 15,0 0-3-15,0 0-2 0,0 0 3 0,0 0-2 16,0 0-8-16,0 0 2 0,0 0 8 0,0 0-9 16,0 0-3-16,0 0 2 0,0 0 1 0,0 0 2 15,0 0-3-15,0 0 2 0,0 0-2 0,0 0 2 16,0 0-1-16,0 0 4 0,0 0 2 0,0 0-2 15,0 0-1-15,0 0-2 0,0 0 3 0,0 0 6 16,0 0-2-16,0 0 3 0,0 0 2 0,0 0 1 16,0 0-3-16,0 0 0 0,0 0-4 0,0 0 3 15,0 0-4-15,0 0 0 0,0 0-3 0,0 0 1 16,0 0-2-16,0 0-5 0,0 0 4 0,0 0-1 16,0 0-5-16,0 0 0 0,0 0-1 0,0 0 3 15,0 0-2-15,0 0-4 0,0 0 1 0,0 0-1 16,0 0-1-16,0 0 6 0,0 0-7 0,0 0 5 0,0 0-3 15,0 0 3-15,0 0-4 0,0 0-2 0,0 0 0 16,0 0 3-16,0 0 0 0,0 0-5 16,0 0 4-16,0 0 0 0,0 0-4 0,0 0 7 0,0 0-7 15,0 0-5-15,0 0-7 0,0 0-14 0,0 0-14 16,0 0-12-16,0 0-13 0,0 0-20 0,0 0-16 16,0 0-5-16,0 0-12 0,0 0-84 0,0 0-222 15,0 0 99-15</inkml:trace>
  <inkml:trace contextRef="#ctx0" brushRef="#br0" timeOffset="79331.2">25834 13007 52 0,'0'0'63'0,"0"0"-8"0,5-7-9 0,-5 7-12 16,0 0-6-16,0 0-13 0,0 0-4 0,6-4-11 0,-6 4-17 16,0 0-1-16,0 0-28 0,0 0-48 15,0 0 22-15</inkml:trace>
  <inkml:trace contextRef="#ctx0" brushRef="#br0" timeOffset="83812.39">23163 4679 22 0,'0'0'95'0,"0"0"-2"0,0 0-33 15,0 0 7-15,0 0-2 0,0 0-11 0,0 0-4 16,0 0-1-16,0 0-13 0,0 0 6 0,0 0 3 16,0 0-4-16,0 0-14 0,0 0 13 0,0 0-18 15,0 0 13-15,29-1-9 0,-9-1-2 0,9 1 0 16,0-1-5-16,3 2-6 0,1 1-2 0,-1-1-2 15,-3 0-14-15,1 0-7 0,-9 0-37 0,-1-1-4 16,-1 2-20-16,-6-1-57 0,0 2-141 0,-2-1 64 16</inkml:trace>
  <inkml:trace contextRef="#ctx0" brushRef="#br0" timeOffset="84218.4">23365 4709 73 0,'0'8'86'0,"-3"4"12"15,2 4-15-15,-3 3-17 0,-1 5 7 0,1 3 2 16,1 2 3-16,-3 0 0 0,2-3-17 0,2 0-2 16,-4-1-6-16,4-6-17 0,0 0 7 0,-1-2-8 15,-1 1-5-15,4-3 5 0,-1 0-4 0,0-2-4 16,0-1-2-16,-1-1-2 0,2 0-3 0,-1-4 5 15,0 0-7-15,1-7 0 0,-3 13 0 0,3-13-7 16,-1 11 5-16,1-11 1 0,-3 7-4 0,3-7-4 16,0 0 1-16,-7 5 1 0,7-5-3 0,-8 1-2 15,8-1 2-15,0 0 0 0,-18-6-4 0,12 3 4 16,6 3-7-16,-13-6 6 0,6 2-1 16,0 1-3-16,7 3 5 0,-12-5-9 0,9 2 8 0,3 3-7 15,-8-6 2-15,8 6 0 0,-5-4 3 0,5 4-3 16,0 0 2-16,-8-3-5 0,8 3 4 0,0 0-3 15,0 0 6-15,0 0-9 0,0 0-3 0,0 0 6 16,0 0 3-16,0 0-6 0,0 0 5 0,0 0-9 16,26 1-19-16,-12 0-20 0,2 0-20 0,3-1-24 15,2 2-17-15,1-1-77 0,-2 0-199 0,3-2 88 16</inkml:trace>
  <inkml:trace contextRef="#ctx0" brushRef="#br0" timeOffset="84540.27">23621 5036 11 0,'0'0'124'0,"0"0"-17"0,-9-2-6 16,9 2-8-16,0 0-7 0,0 0-1 0,-14 8-8 16,8-3-9-16,3-1-6 0,-1 1-6 0,0 5 3 15,1-3-17-15,2 1 16 0,1-8-20 0,-4 17-1 16,4-12-4-16,3 6 2 0,-1-2-8 0,2-1-3 15,-1-1-3-15,3 0-2 0,1 3-6 0,-1-2 5 16,2-1-6-16,-1 1 0 0,1-1 7 0,0-1-8 16,0 0 1-16,-2-1-1 0,-1-1-2 0,-3 0-3 15,-2-4-4-15,8 6 0 0,-5-2 4 16,-3-4-3-16,0 0 3 0,3 5 3 0,-3-5-4 0,0 0-11 16,-12 7 23-16,12-7-9 0,-17 3-4 0,3-3 1 15,0 2-11-15,-4-1-19 0,6-1-7 0,-1 2-22 16,1-2-12-16,2-2-16 0,10 2-7 0,-17 0-94 15,9 0-197-15,8 0 88 0</inkml:trace>
  <inkml:trace contextRef="#ctx0" brushRef="#br0" timeOffset="84714.22">23943 5099 60 0,'0'0'89'16,"8"-1"-17"-16,-8 1-22 0,10 0-19 0,-10 0-16 16,0 0-12-16,14 3-17 0,-9 1-17 15,-5-4-16-15,10 4-48 0,-8 0 21 0</inkml:trace>
  <inkml:trace contextRef="#ctx0" brushRef="#br0" timeOffset="84849.14">23977 5179 101 0,'-6'3'93'0,"6"-3"-8"16,0 0-7-16,0 0 1 0,0 0-16 0,0 0-8 16,0 0-6-16,0 0 1 0,0 0-2 0,0 0-26 15,20 5-34-15,-2-5-38 0,8-1-61 0,2-3-119 16,4-3 54-16</inkml:trace>
  <inkml:trace contextRef="#ctx0" brushRef="#br0" timeOffset="85084.06">24736 4880 132 0,'0'0'132'0,"0"0"0"0,0 0-25 15,18-10-11-15,-4 9-8 0,4-2-7 0,0 1-12 16,2 1-17-16,1 1-24 0,0-2-24 0,-2 0-22 16,1 3-20-16,-5-1-21 0,-3 0-76 0,-5 1-146 15,1 1 66-15</inkml:trace>
  <inkml:trace contextRef="#ctx0" brushRef="#br0" timeOffset="85437.9">24817 4891 79 0,'-2'10'87'0,"-1"2"2"16,-4 6 1-16,1 1 12 0,1 6-15 0,-2 0-7 15,2-1-8-15,0 0 2 0,-1-3-11 0,1-4-1 16,0 8 0-16,-3 1-8 0,-1-2-4 16,5-7 0-16,0 0-11 0,0-3 0 0,-1 1-7 15,1-4 7-15,2 0-9 0,-1-3-7 0,2-1 3 0,-3 1-1 16,4-8 0-16,-2 9-11 0,2-9 5 0,-3 8-1 15,3-8-4-15,0 0 9 0,-2 7 6 0,2-7-4 16,0 0-3-16,0 0-2 0,0 0 1 0,0 0-7 16,0 0 3-16,0 0 1 0,-16-11 4 15,16 11-8-15,-2-8 1 0,2 8-1 0,-3-8-1 0,3 8 7 16,0 0 0-16,-2-7 3 0,2 7 0 0,0 0-4 16,0 0 3-16,-2-8-5 0,2 8 3 0,0 0-1 15,0 0-3-15,0 0-6 0,0 0-3 0,0 0 2 16,0 0-2-16,0 0 1 0,9-5-10 0,-9 5-9 15,16 0-16-15,-2 1-29 0,5-1-16 0,9 0-39 16,4 3-32-16,0-2-113 0,1-1-275 0,4-2 122 16</inkml:trace>
  <inkml:trace contextRef="#ctx0" brushRef="#br0" timeOffset="85818.06">25161 5193 2 0,'0'0'140'16,"-7"-1"-9"-16,7 1-24 0,0 0-10 0,0 0-9 16,0 0-12-16,0 0-1 0,0 0-8 0,32 1-14 15,-23 1-3-15,1-1-2 0,-2 0-5 16,0 1-10-16,-8-2-1 0,11 2 2 0,-11-2-15 15,10 1 2-15,-10-1 2 0,7 4-7 0,-5 0 4 0,-2-4-8 16,4 8 3-16,0-3-6 0,-4 3 4 0,0-8 13 16,-4 15-3-16,0-4-2 0,0 0 6 0,-3 6-3 15,-1 0 6-15,-1-4 0 0,-1 1-3 16,0 0-4-16,2-4 11 0,0 0 2 0,3 0-2 16,-1-1 9-16,-2-2-13 0,2 2 6 0,1-4-8 0,2 1-4 15,3-6 4-15,-6 9-5 0,6-9-4 0,-5 6-2 16,5-6-2-16,0 0 0 0,6 10 5 0,1-6-5 15,4-1 0-15,17 2-8 0,9-2-27 0,18 1-25 16,7-4-52-16,4 2-32 0,-2-1-139 16,2-2-289-16,1-1 128 0</inkml:trace>
  <inkml:trace contextRef="#ctx0" brushRef="#br0" timeOffset="86136.71">23500 5749 107 0,'92'11'164'0,"20"-8"-16"0,18-2-16 16,23-4-16-16,16 1-19 0,15-1-28 0,12 0-17 16,7 0-38-16,5 3-46 0,-1 3-52 0,-14-3-47 15,0 0-141-15,-13-2 63 0</inkml:trace>
  <inkml:trace contextRef="#ctx0" brushRef="#br0" timeOffset="88517.76">17507 5750 29 0,'0'0'43'0,"0"0"-9"0,0 0-3 0,0 0-4 0,0 0-3 16,0 0-1-16,0 0-5 0,0 0-11 15,0 0-7-15,0 0-17 0,0 0-20 0,0 0-40 0,0 0 19 16</inkml:trace>
  <inkml:trace contextRef="#ctx0" brushRef="#br0" timeOffset="89422.15">17273 7215 17 0,'0'0'53'0,"0"0"-12"16,0 0 1-16,0 0-14 0,0 0 10 0,0 0-9 15,0 0 0-15,0 0-12 0,0 0-10 0,0 0 3 0,0 0-12 16,0 0-10-16,0 0-2 0,0 0-10 15,0 0 1-15,0 0-17 0,0 0-42 0,0 0 18 16</inkml:trace>
  <inkml:trace contextRef="#ctx0" brushRef="#br0" timeOffset="99071.69">31939 12124 5 0,'-1'-7'23'0,"1"7"-5"0,0 0-3 15,0 0-6-15,0 0 1 0,-3-7 6 0,3 7-3 16,0 0-1-16,0 0-4 0,0 0 0 0,0 0-5 16,3-12 3-16,-3 12 2 0,0 0-5 0,0 0 0 15,2-7 7-15,-2 7-5 0,0 0 0 0,4-6-4 16,-4 6 6-16,3-6 2 0,-3 6 5 0,0 0 0 15,3-4 0-15,-3 4 4 0,7-6-8 0,-7 6-3 16,0 0 3-16,3-5-7 0,-3 5 11 0,0 0-2 16,0 0 1-16,4-6 2 0,-4 6-8 0,0 0 2 15,4-5-3-15,-4 5-4 0,0 0 7 0,5-7 4 16,-5 7 2-16,4-3 2 0,-4 3-1 0,0 0-3 16,8-7-3-16,-8 7 3 0,5-3 3 0,-5 3 5 15,0 0-2-15,6-5 7 0,-6 5-14 0,0 0 3 0,0 0-1 16,0 0-10-16,0 0 12 0,0 0-5 15,5-4-3-15,-5 4-5 0,0 0-3 0,0 0 8 16,0 0-4-16,0 0-2 0,7 9 6 0,-7-9-1 16,0 0 0-16,2 8-2 0,-2-8 3 0,2 6-4 15,-2-6 0-15,1 7 0 0,-1-7-2 0,2 8 4 16,-2-8 8-16,0 0-9 0,-2 9 6 0,2-9-4 0,4 6-1 16,-4-6 0-16,0 0 6 0,-2 10-4 15,2-10 7-15,0 0-6 0,0 0 3 0,-2 11-4 16,2-11-5-16,0 0 3 0,0 0 0 0,2 9 2 15,-2-9-8-15,0 0 10 0,0 0-7 0,0 0 5 16,0 0-6-16,-2 10 2 0,2-10-2 0,0 0 0 16,0 0 4-16,-3 6 2 0,3-6 7 0,0 0-9 15,0 0-1-15,0 0-8 0,0 0 0 0,-1 7 8 16,1-7-4-16,0 0 6 0,0 0-3 0,0 0 7 16,0 0-10-16,0 0 8 0,0 0-13 0,0 0 1 15,0 0-3-15,0 0 13 0,0 0-5 0,0 0-5 16,0 0 3-16,0 0 9 0,0 0 6 0,0 0-5 15,0 0 15-15,0 0 0 0,0 0-9 0,0 0 6 16,0 0 6-16,0 0-9 0,0 0-5 0,0 0 2 16,0 0-6-16,0 0 1 0,0 0 4 0,0 0-2 15,0 0-10-15,-4 5 0 0,4-5 2 0,0 0 7 16,0 0-13-16,0 0 17 0,0 0-10 0,0 0 1 16,0 0 8-16,0 0-11 0,0 0 3 0,0 0-7 15,0 0 4-15,0 0-1 0,0 0 5 0,0 0-5 16,0 0-15-16,0 0 10 0,0 8-10 0,0-8-1 15,0 0 0-15,0 0-13 0,0 0-17 0,0 0-14 16,0 0-7-16,0 0-8 0,0 0-4 0,0 0-8 16,0 0-51-16,0 0-146 0,0 0 66 0</inkml:trace>
  <inkml:trace contextRef="#ctx0" brushRef="#br0" timeOffset="100898.12">31962 11994 13 0,'0'0'43'0,"0"0"-9"0,0 0 2 0,0 0-2 16,0 0-6-16,0 0-2 0,0 0-8 0,-5-11 1 15,5 11 8-15,0 0-9 0,0 0-2 0,-7-3-1 16,7 3 2-16,0 0-6 0,0 0-3 0,0 0 1 15,0 0 4-15,0 0-7 0,0 0 5 0,0 0-8 16,0 0 11-16,0 0-6 0,0 0-10 0,0 0 5 16,0 0 7-16,0 0 0 0,0 0-2 0,0 0-1 15,0 0-1-15,0 0 0 0,0 0-3 0,0 0 10 16,0 0-11-16,0 0 5 0,0 0-5 0,-11 14 0 16,11-14-2-16,-4 4 5 0,4-4 8 0,0 0-5 15,-3 10-1-15,3-10-4 0,-2 5 8 0,2-5-3 16,0 0-4-16,-5 8 6 0,5-8-9 0,-5 5 8 15,5-5-9-15,0 0 6 0,0 0-1 0,-3 7 1 16,3-7 2-16,0 0 3 0,-2 6-3 0,2-6 9 16,0 0-12-16,0 0 13 0,0 8 4 0,0-8-7 15,0 0 0-15,0 0 3 0,2 11-12 0,-2-11 3 16,0 0 9-16,0 0-2 0,-1 11-3 0,1-11 1 16,-3 6-9-16,3-6-3 0,-1 7 5 0,1-7 4 15,-1 8-1-15,1-8-5 0,-2 8 8 0,2-8-10 16,-1 9 9-16,1-9-1 0,-1 8-10 0,1-8 6 15,0 0-5-15,-3 11 0 0,3-11 3 0,-1 5 1 16,1-5-3-16,0 0-1 0,-1 9 0 0,1-9 2 16,0 0-6-16,0 0-2 0,-3 8 12 0,3-8-2 15,0 0-6-15,0 0 10 0,3 8 0 0,-3-8-3 16,0 0 0-16,0 0-11 0,0 0 19 0,-2 9-13 16,2-9 9-16,0 0-9 0,2 10 10 0,-2-10-5 15,1 7-2-15,-1-7-1 0,0 0 4 0,1 8-5 16,-1-8-3-16,0 0 8 0,0 0-8 0,3 8 4 15,-3-8-3-15,0 0 9 0,0 0-3 0,0 0 3 16,0 6-6-16,0-6-3 0,0 0 3 0,0 0-3 16,0 0 8-16,0 0 2 0,0 0 7 0,0 0-7 15,0 0 0-15,0 0-1 0,0 0 2 0,0 0-1 16,0 0-5-16,1 7 7 0,-1-7-3 0,0 0-5 16,0 0-1-16,0 0 5 0,0 0-5 0,0 0-5 15,0 0 2-15,0 0 2 0,1 8 9 0,-1-8-7 16,0 0-2-16,0 0 0 0,4 4 1 0,-4-4 6 15,5 4 1-15,-5-4 2 0,0 0 6 0,8 3-13 16,-8-3 7-16,0 0-2 0,12 0 6 0,-12 0 0 16,7 2-5-16,-7-2 1 0,0 0-2 0,10 0 1 15,-10 0 4-15,0 0-4 0,13-2 1 0,-13 2-7 16,9 2-2-16,-9-2 9 0,12 0-7 0,-12 0-3 16,9 0-1-16,-9 0 2 0,0 0-2 0,10 0-3 15,-10 0-1-15,7 1-1 0,-7-1 3 0,0 0 5 16,0 0-1-16,8 3-7 0,-8-3 7 0,0 0 9 0,0 0-11 15,0 0 1-15,0 0 9 0,7 1-10 16,-7-1 4-16,0 0-2 0,0 0 0 0,0 0 4 16,0 0-6-16,0 0 5 0,0 0-5 0,12-4-2 15,-12 4 6-15,0 0-4 0,9-3-3 0,-9 3-1 16,0 0 8-16,9-4-1 0,-9 4-5 0,5-4 2 16,-5 4 0-16,12-3-1 0,-12 3-1 0,10-4 3 15,-5 2-2-15,-5 2-2 0,12-5 5 0,-3 1-4 16,-2 1 7-16,4-2-6 0,-4 0-1 0,1 1 8 15,2-1-17-15,-2 2 9 0,3-1-5 0,-2-2 3 16,2 2 1-16,-1 1-2 0,1 0-1 0,3-2 0 16,-4-1 4-16,2 1 0 0,2 1-8 0,-3 0 7 15,2-1 12-15,1 2-13 0,-1 0-5 0,1 0 9 16,-1-1-5-16,-2 1 1 0,1 1 4 0,-2-2-1 16,2 3-5-16,-2-3 2 0,1-1-3 0,0 3 6 15,-4-1-3-15,2 0 4 0,1 0-6 0,-2 1 15 0,-1-1-10 16,0 0-9-16,1 1 16 0,-1 0 3 15,2-4-15-15,-2 3 3 0,-1 1-3 0,-6 2 2 16,13-4-3-16,-7 2 4 0,1 1-5 0,-7 1 4 16,14-5-1-16,-6 3 0 0,-2 1 5 0,-6 1-1 15,13-6-6-15,-7 3 2 0,2 0 6 0,-3 1-3 16,1 0 2-16,2-1 7 0,-8 3-12 0,11-4 10 16,-5 1-14-16,4-1 0 0,-4 1 8 0,1 1-5 15,-1-1 6-15,0 0 2 0,-6 3-8 0,0 0 9 16,0 0-4-16,0 0-6 0,0 0 1 0,0 0 4 15,0 0-1-15,48-25 4 0,-48 25-3 0,0 0 6 16,0 0-8-16,23-14-1 0,-23 14 3 0,0 0 2 16,0 0-2-16,0 0-2 0,0 0 4 0,28-13-4 15,-28 13 2-15,0 0 0 0,0 0-4 0,0 0 8 16,0 0-10-16,0 0 12 0,24-15-11 0,-24 15-5 16,0 0 11-16,0 0 7 0,0 0-2 0,0 0 0 15,0 0-7-15,24-16 4 0,-24 16 6 0,0 0-10 0,0 0 4 16,0 0 3-16,0 0-7 0,23-16 3 15,-23 16-5-15,0 0 13 0,0 0-5 0,0 0-4 16,0 0-7-16,23-19 4 0,-23 19 0 0,0 0 4 16,0 0-5-16,0 0 6 0,0 0 0 0,21-18-8 15,-21 18 9-15,0 0-1 0,0 0-3 0,0 0 9 16,0 0 2-16,23-18 0 0,-23 18-4 0,0 0-2 0,0 0-1 16,0 0 10-16,0 0-1 0,23-17 3 15,-23 17-7-15,0 0-7 0,0 0 1 0,0 0 0 16,0 0 4-16,0 0-1 0,0 0 0 0,25-16 0 15,-25 16 0-15,0 0-9 0,0 0 4 0,0 0 7 16,0 0-4-16,0 0-2 0,23-14 0 0,-23 14 1 16,0 0 6-16,0 0-1 0,0 0-6 0,0 0-3 15,0 0 3-15,0 0-3 0,27-17 5 0,-27 17-2 16,0 0-1-16,0 0 1 0,0 0-2 0,0 0 6 16,0 0 2-16,24-14-4 0,-24 14-4 0,0 0-1 15,0 0-1-15,0 0 1 0,0 0 0 0,0 0 2 16,26-12 2-16,-26 12-5 0,0 0 1 0,0 0 1 15,0 0 0-15,0 0 0 0,0 0 0 0,0 0 0 16,0 0-2-16,25-13-1 0,-25 13 2 0,0 0 2 16,0 0-1-16,0 0 2 0,0 0 2 0,0 0-2 15,0 0 3-15,29-18-7 0,-29 18 6 0,0 0-2 16,0 0 2-16,0 0 0 0,23-14-1 0,-23 14 3 16,0 0-4-16,0 0-5 0,0 0 6 0,0 0-8 15,30-12 4-15,-30 12 1 0,0 0 2 0,0 0-3 16,0 0 1-16,0 0 0 0,30-13 0 0,-30 13-3 15,0 0 5-15,0 0 24 0,0 0-2 0,0 0-3 16,24-12 0-16,-24 12-2 0,0 0-5 0,0 0-3 16,0 0 3-16,0 0 0 0,0 0-4 0,0 0 2 15,0 0-3-15,26-13 5 0,-26 13-7 0,0 0-6 16,0 0 4-16,0 0-5 0,0 0-14 0,0 0-10 16,0 0-9-16,0 0-14 0,0 0-23 0,0 0-12 15,0 0-27-15,0 0-17 0,0 0-15 0,0 0-92 16,0 0-250-16,0 0 111 0</inkml:trace>
  <inkml:trace contextRef="#ctx0" brushRef="#br0" timeOffset="116305.37">16013 12482 5 0,'0'0'11'16,"-8"2"1"-16,8-2-2 0,0 0-2 0,0 0 2 15,0 0-4-15,0 0 0 0,0 0 0 0,0 0-4 16,0 0-2-16,0 0 3 0,0 0-6 0,0 0-1 15,0 0 0-15,0 0-8 0,0 0 10 0,0 0-7 16,0 0-10-16,0 0 4 0</inkml:trace>
  <inkml:trace contextRef="#ctx0" brushRef="#br0" timeOffset="153977.5">23743 12818 36 0,'0'0'27'0,"0"0"-6"0,0 0 3 0,0 0 0 16,0 0-3-16,0 0 8 0,0 0-3 0,0 0 2 0,0 0-3 15,0 0-1-15,0 0 8 0,0 0 1 0,0 0-3 16,0 0 2-16,0 0 2 0,0 0-2 0,0 0 8 16,0 0-13-16,0 0 8 0,0 0-5 15,0 0-1-15,0 0-18 0,0 0 11 0,0 0-5 16,0 0-3-16,0 0 5 0,0 0-6 0,0 0-1 0,0 0-2 15,0 0-2-15,0 0 1 0,0 0-5 0,0 0 0 16,0 0 2-16,0 0 3 0,0 0-10 0,0 0 7 16,0 0-11-16,0 0 10 0,0 0-2 15,0 0-3-15,0 0 9 0,0 0-3 0,0 0-5 0,0 0 0 16,0 0 1-16,30 0-1 0,-30 0-5 16,9 0 5-16,-3 2-5 0,-6-2 8 0,10 1-1 0,-10-1 3 15,8 2-8-15,-8-2 4 0,6 2 0 16,-6-2-1-16,8 2-5 0,-8-2 10 0,8 3-6 0,-8-3 0 15,0 0 0-15,7 2-6 0,-7-2 6 0,0 0-3 16,0 0 3-16,7 2 0 0,-7-2 3 0,0 0-7 16,0 0 11-16,0 0-7 0,6 3 3 0,-6-3-2 15,0 0-3-15,0 0 6 0,0 0-16 0,5 4 12 16,-5-4 3-16,0 0 0 0,0 0-3 0,0 0 4 16,0 0-8-16,-4 13-1 0,4-13 4 0,0 0 2 15,-3 8 2-15,3-8-6 0,-4 7 7 0,4-7 3 16,-8 9-5-16,3-5 0 0,-3 4 11 0,1-1-2 15,0 1 5-15,-2 1 3 0,-1-1-7 0,2 3-3 16,1-3-5-16,-7 1 13 0,5 1-3 0,-4 2-4 16,-1-2-1-16,4 2 6 0,1-2-9 0,-4 1-1 15,5-1 8-15,-1-3-1 0,0 4-6 0,2-6 1 16,2 2-7-16,-1-2 12 0,2 0-8 0,4-5 3 16,-8 4 0-16,8-4 3 0,-7 6 3 0,7-6-1 15,-4 4 6-15,4-4-2 0,0 0 12 0,0 0-14 16,0 0-1-16,-6 3 16 0,6-3-14 0,0 0-3 15,0 0-2-15,0 0 3 0,0 0-8 0,0 0 2 16,0 0-2-16,0 0 4 0,22 3-3 0,-11-3 2 16,8 0-19-16,1 0-3 0,1 0-26 0,9 0 3 15,-1-3-18-15,-7 3-9 0,6 0-7 0,0 0-11 0,0-1-75 16,-6 1-170-16,6 0 76 0</inkml:trace>
  <inkml:trace contextRef="#ctx0" brushRef="#br0" timeOffset="167627.91">16693 11632 1 0,'0'0'38'0,"0"0"-4"0,0 0-9 0,0 0 0 16,0 0-7-16,0 0 6 0,0 0-4 0,0 0 1 0,0 0-5 15,0 0 0-15,0 0 1 0,0 0-8 0,0 0 2 16,0 0 3-16,0 0-2 0,-11 0 0 0,11 0 4 16,0 0-5-16,0 0 5 0,0 0-6 0,0 0 6 15,0 0-3-15,0 0 1 0,0 0-4 0,0 0 5 16,0 0-8-16,0 0-4 0,0 0 9 0,0 0-1 15,0 0 3-15,0 0 0 0,0 0 1 0,0 0 4 16,0 0-4-16,0 0 2 0,0 0-1 0,0 0 6 16,0 0-2-16,0 0-4 0,0 0 7 0,0 0-3 15,0 0 0-15,0 0-3 0,0 0 2 0,0 0-3 16,0 0-3-16,0 0-1 0,0 0 1 0,0 0 17 16,0 0-11-16,0 0 14 0,0 0-5 0,0 0-6 15,0 0 1-15,0 0 0 0,-9 3-5 0,9-3 11 16,0 0-1-16,0 0 3 0,0 0-5 0,0 0-6 15,0 0-4-15,0 0-2 0,0 0 6 0,0 0-8 16,0 0-8-16,0 0 7 0,0 0 10 0,0 0-13 16,0 0 4-16,0 0-11 0,3 11 5 0,-3-11 6 15,0 0-16-15,2 13 11 0,-2-13-12 0,3 10 13 16,-2-3-3-16,2-1 4 0,-2 0-5 0,-1-6-7 16,3 11 0-16,-1-5 2 0,0 2 2 0,0-4 3 15,-2-4-5-15,3 13 10 0,-2-10-10 0,-1-3-4 16,4 13 11-16,-3-8-5 0,-1-5 3 0,4 11 1 15,-3-4-3-15,-1-7-2 0,4 9-4 0,-3-5 6 16,-1-4-7-16,3 8 7 0,-3-8 6 0,4 6-9 0,-4-6 6 16,0 0 0-16,2 7 0 0,-2-7 5 0,3 4-3 15,-3-4 11-15,0 0 7 0,0 0 3 16,0 0 7-16,6 3-3 0,-6-3 2 0,0 0 3 16,0 0-6-16,0 0 4 0,13-12-7 0,-9 8 2 0,1-2-5 15,3-3-3-15,-3 1-1 0,6-1-5 0,1-2-2 16,-3 3 1-16,3-5 0 0,3 1 1 0,6-2-8 15,-3 2-1-15,3-4 2 0,3 1-4 0,0-1 4 16,2-2-6-16,0 4-5 0,1-1-1 0,3 2 0 16,-1-1-5-16,4-1-1 0,2 2-5 0,-2 0-4 15,-1 2 5-15,0 0 1 0,-3 3-9 0,-9 2 0 16,-1 0-15-16,-6 4-15 0,0-3-10 0,-1 2-13 16,-3 1-20-16,-1 1-25 0,-8 1-96 0,9-2-234 15,-9 2 104-15</inkml:trace>
  <inkml:trace contextRef="#ctx0" brushRef="#br0" timeOffset="193322.6">32033 11920 5 0,'0'0'16'0,"0"0"-3"0,0 0 6 0,0 0-2 16,0 0-6-16,0 0-3 0,0 0 0 0,-6-3 1 0,6 3 4 16,0 0-14-16,0 0 8 0,0 0-3 15,0 0 4-15,0 0-2 0,0 0-4 0,0 0 1 16,-12 9 1-16,12-9 0 0,0 0-3 0,-8 2 0 15,8-2 6-15,-6 4-8 0,6-4 3 0,0 0 4 16,-9 3-4-16,9-3 2 0,0 0-2 0,-6 1 6 16,6-1-2-16,0 0 5 0,0 0-1 0,0 0 0 0,0 0-3 15,0 0 1-15,-13-1-4 0,13 1 2 0,0 0-3 16,0 0-3-16,-7-5 1 0,7 5 2 16,0 0-1-16,-7-5 0 0,7 5 4 0,0 0-3 15,-6-4-4-15,6 4 4 0,0 0 3 0,0 0 3 16,-8-6-6-16,8 6 12 0,0 0-4 0,0 0 0 0,0 0 5 15,-4-4 4-15,4 4-1 0,0 0 4 0,0 0-1 16,0 0-2-16,0 0-3 0,0 0-11 16,0 0 11-16,0 0-9 0,0 0 0 0,0 0-1 15,0 0 4-15,0 0-1 0,0 0-4 0,0 0 6 16,0 0-7-16,0 0-3 0,0 0 3 0,0 0 10 16,-9 8-9-16,9-8-1 0,-2 7 5 0,2-7 4 15,-3 11 1-15,2-5 0 0,1-6-1 0,-3 13-2 16,2-6 6-16,-1 3 2 0,2-1 3 0,-2 1-4 15,2-1 1-15,-1 1-10 0,1-2 5 0,-1 3-3 16,1 0-1-16,-3-2 9 0,2 1-11 0,0-1 8 16,-2 1-10-16,3 1 9 0,-1 0-5 0,0-1-5 0,-1-2 8 15,1 2-8-15,1-2 5 0,0 1-1 0,0 1 2 16,0-10-9-16,0 15 0 0,0-9 8 16,0-6-12-16,0 9 11 0,0-9-2 0,0 9 3 15,0-9 0-15,0 9 0 0,0-9-5 0,0 0 3 16,0 0 2-16,0 11-1 0,0-11-2 0,0 0 5 15,0 0-7-15,0 7-4 0,0-7-1 0,0 0 9 0,0 0 2 16,0 0 2-16,0 0 0 0,-1 8 0 0,1-8-16 16,0 0 8-16,0 0 14 0,0 0-18 15,0 0-1-15,0 0 6 0,0 0-2 0,0 0 7 16,0 0-2-16,0 0-4 0,1 7 12 0,-1-7 1 16,0 0 3-16,0 0 1 0,0 0-2 0,0 0-4 0,0 0-6 15,15-5 2-15,-15 5-4 0,16-4 7 16,-9 4-2-16,5-5-8 0,-2 4 2 0,0-2-2 0,3 1 0 15,-3-1-4-15,2 2-3 0,-1-1 9 16,1-1 5-16,-1 2-7 0,-1-2-8 0,2 2 10 16,-4 1-5-16,4-3-5 0,-5 1 7 0,1 0-1 0,4 0-4 15,-5-1 10-15,3 2-13 0,0-3 10 0,-1 3-10 16,-2-2 4-16,-1 0 1 0,5 1 0 16,-4 0-4-16,-1-1 2 0,5 0-4 0,-4 1 9 15,1-2 1-15,2 1-6 0,1 1 5 0,2-3-6 16,-4 2 1-16,4-1 1 0,-2 1-4 0,1-1 4 0,2 0-2 15,-2-1 10-15,0 1-9 0,4 0 0 0,-2 0-7 16,4-2 8-16,-2 1-9 0,1-1 8 0,2-1-3 16,-4 2 1-16,5 1 6 0,-1-3-11 15,-3 2 9-15,3 1-2 0,-1-1-3 0,0 0 4 16,1 0-4-16,-6 3 4 0,6 0-5 0,-19 2 0 0,0 0 4 16,54-13-7-16,-54 13 7 0,36-7 11 0,-36 7-11 15,34-6-3-15,-34 6-1 0,0 0 8 16,40-7-7-16,-40 7-1 0,29-6 1 0,-29 6 7 15,0 0-8-15,36-11 0 0,-36 11 5 0,0 0-2 16,35-8 7-16,-35 8-8 0,0 0-7 0,30-11 14 0,-30 11-5 16,0 0 3-16,35-8-10 0,-35 8 8 0,0 0-2 15,34-8-2-15,-34 8 0 0,0 0-6 16,31-6 1-16,-31 6 8 0,0 0 3 0,0 0-7 16,42-4-5-16,-42 4 10 0,0 0 3 0,36-4-9 15,-36 4 11-15,0 0-3 0,0 0-1 0,41-5 2 0,-41 5-2 16,0 0 4-16,0 0 15 0,34-7 6 0,-34 7-2 15,0 0-9-15,0 0 5 0,0 0-4 0,0 0 1 16,37-4-2-16,-37 4 3 0,0 0-4 16,0 0-1-16,0 0-4 0,0 0 4 0,0 0 1 15,30-9 1-15,-30 9 2 0,0 0-4 0,0 0 4 16,0 0-8-16,0 0 2 0,0 0-2 0,0 0 4 0,0 0 6 16,0 0-6-16,30-9-6 0,-30 9 7 0,0 0 0 15,0 0 1-15,0 0 3 0,0 0 1 16,0 0-4-16,0 0 2 0,0 0-2 0,0 0-1 15,0 0-1-15,0 0-2 0,0 0 1 0,21-17-2 16,-21 17 1-16,0 0-2 0,0 0-4 0,0 0-1 16,0 0 0-16,0 0 1 0,0 0 3 0,0 0-4 15,0 0-1-15,0 0 2 0,0 0 1 0,0 0-2 0,0 0-5 16,0 0 3-16,0 0-1 0,0 0-2 16,0 0 0-16,15-23 5 0,-15 23-4 0,0 0 3 15,0 0-6-15,0 0 5 0,0 0-6 0,0 0 6 16,0 0-2-16,0 0 2 0,0 0-3 0,0 0 1 15,0 0-11-15,0 0-8 0,0 0-21 0,0 0-12 16,0 0-20-16,0 0-34 0,0 0-25 0,0 0-15 16,0 0-118-16,0 0-286 0,0 0 127 0</inkml:trace>
  <inkml:trace contextRef="#ctx0" brushRef="#br0" timeOffset="201071.08">18204 5874 1 0,'-2'5'50'0,"2"-5"-6"0,0 0-3 0,0 0-3 16,0 0-4-16,0 0-5 0,0 0-3 0,0 0-1 16,0 0-2-16,0 0-2 0,0 0-4 0,0 0 0 15,-10-1-3-15,10 1 2 0,0 0-4 0,0 0 0 16,0 0-5-16,-11 3 2 0,11-3-6 0,0 0 11 15,0 0-15-15,0 0 1 0,0 0-8 0,-6 4-9 16,6-4-1-16,0 0-4 0,-4 7-5 0,4-7-33 16,-2 5-65-16,2-5 28 0</inkml:trace>
  <inkml:trace contextRef="#ctx0" brushRef="#br0" timeOffset="201684.31">18276 7147 41 0,'0'0'57'0,"0"0"-8"15,0 0-2-15,0 0 1 0,0 0-9 0,0 0-8 16,0 0-6-16,0 0 0 0,0 0-8 15,0 0-12-15,0 0-4 0,0 0-12 0,0 0-17 16,0 0-30-16,0 0-62 0,0 0 27 0</inkml:trace>
  <inkml:trace contextRef="#ctx0" brushRef="#br0" timeOffset="202154.51">18045 5940 13 0,'0'0'15'0,"0"0"-3"0,0 0 0 15,0 0-4-15,0 0 0 0,0 0-3 0,0 0-9 16,0 0-8-16,0 0-12 0,0 0 5 0</inkml:trace>
  <inkml:trace contextRef="#ctx0" brushRef="#br0" timeOffset="202643.84">18118 7151 28 0,'0'0'38'16,"0"0"-4"-16,0 0-6 0,0 0 1 0,2 6-4 0,-2-6-2 16,0 0-6-16,0 0 0 0,0 0-12 0,0 0-8 15,0 0-8-15,0 0-28 0,0 0-42 16,0 0 20-16</inkml:trace>
  <inkml:trace contextRef="#ctx0" brushRef="#br0" timeOffset="209236.19">19333 5137 1 0,'5'8'1'0,"0"-4"2"0,0 0 0 16,2 0-5-16,-1 2 4 0,4-3-4 0,-3 1 4 15,0 0-4-15,1 1 5 0,2-1-4 0,-1 0-1 16,1 1 2-16,-3-1-1 0,-1-1-1 0,-2 0 1 16</inkml:trace>
  <inkml:trace contextRef="#ctx0" brushRef="#br0" timeOffset="209296.97">19453 5211 2 0,'0'0'6'15,"0"0"2"-15,5 5-2 0,-5-5 2 0,0 0-2 16,0 0 3-16,-15 8-5 0,6-4-1 0,-1 2-3 15,-4-2-2-15,-3 3-7 0,-2 0-9 0,0-2 4 16</inkml:trace>
  <inkml:trace contextRef="#ctx0" brushRef="#br0" timeOffset="-202859.13">15900 15243 78 0,'0'0'113'0,"0"0"4"16,0 0-10-16,0 0 7 0,0 0-8 0,9 2-7 15,-9-2-8-15,0 0-11 0,0 0-9 0,0 0 0 16,0 0-10-16,0 0-10 0,0 0-1 0,0 0-1 15,0 0-8-15,0 0-2 0,0 0-6 0,0 0 4 16,0 0-12-16,0 0-1 0,0 0-9 0,0 0 5 16,0 0-6-16,0 0 2 0,0 0-2 0,0 0-4 15,0 0 1-15,0 0 2 0,0 0-9 0,0 0 4 0,0 0 0 16,0 0 0-16,0 0 1 0,0 0 0 16,0 0-6-16,0 0 7 0,0 0-5 0,0 0 0 15,0 0 3-15,0 0 6 0,0 0-3 0,0 0 0 16,0 0 0-16,0 0 1 0,0 0-6 0,0 0 2 15,0 0-2-15,0 0-1 0,0 0-2 0,6 2 3 0,-6-2 2 16,0 0-2-16,0 0-3 0,0 0 5 16,0 0-8-16,0 0 4 0,0 0 0 0,0 0-1 15,0 0-6-15,0 0-11 0,0 0-10 0,0 0-5 16,0 0-13-16,0 0-6 0,0 0-13 0,0 0-5 16,0 0-8-16,0 0-11 0,0 0-5 0,0 0-4 0,0 0-4 15,3-13-77-15,-3 5-189 0,0 8 83 16</inkml:trace>
  <inkml:trace contextRef="#ctx0" brushRef="#br0" timeOffset="-199077.28">17081 5457 5 0,'0'0'9'0,"0"0"-9"15,0 0 6-15,-3-7 2 0,3 7-5 0,0 0 5 16,0 0-3-16,-2-8 3 0,2 8 1 0,0 0-2 15,0 0-2-15,0-10-5 0,0 10-2 0,0 0 4 16,0 0 0-16,-1-9-3 0,1 9 7 0,0 0-6 16,0 0 7-16,0-10-2 0,0 10-1 0,0 0 6 15,0 0-3-15,-2-8 3 0,2 8 2 0,0 0-3 16,0 0 6-16,0 0-4 0,-1-9 2 0,1 9-8 16,0 0 6-16,0 0-6 0,0 0-5 0,0-10 6 15,0 10-3-15,0 0 6 0,0 0-2 0,0 0-3 16,0 0-3-16,0 0-1 0,1-8-9 0,-1 8-5 15,0 0-22-15,0 0-38 0,0 0 18 0</inkml:trace>
  <inkml:trace contextRef="#ctx0" brushRef="#br0" timeOffset="-195478.54">19827 16124 28 0,'0'0'68'15,"0"0"-7"-15,7-2-1 0,-7 2 2 0,0 0-9 16,0 0-2-16,0 0-2 0,0 0-8 0,0 0-5 15,0 0-9-15,0 0 0 0,0 0-3 0,0 0-9 16,0 0 2-16,0 0-14 0,0 0 2 0,0 0 4 16,0 0-12-16,0 0 9 0,0 0-4 0,0 0-9 15,0 0 0-15,0 0 12 0,0 0-10 0,0 0 11 16,0 0-7-16,0 0 8 0,0 0-8 0,0 0 6 16,0 0-1-16,0 0 0 0,0 0 3 0,0 0-7 15,0 0 0-15,0 0 1 0,0 0-2 0,0 0 3 16,0 0 3-16,0 0 0 0,0 0 1 0,0 0 5 15,0 0-9-15,0 0 10 0,0 0-4 0,0 0-12 16,0 0 5-16,0 0 2 0,0 0 3 0,0 0 7 16,0 0-6-16,0 0 7 0,0 0 5 0,0 0 12 15,-1 14 2-15,1-14-8 0,0 0-5 0,0 0-4 16,0 0 3-16,-7 9-5 0,7-9 3 0,0 0 0 16,0 0 0-16,0 0-12 0,0 0 12 0,0 0-7 15,-1 8-6-15,1-8 5 0,0 0 12 0,0 0-10 16,-1 7-4-16,1-7 1 0,0 0-4 0,0 0 1 15,-2 9 0-15,2-9-1 0,0 0 1 0,0 0-2 16,0 0-6-16,0 0 6 0,0 0 0 0,0 0-1 16,-2 6 10-16,2-6-1 0,0 0-14 0,0 0 12 15,0 0-16-15,-4 8 5 0,4-8-3 0,0 0 10 16,0 0-6-16,0 0 7 0,0 0-4 0,-3 6-2 16,3-6-3-16,0 0 2 0,0 0 3 0,0 0 2 15,0 0 1-15,0 0-3 0,0 0-4 0,0 0-3 16,-3 6 7-16,3-6 4 0,0 0-2 0,0 0-16 15,-4 4 14-15,4-4-7 0,0 0 3 0,0 0 5 16,0 0-2-16,0 0-5 0,0 0-2 0,0 0-5 16,0 0 2-16,0 0 9 0,0 0-11 0,0 0 7 15,0 0-7-15,0 0 4 0,0 0-5 0,0 0-6 16,0 0-3-16,0 0 3 0,0 0-7 0,0 0-3 16,0 0-11-16,0 0 1 0,0 0-4 0,0 0-10 15,0 0-6-15,-3 9-12 0,3-9-38 0,0 0-116 16,0 0 52-16</inkml:trace>
  <inkml:trace contextRef="#ctx0" brushRef="#br0" timeOffset="-193325.22">22520 15547 22 0,'0'0'48'0,"0"0"-9"16,0 0-2-16,0 0-13 0,-5 6-6 0,5-6-12 15,-2 5-9-15,2-5-30 0,0 0-34 0,0 0 16 16</inkml:trace>
  <inkml:trace contextRef="#ctx0" brushRef="#br0" timeOffset="-192787.51">23738 15572 22 0,'0'0'107'0,"0"0"-17"16,0 0-10-16,4-5-13 0,-4 5-15 0,0 0-13 16,0 0-25-16,0 0-18 0,0 0-19 0,0 0-51 15,0 0-81-15,-9 21 36 0</inkml:trace>
  <inkml:trace contextRef="#ctx0" brushRef="#br0" timeOffset="-191986.54">24088 15579 102 0,'0'0'92'0,"0"0"-9"0,0 0-14 0,-5 13 2 16,5-13-8-16,0 0-10 0,0 0-9 0,0 0-3 15,0 0 2-15,-2 13-10 0,2-13-1 0,0 0-1 0,0 0-5 16,-2 8-4-16,2-8-1 0,0 0-6 16,0 0 11-16,-2 5-10 0,2-5-9 0,0 0 4 15,0 0 5-15,0 0 1 0,0 0-11 0,0 0 8 16,0 0-3-16,0 9 6 0,0-9-4 0,0 0-3 15,0 0-2-15,0 0-2 0,0 0-3 0,0 0 2 16,0 0 2-16,0 0-1 0,0 0 4 0,0 0-1 16,0 0 6-16,0 0 3 0,0 0-18 0,0 0 6 15,0 0 10-15,0 0-10 0,0 0 0 0,0 0 2 16,0 0 1-16,0 0-12 0,0 0 7 0,0 0 0 16,0 0 4-16,0 0-2 0,0 0 2 0,0 0 3 0,0 0 7 15,0 0 2-15,0 0-11 0,0 0 2 16,0 0-1-16,0 0-1 0,-3 7 0 0,3-7 3 15,0 0-8-15,0 0 6 0,0 0-3 0,0 0 2 16,0 0-6-16,0 0 7 0,0 0-13 0,0 0 13 16,0 0-5-16,0 0-1 0,0 0 2 0,0 0 5 0,0 0-11 15,0 9 10-15,0-9-6 0,0 0-6 0,0 0 4 16,0 0 1-16,4 8-6 0,-4-8 7 0,0 0-5 16,0 0 0-16,0 0 1 0,0 0 10 15,0 0-9-15,1 5 9 0,-1-5-9 0,0 0 2 16,0 0 5-16,0 0-6 0,0 0-1 0,0 0 13 0,0 0-2 15,0 0-9-15,0 0-3 0,0 0-3 0,0 0 6 16,0 0-3-16,0 0 2 0,0 0 1 16,0 0-3-16,0 0 5 0,0 0-8 0,0 0 10 15,2 7-7-15,-2-7 7 0,0 0-6 0,0 0-4 16,0 0 3-16,0 0 1 0,0 0-6 0,0 0 1 0,0 0 0 16,0 0 1-16,0 0 2 0,0 0-1 15,0 0 0-15,0 0 3 0,0 0-7 0,0 0 3 0,0 0 3 16,0 0-1-16,0 0-2 0,0 0 8 15,0 0-1-15,0 0-5 0,0 0 6 0,0 0-10 16,0 0 3-16,0 0 7 0,0 0-5 0,0 0-2 16,0 0-2-16,0 0 9 0,0 0-6 0,0 0-7 0,0 0-8 15,0 0-5-15,0 0 3 0,0 0-12 16,0 0 0-16,0 0-7 0,0 0-8 0,0 0-6 16,0 0-3-16,0 0-9 0,0 0-10 0,0 0-15 15,0 0-62-15,0 0-162 0,0 0 72 0</inkml:trace>
  <inkml:trace contextRef="#ctx0" brushRef="#br0" timeOffset="-115873.39">15389 14847 1 0,'0'0'28'0,"0"0"-1"0,0 0-2 16,0 0-7-16,0 0-2 0,0 0-2 0,0 0-3 15,0 0 0-15,0 0-5 0,0 0-6 0,0 0-10 16,0 0 4-16,0 0 0 0,0 0-17 0,-15 15 19 0,15-15-5 16,0 0-8-16,0 0-18 0,0 0 8 0</inkml:trace>
  <inkml:trace contextRef="#ctx0" brushRef="#br0" timeOffset="-41255.47">29772 12836 19 0,'0'0'26'15,"0"0"-5"-15,0 0 1 0,0 0-6 0,0 0-1 16,0 0-2-16,0 0-1 0,-7-4 0 0,7 4 0 16,0 0-4-16,0 0-1 0,0 0 5 0,0 0-8 15,0 0 5-15,0 0-3 0,0 0 1 0,0 0-6 16,0 0-3-16,0 0 6 0,0 0-6 0,0 0 5 16,0 0-1-16,-12 0 1 0,12 0 1 0,0 0-2 15,0 0 3-15,-7-2-7 0,7 2 3 0,0 0 3 16,0 0-6-16,0 0 4 0,0 0-2 0,0 0 4 15,0 0-4-15,-7-3 2 0,7 3-2 0,0 0 1 16,0 0 2-16,0 0-2 0,0 0 1 0,0 0-1 16,-8-2 0-16,8 2 1 0,0 0-2 0,0 0 3 15,0 0-3-15,0 0 2 0,-12 0-5 0,12 0 3 16,0 0 0-16,0 0 6 0,0 0-1 0,0 0-2 16,0 0-2-16,0 0-2 0,-8-3 2 0,8 3 1 15,0 0-5-15,0 0 7 0,-14 3-3 0,14-3 4 16,-7 1-8-16,7-1 6 0,0 0-4 0,-12-1 3 0,12 1 1 15,0 0 1-15,0 0 3 0,-11 0-1 16,11 0 0-16,0 0 6 0,0 0 3 0,-8-2 4 16,8 2-5-16,0 0 8 0,0 0-7 0,0 0 3 15,-7-5-1-15,7 5 3 0,0 0-4 0,0 0 3 16,0 0-3-16,-3-5-1 0,3 5 0 0,0 0 0 16,0 0 0-16,0 0-4 0,-9-4 3 0,9 4-5 15,0 0 3-15,0 0-5 0,-5-4 0 0,5 4 10 16,0 0 3-16,0 0 1 0,0 0-2 0,0 0-13 15,0 0 13-15,0 0-1 0,0 0-1 0,0 0-1 0,0 0 7 16,0 0 0-16,0 0-6 0,0 0-1 0,0 0-4 16,0 0-1-16,0 0 5 0,0 0-5 15,0 0 3-15,0 0-3 0,0 0-5 0,0 0 4 16,0 0 4-16,0 0-6 0,0 0 1 0,0 0-5 0,0 0 6 16,0 0-2-16,0 0 6 0,0 0-3 0,0 0-6 15,0 0-7-15,0 0 9 0,0 0-2 0,0 0 0 16,0 0-14-16,0 0 14 0,0 0 1 0,0 0-4 15,0 0-3-15,0 0 6 0,0 0-4 0,0 0 2 16,0 0 2-16,0 0 8 0,0 0-17 0,0 0 14 16,0 0-6-16,25 4-2 0,-25-4 0 0,12 2 6 15,-5-2-9-15,-7 0 7 0,11 0-4 16,-4 2 4-16,-7-2 5 0,14 1-12 0,-6 0 5 0,0 1-4 16,2-2 1-16,-1 1 7 0,-9-1-5 0,18 0 2 15,-6 0-5-15,-3 0 16 0,3 2-14 0,-2-2 2 16,0 0-8-16,-1 1 11 0,3-2-7 0,-1 1 0 15,-3 0 2-15,3 1 2 0,1-2-1 0,-1 1 0 16,1-2-3-16,-2 2 8 0,2-1-9 0,-1-1-2 16,-1 2 1-16,2 0 3 0,-3 0 2 0,1 0-7 15,-10 0 5-15,18 2 6 0,-10-5-7 0,-2 4 3 16,-6-1-6-16,15 0 4 0,-7 0 0 0,-8 0 3 16,14 0-2-16,-6 2-1 0,-8-2-10 0,13 1 19 15,-5-1 1-15,3 2-11 0,-4-2 12 0,5 1-6 16,-2-1 2-16,2 1 2 0,-1-1 2 0,-1 0 5 15,-1 1-6-15,1-1 9 0,1 2-1 0,-2-4-3 16,3 2 4-16,-3 0 0 0,2 2-2 0,-1-2-3 0,-3 1-1 16,4-2-2-16,-11 1-4 0,16-2 4 15,-9 4-4-15,0-2-2 0,-7 0 0 0,16 1 5 16,-9-1-5-16,4 1 2 0,-1 0-4 0,0-2 2 16,-2 2-1-16,2 1 1 0,-2-2-1 0,1 2 0 15,-9-2-2-15,14 1 3 0,-6 0-1 0,-1 2-5 0,1-3 1 16,-1 0 3-16,5 2 0 0,-2-1 1 15,-1 0 0-15,0 1 4 0,4-1-5 0,-1 0 6 16,0-1-6-16,1 1 5 0,-1-1-2 0,0 0 1 16,1 3 1-16,-2-3-3 0,1 0-1 0,-2 0 1 15,0-3-6-15,1 6 8 0,-3-3-7 0,4 1 7 16,-2-2-8-16,2 3 3 0,-3-2-2 0,-9 0 5 16,14 0-2-16,-5 2-4 0,-9-2 5 0,12 1-4 0,-5-1 2 15,-7 0 4-15,18 0-6 0,-11 1 2 0,0 0-3 16,0 1 1-16,2 1 0 0,2-3 4 0,-4 0 2 15,-7 0-2-15,16 1 1 0,-10 0 0 0,-6-1-6 16,13 1 6-16,-13-1 3 0,14 0-4 0,-8 0-2 16,1 2-1-16,4-2 3 0,-2 0 4 0,-1 0-3 15,3 0 2-15,-1 2-8 0,1-2 6 0,0 0-1 16,-11 0 1-16,13 0 0 0,-5-2-1 0,3 2 1 16,-11 0 1-16,14 0-6 0,-5 0 5 0,-3 2-2 15,-6-2 0-15,20-2 1 0,-11 2 0 0,-9 0 2 16,14 0-7-16,-8 0 0 0,-6 0 6 0,15-3-7 15,-8 4 6-15,-7-1-1 0,15 0 1 0,-9 2-3 16,-6-2 0-16,13-2-2 0,-13 2 5 0,16 0 5 16,-10-1-6-16,-6 1 0 0,12 0 2 0,-12 0-3 15,11 0-2-15,-11 0 2 0,10 0-1 0,-10 0 2 16,9 0 4-16,-9 0-7 0,13 0 1 0,-7 1 9 16,-6-1-5-16,13 0-3 0,-13 0 2 0,13-1 0 15,-13 1 0-15,13-1 3 0,-7 1-5 0,-6 0 2 16,15 1 3-16,-7-1-1 0,2-1 2 0,-2-2-2 15,-8 3-2-15,15-2 4 0,-7 2 2 0,2 0-3 16,-10 0-2-16,13-1 3 0,-5 1-3 0,-8 0-3 16,11-1 7-16,-11 1-8 0,9-1-1 0,-9 1 2 15,10 1 0-15,-10-1 3 0,13 0-1 0,-13 0 0 16,12-2 2-16,-12 2-2 0,12-2-2 0,-5 1 2 16,-7 1-1-16,11-1 5 0,-11 1 1 0,12-2-2 15,-6 0 1-15,-6 2-3 0,12-2 0 0,-12 2 1 16,12-2-1-16,-5 1 3 0,-7 1-3 0,9-3 2 15,-9 3-3-15,9-3 1 0,-9 3 1 0,9-2 0 16,-9 2-3-16,10-2 1 0,-6-1-2 0,-4 3 3 16,10-2-1-16,-10 2-17 0,9-3 2 0,-9 3 4 0,10-2 0 15,-6 0 0-15,-4 2 0 0,9-1 2 16,-9 1-2-16,10-3 3 0,-10 3-1 0,9-3 2 0,-9 3 0 16,8-2-11-16,-8 2 6 0,0 0 8 15,12-2-3-15,-12 2 2 0,8-2-1 0,-8 2-8 0,8-1 6 16,-8 1 7-16,11-1-3 0,-11 1-1 15,11-2-5-15,-11 2 7 0,9 0-2 0,-3-1 2 16,-6 1-4-16,10-2 0 0,-10 2 5 0,9 0-1 16,-9 0-5-16,0 0 4 0,15 0-1 0,-15 0 1 0,9-3 0 15,-9 3-3-15,9 0 5 0,-9 0-2 0,12 0-3 16,-12 0 5-16,9 0 3 0,-9 0-6 0,9 1-1 16,-9-1 2-16,11 0-2 0,-11 0-2 15,13 0 6-15,-13 0 1 0,12-1-3 0,-12 1 0 16,11 0 0-16,-3 0 3 0,-8 0-4 0,14 0 3 0,-7 0-1 15,-7 0-1-15,13 0 2 0,-5 0-2 0,-8 0 0 16,14 0 0-16,-14 0-1 0,9 0 3 16,-9 0-3-16,9 1 3 0,-9-1 5 0,0 0-9 15,11 0 0-15,-11 0 4 0,9 0 2 0,-9 0-6 0,9-1-3 16,-9 1 5-16,12 1-3 0,-12-1 7 0,7 0-5 16,-7 0-2-16,0 0 4 0,9 0 2 15,-9 0-4-15,0 0 8 0,9 2 0 0,-9-2-3 0,0 0 7 16,0 0 0-16,12-2-4 0,-12 2 8 0,0 0-2 15,0 0-5-15,9 0 4 0,-9 0 2 0,0 0-3 16,0 0-2-16,0 0 8 0,0 0-9 0,8-1 0 16,-8 1 4-16,0 0-5 0,0 0 4 0,0 0-5 15,0 0 0-15,0 0 4 0,0 0-2 0,0 0-1 16,0 0 0-16,0 0 0 0,0 0-4 0,0 0 0 16,0 0 6-16,0 0-2 0,0 0 1 0,0 0-5 15,0 0 0-15,0 0 5 0,0 0-3 0,0 0-3 16,0 0 2-16,0 0 0 0,0 0-5 0,0 0 1 15,0 0 5-15,0 0-7 0,0 0 4 0,0 0 0 16,0 0 0-16,0 0-2 0,0 0 0 0,0 0-1 16,0 0 3-16,0 0-7 0,0 0-5 0,0 0-17 15,0 0-30-15,0 0-22 0,0 0-32 0,0 0-28 16,0 0-18-16,0 0-30 0,0 0-119 0,0 0-330 16,0 0 146-16</inkml:trace>
  <inkml:trace contextRef="#ctx0" brushRef="#br0" timeOffset="46532.87">15118 15148 32 0,'0'0'53'15,"0"0"2"-15,0 0-1 0,0 0 2 0,0 0-8 0,0 0-2 16,0 0 1-16,0 0 6 0,0 0-17 16,0 0 0-16,0 0-4 0,0 0 0 0,0 0 3 15,0 0-10-15,0 0 10 0,0 0 2 0,0 0-6 16,0 0-9-16,0 0-2 0,0 0 3 0,0 0 11 0,0 0 2 15,0 0-11-15,0 0 4 0,0 0 0 0,0 0 8 16,0 0-4-16,0 0-6 0,0 0-2 16,0 0 4-16,0 0-6 0,0 0 1 0,0 0-9 15,0 0 2-15,0 0-2 0,0 0-2 0,0 0-2 0,0 0 11 16,0 0-20-16,0 0 2 0,0 0 2 16,0 0 1-16,0 0-3 0,0 0 4 0,0 0-5 0,0 0 0 15,14-3 2-15,-5 5-8 0,1-2 11 16,3 0-5-16,0 0-2 0,5 1 2 0,0-1-2 0,2 0 4 15,9 2 1-15,-3-2-3 0,2 0 4 0,2 6 2 16,0-6 3-16,2 1-13 0,0 2 7 0,1 0 1 16,2 1-4-16,-2 1 4 0,1-1 1 15,1 1-6-15,0-2-1 0,0-1 8 0,0 6 2 0,1-5-6 16,2 0 3-16,-2-1 2 0,1 0 3 0,-3 2 3 16,5-3-5-16,-2 1 2 0,-5-4 7 0,-2 4-4 15,2 0 2-15,-4 0-8 0,-1 0 9 0,-6-1 1 16,-4-2-7-16,0 2 5 0,-4 0-4 0,-2-1 2 15,-3 2 3-15,1-2 4 0,-3 1 7 0,-6-1-7 16,9 0 4-16,-9 0 6 0,8 3 8 0,-8-3 9 16,0 0-7-16,10 0 1 0,-10 0 0 0,0 0-3 15,0 0-8-15,0 0 0 0,0 0 0 0,0 0-5 16,0 0 15-16,0 0-5 0,0 0-5 0,0 0-3 16,0 0 1-16,0 0 1 0,0 0-4 0,0 0-2 15,-29 1 0-15,29-1-3 0,-10 5-1 0,10-5-6 16,-12 2 1-16,4-1 1 0,3 0-1 0,-2 4 2 15,7-5 2-15,-10 4-5 0,10-4 1 0,-7 3-2 16,7-3 0-16,0 0-5 0,0 0 1 0,-11 3-5 16,11-3 1-16,0 0-3 0,-4 4 1 0,4-4 0 15,0 0-4-15,0 0-2 0,0 0 0 0,0 0-8 16,0 0-11-16,0 0-7 0,0 0-8 0,0 0-13 16,0 0-6-16,0 0-17 0,-9 0-9 0,9 0-8 15,0 0-16-15,0 0-12 0,0 0-9 0,0 0-13 16,-7 5-11-16,7-5-131 0,0 0-301 0,-11 2 134 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6T10:33:00.4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17151 7068 37 0,'0'0'79'0,"0"0"-14"0,7-3-10 0,-7 3-5 15,0 0-32-15,0 0-14 0,0 0-21 0,0 0-32 16,0 0-53-16,6 12 25 0</inkml:trace>
  <inkml:trace contextRef="#ctx0" brushRef="#br0" timeOffset="397.97">17099 7075 22 0,'0'0'60'0,"0"0"-7"16,0 0-11-16,0 0-15 0,0 0-12 0,0 0-21 16,0 0-30-16,0 0-38 0,0 0 16 15</inkml:trace>
  <inkml:trace contextRef="#ctx0" brushRef="#br0" timeOffset="1197.96">16804 4534 14 0,'0'0'43'0,"0"0"-8"16,0 0-15-16,0 0-1 0,0 0-1 0,0 0-4 16,1 10-11-16,-1-10-31 0,0 0-30 0,-9 20 14 15</inkml:trace>
  <inkml:trace contextRef="#ctx0" brushRef="#br0" timeOffset="2035.15">17126 7113 122 0,'0'0'134'0,"0"0"-11"0,0 0-12 0,0 0-14 15,0 0-12-15,0 0-4 0,0 0-5 0,0 0-14 16,0 0-21-16,0 0-10 0,0 0-15 0,8 1-21 16,-8-1-23-16,0 0-21 0,0 0-27 15,0 0-62-15,0 0-148 0,0 0 67 0</inkml:trace>
  <inkml:trace contextRef="#ctx0" brushRef="#br0" timeOffset="2618.29">16886 4366 12 0,'0'0'33'0,"0"0"-17"15,0 0-11-15,0 0-16 0,0 0-13 0,0 0 6 16</inkml:trace>
  <inkml:trace contextRef="#ctx0" brushRef="#br0" timeOffset="7448.29">17011 5859 15 0,'0'0'46'0,"0"0"0"15,0 0-5-15,0 0 5 0,0 0 2 0,0 0-8 0,0 0-6 16,0 0 2-16,0 0-8 0,0 0 3 0,0 0-6 16,0 0 0-16,0 0-3 0,0 0-6 0,0 0 3 15,0 0 0-15,0 0-7 0,0 0 2 16,0 0-4-16,0 0-6 0,0 0 1 0,0 0 4 15,0 0-20-15,0 0 19 0,0 0-2 0,0 0 6 16,0 0 4-16,20 11 6 0,-13-10-13 0,4 1 8 16,-1-1-8-16,1 0 10 0,2-1-1 0,2 0-2 15,5 0-2-15,-1 1-1 0,3-1-1 0,5 0-1 16,2 0 1-16,-1 0 5 0,0-2-3 0,2 1 2 0,-1-2-1 16,1 2-6-16,0 0-1 0,1 0 0 0,0-2-12 15,0 2-2-15,4-3 2 0,-3 2-8 0,3-1 4 16,0 0 0-16,0 2-4 0,-2-2 0 15,0 2 4-15,-1 0 1 0,-2 2 0 0,-1-1 7 16,-7 0 0-16,-1 0-3 0,0 0 3 0,-1-1 2 0,-1 2-3 16,-2-1 2-16,1 1-7 0,-4 1 4 0,1-1 3 15,-2-1-5-15,1 2 4 0,3 0 3 0,-3 1-2 16,-4-1 1-16,2 0-4 0,0 1-1 16,0 0-8-16,1-1 11 0,0 0-1 0,-3 2 2 15,2-1-3-15,0 0 7 0,2-1-7 0,-2 0 8 0,8-1-5 16,-2 1-1-16,2 1-2 0,1-3 5 0,-2 0 4 15,3 0-6-15,-1 0 1 0,6-2 5 0,-5 1 0 16,0 1-5-16,-4-2-5 0,3 2 5 16,-2-1 2-16,1 1 1 0,1-2 2 0,1 1 5 0,-1-2-1 15,-1 3-3-15,3-1-12 0,-1 0 14 0,-2 1-10 16,-1-1 6-16,3 0-6 0,-4 1 5 16,2-1-2-16,-2 1-10 0,-2-1 3 0,0-1 2 0,2 1 1 15,1 0 1-15,-6 1-3 0,-1-2 1 0,3 1-1 16,-1-1 11-16,-1-1-6 0,0 2 5 0,-1 0-16 15,1-1 22-15,-1 2-20 0,0-1 4 0,-1-1 0 16,-2 0 2-16,2 1 6 0,-1 0-9 0,-10 1-10 16,17 0 14-16,-11-1-3 0,-6 1-8 0,16 0 14 15,-10-2-6-15,-6 2 5 0,13-1 0 0,-7 0 1 16,-6 1 1-16,15-2-1 0,-7 1 2 0,0 0 2 16,-8 1-10-16,15-3 8 0,-8 3-8 0,-7 0 4 15,11-3 3-15,-11 3-2 0,10-1 0 0,-10 1-7 16,9-1 5-16,-4-1 2 0,-5 2 1 0,20-4 0 15,-11 1 10-15,1 0-12 0,4 1 4 0,-4-1 3 16,5 1 1-16,-3 1 5 0,-1-2-2 0,0 1-4 16,-2 2-10-16,-2-3 13 0,1 2-10 0,-8 1 2 15,10-2-2-15,-10 2-3 0,8-1-10 0,-8 1-10 16,0 0-3-16,0 0-15 0,0 0 2 0,0 0-2 16,0 0-6-16,0 0-10 0,0 0-56 0,0 0-121 15,0 0 54-15</inkml:trace>
  <inkml:trace contextRef="#ctx0" brushRef="#br0" timeOffset="8280.43">19227 5871 81 0,'0'0'142'0,"0"0"-15"0,0 0-12 16,0 0-7-16,0 0-19 0,0 0-5 0,0 0-13 16,0 0-7-16,0 0-13 0,0 0-1 0,0 0-7 15,0 0 3-15,0 0-11 0,0 0-4 0,0 0-1 16,0 0-6-16,0 0-1 0,0 0 6 0,0 0-3 0,0 0-2 15,0 0-2-15,0 0 5 0,0 0-15 0,0 0 4 16,0 0 2-16,0 0-3 0,0 0 9 16,0 0 13-16,0 0 8 0,0 0 8 0,0 0-3 15,-7-14-9-15,7 14-2 0,0 0-5 0,0 0-3 0,-1-11-3 16,1 11-2-16,1-11-5 0,-1 11 0 16,2-11-5-16,-2 11 3 0,-2-9 11 0,2 9 8 15,0 0 8-15,2-9-1 0,-2 9 0 0,0 0-6 16,0 0-4-16,-3-9-6 0,3 9-3 0,0 0-3 15,0 0-4-15,0 0-2 0,0 0-4 0,0 0 1 16,0 0-3-16,0 0 1 0,0 0-4 0,0 0 0 16,0 0-1-16,-19 11 1 0,19-11 0 0,0 0-3 15,0 0 2-15,0 0 1 0,0 0-3 0,0 0-1 16,14 16 1-16,-9-13 1 0,-5-3-1 0,13 5 1 16,-4-4-3-16,1 1 1 0,0 0-1 0,2-1 1 15,-5-1 1-15,2 2-2 0,-9-2-1 0,14-2 1 16,-14 2 2-16,11 0 2 0,-11 0-1 0,7 0 1 15,-7 0-3-15,8-3 0 0,-8 3 0 0,5-3-4 16,-5 3 2-16,0 0-2 0,0-11 2 0,0 11-2 0,0 0-3 16,-8-12 5-16,8 12 0 0,-6-8 0 0,6 8-4 15,-9-6 0-15,5 2 1 0,4 4 1 0,-9-4-1 16,9 4-1-16,-12-2-4 0,12 2 3 0,-16 2 0 16,5 2 0-16,1 0-4 0,2 0 8 0,-2 2-7 15,2-1 2-15,0 1 1 0,2-1 2 0,2 2 1 16,-2-2-2-16,2 0-2 0,0 0 3 0,0 1-1 15,4-6 2-15,-2 8 1 0,2-8-3 0,0 0 3 16,3 10-1-16,-3-10 4 0,9 6-1 16,-2-5 1-16,-7-1-1 0,18-1-1 0,-6-2 2 0,0 2 1 15,-4-1 2-15,1-1 0 0,2-2-4 0,-3 3 2 16,-2-2 3-16,-1 1 8 0,3-1 6 0,-8 4 0 16,8-9 0-16,-6 4-2 0,1-2-3 0,-3 7 0 15,2-12 11-15,-3 4-7 0,1 8-3 0,-4-13-4 16,2 7-2-16,-2-1-1 0,0 2-1 0,4 5-5 15,-8-10-1-15,4 7-7 0,4 3-22 0,-7-4-24 16,7 4-26-16,0 0-32 0,-14 4-31 0,5 1-53 16,-3 6-171-16,3-2-390 0,-6 2 173 0</inkml:trace>
  <inkml:trace contextRef="#ctx0" brushRef="#br0" timeOffset="11578.31">19372 5772 109 0,'0'0'115'0,"0"0"-7"0,0 0-7 15,-5-5-5-15,5 5-13 0,0 0-15 0,0 0-7 0,0 0-8 16,0 0 0-16,0 0-7 0,0 0-4 16,-5-4-2-16,5 4-7 0,0 0-2 0,0 0-5 15,0 0 3-15,0 0-22 0,0 0 18 0,-15 9-10 0,10-6 0 16,5-3-17-16,-12 8-31 0,3-2-10 0,0 1-16 16,0-1-20-16,-2 3-10 0,3-2-54 15,1 0-152-15,0 1 67 0</inkml:trace>
  <inkml:trace contextRef="#ctx0" brushRef="#br0" timeOffset="33794.57">17164 5847 44 0,'0'0'78'0,"0"0"7"0,0 0-3 16,0 0 1-16,0 0 6 0,0 0-16 0,0 0-9 16,-4-13-9-16,4 13-11 0,0 0 8 0,0 0-8 15,0 0-11-15,-2-7-4 0,2 7 4 0,0 0-14 16,0 0 3-16,0 0-3 0,0 0 3 0,0 0 1 15,-5-6-10-15,5 6 9 0,0 0-14 0,0 0 0 16,0 0-16-16,0 0-3 0,0 0-15 0,0 0-7 16,0 0-13-16,0 0-3 0,0 0-3 0,0 0-9 15,0 0-15-15,0 0-38 0,0 0-123 0,-16 8 54 16</inkml:trace>
  <inkml:trace contextRef="#ctx0" brushRef="#br0" timeOffset="34462.32">17210 7053 68 0,'0'0'112'0,"0"0"-2"0,0 0-9 0,0 0-9 0,0 0-4 16,0 0-10-16,0 0-18 0,0 0-2 15,0 0-12-15,5-21 2 0,-5 21-13 0,0 0-3 16,0 0-17-16,0 0-15 0,7-4-9 0,-7 4-15 0,0 0-8 16,0 0-21-16,0 0-6 0,0 0-10 0,0 0-48 15,0 0-125-15,0 0 55 0</inkml:trace>
  <inkml:trace contextRef="#ctx0" brushRef="#br0" timeOffset="35051.89">17259 5753 42 0,'0'0'68'0,"0"0"-12"0,6-4-5 16,-6 4-1-16,0 0-11 0,0 0-2 0,0 0-2 15,0 0-5-15,0 0-3 0,0 0 2 0,0 0-10 16,0 0 2-16,0 0-2 0,0 0-5 0,5-4-4 16,-5 4 1-16,0 0-3 0,0 0-11 0,0 0-3 15,0 0-4-15,0 0-12 0,0 0-14 16,0 0-13-16,5 14-25 0,-5-14-79 0,2 8 35 0</inkml:trace>
  <inkml:trace contextRef="#ctx0" brushRef="#br0" timeOffset="35794.87">17181 6925 56 0,'0'0'69'0,"0"0"-9"0,0 0-4 15,0 0-10-15,0 0-1 0,0 0-4 0,0 0-17 16,0 0-7-16,0 0-6 0,0 0-17 0,0 0-11 16,0 0-16-16,0 0-29 0,0 0-67 15,4-5 30-15</inkml:trace>
  <inkml:trace contextRef="#ctx0" brushRef="#br0" timeOffset="36284.67">17264 5799 48 0,'0'0'51'0,"0"0"-1"16,0 0-5-16,0 0-12 0,0 0-9 0,2 5-7 16,-2-5-8-16,0 0-14 0,0 0-8 0,0 0-31 15,0 0-47-15,0 0 22 0</inkml:trace>
  <inkml:trace contextRef="#ctx0" brushRef="#br0" timeOffset="36931.75">17031 7303 47 0,'10'3'63'0,"-10"-3"-5"0,0 0-5 15,0 0 3-15,0 0-11 0,0 0-8 0,0 0-16 16,0 0-20-16,0 0-31 0,0 0-29 0,0 0-63 0,0 0 28 16</inkml:trace>
  <inkml:trace contextRef="#ctx0" brushRef="#br0" timeOffset="37910.64">17098 5793 2 0,'0'0'65'0,"0"0"-9"0,0 0-5 16,0 0-8-16,0 0-2 0,-3 6-1 0,3-6-6 15,0 0 0-15,0 0-8 0,0 0 3 0,0 9-11 16,0-9-5-16,0 0-9 0,0 0-5 0,-1 8-7 16,1-8-7-16,0 0-7 0,-5 8-9 0,5-8-1 15,-4 8-27-15,4-8-61 0,-4 5 27 0</inkml:trace>
  <inkml:trace contextRef="#ctx0" brushRef="#br0" timeOffset="38122.87">17001 5921 65 0,'0'0'97'0,"0"0"-3"15,0 0-17-15,0 0-6 0,0 0-8 16,0 0-8-16,0 0-6 0,0 0-14 0,0 0-14 15,0 0-23-15,0 0-21 0,17-11-17 0,-17 11-54 0,0 0-101 16,5-4 44-16</inkml:trace>
  <inkml:trace contextRef="#ctx0" brushRef="#br0" timeOffset="38967.11">16956 4472 37 0,'0'0'73'0,"0"0"-6"0,0 0-3 0,0 0-7 16,0 0-4-16,0 0-5 0,0 0-4 0,0 0-5 15,0 0 0-15,0 0-2 0,0 0-3 0,0 0-5 0,0 0 3 16,0 0-1-16,0 0 3 0,0 0 1 0,0 0-17 16,0 0 12-16,0 0-7 0,0 0-2 15,0 0-2-15,0 0 5 0,0 0-10 0,0 0-3 16,0 0-5-16,0 0 3 0,0 0-1 0,0 0-10 16,0 0-11-16,0 0-6 0,0 0-9 0,0 0-2 0,0 0-12 15,0 0-3-15,0 0-24 0,0 0-46 0,0 0-124 16,0 0 54-16</inkml:trace>
  <inkml:trace contextRef="#ctx0" brushRef="#br0" timeOffset="39699.74">17093 5931 70 0,'1'-8'115'0,"-1"8"-8"16,0 0-8-16,4-5-6 0,-4 5-7 0,0 0-2 16,2-6-10-16,-2 6-7 0,0 0-7 0,0 0-6 15,4-6-15-15,-4 6-5 0,0 0-23 0,0 0-11 16,0 0-11-16,0 0-6 0,0 0-18 0,0 0-14 16,0 0 1-16,0 0-20 0,0 0-60 0,0 0-138 15,0 0 61-15</inkml:trace>
  <inkml:trace contextRef="#ctx0" brushRef="#br0" timeOffset="40496.48">16857 4442 70 0,'0'0'92'16,"0"0"-2"-16,2-11-8 0,-2 11-10 0,0 0 2 15,0 0-16-15,0 0-2 0,0 0-14 0,0 0 4 16,0 0-8-16,0 0-1 0,0 0-8 0,0 0 2 16,0 0 5-16,0 0-9 0,0 0-9 0,0 0 2 15,0 0-6-15,0 0 0 0,0 0-14 0,0 0-4 16,0 0-12-16,0 0-10 0,0 0-21 0,0 0-11 15,0 0-8-15,0 0-4 0,0 0-41 0,0 0-118 16,0 0 52-16</inkml:trace>
  <inkml:trace contextRef="#ctx0" brushRef="#br0" timeOffset="41358.25">17062 5831 27 0,'0'0'122'0,"0"0"-18"0,0 0-6 15,0 0-16-15,0 0-4 0,4-8-8 0,-4 8-5 16,0 0-9-16,0 0-9 0,2-5-3 0,-2 5-8 16,0 0-11-16,0 0-20 0,0 0-1 0,0 0-12 15,4-5-14-15,-4 5-10 0,0 0-6 16,0 0-10-16,0 0-14 0,0 0-48 0,0 0-117 0,0 0 53 15</inkml:trace>
  <inkml:trace contextRef="#ctx0" brushRef="#br0" timeOffset="41995.49">16928 4440 30 0,'0'0'76'0,"0"0"-2"16,0 0-11-16,0 0-4 0,0 0-9 0,0 0 0 16,0 0-5-16,0 0-8 0,0 0-4 0,0 0-1 15,0 0-7-15,0 0-3 0,0 0 2 0,0 0-5 16,0 0-17-16,0 0-9 0,0 0-12 0,0 0-5 0,0 0-11 15,0 0-6-15,0 0-46 0,0 0-92 16,3 6 41-16</inkml:trace>
  <inkml:trace contextRef="#ctx0" brushRef="#br0" timeOffset="42851.3">17035 5859 51 0,'0'0'130'0,"0"0"-14"15,0 0-11-15,0 0-7 0,0 0-7 0,0 0-15 16,0 0-2-16,0 0-10 0,0 0 5 0,0 0-20 16,0 0-14-16,0 0-13 0,0 0-23 0,0 0 2 0,0 0-18 15,0 0-20-15,0 0-15 0,0 0-14 16,0 0-10-16,0 0-46 0,0 0-133 0,0 0 59 15</inkml:trace>
  <inkml:trace contextRef="#ctx0" brushRef="#br0" timeOffset="43537.27">17064 4563 25 0,'0'0'35'0,"0"0"-7"0,0 0-11 0,0 0-2 15,0 0-16-15,0 0-20 0,0 0-21 0,0 0 11 0</inkml:trace>
  <inkml:trace contextRef="#ctx0" brushRef="#br0" timeOffset="60492.33">2788 5802 13 0,'0'0'21'0,"0"0"-1"16,0 0-7-16,0 0 4 0,0 0 0 0,0 0 2 15,0 0-2-15,0 0-9 0,0 0 1 0,0 0 3 16,0 0-4-16,0 0-1 0,0 0-1 0,0 0-4 16,0 0-1-16,0 0 4 0,0 0 2 0,0 0 0 15,0 0-4-15,0 0 3 0,0 0-1 0,0 0-6 16,0 0-1-16,0 0 2 0,0 0-2 0,0 0-1 15,0 0 2-15,0 0-1 0,1-9-2 0,-1 9-2 16,0 0 1-16,0 0 2 0,4-6 0 0,-4 6-6 16,0 0 4-16,0 0-2 0,4-5 1 0,-4 5-1 15,0 0 7-15,0 0-3 0,0 0 2 0,0 0-1 16,0 0 5-16,5-7-2 0,-5 7-7 0,0 0 8 16,0 0-5-16,4-7 6 0,-4 7-7 0,0 0 1 15,0 0 2-15,3-5 2 0,-3 5-3 0,0 0 0 16,0 0-2-16,3-6 0 0,-3 6 4 0,0 0-3 15,0 0 1-15,7-4-4 0,-7 4 0 0,0 0-3 16,0 0 4-16,4-7-1 0,-4 7 1 0,0 0 2 16,0 0-5-16,0 0 7 0,0 0-3 0,3-4 0 15,-3 4-2-15,0 0 2 0,0 0-6 0,0 0 12 16,0 0-4-16,0 0-3 0,0 0 2 0,8-3 1 16,-8 3-5-16,0 0 7 0,0 0-2 0,0 0 1 15,0 0-1-15,0 0 4 0,0 0-7 0,0 0 6 16,0 0-6-16,0 0-4 0,0 0 16 0,0 0-11 15,0 0 2-15,7-2-1 0,-7 2-2 0,0 0 2 16</inkml:trace>
  <inkml:trace contextRef="#ctx0" brushRef="#br0" timeOffset="71962.81">18259 3887 2 0,'-4'30'13'0,"1"0"-1"0,-1 2 2 16,0 0-3-16,2 2 1 0,0-1 4 0,2 1-10 15,2 2 0-15,-1-1 0 0,4 12 5 16,-1-12 1-16,3 10-5 0,-2-9 0 0,4 9 1 0,2 2 1 16,-2 1 4-16,1 0-6 0,-1-3 3 0,-2-10-4 15,1 11 3-15,0 3-2 0,-1-3-4 0,-4-12-2 16,2 13 3-16,-5-1 0 0,0-12 3 0,-3 1-3 15,0-1 2-15,-2-2 3 0,2 1-4 0,-1 0-5 16,-1-3 6-16,3 1 0 0,-2 0-2 0,0 2 3 16,1-3-7-16,1 0 9 0,-2 1-7 0,1-1-3 15,1 0-6-15,-1-1 1 0,3 0 0 0,-2-3 2 16,0 3-6-16,0 1-1 0,1-3 3 0,-1 4-1 16,0 2-7-16,2-3-2 0,-3 2-14 0,3-1-32 15,-1-2 14-15</inkml:trace>
  <inkml:trace contextRef="#ctx0" brushRef="#br0" timeOffset="72395.88">18257 6056 5 0,'-3'30'19'0,"1"2"-2"0,0-3 3 0,-3 0-4 16,2 0 8-16,0 0-2 0,3-2-2 0,-1 0 3 15,1-2-1-15,0 0-2 0,0-4 3 0,2-2-3 16,1 8-5-16,-2-9 3 0,3 6 2 16,-3-3-3-16,2-1-6 0,-1 0-5 0,-1 0 2 0,1-1 1 15,-1-1 4-15,0 3-4 0,2-4 3 0,-2 2-1 16,0-2 3-16,1 3-1 0,0-1 0 0,1 0-4 15,-2-1 1-15,3 2 0 0,-3-1 7 0,2 1-12 16,-6 7-3-16,7-1 17 0,-3-3-1 0,-1-5-4 16,3 1-1-16,-3-1 5 0,1-3 0 0,2 3 4 15,-3-2-4-15,1-1 16 0,-1-3-16 0,0-12 2 16,-1 20-1-16,1-20-11 0,0 15 3 0,0-15 5 16,-3 15 0-16,3-15 0 0,-4 10 0 0,4-10-7 15,-7 10 5-15,7-10-4 0,-9 9 4 16,9-9-2-16,-16 8 3 0,6-5-9 0,10-3-7 0,-22 6 3 15,8-5-6-15,2 3-5 0,-8 0 0 16,1-4 0-16,-1 3 0 0,-2 0-6 0,0-2-1 0,-8 3-2 16,-2 1 1-16,2-1 5 0,0 0 9 0,-1-1-27 15,-2 1 22-15,2 0-2 0,3 0 10 0,-4 0-8 16,3 1 1-16,-2-1 0 0,4 3 3 16,-1-5-1-16,0 2 0 0,6 1 2 0,-5-1-3 15,-2 1-11-15,0 1 16 0,-1 1-8 0,0-3 1 16,-4 1 3-16,0 1 0 0,-1 1 4 0,-4-1 2 0,-1-2-11 15,-10 1-5-15,-1 1-6 0,0 1-8 0,0-3-9 16,0 2-13-16,1 1-27 0,-5-1-84 0,-1-2 38 16</inkml:trace>
  <inkml:trace contextRef="#ctx0" brushRef="#br0" timeOffset="72446.73">16218 7297 4 0,'-60'5'-1'0,"-2"-1"-1"0</inkml:trace>
  <inkml:trace contextRef="#ctx0" brushRef="#br0" timeOffset="75287.92">12818 8446 5 0,'-38'6'28'0,"-1"-1"-4"0,1 1-9 15,3-4-19-15,1 2-8 0,-3 0-12 0,3-4 6 16</inkml:trace>
  <inkml:trace contextRef="#ctx0" brushRef="#br0" timeOffset="83852.05">17167 7217 28 0,'0'0'52'0,"0"0"1"0,0 0-10 0,0 0 0 16,0 0-7-16,0 0-8 0,0 0-10 0,0 0-12 15,0 0-7-15,0 0-6 0,0 0-3 0,0 0-9 16,-3-21-26-16,3 21-49 0,0 0 21 0</inkml:trace>
  <inkml:trace contextRef="#ctx0" brushRef="#br0" timeOffset="91421.22">17061 5909 36 0,'1'-7'67'0,"-1"7"1"0,0 0 3 0,0 0-4 16,0 0-16-16,0 0 11 0,0 0-3 0,0 0-2 16,0 0 1-16,0 0-12 0,0 0-7 0,0 0 6 15,0 0-7-15,0 0-1 0,0 0 5 0,0 0-4 16,0 0-7-16,0 0-5 0,0 0-2 0,0 0-5 16,0 0 10-16,0 0-11 0,0 0 1 0,0 0-4 15,0 0 1-15,0 0-3 0,0 0-3 0,0 0 12 16,0 0-14-16,0 0 6 0,0 0-8 0,0 0 2 15,0 0 0-15,0 0-1 0,0 0-4 0,0 0-1 16,0 0-3-16,0 0-3 0,0 0 5 0,0 0-3 16,0 0-3-16,0 0 11 0,0 0-7 0,0 0 7 15,0 0-14-15,0 0 5 0,-13-3 4 0,13 3 2 16,0 0 5-16,0 0-6 0,0 0 5 0,0 0-15 16,0 0 4-16,0 0 3 0,0 0 2 0,0 0 0 15,0 0-1-15,0 0 2 0,0 0-1 0,0 0-8 16,0 0 7-16,0 0 2 0,0 0 3 0,0 0-5 15,0 0 0-15,0 0-3 0,0 0 4 0,0 0 5 16,0 0 2-16,0 0-10 0,0 0-4 0,0 0 7 16,0 0-3-16,0 0-2 0,0 0 6 0,0 0-7 15,0 0-6-15,0 0 16 0,0 0-4 0,0 0 5 16,-11 0-5-16,11 0 5 0,0 0 0 0,0 0-3 16,0 0-9-16,0 0 8 0,0 0 2 0,0 0-19 0,0 0 16 15,0 0 2-15,0 0-7 0,0 0 10 16,0 0-9-16,0 0 6 0,0 0-1 0,-6-4-1 15,6 4-4-15,0 0 3 0,0 0 0 0,-6-4 7 0,6 4-17 16,0 0 10-16,0 0 8 0,0 0-10 0,-6-4-2 16,6 4 5-16,0 0-3 0,0 0 7 15,-9-2-2-15,9 2-7 0,0 0 3 0,0 0 2 16,0 0-9-16,-8-6 12 0,8 6 5 0,0 0-4 0,0 0-3 16,0 0 1-16,0 0-6 0,-5-3 8 0,5 3-8 15,0 0 9-15,0 0-3 0,0 0-5 0,0 0 10 16,0 0-18-16,0 0 11 0,0 0 5 0,0 0-4 15,0 0-1-15,0 0 5 0,0 0 8 0,0 0-17 16,-8-3 8-16,8 3 3 0,0 0 14 0,0 0-7 16,0 0-5-16,0 0 9 0,0 0-5 0,0 0-3 15,0 0 0-15,0 0 3 0,0 0-3 0,0 0 6 16,0 0-5-16,0 0-9 0,0 0 4 0,0 0 2 16,0 0 0-16,0 0-4 0,0 0 4 0,12-10-1 15,-12 10 4-15,0 0-2 0,0 0 4 16,0 0-3-16,0 0 2 0,0 0 2 0,0 0-1 15,0 0 0-15,6-4 0 0,-6 4-1 0,0 0 9 0,0 0-10 16,0 0 5-16,0 0-1 0,0 0 2 0,0 0-2 16,0 0-7-16,0 0-2 0,0 0 8 0,0 0-9 15,0 0 0-15,0 0-3 0,0 0-4 0,0 0 4 16,0 0 0-16,0 0-5 0,0 0 10 0,0 0-11 16,0 0 6-16,0 0-1 0,0 0 4 0,0 0-7 15,0 0 5-15,0 0-8 0,12 11 3 0,-12-11 3 16,0 0 5-16,0 0-8 0,6 6-2 0,-6-6 5 15,4 2 4-15,-4-2-3 0,0 0 3 0,6 5 5 16,-6-5-9-16,0 0-2 0,0 0-2 0,0 0 7 16,9-1 4-16,-9 1-6 0,0 0 3 0,0 0-3 15,0 0 1-15,7-8-3 0,-7 8-1 0,0 0 8 16,0 0-2-16,0-13 5 0,0 13-6 0,0 0 2 16,-2-10 3-16,2 10 8 0,0 0 3 0,-2-10-2 15,2 10 4-15,0 0-6 0,0 0 1 0,-5-7-4 16,5 7 0-16,0 0-5 0,0 0-2 0,0 0-2 0,0 0 2 15,0 0 0-15,0 0-4 0,0 0 1 16,0 0 2-16,0 0-4 0,-16 11-3 0,16-11 1 0,0 0 0 16,0 0 0-16,-4 5-1 0,4-5 5 15,0 0-5-15,0 0 3 0,0 0 4 0,0 0-2 0,0 0 1 16,0 0 0-16,0 0-10 0,11 9 8 0,-11-9 0 16,7 1 5-16,-7-1-3 0,0 0-4 0,11 3 2 15,-11-3 5-15,0 0-2 0,0 0-1 16,0 0 6-16,0 0 1 0,0 0-4 0,0 0-5 0,11-6 3 15,-11 6 2-15,0 0 0 0,0 0-4 0,0 0 0 16,1-7 2-16,-1 7-2 0,0 0-2 0,0 0 1 16,0 0-5-16,0 0 4 0,0 0-2 0,0 0-4 15,0 0-1-15,0 0 2 0,0 0 3 0,0 0-4 16,-20-3 5-16,20 3-5 0,0 0 1 0,0 0 3 16,-10 6-3-16,10-6 2 0,0 0-1 0,-5 4-1 15,5-4 3-15,0 0-2 0,0 0-6 0,0 0 7 16,1 11 8-16,-1-11-3 0,0 0-6 0,9 5 3 15,-9-5 7-15,0 0-9 0,11 1 6 0,-11-1 3 16,11 0-13-16,-11 0 6 0,0 0 4 0,7 0 1 16,-7 0 2-16,0 0-3 0,0 0-1 0,7-5 0 15,-7 5-6-15,0 0-2 0,1-10 7 0,-1 10-5 16,0 0-5-16,-1-12 5 0,1 12 4 0,0 0-6 16,-7-10-2-16,7 10 2 0,-6-6-1 0,6 6 0 15,-8-3-4-15,8 3 2 0,-11 0-1 0,11 0-2 16,-11 4 1-16,6-1 1 0,0 2 1 0,-1 0 1 15,1 2 3-15,1-2-3 0,0 2 3 0,2 0 1 16,2-7 7-16,-3 12-7 0,3-12-1 0,0 12 1 16,0-12 1-16,4 9 1 0,0-4 5 0,-4-5-5 15,10 4 4-15,-6-2 1 0,-4-2-5 0,7 2 3 16,-7-2 3-16,9 0-2 0,-9 0-5 0,0 0 4 16,14-5-1-16,-10 2 2 0,0-2 0 0,0 0 2 0,-4 5-4 15,6-10 1-15,-4 4-5 0,-2 6 2 16,0-12-1-16,0 12 6 0,-3-12-4 0,0 6-6 15,3 6 3-15,-5-10 0 0,3 5-3 0,2 5 2 0,-8-4-2 16,8 4 5-16,-11-5-9 0,5 4-5 0,6 1-8 16,0 0-15-16,-14 1-27 0,14-1-13 15,-8 4-21-15,4 0-21 0,4-4-34 0,-7 6-102 16,7-6-275-16,0 0 121 0</inkml:trace>
  <inkml:trace contextRef="#ctx0" brushRef="#br0" timeOffset="92182.29">19172 5850 47 0,'0'0'117'0,"0"0"-7"0,0 0-4 16,0 0-6-16,0 0-21 0,0 0-10 0,0 0-13 15,0 0-11-15,0 0-26 0,0 0-25 0,0 0-21 16,0 0-25-16,0 0-59 0,0 0-119 0,0 0 52 16</inkml:trace>
  <inkml:trace contextRef="#ctx0" brushRef="#br0" timeOffset="92881.77">17036 7079 35 0,'0'0'52'0,"0"0"-24"16,13-1-27-16,-13 1-21 0,0 0-20 0,10-1 9 0</inkml:trace>
  <inkml:trace contextRef="#ctx0" brushRef="#br0" timeOffset="93616.98">17226 7057 109 0,'0'0'156'0,"0"0"-5"0,0 0-5 0,0 0-11 16,0 0-3-16,0 0-12 0,0 0-9 0,-29-2-7 15,29 2-5-15,0 0-7 0,0 0-3 0,-7 2-6 0,7-2-10 16,0 0-7-16,0 0-4 0,0 0-3 0,0 0-8 15,-7 7-4-15,7-7-7 0,0 0-2 0,0 0-4 16,0 0-7-16,0 0 1 0,0 0-1 0,0 0-3 16,0 0 0-16,0 0 0 0,0 0-5 0,0 0 2 15,22 1-5-15,-22-1 3 0,0 0-2 0,11-6 1 16,-7 3-5-16,-4 3 0 0,7-7 6 0,-2 3 3 16,-5 4 5-16,2-10-3 0,-2 10-2 0,0-10-7 15,0 10-4-15,0 0 3 0,0-11 1 0,0 11-2 16,-5-5-2-16,5 5-5 0,0 0 5 0,-6-8-4 15,6 8-3-15,-8 0 2 0,8 0-1 0,0 0 0 16,-18 5-7-16,12-2 7 0,-2 0-3 0,0 3 1 16,0 0 3-16,0 1-2 0,2-1-2 0,-1-2 2 15,3 1-4-15,-1 0 0 0,5-5 6 0,-3 8-1 16,3-8 2-16,-4 8-2 0,4-8-5 0,0 0 6 16,1 10-7-16,-1-10 9 0,0 0-5 0,9 6 3 15,-9-6-1-15,7 1-1 0,-7-1 2 0,12-2-1 16,-12 2-3-16,13-4 3 0,-13 4 2 0,10-3-2 15,-6-1-2-15,-4 4 0 0,6-6-3 0,-3 1-6 16,-3 5 1-16,4-9 2 0,-4 9 0 0,2-10 0 16,-2 10-5-16,-4-10 1 0,4 10-7 0,-6-9 2 0,6 9 1 15,-8-4 1-15,8 4-1 0,-9-5 0 16,9 5-1-16,-10 1 4 0,10-1-1 0,-13 2-3 16,7 1 5-16,1 3 1 0,-4 1 4 0,4-2-1 15,1 0 1-15,-1 0-2 0,5-5 5 0,-4 10-3 16,3-3 0-16,1-7 3 0,0 0-1 0,1 11 2 15,-1-11 1-15,0 0-2 0,5 8 1 0,-5-8 2 16,6 1-2-16,-6-1 6 0,11 0-6 0,-11 0 3 16,0 0-5-16,15-6 5 0,-11 3-3 0,-4 3 2 0,8-8-2 15,-5 5 3-15,-3 3-6 0,5-9 1 16,-3 3 2-16,-2 6-1 0,1-11-1 0,-1 11-3 16,0-10-2-16,0 10-3 0,-3-9-3 0,3 9-7 15,0 0-20-15,0 0-8 0,-2-7-16 0,2 7-9 0,0 0-14 16,0 0-11-16,0 0-17 0,0 0-23 0,0 0-26 15,0 0-115-15,0 0-301 0,0 0 133 16</inkml:trace>
  <inkml:trace contextRef="#ctx0" brushRef="#br0" timeOffset="94498.72">17162 7096 40 0,'-8'-3'135'0,"8"3"-12"0,0 0-6 0,0 0-12 16,0 0-14-16,-10 0-12 0,10 0-5 0,0 0-10 16,0 0-6-16,0 0-4 0,24 9 0 0,-11-9-4 15,0 3-9-15,4-2-3 0,1 1-4 0,4-1-1 16,-2 1-4-16,8-3 1 0,-1 3-6 0,3-2 3 16,-3 1-10-16,2 0 4 0,2-1-3 0,-1-1 0 15,0 1-2-15,3 1-3 0,0-1-4 0,3 1 2 16,4-1 5-16,-2 0 3 0,14-1-7 0,3 1-1 15,-3 0 2-15,0-1-1 0,-14 2 2 0,16 0-1 16,-14-1-3-16,11 0 6 0,-12 0-6 0,-2-1-1 16,3 1-5-16,-2-1 8 0,1-1-10 0,-2 3 1 15,0-2-7-15,-3 1 8 0,-1-1 4 0,-1 0-6 16,-1 2-1-16,-3-2 11 0,1 1-5 0,-8 1-3 16,-1-1 7-16,1 1 4 0,-3-1-8 0,0-1 2 15,-5-1 4-15,-1 0-1 0,0 4 2 0,2-2 1 16,-3-2-1-16,-2 4-6 0,3-2-2 0,-2 0 6 0,0 1-8 15,0-1 3-15,1-1 4 0,0 1-2 0,2 0-7 16,1-2 3-16,0 2 0 0,4-3 1 16,1 2 4-16,-1 1 2 0,2-2-13 0,1 2 0 15,-3-1 2-15,1 1 3 0,0 0-4 0,2 0 0 0,-2-3 2 16,0 3-1-16,1-3-6 0,-1 3 6 0,1-1 3 16,-1 1 1-16,0-3-3 0,-1 3 0 0,1 0-2 15,-6-1 0-15,6 0 5 0,-7 1-6 0,0-1-3 16,0 1 11-16,-3-2 1 0,2 2 3 15,-2-1 5-15,-9 1 5 0,14 0-2 0,-5 0-5 0,-9 0 11 16,13-1-7-16,-13 1-7 0,13-3 2 0,-7 6 1 16,-6-3 2-16,12-3-4 0,-5 6 3 0,-7-3 1 15,16-4-7-15,-9 4 0 0,-7 0-1 0,16 0-2 16,-6-1 2-16,0-1-1 0,2 2 3 0,-2 0-4 16,0-1 2-16,4 1-3 0,-4-1 1 0,1-1-1 15,1 0-2-15,0 2 2 0,6-5-1 0,-8 5-2 16,3 0 5-16,0 0-1 0,-2-1-2 0,2 1-3 15,0 0 0-15,-1 1 3 0,-1-1-2 0,0 0 3 16,-1 0-6-16,-2 0 4 0,-8 0-4 0,13 0 3 16,-6 0 3-16,-7 0 5 0,13-1 8 0,-13 1 4 15,11-3 4-15,-11 3-8 0,10 3-1 0,-10-3 0 16,7 0-2-16,-7 0 8 0,0 0 0 0,0 0 4 16,0 0 2-16,11 0-1 0,-11 0 0 0,0 0-1 15,0 0-6-15,0 0 0 0,5 1 0 0,-5-1-4 16,0 0-3-16,0 0-6 0,0 0-24 0,0 0-39 0,0 0-44 15,0 0-55-15,0 0-25 0,0 0-181 16,0 0-389-16,0 0 172 0</inkml:trace>
  <inkml:trace contextRef="#ctx0" brushRef="#br0" timeOffset="120366.27">23549 8635 92 0,'0'0'127'15,"0"0"-13"-15,0 0-4 0,0 0-10 0,0 0-16 16,0 0-8-16,0 0-8 0,0 0-11 0,0 0 0 16,0 0 2-16,0 0-10 0,0 0-11 0,0 0-2 15,0 0-6-15,0 0-8 0,0 0-15 0,0 0-2 16,0 0-19-16,0 0-12 0,0 0-10 0,0 0-27 15,0 0-18-15,0 0-72 0,0 0-164 0,0 0 74 0</inkml:trace>
  <inkml:trace contextRef="#ctx0" brushRef="#br0" timeOffset="121146">26197 8615 53 0,'0'0'194'0,"0"0"-2"0,0 0-4 16,0 0-6-16,0 0-10 0,0 0-16 0,0 0-15 15,0 0-12-15,0 0-6 0,0 0-6 0,0 0-10 16,0 0-1-16,6 12-6 0,-6-12-4 0,0 8-5 16,6-1-8-16,-5-2 5 0,-1-5-3 0,2 11-7 0,0-4-10 15,-2-7-4-15,2 13-4 0,-2-8-3 0,2 2 6 16,0 0 6-16,-2-7-9 0,1 10-1 16,-1-10 3-16,5 9 12 0,-5-9 10 0,4 5 13 15,-4-5 4-15,4 4-6 0,-4-4-6 0,0 0-11 0,0 0-5 16,18-10-6-16,-9 4-13 0,0-2-4 15,7-1-11-15,6-5-35 0,1-3-25 0,4-2-36 16,4-1-43-16,21-5-61 0,2-1-64 0,29-14-85 0,-4 2-203 16,-1-4-555-16,-19 12 246 0</inkml:trace>
  <inkml:trace contextRef="#ctx0" brushRef="#br0" timeOffset="121701.33">22738 8707 27 0,'0'0'83'0,"8"-3"-16"15,-8 3-2-15,8-1-3 0,-8 1-7 16,5-4-7-16,-5 4-8 0,0 0-3 0,0 0-17 16,0 0-8-16,11 0-19 0,-11 0-21 0,0 0-53 15,0 0-86-15,0 0 38 0</inkml:trace>
  <inkml:trace contextRef="#ctx0" brushRef="#br0" timeOffset="122142.26">24548 8681 14 0,'0'0'59'0,"0"0"0"15,0 0-6-15,0 0 13 0,0 0-10 0,0 0-1 16,0 0-7-16,0 0-5 0,0 0-1 0,0 0-8 15,0 0-3-15,0 0-16 0,0 0-10 0,0 0-25 16,8 1-34-16,-8-1-31 0,0 0-91 16,0 0 41-16</inkml:trace>
  <inkml:trace contextRef="#ctx0" brushRef="#br0" timeOffset="124877.28">23888 10399 42 0,'0'0'28'0,"0"0"-3"15,0 0-8-15,0 0-12 0,0 0-5 0,0 0-10 0,6 2-9 16,-6-2-18-16,0 0 8 0</inkml:trace>
  <inkml:trace contextRef="#ctx0" brushRef="#br0" timeOffset="124995.09">23894 10401 20 0,'0'0'-4'0,"0"0"10"0,0 0 0 0,0 0 1 0,0 0-3 16,0 0 4-16,0 0-4 0,0 0 0 0,0 0-4 16,0 0 6-16,0 0-3 0,0 0 0 0,0 0 0 15,0 0-2-15,0 0-1 0,0 0 1 0,0 0 0 16,0 0-1-16,0 0-5 0,0 0-7 0,0 0-12 15,0 0 6-15</inkml:trace>
  <inkml:trace contextRef="#ctx0" brushRef="#br0" timeOffset="125381.28">26283 10396 8 0,'0'0'77'15,"0"0"-12"-15,0 0-18 0,0 0-24 0,3 7-27 16,-3-7-32-16,0 0-39 0,0 7 17 0</inkml:trace>
  <inkml:trace contextRef="#ctx0" brushRef="#br0" timeOffset="125600.48">27007 10581 59 0,'0'0'132'0,"8"2"-17"0,-8-2-18 15,0 0-20-15,0 0-34 0,0 0-26 0,0 0-48 16,0 0-55-16,0 0-91 0,0 0 41 0</inkml:trace>
  <inkml:trace contextRef="#ctx0" brushRef="#br0" timeOffset="126091.03">23589 10447 118 0,'0'0'182'0,"3"5"-24"0,-3-5-15 0,0 0-12 0,0 0-12 16,0 0-12-16,0 0-16 0,0 0-7 16,0 0-24-16,0 0-10 0,0 0-23 0,0 0-15 0,0 0-36 15,0 0-26-15,0 0-29 0,0 0-110 0,0 0-203 16,0 0 90-16</inkml:trace>
  <inkml:trace contextRef="#ctx0" brushRef="#br0" timeOffset="135721.04">27791 4302 95 0,'2'-17'192'0,"3"4"10"0,-1 1 3 0,-2-1 7 0,1 4-11 16,-2-2-3-16,0 1-8 0,-1 2-16 0,0 8-7 16,2-13-11-16,-2 13-18 0,0-8-12 0,0 8-19 15,0 0-8-15,0-9-17 0,0 9-8 0,0 0-12 16,0 0-6-16,0 0-1 0,0 0-11 0,0 29-2 15,0-13-7-15,-2 4-1 0,0 7-3 16,1-1-4-16,-1 4 1 0,0-2-2 0,0-1-1 16,0-2-6-16,0 1 0 0,2-2-4 0,-3-3-2 0,3 4 2 15,0-7-1-15,1 2 0 0,-1-2-3 0,2-2-1 16,-2 1-5-16,2-1-15 0,-4-1-31 0,4 1-17 16,-2-4-25-16,0 0-22 0,0-2-38 0,0 0-20 15,0 0-12-15,0 1-23 0,0-11-5 16,-4 8-138-16,1-3-367 0,3-5 163 0</inkml:trace>
  <inkml:trace contextRef="#ctx0" brushRef="#br0" timeOffset="135971">27834 4253 16 0,'4'-26'146'16,"3"1"-2"-16,-1 7-2 0,2 3-18 0,0-1-12 15,1 3-15-15,3 2-14 0,-2 2-5 0,6 1-2 0,0 2-10 16,4 0-7-16,-4 4-9 0,3 2-5 0,-5 2 0 15,-2 3-7-15,-1 2-7 0,-2 6 3 0,0 0 0 16,-4 2-2-16,-3 4-1 0,-2-2 3 16,-4 2-3-16,-4 0 9 0,-4 3-1 0,-5-2-4 15,-1 0-2-15,-2 0 6 0,0-5-8 0,6 0 2 0,-4-5-5 16,5 0-3-16,2-3-4 0,0-2 3 0,1 1-7 16,0 0-9-16,6-2-23 0,-2-2-26 0,6-2-35 15,-8 6-35-15,8-6-19 0,-5 5-5 0,5-5-101 16,0 6-255-16,0-6 113 0</inkml:trace>
  <inkml:trace contextRef="#ctx0" brushRef="#br0" timeOffset="136262.29">27968 4446 56 0,'0'0'132'0,"7"0"-4"0,-7 0-10 0,0 0-7 15,13 0 0-15,-6 0-11 0,-7 0-12 16,11 1-4-16,-11-1-2 0,12 3-9 0,-6 0-2 0,-1 0-2 15,2 1-4-15,-1 0-1 0,-3 2-3 0,3-1-2 16,-3 3 10-16,-1 1 1 0,-2 1-4 16,-1 3 0-16,-3-3 7 0,-2 7 6 0,-4-3-3 15,-1 0-7-15,1 1 1 0,-7-2 6 0,6 0-7 16,0-4 3-16,0 1-6 0,2-3-3 0,0-2-7 16,2 0-5-16,2-1-5 0,1 1-6 0,-1-2-5 0,5-3-5 15,-4 5-3-15,4-5-1 0,0 0-3 16,0 0 1-16,0 0-2 0,15 9-5 0,-3-7-7 15,6-2-26-15,3-1-38 0,-2 0-25 0,11-2-42 16,-1-1-40-16,0 1-36 0,0-3-176 0,-9 6-404 16,8-5 180-16</inkml:trace>
  <inkml:trace contextRef="#ctx0" brushRef="#br0" timeOffset="136797.15">28314 4588 122 0,'0'0'180'15,"0"0"-21"-15,0 0-17 0,0 0-7 0,0 0 12 16,0 0-9-16,0 0 1 0,2 16-10 0,-4-6-8 16,2-10-9-16,-1 19 0 0,-1-7-4 0,0 0-12 15,2-1-7-15,-1-2-7 0,0 1-13 0,-1-1-1 16,0-3-9-16,2-6-4 0,0 12-3 0,0-12-5 16,-1 9 12-16,1-9 12 0,0 0 14 0,-2 8 11 15,2-8 12-15,0 0 6 0,0 0-6 0,0 0-8 16,0 0-9-16,0 0-10 0,0 0-12 0,0 0-5 0,0 0-9 15,-10-24-3-15,10 15-5 0,2-1-7 16,0-2-3-16,0-3-18 0,2 4 1 0,3-4-3 16,-1 1-7-16,4-1-3 0,-5 4-1 0,3 1-1 15,-1 2-3-15,1-1-1 0,1 4 4 0,-1-1-12 16,-1 4 5-16,0 0-5 0,-7 2 4 0,18 3-6 0,-10 2 4 16,3 0 3-16,-2 4-3 0,0-1-3 15,-1 2 3-15,1 1-1 0,-3 0 3 0,1-2 1 16,-4 1 1-16,4-2 6 0,-4 1-6 0,-1-3-3 15,0 0 2-15,-2-6 2 0,3 8 0 0,-1-4 1 16,-2-4-1-16,4 6 6 0,-4-6 5 0,0 0 1 16,0 0-9-16,0 0 3 0,0 0-8 0,0 0 8 0,0 0-6 15,0 0-1-15,0 0-9 0,-1-28-5 16,2 18-1-16,3-1-2 0,6-3 5 0,-5 4-2 16,3 0-2-16,-1 1-2 0,1 2 7 0,0 2-5 15,-1 0 5-15,2 1-1 0,-2 2-2 0,-7 2 3 16,13 3-1-16,-5 2-1 0,-2 0 3 0,2 1 3 15,-3 6-1-15,0 0-4 0,-1-1 4 0,0 1-11 16,-2-1-10-16,-1 3-13 0,2-2-17 0,-3 1-19 16,0-2-28-16,2 1-38 0,-2 0-36 0,0-1-39 15,2-5-25-15,-2 3-138 0,0-9-414 0,2 12 183 16</inkml:trace>
  <inkml:trace contextRef="#ctx0" brushRef="#br0" timeOffset="137129.93">28805 4664 114 0,'3'-11'218'0,"-1"1"9"0,-2 2 6 0,0 0-17 16,0 8-10-16,-6-11-21 0,1 8-16 0,-2-2-17 16,-2 2-12-16,-2 3-15 0,1 4-14 0,-2 1-11 15,1 2-7-15,-3 2-11 0,0 0-6 0,5 1-8 16,1-2-6-16,3 3-10 0,0-2 2 0,1 1-11 16,3-1-3-16,1 1-4 0,0-2-3 0,0-8-3 15,4 13 2-15,-1-7-5 0,2-2-1 0,2 1-1 16,-2-2-2-16,-5-3-6 0,14 2 6 0,-14-2-4 15,14-2-3-15,-14 2 1 0,13-5-2 0,-6 1-2 16,-2-1 4-16,1-1-5 0,-1 0 0 0,-2 1-1 16,2 0-3-16,-5 5 3 0,7-9 1 0,-5 4 1 15,-2 5-3-15,3-6 4 0,-3 6-9 0,0 0-7 16,5-4 3-16,-5 4-2 0,0 0-3 0,0 0 1 16,0 0-1-16,8 13 4 0,-7-6 3 0,2 2-1 15,0 1-1-15,-2 0-2 0,4-1-10 16,0 1-26-16,-1 2-22 0,2-2-40 0,1 3-34 0,-2-2-45 15,4-3-63-15,-4 2-173 0,3-3-447 0,-2-3 199 16</inkml:trace>
  <inkml:trace contextRef="#ctx0" brushRef="#br0" timeOffset="137328.91">29025 4661 28 0,'2'-4'269'16,"-2"4"-25"-16,4-8-25 0,-4 8-19 0,0 0-27 15,3-7-20-15,-3 7-18 0,0 0-11 0,0 0-6 16,0 0-8-16,11 15-6 0,-4-11-5 0,2 6-9 16,-1-2-9-16,0 2-7 0,1 1-2 0,4 1-12 15,-1-1-7-15,2 0-31 0,-2-2-26 0,-3-1-27 16,2 0-39-16,-4-1-38 0,0-1-35 0,-1-3-18 16,-2 0-25-16,1 1-102 0,-5-4-311 0,0 0 137 15</inkml:trace>
  <inkml:trace contextRef="#ctx0" brushRef="#br0" timeOffset="137466.31">29207 4753 44 0,'1'-8'68'0,"1"-3"35"15,1-2-2-15,-3 3 18 0,-3-1 4 0,2 0 17 16,0 0 20-16,-2 3 8 0,1 2 2 0,2 6 4 16,-4-8-21-16,4 8-16 0,-8-6-10 0,8 6-14 15,-18 3-7-15,7 3-13 0,-7 3-7 0,1 1-7 16,-3 7-5-16,-4 0-14 0,0 0-1 0,3 1-15 16,-4 2-31-16,6-3-41 0,5-2-61 0,0-1-58 15,0 0-228-15,6-3-407 0,2 0 180 16</inkml:trace>
  <inkml:trace contextRef="#ctx0" brushRef="#br0" timeOffset="137654.01">29451 4564 3335 0,'3'-9'190'0,"0"0"-121"0,-1 2-31 0,-2 7-7 16,4-11-20-16,-3 7 0 0,-1 4-5 0,3-9 0 15,-3 9-9-15,4-5 3 0,-4 5-3 0,8-2 2 16,-8 2-12-16,15-1-32 0,-6 3-45 0,1 3-49 16,3-1-50-16,-3 3-67 0,-1 0-237 0,0 0-535 15,-5 0 237-15</inkml:trace>
  <inkml:trace contextRef="#ctx0" brushRef="#br0" timeOffset="137812.5">29462 4634 92 0,'0'0'294'0,"0"0"-17"15,-8 4-10-15,8-4-9 0,0 0-10 0,0 0-14 16,0 0-13-16,0 0-26 0,0 0-26 0,0 0-12 16,0 0-16-16,22 0-25 0,-12-1-33 0,3-2-40 15,1 3-57-15,7-2-65 0,0 0-82 0,6-1-83 16,-6 0-140-16,5 0-414 0,-4 2 184 0</inkml:trace>
  <inkml:trace contextRef="#ctx0" brushRef="#br0" timeOffset="138063.59">30046 4255 244 0,'-14'-5'255'0,"2"1"-2"0,1 0-6 0,5 1-13 16,-1 0-16-16,7 3-20 0,-10-4-21 0,10 4-21 15,-8-4-17-15,8 4-19 0,0 0-9 0,0 0-10 16,0 0-9-16,0 0-22 0,32-1-16 0,-11 1-28 16,-2 0-25-16,-1 1-38 0,-3-1-40 0,-3 3-40 15,0-3-40-15,-1 3-28 0,-4-1-25 0,-1 0-110 16,-6-2-344-16,7 5 152 0</inkml:trace>
  <inkml:trace contextRef="#ctx0" brushRef="#br0" timeOffset="138387.1">30065 4268 179 0,'-9'0'185'0,"9"0"-21"16,0 0-19-16,-4 7 7 0,4-7 7 0,-3 14-15 16,1-1-8-16,-3 2 3 0,3 3 4 0,-3 6-9 15,-1 2-12-15,3-2-10 0,-1-5-6 0,1 0-8 16,1-1-10-16,-1 2-5 0,-1-2-6 0,3-2-7 16,0 1-1-16,1-2-13 0,0-3-7 0,-1-2 4 15,1 0-13-15,0-2 4 0,-2-1-11 0,2-7-2 16,-1 10-4-16,1-10 2 0,-1 10-4 0,1-10 3 15,-2 6-1-15,2-6-1 0,-6 4 0 0,6-4-7 16,0 0 9-16,-13 0-12 0,13 0 2 0,-11-1 0 16,11 1-4-16,-11-3-3 0,11 3 0 15,-9-1-1-15,9 1-3 0,-11-2 0 0,11 2-1 16,0 0 0-16,-8-3-3 0,8 3-3 0,0 0-3 0,0 0 0 16,0 0 2-16,0 0-1 0,0 0 0 0,0 0 0 15,0 0-2-15,0 0 1 0,0 0-6 0,0 0-12 16,0 0-13-16,21 13-30 0,-8-12-39 0,3 1-50 15,5-1-63-15,2 1-210 0,-3 0-461 0,12-1 205 16</inkml:trace>
  <inkml:trace contextRef="#ctx0" brushRef="#br0" timeOffset="138703.09">30268 4524 152 0,'0'0'264'0,"0"0"-11"0,-3-9-21 0,3 9-15 16,0 0-21-16,0 0-18 0,0 0-21 0,0 0-11 16,0 0-18-16,7-8-5 0,-7 8-18 0,13 0-7 15,-13 0-2-15,15 1-17 0,-7-1-6 0,-8 0-11 16,14 2-4-16,-14-2-10 0,10 4-5 16,-6 1-2-16,0 1-3 0,-1 3 9 0,-3 1 12 15,0 2 7-15,-4 5-4 0,-3-2 5 0,-2 2-3 0,-2 1-1 16,-3 2-2-16,-3 3-6 0,4-8-4 0,-1-1 3 15,2 0 4-15,0-2-9 0,2-2-1 0,2-3-5 16,2 2-9-16,1-5-2 0,2 0-4 16,3-4-3-16,-5 8-4 0,5-8 4 0,0 0-1 15,8 10-7-15,1-8-16 0,4 0-27 0,7 0-29 0,2-2-33 16,-3 2-37-16,10-1-47 0,1-5-36 0,0-1-34 16,-8 4-25-16,-2-1-176 0,0 1-481 15,-1-2 213-15</inkml:trace>
  <inkml:trace contextRef="#ctx0" brushRef="#br0" timeOffset="139217.06">30532 4687 211 0,'0'0'212'0,"0"0"-8"0,0 0-14 0,0-9-11 0,0 9-19 15,0 0-14-15,0 0-26 0,0 0 1 16,0 0 17-16,0 0-9 0,0 0-10 0,0 0-10 16,-5 29-4-16,3-19-3 0,1 0-4 0,-3-1-11 15,2 1-8-15,-1-1-6 0,0 0-6 0,1-3-2 16,1 1 3-16,1-7 7 0,-3 8 6 0,3-8 13 15,-2 8 8-15,2-8 17 0,0 0 5 0,0 0 3 0,-5 7-11 16,5-7-6-16,0 0-8 0,0 0-15 16,0 0 3-16,0 0-11 0,0 0-7 0,0 0-12 15,-6-23-6-15,6 23-4 0,2-12-10 0,2 0-12 16,-2 5-5-16,3-5-4 0,3-1 1 0,2-2-9 16,0 4-3-16,0-5-4 0,-1 7-1 0,0 0-6 15,2 3 0-15,-2-2 4 0,-2 3-16 0,3 1 15 16,-5 1-10-16,3 1 2 0,-8 2-1 0,13 5 7 15,-8-2 0-15,1 2-7 0,0 4 1 0,-1 0 2 16,-1 1-7-16,0-1 13 0,-1 3-7 0,0-3-5 16,-1 1 8-16,0 0 1 0,-4-1 2 0,4-4 2 0,-2-5 2 15,0 10-12-15,0-10 7 0,0 8 11 0,0-8-8 16,1 8 6-16,-1-8 3 0,0 0-3 16,0 0-12-16,0 0-11 0,0 0 2 0,0 0 6 15,0 0-9-15,0 0-4 0,-11-19-4 0,11 19-4 16,0-14 2-16,2 2-3 0,3 2-2 0,1-4-2 0,0 2 4 15,0 3 0-15,4-5 6 0,-4 4 0 16,2 2 4-16,-3 4-2 0,1-1-6 0,0 3 4 16,-6 2 4-16,7-3 1 0,-7 3 0 0,9 5 1 15,-3 0 5-15,-2 0-2 0,3 5 3 0,-3-2 3 16,1 4 0-16,0-2 8 0,-2 3-22 0,1 0-27 16,-2-1-34-16,1 1-31 0,-2-1-51 0,3-1-75 0,-3 1-280 15,-1-4-562-15,0-1 249 0</inkml:trace>
  <inkml:trace contextRef="#ctx0" brushRef="#br0" timeOffset="139546.07">31004 4638 166 0,'-2'-8'277'0,"2"8"-25"0,-9-12-17 16,4 9-21-16,5 3-21 0,-17 0-11 15,3 3-11-15,0 4-6 0,-1 2-14 0,-3 2-10 16,3 0-12-16,1 2-11 0,0 0-9 0,2 0-16 15,3 1-9-15,0-2-5 0,4 0-5 0,3-2-7 16,0 0-7-16,2 1-1 0,2-5-7 0,0 5-2 16,1-6-5-16,1 0-5 0,2-1 0 0,-1-1-3 0,-5-3-8 15,11 3-5-15,-3-4 4 0,-8 1-2 16,17-4-3-16,-8 1-2 0,0-1-3 0,2-3 0 16,-2-1-2-16,0 1-3 0,1-1 2 0,-2-1-4 15,1 1-3-15,0 0-3 0,-3 3 2 0,-1 1-4 16,0 0 2-16,-1 0-5 0,-4 4-3 0,0 0 0 15,13-2 2-15,-13 2 0 0,0 0 4 0,10 6-12 16,-6-3 3-16,1 4 6 0,-1 0 0 0,4 1-12 16,-3-1-33-16,1 3-36 0,-1-3-45 0,2 2-51 15,2 0-52-15,-2-1-249 0,-2 1-516 0,2-3 228 16</inkml:trace>
  <inkml:trace contextRef="#ctx0" brushRef="#br0" timeOffset="139751.01">31175 4683 106 0,'0'0'246'0,"1"-7"-15"0,-1 7-25 15,2-6-9-15,-2 6-3 0,0 0 5 0,0 0-6 0,0 0-12 16,11 13-7-16,-11-13-12 0,6 12-20 16,-1-3-15-16,-1 1-10 0,1 0-9 0,1 0-10 15,-1 2-12-15,2-3-26 0,-1 2-26 0,1-2-48 16,2-1-46-16,-2 0-52 0,-2-3-54 0,3 2-66 15,-3-2-148-15,2-2-411 0,-7-3 182 0</inkml:trace>
  <inkml:trace contextRef="#ctx0" brushRef="#br0" timeOffset="139912.29">31352 4668 241 0,'1'-8'264'15,"-1"8"-16"-15,0 0-22 0,0 0-3 0,0 0-4 16,0 0-7-16,-28 14-11 0,14-3-7 0,-2 2-11 15,-6 3-11-15,1 1-16 0,0-1-15 0,0 1-17 16,5-4-7-16,0 1-21 0,2 1-39 0,3-2-34 16,-2-1-39-16,5-2-50 0,1-1-72 0,-1-2-71 15,3 0-236-15,2-1-482 0,3-6 214 0</inkml:trace>
  <inkml:trace contextRef="#ctx0" brushRef="#br0" timeOffset="140178.73">31586 4385 356 0,'1'-7'339'0,"-1"7"-22"0,3-8-22 16,-3 8-20-16,2-7-15 0,-2 7-28 0,0 0-25 0,0 0-22 15,0 0-24-15,8-3-3 0,-8 3-18 0,0 0-8 16,14 11-11-16,-8-5-16 0,2 4-27 0,4 1 12 15,4 1-4-15,0-1-8 0,0 1-8 0,7 5-5 16,-1-4-5-16,-4-3-16 0,-3 2-24 0,3 1-34 16,-3-3-44-16,-2 0-38 0,-4-1-48 0,0 1-51 15,0-3-72-15,-2 0-250 0,-7-7-560 0,2 9 248 16</inkml:trace>
  <inkml:trace contextRef="#ctx0" brushRef="#br0" timeOffset="140353.93">31870 4414 252 0,'0'0'311'0,"-3"-10"-15"0,3 10-11 16,-2-6-13-16,2 6-32 0,0 0-19 0,-9-3-20 15,9 3 1-15,-17 6-7 0,1 5-12 0,-1 1-17 0,-9 2-14 16,1 3-17-16,-2 3-16 0,1 0-7 16,2 2-17-16,1-1-40 0,0 1-36 0,-2-3-50 15,7 0-53-15,-2 1-58 0,10-7-88 0,0-1-274 16,2-2-546-16,-1 0 241 0</inkml:trace>
  <inkml:trace contextRef="#ctx0" brushRef="#br0" timeOffset="140803.37">32147 4301 197 0,'4'-10'296'0,"-1"1"-8"0,-1 2 1 0,1-2-7 15,-2 4-7-15,-1 5-24 0,3-10 6 0,-3 10-23 16,2-5-24-16,-2 5-24 0,0 0-23 0,4-8-17 16,-4 8-17-16,0 0-26 0,0 0-3 0,0 0-8 15,0 0-17-15,11 22-18 0,-4-7 21 0,1 2-8 16,2 7-5-16,-4-6-8 0,3 0-1 0,1 6-9 15,2 0-4-15,-5-6 5 0,1 0-3 0,1-2-9 16,-1-1-1-16,-1 0-5 0,1 1-10 0,-2-7 7 16,-1 1-6-16,1 0 1 0,-3-3 2 0,-3-7-6 15,6 12-6-15,-6-12-10 0,6 7 18 0,-6-7 15 16,5 6 22-16,-5-6 20 0,0 0 0 0,0 0-8 16,0 0-9-16,15-15-3 0,-11 5-9 0,1-4-5 15,3-1 0-15,-2-2-9 0,2-7-1 0,5 0-10 16,0-2-3-16,-3-1 3 0,4 0-4 0,-3 2 0 15,2 0-6-15,-1 3 1 0,-2 0-3 0,-1 9 1 16,-5 2-3-16,-1 3-7 0,1 1-21 0,-1 3-28 16,-3 4-47-16,5-10-88 0,-5 10-46 0,0 0-7 15,0 0-14-15,0 0-24 0,0 0-34 0,5 28-45 16,-7-13-185-16,0 1-581 0,0 0 257 16</inkml:trace>
  <inkml:trace contextRef="#ctx0" brushRef="#br0" timeOffset="141115.15">32570 4489 2246 0,'0'0'171'0,"6"3"-36"0,-6-3-49 16,0 0-32-16,9 1 23 0,-9-1-5 15,0 0 10-15,0 0 2 0,0 0-11 0,12-2-6 16,-12 2-5-16,0 0-8 0,11-2-12 0,-11 2-4 16,8 2 0-16,-8-2-4 0,12 2-6 0,-2 5-5 15,-2-4-5-15,-1 3 0 0,-7-6 0 0,0 0-5 16,0 0-2-16,0 0-1 0,30 32 3 0,-30-32-4 15,5 22 4-15,-5-10 2 0,-4 2 5 0,-1 1-1 16,-2 2 7-16,-3-4 4 0,-4 3-3 0,3-3 0 16,-3 1-1-16,-1 1 1 0,0-2 0 0,6-4 0 15,-2 1 1-15,1 0-5 0,2-3-3 0,4-1-1 16,0 0 1-16,1-2-7 0,3-4 1 0,0 0 3 16,12 16-1-16,8-12-3 0,-20-4-10 0,89 5-22 15,-29-6-31-15,5 2-48 0,29-5-68 0,-31 1-66 16,1-3-81-16,-4-2-215 0,-2-2-572 0,-5-1 253 15</inkml:trace>
  <inkml:trace contextRef="#ctx0" brushRef="#br0" timeOffset="141756.04">32601 5134 33 0,'0'0'348'0,"0"0"-9"0,0 0-21 0,0 0 0 16,0 0-5-16,0 0-16 0,0 0-11 16,0 0-21-16,0 0-23 0,0 0-27 0,0 0-19 15,0 0-21-15,9-7-19 0,-9 7-20 0,0 0-19 16,0 0-20-16,0 0-32 0,0 0-58 0,0 0-48 15,0 0-54-15,0 0-69 0,13 7-101 0,-13-7-295 16,0 0-607-16,0 0 269 0</inkml:trace>
  <inkml:trace contextRef="#ctx0" brushRef="#br0" timeOffset="142527.29">33127 4957 83 0,'0'0'84'16,"0"0"-6"-16,0 0-21 0,0 0-5 0,0 0-14 16,0 0-28-16,0 0-23 0,0 0-53 0,0 0-70 15,0 0 32-15</inkml:trace>
  <inkml:trace contextRef="#ctx0" brushRef="#br0" timeOffset="142999.29">32593 5100 81 0,'0'0'141'0,"0"0"-14"15,0 0-14-15,0 0-8 0,0 0-14 16,0 0-6-16,0 0-14 0,0 0-11 0,0 0-24 15,8 2-31-15,-8-2-32 0,6 3-39 0,-6-3-71 16,0 0-149-16,0 0 65 0</inkml:trace>
  <inkml:trace contextRef="#ctx0" brushRef="#br0" timeOffset="143934.01">32780 5106 49 0,'0'0'129'0,"0"0"-6"16,0 0 1-16,0 0-9 0,0 0-5 0,0 0 0 16,0 0-4-16,0 0 2 0,0 0-6 0,0 0 4 15,0 0-5-15,0 0 4 0,0 0-9 0,0 0-1 16,0 0-10-16,0 0-4 0,0 0-4 0,0 0-2 15,0 0-6-15,0 0-8 0,0 0 0 0,0 0-8 16,0 0-2-16,0 0-1 0,0 0-8 0,0 0 0 16,0 0-3-16,0 0 5 0,0 0-9 0,0 0 1 15,0 0 1-15,0 0-2 0,0 0-6 0,0 0 0 16,0 0-4-16,0 0 3 0,0 0-6 0,0 0 1 16,0 0-2-16,0 0 1 0,0 0-3 0,0 0 1 15,0 0-3-15,0 0-1 0,0 0-1 0,0 0-1 16,0 0-2-16,0 0-2 0,0 0-1 0,0 0-1 15,0 0-1-15,0 0 0 0,0 0 2 0,0 0 0 16,0 0-6-16,0 0 9 0,0 0-11 0,0 0 4 16,0 0-2-16,0 0-4 0,0 0-11 0,0 0-5 15,0 0-16-15,0 0-13 0,0 0-33 0,0 0-26 16,0 0-50-16,0 0-39 0,0 0-191 0,0 0-415 16,0 0 184-16</inkml:trace>
  <inkml:trace contextRef="#ctx0" brushRef="#br0" timeOffset="144756.76">23485 8554 25 0,'0'0'141'0,"0"0"3"15,0 0-2-15,0 9-3 0,0-9-4 16,0 0-5-16,0 0-12 0,0 0-6 0,-1 8-6 0,1-8-4 16,0 0-3-16,1 8-6 0,-1-8-5 0,0 0-1 15,0 0-3-15,0 10-3 0,0-10-6 0,0 0-3 16,0 0-8-16,0 0 0 0,-4 7-4 0,4-7-6 15,0 0-1-15,-2 10-1 0,2-10-4 0,0 0-2 16,-1 7-7-16,1-7-2 0,0 0-2 0,0 0-7 16,0 0 1-16,0 0-4 0,0 0-3 0,-4 6-3 15,4-6 0-15,0 0-3 0,0 0 0 0,0 0-2 16,0 0 2-16,0 0-10 0,0 0-10 0,0 0-7 16,0 0-12-16,-6 3-5 0,6-3-3 0,0 0-12 15,0 0-9-15,0 0-2 0,-3 6-9 0,3-6-3 0,0 0-6 16,-7 5-5-16,7-5-14 0,-4 4-9 0,4-4-7 15,0 0-7-15,0 0-12 0,0 0-5 16,0 0-13-16,0 0-89 0,0 0-253 0,-3 6 111 16</inkml:trace>
  <inkml:trace contextRef="#ctx0" brushRef="#br0" timeOffset="145301.41">23586 8704 38 0,'8'1'144'0,"-8"-1"-7"16,0 0-1-16,0 0-7 0,0 0-2 0,0 0-15 15,0 0-7-15,0 0-14 0,0 0-5 0,0 0-9 16,0 0-11-16,0 0-6 0,0 0 3 0,0 0-4 16,0 0 2-16,0 0 1 0,0 0 0 0,0 0-5 15,0 0-2-15,0 0 2 0,0 0-2 0,0 0 0 16,0 0-4-16,0 0-3 0,0 0-6 0,0 0-2 16,0 0-6-16,0 0-4 0,0 0 1 0,0 0-5 15,0 0 2-15,0 0-2 0,0 0 4 0,0 0 5 16,0 0-8-16,0 0 0 0,0 0 2 0,0 0-9 15,0 0 0-15,0 0 1 0,0 0-5 0,-12 13-1 16,12-13-5-16,0 0-1 0,0 0-1 0,-6 4-13 16,6-4-8-16,0 0-20 0,0 0-12 0,0 0-20 0,0 0-22 15,-8 3-21-15,8-3-24 0,0 0-25 0,0 0-155 16,0 0-338-16,0 0 149 0</inkml:trace>
  <inkml:trace contextRef="#ctx0" brushRef="#br0" timeOffset="146407.26">30703 4957 73 0,'0'0'105'0,"0"0"14"16,0 0-19-16,0 0-3 0,0 0-14 0,0 0 3 15,0 0-13-15,0 0-4 0,0 0-9 16,-5 4-10-16,5-4-3 0,0 0 7 0,0 0-9 0,0 0-3 16,0 0 1-16,0 0-6 0,0 0 9 0,0 0-6 15,0 0-6-15,0 0 0 0,0 0-9 0,0 0 2 16,0 0 2-16,0 0-5 0,0 0 8 16,0 0-8-16,0 0 4 0,0 0 3 0,0 0 1 15,0 0-4-15,0 0 1 0,0 0 5 0,0 0-6 0,0 0-4 16,0 0-1-16,0 0-4 0,0 0 1 15,0 0-1-15,0 0-2 0,0 0-3 0,0 0-5 0,0 0-3 16,0 0-13-16,0 0-10 0,0 0-18 0,0 0-22 16,0 0-30-16,0 0-46 0,0 0-15 15,-4 5-82-15,4-5-248 0,0 0 110 0</inkml:trace>
  <inkml:trace contextRef="#ctx0" brushRef="#br0" timeOffset="147078.53">27946 5648 52 0,'-11'2'181'0,"-1"-2"-8"0,1 0-4 15,2 1-4-15,1 1-7 0,8-2-6 16,-12 0-14-16,12 0-9 0,-11 0-13 0,11 0-15 0,0 0-6 15,-9 2-9-15,9-2-8 0,0 0-9 0,0 0-8 16,0 0-3-16,0 0-2 0,0 0-10 0,0 0-4 16,40-4-4-16,-18 3-5 0,-4-3 0 0,14 1-5 15,-4 1-7-15,0 2-20 0,-9-1-22 0,-2 2-27 16,1-1-34-16,-5 1-25 0,-1-1-38 0,-2 1-14 16,-2 2-128-16,-4-1-310 0,-4-2 138 0</inkml:trace>
  <inkml:trace contextRef="#ctx0" brushRef="#br0" timeOffset="147485.84">28018 5655 166 0,'0'0'162'0,"0"0"-12"0,0 0-20 0,-7-4-3 16,7 4-12-16,0 0 3 0,0 0-3 0,0 0 4 16,-3 19 0-16,3-7-7 0,0-1 3 0,0 7 2 15,-4 7-5-15,4 2-3 0,4-1-3 16,-4 3-3-16,3-4-10 0,-3 1-3 0,0-7-10 0,3 2-9 15,-2-3 0-15,0-3-7 0,1 0-1 0,0-2-4 16,0-4-6-16,-1 1-6 0,-1 1-1 0,0-5-4 16,3 1-7-16,-3-7 2 0,0 12-4 0,0-12-5 15,1 7-3-15,-1-7-1 0,1 7 3 0,-1-7-2 16,0 0 15-16,-2 8-7 0,2-8 1 0,0 0-6 0,0 0-5 16,0 0-4-16,-8 6 3 0,1-5-3 15,7-1 0-15,-16 1-3 0,16-1-3 0,-13 1-3 16,4-1-2-16,-1 3 1 0,0-5 0 0,-2 2-3 15,1 0 2-15,2 2-1 0,-3-1-4 0,12-1 3 0,-14 0-4 16,14 0 1-16,-11 0 0 0,11 0 1 16,-8 3-2-16,8-3 0 0,0 0 2 0,-11 0-2 15,11 0-1-15,0 0-2 0,0 0-3 0,0 0 3 16,0 0-2-16,0 0 4 0,0 0 1 0,0 0 1 0,0 0-2 16,25-6-2-16,-12 5-9 0,6-2-14 0,0 1-13 15,0 1-24-15,1-2-29 0,1 1-34 16,1 0-40-16,0 1-37 0,-3-3-35 0,0 0-184 15,0 1-453-15,0-3 202 0</inkml:trace>
  <inkml:trace contextRef="#ctx0" brushRef="#br0" timeOffset="147846.72">28251 5988 24 0,'0'0'213'0,"0"0"-23"16,0 0-18-16,0 0-14 0,0 0-10 0,8-4-9 15,-8 4-2-15,8-2-5 0,-8 2-4 0,11-3-4 16,-3 2-11-16,6 1-12 0,-5 0-6 0,3 0-7 16,-3 0-9-16,0 1-9 0,-9-1-5 0,11 3-6 15,-6-2-3-15,-5-1 9 0,9 3 6 0,-9-3 2 16,4 7-4-16,-4 0-1 0,0-1 9 0,0-6 2 16,-9 19 1-16,0-3 7 0,-4-4-7 0,2 3-7 15,-2 0-3-15,-4 4-9 0,4-3-4 0,0-1-5 16,0-2 2-16,-1-2-7 0,5-2 3 15,-1-1-8-15,3-1 0 0,1-2-7 0,3 0-5 16,-1-1-1-16,4-4-6 0,-6 7 2 0,2-3-5 0,4-4 1 16,0 0-5-16,0 0 6 0,0 0-5 0,0 0 0 15,13 9-2-15,-3-9-8 0,4-1-9 0,3 0-20 16,5 0-27-16,-2-1-24 0,2-1-27 0,0 1-30 16,-2-1-31-16,1 3-33 0,-3-3-6 0,2-1-15 15,-1 0-20-15,0-1-6 0,-6 2-134 0,0-2-404 16,-5 2 179-16</inkml:trace>
  <inkml:trace contextRef="#ctx0" brushRef="#br0" timeOffset="148398.04">28567 6095 39 0,'0'0'160'0,"3"-6"-10"0,-3 6 4 0,0 0-11 16,0 0-5-16,4-6-5 0,-4 6-9 0,0 0 2 16,0 0 7-16,0 0 8 0,0 0 3 0,0 0 7 15,1 27-13-15,-2-18-8 0,-1 1-3 0,1-1-12 16,-1 2-15-16,-1-3-5 0,3 2-4 0,-5-2-1 15,5-1-7-15,0-7-9 0,-1 11-6 0,1-11-1 16,-4 9 3-16,4-9 0 0,-3 4 5 0,3-4 5 16,0 0 11-16,0 0 4 0,0 0 4 0,-1 8 2 15,1-8-3-15,0 0 12 0,0 0-21 0,0 0-6 0,0 0-7 16,0 0-11-16,0 0-8 0,0 0-3 0,0 0-19 16,3-27-1-16,-2 16-3 0,0 2-15 15,1-2 2-15,0 1-9 0,3-2-2 0,1-3-9 16,-1 4 5-16,3 2-3 0,0-1-1 0,1 1-5 0,-3 2 5 15,1 0-2-15,2 2-2 0,-4 1 10 0,2 3-14 16,-7 1-3-16,13-1 4 0,-3 2-2 16,-2 0-8-16,-8-1 16 0,13 6-7 0,-3 1 5 15,-6 2-4-15,1-5 3 0,-1 4 0 0,1-2-1 0,-1-1-2 16,-3 1 4-16,2 0 5 0,-3-6 0 0,5 7-5 16,-5-7 5-16,2 8 0 0,-2-8 9 0,2 6 2 15,-2-6-12-15,0 0 3 0,0 0 1 0,0 0 1 16,0 0-2-16,0 0 2 0,0 0 2 15,0 0 5-15,0 0-9 0,0 0-4 0,0 0-8 0,0 0 1 16,0 0-9-16,0 0 3 0,3-26-1 0,1 16 5 16,0 0 0-16,4 3 1 0,-1-1-5 0,4 0 4 15,-4-1-1-15,1 2 0 0,-1 4 2 16,0 1-4-16,1 0 4 0,-8 2-2 0,14-1 0 0,-14 1 2 16,9 5 0-16,-2 1 0 0,-4-2 4 0,3 5-2 15,2 0 1-15,-8 2 0 0,3-1-2 0,-3 0 5 16,3 2-2-16,0-2-1 0,-2-1-21 0,-1-2-18 15,0-7-24-15,0 13-27 0,2-6-17 0,-2 1-24 16,1-2-29-16,-1-6-29 0,2 10-25 0,1-5-11 16,-3-5-13-16,9 4-176 0,-9-4-454 0,7 2 202 15</inkml:trace>
  <inkml:trace contextRef="#ctx0" brushRef="#br0" timeOffset="148763.06">29047 6063 183 0,'2'-4'239'0,"-2"4"-8"15,4-8-7-15,-4 8-11 0,0-8-17 0,0 8-18 16,0 0-8-16,0 0-14 0,-17 2-7 0,6 3-5 16,1 2-7-16,-4 2-3 0,-2 2-10 0,3 1-4 15,3-2-18-15,-1 0-2 0,2-1-10 0,2 1-10 16,0-4-12-16,2 1-6 0,1-1-6 0,-1 1-4 16,2-1-5-16,3-6-5 0,0 10 2 0,0-10-7 15,8 9-2-15,-2-6 4 0,2 0-14 0,0-2-5 16,2 0-1-16,-1-1-2 0,-9 0 1 0,15-1-5 15,-5-3 3-15,-3 1-4 0,0 0-1 0,-2-1 0 16,2-1 0-16,-3-1 7 0,0 1-9 0,-1-4-1 0,4 0 9 16,-3 2-12-16,-2 0 8 0,-2 7 7 15,3-11 4-15,-1 6 7 0,-2 5-3 0,0 0-1 0,4-9-9 16,-4 9-1-16,0 0-1 0,4-4-7 16,-4 4-1-16,0 0 2 0,0 0-8 0,0 0 6 0,0 0-4 15,7 16 0-15,-3-12 4 0,-1 2 6 0,-1 2-16 16,1 1-11-16,2 2-18 0,-2-3-31 15,1-2-26-15,-2 1-42 0,2-2-30 0,0 2-38 16,1-2-18-16,0 0-34 0,-1-2-216 0,-4-3-505 16,6 7 225-16</inkml:trace>
  <inkml:trace contextRef="#ctx0" brushRef="#br0" timeOffset="148971.26">29186 6091 115 0,'4'-5'194'0,"-3"-2"-5"0,-1 7 2 0,5-9-5 0,-5 9-8 15,3-9-8-15,-3 9-11 0,0 0-4 0,6-1-6 16,-6 1 0-16,0 0-1 0,12 8 8 16,-7-3-14-16,-1 1-18 0,-2 1-8 0,3 3-9 15,0-2-6-15,0 1-14 0,1-1-7 0,-1 3-9 0,0-3-12 16,0 1-13-16,-1-1-25 0,0-2-27 0,-1 0-27 16,0 0-39-16,-1-2-30 0,-2-4-25 0,4 7-30 15,-4-7-14-15,6 3-12 0,-6-3-18 0,0 0-140 16,0 0-368-16,0 0 163 0</inkml:trace>
  <inkml:trace contextRef="#ctx0" brushRef="#br0" timeOffset="149146.1">29299 6151 5 0,'2'-9'82'0,"3"0"27"0,-2 0 16 16,-2 3 25-16,1 1 4 0,-2 5 18 0,3-8 7 15,-3 8 5-15,3-6-1 0,-3 6-4 0,0 0-8 16,0 0-19-16,0 0-9 0,0 0 0 0,0 0-8 16,0 0-5-16,-30 14-5 0,17-6-8 0,-2 4-5 15,-8 5-13-15,4-1-4 0,2-4-13 0,-3 5-7 16,5-6-9-16,0 2-7 0,3-1-8 0,-1 0-16 15,3-5-31-15,2 2-27 0,0-1-36 0,3-3-45 16,-1-1-62-16,6-4-36 0,-5 5-59 0,5-5-157 16,0 0-451-16,0 0 200 0</inkml:trace>
  <inkml:trace contextRef="#ctx0" brushRef="#br0" timeOffset="149300.13">29449 6036 2362 0,'17'-8'190'0,"-6"1"-122"15,-2 3-40-15,0-3-17 0,-2 5-1 0,3-3-5 16,-5 2 1-16,3-1-5 0,-2 1 2 0,-6 3 0 16,12-4-2-16,-6 1-2 0,3 3-3 0,0 0-21 15,-9 0-39-15,16 0-38 0,-8 2-40 0,0-1-49 16,-8-1-170-16,6 4-389 0,-6-4 173 0</inkml:trace>
  <inkml:trace contextRef="#ctx0" brushRef="#br0" timeOffset="149431.29">29525 6089 30 0,'0'0'254'0,"0"0"-32"16,-3 7-18-16,3-7-16 0,0 0-13 0,0 0-10 0,0 0-17 16,0 0-11-16,0 0-19 0,9 4-12 0,-9-4-6 15,17-1-22-15,1-2-30 0,-2-1-50 16,3-2-50-16,9 0-58 0,2 0-192 0,-1-1-327 16,-1 0 145-16</inkml:trace>
  <inkml:trace contextRef="#ctx0" brushRef="#br0" timeOffset="151163.04">26067 11814 122 0,'-2'-9'191'0,"2"9"-13"0,0 0-24 16,0 0-16-16,0 0-6 0,0 0 2 0,0 0 3 16,0 0-9-16,0 0-4 0,0 0-2 0,0 0-4 15,0 0-7-15,0 0-13 0,8 26-4 0,-4-20-10 16,-2 3 1-16,1 0 0 0,1 1-6 0,-2 0-3 16,5-3-8-16,-5 0-5 0,3-2-1 0,-2-1-2 15,1 1 1-15,0 0 0 0,1 0-2 0,-5-5 3 16,6 6 0-16,-6-6-5 0,9 2-3 0,-2-2-6 15,-7 0-7-15,20-6-2 0,-4-1-2 0,-1-3-6 16,12-4-1-16,0-1-18 0,2-4-13 0,3 0-32 16,14-7-37-16,4-3-42 0,0 0-62 0,6-2-64 15,1-3-208-15,19-12-481 0,-22 14 214 0</inkml:trace>
  <inkml:trace contextRef="#ctx0" brushRef="#br0" timeOffset="153167.26">25931 12844 158 0,'0'0'151'16,"0"0"-20"-16,0 0-19 0,0 0-23 0,0 0-21 16,0 0-16-16,0 0-15 0,0 0-19 0,0 0-24 15,21-5-19-15,-21 5-29 0,11-2-69 0,-11 2-131 0,12 0 58 16</inkml:trace>
  <inkml:trace contextRef="#ctx0" brushRef="#br0" timeOffset="154018.07">30035 12950 11 0,'0'0'78'0,"0"0"-17"16,0 0-12-16,0 0-32 0,0 0-27 0,0 0-25 16,0 0-37-16,0 0 16 0</inkml:trace>
  <inkml:trace contextRef="#ctx0" brushRef="#br0" timeOffset="154373.5">30993 12903 124 0,'0'0'247'0,"8"-3"-16"0,-8 3-18 16,6-5-19-16,-6 5-18 0,5-4-18 0,-5 4-18 15,3-6-12-15,-3 6-13 0,0 0-24 0,4-5-24 16,-4 5-33-16,0 0-45 0,0 0-47 0,0 0-49 15,0 0-50-15,0 0-108 0,-17-4-285 0,17 4 126 16</inkml:trace>
  <inkml:trace contextRef="#ctx0" brushRef="#br0" timeOffset="168565.24">17041 5950 19 0,'0'0'143'0,"0"0"-4"16,0 0-7-16,0 0-2 0,0 0-2 0,0 0-8 15,0 0 3-15,0 0-9 0,0 0-2 0,0 0-3 16,0 0-2-16,0 0-6 0,-7 3-6 0,7-3-8 16,0 0-1-16,0 0-9 0,0 0-2 0,0 0-7 15,0 0-4-15,0 0-1 0,0 0-7 0,0 0-3 16,0 0-1-16,0 0-5 0,0 0-4 0,0 0-2 15,0 0-4-15,0 0-1 0,0 0-5 0,0 0 1 16,0 0-7-16,0 0 1 0,0 0-5 0,0 0-1 16,0 0-1-16,0 0-4 0,0 0-5 0,0 0-11 15,0 0-9-15,0 0-20 0,0 0-42 0,0 0-29 16,0 0-31-16,0 0-35 0,0 0-33 0,-9-13-125 16,6 7-350-16,3 6 155 0</inkml:trace>
  <inkml:trace contextRef="#ctx0" brushRef="#br0" timeOffset="169331.87">16807 4398 15 0,'0'0'117'0,"0"0"-2"0,0 0-4 0,0 0-5 16,0 0 0-16,0 0-6 0,0 0 3 0,0 0-8 15,8 0-2-15,-8 0-4 0,0 0-4 0,0 0-6 0,0 0-4 16,0 0-4-16,0 0-11 0,0 0 1 15,0 0-8-15,0 0-6 0,0 0-4 0,0 0-6 16,0 0-3-16,0 0-3 0,0 0-3 0,0 0-5 16,0 0-1-16,0 0-6 0,0 0 4 0,0 0-5 15,0 0-4-15,0 0-19 0,0 0-14 0,0 0-19 0,0 0-21 16,0 0-12-16,0 0 5 0,0 0-21 16,3 7-15-16,-3-7-10 0,0 0-98 0,-2 10-230 15,2-10 101-15</inkml:trace>
  <inkml:trace contextRef="#ctx0" brushRef="#br0" timeOffset="170023.05">17109 6009 70 0,'-4'-6'157'0,"4"6"-15"15,0 0-2-15,0 0-7 0,0 0-6 0,0 0-10 16,0 0-5-16,0 0-6 0,0 0-6 0,0 0-6 16,0 0-7-16,0 0-10 0,0 0-6 0,0 0-5 15,0 0-10-15,0 0-4 0,0 0-4 0,0 0-6 16,-1-8-4-16,1 8-4 0,0 0-1 0,0 0-7 0,0 0 4 15,0 0-13-15,0 0-13 0,0 0-13 16,0 0-23-16,0 0-17 0,0 0-26 0,0 0-23 16,0 0-36-16,-4-9-130 0,4 9-286 0,-4-7 127 15</inkml:trace>
  <inkml:trace contextRef="#ctx0" brushRef="#br0" timeOffset="170720.84">16826 4414 39 0,'0'0'76'0,"0"0"-6"15,0 0-11-15,0 0 1 0,0 0-4 0,0 0-11 16,0 0-6-16,0 0-2 0,0 0-3 0,0 0-14 16,0 0-1-16,0 0-14 0,0 0-12 0,0 0-13 15,0 0-20-15,0 0-42 0,0 0-90 0,0 0 40 16</inkml:trace>
  <inkml:trace contextRef="#ctx0" brushRef="#br0" timeOffset="171384.22">17038 5929 55 0,'0'0'95'0,"0"0"-6"16,0 0-5-16,0 0-5 0,0 0-6 0,0 0-1 0,0 0-14 15,0 0 4-15,0 0-12 0,0 0-6 16,0 0 1-16,0 0-4 0,0 0-9 0,0 0-23 15,0 0-16-15,0 0-7 0,0 0-21 0,0 0-26 0,0 0-68 16,0 0-139-16,0 0 61 0</inkml:trace>
  <inkml:trace contextRef="#ctx0" brushRef="#br0" timeOffset="172059.07">16953 4507 28 0,'0'0'80'0,"0"0"3"16,0 0-18-16,0 0-2 0,0 0-6 0,0 0-7 16,0 0-3-16,0 0-5 0,0 0-8 0,0 0-6 15,0 0-10-15,0 0-12 0,0 0-16 0,0 0-18 16,0 0-9-16,0 0-8 0,-4 8-36 0,4-8-86 16,0 0 38-16</inkml:trace>
  <inkml:trace contextRef="#ctx0" brushRef="#br0" timeOffset="172633.26">17100 6039 6 0,'0'0'11'0,"0"0"-15"0,-1-12-2 0,1 12 1 16</inkml:trace>
  <inkml:trace contextRef="#ctx0" brushRef="#br0" timeOffset="203645.6">23628 15552 181 0,'5'-5'221'0,"-5"5"-3"0,0 0-5 0,8-3-10 15,-8 3-14-15,0 0-12 0,0 0-16 0,0 0-8 16,8-3-10-16,-8 3-9 0,0 0-4 0,0 0-8 16,0 0-7-16,0 0-3 0,10 0-11 0,-10 0-2 15,0 0-10-15,0 0-9 0,6-1-4 0,-6 1-6 16,0 0-5-16,0 0 2 0,0 0-10 0,0 0-1 16,0 0-6-16,0 0-2 0,0 0-11 0,0 0 1 15,0 0-2-15,0 0-6 0,0 0 1 0,0 0-2 16,0 0 0-16,0 0-2 0,0 0-4 0,0 0-1 15,0 0 4-15,0 0-5 0,0 0-3 0,0 0 3 16,0 0 0-16,0 0 4 0,0 0 1 0,0 0 4 16,10 5-2-16,-10-5 1 0,0 0 5 0,8 4 6 15,-8-4-2-15,4 3 4 0,-4-3-2 0,5 3-1 16,-5-3 10-16,5 6 4 0,-5-6 3 0,5 5-5 16,-5-5 2-16,11 4 5 0,-6-1-9 0,-5-3-9 15,10 3 10-15,-3-2-14 0,1 1 0 0,1-2-7 16,3-2 3-16,0-2-9 0,5 1-13 0,0-5-41 15,12-2-50-15,2-4-51 0,12-8-74 0,7-1-84 16,6-4-79-16,29-17-236 0,-2-6-654 0,2-7 289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2T10:48:04.8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19974 3927 70 0,'0'0'89'0,"0"0"-9"0,-3-10 1 15,3 10-7-15,-3-6-6 0,3 6 2 0,0 0-6 16,-4-6-16-16,4 6 11 0,-4-7-10 0,4 7-10 16,-5-5-3-16,5 5-5 0,-6-4-3 0,6 4-5 0,-9-2 3 15,9 2-5-15,-12 0 2 0,5-2-13 16,7 2 4-16,-19 0 1 0,7 3 0 0,-1-2 1 16,1-1-7-16,0 2 10 0,-1 0 0 0,4 1 0 15,2-1-4-15,-1-2 1 0,8 0 4 0,-10 3-5 16,10-3 1-16,-8 1-1 0,8-1 4 0,0 0-7 15,0 0-3-15,0 0-5 0,0 0 1 0,0 0 1 0,0 0-1 16,45 6 9-16,-11-6-2 0,20-1 2 16,3 1 1-16,5-4 2 0,31-3 4 0,-3 0-1 15,-25 1-3-15,31-2 5 0,-3 2 3 0,-1 1-5 16,5-3 1-16,-2-1 4 0,4-1-3 0,0 2-2 16,-1 2-2-16,-1 0 3 0,3 0-4 0,0 1 8 0,-3-6-12 15,-4 9-3-15,-28-3 4 0,2 5 2 0,-2-3 3 16,-2 3-9-16,-5-2-4 0,-4 0 0 15,-16-1 0-15,1 0 7 0,-2 3-9 0,-3 0 0 16,-13-1-1-16,2 1 4 0,-4-1 0 0,-5 1-3 16,-3-2 0-16,0 1-1 0,-5 1-3 0,-6 0-5 15,11 0-14-15,-11 0-10 0,0 0-13 0,0 0-20 0,0 0-23 16,0 0-19-16,0 0-25 0,0 0-90 16,-47 8-237-16,18-1 105 0</inkml:trace>
  <inkml:trace contextRef="#ctx0" brushRef="#br0" timeOffset="736.41">19675 3932 20 0,'-2'-13'92'0,"0"5"-10"0,2 8 4 15,-3-11-5-15,3 11-3 0,-3-11 1 0,3 11-3 16,-4-6-10-16,4 6-1 0,-2-8 1 0,2 8-2 16,-4-5-5-16,4 5-19 0,0 0 5 0,0 0-6 15,-1-8-8-15,1 8 0 0,0 0 2 0,0 0-7 16,0 0-11-16,0 0 4 0,0 0-5 0,0 0-1 15,0 0-3-15,0 0 3 0,0 0-9 0,0 0 4 16,-4 25-10-16,4-14 9 0,0 4 1 16,0 2-1-16,0 0 7 0,0 10 3 0,1-2-3 0,-1 3 5 15,-1 1-1-15,0-2-4 0,-2 4 5 0,-1-3-12 16,1 3 20-16,1-1-6 0,-3 1 3 0,0 1-3 16,1 3 1-16,0-2-2 0,0 1 1 0,2 13 2 15,-6 1-4-15,3-3 5 0,4 2-3 16,-2 0 1-16,6 1 2 0,-1-2-6 0,3 3 4 0,-1 2 7 15,0 2 0-15,0 2 3 0,0-6-3 0,-3 3-2 16,-2-4-7-16,-1 7 2 0,-1 3 0 0,-1-3 4 16,1 5-4-16,1 0-1 0,-2 22-2 0,-3-25 5 15,2 26 0-15,-1-23-2 0,-6 22-1 0,6-27 1 16,-3 3-3-16,0 1-1 0,-4 25 0 0,3-1 3 16,-1-25 3-16,-7 23 0 0,4 1-4 0,1-25 1 15,-4 23-3-15,5-25 2 0,3 3 1 0,-2 1-1 16,-3 21-4-16,10-26 1 0,-2 1 3 0,2 2 2 15,2-1-7-15,-2 0 0 0,-1-2-3 0,1-2 0 16,3-1-4-16,2-4-6 0,-4-10-5 0,3-4-11 16,0 2-12-16,3-2-31 0,-3-3-21 0,0-2-32 15,1-2-19-15,-1-7-27 0,2-1-22 0,-1-2-118 16,-1-16-318-16,1 17 140 0</inkml:trace>
  <inkml:trace contextRef="#ctx0" brushRef="#br0" timeOffset="1896.44">22130 3776 42 0,'0'0'64'0,"0"0"2"0,0 0-9 16,20-12 1-16,-5 11-8 0,5 0-4 0,12-4 3 16,5 3-6-16,15-2-2 0,1 2 1 0,6 2-4 15,1-4-8-15,1 2 0 0,1 0 6 16,-4 2-12-16,6 1-2 0,-4-2 7 0,-1 2-6 15,-4-1 0-15,-2 0-11 0,-14-1 8 0,-1 1-2 0,-4-1-3 16,-1 0 3-16,-4 2 1 0,-2-1-5 0,-5-1-6 16,-3 1-1-16,-1 0 0 0,-5 0 4 0,-2 1-6 15,2-1-3-15,-3 2 0 0,-1-1 13 0,3 2-8 16,-6 1 13-16,1-1-17 0,-2 1 4 0,2 5 9 16,0-1-5-16,-2 3 0 0,0 2 6 0,0 3 1 15,1-1-5-15,1 9 13 0,-2 2-6 0,0 2 13 16,-2 1-9-16,1 1 8 0,-3 3-6 0,1 2-2 15,2 12-1-15,-3 1 6 0,1-13 0 0,-2 12-2 16,-5-1 1-16,3 2 8 0,2 2-9 16,-2-1 0-16,-1 2-5 0,1 1 7 0,0 0-1 0,1-2 11 15,1 4 1-15,3 0-6 0,-1 1 5 0,-2 1-3 16,2 1 0-16,0 0-6 0,1 0-3 0,-5-6-1 16,2 6-1-16,-2 0 0 0,1 0-5 15,-2-3 2-15,0 5 0 0,3-1-2 0,0 1 1 0,-2 24-1 16,-1-25 2-16,1-3 4 0,0 3 0 15,0 0-1-15,0 0 7 0,-1-1-4 0,-4 2 4 0,2 25-1 16,1-28 1-16,-2 2 1 0,0 0 2 0,-5-1-6 16,5 1 1-16,-6 21-3 0,5-26-1 0,-3-1-3 15,-1-3 1-15,0 2-4 0,-1 0 0 0,1 1 1 16,-4-5-3-16,-1 8 1 0,2-2-2 16,0 2-3-16,-1 0 0 0,-1-2-2 0,1-1 2 0,2 1 0 15,3-1-3-15,-1-1-2 0,-1-5 7 16,3-2-7-16,3-7 0 0,-1-4-1 0,-2 14-2 0,4-12-1 15,-1-2 2-15,1 0-1 0,1-3 1 0,0-1-2 16,-1-2 0-16,0 0-4 0,0 1 5 0,-2-8-4 16,2-1 3-16,1-3-5 0,2 1 4 0,-1 0-3 15,-1-1-4-15,2-4-6 0,-2-2-6 0,0-2-11 16,2 0-4-16,2-8-13 0,-7 14-24 0,7-14-19 16,-4 11-36-16,4-11-44 0,0 0-52 0,-16 5-129 15,16-5-377-15,0 0 167 0</inkml:trace>
  <inkml:trace contextRef="#ctx0" brushRef="#br0" timeOffset="3022.48">19425 7045 5 0,'-3'-7'43'0,"3"7"-5"0,0 0-3 0,-5-6-3 16,5 6 0-16,0 0 5 0,-4-7-3 0,4 7 2 16,0 0 0-16,0 0-2 0,0 0-1 0,0 0 1 15,0 0-7-15,-3-6-1 0,3 6-5 0,0 0-2 16,0 0-4-16,0 0 5 0,0 0 0 0,0 0 12 15,0 0-8-15,0 23-1 0,0-12 16 16,1 4-11-16,-1 3 9 0,-3-1-6 0,2 11 6 16,-2 1 6-16,0 1-3 0,-3 4-5 0,0 0 12 0,0 1 2 15,2-1-5-15,-1 0 10 0,0 12-4 0,2-9 2 16,2-4-3-16,-3 4-3 0,4-3-7 0,0-1 2 16,0-1-1-16,1-1-3 0,3 2-3 0,-1-1 2 15,2-1 1-15,0-1-11 0,-1 3 5 0,3-4-2 16,-4 2 1-16,3-4-7 0,-1 4 0 0,1-1-4 15,0-1-3-15,-2 0 0 0,0-1 3 0,2-2-2 16,2-2 2-16,-2 2-1 0,-1-8-6 0,0 5 0 16,0-6-3-16,-1 2-1 0,-1-8-1 0,2 7-7 15,-1-1 7-15,-2-3 1 0,2 1 2 0,-1-2-5 16,-2-1 1-16,1 1 1 0,1-3-3 0,1-1-2 16,0 2 5-16,0-2 0 0,-2 0-4 0,3 1 3 15,0 0-3-15,0-1-3 0,-1 1 1 0,0-1 4 16,0-2-1-16,0 2-2 0,1-1 6 0,1 1-2 15,-1-3-6-15,2-1 5 0,1 4-3 0,-3-3 2 0,3 3-2 16,1-2 1-16,0 2-3 0,3-2-2 0,-1 0 5 16,5 5-7-16,-1-2 3 0,9 6 2 15,1-2 1-15,4 1 2 0,2-1-5 0,6-3 3 0,11 6 3 16,3-1-5-16,3-3-2 0,2-2 5 16,4 4-2-16,4-5-1 0,1-2 5 0,30 3-4 0,-6-2 3 15,1-1 3-15,4-1-7 0,-2-2 4 16,-1 0-2-16,3 2 8 0,-4-2-6 0,7-2-2 0,-2 0 11 15,2 0 0-15,0-1-4 0,-1 0 4 0,1 0 2 16,-5 6-6-16,-28-4 2 0,31 1-2 0,-6-2-2 16,-24 0-7-16,27-3 8 0,-28 4-4 15,0-3 1-15,3-1 4 0,-3 2-6 0,-1-1-5 0,-1 3-8 16,-1 0-19-16,-6-1-11 0,-4-1-33 0,-11-1-26 16,-2-1-20-16,-2 1-18 0,-3 1-17 0,1-4-108 15,-6 2-282-15,4-2 125 0</inkml:trace>
  <inkml:trace contextRef="#ctx0" brushRef="#br0" timeOffset="3703.99">23098 7449 49 0,'0'0'98'0,"-4"-5"1"15,4 5-5-15,-5-6-1 0,5 6 0 0,-4-6-7 16,4 6-3-16,0 0 10 0,-5-7-21 15,5 7 1-15,0 0-9 0,0 0-9 0,-5-3 0 0,5 3-18 16,0 0 4-16,0 0-10 0,0 0 0 0,-5 19 0 16,2-8 10-16,1 7 4 0,-2 7-4 0,-1 7-5 15,-3 2 6-15,0 15 8 0,1-2-1 16,-2 6 2-16,-4 1-1 0,1 0-6 0,0 2-4 0,3-3-3 16,-5-1 1-16,2 0-6 0,-2-4-5 0,4-4 3 15,5-8-2-15,-5 8-4 0,3-8 0 0,-2-3-5 16,7 2 2-16,-3 0-2 0,2 1-7 0,-1-5 2 15,4-2 2-15,-2 2 1 0,0-3-5 0,2 2-3 16,-1-2-1-16,1-2 3 0,-3-7-5 0,2 1 0 16,1-1-1-16,-2-3 4 0,-5 2-4 15,1-1 3-15,-2-2-1 0,3-4 0 0,-3-2 0 0,-2 1-2 16,1-3 2-16,-4 3-5 0,-3-3 3 0,-3-1 6 16,-1 0-8-16,-9 0 1 0,-3-2 0 0,-4-1 1 15,-1 1-1-15,-14-2-7 0,-2-1 1 0,-2-2-5 16,1-1-5-16,-1-2-9 0,-1-2-5 0,-1 1-14 15,-3-4-4-15,-1 2-10 0,2-1-16 0,-2 0-12 16,4-4-20-16,3 2-9 0,-1-2-16 0,2 0-136 16,-1-1-284-16,19 2 126 0</inkml:trace>
  <inkml:trace contextRef="#ctx0" brushRef="#br0" timeOffset="4338.42">21157 5621 12 0,'0'0'151'16,"0"0"-17"-16,5-6-14 0,-5 6-11 0,0 0 0 16,0 0-4-16,9 16 8 0,-6 0 12 0,0 1-2 15,-1 11 11-15,-2 4 4 0,0 3-11 0,0 8-6 16,-2-7-14-16,1 0-8 0,-6 9-9 0,7-11-9 16,-5-1-5-16,5-2-7 0,-1-3-5 0,4 1-6 15,-5-1-6-15,5-9-4 0,-3 6-5 0,1-5-3 16,0-9 0-16,1 3-8 0,-4 1-5 0,4-4-12 15,-1 1-18-15,3 0-23 0,-4-2-32 0,1 2-30 16,-2-3-24-16,1-9-15 0,-2 12-18 0,-1-5-20 16,-1-2-15-16,-1 0-97 0,-3-3-299 0,8-2 133 15</inkml:trace>
  <inkml:trace contextRef="#ctx0" brushRef="#br0" timeOffset="4597.32">21250 5674 73 0,'14'-7'91'0,"-1"4"-4"0,1 0-6 0,-2 3-5 16,1 3-11-16,0 0-7 0,-1 2 24 0,-1 2-18 16,-1 2-9-16,-1 1 1 0,0 3-1 0,-1 1-6 15,-1 4-2-15,-3-1 1 0,0 0-5 0,-4 2 2 16,-1-2 2-16,-3 1-3 0,-2 0-1 0,-3-1-8 15,0-1-4-15,-1-1 2 0,-3 0-15 0,0-2 6 16,-1-1-9-16,0-1-6 0,2 0-8 0,1-3-11 16,1-1-24-16,-3-2-23 0,4-1-21 0,0-1-122 15,3-1-215-15,6-2 95 0</inkml:trace>
  <inkml:trace contextRef="#ctx0" brushRef="#br0" timeOffset="4930.62">21810 5678 53 0,'0'0'139'0,"0"0"-8"15,0 0-10-15,0 0 0 0,0 0-6 0,-32 3 2 16,16 2-1-16,-2 2-11 0,4 2-8 0,-2-1-14 16,2 1-6-16,2-3-5 0,3 6-14 0,2-3 0 15,-2 2-8-15,5 0-6 0,1 1-5 0,3 1 0 16,4 2-5-16,5-2 2 0,5 3-4 0,6 1-7 15,5 2 0-15,-1-4-5 0,6 2 3 0,-1-3-9 16,0 1 3-16,-1 1-2 0,-1-5 1 0,-3 1-2 16,-5-1-5-16,-2-2 1 0,-3 3 0 0,-2-4-2 15,-4 0 0-15,-1 0-1 0,-3 2-1 0,-1-2 4 16,-3 2 0-16,0-10 7 0,-8 16 1 0,-2-7 1 16,-2-2-1-16,-4 1 1 0,-5-1-8 0,-4 2 3 15,-4-3-2-15,3 3-1 0,-1-4-5 0,5-1-15 16,-6-3-12-16,9 1-31 0,1-2-50 0,5 1-15 15,-1-2-27-15,2-1-137 0,12 2-305 0,-17-3 136 16</inkml:trace>
  <inkml:trace contextRef="#ctx0" brushRef="#br0" timeOffset="5986.24">23521 4657 20 0,'0'0'84'0,"-5"-6"-1"0,5 6-1 0,0 0-8 0,-7-10 9 16,7 10-23-16,-5-4-3 0,5 4-2 0,-6-5-14 15,6 5 14-15,-8-4-15 0,8 4-14 0,-11-4 5 16,6 1 0-16,5 3-6 0,-11 0 5 0,11 0-12 16,-12 0 7-16,12 0-1 0,-12-1-7 0,6-1-4 15,6 2 5-15,-16-2 3 0,10 1 14 0,6 1-14 16,-15-1 0-16,5 0-3 0,10 1 5 0,-15-2 23 16,9 2-1-16,6 0-7 0,-14-2 0 0,8 1-2 15,6 1 1-15,-11-4 6 0,11 4 4 0,-10 0 4 16,10 0-6-16,-6-2 1 0,6 2-2 0,0 0-6 15,0 0-2-15,-11-3 0 0,11 3-3 0,0 0-5 16,0 0 1-16,-6-2-4 0,6 2 0 0,0 0-2 16,0 0-1-16,0 0-2 0,0 0-3 0,0 0 0 15,0 0-3-15,0 0-7 0,0 0 1 0,0 0-1 16,0 0 5-16,0 0-7 0,0 0-3 0,0 0-3 16,0 0 3-16,0 0-1 0,0 0-2 0,0 0 6 15,0 0-6-15,27-2 3 0,-7-1 1 0,7 2 1 16,5-2 0-16,3 0 0 0,2 0-4 0,2-2 4 15,13 0-7-15,2-1 5 0,6 6 2 0,2-2-6 16,3-3 5-16,30-1 2 0,-5 2-3 0,-24 1 2 16,28-4 1-16,-3 2-7 0,-29 3 1 0,31-3 4 15,-29 5 2-15,3 0-4 0,24-3-1 0,-30 3-1 16,-1-3-5-16,4 2 0 0,-3 0 8 0,5 1-3 16,-5-2 2-16,-1-2 1 0,-4 5-4 0,-1-2 1 15,-16-1 4-15,13 2-2 0,-20-1-2 0,1 0 4 16,-5 1-8-16,-4-2 12 0,-3 1-14 0,-4 1 9 15,-2 0-4-15,-3 0 2 0,-1 0 0 0,-3 0 4 16,0-1-4-16,-8 1 3 0,11-2-3 0,-11 2-2 16,10 2-10-16,-10-2-18 0,0 0-10 0,9-2-27 15,-9 2-21-15,0 0-25 0,8-2-28 0,-8 2-127 16,0 0-290-16,0 0 129 0</inkml:trace>
  <inkml:trace contextRef="#ctx0" brushRef="#br0" timeOffset="7613.4">25288 4510 16 0,'0'0'56'0,"0"0"-7"0,0 0 0 0,0 0-2 16,0 0 6-16,-4-4-14 0,4 4-2 0,0 0-5 0,0 0 6 15,-7-4 0-15,7 4 2 0,0 0 2 0,0 0 2 16,0 0-5-16,-6-4 0 0,6 4 1 0,0 0-6 16,0 0-10-16,0 0 2 0,0 0-7 15,0 0 2-15,0 0-4 0,0 0-4 0,0 0-1 16,0 0 10-16,0 0-4 0,24 0 1 0,-12 0 0 0,1 0 1 15,9 0 1-15,10 2 12 0,-3-1-10 0,2-1-1 16,3-3 1-16,0 0 8 0,4 0-9 0,-2 2 1 16,1-1-2-16,0 2-3 0,-5-4-1 15,1 1 0-15,-3 2-4 0,-1-1 2 0,-9 1-7 0,0 0 4 16,-2 1 1-16,-5 1 13 0,0-1-23 0,-1 1-1 16,-3 1-1-16,-2-2 5 0,-7 0 5 0,13 0-8 15,-13 0 1-15,9 0-1 0,-9 0 4 0,7 1-2 16,-7-1-5-16,0 0 0 0,0 0 4 15,0 0 9-15,10 0-1 0,-10 0 2 0,0 0-6 0,0 0 0 16,0 0-2-16,0 0 1 0,0 0 2 0,0 0 0 16,0 0-7-16,0 0 0 0,0 0 2 15,0 0 3-15,0 0-4 0,0 0 12 0,0 0-20 16,0 0 5-16,0 0 3 0,0 0 4 0,0 0-5 16,0 0 1-16,0 0 3 0,0 0-3 0,0 0-1 0,0 0 7 15,0 0-13-15,0 0 2 0,0 0 0 0,0 0 4 16,0 0-1-16,0 0 0 0,0 0 4 0,0 0-3 15,0 0-1-15,0 0-5 0,0 0 10 0,0 0 4 16,0 0-1-16,0 0-3 0,0 0-6 0,0 0 6 16,0 0-4-16,-26 4 2 0,26-4-4 15,-8 5 4-15,3-3 2 0,5-2-6 0,-5 7 1 0,-1-2 6 16,6-5 3-16,-5 6-9 0,1 0-2 0,4-6 2 16,-4 10-3-16,3-6 2 0,1-4-1 0,-3 12-3 15,3-5 6-15,0-7 3 0,3 13 1 0,0-7-6 16,-1-1-3-16,0 1 13 0,2-1-13 0,3 1 8 15,-2-2-4-15,6 3 6 0,-2-3 1 0,0 0 4 16,5 0 7-16,-3 0-10 0,1-4 4 0,1 0 5 16,5 2-8-16,-5-2 1 0,-2-2 0 0,5 0 1 15,-5 0-2-15,3 1 1 0,-3-3-8 0,3 0 10 16,-6 0-4-16,3-2 0 0,-6 0 7 0,4 0-2 16,-4 2-2-16,-1-1 2 0,0-1-3 0,-2-1 3 15,-3-3-8-15,1 10-1 0,-3-14 4 0,-1 5-7 16,-3 1 6-16,0 3-4 0,2-3-7 15,-5 1 3-15,1 0 0 0,-3 0 1 0,-1 2-3 0,1-1 1 16,1 4 1-16,-4-1-1 0,-1 2-3 0,5 1-8 16,-3 0-8-16,3 0-9 0,-1 1-20 0,1 1-17 15,-1 0-21-15,1 3-26 0,3 0-33 0,-1 0-83 16,3 1-249-16,-2 0 110 0</inkml:trace>
  <inkml:trace contextRef="#ctx0" brushRef="#br0" timeOffset="9286.29">26086 4553 3 0,'0'0'22'0,"0"0"0"0,0 0 2 16,0 0 3-16,0 0-1 0,0 0 6 0,19 7 3 15,-19-7-1-15,13 3 2 0,-5-3 4 0,4 0 5 16,6 0 2-16,4 0 1 0,-1-2-5 0,8 2-3 16,4-2 4-16,-1-2 4 0,2 0-11 0,3 3 12 15,2-3-17-15,-1 4 0 0,-2-2-5 0,-2-1 6 0,-3-1-4 16,-2 3 2-16,-1-1-14 0,-7 0 8 15,-2 0-5-15,-6 2 0 0,1 0-1 0,-1-2-2 16,-2 1 0-16,-4 1 6 0,-7 0-6 0,13 0 2 16,-13 0 4-16,10 0 14 0,-10 0-1 0,0 0 4 15,11 0 2-15,-11 0-2 0,0 0 5 0,0 0-4 0,8 1-4 16,-8-1-3-16,0 0 0 0,0 0-11 16,0 0-1-16,0 0-8 0,0 0-22 0,0 0-15 15,0 0-25-15,0 0-20 0,0 0-19 0,0 0-23 16,0 0-91-16,0 0-218 0,0 0 97 0</inkml:trace>
  <inkml:trace contextRef="#ctx0" brushRef="#br0" timeOffset="12400.64">26010 4666 30 0,'0'0'52'0,"0"0"-17"0,4-7 2 16,-4 7-5-16,0 0-2 0,5-4 4 16,-5 4-9-16,0 0 2 0,6-4-7 0,-6 4 1 15,0 0 6-15,0 0 5 0,0 0 3 0,0 0-8 16,0 0 7-16,0 0-2 0,5-5 6 0,-5 5-1 15,0 0 14-15,0 0-15 0,0 0 3 0,0 0 3 0,0 0-12 16,0 0 12-16,0 0-6 0,0 0 1 0,0 0-6 16,0 0 3-16,0 0-1 0,0 0-8 15,0 0 0-15,0 0-10 0,0 0-1 0,0 0 6 16,0 0-10-16,0 0 1 0,0 0-1 0,0 0-4 16,0 0-2-16,0 0 2 0,0 0-2 0,0 0 9 0,0 0-1 15,0 0-1-15,0 0-14 0,0 0-6 16,0 0 8-16,0 0 2 0,-3 20 5 0,3-20 2 15,-4 12-2-15,4-3 3 0,0 0 8 0,-2 1-4 16,0 1 5-16,2 0-12 0,-2-3 4 0,2 3 8 16,-2 1-6-16,1-1-1 0,1 1 13 0,0-1 4 15,-2 5-3-15,0 0 1 0,4 0-4 0,0-1-1 0,-2 1-1 16,0-1 3-16,-2 0-9 0,2-2 2 16,2 3-5-16,-2 0 5 0,-2-4-8 0,4 0 7 15,-2 4-7-15,0-4 4 0,0-1 2 0,0-2 0 16,-2 1-3-16,2-1-2 0,-2 1 1 0,2-3 5 0,0 4-4 15,0-2-3-15,-3 0 13 0,1-1-12 16,2-8 5-16,0 15-4 0,0-8 1 0,-2 0 3 16,1 1-5-16,1-8 2 0,-2 12-2 0,2-12 1 0,0 9-6 15,0-9 6-15,-2 7-2 0,2-7 2 16,0 0-3-16,0 0 3 0,-2 9-5 0,2-9 2 0,0 0 4 16,0 0 8-16,0 0 4 0,0 0 3 15,0 0 6-15,0 0 0 0,0 0 1 0,0 0 2 16,0 0 1-16,0 0 2 0,0 0-6 0,0 0 1 15,0 0-4-15,0 0 4 0,0 8-4 0,0-8 2 16,0 0-3-16,0 0-5 0,0 0 2 0,0 0-4 0,0 0 0 16,0 0-3-16,0 0 0 0,0 0 0 0,0 0-4 15,0 0-3-15,0 0 1 0,0 0-5 0,0 0 0 16,0 0-4-16,0 0-2 0,0 0 0 0,0 0 1 16,0 0-3-16,0 0-2 0,0 0 3 15,0 0 0-15,0 0-1 0,0 0 0 0,14-1 3 16,-14 1-2-16,9 1-3 0,-9-1 4 0,13 3-2 0,-9-2-2 15,-4-1 4-15,14 4-2 0,-9-4 6 0,3 0-7 16,-8 0-3-16,12 5 4 0,-6-3 1 16,-6-2-2-16,11 2 2 0,-11-2-3 0,7 6 2 15,-7-6-4-15,6 2 5 0,-6-2-4 0,4 7 5 16,-2-3-6-16,-2-4 5 0,4 6-2 0,-4-6 2 16,2 5-2-16,-2-5 0 0,2 8 2 0,-2-8-3 0,1 6 3 15,-1-6-3-15,0 8 2 0,0-8 2 16,0 11 0-16,0-11-1 0,-3 12 2 0,1-5-2 0,2-7 0 15,-6 10 0-15,3-4 0 0,-1 0 0 16,-3 1 0-16,4 1 0 0,-1-4 1 0,0 3 3 0,-1-1-4 16,-3 1 1-16,0 1 2 0,0 0-1 0,-1-1-2 15,3 2 3-15,-2-5-6 0,4 2 0 0,-1 0 3 16,3-2-2-16,-2 2 4 0,1 0-4 0,-1-1 2 16,4-5-1-16,-5 11 1 0,5-11-2 15,0 10-1-15,0-10-2 0,0 8 2 0,0-8-1 0,5 10 2 16,-1-6 2-16,-1 1-2 0,3-1 1 0,-6-4-2 15,9 8 3-15,-3-5 6 0,2 1-8 16,-2 0 4-16,-1 1-4 0,3-2 1 0,-8-3-5 16,10 5 4-16,-6-3-4 0,3 2 0 0,-7-4 4 15,6 6 0-15,-6-6 1 0,5 3-5 0,-5-3 2 0,5 6 3 16,-5-6 0-16,2 7-1 0,-2-7-1 0,0 0 2 16,-2 9-1-16,2-9 1 0,-5 9 1 15,0-4 0-15,-1 2 1 0,-1-1-1 0,-1 0 1 16,0 1 1-16,-1-1-2 0,1 1 1 0,2-1-2 15,-2-1-2-15,1 2 4 0,1 0-3 0,2-3 0 0,3 2-3 16,1-6 1-16,-7 11 4 0,5-6 1 0,2-5-3 16,0 10 2-16,0-10-3 0,5 9 4 0,-5-3-3 15,0-6-1-15,7 8 4 0,-3-2-5 0,2-3 6 16,1 1-3-16,0 1 0 0,2 0 1 16,-4 0 0-16,1-2 3 0,-2 3-5 0,-4-6 1 0,10 5 1 15,-6-1-1-15,-1 0-1 0,-3-4 0 0,6 8-2 16,-2-3 1-16,-4-5-1 0,0 8 2 15,0-8 1-15,0 11 0 0,0-11 4 0,-2 10-6 0,0-4 1 16,0-1 1-16,2-5 4 0,-5 11-2 16,5-11-6-16,-4 11 4 0,4-5-1 0,0-6 3 0,-9 10-6 15,8-4 3-15,1-6 2 0,-2 11 1 0,2-5-2 16,0-6-1-16,-2 13 1 0,4-6 1 0,-2-7 0 16,0 12 0-16,0-5 4 0,0 0-7 15,0-7 3-15,3 12 2 0,0-4-1 0,-1-3-1 16,-2 3-1-16,0-8 3 0,2 13-2 0,-2-3 0 0,2-1 6 15,-2-2-3-15,0 1-4 0,2 5 5 0,-2-5-7 16,0 3 6-16,3-3-1 0,-1 2 1 0,0 0-2 16,-2 1 0-16,2 5 2 0,0-5 5 0,0 1-4 15,1-1-2-15,-1-1 1 0,0 1 0 16,1 0-2-16,0-1 1 0,-1 1-1 0,0-1 1 16,2 2 4-16,-2 0-3 0,2-1 0 0,1 4 2 0,-1-4-4 15,1 2 2-15,0 2 1 0,-3-3 0 0,0-1-2 16,0 1 1-16,-1-1 0 0,-1 1-2 0,2-2 2 15,-2 0-2-15,0-2-1 0,2 1 1 0,0-1 1 16,-2 0 5-16,0-8-8 0,2 12 1 16,0-5 3-16,-2-7 1 0,0 10-1 0,1-4 0 0,-1-6 4 15,-1 12-5-15,1-12 3 0,0 0-7 0,-2 10 3 16,2-10-1-16,0 0-12 0,-2 7-16 0,2-7-28 16,0 0-28-16,0 0-27 0,0 0-39 0,-2 7-45 15,2-7-125-15,0 0-347 0,0 0 154 16</inkml:trace>
  <inkml:trace contextRef="#ctx0" brushRef="#br0" timeOffset="13784.34">26128 6306 28 0,'5'-14'53'0,"-5"14"4"0,0 0-4 0,0 0-4 16,0 0-5-16,1-8 6 0,-1 8-10 0,0 0 3 0,0 0-2 15,0 0-9-15,-1-10-1 0,1 10 3 16,0 0 5-16,0 0-3 0,-1-10 1 0,1 10 5 15,0 0-8-15,-2-10 0 0,2 10-5 0,0 0 6 16,-2-7-7-16,2 7-10 0,0 0 10 0,0 0-3 16,0-9-1-16,0 9-9 0,0 0 2 0,-2-7-7 0,2 7 0 15,0 0-3-15,2-9 5 0,-2 9-1 16,0 0-3-16,0 0-1 0,0-8-2 0,0 8 3 16,0 0-1-16,0 0-4 0,0 0 1 0,2-9 11 0,-2 9-3 15,0 0-3-15,0 0-2 0,0 0 9 0,0 0-8 16,0-10 8-16,0 10-2 0,0 0 6 15,0 0 7-15,0 0-3 0,0 0 4 0,0 0 0 16,0 0 7-16,0 0 1 0,0 0-3 0,0 0 1 0,0 0-3 16,0 0-8-16,0-8-3 0,0 8-1 0,0 0 0 15,0 0-8-15,0 0 4 0,0 0-9 0,0 0 4 16,0 0-1-16,0 0 0 0,0 0-4 0,-4 28-1 16,4-18 0-16,-2 1 10 0,2 0-2 0,-4-1 7 15,4 6-2-15,-1-3-4 0,0 0-3 0,0-2 2 16,-1 0-2-16,0 6 10 0,0-5 1 0,2 1 8 15,2-1-6-15,-2 0-3 0,2 0-3 0,-2-1-3 16,0 0 2-16,0 2-1 0,2-3 2 16,-2 0-11-16,1 0 8 0,0-3 0 0,-1 3 0 0,1-3-4 15,-1-7 2-15,2 12 0 0,-2-12-6 0,-2 11 0 16,2-11 1-16,-1 10-1 0,1-10-2 0,1 10 3 16,-1-10-1-16,0 7 4 0,0-7 3 0,0 0 0 15,-1 12-1-15,1-12-7 0,1 5 10 0,-1-5 1 16,0 0 7-16,2 9-1 0,-2-9 1 0,0 0-3 15,0 0-5-15,-2 10 2 0,2-10-6 0,0 0 10 16,0 0-10-16,0 0 0 0,0 0-3 0,-1 7 2 16,1-7-2-16,0 0 2 0,0 0-3 0,0 0-1 15,0 0 1-15,0 0-4 0,0 0 0 0,0 0-3 16,0 0-5-16,0 0-3 0,0 0-11 0,0 0-14 16,0 0-17-16,0 0-13 0,0 0-25 0,0 0-22 15,0 0-16-15,0 0-15 0,0 0-12 0,-4 6-111 16,4-6-286-16,0 0 127 0</inkml:trace>
  <inkml:trace contextRef="#ctx0" brushRef="#br0" timeOffset="15396.07">25726 6457 47 0,'0'0'116'0,"0"0"-1"15,0 0-3-15,-4-8-7 0,4 8-2 0,0 0-4 16,0 0-10-16,0 0-5 0,-2-8-8 0,2 8-6 16,0 0-8-16,0 0-3 0,0 0-8 0,0 0-6 15,0 0-4-15,0 0-6 0,0 0-4 0,0 0-6 16,0 0-2-16,0 0-1 0,0 0 1 0,0 0-4 15,0 0-4-15,0 0 7 0,0 0 9 0,21 13-8 16,-17-10-1-16,2 0 3 0,-2 1-2 0,4 1 5 16,-3 0 3-16,1 0-3 0,0 2-4 0,1-4-3 15,-2 3 2-15,2 1 10 0,0-1-1 0,1-2-1 16,-2 2-4-16,0-1-7 0,0 0 3 0,-3 1-7 16,3 0 1-16,-1-1-2 0,1 0-1 0,-1-1 0 15,-1 2-2-15,1-2 1 0,0-1-1 0,-1 3-3 16,-4-6-1-16,8 7 3 0,-2-4-1 0,-6-3 0 15,6 6 0-15,-2-3-1 0,-4-3 0 0,9 7 1 16,-9-7-3-16,4 4 0 0,-4-4 0 0,6 5-2 16,-6-5 2-16,4 2 0 0,-4-2-2 0,0 0-1 15,5 4 1-15,-5-4 4 0,0 0 5 0,0 0 0 0,8 1 0 16,-8-1 3-16,9 2 0 0,-9-2 2 0,12 0-3 16,-12 0 2-16,15-3-4 0,-3 0 3 15,-1 3-3-15,0-2-2 0,3 1 1 0,-1-2-2 16,7-2-1-16,-4 1 6 0,4 0-6 0,3-1-3 15,4 0-1-15,0 0-1 0,-9 2 1 0,4-1-3 0,-1 1 1 16,0 1 0-16,2 0 1 0,-2-1-4 16,0 2 3-16,0-3-2 0,0 1 2 0,0 1 2 15,0-1-3-15,-1 2 10 0,0-2-10 0,0 1-5 16,-1 2 3-16,-2-3 0 0,-3 3-1 0,-1-3 2 16,1 3 0-16,-5 0-2 0,2 0-1 0,1 1 1 0,-1-1-1 15,-3-1 4-15,-8 1-5 0,15 0 2 16,-7 0-1-16,-8 0 0 0,9 0 4 0,-9 0-2 15,0 0-1-15,12 1-1 0,-12-1 1 0,6 2-1 16,-6-2 0-16,0 0 0 0,0 0-2 0,0 0 1 0,0 0-1 16,9 0 3-16,-9 0-5 0,0 0 4 0,0 0-1 15,7 2 1-15,-7-2 2 0,0 0-4 0,0 0 5 16,0 0 0-16,0 0-3 0,7 3 0 0,-7-3 0 16,0 0 0-16,0 0 5 0,0 0 1 15,6 4-6-15,-6-4 2 0,0 0 1 0,0 0-4 0,0 0 0 16,0 0 1-16,0 0 4 0,0 0-3 0,3 6-1 15,-3-6 9-15,0 0-7 0,0 0-2 0,0 0 2 16,0 0 0-16,6 4 15 0,-6-4-16 16,0 0-1-16,0 0 0 0,4 3 3 0,-4-3-5 15,0 0 3-15,0 0 2 0,0 0-1 0,0 0 2 0,3 7 0 16,-3-7-4-16,0 0 7 0,4 3-8 0,-4-3 4 16,0 0-1-16,2 7-1 0,-2-7 4 15,0 0 1-15,5 9 0 0,-4-4-3 0,-1-5 2 16,4 11 0-16,-4-11 2 0,2 8-3 0,0-3 12 15,0 2-6-15,1-2 5 0,1 3 2 0,0-1 0 0,2 1 1 16,-2 2-6-16,-2-5 1 0,3 4-1 0,-1-2 0 16,-2-1 0-16,2 2 0 0,1-3-2 15,-3 1 0-15,3 1 0 0,-1-1-2 0,-1 0 0 16,1-2 0-16,-2 2-2 0,-2-6 4 0,7 7-5 16,-7-1 2-16,0-6-1 0,4 4 3 0,-4-4-4 0,6 7 1 15,-6-7 2-15,0 0 2 0,4 5-1 0,-4-5 0 16,0 0 0-16,0 0 2 0,2 6-3 0,-2-6 0 15,0 0 0-15,0 0 0 0,0 0 1 0,4 7-1 16,-4-7 1-16,0 0-3 0,0 0-2 16,3 4 4-16,-3-4-1 0,0 0 0 0,0 0-1 0,0 0-2 15,2 7 5-15,-2-7-6 0,0 0-5 0,0 0-16 16,0 0-17-16,0 0-23 0,0 0-25 0,0 0-33 16,0 0-24-16,0 0-17 0,-9 14-34 0,9-14-169 15,-14 3-391-15,14-3 173 0</inkml:trace>
  <inkml:trace contextRef="#ctx0" brushRef="#br0" timeOffset="15977.16">26126 6663 20 0,'0'0'133'0,"0"-11"6"16,0 11-5-16,0 0-5 0,0 0-8 0,0 0-7 15,0-9-13-15,0 9-10 0,0 0-9 0,0 0-16 16,0 0 0-16,0 0-6 0,0 0 1 16,0 0-1-16,-9 21 15 0,5-9 3 0,-4 4-1 15,0 0-5-15,-1 4-2 0,0 2-1 0,-5 1 1 0,3 0-5 16,-1 1-5-16,2-6-2 0,1 0-2 16,0 5-7-16,-2-5 0 0,2 0-5 0,0-2-5 0,0-1-5 15,4 0 0-15,-2-3 0 0,1 1-6 16,0-2-2-16,0-2-1 0,0 0-3 0,1 0-4 0,1-1-2 15,2 0-2-15,0-2-1 0,2-6-5 0,-5 9-6 16,5-9-14-16,-2 4-17 0,2-4-16 0,0 0-21 16,0 0-15-16,0 0-21 0,0 0-28 0,0 0-36 15,-7 8-160-15,7-8-352 0,0 0 156 16</inkml:trace>
  <inkml:trace contextRef="#ctx0" brushRef="#br0" timeOffset="16384.22">26230 6587 76 0,'0'0'144'0,"0"0"-7"0,2-7-21 0,-2 7-9 15,0 0-15-15,0 0-8 0,0 0-10 0,0 0-1 0,0 0-7 16,0 0 4-16,0 0-4 0,15 9 1 0,-12-3 14 16,4 2 3-16,-3 0 8 0,3 4-4 15,-1-1-1-15,1 2 4 0,1 3-10 0,-2-1-4 16,3 0-2-16,5 8 10 0,-6-7-6 0,3 2-1 0,-2-1-10 16,3 4-1-16,-1 1 7 0,1 3-5 0,-6-9-6 15,1 3-3-15,2-2-4 0,-2 1-4 0,0-1-4 16,-1 0-5-16,3-1 0 0,-3 1-4 0,4-4-4 15,-4-2-3-15,1-1-3 0,-3 0-1 0,4-1-3 16,-2 0-2-16,-3-3-1 0,1 3-5 0,0-3 0 16,-2-2-1-16,1 2 2 0,-3-6-7 0,7 10 2 15,-5-7-18-15,-2-3-10 0,4 6-17 0,-4-6-25 16,0 0-24-16,3 5-30 0,-3-5-32 0,0 0-37 16,0 0-37-16,0 0-167 0,0 0-414 0,0 0 184 15</inkml:trace>
  <inkml:trace contextRef="#ctx0" brushRef="#br0" timeOffset="16930.84">25981 7129 61 0,'0'0'144'0,"0"0"-9"0,0 0-9 0,0 0-11 16,0 0-2-16,0 0-9 0,0 0 4 0,0 0-2 15,0 0-1-15,0 0 2 0,0 0-2 0,0 0-4 16,0 0-5-16,0 0-1 0,-10-2-5 0,10 2-7 15,0 0-7-15,0 0 1 0,0 0-8 16,0 0-5-16,0 0-5 0,0 0-7 0,-4-6-4 0,4 6-4 16,0 0-4-16,0 0-4 0,0 0-5 0,0 0-3 15,0 0-2-15,0 0-3 0,0 0-1 0,0 0-6 16,0 0-1-16,0 0-2 0,0 0-1 0,0 0-2 16,0 0 1-16,0 0-4 0,0 0-3 0,0 0-3 15,0 0 0-15,0 0-1 0,0 0 3 0,0 0 0 16,0 0 0-16,25 0 7 0,-7-3-10 0,-1 2 3 15,2-1-1-15,2 1-1 0,7-1 2 0,3 0-1 16,0 0 2-16,6 0 7 0,-1-1-6 0,4-1 5 16,-6 1-2-16,1-1-2 0,-1 0 1 0,0 3-1 15,-3 0 0-15,-2-1-1 0,-6 1 0 0,-2-3 4 16,-2 3-4-16,-5 1-2 0,-1 0 2 0,-3 0 0 16,-1 0-2-16,-9 0 5 0,11-1-1 0,-11 1-2 15,11 0 2-15,-11 0-1 0,0 0-3 0,5-3-10 16,-5 3-23-16,0 0-32 0,0 0-36 0,0 0-43 15,0 0-35-15,-25 5-197 0,25-5-403 0,-31 4 179 16</inkml:trace>
  <inkml:trace contextRef="#ctx0" brushRef="#br0" timeOffset="17828.48">26279 7157 36 0,'0'0'158'0,"0"0"2"0,0 0-19 0,-7-6-9 16,7 6-8-16,0 0-17 0,0 0-13 0,0 0-7 15,0 0-5-15,0 0-12 0,0 0-8 0,0 0-9 16,0 0 0-16,0 0-12 0,0 0-7 0,0 0 3 16,0 0 4-16,0 0-5 0,9 20 15 0,-4-9-2 15,-3 0 3-15,1 6 3 0,-3 2-8 0,4 6 15 16,-4 3-5-16,4-1 5 0,-4 0 0 0,-2-2-5 15,0 3 6-15,2 2-5 0,-4-1 5 0,4 1-7 16,0-3-1-16,-2 3-2 0,1-5-4 0,-1 3-7 16,-1-1 0-16,6-7-5 0,-3 8-1 0,2-1 0 15,-2 1 1-15,1-2-1 0,1 0 0 0,-2 0-7 16,2-8 1-16,0 9-4 0,0-8-5 0,0 5 0 16,1-5 0-16,-1 5 0 0,-2-5-1 0,2-1-1 15,-2-1-2-15,0 2-4 0,2-4 0 0,-2 3-2 16,4-1 2-16,-4-2-3 0,0 1 1 0,3-4 0 15,0 0 3-15,-3 0-3 0,2-1-3 0,0-1-1 16,-4-1 3-16,4-2-3 0,-2 0 1 0,0-7 3 16,2 13-3-16,-2-6-2 0,0-7 1 0,2 10 9 15,-2-10-12-15,1 10 0 0,-1-10 2 0,0 9-3 16,0-9 2-16,2 8-1 0,-2-8 1 0,2 7-1 16,-2-7-3-16,0 0 2 0,2 10 1 0,-2-10 0 15,0 6 1-15,0-6-4 0,0 0 5 0,0 0-4 16,-2 9-1-16,2-9 1 0,0 0-6 0,0 0-14 0,0 0-21 15,0 9-21-15,0-9-26 0,0 0-28 0,0 0-33 16,0 0-46-16,-9 4-50 0,9-4-155 16,-18-5-429-16,7 2 191 0</inkml:trace>
  <inkml:trace contextRef="#ctx0" brushRef="#br0" timeOffset="20536.29">23048 8242 38 0,'0'0'35'16,"-10"0"-3"-16,10 0-4 0,0 0 0 0,0 0-6 15,0 0 1-15,-13 0-5 0,13 0-2 0,-9 4-3 16,3-3-1-16,6-1 4 0,-11 3-1 0,5-3-5 16,6 0 7-16,-14 3-1 0,8-2-4 0,6-1 3 15,-12 1 1-15,12-1 7 0,-13 0 2 0,13 0 6 16,-9 2 0-16,9-2 3 0,-7 1-4 0,7-1 10 16,0 0-2-16,0 0-3 0,-12 0 7 0,12 0-3 15,0 0-12-15,0 0 6 0,0 0-3 0,0 0 2 16,-6 3-3-16,6-3-3 0,0 0-7 0,0 0-4 15,0 0 3-15,0 0 2 0,0 0-6 0,0 0 13 0,0 0-11 16,0 0 5-16,0 0 10 0,0 0-13 16,27-4-1-16,-18 2 0 0,2 1 3 0,2 0 2 0,0-1-5 15,5 1 1-15,2 0 1 0,1-1 3 16,0 1 0-16,9-3-1 0,2 4-3 0,-1 0 0 0,1 0-6 16,2 0 7-16,2 0-5 0,-1 0-6 0,3 2 3 15,0 0-2-15,1 1-3 0,0-2-7 16,13 4 5-16,-1-2 1 0,3 2 5 0,1-1-4 15,2-3-5-15,1 2 10 0,-1-2-2 0,-1 0 7 0,2 0-9 16,2-2-1-16,-2 1-2 0,-1 0-4 0,-2 0 6 16,0 1-9-16,0 0 5 0,-17 1-2 0,15-2 4 15,-15 1-3-15,13 2 4 0,-14-2 2 0,0 3-4 16,-2-3-22-16,-1 2 13 0,2 2 1 0,-1-3-6 16,-1 4-14-16,-1-5 1 0,-1 2-5 0,3 0-2 15,-2-3-16-15,2 0-20 0,-4 4-13 0,3-4-26 16,-5 3-76-16,-2-1-197 0,-5-2 88 0</inkml:trace>
  <inkml:trace contextRef="#ctx0" brushRef="#br0" timeOffset="21072.03">24744 8309 65 0,'0'0'57'0,"0"0"14"0,0 0-6 15,0 0-2-15,0 0-1 0,0 0-2 0,0 0-4 16,0 0-1-16,28 0-10 0,-28 0 6 15,15-3-4-15,-4 3-9 0,1-2-3 0,-1 1 0 0,1 1 4 16,6 0-15-16,-1-3 6 0,3 2-2 0,2-2-5 16,6 3-7-16,-1-1 9 0,5-2-7 15,-1 3 7-15,0-1-11 0,4-2 3 0,-2 3 5 0,1 0-1 16,-1 0-6-16,1 2 3 0,0-1-3 0,1-1-3 16,2 0-3-16,-5 0-2 0,1 1-3 0,-2 0 0 15,-4 2-13-15,-5-6 0 0,-3 5-14 0,1-1 9 16,-7 0-12-16,0 1 4 0,1-1-5 0,-5 0-4 15,3-1-6-15,-5 2-6 0,-1-1-14 0,-6-1-6 16,13 2-10-16,-5-2-54 0,-8 0-136 0,0 0 60 16</inkml:trace>
  <inkml:trace contextRef="#ctx0" brushRef="#br0" timeOffset="21402.36">25475 8319 42 0,'0'0'93'0,"0"0"-11"0,0 0 7 0,0 0-13 16,0 0 3-16,38-5-3 0,-16 4-5 15,6-2-15-15,1 0 3 0,2 2 1 0,-1-1-12 16,3-1 2-16,-1-2 0 0,3 1-10 0,-3 3-3 15,-1-2 1-15,1 1-4 0,1 0 7 0,1 0-5 0,-3 1-6 16,-1 1-7-16,1-3 0 0,-2 3-2 0,-10-1-6 16,3-1 0-16,-4 1 4 0,2 1-8 15,-5 0 1-15,-1 0-5 0,-3 0-6 0,4 0-9 16,-3-1-5-16,0 1-5 0,6 0-1 0,-4-1-17 0,3 1-5 16,-3-1-10-16,-1 2-15 0,-2-1 2 0,3 1-11 15,-3-2-15-15,-4 1-53 0,-7 0-154 16,13 1 69-16</inkml:trace>
  <inkml:trace contextRef="#ctx0" brushRef="#br0" timeOffset="21582.6">26281 8309 43 0,'21'-2'56'16,"-5"2"-9"-16,-3 0-29 0,-2-1-15 0,1 1-32 16,-2 0-29-16,-10 0 14 0</inkml:trace>
  <inkml:trace contextRef="#ctx0" brushRef="#br0" timeOffset="22296.43">26362 8267 95 0,'0'0'106'0,"0"0"-9"0,0 0-4 0,-6-10-11 16,6 10 1-16,0 0 2 0,0 0-10 0,0 0 3 16,0 0-4-16,0 0-5 0,0 0 0 0,0 0-12 15,-7-2-7-15,7 2 3 0,0 0-6 0,0 0-11 16,0 0 0-16,0 0 4 0,0 0-16 0,0 0 0 15,0 0 0-15,0 0-8 0,0 0 7 0,0 0-13 16,0 0 2-16,0 0 5 0,0 0-1 0,-12 9-4 16,12-9 3-16,0 0 4 0,-4 10-7 0,4-10 4 15,0 0-2-15,2 10-2 0,-2-10-2 0,-2 8 1 16,2-8-4-16,0 0 4 0,-2 8-4 0,2-8 1 16,0 0 1-16,4 6-5 0,-4-6 14 0,0 0-8 15,9 5-7-15,-9-5 1 0,10 3 0 0,-10-3 5 16,10-1 2-16,-10 1-4 0,13-4 3 0,-5 2-4 15,-8 2-4-15,11-4 13 0,-5 2-4 0,-6 2 1 16,12-6 3-16,-9 2-2 0,-3 4-16 0,6-7 10 16,-6 7 5-16,4-10-8 0,-4 10 6 0,2-9-7 15,-2 9 3-15,1-9-1 0,-1 9 1 0,-3-12-1 16,3 12-3-16,-4-9 0 0,0 3 2 0,4 6 0 0,-5-5-7 16,5 5-1-16,-11-6-8 0,6 5-4 15,5 1-11-15,-9-3-5 0,9 3-15 0,-16 1-12 16,16-1-29-16,-11 4-12 0,5-1-22 0,-1 0-106 0,-3 3-246 15,4-2 108-15</inkml:trace>
  <inkml:trace contextRef="#ctx0" brushRef="#br0" timeOffset="24553.69">26140 6232 57 0,'0'0'55'0,"-8"-1"-1"0,8 1-9 16,-10-2 6-16,10 2 2 0,0 0-2 0,-11-2 1 16,11 2 0-16,0 0-7 0,0 0-3 0,-9 0-3 15,9 0-3-15,0 0-5 0,-10-3-5 0,10 3 0 16,0 0-1-16,0 0 0 0,-10-2 4 0,10 2-15 16,0 0 11-16,0 0 3 0,-9-1-8 0,9 1 3 15,0 0-1-15,0 0-3 0,0 0 3 0,0 0-4 16,0 0 2-16,0 0-4 0,0 0-8 0,-10 2 4 15,10-2-4-15,0 0 7 0,0 0 0 0,0 0-13 16,0 0 16-16,0 0-4 0,0 0-7 0,0 0 2 16,0 0-2-16,0 0 0 0,0 0-1 0,0 0-11 15,0 0 10-15,0 0 6 0,0 0-4 0,0 0 5 16,23 4 9-16,-12-3-5 0,1-4 1 0,5 2 14 16,6-1-2-16,6 1-2 0,5-3 7 0,6-2 2 15,12 2-7-15,6-6 4 0,-6 6-4 0,-1-2-1 16,5-2-3-16,-3 6-9 0,-1 0 8 0,-15 1-8 15,3 0-4-15,-1-2 7 0,0 5-6 0,-6-1-1 16,3-1 0-16,0 0-1 0,-3 0-2 0,-1 1 1 16,-3-1-4-16,2 2-3 0,1-2 6 0,-1 1-6 15,-1-1 1-15,1 2 7 0,-4-2 0 0,0 2-6 0,2-1 3 16,-2-1-8-16,-5 0 6 0,5 0-1 0,-6 1-5 16,2-1 8-16,-2 2-8 0,0-4 2 15,-1 4-3-15,0-1-7 0,0-2-7 0,1-1-11 16,-3 4-4-16,-3-1-26 0,1-2-9 0,2-2-33 0,-5 2-20 15,-1 1-108-15,-3 0-244 0,2-3 109 0</inkml:trace>
  <inkml:trace contextRef="#ctx0" brushRef="#br0" timeOffset="25064.35">27424 6192 19 0,'0'0'57'0,"0"0"-11"0,0 0 9 15,0 0-5-15,0 0-7 0,21-9-1 0,-21 9-5 16,8-1 9-16,-8 1-8 0,0 0-6 16,10-1-4-16,-10 1 0 0,0 0-3 0,11 1 3 0,-11-1 0 15,9-1 2-15,-9 1-3 0,7-3-2 0,-7 3 1 16,11 0-10-16,-11 0 0 0,11-1 8 0,-1 0-2 15,-10 1-2-15,13 0-3 0,-4 0-6 0,-9 0 16 16,18 0-12-16,-8-1-4 0,4 2 6 0,-3-2 3 16,6 1-5-16,4-1 1 0,-2 0-1 0,4-3-9 15,4 5 6-15,-6-3-10 0,10 1 6 0,-5 0 8 16,3-2-5-16,-6 1 2 0,-3 0 0 0,7 0-9 16,-5 2 4-16,1 0-4 0,-4-1 1 0,4-1-5 15,-3-1 1-15,-2 3-2 0,0-1-8 0,-5 1-10 16,0-1-14-16,-3-2-6 0,-3 4-11 0,-7-1-2 15,14 0-12-15,-14 0-2 0,10 0-7 0,-10 0-39 16,0 0-121-16,0 0 54 0</inkml:trace>
  <inkml:trace contextRef="#ctx0" brushRef="#br0" timeOffset="25279.53">28006 6166 54 0,'0'0'88'0,"0"0"-18"0,0 0-9 0,29 0-4 15,-29 0-2-15,12-2-8 0,-4 4 4 0,-8-2-8 0,12-2-5 16,-12 2-11-16,14 0-8 0,-7 0-7 0,-7 0-9 16,12 3-5-16,-5-2-6 0,-7-1-16 0,12 1-12 15,-6 0-11-15,-6-1-38 0,12 0-92 16,-12 0 41-16</inkml:trace>
  <inkml:trace contextRef="#ctx0" brushRef="#br0" timeOffset="28284.01">28115 6167 3 0,'0'0'54'0,"0"0"-8"16,0 0-14-16,0 0 11 0,0 0-2 0,0 0-6 15,0 0-6-15,0 0 1 0,0 0-9 0,0 0 6 16,0 0 3-16,0 0-11 0,0 0-2 0,0 0-6 15,0 0 5-15,0 0-2 0,0 0-4 0,-13 0 5 16,13 0-5-16,0 0-2 0,-10-1 4 0,10 1-8 16,0 0 1-16,-12-3 6 0,12 3-11 0,-9 0 7 15,9 0-4-15,0 0 5 0,-11-2-1 0,11 2-7 16,0 0 0-16,0 0 3 0,0 0 2 0,-13 0-1 16,13 0 4-16,0 0-3 0,0 0 2 0,0 0-4 15,0 0 7-15,0 0-2 0,0 0 7 0,0 0-2 16,0 0 5-16,-7-1 7 0,7 1-5 0,0 0-1 0,0 0-7 15,0 0 1-15,0 0-1 0,0 0-2 16,0 0-3-16,0 0-2 0,0 0 1 0,29-1 5 16,-18-1-4-16,1 1 1 0,2-1 0 0,-2 2-7 15,0 0 6-15,2 0 2 0,-2-2-4 0,-1 1 1 16,1 1-9-16,-3-1 16 0,1 1-11 0,2-1 0 0,-12 1 4 16,14-2-6-16,-5 2 0 0,-9 0 3 15,11-2-6-15,-11 2 6 0,9 0-6 0,-9 0 8 16,0 0-2-16,10-3-3 0,-10 3 9 0,0 0-3 0,0 0 1 15,8 0 3-15,-8 0-3 0,0 0 2 0,0 0-2 16,0 0 7-16,0 0-4 0,0 0-3 16,0 0 2-16,0 0-5 0,0 0 10 0,0 0 0 15,0 0-12-15,0 0 5 0,0 0-5 0,0 0 6 0,0 0 1 16,0 0-8-16,0 0 3 0,0 0-11 16,0 0 9-16,0 0-3 0,0 0 0 0,0 0 0 0,0 0 1 15,0 0 2-15,0 0 0 0,0 0 2 0,0 0-5 16,0 0-2-16,0 0 8 0,0 0-8 0,0 0-1 15,0 0 9-15,0 0-5 0,0 0 7 0,0 0-11 16,0 0 11-16,0 0-8 0,0 0 5 0,0 0 7 16,0 0-13-16,0 0 2 0,0 0 3 0,0 0 2 15,0 0 6-15,0 0-11 0,0 0 2 0,0 0 7 16,-24 7-6-16,24-7 7 0,-7 3-3 0,7-3-4 16,-6 5 0-16,6-5-3 0,-7 4 6 0,7-4-6 15,-7 6 10-15,7-6-3 0,-9 5-19 0,9-5 22 16,-4 3-12-16,4-3 0 0,0 0 5 0,-5 6-2 15,5-6 6-15,0 0-4 0,-2 7 3 0,2-7-4 16,0 0 3-16,0 0-1 0,4 11 9 0,-4-11-11 16,6 3 3-16,-6-3 2 0,9 5 0 0,-4-5 10 15,5 3-6-15,-10-3-6 0,14 0 4 0,-4 1 4 16,-3-2 2-16,-7 1-6 0,15-1 6 0,-6 1-2 16,-9 0-8-16,13-4 6 0,-8 3 0 0,-5 1 0 15,9-3 4-15,-3-2-3 0,-6 5 1 0,8-7-4 16,-3 4 0-16,-5 3 6 0,5-8 3 0,-2 3-6 15,-3 5 4-15,3-10-2 0,-3 4 2 0,0 6 2 16,0-11-10-16,0 11-1 0,-1-9 3 0,1 9 5 16,-4-9-11-16,4 9 6 0,-5-7-5 0,1 2 0 15,4 5-3-15,-9-7 3 0,5 3 0 0,-3 1 2 0,7 3-5 16,-10-5-1-16,3 4-1 0,7 1-4 0,-12-1 1 16,12 1-13-16,-11 0-2 0,11 0-26 0,-10 1 3 15,10-1-30-15,-11 4-16 0,9 0-20 16,2-4-95-16,-5 7-220 0,5-7 98 0</inkml:trace>
  <inkml:trace contextRef="#ctx0" brushRef="#br0" timeOffset="30118.66">28251 6152 80 0,'0'0'111'0,"-3"-11"-4"0,3 11-1 16,0 0-7-16,0 0-9 0,0 0-2 15,0 0-2-15,0 0-20 0,0 0-3 0,0 0-6 16,0 0-14-16,0 0-2 0,0 0-2 0,0 0 3 0,0 0-12 15,0 0 0-15,0 0-10 0,0 0 2 0,0 0 11 16,-1 27 3-16,-1-19 4 0,1 3 7 16,0-2 7-16,0 4-3 0,-1 2-9 0,0 1-3 15,2-3 9-15,-2 4 2 0,1-1 9 0,-1 0-7 16,3 2-7-16,0-1-3 0,-1 0 5 0,0 2-6 16,1 0 3-16,1 1-4 0,-2-4-8 0,4 2-2 0,-3 0 0 15,0-1-4-15,-1-1-1 0,3 0 1 0,-3 2-9 16,0-7-1-16,1 1 5 0,0 4-2 0,-1-4-5 15,0-3 2-15,2 3-6 0,-2-2 1 0,0 1-1 16,0-3 0-16,0-1-2 0,2 3 0 0,-2-3 6 16,0-7-8-16,5 13 1 0,-4-6-2 15,-1-7 4-15,0 9-5 0,0-9-1 0,-1 11 0 16,1-11 0-16,-1 6 0 0,1-6-1 0,0 0 4 0,1 9-6 16,-1-9 3-16,0 0 4 0,1 7-4 0,-1-7 4 15,0 0-4-15,0 0 5 0,0 0 5 0,0 0 3 16,0 0 4-16,0 0 0 0,0 0 1 0,0 0 1 15,0 9-5-15,0-9-2 0,0 0 1 16,0 0-1-16,0 0-2 0,0 0-3 0,0 0-1 0,0 0 1 16,0 0-7-16,0 0 4 0,0 0-2 0,0 0 0 15,0 0-3-15,0 0 1 0,12 0 2 0,-12 0-1 16,10-2-1-16,-10 2 0 0,17-3 2 0,-4 2-2 16,-1 1-1-16,0 0-1 0,1 0 0 0,1 0-2 15,2-1 2-15,-2 1 0 0,2 1-2 0,-4 1 0 16,-1 2 0-16,-4-4 1 0,5 1 0 0,-6 0 1 15,2 2-2-15,-2 0 0 0,-6-3 2 0,12 4 0 16,-9-1-3-16,-3-3 4 0,4 6-1 0,-4-6-1 16,3 6 0-16,-3-6 1 0,0 0-2 0,-5 16 2 15,2-10 3-15,-2-1-1 0,0 1 0 0,-2 0-1 16,-2 2 0-16,1-2 1 0,1 1 0 0,-1 1 0 16,0 1-1-16,0-2 4 0,0 1 0 0,0-1-1 15,-2 1-1-15,3-1 0 0,-1 1-4 0,2-2 1 16,2 0 1-16,0-2 2 0,2 3-2 0,2-7 1 15,-3 11-3-15,1-3 0 0,2-8-3 0,0 7 3 16,0-7 0-16,3 12 0 0,0-8 1 0,0 1 4 16,-1 2-4-16,-2-7 4 0,7 8-6 15,-4-2-1-15,1-1 3 0,1 0 5 0,-1-1-7 0,0-2 3 16,-4-2-2-16,9 8 2 0,-5-4-3 0,-4-4-2 16,6 7-1-16,-6-7 1 0,5 4 1 0,-5-4-4 15,3 7 5-15,-3-7-3 0,0 0 0 0,2 8 2 16,-2-8 1-16,0 0-1 0,-2 10 2 0,2-10-2 15,-5 7-1-15,5-7 6 0,-9 9-2 0,5-2-3 16,0-4-1-16,-3 4 4 0,2-1-2 0,-1 1-2 16,0-2 1-16,0 1 0 0,3-1 1 0,-1 1-2 15,1 1 0-15,3-7 1 0,-5 9 0 0,4-2 1 16,1-7-6-16,0 10-6 0,-1-4-9 0,1-6-2 16,2 11-6-16,0-6 2 0,0 1 0 0,2-1 4 15,0 0 3-15,-1-1-1 0,3 2 4 0,-3 0-5 16,2-3 1-16,1 1 0 0,-1 2 4 0,0-2 0 15,-5-4 3-15,8 6 1 0,-3-2-4 0,-5-4 2 0,6 8-1 16,-3-5 3-16,-3-3 3 0,5 5-2 16,-5-5 3-16,2 7 5 0,-2-7-3 0,0 0 1 15,0 11 1-15,0-11 0 0,0 0 2 0,-3 11 8 16,3-11-7-16,-6 9-4 0,4-6 4 0,2-3 1 16,-7 9-1-16,4-5-2 0,-1 2 4 0,4-6 1 0,-4 11-1 15,1-5-1-15,-1-1 0 0,2 2-3 16,-1 0 5-16,1-1-4 0,-2 1-2 0,0 2 4 15,2-2-2-15,-1 6 2 0,2-3 2 0,-1 0 0 16,0 0-1-16,1 2 4 0,1 1 1 0,0-2-7 0,-1 0 4 16,-1-1 1-16,2 1-1 0,-1 0 0 15,1 0-3-15,0-1 4 0,-1 2-1 0,1-2 1 16,-2 2-2-16,2-2-1 0,-1-2 3 0,1 2-3 0,-2-2 3 16,2 2-1-16,-2 0 2 0,2-2-7 15,0-8 4-15,0 12-2 0,-1-5 5 0,0 1-3 0,1-8 2 16,0 13 2-16,0-4-3 0,-3 1 0 0,4-4-2 15,-1-6 0-15,2 17-1 0,-1-8 6 0,-1 1-4 16,1 0 3-16,-1 2-5 0,4-3 5 16,-3 2-3-16,-1 1 3 0,0-2-3 0,0 4-1 15,2 2 1-15,0-1 0 0,1-2 2 0,-3-3 15 0,1 7-16 16,-1-5 2-16,2 5 0 0,0-7-1 0,-2 6 1 16,0 2 3-16,1-5 1 0,-1 3 1 0,-1 0-3 15,1-5 0-15,-4 5 4 0,4-3 6 16,-4 3-5-16,2-4 2 0,0 1-1 0,1-1-3 15,-3 0-3-15,3 0 4 0,0-1-2 0,-1 2 0 0,1-3-4 16,-1 0 4-16,2 1-1 0,0-1-3 0,0-1 2 16,3 0-2-16,-3 2 3 0,2-2-2 15,-1-2 4-15,0 2-5 0,-1-2 0 0,0 0 0 16,4 0 1-16,-4-7-2 0,3 15 0 0,-1-8 1 0,0 1-2 16,-1 0 2-16,-1 2-2 0,0-3 2 0,0-7 0 15,0 17-3-15,0-6 4 0,-1-5-2 0,2 1 3 16,-1-7-3-16,-1 12 2 0,1-12-1 0,-2 10-1 15,2-10-3-15,0 0 6 0,-2 15-5 0,2-15-2 16,0 0-1-16,1 11-5 0,-1-11-7 0,0 0-3 16,0 0-7-16,-3 13-3 0,3-13-14 0,0 0-6 15,0 0-11-15,0 0-23 0,-5 6-24 0,5-6-36 16,0 0-46-16,0 0-98 0,0 0-309 0,0 0 137 16</inkml:trace>
  <inkml:trace contextRef="#ctx0" brushRef="#br0" timeOffset="31369.27">26574 8286 9 0,'0'0'30'0,"0"0"-2"0,-9 0-1 0,9 0 1 15,0 0-4-15,0 0 3 0,0 0-6 0,0 0 3 16,-12-2 11-16,12 2-2 0,0 0 0 0,0 0-5 16,0 0 3-16,0 0 5 0,0 0-5 0,0 0 5 15,0 0 1-15,-7-3 5 0,7 3-10 0,0 0-3 16,0 0-3-16,0 0-5 0,0 0-4 0,0 0-1 15,0 0 3-15,0 0-2 0,0 0-3 0,0 0 0 16,0 0-2-16,0 0-9 0,0 0 7 0,0 0-1 16,0 0-6-16,0 0 5 0,0 0 4 0,0 0 0 15,0 0 7-15,0 0-2 0,0 0 3 0,28 2 5 16,-20-2-16-16,-8 0 17 0,21 0-8 0,-10 0-3 16,3 0 7-16,-1 0-12 0,5 0 2 0,-1 0 0 15,2-1 4-15,-2 1 2 0,2-1-2 0,3 1-5 16,6-3 6-16,-2 2-6 0,1-1 3 0,2 0-6 15,-2 1 12-15,6-1 0 0,-1-3-5 0,1 3-4 16,-1 0 2-16,5-1 8 0,1 0-11 0,2 1 2 16,0 0 2-16,-1 0 4 0,1 1-14 0,-4 1 1 15,2 0 5-15,0 1 3 0,-1 0-26 0,-2-1 15 16,-1 1 6-16,-1 1 1 0,1-2-1 0,-5 0 2 0,3 2-2 16,1-3 0-16,-3 1-8 0,-1 0 2 15,-2 1 0-15,-4-1-2 0,-4-1 2 0,4 1 1 16,-1-1-3-16,-4-1 6 0,1 2-4 0,-1-1 1 15,-6 0 2-15,0 1-12 0,-1 0 3 0,1 0-10 0,-1 0-4 16,-4 0 1-16,-7 0-12 0,13 0-2 0,-6-1-6 16,-7 1 6-16,9 1 0 0,-9-1-5 15,0 0-3-15,11-1-16 0,-11 1 5 0,0 0-13 16,0 0-4-16,0 0-10 0,0 0-56 0,0 0-144 16,0 0 65-16</inkml:trace>
  <inkml:trace contextRef="#ctx0" brushRef="#br0" timeOffset="31728.89">27934 8256 28 0,'0'0'59'0,"0"0"-10"0,0 0-1 16,0 0-1-16,0 0-1 0,0 0-8 0,0 0-3 15,0 0 6-15,0 0 10 0,0 0 0 0,0 0-7 16,0 0 11-16,29 0-1 0,-17 0-12 0,1 0-7 16,3-1 19-16,6 0-10 0,-3 1 5 0,3-1-4 15,0-1-7-15,-1 0 3 0,11 0-6 0,-1 1 8 16,-2-3-1-16,5 4-6 0,0 0-3 0,-5-1-7 15,2 1 3-15,-6-2-4 0,4 2-4 0,-10 2 3 16,-2-4-1-16,0 2-5 0,-3 2-3 0,-1-1-10 16,0-1 5-16,-3 2-4 0,1-2-3 15,-2 2-3-15,-9-2-1 0,13 1 2 0,-13-1 7 0,10 0-6 16,-10 0 7-16,12 0-9 0,-12 0 2 16,10 0 0-16,-10 0-3 0,5 1 8 0,-5-1 0 0,0 0-6 15,12 1 4-15,-12-1-8 0,6 1 4 0,-6-1-2 16,9 1 6-16,-9-1-8 0,10 0 7 0,-10 0 0 15,14 2-1-15,-14-2-7 0,12 0 1 0,-12 0 5 16,14 0-1-16,-9 1-10 0,-5-1-5 0,12-1-16 16,-12 1-13-16,10-3-16 0,-10 3-11 0,0 0-9 15,6-1-33-15,-6 1-58 0,0 0-185 0,0 0 82 16</inkml:trace>
  <inkml:trace contextRef="#ctx0" brushRef="#br0" timeOffset="32406.1">28723 6912 89 0,'-1'-9'174'0,"1"9"-9"0,-1-7-10 0,1 7-12 16,0 0-15-16,0 0-14 0,-5-8-15 0,5 8-11 15,0 0-10-15,0 0-5 0,0 0-5 0,0 0-12 16,0 0-3-16,0 0-7 0,9 28 5 0,-7-19 10 15,1 3-7-15,-1-2-9 0,1 7-4 0,-2 1 1 16,0-3-6-16,2-1-1 0,-3 2-7 0,1-1-2 16,1-2 2-16,0 2-5 0,1-2-1 0,-1-3-2 15,-1 3 0-15,-1-7-3 0,2 4-4 0,0-1 1 16,-1 0 1-16,2 0-6 0,-3-2-5 0,3 0-14 16,-3-7-15-16,0 14-22 0,1-10-28 0,-1-4-29 15,4 6-19-15,-2 0-16 0,-2-6-17 0,0 0-87 16,0 0-263-16,0 0 118 0</inkml:trace>
  <inkml:trace contextRef="#ctx0" brushRef="#br0" timeOffset="32802.11">28864 6791 77 0,'0'0'118'0,"10"-5"-7"0,-2 2-12 0,-3 1-9 16,-5 2-8-16,10 0-14 0,-10 0-2 16,13 4-7-16,-9-2-2 0,1 3 0 0,-1-1-2 15,0 2-5-15,-1 3-3 0,-1-3-11 0,-1 4-2 0,1 1 6 16,0-2-4-16,-4 3-8 0,-3-3 0 16,3 2 1-16,-3 1 3 0,-2-1 0 0,2 1-4 0,-1-4-2 15,-6 5 1-15,5-4-9 0,-2 0 10 0,-6-1-8 16,8 0-6-16,1-4 2 0,-2 1-3 0,-1 0 3 15,1 0-1-15,3-2-2 0,-1 1-2 0,1 0-2 16,0 0-4-16,5-4 1 0,-7 6-3 16,7-6 5-16,-4 5-8 0,4-5 0 0,-5 7-3 0,5-7 9 15,0 0 0-15,5 11-5 0,-1-8 1 0,3 0 6 16,4 1-3-16,1 0-2 0,5 1 7 0,1-1-2 16,1 0 3-16,0 1-6 0,1-4-5 0,2 2-7 15,-2-2-13-15,1 3-18 0,-2-3-18 0,0 2-14 16,-5-2-13-16,-1-1-14 0,1 1-7 0,-3-1-9 15,-2 3-68-15,0-2-194 0,-9-1 86 0</inkml:trace>
  <inkml:trace contextRef="#ctx0" brushRef="#br0" timeOffset="33096.44">29126 6965 23 0,'0'0'133'0,"1"-5"3"0,-1 5 1 0,0 0-4 16,0 0-10-16,0-10-10 0,0 10-16 0,0 0-8 0,0 0-11 15,0 0 6-15,0 0-3 0,0 0 4 16,0 0 2-16,0 28-8 0,-2-16 0 0,0 1-2 16,0 2-4-16,-3 2-6 0,1 2-5 0,1-2 2 15,-2 1-4-15,1 1-2 0,0-2-5 0,1-1-4 0,-1 0 6 16,1-3-3-16,2-2-8 0,0 0-2 16,1-1-5-16,0-2-2 0,0 3 1 0,1-5-2 15,0 1-3-15,3-2-3 0,-1 2 3 0,-3-7-5 0,6 9-1 16,-2-6-3-16,2 0-2 0,1 1 0 0,4-2-3 15,1-2 0-15,2 0-4 0,2-2-11 0,3-2-21 16,-2 1-19-16,2-1-28 0,0-3-26 0,-2 2-32 16,2-1-21-16,-1-2-21 0,-1 2-30 15,-2-3-115-15,2 1-336 0,-2-1 149 0</inkml:trace>
  <inkml:trace contextRef="#ctx0" brushRef="#br0" timeOffset="33268.92">29528 7035 29 0,'0'0'150'0,"7"-4"-18"0,-7 4-9 15,6-6-14-15,-6 6-11 0,12-4-7 0,-6 1-14 16,3 3-6-16,-9 0-14 0,18-2-36 0,-6 2-17 16,-12 0-32-16,25 2-29 0,-17-2-28 15,2 0-47-15,-10 0-143 0,14 6 63 0</inkml:trace>
  <inkml:trace contextRef="#ctx0" brushRef="#br0" timeOffset="33417.4">29575 7119 94 0,'0'0'127'16,"0"0"-7"-16,0 0-7 0,-7 4-4 0,7-4-14 16,0 0-11-16,0 0-3 0,0 0-14 0,18 2-2 15,-8 0-6-15,-10-2-24 0,33-2-30 0,-10 2-38 16,-1-2-31-16,-1 0-96 0,0-1-173 15,1-1 77-15</inkml:trace>
  <inkml:trace contextRef="#ctx0" brushRef="#br0" timeOffset="33690.49">30045 6876 168 0,'0'0'245'15,"0"0"-15"-15,0-8-19 0,0 8-21 0,0 0-23 16,0 0-16-16,0 0-18 0,0 0-17 0,0 0-7 16,0 0-4-16,0 0-13 0,5 32-6 0,-4-14-5 15,-2-2-6-15,1 3-8 0,-1 0-5 0,-1 0-6 16,1 0-5-16,1-2-2 0,0 1-8 0,1 0-4 16,-1-2 3-16,3 1-9 0,-1-2-2 0,-2 1 1 15,3-1-5-15,-3-3-8 0,0 1-11 16,1-1-14-16,1-2-23 0,-2 0-22 0,1-1-41 0,-1 1-25 15,1-3-31-15,0 0-17 0,-1-7-29 0,2 9-118 16,-2-9-340-16,0 0 150 0</inkml:trace>
  <inkml:trace contextRef="#ctx0" brushRef="#br0" timeOffset="33951.89">30323 6938 68 0,'0'0'223'0,"4"-9"-7"0,-4 9-17 0,0 0-21 16,0 0-19-16,0 0-15 0,0 0-19 0,0 0-7 15,0 0 8-15,0 0 4 0,9 21 7 0,-8-10-15 16,1 5-9-16,0-1-10 0,-2 2-12 0,0-1-6 16,0-1-11-16,0-1-2 0,0-3-6 0,2 6-10 15,0-3-5-15,-2-2-7 0,3 1 1 0,-1-3-7 16,1 1-5-16,-2-2-7 0,0 0-18 0,1-2-19 15,-2 0-31-15,0-7-32 0,1 13-38 0,-1-7-32 16,0-6-40-16,0 0-34 0,-3 13-127 0,3-13-372 16,-6 3 164-16</inkml:trace>
  <inkml:trace contextRef="#ctx0" brushRef="#br0" timeOffset="34244.28">30479 6999 70 0,'4'-7'221'16,"-4"7"-6"-16,1-6-6 0,-1 6-10 0,0 0-15 16,0 0-18-16,0 0-16 0,2-8-17 0,-2 8-16 15,0 0-9-15,0 0-12 0,0 0-6 0,0 0-6 16,-21 21-9-16,14-11-7 0,-1-3-6 0,-1 2-5 16,3 1-1-16,0-1-9 0,1 1-8 0,-2 0 1 15,0-1-1-15,2 0-5 0,1-3-1 0,2-1-4 16,-2 1-5-16,4-6-1 0,-4 12 3 0,3-6-6 15,1-6-6-15,-4 11 3 0,3-7 0 0,1-4-3 16,2 11 0-16,-2-11 3 0,7 8-4 0,-1-5-15 16,3 0-18-16,5-1-21 0,-2-1-32 0,7 2-35 15,0-2-20-15,0-2-20 0,1-1-22 0,-3 0-11 16,2 2 0-16,-2 0-114 0,-4-2-319 0,-3 1 140 16</inkml:trace>
  <inkml:trace contextRef="#ctx0" brushRef="#br0" timeOffset="34667.75">30728 7174 5 0,'0'0'110'0,"0"0"0"15,0 0 8-15,0 0-1 0,11 3-1 0,-11-3-2 16,0 0 7-16,9-3-8 0,-9 3-4 0,0 0-3 16,10-3-7-16,-10 3 0 0,9-4-6 0,-9 4-5 15,9-6 8-15,-5 4-4 0,-4 2 1 0,7-8-8 16,-4 4-8-16,1-1-4 0,0-2-1 0,-3 1-7 15,4-4-6-15,-4 3 5 0,2 0 4 0,-2-5-9 16,2 2-4-16,-1-2-6 0,-1 4-2 0,1-5-4 16,-1 1-3-16,-1 1-9 0,0 0 0 0,2 1-3 15,0 0-1-15,-1-1-6 0,-1 1-2 0,3 4-2 16,-2-2-3-16,-1 8-3 0,3-11-2 0,0 6 0 16,0 1-3-16,3 1 2 0,1-3-6 0,-7 6-2 15,14-3 2-15,-7 1 0 0,2 2 1 0,-9 0-4 16,17 2-1-16,-9 0 3 0,-1-1 1 0,1 6 2 15,-2 0-9-15,1 2 5 0,0 0-3 0,-3 1 3 16,-1 2 3-16,-3 1-4 0,-2-3 2 0,0-1-1 16,2 4-14-16,-1-3-2 0,-1 3 4 0,0-3 1 15,-1 0 2-15,2 2-1 0,0-5 1 0,-2 5 0 16,2-6 2-16,2 4 3 0,-1-10 1 0,3 13 0 16,-1-6-4-16,6 1-16 0,0-4-12 0,2 3-23 15,1-3-15-15,6-1-23 0,2 0-22 0,0-2-25 16,2-2-16-16,0 0-26 0,-3-1-130 0,0-1-342 15,0-1 151-15</inkml:trace>
  <inkml:trace contextRef="#ctx0" brushRef="#br0" timeOffset="36650.24">27001 6238 84 0,'0'0'102'0,"-3"-7"1"0,3 7-2 16,0 0 8-16,0 0-12 0,-2-7-5 15,2 7-13-15,0 0-4 0,0 0-5 0,0 0-5 0,0 0-9 16,0 0-11-16,0 0-6 0,0 0-2 0,0 0-2 16,0 0-14-16,0 0 5 0,0 0-7 0,0 0-2 15,0 0-4-15,0 0 6 0,0 0 4 0,0 0-10 16,0 0 1-16,0 0-1 0,5 26 3 0,-4-16 6 15,2 2 4-15,-1 2-5 0,2 5 7 0,-2 0-6 16,3 4 1-16,-1 3 4 0,1 0-2 0,-2 0 1 16,-1 0-2-16,-2 1 1 0,2 1 11 0,0 0 0 15,-2-2-1-15,2 1-5 0,-2 0-11 0,0-2 7 16,-2-4-1-16,0 2-1 0,-2 4-4 0,4-8-5 16,2 6 8-16,-2-5-1 0,2-1-9 0,-2-1 4 15,0 2 2-15,0-3-1 0,0 0-4 0,0-1 1 16,0-2 0-16,0-3-4 0,0 2 1 0,4-1 0 15,-4-2-4-15,0 2 3 0,2-4-3 0,-1 1 4 16,-1-9-7-16,2 13 3 0,-4-7-3 0,2-6 6 16,2 12-3-16,-2-12-3 0,0 9 1 0,0-9 1 15,0 8-1-15,0-8-2 0,0 0 5 0,0 7-6 16,0-7 0-16,0 0-3 0,0 0-6 0,0 0-23 16,0 0-19-16,0 0-28 0,0 10-30 0,0-10-18 15,0 0-28-15,0 0-130 0,0 6-304 0,0-6 134 16</inkml:trace>
  <inkml:trace contextRef="#ctx0" brushRef="#br0" timeOffset="37055.78">26975 7246 61 0,'0'0'155'0,"0"0"-9"0,0 0-7 0,0 0-15 0,0 0-2 16,0 0-20-16,0 0-7 0,0 0-12 0,0 0-6 15,0 0-9-15,0 0-10 0,0 0-3 0,0 9-8 16,0-9-1-16,0 0-4 0,3 13-6 0,-3-13 0 16,0 11-7-16,2-4-5 0,2-2-1 15,-4 3 2-15,5-4 1 0,-1 4-10 0,1-1 16 16,0 2-14-16,1-3-1 0,0 2 1 0,-1-3 4 0,-1 3-8 15,2-4 2-15,-2 3-1 0,0-2-5 0,1-1 10 16,1 0 0-16,-2 1-5 0,0 2-3 16,2-4 4-16,-3 4-2 0,1-3 0 0,-4-4-3 0,2 7 1 15,-2-7 2-15,4 8-3 0,-4-8 1 0,4 5-1 16,-4-5-2-16,0 0 4 0,0 11-1 0,0-11-3 16,0 0 7-16,-10 9-10 0,3-7-6 0,1 0-15 15,-6 0-26-15,1 2-5 0,-3-1-26 0,1 0-9 16,-1-3-8-16,3 1-26 0,-2-2-3 0,-1-2-15 15,3 1-90-15,0-1-241 0,1-2 107 0</inkml:trace>
  <inkml:trace contextRef="#ctx0" brushRef="#br0" timeOffset="37203.87">26933 7247 33 0,'7'-2'104'15,"1"-6"-3"-15,-1 3-2 0,3 1-4 0,3-1-11 16,-2 1-1-16,2 0-9 0,-2-1-10 0,0 4-5 15,3-2-21-15,-3 3-11 0,3-1-32 0,-3 2-6 16,3-1-24-16,-3 0-23 0,2 0-11 0,-1 2-46 16,-3-1-122-16,2-1 54 0</inkml:trace>
  <inkml:trace contextRef="#ctx0" brushRef="#br0" timeOffset="37592.39">27247 7205 72 0,'0'0'172'0,"0"0"-7"0,0 0-16 0,0 0-18 16,0 0-18-16,0 0-13 0,0 0-13 0,0 0-2 15,0 0-12-15,13 14 6 0,-12-8-11 16,5 5 3-16,1 0 5 0,-4 0-11 0,3 5-6 16,-1-4-3-16,3 1-2 0,-3 2-7 0,2-2-3 0,0-3 8 15,-1 2 2-15,-2-1-6 0,3-1-5 0,-1-2-5 16,0 3-4-16,-2-4 5 0,3 2-9 15,-1 0 2-15,-1-4 0 0,-2-1-4 0,1 0 0 16,-4-4 0-16,7 8-3 0,-3-5 0 0,-4-3 3 0,5 4 9 16,-5-4 10-16,0 0 3 0,7 3 2 0,-7-3-1 15,0 0-6-15,13-6 0 0,-5 0-5 0,-1-2-6 16,1 0-1-16,2-3 0 0,-1 2-4 0,1-3 4 16,-1-2-6-16,1 0 1 0,0 2 12 0,-1-4-2 15,4 2-3-15,-3-1-5 0,0 1-2 0,-3 4-2 16,-2 1-5-16,0-1-2 0,-1 4-3 0,1 0-2 15,-1-1-5-15,-2 3-9 0,-2 4-16 0,4-9-25 16,-4 9-22-16,7-1-20 0,-7 1-19 0,0 0-61 16,12 8-21-16,-8-3-16 0,0 1-190 0,-4 2-422 15,-4 2 187-15</inkml:trace>
  <inkml:trace contextRef="#ctx0" brushRef="#br0" timeOffset="38202.35">27128 7660 11 0,'3'-10'191'15,"-3"10"-5"-15,-1-10 3 0,1 10-3 0,-2-8-3 16,2 8-3-16,-4-8-11 0,4 8-10 0,0 0-23 16,-2-9-12-16,2 9-14 0,-2-5-9 0,2 5-17 15,0 0-13-15,0 0-6 0,0 0-7 0,0 0-6 16,0 0-7-16,0 0-5 0,0 0 4 0,-2 32 1 16,3-15-5-16,-1-1-1 0,-1 4-1 0,1 4-8 15,-2-3 1-15,0 3-3 0,4 2-3 0,0-3-2 16,-1-3 2-16,-2 4 6 0,1 2-2 0,-4 0-5 15,2-7 1-15,0 2-3 0,0-3 2 0,2 1-7 16,0 1 8-16,0-4-11 0,0 1 3 0,0 0-4 16,0-2 0-16,0-3-2 0,2-2 0 0,-2 1-3 15,2-1-2-15,-2-4 10 0,0-6-8 0,0 13-4 16,0-8 15-16,0-5-15 0,0 10-3 0,0-10 2 16,0 10 5-16,0-10-3 0,0 9 5 0,0-9-3 15,0 0 0-15,-2 7-5 0,2-7-4 0,0 0-8 0,-2 9-7 16,2-9-11-16,0 0-9 0,-3 5-20 15,3-5-12-15,0 0-13 0,-4 5-35 0,4-5-11 16,-6 4-23-16,6-4-21 0,-10 6-16 0,6-4-151 16,4-2-368-16,-9 5 163 0</inkml:trace>
  <inkml:trace contextRef="#ctx0" brushRef="#br0" timeOffset="38673.17">26917 8052 100 0,'0'0'149'0,"0"0"-11"16,0 0-10-16,0 0-10 0,0 0-8 0,0 0-8 15,0 0-13-15,0 0-13 0,0 0-2 0,0 0-10 16,0 0-3-16,0 0-3 0,0 0-1 0,0 0 4 16,0 0 21-16,9 22-5 0,-5-15-5 0,1 1-5 15,0 2-2-15,-1-2-6 0,1 2-4 0,1 1-5 16,0-1-4-16,-2-2 1 0,0 1-3 0,2-1-3 16,-1 2-8-16,-1-2-2 0,0 1-3 0,-1-2-6 15,2-1-1-15,1 1 3 0,-5-2-3 0,3 0-5 16,0 0 3-16,1-1-4 0,-1 0-2 0,-4-4 2 15,7 8-4-15,-4-5 2 0,-3-3-1 0,8 3-4 16,-8-3 3-16,7 3 1 0,-7-3-2 0,9 3-1 0,-9-3-2 16,13-2 2-16,-13 2 1 0,12-4-1 15,-6 3 1-15,4-6-1 0,0 3 0 0,-1-2 1 16,1 2-3-16,-1-3 1 0,1-1-1 0,2 1 0 16,1-3-3-16,1 0-2 0,-1 1-5 0,2-2-12 0,-5 5-13 15,1-3-19-15,-1 2-8 0,-1 1-22 16,-1-1-27-16,1-1-32 0,-2 2-22 0,-2-2-163 15,-3 3-346-15,0-1 154 0</inkml:trace>
  <inkml:trace contextRef="#ctx0" brushRef="#br0" timeOffset="39593.07">27041 6257 42 0,'2'-10'68'0,"-2"10"-1"16,0 0 7-16,4-6-8 0,-4 6 0 0,0 0-4 15,0 0 0-15,0 0 5 0,2-7-8 0,-2 7 6 16,0 0-9-16,0 0-1 0,0 0-11 0,0 0 4 0,0 0-10 16,0 0-7-16,0 0-13 0,0 0 13 0,0 0-9 15,0 0 1-15,0 0 7 0,-15 16 1 0,11-9 4 16,-2 1 5-16,0 1-3 0,-1 1 1 0,-1 2-4 16,3-3 2-16,-4 0 0 0,0 1-12 0,2 0 9 15,1-1-3-15,-2-1-2 0,2 1-4 0,-1-2 3 16,1 1-6-16,1 0 4 0,-2-4-10 0,3 2 7 15,1 0-8-15,3-6-13 0,-6 7-5 0,2-3-13 16,4-4-19-16,-5 5-17 0,5-5-16 0,0 0-11 16,-4 4-20-16,4-4-14 0,0 0-82 0,0 0-211 15,0 0 93-15</inkml:trace>
  <inkml:trace contextRef="#ctx0" brushRef="#br0" timeOffset="40222.44">27067 6291 99 0,'0'0'132'16,"0"0"-6"-16,0 0-10 0,0 0 0 0,0 0-4 15,0 0-8-15,0 0-1 0,0-8-5 0,0 8 6 16,0 0-11-16,0 0-4 0,0 0-1 0,0 0-6 16,0 0-1-16,0 0-5 0,0 0-2 15,0 0-1-15,0 0-6 0,0 0-1 0,0 0-3 0,0 0-1 16,0 0-3-16,0 0-3 0,0 0 0 0,0 0-2 16,0 0 6-16,0 0-14 0,0 0-5 0,0 0 1 15,0 0-8-15,0 0 2 0,0 0-7 0,-6-10-4 16,6 10 3-16,0 0-5 0,0 0-3 0,0 0 0 15,0 0-1-15,0 0-3 0,0 0-1 0,0 0-1 16,0 0-1-16,0-6-1 0,0 6 0 0,0 0-1 16,0 0 3-16,0 0-1 0,0 0-2 0,0 0-2 15,0 0 3-15,0 0-1 0,0 0-1 0,0 0-2 16,0 0 4-16,0 0-3 0,0 0-2 0,0 0 0 16,0 0 1-16,0 0 1 0,0 0-3 0,0 0-1 15,0 0-2-15,0 0 2 0,0 0-6 0,0 0 0 16,0 0 1-16,0 0-5 0,0 0 2 0,0 0-1 15,0 0 1-15,0 0 4 0,22 11-2 0,-12-5-1 16,0 1 4-16,-1 2-4 0,3-1 5 0,-1 2-3 16,3 0-3-16,-5 0 4 0,-1-2-1 0,1 2 1 15,1 0-1-15,2 1 6 0,-3-2-5 0,1 0 0 16,-3-2-2-16,1 1 2 0,2 0 0 0,-6-3 0 16,1 0 1-16,1 1 0 0,-1-2-1 0,-1 0-1 0,0 0-1 15,-4-4 4-15,8 6 1 0,-4-4-4 0,-4-2 1 16,6 3 1-16,-6-3 1 0,0 0 3 15,5 7 0-15,-5-7 2 0,0 0-2 0,0 0 6 16,0 0-13-16,0 0-20 0,0 0-15 0,0 0-30 16,0 0-29-16,0 0-30 0,0 0-34 0,0 0-44 0,0 0-175 15,0 0-409-15,0 0 181 0</inkml:trace>
  <inkml:trace contextRef="#ctx0" brushRef="#br0" timeOffset="40850.46">25232 6232 89 0,'0'0'111'0,"0"0"-6"0,0 0-6 15,0 0-3-15,0 0-12 0,0 0-4 0,0 0-5 16,39-4-9-16,-28 3-1 0,2-1-12 0,1-1 3 15,-3 3-9-15,3-1-6 0,-1-2-3 0,0 3-12 16,-1-1-4-16,1-1-14 0,-1 2-17 0,-6-1-8 16,-6 1-18-16,15-1-16 0,-7 1-13 15,-8 0-17-15,9 0-70 0,-9 0-163 0,0 0 71 0</inkml:trace>
  <inkml:trace contextRef="#ctx0" brushRef="#br0" timeOffset="41066.25">25328 6142 129 0,'0'0'128'0,"0"0"-16"0,0 0 0 0,0 0-22 16,-4-4-10-16,4 4-15 0,0 0 14 0,0 0-7 16,0 0 1-16,3 30 0 0,-1-21-4 0,3 2 0 15,-5 2-10-15,4 0-10 0,-4 1 6 0,1-2-9 16,2 3-3-16,-3 2-8 0,-1-1-10 0,1-3-16 15,0 4-20-15,-3-3-31 0,1 3-29 0,0-2-32 16,-3 3-105-16,0-3-225 0,1 1 100 0</inkml:trace>
  <inkml:trace contextRef="#ctx0" brushRef="#br0" timeOffset="41422.94">25297 7415 70 0,'0'0'161'0,"0"0"-2"0,0 0-8 0,0 0-11 16,0 0-12-16,0 0-12 0,0 0-17 0,0 0-3 16,0 0-13-16,0 0-5 0,0 0-12 0,0 0-4 15,0 0-10-15,0 0-17 0,16 10-14 0,-9-8-30 16,2-1-47-16,5-1-29 0,7 0-47 0,-5-1-75 15,5-1-222-15,-3 1 98 0</inkml:trace>
  <inkml:trace contextRef="#ctx0" brushRef="#br0" timeOffset="42526.85">25913 4791 16 0,'0'0'113'0,"0"0"-3"15,0 0 1-15,0 0-19 0,0 0-1 16,0 0-5-16,0 0-2 0,-3-5-10 0,3 5-8 16,0 0-8-16,0 0-5 0,0 0-1 0,0 0-4 0,0 0-6 15,0 0 1-15,0 0-9 0,0 0 5 0,0 0-10 16,15 16 2-16,-11-10 1 0,0 0 0 0,1 0-1 15,1 1 4-15,-1 0 5 0,0 1 1 0,3 1-1 16,-3 0-9-16,3 0 7 0,0-1 0 0,-1-2-6 16,1 4-2-16,-4-4-2 0,4 3-1 15,-1-2-9-15,-1-1 4 0,-1 3-5 0,1-4 5 0,1 1-4 16,0-1 0-16,-2 3-4 0,1-5-2 0,-2 3-3 16,0-1-2-16,2 1 6 0,-6-6-3 0,6 5 4 15,-1-1-5-15,-5-4 3 0,6 5-1 16,-6-5 1-16,5 5-2 0,-5-5 11 0,0 0 20 15,0 0 11-15,0 0 9 0,0 0-1 0,0 0-7 0,0 0-8 16,11-10-4-16,-6 4 0 0,-3 0-5 0,2-4-2 16,-2 2-7-16,-1-3 0 0,3 2-6 0,0-3 1 15,1 2-6-15,0-2-5 0,-1 0-10 16,-1 0-9-16,1-3-13 0,0 2-1 0,-2 2-13 16,3-1-26-16,0 2-14 0,-5 1-19 0,2-1-27 0,0 3-33 15,-2 7-30-15,5-10-121 0,-5 10-331 0,0 0 146 16</inkml:trace>
  <inkml:trace contextRef="#ctx0" brushRef="#br0" timeOffset="42845.54">26479 4723 88 0,'0'0'142'0,"-6"-4"-6"0,6 4-9 0,0 0-24 0,0 0-2 15,0 0-14-15,0 0-10 0,0 0-6 0,0 0-7 16,0 0-7-16,0 0 0 0,19-9-10 0,-9 6-7 15,3 2-4-15,-2-1-11 0,3 0-14 0,-3 1-26 16,3-2-17-16,-1 3-25 0,-2 0-12 16,3 0-14-16,-6-2-17 0,1 4-53 0,1-2-164 0,-10 0 72 15</inkml:trace>
  <inkml:trace contextRef="#ctx0" brushRef="#br0" timeOffset="43370.53">26594 4693 41 0,'0'0'85'0,"-7"8"8"0,7-8 11 0,0 11-22 15,0-11 11-15,0 16-2 0,0-7-5 0,2 4 9 16,-2-3-11-16,2 2 2 0,-2 1-2 16,3 0-8-16,-3-3-2 0,0 2-15 0,2-1 0 0,-2 0 5 15,2 0 5-15,-2-1-8 0,0 0-7 0,1-1 2 16,1-2-13-16,-2-7-8 0,2 13 6 0,-2-13-11 15,0 11-1-15,0-6 7 0,0-5-13 0,0 10-9 16,0-10 10-16,0 10-5 0,0-10 0 0,0 8 0 16,0-8-5-16,0 0 2 0,-2 10-3 0,2-10 2 15,-3 5-4-15,3-5-4 0,0 0-1 0,-4 8-3 16,4-8 0-16,-5 5-1 0,5-5 1 16,-5 2-3-16,5-2 2 0,-8 3-6 0,8-3-2 15,-9 2 6-15,9-2-2 0,0 0-2 0,-16 0 4 16,16 0 6-16,0 0-12 0,-13-2 3 0,13 2 1 0,-10-1 1 15,10 1 0-15,-11 0 0 0,11 0-3 0,-9 0 5 16,9 0-2-16,0 0-4 0,-11 0 3 0,11 0 2 16,0 0-3-16,0 0 3 0,0 0-3 15,-11 1 5-15,11-1 0 0,0 0-2 0,0 0-6 16,0 0 3-16,-9 0 5 0,9 0-2 0,0 0-2 0,0 0-1 16,0 0 5-16,0 0-2 0,0 0 1 0,0 0-1 15,0 0 0-15,0 0-2 0,0 0 3 0,0 0-5 16,0 0 3-16,0 0 0 0,0 0-1 0,0 0 6 15,0 0 6-15,0 0-5 0,0 0 2 16,0 0 1-16,0 0 0 0,38-3 0 0,-20 2-5 0,0-1 0 16,2 0-6-16,3 0-11 0,5-1-12 0,-7 1-30 15,6-3-21-15,0 2-30 0,2-1-26 0,-2 1-20 16,-7 0-90-16,3 0-262 0,-3 0 115 16</inkml:trace>
  <inkml:trace contextRef="#ctx0" brushRef="#br0" timeOffset="43813.09">26988 4836 164 0,'0'0'150'0,"-6"-2"-9"16,6 2-16-16,0 0-4 0,-11 0-14 0,11 0-6 0,0 0-14 16,-16 5-7-16,9-5-10 0,7 0-6 0,-10 7-9 15,2-3-2-15,4-1-9 0,-3 4-3 16,3-4-6-16,4-3-1 0,-5 9-4 0,3-4 3 15,2-5-6-15,-2 8-6 0,2-8-1 0,0 12 0 16,0-12 1-16,5 9-5 0,-3-4-4 0,-2-5-6 16,8 7 1-16,-1-2 2 0,-2 0 0 0,2-1-1 0,-3 1 2 15,3-1-8-15,-3 1 4 0,2 0-5 16,-2-2-3-16,0 2 5 0,-4-5-3 0,7 9-5 0,-5-6 4 16,-2-3-4-16,2 7 5 0,-2-7-2 15,0 9 4-15,0-9-1 0,-7 8 3 0,1-3-7 16,-2 0-19-16,-3 0-12 0,-2-1-18 0,-1 1-11 0,-1-1-23 15,-3 2-14-15,3-1-24 0,-2-1-84 16,-3 1-223-16,7-2 99 0</inkml:trace>
  <inkml:trace contextRef="#ctx0" brushRef="#br0" timeOffset="44340.49">26344 5399 101 0,'0'-16'173'0,"2"6"-4"0,-2 3-3 0,3 0-1 15,-3 7-11-15,2-12-11 0,-1 6-21 0,-1 6-4 16,2-10-14-16,-2 10-13 0,2-8-13 0,-2 8-9 16,0 0-4-16,6-5-11 0,-6 5 1 0,0 0-5 15,0 0-2-15,5 19 0 0,-5-10-5 0,2 1-1 16,0 6-3-16,-2 1 6 0,0 0 9 0,4 1-5 0,-4 0-2 16,2 0-3-16,-2-3-6 0,-4 3-2 15,4-1-3-15,0 0-4 0,0-2-3 0,2-3-3 16,0 1-1-16,-2-3-3 0,0 1 0 0,4-1-3 15,-4-1-11-15,2-2-15 0,0 0-22 0,-2 1-28 0,0-8-26 16,2 9-30-16,-2-2-12 0,0-7-22 0,4 6-12 16,-4-6-14-16,0 0-105 0,0 0-303 15,0 0 134-15</inkml:trace>
  <inkml:trace contextRef="#ctx0" brushRef="#br0" timeOffset="44733.87">26423 5291 28 0,'0'0'118'0,"2"-8"-14"0,-2 8-4 16,0 0-12-16,4-5 5 0,-4 5-8 0,0 0 2 16,0 0-5-16,17 8-11 0,-11-6-6 15,1 1-8-15,-3 1-3 0,-4-4-7 0,10 9-5 16,-6-4-2-16,0-2-2 0,-1 3-1 0,-3-6-6 15,2 13 0-15,-2-8-2 0,0-5 0 0,-2 11-6 0,-1-5 1 16,-1 0-4-16,4-6-2 0,-6 11-4 16,0-7 0-16,0 0-2 0,-1 2-4 0,1 1 8 15,1-3-7-15,0 0 0 0,5-4 2 0,-9 4-4 16,9-4 3-16,-6 3-6 0,6-3 3 0,0 0-4 0,-7 3 6 16,7-3-6-16,0 0-3 0,0 0-6 15,-4 5 6-15,4-5-3 0,0 0 1 0,0 0-2 16,0 0 2-16,0 0-1 0,0 0 3 0,6 14-6 15,-6-14 10-15,7 8-8 0,-3-3 4 0,1-1 3 16,4 1-1-16,-2-2-6 0,1 4 3 0,1-1 7 0,3-2-9 16,-3 3-20-16,2-2-13 0,1-1-15 15,-2-1-9-15,1 1-25 0,3 0-18 0,-3 0-97 0,3-3-215 16,-5 2 95-16</inkml:trace>
  <inkml:trace contextRef="#ctx0" brushRef="#br0" timeOffset="45100.33">26771 5383 164 0,'0'0'170'0,"-7"-5"-11"16,7 5-12-16,-6-4-11 0,6 4-16 0,-12 0-8 15,12 0-14-15,-11 5-8 0,7 0-3 16,-3 0-14-16,-2 1-7 0,2 1-4 0,-2 1-6 15,3 0-8-15,-2 1-1 0,2 0-8 0,1-1-2 0,1 1-2 16,2 1-10-16,0-3 1 0,2 2-1 0,0-2-2 16,2 0-2-16,0 2-7 0,2 0 3 15,1-1-1-15,1 0-4 0,2-1 3 0,-2 1-7 16,3-1 6-16,1 0-3 0,-2-2-2 0,-1 3-4 16,-1-1 1-16,1 0-3 0,0-2 2 0,-5-1 2 0,-2-4-3 15,5 8 0-15,-5-8 4 0,2 7-2 0,-2-7 5 16,0 0 5-16,-4 11 1 0,-3-8 0 0,0 3-3 15,-4-2-2-15,0 1 2 0,-3-1-2 0,1-2-2 16,-3 2-1-16,3-2-6 0,1 0-19 0,1-1-16 16,0 1-26-16,-1 0-25 0,3-2-37 0,9 0-36 15,-13 1-128-15,13-1-306 0,-14-5 135 0</inkml:trace>
  <inkml:trace contextRef="#ctx0" brushRef="#br0" timeOffset="45440.51">27005 5445 147 0,'0'0'181'0,"0"0"-8"0,0 0-5 0,0 0-13 16,0 0-5-16,0 0-21 0,0 0-5 0,0 0-14 16,0 0-12-16,0 0-11 0,0 0-10 0,0 0-6 15,2-11-3-15,-2 11-13 0,13 0-12 0,-6-2-21 16,-7 2-23-16,14 0-30 0,-6 0-32 0,0-1-35 15,-8 1-22-15,15 0-20 0,-7 3-95 0,-8-3-253 16,8 0 112-16</inkml:trace>
  <inkml:trace contextRef="#ctx0" brushRef="#br0" timeOffset="45603.62">26969 5528 149 0,'0'0'141'0,"0"0"-7"0,0 0-16 0,0 0-13 0,0 0-11 16,0 0-10-16,0 0 3 0,0 0-19 0,0 0-22 16,20 5-28-16,-7-3-27 0,-2-3-27 15,3 2-38-15,-1-1-81 0,-1 2-167 0,-1-2 75 16</inkml:trace>
  <inkml:trace contextRef="#ctx0" brushRef="#br0" timeOffset="45884.43">27300 5319 107 0,'0'0'246'0,"-2"-10"-6"0,2 10-13 0,-2-7-14 16,2 7-24-16,0 0-18 0,0 0-22 0,0 0-21 15,0 0-11-15,0 0-12 0,0 0-5 0,0 0 4 16,0 0-5-16,-6 35-11 0,3-17-7 0,-3 1-7 0,2 7-5 15,1-8-7-15,-2 1-7 0,1 0-6 0,0 0-5 16,1-2-3-16,1 0-4 0,2 2-1 16,-4-5-4-16,4 1-5 0,0 2 1 0,-2-4-3 15,2-4-1-15,0 2-15 0,0 0-31 0,0-1-22 0,0-1-24 16,0 0-32-16,0-9-35 0,2 10-31 0,-2-3-37 16,2-1-170-16,-2-6-405 0,0 0 179 0</inkml:trace>
  <inkml:trace contextRef="#ctx0" brushRef="#br0" timeOffset="46263.77">27427 5351 30 0,'7'-5'198'0,"3"-3"-1"0,-3 4-9 16,1 2-23-16,3 2-15 0,-11 0-9 0,15 0-10 15,-5 2-12-15,-2 2-1 0,3 3-2 0,-1-2-9 16,0 0-9-16,-5 3-16 0,2-1-7 0,-2 0-3 16,-1 2-7-16,0 0-6 0,-3 1-4 0,-1-1-6 15,0-2-3-15,0-7-1 0,-7 17-7 0,-3-9 2 16,-1 5-8-16,-2-3-2 0,-1 0-1 16,3-3-3-16,-2 0-4 0,-1 1-1 0,4-4-5 15,0 0 1-15,5 0-1 0,-3-3-3 0,3 3 0 16,5-4 3-16,-11 3-4 0,11-3-1 0,-7 0-1 0,7 0-1 15,0 0-3-15,0 0-3 0,0 0 0 0,-8 2-2 16,8-2-3-16,0 0 0 0,0 0-1 0,0 0 0 16,0 0-1-16,0 0 0 0,0 0 6 0,12 15-1 15,-12-15-2-15,12 7 0 0,-5-2-2 0,1-1-15 16,-3-1-24-16,5 3-18 0,0-1-32 0,2-3-57 16,2 2-38-16,-2-1-167 0,-1-2-383 0,3 0 169 15</inkml:trace>
  <inkml:trace contextRef="#ctx0" brushRef="#br0" timeOffset="46446.21">27719 5514 140 0,'0'0'252'16,"0"0"-9"-16,4-6-6 0,-4 6-14 0,0 0-14 15,0 0-20-15,0 0-22 0,0 0-17 0,0 0-15 16,4-6-25-16,-4 6-27 0,0 0-32 0,0 0-33 15,0 0-39-15,0 0-38 0,0 0-42 0,0 0-42 16,0 0-172-16,0 0-339 0,0 0 150 0</inkml:trace>
  <inkml:trace contextRef="#ctx0" brushRef="#br0" timeOffset="46794.14">27936 5329 224 0,'3'-10'239'0,"-3"10"-15"16,0 0-19-16,0-5-17 0,0 5-21 0,0 0-19 15,0 0-12-15,0 0-15 0,0 0-9 0,0 0-7 16,0 0-14-16,-14 20-7 0,10-11-11 0,-1 1-8 16,1-4-8-16,3 2 4 0,-1 1-14 0,2-1-3 15,0 1-5-15,2-1-3 0,-2-8-2 0,3 13 0 16,4-4-7-16,-3-1-4 0,-1 0 1 0,4-2-3 15,1 2-4-15,-5-4-3 0,4 2 0 0,-5-1-2 16,5 0 0-16,-5 1 1 0,5-3-2 0,-3 4-5 16,-2-4 0-16,-2-3 3 0,5 10-4 0,-1-6 0 15,-4-4 0-15,5 7 2 0,-5-7 0 0,0 6-2 16,0-6 5-16,-5 9-5 0,-1-4-1 0,-1-1-7 16,-3 0-3-16,2-2-15 0,-2 1-18 0,0 1-10 15,1-1-9-15,-5-2-20 0,5 1-24 0,-4-2-39 16,6 0-33-16,-3-3-30 0,-2 1-117 0,2-2-346 15,-1 0 153-15</inkml:trace>
  <inkml:trace contextRef="#ctx0" brushRef="#br0" timeOffset="46967.6">27999 5321 14 0,'5'-2'164'0,"-5"2"-11"0,11-4-9 0,-6 3-14 15,-5 1-9-15,11-3-14 0,-4 2-8 16,2 0-20-16,-9 1-30 0,18 0-31 0,-8 0-38 16,-2 1-33-16,3 0-37 0,1-1-63 0,-4 0-165 15,1 0 73-15</inkml:trace>
  <inkml:trace contextRef="#ctx0" brushRef="#br0">28659 5541 1302 0,'0'-1'253'0,"0"-1"-231"0,3 2 337 0,-2-1-605 0,0-3 289 0,1 3-51 0,-1 0 35 0,2-1 76 0,-3 2-37 0,0 0-6 0,6-6-47 16,-6 6 25-16,4-9-53 0,-1 4 38 0,-3 5-32 16,1-12 30-16,-1 4-37 0,0 8 53 0,-4 257-42 15</inkml:trace>
  <inkml:trace contextRef="#ctx0" brushRef="#br0" timeOffset="47948.84">28671 5266 2934 0,'3'-2'-32'0,"-2"2"41"16,1 0-23-16,0-1 3 0,-2 1 11 0,1-2-11 15,2 1 16-15,3 1 1 0,-1 0-4 16,-5 0 1-16,13 0-2 0,-6 1 4 0,2-1-3 16,-1 2-2-16,2 1 4 0,-3 0-5 0,0 1 2 0,1 0-3 15,-1 2-2-15,-2-2 4 0,1 2 0 0,0 1 0 16,-3 0 6-16,-1 0-10 0,1 2-2 0,-3 0 3 16,0 1 4-16,0-1-4 0,0 1 1 0,-3-2-1 15,-1 1 0-15,3-1-4 0,-2 2-6 0,2-3-1 16,-1-1-3-16,2-6-4 0,-5 11-8 0,2-6-17 15,3-5-23-15,-3 11-30 0,3-11-25 0,0 7-28 16,0-7-31-16,0 0-168 0,0 8-381 0,0-8 168 16</inkml:trace>
  <inkml:trace contextRef="#ctx0" brushRef="#br0" timeOffset="48887.25">28599 5505 11 0,'0'0'28'0,"0"0"3"16,0 0 4-16,0 0 2 0,0 0 19 0,0 0-8 15,0 0-3-15,0 0 4 0,0 0 4 0,0 0-3 16,0 0-4-16,0 0 10 0,0 0-4 0,-7 4 10 15,7-4 8-15,0 0 6 0,0 0-6 0,0 9 2 16,0-9-13-16,0 0-4 0,0 0-4 0,2 11-1 16,-2-11-9-16,0 0 2 0,4 11 3 0,-4-11-4 15,4 5-2-15,-4-5-4 0,5 5 4 0,-5-5-4 16,6 3 10-16,-6-3-7 0,9 1 0 0,0-1-2 16,-9 0-3-16,17-1 2 0,-6-2-5 0,0 0-3 15,-1-1 0-15,4 1-1 0,-4-2 0 0,-1 2 1 16,3-1-4-16,-5 0-1 0,-2 1 1 0,2 0 5 15,-1-2 1-15,-1 0-5 0,-1-4 0 0,1 3-2 16,-2 0-5-16,-1-1 3 0,-1-3 2 0,4 0 0 16,-3-1-6-16,-1 0 0 0,-1 1-4 0,-1-1-1 15,1 0 0-15,-2 0 0 0,-1 0-6 0,-1-1-1 16,0 0 0-16,-1 3 2 0,1-1 1 0,-1 0-2 16,-2 0 1-16,0 3-2 0,2-2 1 0,0 0 12 15,1 4-6-15,-2-4-2 0,2 4 0 0,-1 2 0 16,5 3-1-16,-7-10 3 0,5 6-9 0,2 4 4 15,0 0-2-15,-4-8-2 0,4 8-2 0,0 0 1 16,0 0-4-16,0 0 1 0,11-10 3 0,-3 9-3 16,4 0 4-16,-1 1-1 0,3 0-3 0,-5 0 0 15,5 0-1-15,-1 2-2 0,-2 1 1 0,0-1 1 16,1 2-1-16,0 1-1 0,-3-2 0 0,-1 1-3 16,-5 2 3-16,5 2 1 0,-3 1 4 0,-2 0-2 15,2-2 1-15,-4 3 4 0,2-1-2 0,-3 4 5 16,0-2 0-16,-3-3-5 0,3 0 4 0,-1 1-3 15,-2 4 0-15,1-3 2 0,-1 2 1 0,0-3-3 16,0 1 1-16,2 0-2 0,-1-3 0 0,1 1 2 16,1-1-4-16,3 3-4 0,-2-4-13 0,1 4-22 15,4-5-15-15,0 1-15 0,0 0-15 0,2 0-15 16,2-2-9-16,3-2-12 0,-2 2-5 0,1-3-6 16,2 1-3-16,-1-2-6 0,1 0-80 0,-1 0-237 15,1-2 105-15</inkml:trace>
  <inkml:trace contextRef="#ctx0" brushRef="#br0" timeOffset="51940.32">25525 4514 28 0,'-7'-4'51'0,"7"4"5"15,0 0 1-15,-5-4-5 0,5 4-6 0,0 0 0 16,0 0 5-16,0 0-5 0,0 0 2 0,0 0-3 16,0 0-3-16,-6-6 5 0,6 6 6 0,0 0-5 15,0 0 6-15,0 0-14 0,-5-4 5 0,5 4-6 16,0 0 4-16,0 0-3 0,-7-5 0 0,7 5 2 15,0 0-1-15,0 0-1 0,-4-6-4 0,4 6 4 16,0 0 2-16,0 0-2 0,-7-4 8 0,7 4-8 16,0 0 4-16,0 0-5 0,0 0 0 0,0 0-2 15,0 0-6-15,0 0-6 0,-4-6 1 0,4 6-1 16,0 0-5-16,0 0-6 0,0 0-4 0,0 0-2 16,0 0-1-16,0 0-1 0,0 0 0 0,0 0-6 15,0 0 8-15,0 0-2 0,0 0-1 0,0 0-5 16,1 23 5-16,-1-23-1 0,0 8-1 0,0-8 2 15,0 11 1-15,0-11 0 0,2 13 2 0,-2-9 0 16,3 6-2-16,-3-1 7 0,0 1-3 0,-3-1 1 16,4 1 2-16,-1-1-4 0,2-1 3 0,-4 2-3 15,4 1 7-15,-2 0-1 0,-2 0-1 0,2 2 2 16,2-2 0-16,-4 0-3 0,1 1 2 0,-1 0 0 16,1 1 1-16,1 0-4 0,0-3 6 0,-1 3-4 15,-1 0-2-15,0-3-1 0,2 2-1 0,0-1 1 16,0 2 3-16,-3-3-23 0,3 1 4 0,0 1 5 15,-1-1-1-15,1 0 1 0,-1 2 2 0,0-2 3 16,0 2-2-16,1-3-2 0,-2 2 8 0,2 0 4 16,-2-1 3-16,0 0-5 0,2-2-2 0,0-1 4 0,-4-1-3 15,6 3-4-15,-4-2 2 0,1-1-1 16,1-7 0-16,-2 15 0 0,-1-8 0 0,3-7-1 16,0 13 2-16,0-4-3 0,0-9 1 0,-2 11 2 15,0-5-5-15,2-6 0 0,-2 11 3 0,2-11-7 16,2 11 3-16,-2-5 3 0,0-6-3 0,0 10-2 15,0-10 3-15,-2 9 4 0,2-9-10 0,0 10 7 16,0-10-3-16,0 0 6 0,-2 10 0 0,2-10-3 16,0 8 0-16,0-8 2 0,0 0-2 0,0 0-2 15,0 11 1-15,0-11 2 0,-1 6-4 0,1-6 3 16,-2 7-1-16,2-7 3 0,-2 11-8 0,2-11 5 0,0 6 0 16,0-6-2-16,0 9-1 0,0-9-1 15,0 0-1-15,-4 12 2 0,3-7 2 0,1-5-3 16,-4 11 1-16,4-6 2 0,0-5-2 0,1 13 5 15,-2-8-3-15,-1 3 3 0,2-8-4 0,-4 13 0 16,6-4 0-16,-4 0 3 0,-1 1-5 0,6 0 2 16,-3-2 2-16,0 1 0 0,0-9-4 0,2 13 0 15,-2-7 1-15,0-6 6 0,0 12-4 0,0-12-2 16,2 13 3-16,-1-6-3 0,0 0 0 0,0 0 1 16,-1-7 1-16,2 14 1 0,-2-14 0 0,-2 10-2 15,4-4 1-15,-2-6 6 0,0 13-9 0,0-13 0 16,-2 10 5-16,4-3-3 0,-2-7-1 0,1 12 3 15,-1-12-2-15,0 10 0 0,1-4-1 0,-1-6 0 16,0 10-1-16,0-10 4 0,0 11 1 0,2-5-4 16,-2-6 3-16,2 11-4 0,-2-11 5 0,-2 11-5 15,2-11-2-15,2 11 4 0,-2-5-1 0,0-6-3 0,3 12 6 16,-2-8-3-16,-1-4 1 0,0 10 4 16,0-10-6-16,0 12 4 0,1-7-5 0,-1-5 6 15,4 11-3-15,-4-5 0 0,0-6 4 0,0 11-3 16,0-11-1-16,-2 9 2 0,2-9-2 0,0 13 0 15,0-13-1-15,-2 9 0 0,2-9-3 0,0 11 1 16,4-5-1-16,-4-6 6 0,0 13-1 0,0-13-4 16,0 12 2-16,0-6 1 0,0-6-1 0,0 13 2 15,0-7-2-15,0-6 2 0,2 13-3 0,-2-8 2 16,0-5-1-16,2 11 1 0,-2-11-1 0,0 10 4 16,0-10-2-16,0 11-5 0,0-11 4 0,0 11 5 0,0-11-3 15,3 10-3-15,-3-10-1 0,0 9 2 0,0-9 0 16,-3 10 2-16,6-5-4 0,-3-5 2 15,0 11-2-15,0-11-2 0,1 10 3 0,0-5-2 16,-1-5 0-16,-1 10 3 0,1-10 0 0,-1 9 1 16,1-9 1-16,-3 10 0 0,3-10-2 0,5 10-3 15,-4-6 3-15,-1-4 1 0,4 10-1 0,-4-10-1 0,0 10 2 16,0-10-1-16,0 6 0 0,0-6 0 0,0 9-2 16,0-9 3-16,4 7-4 0,-4-7 2 15,2 8 1-15,-2-8 1 0,0 0 0 0,2 8-1 16,-2-8-2-16,1 5 0 0,-1-5-1 0,0 0 7 0,0 0-7 15,0 9 4-15,0-9-4 0,0 0 5 0,4 8-4 16,-4-8 3-16,0 0-5 0,0 9 4 0,0-9-2 16,0 0 5-16,2 9-5 0,-2-9 3 15,2 4-3-15,-2-4 3 0,0 0 1 0,1 9 0 16,-1-9 3-16,0 0-1 0,-1 7-7 0,1-7 4 0,0 0-4 16,0 0 2-16,0 12 0 0,0-12 2 15,0 0-1-15,1 7-2 0,-1-7 4 0,0 0-4 16,0 0 0-16,0 0 0 0,1 9 2 0,-1-9 1 15,0 0-2-15,0 0 0 0,0 0-2 0,0 8 7 16,0-8-5-16,0 0 0 0,0 0 0 0,0 0 0 0,3 7 2 16,-3-7 0-16,0 0-3 0,0 0-2 0,0 0 8 15,0 0-6-15,0 0 0 0,7 9 6 0,-7-9-5 16,0 0 3-16,0 0-3 0,0 0-3 16,0 0 6-16,0 0 0 0,0 0-1 0,0 0 6 15,0 0-3-15,0 0 3 0,0 0-3 0,0 0-5 0,0 0 0 16,0 0 5-16,0 0-4 0,0 0 3 0,0 0-5 15,11-16 6-15,-11 16-7 0,5-8 4 16,1 1-2-16,2 3 2 0,-2-3-6 0,0 0 5 0,1 1-2 16,3-1 3-16,-2 0-2 0,-3 0 0 15,3 1-2-15,0-2-3 0,-1 3 4 0,1-1-1 0,-2 3 1 16,1-2-2-16,-1 4 3 0,-6 1 0 16,10-6 0-16,-10 6-2 0,7-4 2 0,-7 4-4 0,6-3-12 15,-6 3-15-15,0 0-12 0,6-3-18 0,-6 3-16 16,0 0-11-16,0 0-6 0,0 0-13 15,0 0-10-15,0 0-6 0,0 0-16 0,0 0-6 0,0 0-106 16,0 0-273-16,0 0 121 0</inkml:trace>
  <inkml:trace contextRef="#ctx0" brushRef="#br0" timeOffset="52137.14">25452 5977 101 0,'0'0'167'0,"-10"-5"-5"16,10 5-6-16,-11-5-13 0,11 5-8 16,-10-4-20-16,10 4-4 0,-6-8-17 0,3 3-7 15,-3 2-12-15,3-3-24 0,3 6-8 0,0 0-14 16,-16-10-24-16,11 6-16 0,5 4-21 0,-8-6-25 0,8 6-19 16,-8-9-23-16,6 4-102 0,2 5-216 0,-8-10 97 15</inkml:trace>
  <inkml:trace contextRef="#ctx0" brushRef="#br0" timeOffset="52796.38">25491 4625 56 0,'0'0'98'0,"0"0"-10"16,4-12-2-16,-1 7 11 0,-3 5 6 0,0 0-6 15,2-7 7-15,-2 7-8 0,0 0-9 0,0 0-11 0,0 0-2 16,2-8-5-16,-2 8-11 0,0 0-4 0,0 0-5 16,0 0-10-16,0 0-5 0,0 0-6 0,0 0 5 15,-22 18-1-15,12-8-3 0,-3 1-2 0,-3 3-4 16,3-1 2-16,-1 1-1 0,1 0-6 16,-3-1 2-16,5 1-3 0,-3 0-5 0,5-2 1 0,-1 1-11 15,3-3-18-15,-1-1-14 0,2 0-18 0,1-1-17 16,3-1-30-16,-2-1-27 0,2 0-94 0,-1 0-233 15,3-6 103-15</inkml:trace>
  <inkml:trace contextRef="#ctx0" brushRef="#br0" timeOffset="52983.68">25533 4614 14 0,'15'2'74'0,"-5"0"-3"0,-1 3-10 0,5 0-11 16,-3 0 0-16,0 1-7 0,5 2-18 0,-1 2-16 15,-1-1-24-15,-3 2-16 0,-2-1-28 0,0-1-63 16,-4 4 28-16</inkml:trace>
  <inkml:trace contextRef="#ctx0" brushRef="#br0" timeOffset="53471.91">24875 5153 33 0,'0'0'173'0,"0"0"-5"0,0 0-6 0,0-10-13 15,0 10-9-15,0 0-19 0,0 0-8 0,0 0-17 16,0 0-9-16,0 0-6 0,0 0-16 0,0 0-3 15,0 0-9-15,3-6-8 0,-3 6 1 0,0 0-7 16,0 0-4-16,0 0-3 0,0 0-5 0,0 0-3 0,10 18 1 16,-7-12 2-16,2-1-9 0,3-1 8 15,-3 1-9-15,2 3-1 0,1 0-4 0,2 0 6 16,-2-1-8-16,1 1 0 0,0-1-3 0,-2 0-3 16,1 0-3-16,0 0 1 0,-2 2 2 0,2-1-3 15,-4-3 6-15,-2 1-7 0,2 0 7 0,-1-1-1 16,1 1 0-16,-3 2-2 0,2-3 3 0,-3-5 0 15,0 10 4-15,0-10-8 0,-6 9 1 0,1-4-9 16,0 0-14-16,-4-2-8 0,1-1-19 0,0 4-17 16,8-6-9-16,-17 2-13 0,9-1-20 0,-2-2-16 15,2-1-124-15,-3-2-266 0,11 4 119 0</inkml:trace>
  <inkml:trace contextRef="#ctx0" brushRef="#br0" timeOffset="53631.6">24979 5092 87 0,'6'-3'107'0,"-2"0"-17"15,6 0-14-15,-4 1-6 0,4-2-20 16,1 1-21-16,0 1-17 0,-5 0-29 0,4 1-19 16,-1-1-42-16,-9 2-85 0,15 0 37 0</inkml:trace>
  <inkml:trace contextRef="#ctx0" brushRef="#br0" timeOffset="54001.11">25129 5060 4 0,'0'0'118'0,"0"0"-11"16,0 0-13-16,0 0-4 0,0 0-11 0,0 0-4 15,5 9-9-15,-5-9 8 0,6 12 7 0,-2-4 1 16,1 2-2-16,0-1-8 0,0 3 1 0,1-1-4 15,0 1-5-15,-1 0-7 0,1-1-15 0,-1 1 4 16,2-3 3-16,-3 1 1 0,1-2 3 0,-1 0-11 16,2-1 0-16,0 1-5 0,-4-3-3 0,0 0-3 15,-2-5 0-15,5 5 0 0,-5-5 5 0,4 9 3 16,-4-9 5-16,3 4 2 0,-3-4 6 0,0 0 1 16,0 0 6-16,7 4 8 0,-7-4 0 0,0 0-5 15,0 0-5-15,0 0-2 0,0 0-8 0,4-15-1 16,-3 8-9-16,-1 7-1 0,4-17-8 0,0 9 0 15,0-3-6-15,-1 0 1 0,3-1-4 0,-1-3-1 16,-3 2-6-16,5-2-12 0,-2-2-21 0,3 1-9 16,-2 1-20-16,2-1-14 0,-3 4-6 0,1 2-19 15,-2-2-20-15,1 5-12 0,0-3-28 0,-1 6-3 16,-1-1 1-16,-3 5-8 0,10-5-102 0,-10 5-281 16,0 0 124-16</inkml:trace>
  <inkml:trace contextRef="#ctx0" brushRef="#br0" timeOffset="57394.43">26048 4047 56 0,'0'0'98'0,"0"0"-2"15,0 0-24-15,0 0 4 0,0 0-8 0,-6 23-2 16,4-14-11-16,0-1-7 0,0 1 0 0,-2 0-1 16,2 0-9-16,-1 0-2 0,3-1-1 0,0-8-16 15,0 12 12-15,-4-7-10 0,4-5 10 0,0 9-12 16,0-9 0-16,0 8 1 0,0-8 20 0,0 0-4 15,0 0 1-15,0 0 16 0,0 9 6 0,0-9 6 16,0 0-2-16,0 0-3 0,0 0-8 0,0 0-1 16,0 0-9-16,0 0-9 0,4-22-1 0,-4 22-1 15,3-18-1-15,1 8-11 0,2-2 4 0,-2 0 0 16,2-6-6-16,-1 2-3 0,3 2-2 0,-6 2-4 16,8-3 6-16,-6 6 0 0,1 0 0 0,-1 4 0 15,-2-1-4-15,-2 6 0 0,5-9-10 0,-5 9 3 16,7-5 2-16,-7 5-16 0,0 0 11 0,11 1-3 15,-11-1 3-15,13 10 0 0,-6-1 0 0,2 0 3 16,-2 1-3-16,-1 2 1 0,4 4-2 0,-4-2 3 16,1 1-2-16,-5-4 4 0,5 2-1 0,-3-1 4 15,-1-1-4-15,0 1 0 0,1-2 0 0,0 0-3 16,-2 2-5-16,0-3-23 0,-1-2-20 0,-1 0-29 16,0-7-25-16,2 14-13 0,-2-14-26 0,-5 11-90 15,3-7-249-15,2-4 111 0</inkml:trace>
  <inkml:trace contextRef="#ctx0" brushRef="#br0" timeOffset="57545.42">26038 4127 12 0,'14'-10'94'0,"-7"8"-7"0,2 1-13 0,2 1-14 0,2 0-19 16,1 0-32-16,4 1-32 0,-4 3-36 0,3 0-65 15,-1 2 29-15</inkml:trace>
  <inkml:trace contextRef="#ctx0" brushRef="#br0" timeOffset="58401.49">26010 8796 72 0,'2'-10'123'0,"0"1"-13"0,1 0-12 15,-1-1-9-15,2-1-1 0,0 2-5 0,-3-1-16 0,3 1 7 16,-2-1-21-16,0 1-1 0,2 4-10 16,0-4-2-16,-2 3-3 0,-2 6-1 0,4-9-13 15,-1 3-1-15,-3 6 0 0,4-7-2 0,-4 7-10 16,2-7 4-16,-2 7 0 0,0 0-19 0,4-8-17 0,-4 8-15 16,0 0-13-16,0 0-7 0,0 0-7 15,0 0-12-15,0 0-71 0,0 0-159 0,0 0 72 16</inkml:trace>
  <inkml:trace contextRef="#ctx0" brushRef="#br0" timeOffset="58738.25">26167 8555 138 0,'0'0'182'0,"0"0"-1"0,-2-7-12 0,2 7-16 16,0 0-13-16,0 0-16 0,-5-7-11 0,5 7-15 15,0 0-8-15,0 0-13 0,0 0-4 0,0 0-12 16,0 0-2-16,0 0-8 0,0 0-8 0,0 0 0 16,0 0-5-16,-3 29-6 0,3-21 0 0,0 3-3 15,-1-1-3-15,0 0-5 0,1 1-1 0,0 1 0 16,-2-1-4-16,0 1 2 0,0 1-2 0,0-2-5 15,2 0 4-15,-3 2-3 0,1-1-4 0,0-2 4 16,0 0-3-16,2 1-6 0,0 0-10 0,0-11-11 16,0 16-12-16,0-8-23 0,0-1-22 0,0-7-17 15,2 11-18-15,0-7-8 0,-2-4-10 0,0 10-17 0,0-10-82 16,0 0-245-16,7 4 109 0</inkml:trace>
  <inkml:trace contextRef="#ctx0" brushRef="#br0" timeOffset="59140.33">26153 8554 90 0,'0'0'139'0,"-4"-8"-5"0,4 8-13 16,-2-9-10-16,2 9-14 0,6-10-12 0,-3 7-9 16,6-2-6-16,4 3-3 0,5 0-6 0,2-1-3 15,9 0-6-15,-2 1 3 0,-4 5-7 16,-3-1-8-16,0 0 0 0,-1 2-5 0,-2 0-2 0,-7 0-6 15,3 1 4-15,-4 0-12 0,0 2-2 0,-4-1 2 16,1 1-1-16,-6 4 1 0,2-3-5 0,-4 3 2 16,0-4-3-16,-3 3-2 0,-1 0 1 0,-4-3-5 15,1 2 2-15,-1 1-3 0,0-4 5 0,-1 3-7 16,3-2 0-16,-2-3-1 0,3 2 3 0,-1 0-5 16,5-3-8-16,-1 2 3 0,4-5-3 0,-7 10 4 15,7-10-11-15,0 10 9 0,0-10 1 0,9 11 4 16,-5-5 0-16,5 1-8 0,-4-1 5 0,6 1-4 15,-4 0-5-15,2-1 15 0,-3 0-7 0,4 1 1 16,-2-1 5-16,-3 2-5 0,1-2 7 0,-3-1-6 16,2-1-1-16,-1 2 7 0,-4-6-10 0,2 10 5 15,-2-10-2-15,-6 12 1 0,0-5 2 0,-2 0 7 16,-7 2-15-16,1-4-12 0,-2 5-13 0,-13-2-9 16,9-2-22-16,-8 0-11 0,6-3-28 0,-4 3-107 15,-4-4-226-15,10 0 101 0</inkml:trace>
  <inkml:trace contextRef="#ctx0" brushRef="#br0" timeOffset="59948.35">26396 8283 44 0,'0'0'88'0,"0"0"2"0,0 0-6 0,0 0-12 16,0-8-22-16,0 8 9 0,0 0-1 0,0 0-14 15,0 0-5-15,0 0-3 0,0 0-6 0,0 0 3 16,0 0-10-16,0 0 1 0,0 29-2 0,0-18 4 0,0 5-5 16,-2 3 8-16,2 0-12 0,-5 5 5 15,5-4 0-15,0 5-2 0,2-5-8 0,-2 6 11 16,3 0-11-16,-1-9-15 0,-2 9 12 0,2-6-10 15,0 4-5-15,0-6-25 0,1 8 0 0,-3-7-11 16,0 0-12-16,-1-1-23 0,0-1-51 0,1 0-137 0,-3-6 60 16</inkml:trace>
  <inkml:trace contextRef="#ctx0" brushRef="#br0" timeOffset="60131.82">26410 8817 11 0,'0'0'90'0,"0"0"-10"0,0 0-8 0,0 0-20 16,9-14-12-16,-9 14-32 0,11 0-15 0,-11 0-24 16,14 4-22-16,-8-1-57 0,0-1 26 0</inkml:trace>
  <inkml:trace contextRef="#ctx0" brushRef="#br0" timeOffset="62602.78">28858 6774 42 0,'0'0'58'0,"0"0"-4"0,0 0-10 0,0 0 2 15,0 0-12-15,0 0 1 0,0 0 0 0,0 0 5 16,0 0-3-16,-2-11-5 0,2 11-8 0,0 0-1 15,0 0 7-15,0 0-7 0,0 0 5 0,0 0-5 16,0 0-7-16,0 0 4 0,0 0-6 0,0 0-2 16,0 0 0-16,-7-6 3 0,7 6-3 0,0 0-8 15,0 0 1-15,0 0 6 0,-14 2-11 0,14-2 1 16,0 0 5-16,-13 4 9 0,13-4-12 0,-9 4 1 16,4-1 1-16,5-3-7 0,-11 4 4 0,2 0 4 15,4 3-1-15,-1-4-5 0,1 1 5 0,0 0 0 16,0 2-7-16,-1-2 4 0,0 4-1 0,1-2-3 15,1 2 8-15,-1-1-10 0,1 2 13 0,-1 0-10 16,1 2 5-16,0-2-5 0,1 1 7 0,0-4-12 16,1 4-8-16,-1 0-13 0,2-3-10 0,1-7-15 15,-2 15-10-15,1-4-39 0,0-6-110 0,1-5 50 16</inkml:trace>
  <inkml:trace contextRef="#ctx0" brushRef="#br0" timeOffset="90313.61">4430 4073 87 0,'3'-11'141'16,"-2"6"2"-16,-1 5-1 0,0-10-8 0,0 10-4 15,3-10-4-15,-3 10-8 0,0-10-3 0,0 10-5 16,-2-10-5-16,2 10-10 0,-1-11-6 0,1 11-1 16,-1-9 0-16,1 9-3 0,-3-8-9 0,3 8-8 15,-4-7-10-15,4 7-5 0,-5-4-4 0,5 4-6 16,-11-4-7-16,11 4-5 0,-12 0-6 0,12 0-3 16,-12 3-1-16,3 0 0 0,-2 2-1 0,-4 2-5 15,2 3 0-15,-4 4-1 0,2-2-3 0,-6 9-1 16,0-1-1-16,1-1-2 0,1 2-2 0,-4 1 3 15,6 0 0-15,-3 0-3 0,2 1 1 0,0-2-3 16,2 1-3-16,5-4 3 0,-2 5 1 0,0 0-2 16,6-7-3-16,0 2 2 0,0-1-2 0,4-2 4 15,-2-3 0-15,5 5-3 0,4-5 2 0,-2 0-1 16,3 2-4-16,1-2 3 0,0-3 2 0,8 2 2 16,1 0-1-16,2-4 0 0,1-2 1 0,4 2 4 15,4-4-2-15,6 1 1 0,-2-4-1 0,0-1-11 16,1-2-13-16,1-2-24 0,-1 0-26 0,1 1-35 15,-2-3-28-15,1-1-29 0,-3 4-15 0,-7-2-124 16,-2-1-323-16,-1 0 143 0</inkml:trace>
  <inkml:trace contextRef="#ctx0" brushRef="#br0" timeOffset="91590.66">4701 4227 22 0,'0'-12'189'15,"0"12"-9"-15,0 0-13 0,0 0-16 0,0 0-14 0,1-6-19 16,-1 6-13-16,0 0-17 0,0 0-4 0,0 0-8 16,0 0 0-16,0 34-8 0,0-18-3 0,-2-1-12 15,3 2 5-15,-1-1-8 0,0 0-6 16,0 0 4-16,1 1-10 0,2-4-6 0,-2-3 2 16,4 6-11-16,-2-5 1 0,1-2 0 0,0 1-5 15,2-1 3-15,-1 2-4 0,3-4 0 0,0-3 1 0,-1 3-2 16,3-4-1-16,-2 1 1 0,-1-4-4 0,4 0 5 15,-1 0-4-15,2-1 1 0,4-5-2 0,-4-1 2 16,4 1-4-16,-1-6 0 0,0 3-2 0,-1-5-1 16,-1 0 0-16,3-6 3 0,-2 5-2 0,-3-2-6 15,-2-1 3-15,-3-2-6 0,5-6 6 16,-4 9 1-16,3-8 1 0,-2 7 6 0,-3 0 3 0,0 3 12 16,-1 5 3-16,0 0 6 0,-3 3 0 15,0 2-2-15,-1 5-6 0,4-10-8 0,-4 10-2 0,0 0-5 16,0 0-3-16,0 0-2 0,0 0 1 15,0 0 4-15,5 20-7 0,-4-9 2 0,2 0-6 16,-2 6 3-16,0-1-1 0,1-4-2 0,0 4 2 16,1 2 0-16,-1-4-1 0,2 0 1 0,0 2-3 15,0 0 5-15,1-6-2 0,0 0-1 0,2-1 0 0,0 0 1 16,0-2-3-16,0 0 3 0,1-1 0 16,0 0-1-16,2-3 2 0,0 3-3 0,0-3 5 15,3 0-3-15,-1-2-1 0,-1-2 2 0,2 1-4 16,0-1 2-16,1-3 0 0,2-3-2 0,-5 4-4 15,5-7 0-15,-4 2-4 0,2-3-5 0,-4 0-1 16,3-3-1-16,-4 0-4 0,1-3 0 0,-2 3-1 16,-1-5 1-16,0 2 0 0,-4-1 2 0,0 1 0 15,-4-1 2-15,-1 0 4 0,0 1-6 0,-3 2 2 16,1 4 2-16,-2 1 8 0,-2 2 3 0,3-1 1 16,-3 2-1-16,3 4 0 0,-3-1 1 0,3-1 3 15,5 5-5-15,-11-4 1 0,11 4 0 0,-12-1-3 16,12 1 2-16,0 0-4 0,-9 3 2 0,9-3-1 15,-4 6 0-15,4-6-2 0,0 0 7 0,0 0-3 16,12 19 1-16,-3-15-2 0,1 2 7 0,0-3 0 16,6 1-2-16,-5-1-1 0,8 0-1 0,-2 1-1 15,-3-1 1-15,-1-1 1 0,-1 0-3 0,-1 3 1 16,-3-3-2-16,3 0 3 0,-5 2-5 0,2-1 4 16,-1 2 5-16,-2 0-7 0,0 1 0 0,0 3 3 15,-1-1-4-15,-3-3 9 0,1 5-8 0,0 0 3 16,-2 1-2-16,1-2 1 0,0 1-1 0,-1 1 2 15,2-1-1-15,-2 0-1 0,1 0 2 0,-1-1 0 16,1 1 1-16,0-3-3 0,2 2 0 0,1-3 3 16,-1 2-3-16,3-3 1 0,1 2 7 0,0-2-3 15,0 0 0-15,1-2 2 0,2-1-4 0,1 1 4 16,-1-3-4-16,0 0 4 0,3-2-2 0,-2 0 1 16,1 0-3-16,-1 0 1 0,-1-2 0 0,2-2 3 15,-1-1-5-15,0-2 2 0,3 0-2 0,-7-2-3 16,1 0-3-16,0 1 1 0,1-7-5 0,-3 2 4 15,3 0 2-15,-6-1-3 0,-2 3 4 0,2 0 0 16,-5-2-3-16,1 2 0 0,1 2 2 0,-3 0-1 16,2 4 2-16,-1 0-3 0,2 7 4 0,-3-12 1 15,3 12 1-15,-1-10-1 0,1 10-4 0,0 0-3 16,2-10 1-16,-2 10-2 0,0 0 1 0,0 0 0 16,11-1 0-16,-11 1 4 0,11 3-2 15,-11-3 4-15,18 5-1 0,-7-2-1 0,2 0 0 0,-3 1 1 16,3 3 2-16,-1-2-2 0,-2 1-1 0,0 1-1 15,-2 1 1-15,0 0 1 0,2 1 2 16,-4-1 0-16,0 2 0 0,-2-1 0 0,0 1-2 0,0-1 3 16,1 0 0-16,-2 1-2 0,0-2 2 0,0 2-1 15,0-2-2-15,0 0 4 0,0-2-1 0,1 2 3 16,-2-3-3-16,1 2 2 0,2-3 0 0,0 0-2 16,1 0 3-16,5 1 1 0,1-1 2 15,0-3 5-15,2 2-1 0,1-4 2 0,4-2 1 16,0 1 3-16,0-3-1 0,1-1-2 0,-2-1 2 15,1-1 0-15,-3 0-1 0,0-2 1 0,-3 0 1 16,2 0 0-16,-5-3 0 0,-1 4-3 0,-1-1-3 0,-2-1 3 16,1-5 2-16,-5 5 0 0,1-2 0 0,-2 2 0 15,-1 0-2-15,-1 1-1 0,-2 2-2 0,0-3 1 16,-3 4-5-16,1 3 1 0,5 4-2 0,-11-6-4 16,11 6-1-16,-18 4-2 0,7 4 3 15,-2 1-2-15,-4 6 3 0,3-3-4 0,-1 2 1 16,4 2-1-16,0-2 0 0,1 1 0 0,5-3-1 0,1 2-24 15,1-1-25-15,2 2-12 0,2-2-12 0,7 1-4 16,3-2-30-16,3 1-26 0,11-1-24 16,0 1-37-16,-2-2-2 0,-1-6-110 0,-2 0-334 15,0 0 149-15</inkml:trace>
  <inkml:trace contextRef="#ctx0" brushRef="#br0" timeOffset="91968.26">6354 4298 3 0,'0'-11'158'0,"0"1"19"15,0-1 9-15,1 2 0 0,-1 9 2 0,0-11-2 16,0 11-22-16,1-9-13 0,-1 9-22 0,3-5-16 16,-3 5-7-16,0 0-10 0,0 0-12 0,0 0-8 15,10 17-6-15,-7-10-7 0,-1 0-6 0,-1-1 1 16,1 5-8-16,-1-4-2 0,2-1-5 0,-2 2-6 16,1-3-1-16,-2-5-1 0,2 11-7 0,-2-11 3 15,1 7 2-15,-1-7 4 0,1 7 6 0,-1-7 11 16,0 0 7-16,0 0-1 0,0 0-3 0,0 0-9 15,0 0-2-15,0 0-7 0,0 0-3 0,0 0-6 16,0 0-8-16,-4-25 7 0,6 16-7 0,-1-1 0 16,4-2-5-16,0-2-3 0,0 3 0 0,3-5-7 15,1-1-5-15,4 3 2 0,-2 0-3 16,-3 7 0-16,3-2-2 0,-2 1 0 0,-1 2-1 0,-2 2-3 16,2 4 0-16,2 0-1 0,-10 0 0 0,17 9 0 15,-9-2 0-15,-1 1 4 0,1 2 2 0,-2 1-1 16,-1-1-1-16,-1 1 2 0,1 0-3 0,1 4 5 15,-4-3-4-15,3 0 4 0,-2-1-4 0,2 0-15 16,-3 0-19-16,0-1-26 0,-2-10-36 16,3 14-35-16,0-8-51 0,-3-6-35 0,8 8-192 0,-8-8-444 15,0 0 196-15</inkml:trace>
  <inkml:trace contextRef="#ctx0" brushRef="#br0" timeOffset="92249.56">6745 3920 123 0,'1'-13'249'0,"-1"13"-13"0,1-9-22 15,1 4-20-15,-2 5-21 0,0 0-14 0,0 0-14 16,0 0-10-16,0 0-9 0,6 22-2 0,-5-7-6 0,2 5-8 16,-1 4-3-16,2 4-10 0,-4 0-2 15,1-2 1-15,-2 0-8 0,1 2-13 0,0-1 0 0,-1 0-1 16,0-7-11-16,1-1-21 0,0 2 15 15,0-2-4-15,1-2-14 0,0 0 2 0,0-2-1 16,1-5-5-16,0 2-4 0,1-3 0 0,-1 1-7 16,2-4-8-16,-1 0-10 0,0 0-17 0,2-1-20 15,0-2-25-15,1-1-31 0,-6-2-32 0,0 0-47 16,27-4-36-16,-17-2-41 0,2 0-153 0,-2-2-429 16,1-5 189-16</inkml:trace>
  <inkml:trace contextRef="#ctx0" brushRef="#br0" timeOffset="92412.55">6627 4110 211 0,'-10'0'192'0,"10"0"-17"0,0 0-17 0,0 0-8 16,0 0-10-16,0 0-14 0,0 0-14 0,29-3-10 15,-9 0-35-15,14-5-33 0,2 0-50 0,1-1-60 16,13-4-154-16,-16 3-248 0,-1-1 110 0</inkml:trace>
  <inkml:trace contextRef="#ctx0" brushRef="#br0" timeOffset="93545.06">7630 3874 38 0,'-1'-7'193'0,"1"7"-18"0,1-11-16 16,-1 11-14-16,0-8-25 0,0 8-13 15,0 0-10-15,0 0-14 0,0 0-5 0,13 22-6 16,-8-4-6-16,5 4-3 0,-2 6-8 0,-1 3 3 16,-1 4-4-16,2-1-6 0,-5-3-6 0,5 2 0 15,-8-1-3-15,5 0-3 0,-1-3-3 0,1-3-4 16,0 0 3-16,-2-5-6 0,-2 3 1 0,2-7-4 16,-3-1 1-16,1 1-6 0,2 0-4 0,-3-6-9 15,0 1-21-15,1-2-25 0,0-1-26 0,-1-9-33 16,1 11-39-16,-1-11-24 0,-1 7-84 0,1-7-265 15,0 0 118-15</inkml:trace>
  <inkml:trace contextRef="#ctx0" brushRef="#br0" timeOffset="94026.43">7680 4057 35 0,'17'-7'127'0,"2"-4"-5"0,-1 2-12 15,10-4-6-15,-8 5-6 0,0 1-10 0,1-2-7 16,-1 3 1-16,-4-3-14 0,1 1 4 0,-2 1-4 16,0-3 0-16,-4 3 2 0,-1-3 3 0,-1 2 4 15,-1 0 4-15,-2-1-1 0,2 1-7 0,-6 1-4 16,2-2-4-16,-3 0-12 0,2 1 1 0,-3 8-4 16,0-11-4-16,0 11-6 0,1-7-4 0,-1 7-7 15,0 0-8-15,3-6 0 0,-3 6-7 0,0 0 3 16,4 19-1-16,-3-2-1 0,3 7-3 15,-2 2-2-15,1 2 1 0,-2 1 26 0,0-2-7 0,1 2 4 16,3-1-8-16,-4-3 0 0,1-6-5 0,1 0-2 16,0 1 2-16,-1-4-5 0,2 1-2 0,-3-5 1 15,2 0-1-15,-2-2-2 0,3 1-1 0,-4-3-1 16,1-1 1-16,-1-7-1 0,2 10 2 0,-2-10 1 16,0 7 2-16,0-7 6 0,0 0 0 15,0 0 1-15,0 0-1 0,5 5-2 0,-5-5-5 0,0 0 3 16,0 0-7-16,7-25 2 0,-2 16-2 15,2-1 0-15,2 0-5 0,-2-5 3 0,1 4-6 0,0 2 2 16,2 0-2-16,0 2-3 0,-3 4-2 0,2-1 1 16,1 2-4-16,0 2 2 0,-1 5-1 0,1-1 5 15,-2 4-3-15,1 2 0 0,1 2 3 0,-2 2 1 16,2 0 2-16,-5 1-1 0,1 2-2 0,1-1-15 16,-2 0-27-16,-1 0-31 0,0 1-39 0,-2-5-54 15,1-2-45-15,-3 3-137 0,-3-1-375 0,3-12 167 16</inkml:trace>
  <inkml:trace contextRef="#ctx0" brushRef="#br0" timeOffset="95206.24">8172 4117 171 0,'0'0'181'0,"18"6"-10"15,-5 0-14-15,5 2-12 0,-3 1-12 0,-2 1-9 16,1 4-7-16,0 0-7 0,-2 0-14 0,2-1-7 16,-4 3-13-16,-2-2-3 0,-1-2-9 0,0 4-3 15,-1-2-9-15,-2-2-1 0,-2 0-5 0,0-2-8 16,-2 1 4-16,0-1-7 0,-2-3 0 0,2-7-5 0,-5 10 6 16,3-6-9-16,2-4 0 0,-7 5-4 15,2-1-3-15,5-4 6 0,-7 1-7 0,7-1-5 16,0 0-1-16,-11-8-2 0,11 8 1 0,-1-14-3 15,1 5-4-15,1-4 0 0,4-1-10 0,-2 0 3 16,2-3-6-16,2 2 5 0,0-1-3 0,3-2 3 16,1 1-1-16,4-5 0 0,-2 8 1 0,1-1 1 15,-1 5-1-15,-6 0-5 0,6 3 2 0,-5 0-1 16,1 2-1-16,0 1 4 0,1 4-3 0,-2 1 4 16,2 2-9-16,-3 4 12 0,0-2-2 0,-1 2 2 15,1 2 0-15,0 1 2 0,0-1 2 0,-2 2 9 16,1-1 0-16,-1 0-3 0,0 1 4 0,2 1-6 0,-2-3 4 15,0 0-2-15,0 1-3 0,3-3 2 16,-2 1 2-16,-1-2-1 0,0-2 0 0,1 0 7 16,2-1-3-16,-3-3 2 0,-5 0-4 0,16 2 3 15,-5-4-2-15,0 0 0 0,-5 1 0 0,3-6 0 16,1 1-1-16,0 0 0 0,-4-4-2 0,2-1-6 16,0-3-11-16,-3 3-5 0,-2-3 1 0,-1-2-3 15,-2 0 1-15,-4-2-4 0,-1 2-11 0,-4 0 3 16,-2 2 4-16,2-2-2 0,-5 3 6 0,1 3-2 15,0-2 3-15,2 5-1 0,3 0 5 0,-1 2-1 16,2 2 2-16,3-1-3 0,4 4 2 0,-10-5-6 16,10 5 6-16,-7-2 2 0,7 2-2 0,0 0 3 15,0 0 1-15,0 0 3 0,0 0-3 0,9 22 5 16,0-18 1-16,2 0 5 0,1 0-2 0,2-1 5 16,1 1 0-16,3-2 2 0,0 2-3 0,0-3 2 15,-5 2 0-15,-2-1-2 0,1 0-4 0,-1-1 5 16,-2 1-6-16,0 2 4 0,0 2 1 0,-1-1 2 15,1 3 2-15,-3 0 0 0,-1 1-4 0,1 3 5 16,-1-2-1-16,0 2 1 0,-3 0-5 0,1 0 1 16,-1 1 2-16,2 0 0 0,-1 2-1 0,1-4 0 15,-3 1 1-15,3-4-1 0,1 2 1 0,-3-2-2 16,2 2 2-16,0-6 6 0,0 1-8 0,-4-5 5 16,6 9-2-16,-1-7 5 0,-5-2 4 0,12 3-1 15,-12-3 1-15,15 0-2 0,-15 0 3 0,15-5 5 16,-9 1-6-16,-1-1 4 0,0-1-5 0,1-2 5 15,2 0-1-15,-3 1-5 0,0-2 1 0,0 0-4 16,-1-2 8-16,-1-2-11 0,-1 4 2 0,3-3-3 16,-2 1-1-16,-1 0 1 0,0 2 0 0,-1 1-4 15,0 1 5-15,2 2-5 0,-3 5-3 0,1-11-2 16,-1 11-3-16,4-3-3 0,-4 3 1 0,0 0 2 16,0 0-3-16,0 0 1 0,0 0 3 15,13 16-4-15,-10-10 7 0,1 4-2 0,-1-4 0 0,1 3 1 16,-2-2-3-16,2-1 5 0,-1 1 0 0,-1 0-3 15,3-2 6-15,0 2-4 0,1-3 5 0,0 0 2 16,-1-1-1-16,3 1 1 0,2-2 5 0,0-2-5 16,-2 0 1-16,6-2-3 0,-1 0 0 0,2-1 1 15,-3-3-3-15,5-1 4 0,-1 0-4 0,-5 0 2 16,0 0 3-16,1-3-3 0,-2 1 1 16,-2-1-5-16,-1-1 3 0,-1 3-1 0,5-6-2 0,-9 3 3 15,0 1 6-15,1 0 5 0,-1 2 6 0,-2 1-6 16,0 7 3-16,0-11-4 0,0 11-1 0,0 0-1 15,-3-8-1-15,3 8-4 0,-11-3-4 0,11 3-3 16,0 0 6-16,-16 12-4 0,9-6 0 16,0 1-3-16,0 1 0 0,2 3-2 0,1-1 3 15,1 2 0-15,1-1-4 0,-2 1 0 0,6 0 0 0,-2 1 2 16,0 2 2-16,1 1-3 0,-2 3 4 0,1-4-1 16,0 3-7-16,1 0 8 0,0-1-1 15,2 2 0-15,-3-2-2 0,0 1 3 0,2 1-2 16,0-2 4-16,-2 3-2 0,-3 6-3 0,2-9-7 15,0 2-18-15,-1-1-20 0,0 2-27 0,-1-6-21 16,0 1-15-16,1 1-38 0,-3-3-28 0,2-4-31 0,0 1-153 16,3-10-388-16,-8 15 172 0</inkml:trace>
  <inkml:trace contextRef="#ctx0" brushRef="#br0" timeOffset="95600.18">9535 3914 2321 0,'1'-18'-13'0,"1"4"12"0,-2 2-4 0,2 2 7 0,-1 3-14 15,-1 7 9-15,1-5-4 0,-1 5-3 16,0 0 4-16,0 0 6 0,8 33 5 0,-5-9 6 16,-3 3 3-16,0 2 4 0,0 1-1 0,1 0 3 15,-1 1-2-15,1-2 0 0,-1-3 2 0,0 1 6 16,3-2 1-16,-3-6 2 0,1-1-4 0,0-1-3 0,1 0-2 15,0-6-2-15,-1-1 2 0,1-2-5 16,-2-1 2-16,0-7-2 0,0 11 7 0,0-11-5 16,1 6 8-16,-1-6 13 0,0 0 9 0,0 0-6 15,0 0-1-15,0 0-6 0,0 0 0 0,0 0-5 16,8-28-2-16,-3 12-4 0,1-2-3 0,3-1-8 16,4-4-1-16,0 1-4 0,-1 6-4 15,3 2 2-15,0 1-4 0,-1 3-3 0,2 2-2 0,-4 4 2 16,2 1-1-16,-3 3 0 0,1 4 0 0,1 1 0 15,0 4 0-15,1 1 2 0,-4 1 0 0,0 2-1 16,3 3 3-16,-5 1-9 0,-1 0-20 0,1 0-35 16,-2 0-48-16,-1-1-42 0,2-2-65 0,-3 4-194 15,-3-8-446-15,2 4 198 0</inkml:trace>
  <inkml:trace contextRef="#ctx0" brushRef="#br0" timeOffset="96747.06">10648 4006 63 0,'-2'-10'168'16,"2"10"-21"-16,3-11-3 0,-3 11-1 0,5-10-23 16,-1 3 3-16,0 2-12 0,1-5-9 0,4 3-6 15,0-1-11-15,-4 0-6 0,3 1-7 0,1-2 0 16,-2 3-5-16,1 0-3 0,-2 2 1 0,1-1 2 15,-4 1 0-15,-3 4-2 0,7-6 2 0,-7 6-7 16,8-4-3-16,-8 4-3 0,0 0-7 0,4-6-5 16,-4 6-5-16,0 0-5 0,0 0-6 0,0 0-2 15,0 0-8-15,6-1-3 0,-6 1 1 0,0 0 1 16,4 15-3-16,-3-4 1 0,-1 4 1 0,1 2-5 16,0 9-4-16,3 1 5 0,-1 1 0 0,-1 2-3 15,4-1 1-15,-6-1 0 0,2-1-3 0,-1 0 1 16,2-2-1-16,-2-6 0 0,-1-1 2 0,0 0-5 15,5-1 3-15,-3-1-3 0,-1-6 4 0,-1 0-1 16,0 2 1-16,0-5 1 0,0-7 5 0,0 12-9 16,0-12-1-16,0 8 1 0,0-8 1 0,0 0 2 15,-3 9 1-15,3-9-1 0,0 0-6 0,-11 1-9 16,11-1-2-16,-10-2-1 0,10 2 1 0,-14-4 3 16,5 1 3-16,-2-1-3 0,4 4 1 0,7 0-2 15,-13-5 3-15,13 5 2 0,-10-3-2 0,10 3 3 16,-7-3-1-16,7 3-2 0,-7-3-1 0,7 3 2 15,0 0-2-15,0 0 2 0,-7-3-2 0,7 3 3 16,0 0-1-16,0 0 3 0,0 0 0 0,0 0-3 16,36 1-1-16,-17-2-2 0,9-1-19 0,3-2-18 15,1 1-26-15,2-3-25 0,4 0-32 16,-1-2-33-16,1 2-11 0,-4 0-120 0,-4 0-317 0,-2 0 140 16</inkml:trace>
  <inkml:trace contextRef="#ctx0" brushRef="#br0" timeOffset="96966.78">11249 3969 30 0,'1'-10'184'0,"-1"10"-18"0,0 0-19 16,0 0-14-16,0-9-14 0,0 9-8 0,0 0 2 16,0 0-2-16,4 24 5 0,0-13-6 0,-2 8-6 15,0 0-6-15,2 5-7 0,-1 2-6 16,-3-7 16-16,2 6-11 0,1-1-6 0,-2-5-9 15,1-1-8-15,0 0-6 0,1-1-4 0,-1 0-7 16,-2-1-14-16,2 1-27 0,-2-3-36 0,0-3-45 0,0 2-49 16,0-4-46-16,-2 1-161 0,0-5-353 15,2-5 157-15</inkml:trace>
  <inkml:trace contextRef="#ctx0" brushRef="#br0" timeOffset="97244.38">11461 4041 203 0,'3'-4'185'0,"-3"4"-14"16,0 0-13-16,0 0-11 0,0 0-15 15,0 0-9-15,0 0-12 0,-24 16-3 0,10-3-12 16,-9 3-7-16,1-2-13 0,2 4-4 0,2-5-6 16,3-2-5-16,-1 1-8 0,4-2-8 0,0-3-4 15,3 3 0-15,1-2-11 0,2 0 0 0,1 1-5 16,0-2 0-16,2 1-1 0,3 0 8 0,0-8 0 15,7 16 4-15,0-8 1 0,1 0 1 0,2 0 3 16,6-1-2-16,3 0-5 0,0-3 0 0,4 1-6 16,5-2-2-16,1-2-6 0,2-1-18 0,-2 0-22 15,2-1-33-15,1-5-36 0,-3 4-30 0,2-1-31 16,-1 0-36-16,-12 1-130 0,-1 1-342 0,-4 0 152 16</inkml:trace>
  <inkml:trace contextRef="#ctx0" brushRef="#br0" timeOffset="97612.86">11744 4328 25 0,'0'0'208'0,"3"5"-2"0,-3-5-9 0,0 0-7 15,0 0-7-15,0 0-1 0,18-10-19 0,-18 10-5 16,11-7-14-16,-3 1-12 0,1-2-12 0,-1 2-12 16,-2-2-4-16,4 2-9 0,-3-2-11 0,-1 0-7 15,3 1-4-15,-4-3-9 0,-3 0-3 0,0 1-9 16,-2-2-6-16,0 0-2 0,0 1-8 0,-2-1-4 15,0-2-1-15,-3-2-4 0,5 2-2 0,-3 3-4 16,0-2-1-16,3 2-9 0,1 1-2 0,-1 9-3 16,0-13-4-16,2 6-2 0,3 1 0 15,-1 1-3-15,1 0-1 0,4 2 0 0,2-1 1 16,1 1 0-16,1 4 0 0,0 1-4 0,-1 0 0 0,1 4-1 16,1 2 4-16,-1 2-3 0,0 0 4 0,-5-1 2 15,1 5-3-15,-2 1 1 0,-2-3 1 0,-1 0-3 16,0 0 4-16,-2-1-1 0,-1 1 0 0,0-1 3 15,0 2-3-15,1-5 2 0,0 3-2 0,-2-2 4 16,2-3-1-16,0 2-4 0,-2-8 4 0,5 11-7 16,0-6-13-16,-1 0-13 0,5 0-10 0,-3-3-31 15,8 2-39-15,6-5-52 0,1-3-67 0,1-1-133 16,7-3-393-16,3-1 174 0</inkml:trace>
  <inkml:trace contextRef="#ctx0" brushRef="#br0" timeOffset="98481.2">12854 3993 46 0,'-2'-8'191'0,"2"8"-8"0,-2-12-6 0,2 12-10 15,-4-10-19-15,4 10-18 0,-1-6-18 0,1 6-13 16,0 0-9-16,0 0-8 0,0 0-3 0,5 25-2 16,1-8-7-16,2 9 5 0,-2 1 4 0,-1 0-11 15,3 1-7-15,-3 2-6 0,2 0-4 0,0-2-8 16,-3-2-2-16,3 0-3 0,-5-1-7 0,5-6-1 15,-4 0-4-15,-1-1 3 0,0 1-5 0,2-2-2 16,1 0-4-16,-5 0-4 0,4-1-19 0,-2-2-21 16,-2-2-24-16,0-2-29 0,4 0-36 15,-4-10-25-15,0 13-14 0,0-8-145 0,0-5-321 0,0 0 142 16</inkml:trace>
  <inkml:trace contextRef="#ctx0" brushRef="#br0" timeOffset="99534.46">12898 3975 130 0,'13'-3'126'16,"1"1"-8"-16,-1 4-11 0,-3 1-8 0,3 4-12 16,-3 0-3-16,4 6-14 0,-7 2 1 0,-3 3-12 15,-2 2-4-15,0 4-8 0,-6 3-3 0,-2-2-4 16,-4-1 1-16,-3 2-6 0,2-5 4 0,-3 1-13 15,1 1 2-15,1-7-5 0,4-6 8 0,1-1-15 16,0-3 2-16,0 1-2 0,3-1 1 0,4-6-3 16,-5 6 1-16,5-6-5 0,-4 7 7 0,4-7-3 15,0 0 1-15,0 0 9 0,6 7 5 0,1-5 1 0,5 0 1 16,-1-2 6-16,5 3-5 0,1 1 1 16,6-2-1-16,-3-1-5 0,0 2 2 0,3-3-4 0,6 0-1 15,-2 0-3-15,4 0 4 0,-3 0-11 16,-1-4 2-16,0 3-2 0,-1-4 1 0,-4 1-1 15,4-2-1-15,-6 2-4 0,-3-3 1 0,4 2-4 16,-10 1 1-16,5-3 0 0,-5 1 4 0,-2 1-6 16,0 2 5-16,-2-5-6 0,-3 2 2 0,0 0-3 0,-3-1 3 15,3-2-2-15,-8-1-2 0,3 0 3 16,-1-1-8-16,0 1 4 0,-2-1 2 0,-1 4-3 16,1 0 4-16,-1 2-4 0,0 1 3 0,5 4-2 15,-10-7-2-15,7 4 1 0,3 3-3 0,0 0 2 16,-20 11 1-16,11-3 1 0,0 6-1 0,-2 0 2 15,4 0-1-15,3 3-2 0,-5-1 0 0,7-3 3 16,-1 2 2-16,0-2-3 0,4-2 2 0,1 2 2 16,3-3-3-16,-1 0 1 0,3-2 7 0,1-1-1 15,2-2-2-15,1-1-1 0,-2-2-1 0,5 0-1 16,-3-2 2-16,7-2 1 0,-5 0-2 0,0-1 2 16,1-1 0-16,-3-2-2 0,1 0-1 15,-1 0 3-15,-2-3-3 0,4 2-2 0,0-4 0 0,-6 1 1 16,5-4 1-16,-6 4 0 0,1 0-2 0,-3-2 5 15,2 2 1-15,-2 0 0 0,3 2 2 0,-5 2 1 16,2 2-4-16,-4 4-5 0,7-6 1 0,-7 6-3 16,0 0-4-16,0 0 8 0,0 0-2 0,12 10-1 15,-10-3 1-15,-2 0-3 0,-2 4 6 0,2-2-1 16,0 3-2-16,-3-3 0 0,3 1 3 0,3-3-1 16,-6 2-1-16,3-1-5 0,0-8 6 0,-2 11 0 15,2-11-1-15,-3 8 2 0,3-8-4 0,0 0 4 16,-2 8-1-16,2-8-2 0,0 0 2 0,0 0 3 15,0 0-4-15,0 0 4 0,0 0-3 0,18-2 2 16,-18 2-1-16,15-11 5 0,-7 4-5 0,3 0-2 16,-1-1 0-16,3-3 1 0,-5 3-4 0,3-5 1 15,-1 2 13-15,0-1-8 0,-3 1 3 0,3-2-4 16,-4 3 0-16,1 2 3 0,1-2-3 0,-5 4 0 16,-1 2 8-16,3-2-3 0,-5 6 0 0,7-6 0 15,-7 6-5-15,2-6-6 0,-2 6 4 0,0 0-5 16,9 0 3-16,-9 0-1 0,0 0 2 0,4 16-2 15,-2-10 1-15,0 4 1 0,2 0-3 0,0-2 5 16,-4 3-3-16,4-1-1 0,0-3 1 0,1 2 4 16,-1 0 1-16,4-3-3 0,-2 1 2 0,-1-2 1 15,1 0 5-15,1-2 0 0,7-3 1 0,-6 0 0 16,3 0-2-16,3 0 2 0,-5-2 0 16,3-2 1-16,-1 0-2 0,-1-2 4 0,2 0 1 15,-3-1 4-15,0-2 0 0,-3 3-4 0,2-4 0 16,-4 0-6-16,3-1 4 0,-3-1-3 0,3 2-3 0,-5-1 2 15,3 1 3-15,-3 0 1 0,0 5 1 0,0-2 2 16,-2 7-1-16,3-9-5 0,-3 9-5 0,0 0-4 16,0-7-1-16,0 7 1 0,0 0-2 0,0 0 0 15,0 0 2-15,10 24-1 0,-9-14 3 0,1 1 1 16,-2 0-1-16,2 0-4 0,-2 4 0 16,0-2-12-16,0 0-23 0,0-1-23 0,0 0-22 0,0 0-36 15,2-2-38-15,-2 0-34 0,0 1-35 0,0 0-119 16,-2-5-370-16,2-6 164 0</inkml:trace>
  <inkml:trace contextRef="#ctx0" brushRef="#br0" timeOffset="99689.5">13748 4124 1452 0,'-8'-15'-16'0,"1"1"41"0,3 1-24 16,1 2-1-16,1 3-6 0,-3 4-37 0,5-4-8 15,0 8-13-15,5-8-13 0,-5 8-17 0,9-5-95 16,0 2-203-16,3 2 91 0</inkml:trace>
  <inkml:trace contextRef="#ctx0" brushRef="#br0" timeOffset="99924.25">14139 3950 191 0,'0'0'221'0,"5"-9"-11"0,-5 9-12 16,2-5-22-16,-2 5-19 0,0 0-18 0,0 0-15 16,0 0-5-16,12 13-1 0,-10-1-1 0,2 4-7 15,7 9-11-15,-11 1-6 0,2 3-9 16,1-4-7-16,-3 2-6 0,1 0-9 0,2 0-4 0,-2-8-6 16,-1 6-4-16,0-5-5 0,4-1-3 0,-6 0-20 15,4-4-29-15,-2 2-20 0,0-3-34 0,-2-2-38 16,4-2-36-16,-2 0-37 0,0-3-24 0,0-7-122 15,0 0-345-15,0 0 152 0</inkml:trace>
  <inkml:trace contextRef="#ctx0" brushRef="#br0" timeOffset="100332.64">14222 4114 25 0,'18'-4'112'15,"9"-2"-7"-15,-4 2-5 0,0 0-8 0,-4 3-12 16,11-1-6-16,-10 1-12 0,2 0 3 16,-2-1-9-16,-2 4-11 0,-5-4-11 0,1 1 10 0,-4 1-9 15,3 0-4-15,-6 1-6 0,-7-1-2 0,11 3-2 16,-11-3 4-16,10 3-7 0,-6 0 6 0,-4-3 0 16,0 9 0-16,0-9 7 0,-4 12-1 15,1-3 7-15,0-1-2 0,-1 2-8 0,1-3 0 0,-1 4-1 16,2-3-3-16,-2 2 4 0,1-3-8 0,1 2-4 15,-1-2 1-15,3-7-2 0,-2 12 1 0,2-12-1 16,0 10 6-16,0-10-7 0,6 7-3 0,-6-7-2 16,4 5 7-16,-4-5-5 0,10 0 2 0,-10 0-5 15,12-1 11-15,-12 1-3 0,14-7 8 16,-8 1-9-16,3 1 6 0,2-2-5 0,0 1 4 0,-2-3-1 16,-1 0 7-16,0 3-5 0,-3 2-1 15,1 0 0-15,-1 0-4 0,-5 4-3 0,7-2-3 0,-7 2-1 16,11 0-3-16,-11 0 1 0,9 8 11 0,-7-3-8 15,7 2-3-15,-6-1-16 0,1 4-25 16,2-1-30-16,-1 1-19 0,0-2-28 0,0-1-20 0,-1 3-114 16,1-4-265-16,-2 0 119 0</inkml:trace>
  <inkml:trace contextRef="#ctx0" brushRef="#br0" timeOffset="100517.37">14795 4163 42 0,'6'-10'152'0,"-1"2"-20"16,3-3-1-16,-2 5 3 0,2-1-6 0,-3 3-12 16,0 1-13-16,2-1-8 0,-7 4-6 0,9 0-3 15,-9 0-9-15,11 4-5 0,-6 1-5 0,-1 0-9 16,1 2-3-16,0 2-8 0,-2 1-18 0,2-1-15 16,-3-1-36-16,1 2-43 0,-1-2-50 0,0-1-123 15,-4 2-258-15,2-9 115 0</inkml:trace>
  <inkml:trace contextRef="#ctx0" brushRef="#br0" timeOffset="100933.49">15142 4010 39 0,'0'0'186'0,"0"0"-16"0,0 0-16 0,0 0-11 15,0 0-11-15,-21 15-6 0,13 0-2 0,3-4-16 16,-2 6-7-16,0 0-7 0,2 0-9 0,-1 2-6 16,4-2-12-16,-1 2 0 0,3-3-4 0,3-2-3 15,1 0-3-15,2 0-5 0,-1-2 0 0,3-5-5 16,6 3 2-16,-2-3-2 0,4 1-1 0,1-4-4 16,3-1-3-16,1-3-7 0,-2-1 3 0,0-3-4 15,1 0-5-15,0 0-3 0,-3-2-1 0,0-3-2 16,1 1 0-16,-4-3 0 0,3 0-6 0,-3-1 1 15,-3-2-3-15,-1-1 0 0,1 0-2 0,0-3-3 16,-4 1-3-16,-1-2-3 0,2 3 0 0,-2 0 0 16,-2 0 0-16,0 1 1 0,0 5 5 15,-3 2 1-15,1 2 1 0,0 0-2 0,-2 6-1 0,0 0-9 16,0 0 0-16,0 0 1 0,0 0 3 0,0 0-2 16,-31 19 4-16,18-3-4 0,-3 6 0 0,1-2 0 15,3 2 1-15,3-6-7 0,5 0-20 16,3-2-21-16,1 1-43 0,1-3-28 0,4-1-43 0,5 1-39 15,2-3-118-15,3-1-345 0,3-4 152 0</inkml:trace>
  <inkml:trace contextRef="#ctx0" brushRef="#br0" timeOffset="101887.53">7334 5302 73 0,'0'0'220'16,"1"-9"-7"-16,-1 9-7 0,4-7-15 0,-4 7-16 15,0 0-20-15,0 0-14 0,0-8-19 0,0 8-12 16,0 0-13-16,0 0-8 0,0 0-9 0,17 20-8 16,-7-4 2-16,1 1-5 0,3 5-4 0,1 3-4 15,4-1-4-15,-4-1-6 0,0 2-4 0,1-1-5 16,-1-2-3-16,-1 0 0 0,0 0-7 0,-2-5-7 15,-1-1 1-15,-1-2-21 0,-2 1 3 0,2-2 0 16,-2-1-1-16,0-3-5 0,-1 2 3 0,0-2-1 16,-1 2 4-16,2-4-4 0,-2 1 3 0,-2-2-4 15,2-2 2-15,-3 3 2 0,1-4-1 0,-4-3-2 16,5 6 3-16,-5-6 2 0,5 5 1 0,-5-5 2 16,0 0-1-16,0 0-2 0,0 0-1 0,0 0-2 15,6-18 7-15,-6 9-7 0,2-3 2 0,-2-1-5 16,2-2 3-16,2-3-6 0,1-8 3 0,-2 2-4 15,1-2 0-15,2-1-3 0,-1-1-2 0,3-3-2 16,-1 3 5-16,0-2-6 0,2 4 13 0,-3-1-7 16,-1 3 7-16,0 7-10 0,-1-2 3 0,-1 3 2 15,-1 1 0-15,0 4-4 0,-2 3 7 0,1-2-1 16,-1 10 3-16,-1-12 0 0,-1 7-2 0,2 5-1 16,0 0-1-16,0-13 0 0,0 13-2 0,0 0 7 15,-5-6-7-15,5 6-4 0,0 0 3 0,0 0 1 16,-14 11-4-16,8-1 3 0,-2-1 3 0,2 5-5 15,-1-3 1-15,1 6-1 0,1-2 4 0,2-3-1 16,2 1 5-16,0-1-3 0,3-1 2 0,1 1-2 16,1-2 1-16,3 0 0 0,2-2 0 15,5 2 0-15,4-3 1 0,1-2-2 0,7 0-19 0,3-3-11 16,3-2-17-16,3 0-26 0,-1-3-43 0,1-2-30 16,1-1-20-16,-2 1-27 0,-3-1-128 0,-10 2-346 15,5-4 153-15</inkml:trace>
  <inkml:trace contextRef="#ctx0" brushRef="#br0" timeOffset="102051.33">8271 5370 11 0,'0'0'150'0,"0"0"3"0,13 3-6 0,-13-3 0 16,0 0-15-16,0 0-13 0,21-3-19 0,-21 3-2 15,17 0-21-15,-17 0-16 0,24 0-39 0,-12 0-29 16,-12 0-40-16,24 2-24 0,-13-2-25 0,0 4-70 15,-11-4-181-15,15 7 80 0</inkml:trace>
  <inkml:trace contextRef="#ctx0" brushRef="#br0" timeOffset="102204.35">8351 5561 47 0,'0'0'161'0,"0"0"2"15,0 0-6-15,-2 8-4 0,2-8-13 0,0 0-12 16,0 0-14-16,0 0-6 0,0 0-15 15,0 0-6-15,16 7-4 0,-4-6-20 0,-12-1-37 16,20-1-40-16,-2-1-49 0,3-3-51 0,-1 3-108 0,1-2-241 16,7-3 106-16</inkml:trace>
  <inkml:trace contextRef="#ctx0" brushRef="#br0" timeOffset="102558.46">9200 5311 165 0,'0'0'291'15,"0"0"-32"-15,0 0-28 0,-3-9-23 0,3 9-17 16,0 0-19-16,0 0-21 0,0 0-14 0,0 0-17 0,-16 12-10 16,12-5-14-16,0 3-10 0,0-1-6 0,3 1-7 15,0 0-10-15,1 0-7 0,1 2-3 16,0-1-8-16,3 1-3 0,-1 0-2 0,3-1-5 0,-1 2-3 15,4-3-5-15,-1 0-3 0,1 4 1 0,1 0-5 16,0-4 0-16,-2 0-6 0,3 0 4 0,-2 0-3 16,0-1-5-16,0 0 2 0,-1 0-2 0,-1-2 0 15,-3-1-2-15,0-1-4 0,0 0 0 16,-1 2-2-16,-3-7 1 0,2 9 0 0,1-5 5 16,-3-4-2-16,0 0-4 0,-5 12-2 0,5-12-2 0,-12 4-7 15,3 0-3-15,-2-2-9 0,0-2-11 0,-1 0-18 16,-5 0-39-16,-2-3-18 0,3-1-33 0,-1-1-45 15,1-2-35-15,0 0-133 0,0-5-381 0,1 2 168 16</inkml:trace>
  <inkml:trace contextRef="#ctx0" brushRef="#br0" timeOffset="102698.55">9211 5288 81 0,'18'-6'140'0,"-1"2"-1"0,5 1-24 0,-2-1-14 15,6-1-25-15,2 2-21 0,1-3-47 0,-2 3-30 16,1 1-43-16,-1 1-40 0,-8-4-114 0,0 2 51 16</inkml:trace>
  <inkml:trace contextRef="#ctx0" brushRef="#br0" timeOffset="103027.4">9632 5246 59 0,'0'0'191'0,"0"0"-21"0,0 0-20 0,0 0-16 15,0 0-3-15,0 0-4 0,15 1 3 0,-11 4-3 16,4 3-12-16,-2 3-8 0,2 0-12 0,-1 5 0 16,2 0-12-16,0 1-3 0,0-3-10 15,-2 1-6-15,3-1 0 0,-3 1-9 0,0 2-5 0,1-4-2 16,-2-4-3-16,-1 2-8 0,0-3 2 0,0 2-5 16,0-1-5-16,-2-2-2 0,3-1 0 15,-3 0-6-15,1-2-1 0,-4-4 0 0,4 7 4 16,-4-7 0-16,3 6 18 0,-3-6 6 0,0 0 8 0,7 3-6 15,-7-3-2-15,0 0 2 0,11-12-8 0,-6 4-1 16,2-2 6-16,1-1-3 0,2-3-4 16,0-2 1-16,2-9-9 0,1 2 3 0,0-2-3 0,1 2-2 15,-2-1-12-15,1 2-8 0,-3 5-11 0,-3-1-17 16,0 4-14-16,-1 4-30 0,1 1-33 0,-4 3-32 16,1 2-33-16,0-1-35 0,-4 5-5 0,7-4-4 15,-7 4 6-15,0 0-120 0,0 0-344 0,11 6 152 16</inkml:trace>
  <inkml:trace contextRef="#ctx0" brushRef="#br0" timeOffset="103312.89">10064 5350 11 0,'1'7'150'0,"-1"-7"-7"0,3 12-11 0,-2-7 7 16,0 5-2-16,0-3-13 0,1 3-9 15,0-2-11-15,0 1-11 0,0-2 1 0,1 2-6 0,2-4-9 16,-1 3 3-16,-2-2-5 0,6 2 7 0,-3-3-12 15,1-1-3-15,4 1 2 0,0-1-2 0,1-3-3 16,2-1-3-16,-2-2-7 0,2-1-1 0,-1 1-5 16,-2-2-2-16,2-2-5 0,-2 2 5 0,-1-4-7 15,-1 0 3-15,0-1-2 0,-4 0-2 16,-2 3-4-16,1-4-2 0,-3-1-8 0,0-1 3 0,-3-2-1 16,0 2-2-16,-3 2-9 0,-2-4-3 0,1 6-5 15,-2-1-5-15,-1 1-11 0,-1 3-13 0,-2-1-16 16,0 4-17-16,1 2-16 0,-2 1-21 0,-2 5-30 15,4-1-36-15,0 2-34 0,-1 4-146 0,5-5-363 16,3 1 162-16</inkml:trace>
  <inkml:trace contextRef="#ctx0" brushRef="#br0" timeOffset="103566.32">10418 5187 18 0,'1'-5'289'0,"-1"5"-14"16,0-12-16-16,0 12-31 0,0-9-26 0,0 9-20 15,0 0-19-15,0 0-20 0,3-5-14 0,-3 5-16 16,0 0-7-16,5 21-10 0,-4-9-8 0,3 3-12 16,-2 2-5-16,1 0-7 0,0 2-4 0,-1 1-7 15,2-1-4-15,-1 2-4 0,-1-4-4 0,1 2-14 16,2-3-26-16,-3-2-22 0,2 3-36 0,-1-4-33 15,-1-3-40-15,2 1-42 0,0-3-47 16,-2-1-130-16,-2-7-376 0,8 11 166 0</inkml:trace>
  <inkml:trace contextRef="#ctx0" brushRef="#br0" timeOffset="103783.53">10657 5129 212 0,'1'-5'256'15,"-1"5"-24"-15,0-11-13 0,0 11-29 0,0-7-16 0,0 7-23 16,0 0-9-16,0 0-4 0,0 0-5 0,0 0-7 16,5 31-14-16,-5-17-7 0,0 4-8 0,0 0-2 15,-1 1-5-15,0 0-17 0,1 1-6 16,1 1-5-16,0 5-2 0,-1-8-13 0,0-1-1 0,2 1-16 16,-1-3-19-16,0 2-28 0,-1-1-38 15,-1-4-44-15,3-2-43 0,-2 0-45 0,0 1-31 0,0-1-141 16,0-10-388-16,-5 14 172 0</inkml:trace>
  <inkml:trace contextRef="#ctx0" brushRef="#br0" timeOffset="103951.48">10634 5240 101 0,'0'0'183'16,"9"-3"-14"-16,-9 3-21 0,11 0-26 0,0 0-23 15,-3-2-49-15,-8 2-19 0,25 6-34 0,-13-2-29 16,0 1-18-16,2 4-17 0,-1 2-59 0,-3-2-135 16,1 4 60-16</inkml:trace>
  <inkml:trace contextRef="#ctx0" brushRef="#br0" timeOffset="104262.61">10827 5427 104 0,'0'0'157'0,"0"0"-7"16,0 0-9-16,0 0-4 0,15-19-1 0,-15 19-11 15,9-15 6-15,-1 5 0 0,-3 0-14 0,2-4-2 16,3 2-6-16,-3-1-8 0,2 0-4 0,1-1 1 16,-3-1-8-16,2-1-2 0,-2 3 0 0,-3 3 4 15,-3 0-1-15,3 2 1 0,-1 2-2 0,-3 6-3 16,4-11-4-16,-4 11-18 0,1-5-10 0,-1 5-9 16,0 0-5-16,0 0-4 0,0 0-7 0,0 0 5 15,0 0-20-15,-18 12-6 0,12-3-12 0,-1 0-11 16,3 1-12-16,1 1-5 0,1 1 2 0,0 4-2 15,2-4-8-15,2 2 4 0,-2-3-4 0,3 1 2 16,-2 3 0-16,2-1 6 0,-2-3 4 0,3 0 3 16,-2 0 0-16,2-1 3 0,-1 0 2 0,-2 1 4 15,-2-1 3-15,-2-1 0 0,2 1 3 0,-4-1 1 16,-4 1 0-16,0-1-14 0,-3 2-18 0,-4-2-28 0,2 1-44 16,-3-2-15-16,-1 1-221 0,-7 3-376 15,5-8 167-15</inkml:trace>
  <inkml:trace contextRef="#ctx0" brushRef="#br0" timeOffset="113354.56">7898 6488 11 0,'0'0'67'16,"0"0"-9"-16,0 0-6 0,0 0-1 0,0 0-9 15,0 0-2-15,0 0-3 0,0 0 1 0,0 0-2 0,0 0 0 16,0 0-2-16,0 0-12 0,0 0 6 0,0 0-1 16,0 0-7-16,0 0 9 0,0 0-5 0,0 0-1 15,0 0-1-15,0 0-1 0,0 0 1 16,0 0-2-16,0 0-3 0,0 0 4 0,0 0 0 16,0 0-2-16,0 0-3 0,0 0 2 0,0 0 1 0,0 0-6 15,0 0 6-15,0 0-3 0,0 0 2 16,0 0-5-16,0 0 0 0,0 0 1 0,0 0-4 15,0 0-4-15,0 0 8 0,0 0-13 0,0 0 7 16,0 0-3-16,0 0 4 0,0 0-4 0,0 0 1 16,0 0-6-16,0 0 11 0,0 0-5 0,0 0 1 0,0 0-8 15,0 0 9-15,0 0 1 0,0 0-1 16,0 0-4-16,0 0 6 0,0 0-7 0,0 0-1 16,0 0 3-16,0 0-1 0,0 0-5 0,0 0 8 15,0 0-2-15,0 0 3 0,0 0 3 0,0 0 5 16,0 0-6-16,0 0 8 0,0 0-7 0,0 0-1 15,0 0 5-15,0 0-7 0,0 0 7 0,0 0 0 16,0 0-8-16,0 0 9 0,0 0-4 0,0 0-5 16,0 0 2-16,0 0 3 0,0 0-6 0,0 0-2 15,0 0-3-15,0 0 11 0,0 0-6 0,0 0 0 0,0 0 5 16,0 0-6-16,0 0 1 0,0 0-1 0,0 0-3 16,0 0 3-16,0 0 1 0,0 0 6 0,0 0-6 15,0 0 1-15,0 0 3 0,0 0-2 16,0 0-1-16,0 0-1 0,0 0-2 0,0 0 8 0,0 0-7 15,0 0-1-15,0 0-2 0,0 0 1 0,0 0 1 16,0 0 2-16,0 0-4 0,0 0 3 0,0 0-3 16,0 0 3-16,0 0-4 0,0 0 14 0,0 0-15 15,0 0-1-15,0 0-2 0,0 0 5 0,0 0 1 16,0 0 1-16,0 0-1 0,0 0 2 0,0 0 0 16,0 0-1-16,0 0-4 0,0 0 5 0,0 0-6 15,0 0 1-15,0 0-1 0,0 0 3 0,0 0-4 16,0 0 4-16,0 0 0 0,0 0-2 0,0 0 1 15,0 0 3-15,0 0 2 0,0 0-4 0,0 0 0 16,0 0 1-16,0 0-3 0,0 0 3 0,0 0-5 16,0 0 4-16,0 0 0 0,0 0-1 0,0 0 3 15,0 0 1-15,0 0 2 0,0 0-5 0,0 0 7 16,0 0 1-16,0 0 1 0,0 0 2 0,0 0-2 16,0 0 2-16,0 0 7 0,0 0-6 0,0 0-6 15,0 0 3-15,0 0-1 0,0 0-1 0,0 0-3 16,0 0 0-16,0 0-1 0,-16-5-2 0,16 5 0 15,0 0 2-15,0 0 1 0,-8 3-3 0,8-3-1 16,0 0 6-16,0 0-10 0,-10 0 7 0,10 0-3 16,0 0 0-16,0 0 4 0,-9 1-1 0,9-1 0 15,0 0 4-15,0 0-3 0,-9 1-3 0,9-1-1 16,0 0 4-16,0 0-3 0,0 0 2 0,0 0 0 16,0 0 3-16,0 0 1 0,0 0-2 0,0 0 1 15,0 0 0-15,0 0-5 0,0 0 3 0,0 0 0 16,0 0-4-16,0 0 7 0,0 0-6 0,0 0 2 15,0 0-2-15,-7 1 2 0,7-1 0 0,0 0-1 16,0 0 0-16,0 0-4 0,0 0 2 0,0 0-2 16,0 0 0-16,0 0 0 0,0 0 2 0,0 0-4 15,0 0 2-15,0 0 3 0,0 0-2 0,0 0-3 16,0 0 0-16,0 0 2 0,0 0 0 0,0 0-3 16,0 0 3-16,0 0-3 0,0 0 6 0,0 0-3 15,0 0 2-15,0 0-1 0,0 0-2 0,0 0-1 16,0 0 0-16,0 0 0 0,0 0 0 0,0 0 2 15,0 0 0-15,0 0 2 0,0 0 0 0,0 0 0 16,0 0-2-16,0 0 0 0,0 0 1 0,0 0 0 16,0 0 0-16,0 0 1 0,0 0-1 0,0 0 2 15,0 0-2-15,0 0 1 0,0 0-2 0,0 0 0 16,0 0-1-16,0 0 0 0,0 0 2 0,0 0 0 16,0 0 0-16,0 0-2 0,0 0 4 0,0 0-4 15,0 0 6-15,0 0-5 0,0 0 3 0,0 0-2 16,0 0 1-16,0 0 4 0,0 0 5 0,0 0 4 15,0 0 0-15,0 0-2 0,0 0 4 0,0 0-1 16,0 0 4-16,0 0-3 0,0 0 0 0,0 0 0 0,0 0-2 16,0 0-2-16,0 0 10 0,0 0-10 15,0 0-8-15,0 0 5 0,0 0-2 0,0 0 2 16,0 0 0-16,0 0-6 0,0 0 1 0,0 0-2 16,0 0 2-16,0 0 0 0,0 0-3 0,0 0 2 15,0 0-1-15,0 0-3 0,0 0 2 0,0 0-2 16,0 0 1-16,0 0 0 0,0 0-3 0,0 0 3 15,0 0-1-15,0 0 2 0,0 0-4 0,0 0 2 16,0 0 0-16,0 0 0 0,0 0 0 0,0 0 0 16,0 0 0-16,0 0 1 0,0 0-1 0,0 0-1 15,0 0 1-15,0 0-3 0,0 0 8 0,0 0-7 16,0 0-1-16,0 0 2 0,0 0-3 0,0 0-16 0,0 0 5 16,0 0 7-16,0 0-3 0,0 0-4 15,0 0 3-15,0 0 2 0,0 0 2 0,0 0 1 16,0 0 1-16,0 0 0 0,0 0-5 0,0 0 8 15,0 0-3-15,0 0-3 0,0 0 5 0,0 0-4 0,0 0 6 16,0 0 2-16,0 0-1 0,0 0 1 0,0 0-2 16,0 0 2-16,0 0-3 0,0 0 0 0,0 0 4 15,0 0-2-15,0 0 1 0,0 0 3 16,0 0-4-16,0 0-1 0,0 0 5 0,0 0-1 16,0 0-2-16,0 0 1 0,0 0-3 0,0 0 1 0,0 0-1 15,0 0 1-15,0 0 1 0,0 0-2 16,0 0 4-16,0 0-3 0,0 0 2 0,0 0 1 15,0 0-6-15,0 0 3 0,0 0 0 0,0 0 1 16,0 0-1-16,0 0 1 0,0 0 1 0,0 0-4 16,0 0 4-16,0 0-1 0,0 0 2 0,0 0-2 0,0 0-1 15,0 0 1-15,0 0 3 0,0 0-2 0,0 0 3 16,0 0 0-16,0 0-4 0,0 0 2 16,0 0 0-16,0 0-4 0,0 0 5 0,0 0 4 15,0 0-6-15,0 0 2 0,0 0-3 0,0 0 2 16,0 0 2-16,0 0-3 0,0 0 3 0,0 0-4 0,0 0 5 15,0 0-4-15,0 0 2 0,0 0 1 0,0 0-3 16,0 0-1-16,0 0 3 0,0 0 2 16,0 0-7-16,0 0 3 0,0 0 0 0,0 0 8 15,0 0-6-15,0 0 10 0,0 0-2 0,0 0 4 16,0 0-5-16,0 0 3 0,0 0-1 0,0 0-2 0,0 0-1 16,0 0 2-16,0 0-6 0,0 0 10 0,0 0-3 15,0 0-1-15,0 0-1 0,0 0 0 16,0 0-1-16,0 0-1 0,0 0-4 0,0 0-1 15,0 0 2-15,0 0 2 0,0 0-2 0,0 0 1 16,0 0-3-16,0 0 5 0,0 0-5 0,0 0-4 0,0 0 2 16,0 0 2-16,0 0-2 0,0 0 4 0,0 0-6 15,0 0 7-15,0 0-5 0,0 0-4 0,0 0 0 16,0 0 6-16,0 0-4 0,0 0-2 16,0 0 2-16,0 0 3 0,0 0-4 0,0 0 0 15,0 0 0-15,0 0-1 0,0 0 1 0,0 0 1 16,0 0-2-16,0 0 1 0,0 0 1 0,0 0-1 0,0 0 6 15,0 0-5-15,0 0 0 0,0 0-1 0,0 0 2 16,0 0 0-16,0 0-3 0,0 0 3 0,0 0-3 16,0 0 3-16,0 0-2 0,0 0 1 0,0 0-2 15,0 0 3-15,0 0-1 0,0 0 1 16,0 0 1-16,0 0-1 0,0 0-1 0,0 0 0 0,0 0-2 16,0 0 2-16,0 0 0 0,0 0 0 0,0 0 2 15,0 0-1-15,0 0-7 0,0 0 7 16,0 0-2-16,0 0 4 0,0 0-1 0,0 0-1 0,0 0-1 15,0 0 3-15,0 0-2 0,0 0 1 16,0 0 0-16,0 0-4 0,0 0 5 0,0 0-3 0,0 0 2 16,0 0-2-16,0 0 4 0,0 0-2 0,0 0-4 15,0 0-3-15,0 0 4 0,0 0 1 0,0 0 3 16,0 0-1-16,0 0 4 0,0 0-7 0,0 0 5 16,0 0 0-16,0 0-6 0,0 0 3 0,0 0 0 15,0 0 0-15,0 0 1 0,0 0-3 0,0 0 3 16,0 0 0-16,0 0 1 0,0 0 0 0,0 0-3 15,0 0 4-15,0 0-3 0,0 0 1 0,0 0 0 16,0 0 1-16,0 0-2 0,0 0 4 16,0 0-1-16,0 0-2 0,0 0 0 0,0 0 4 15,0 0-2-15,0 0-1 0,0 0-5 0,2-18 1 0,-2 18 3 16,0 0 2-16,0 0 0 0,-5-5-6 0,5 5 1 16,0 0-1-16,-5-9 2 0,5 9 4 0,-2-5-1 15,2 5 1-15,0 0-6 0,-4-6 1 0,4 6 4 16,0 0-4-16,0 0 2 0,-4-6-1 0,4 6 1 15,0 0 2-15,0 0-3 0,0 0 0 0,0 0-4 16,0 0 4-16,0 0-8 0,0 0 1 0,0 0 0 16,0 0 1-16,0 0 0 0,0 0 4 0,-5 27-4 15,5-15 3-15,0 2-4 0,-2 5 5 0,2-2-5 16,-1 2 8-16,0-2-3 0,0 2 1 0,-1-1 1 16,1 0 2-16,-1-1 3 0,0 0 0 0,2-1-5 15,0 0 4-15,2-3 0 0,-4-2-3 0,2 0 5 16,0 1-6-16,-1-1 5 0,1-1 2 0,-1-3 0 15,2 2-5-15,-2-1 0 0,1-8 5 0,0 14-6 16,0-7 5-16,0-7-2 0,0 11-15 16,0-11-25-16,0 0-22 0,0 0-27 0,0 14-26 0,0-14-29 15,0 0-21-15,-4 7-131 0,4-7-318 0,0 0 140 16</inkml:trace>
  <inkml:trace contextRef="#ctx0" brushRef="#br0" timeOffset="113745.36">7811 6340 121 0,'15'-8'139'0,"3"1"-17"0,-1 2-20 16,-4 3-12-16,2 2-6 0,-1 0-9 0,-2 2-5 15,0 2-12-15,1-1 7 0,-3 5-11 0,-2-1-10 16,0 4-4-16,-1 3-4 0,-1 2 11 0,-2-4-15 15,0 3-15-15,-1 2 14 0,-2 0-5 0,-2-5-4 16,-1 5 1-16,0-2-9 0,-2 1 1 0,-1-6 1 16,-2 1 3-16,1-1-4 0,-2 0-1 15,1-2 0-15,2-2-7 0,-3 0 8 0,0-2 5 16,3 0 5-16,-1-3 14 0,6-1 0 0,-11 5 7 0,11-5 4 16,-8 0 1-16,8 0 0 0,0 0 2 15,0 0-3-15,-11 0-9 0,11 0-3 0,0 0-8 0,0 0-5 16,0 0-2-16,0 0-5 0,-2 7-3 15,2-7-1-15,0 0 0 0,13 11-1 0,-6-2-2 0,2-1-1 16,0 0-2-16,1 2 2 0,3-1-1 0,1 2-1 16,0 0-12-16,2 0-22 0,0-3-33 0,-2 1-23 15,5-1-10-15,-1-1-24 0,-1 0-13 16,-1-1-13-16,-3-3-106 0,1 2-269 0,-3-4 118 16</inkml:trace>
  <inkml:trace contextRef="#ctx0" brushRef="#br0" timeOffset="114013.08">8274 6570 162 0,'-1'-11'178'15,"1"11"-8"-15,0 0-18 0,0-11-19 0,0 11-11 16,0 0-15-16,0 0-7 0,0 0-11 0,0 0-2 0,0 0-2 16,0 0-2-16,1 32 3 0,-2-21-1 0,0 4-2 15,0 1 2-15,-2 1-5 0,1 0-7 16,-1 1-4-16,1-1-3 0,2 0-2 0,-2 2-6 15,0-8-3-15,-1 5-7 0,3-5 1 0,-1 1-3 16,3 0-10-16,-2 1-7 0,-1-2 2 0,1-2-6 0,0-9 0 16,4 16-1-16,-1-9-3 0,0-1-2 0,-3-6-1 15,10 12 0-15,-4-7-11 0,-6-5-17 16,15 6-11-16,-4-4-33 0,1-2-34 0,7-6-39 16,2 3-23-16,6-7-33 0,-1 1-157 0,0-4-367 15,2 0 163-15</inkml:trace>
  <inkml:trace contextRef="#ctx0" brushRef="#br0" timeOffset="114178.03">8829 6629 15 0,'9'-1'128'0,"-9"1"-13"16,12 1-12-16,-12-1-14 0,12 0-25 0,-4 0 1 15,-8 0-33-15,14 3-23 0,-5-1-15 16,-2 0-6-16,-2 1-9 0,-1 1-11 0,1 0-16 0,-2 3-36 15,-1-1-90-15,-2-6 39 0</inkml:trace>
  <inkml:trace contextRef="#ctx0" brushRef="#br0" timeOffset="114300.98">8905 6702 40 0,'0'0'41'0,"-4"9"3"0,1-2 12 0,3-7 2 0,-6 7 13 15,2-4 10-15,4-3 0 0,-6 9-7 16,6-9 3-16,-4 5 1 0,4-5 0 0,-3 8-7 16,3-8 3-16,0 0-7 0,0 0-1 0,0 0-8 15,5 11-1-15,-1-8 1 0,-4-3-16 0,14 4 9 16,-2-2-29-16,6-1-24 0,2-1-43 0,6-3-46 0,2-1-111 15,0-1-217-15,1-2 96 0</inkml:trace>
  <inkml:trace contextRef="#ctx0" brushRef="#br0" timeOffset="114550.85">9530 6416 137 0,'1'-10'254'0,"1"1"-4"15,-2 3-5-15,2-2-16 0,-2 8-18 0,0-10-22 16,0 10-23-16,0 0-15 0,0 0-18 0,0 0-11 16,0 0-10-16,3 26-3 0,-4-9-2 0,1 7-2 15,-4 5-4-15,2-2-10 0,1 2-7 0,-1 0-6 0,0-1-10 16,2-2-6-16,-1 2-8 0,-2-3-4 16,2 0-3-16,-2-6-5 0,3 5 4 0,0-3-11 15,-1-1-24-15,0-3-22 0,2 1-29 0,-2 0-30 16,1 1-41-16,0-4-46 0,1-4-43 0,0 2-40 15,-2-2-170-15,1 0-445 0,0-11 197 0</inkml:trace>
  <inkml:trace contextRef="#ctx0" brushRef="#br0" timeOffset="114814.29">9930 6444 264 0,'5'-6'258'15,"-3"-1"-21"-15,1 1-22 0,-3 6-24 0,4-7-19 16,-4 7-23-16,0 0-13 0,0 0-10 0,0 0-7 16,0 0-7-16,6 23 6 0,-6-7-5 0,1 2-11 15,1 6-1-15,-2-5-15 0,-3 1-7 0,2 1-10 16,-1-6-5-16,2 6-7 0,-1-5-4 0,0 1-5 0,0 2-3 16,-1-3-6-16,2 0 0 0,0-4-4 15,-1 1-7-15,0-1-3 0,1 0-25 0,-2-2-29 16,2-10-34-16,-1 19-33 0,1-9-35 0,0-10-34 15,0 11-30-15,0-11-38 0,-2 9-129 0,2-9-391 0,0 0 173 16</inkml:trace>
  <inkml:trace contextRef="#ctx0" brushRef="#br0" timeOffset="115083.15">10233 6469 4 0,'2'-5'220'0,"-2"5"-9"15,4-7-10-15,-4 7-13 0,0 0-10 0,6-5-16 16,-6 5-12-16,0 0-9 0,0 0-14 0,0 0-9 16,-20 15-11-16,8-4-4 0,-2-2-11 0,-1 3-8 15,-3-1-8-15,3 2-5 0,-2 2-7 0,-3 1-3 16,11-3-5-16,-4 0-9 0,-1-4-3 0,2 4-4 0,5-5-7 16,-2 4 1-16,4-2-3 0,2-3-5 15,-1 1-2-15,0 2-3 0,3 0-1 0,0-3-2 16,1-7 0-16,4 18 0 0,-1-10-2 0,4 0 1 15,-1-2-10-15,7 0-15 0,0-4-27 0,6 4-28 16,4-5-41-16,3-1-43 0,3 0-30 0,-1-1-37 16,-7 0-133-16,0-3-376 0,7 3 167 0</inkml:trace>
  <inkml:trace contextRef="#ctx0" brushRef="#br0" timeOffset="115533.25">10659 6742 216 0,'0'0'234'0,"0"0"-4"0,8 0-11 0,-8 0-12 16,0 0-15-16,0 0-18 0,0 0-16 0,0 0-16 15,0 0-19-15,14-1-6 0,-14 1-12 0,8-2-10 16,-8 2-11-16,11-4-7 0,-3 0-11 0,0 1-7 16,-2 0-2-16,3-2-9 0,1 1-5 0,-2 1 0 15,0-1-7-15,2-3 1 0,-4 4-9 0,-1-1 0 16,-1-4-5-16,0 2-1 0,-2 1-4 0,1-4-3 15,-2-3-5-15,-1 2 3 0,-1-1-3 0,0-3-3 16,-1 2-1-16,-1-4 0 0,1 5-2 0,-2-6 4 16,3 5-5-16,-1 1 2 0,2-1-1 0,-2 2 0 15,2 2 2-15,0 8-4 0,2-12 1 0,0 5-2 16,1 1-5-16,6-1 7 0,-3 6-6 0,2-2 2 16,-3-1-5-16,5 3 1 0,0 1 3 0,-2 3-2 15,2 0 5-15,3 3-2 0,-4 1-4 0,-1 1 3 0,1 3-5 16,-1 0 6-16,-2 2-2 0,1 2 2 15,-5 1-2-15,-2-5 2 0,0 6 0 0,-7-2 0 16,3 4-1-16,-2-2 1 0,-3 1 2 0,4-4-4 16,-2 1 3-16,2-2 1 0,0-4 2 0,3 2 7 15,0-1-15-15,-3-1 5 0,5-9 1 0,0 15 0 16,0-15-8-16,8 11 0 0,-3-7-11 0,9-1-8 16,-1 1-21-16,5-4-11 0,4-1-21 0,7-2-36 15,-1-1-29-15,4-2-30 0,-3-1-38 0,-9 2-132 16,0-2-371-16,-1 0 164 0</inkml:trace>
  <inkml:trace contextRef="#ctx0" brushRef="#br0" timeOffset="116490.17">7593 7642 129 0,'-8'-6'180'16,"8"6"-3"-16,-7-1-1 0,7 1-10 0,-6-4-14 15,6 4-11-15,0 0-17 0,-8-3-11 0,8 3-13 16,0 0-14-16,0 0-8 0,0 0-7 0,0 0-4 15,0 0-10-15,22-6-6 0,-3 2-5 0,1 4-2 16,11-4-5-16,0 0-6 0,2 1-11 0,1-3-18 16,-2 1-13-16,0 2-14 0,-4 0-27 0,-7 3-18 15,1-2-18-15,-1 1-16 0,-4-1-13 0,-3 2-15 16,-2 0-116-16,-6 2-266 0,-6-2 118 0</inkml:trace>
  <inkml:trace contextRef="#ctx0" brushRef="#br0" timeOffset="116948.35">7779 7596 50 0,'0'0'139'0,"0"0"-17"0,0 0-7 0,0 0-17 16,-13 4 4-16,13-4 17 0,-1 15-4 0,1 2-4 16,1 8 10-16,-1 4-8 0,1-3-4 0,-2 6-4 15,2-3-2-15,-1 1 2 0,2-1-6 0,-1-3-5 16,1 3-11-16,-2-1-8 0,2-2-5 0,-1 0-4 0,3-7 0 15,-3-2-4-15,0 2-6 0,2-3-6 16,-1 0-4-16,1-5-3 0,-1 1 0 0,0-2-9 16,-1 2-5-16,2-5 0 0,-2 2-4 0,0-2-1 0,-1-7-3 15,3 13-3-15,-3-10 2 0,0-3-4 0,2 9-1 16,-2-9 0-16,0 0 2 0,0 8-1 0,0-8 0 16,0 0-4-16,0 0-3 0,0 0 2 15,0 0-5-15,-13-1 5 0,13 1-3 0,0 0-1 16,-19-6 0-16,14 3-1 0,-1-1-3 0,-2 1-2 0,2 0 3 15,6 3-6-15,-16-4 6 0,10 1-2 0,-2 0 0 16,1 0 0-16,7 3-2 0,-14-2 1 16,14 2-1-16,-13-2 0 0,13 2 0 0,-8-1-1 15,8 1-3-15,-6-2 3 0,6 2-9 0,0 0 3 0,0 0-1 16,0 0 5-16,0 0-3 0,0 0 4 0,0 0-4 16,0 0 9-16,11 16-6 0,1-14 6 15,-1 1-3-15,3-1 0 0,6 1-6 0,0-2-11 16,8 0-14-16,-1-1-13 0,4 0-12 0,-1-4-23 15,0 1-21-15,-2 2-27 0,-1-3-18 0,1-1-17 0,-8 3-9 16,1-2-15-16,-5 1-98 0,-2 0-306 0,-2-2 135 16</inkml:trace>
  <inkml:trace contextRef="#ctx0" brushRef="#br0" timeOffset="117256.21">8182 7968 174 0,'0'-8'203'0,"0"8"-1"0,0 0-4 0,-1-10-14 15,1 10-14-15,0 0-18 0,0 0-16 0,0 0-10 16,0 0-18-16,0 0-7 0,0 0-3 16,0 0 3-16,0 0 6 0,4 30-8 0,-3-18-3 0,-1 0-3 15,3 6-6-15,-3-3-5 0,1 0-9 0,2 0-9 16,-2-1-3-16,-1 0-3 0,1-2-7 0,-1 0-4 16,2 2-6-16,-1-4-2 0,-1 1-3 0,1-2-3 15,-1 2-4-15,2-2-2 0,-2-1-3 0,1 0 1 16,1-2-5-16,-2-6-1 0,4 12 4 0,-4-12-9 15,3 8 0-15,-2-4 3 0,-1-4-4 0,4 9-2 16,-4-9 2-16,4 4-1 0,1 0 0 0,-5-4-3 16,14 3 0-16,-4-3-4 0,-1 0-7 0,5 0-19 15,-1-3-18-15,7-1-22 0,0 1-21 0,1-1-33 16,7-2-29-16,-1-1-42 0,0-1-28 0,0 0-27 16,-8 1-128-16,7-2-399 0,-7 0 176 0</inkml:trace>
  <inkml:trace contextRef="#ctx0" brushRef="#br0" timeOffset="117478.85">9052 7921 222 0,'0'0'219'0,"2"-6"-7"0,-2 6-4 0,0 0-14 0,0 0-13 16,0 0-14-16,0 0-16 0,0 0-17 0,12-1-13 15,-12 1-10-15,12-1-13 0,-1 1-7 0,3 0-10 16,-2 0-5-16,10-2-18 0,-1-1-21 0,0 1-25 16,-2 2-37-16,1 0-34 0,0 0-41 15,-1-1-27-15,-5-1-32 0,-1 4-159 0,0-1-343 0,-3-1 152 16</inkml:trace>
  <inkml:trace contextRef="#ctx0" brushRef="#br0" timeOffset="117666.32">9080 8046 190 0,'0'0'202'0,"-5"1"2"15,5-1-6-15,0 0-11 0,0 0-17 0,0 0-16 16,0 0-14-16,-3 7-14 0,3-7-8 0,0 0-14 16,13 4-7-16,-3-1-8 0,1-3-16 0,4 0-25 15,5 0-33-15,8 0-41 0,0-3-47 0,-7-1-49 16,7 1-54-16,-9 0-111 0,-1 0-310 0,0 0 137 15</inkml:trace>
  <inkml:trace contextRef="#ctx0" brushRef="#br0" timeOffset="119105.8">10484 7574 65 0,'-2'-7'214'0,"-1"-1"-20"0,-1-3-7 0,2 2 0 16,0 5 2-16,2 4-9 0,-2-13-16 0,2 13-15 15,-1-7-20-15,1 7-12 0,0 0-14 0,0 0-13 16,0 0-10-16,0 0-10 0,0 0-6 0,0 0-8 16,24 26 0-16,-15-10-8 0,5 4-3 0,-1 4-8 15,1 0 2-15,-2 2-5 0,0 0 0 16,0-2-6-16,0 0 0 0,0-2-5 0,-2-4-4 0,-2 0 4 16,-1-1-6-16,2-1 3 0,-1 0-7 0,-3-2 1 15,1 0-3-15,1-3 1 0,-1-2-1 0,1 3 0 16,-2-4 0-16,0 1-2 0,0-1-1 0,-2-3-1 15,-1 1 1-15,-2-6-3 0,5 9 3 0,-1-5-1 16,-4-4 11-16,4 5 12 0,-4-5 3 0,0 0-1 16,0 0 1-16,0 0-2 0,0 0-3 0,11-15 6 15,-5 5-3-15,-1 0-9 0,3-6 2 0,0-3-4 16,3-5 1-16,-1-1-2 0,-3-2-1 0,5 1-5 16,1-1-3-16,-4-1 2 0,1-1 5 0,1 3-8 15,0 0 0-15,-2 2-3 0,-3 7 3 0,-2 1-4 16,-1 3 3-16,1 2-2 0,-1 1-1 0,-1 2-2 15,0 4-4-15,-2 4-3 0,4-13-11 0,-4 13-25 16,1-7-21-16,-1 7-15 0,0 0-11 0,0 0-11 16,0 0-23-16,0 0-8 0,0 0-22 0,16 20-11 15,-12-11-22-15,3 6-24 0,-2 0-125 0,-4 1-359 16,0 0 159-16</inkml:trace>
  <inkml:trace contextRef="#ctx0" brushRef="#br0" timeOffset="119401.93">10417 8115 63 0,'-13'4'147'0,"4"0"-10"0,0-2-8 0,2 1-15 16,7-3-14-16,-7 5-5 0,7-5 0 0,0 0 6 0,0 0 13 15,23 9-3-15,-3-8 0 0,15-2-7 0,4-2-7 16,19-1-3-16,-2 0-12 0,-4-3-5 16,3-1-2-16,0-1-10 0,-2 2-7 0,-2 2-3 15,-15-3-7-15,0 6-6 0,-1-2-2 0,0 0-13 16,-2 1-12-16,-4 0-12 0,-2 0-17 0,-5 2-21 0,0 1-14 16,-4 0-21-16,2 0-24 0,-2 1-13 0,-7 1-25 15,0-1-23-15,-2 1-103 0,-2-1-278 16,-7-1 123-16</inkml:trace>
  <inkml:trace contextRef="#ctx0" brushRef="#br0" timeOffset="119819.17">10707 8351 12 0,'-3'-7'223'0,"3"7"-15"0,0 0-21 0,-4-9-19 16,4 9-22-16,0 0-14 0,0 0-12 0,0 0-4 0,0 0-13 15,0 0-16-15,0 0 1 0,0 0-1 16,9 28 1-16,-6-11-4 0,-1 0-7 0,2 1 3 16,-3-2-5-16,3 7-4 0,-1-3-6 0,-1-2-10 15,0 0-5-15,-1 0-2 0,0 0-5 0,3-1-4 0,-4-1-5 16,1 1-7-16,0-2 2 0,-2-1 0 16,2 0-2-16,-1-6-1 0,2 3-5 0,-2-4-6 15,0 1-18-15,1-1-13 0,-1-7-16 0,0 12-15 16,0-12-16-16,-1 9-15 0,1-9-6 0,-2 6-6 0,2-6-5 15,0 0-37-15,0 0-14 0,0 0-27 0,0 0-111 16,0 0-307-16,0 0 136 0</inkml:trace>
  <inkml:trace contextRef="#ctx0" brushRef="#br0" timeOffset="120172.14">10714 8304 28 0,'4'-5'143'0,"0"-2"-10"0,1 3 6 0,4 0-2 16,-1 2-11-16,-1-2 0 0,5 1 0 0,-1 2-16 16,-3 1-7-16,2 1-8 0,-2 1-13 15,1-1-6-15,-3 5-4 0,1-3-6 0,-1 2-7 16,-2 3-5-16,1-4-6 0,0 2-2 0,-4 1-5 0,1 1-7 16,-2-8 0-16,0 11 2 0,0-11-3 0,-3 14 2 15,-3-6 1-15,2-2-8 0,-4 1-3 0,2 1 2 16,1-4 0-16,-2 0-4 0,1 1-7 0,-2 0 7 15,3-1-2-15,0-1 3 0,5-3-9 0,-8 3 4 16,8-3 3-16,-7 6-8 0,7-6 1 0,0 0-3 16,0 0-7-16,-10 2 1 0,10-2 2 0,0 0-5 15,0 0-2-15,2 9 5 0,-2-9-2 0,0 0 0 16,11 11-2-16,-5-6-1 0,1 1-1 0,2 2-1 16,1-1 6-16,6 1-2 0,-4-3-11 0,0 4-11 15,1 1-22-15,1 0-19 0,-2-6-23 0,4 3-11 16,-1-2-26-16,-2 0-16 0,0-2-14 0,0 2-128 15,-2-1-301-15,0-1 134 0</inkml:trace>
  <inkml:trace contextRef="#ctx0" brushRef="#br0" timeOffset="120499.14">11150 8417 98 0,'4'-7'209'0,"-4"7"6"0,0-9 3 0,0 9-1 16,1-8-12-16,-1 8-13 0,3-7-17 0,-3 7-18 15,0 0-13-15,0 0-20 0,0 0-13 0,0 0-6 0,0 0-4 16,0 0-10-16,0 0-6 0,4 27-5 16,-4-15-6-16,1 3-3 0,-1 2-2 0,3 0-8 15,-2 1-2-15,-1-1-5 0,0 0-5 0,0 2-3 16,0-3-4-16,0 2-1 0,0-2-7 0,1 0-3 0,-1-4-3 16,1 0-2-16,-1-1 0 0,0 1-4 15,0-5 1-15,1 3-5 0,-1-3 1 0,0 1-3 16,0-8-5-16,2 9 3 0,-2-9-2 0,1 8 1 15,-1-8-1-15,1 7 2 0,-1-7-5 0,0 0 3 0,5 4 0 16,-5-4-5-16,10 0 1 0,-10 0 0 0,17-1 2 16,-6-1-14-16,6-4-10 0,1 2-16 0,3 2-19 15,6-4-23-15,-6-1-32 0,0 4-26 0,1-4-34 16,4-2-42-16,-5 1-20 0,-3 5-188 0,-4-2-447 16,2-1 198-16</inkml:trace>
  <inkml:trace contextRef="#ctx0" brushRef="#br0" timeOffset="120801.62">12107 8080 115 0,'0'0'218'0,"-7"-4"-6"15,7 4-6-15,-7-2-3 0,7 2-10 0,0 0-14 0,0 0 1 16,0 0-17-16,-9-3-19 0,9 3-17 0,0 0-12 16,0 0-9-16,0 0-10 0,22-4-9 15,-12 4-18-15,3 0-24 0,0 1-35 0,-1-1-39 0,3 0-46 16,-1 0-38-16,0 0-41 0,-3 2-48 0,1-1-115 15,-4 2-341-15,-3-3 152 0</inkml:trace>
  <inkml:trace contextRef="#ctx0" brushRef="#br0" timeOffset="120968.62">12086 8222 181 0,'0'0'239'0,"0"0"-1"0,0 0-6 16,0 0-9-16,-5 4-16 0,5-4-20 15,0 0-20-15,0 0-17 0,0 0-15 0,0 0-11 0,0 0-16 16,19 3-29-16,-8-3-33 0,1 0-51 0,-1 0-50 16,9 0-56-16,-3 0-63 0,2-3-155 0,-2 2-356 15,-3-2 158-15</inkml:trace>
  <inkml:trace contextRef="#ctx0" brushRef="#br0" timeOffset="122152.43">13365 7718 15 0,'-5'-6'183'0,"5"6"-4"15,0 0-18-15,-6-5-8 0,6 5-20 0,0 0-9 16,0 0-19-16,0 0-5 0,0 0-7 0,-14 9 2 16,9-3-3-16,5-6-11 0,-4 9-6 0,2-2-10 15,2-7-8-15,-4 13-3 0,4-3-4 0,0-1-6 0,2 1-3 16,0-2-3-16,2 3-2 0,0-2 0 16,3 1 0-16,1-1-7 0,2 5-2 0,-1-4-5 15,3 2-4-15,-1 1 6 0,2-2 0 0,1 1-5 16,-5-3 1-16,1 2-2 0,0-3-2 0,-1 2-3 0,-1 1 2 15,2-2-2-15,-5 1 1 0,1 1-1 0,-2-2-5 16,-1-1 0-16,1 1 0 0,-2-2 0 0,0 4 3 16,-2-6-1-16,0 3 0 0,0-8-3 15,-8 12 2-15,3-5 3 0,-3-1-5 0,1-1-2 0,-3 0 0 16,2-1-15-16,-5 2-15 0,3-5-16 0,-1 0-25 16,-3 0-33-16,5-3-30 0,-2-2-17 0,-1 0-27 15,2-2-119-15,-1 0-316 0,-1-4 140 16</inkml:trace>
  <inkml:trace contextRef="#ctx0" brushRef="#br0" timeOffset="122277.28">13319 7761 22 0,'6'-10'125'0,"2"3"-5"0,1-2-4 16,1 3-12-16,5-4 0 0,-2 3-14 0,5 1-17 16,3-1-1-16,-2 0-19 0,6 2-37 0,-4 4-29 15,8-2-38-15,-2 1-88 0,-8 2-150 0,0 0 66 16</inkml:trace>
  <inkml:trace contextRef="#ctx0" brushRef="#br0" timeOffset="122863">13735 7884 11 0,'2'6'159'0,"-2"-6"-14"16,5 9-9-16,-3-2-8 0,0-1-2 0,0 1-3 15,0 1-6-15,2 1-6 0,-2 2-10 0,0-4-5 16,0 0-4-16,0 0-10 0,2-1 3 0,-3 1-1 16,-1-7-8-16,2 11-4 0,-2-11 0 0,0 8-4 15,0-8 2-15,2 6 4 0,-2-6 10 0,0 0 10 16,0 8 19-16,0-8 1 0,0 0-10 0,0 0-11 16,0 0-9-16,0 0-5 0,0 0-8 0,0 0-6 15,-15-15-10-15,13 8 0 0,-4-1-12 0,6-3-2 16,0 1-9-16,0-4 0 0,2-2-7 0,2-2-5 15,0 0-4-15,5-1-3 0,3-4-4 0,-2 6 3 16,7-3-9-16,-2 5 0 0,0 2-2 0,1 2-2 16,1 2-2-16,0 3-2 0,0 1 0 0,3 4 4 15,-1 2-5-15,-2 3 1 0,-1 4-1 0,0 2 5 16,-2 1-3-16,-1 0 0 0,1 4 2 0,-3-1-1 16,0-1 1-16,0 2 1 0,-4 1-1 0,0-2 2 15,-3-5-2-15,0 3 1 0,1-2-2 0,-4 0 3 16,1-4 0-16,0 0 1 0,-2-6 3 0,2 11 2 15,-2-11 0-15,0 0 2 0,-2 9 2 0,2-9 1 16,0 0-1-16,-5 4 2 0,5-4 7 0,0 0-7 16,0 0-1-16,0 0-3 0,-16-17 4 0,14 10-2 15,2 7-4-15,-2-15 0 0,2 6-3 0,2-1 0 0,2-2 4 16,-1-3 0-16,3 0-7 0,4 2 8 16,-1-3-13-16,1 3 2 0,0 6 0 0,-1-1 2 15,2 1-4-15,-1 1 1 0,0-1-1 0,-1 5-1 16,3 0-1-16,-3 3-1 0,2 2 2 0,1 2 1 0,-2 2-1 15,-1 1 2-15,3 0 0 0,-2 2-2 0,1 5 4 16,-3-2-1-16,-1 2 1 0,-3-3 2 16,0 4-1-16,0-4-20 0,-3-1-24 0,0 2-25 15,0 0-35-15,-1-3-46 0,2 3-38 0,-2-3-41 16,-2 1-190-16,2-11-454 0,0 14 202 0</inkml:trace>
  <inkml:trace contextRef="#ctx0" brushRef="#br0" timeOffset="123330.4">14478 7909 119 0,'4'-3'189'0,"-4"3"-22"0,0 0-15 0,0 0-13 0,0 0 1 16,0 0-7-16,0 0-4 0,1 18 4 0,-1-9-8 16,0 3-11-16,-3-1 1 0,2 0-16 15,2 1-10-15,-3 0-9 0,2 0-4 0,-2 0-10 0,2-2-3 16,0 0-4-16,-2-1-8 0,2-3-7 0,0-6-2 15,0 10 0-15,0-10 10 0,-2 7 13 16,2-7 14-16,0 0 6 0,0 0-5 0,0 0-7 16,0 0-10-16,0 0-5 0,0 0-4 0,0 0-4 15,-5-22-5-15,4 12-4 0,2-2-8 0,1-3 0 0,-1-2-2 16,3-1-4-16,1-3-7 0,3-2 0 0,2 0-3 16,0-3 1-16,-3 2-4 0,5 1-1 0,4 2-4 15,-5 6 3-15,2-1 1 0,-4 2 2 16,5 1-4-16,-6 4-3 0,-3 4-1 0,1 0-4 0,-2 1-2 15,2 2-1-15,-6 2-1 0,13 0 2 0,-4 4 4 16,1 4 2-16,-2 1 4 0,-1 0 2 0,1 6-5 16,-2 1 9-16,1 0 3 0,-1 3 0 0,1-1 5 15,-5 0-7-15,5 0 1 0,-5-1 5 16,1 0-9-16,1-2 2 0,0 3-2 0,-2-7-5 0,2 2 2 16,-1-1 2-16,-3-1-6 0,2-1-1 0,0 0 3 15,1-3-2-15,0 2 3 0,-2-3 3 0,-1-6-1 16,2 11-10-16,-2-11-8 0,1 8-14 0,-1-8-18 15,0 0-16-15,2 7-23 0,-2-7-26 0,0 0-35 16,0 0-54-16,0 0-40 0,0 0-40 0,-12 2-169 16,12-2-477-16,0 0 212 0</inkml:trace>
  <inkml:trace contextRef="#ctx0" brushRef="#br0" timeOffset="123486.1">14487 7978 22 0,'0'0'207'0,"0"0"-7"16,0 0-2-16,0 0-2 0,0 0-11 0,0 0-17 16,0 0-18-16,37-4-13 0,-18 4-11 0,2-3-38 15,8 2-37-15,0-2-62 0,1-1-76 0,-1 1-185 16,-2-3-295-16,-8 0 131 0</inkml:trace>
  <inkml:trace contextRef="#ctx0" brushRef="#br0" timeOffset="127248.13">4994 9871 99 0,'0'0'161'0,"-1"-10"-13"0,1 10-9 15,-5-6-2-15,5 6-12 0,-7-6-11 0,7 6-10 16,-9-4-8-16,9 4-8 0,-14-1-12 0,14 1-1 16,-18 3-4-16,5 1-4 0,1 3-5 0,0-1-2 0,-5 7-4 15,-4 2-4-15,6 0-3 0,-3 4-3 16,1 2-4-16,-1-1-3 0,2 0-2 0,3 2-4 16,0 2 0-16,0 1-3 0,3-1 13 0,0 1 0 0,1 0-3 15,0-2-2-15,5-3-5 0,3-1-2 16,-2 0 2-16,2-1-3 0,2-3-1 0,2 1 3 15,-1-1-3-15,3 1-2 0,0-5 1 0,3-2-3 16,-1 0-1-16,4 0-1 0,-1-1-2 0,8-1 4 16,-2-2-8-16,5 0 0 0,6-3-7 0,2-2-13 0,5 0-12 15,-1-4-11-15,0-1-16 0,-2-1-12 0,-1-1-20 16,1-2-8-16,-3 0-15 0,-1 1-5 16,-1-1-5-16,-2-5-8 0,-6 4 8 0,1 2 3 15,-2-4 1-15,-1 1 2 0,1-2 6 0,-2 2 11 16,-1-4 11-16,0 2 4 0,-2 0 10 0,-2-3 13 0,0 2 11 15,-2-1 15-15,-2 1 15 0,-2 2 3 0,0 2 21 16,-3-3 20-16,4 3 16 0,-3 0 11 0,-2 10-1 16,2-16-1-16,-2 16 8 0,1-10 9 15,1 5 6-15,-2 5 0 0,1-7-2 0,-1 7-12 16,0 0-8-16,0-9-7 0,0 9-9 0,0 0-5 0,0 0-4 16,0 0-3-16,0 0 1 0,4 22-2 15,-4-11-4-15,2 4-2 0,-2 1-1 0,3 3-4 16,0 0-5-16,-1-1 1 0,1 0-1 0,-1-1 0 15,3 4-1-15,-1-6-2 0,0 0-2 0,1-1-2 0,-1-2-1 16,1 0-1-16,0-4 1 0,1 3-2 0,2-3-2 16,-3 0 4-16,3 0-2 0,0-5 1 0,-2 1-2 15,2-1 0-15,0-3-5 0,3 1 1 16,-1-2-5-16,0-2-1 0,2 1 2 0,-2-5-8 16,3-3 0-16,0 0-2 0,0-3 1 0,0-1-2 15,-2-1-4-15,-1 0 2 0,4-8 1 0,-5 6 4 0,-1 0-3 16,-1-2 1-16,0 0 0 0,-1 3 1 0,-1 0 8 15,-2 4 6-15,-1 1 2 0,2 1 7 16,-1 2 7-16,-3 8 1 0,2-11-2 0,-2 11-4 16,3-10 0-16,-3 10-7 0,0 0-3 0,0 0-1 15,0 0-4-15,0 0 1 0,0 0 4 0,0 0-3 0,5 19 3 16,-4-6-1-16,2-1-4 0,-3 6 5 0,0-2-3 16,1-1 1-16,0 0-2 0,2 2-1 15,-2-1 2-15,2 1 0 0,2-7-1 0,-1 2 0 16,-1 0 0-16,0-1 1 0,2-1 1 0,0-2-2 0,0 3 3 15,3-4 1-15,-2 1-3 0,2-3 2 0,-1-1 3 16,4 1 1-16,-1-2-1 0,-1-2 0 0,3-1-1 16,-1-1 1-16,-2-3 1 0,4 0-1 0,-2-1-3 15,0 0 0-15,1-3 0 0,-3 0 1 16,4-3-5-16,-4 2 2 0,-3-3-6 0,5-3-2 16,-1 0-4-16,-4-1 1 0,-1 2 2 0,1-5-3 0,-5 3-1 15,-2 0 2-15,1-1-2 0,-2 2 0 0,1 2 4 16,-3-3-1-16,0 6 2 0,0-2-3 0,1 4 3 15,3 8 2-15,-11-12 1 0,8 7 1 0,3 5-3 16,-9-9 1-16,9 9-2 0,-7-5-3 16,7 5 4-16,0 0-5 0,0 0 2 0,0 0 6 0,0 0-5 15,0 0 2-15,0 0-1 0,0 0 3 0,0 0-1 16,0 0-2-16,26 24 1 0,-15-21 3 16,2 2-2-16,5-2 1 0,-1 1 4 0,-5-1-3 0,2 2-1 15,-2-2 2-15,-1 1 3 0,1-2-7 0,-2 2-3 16,-2-3 3-16,-2 2 1 0,2 1-1 0,-1-1 2 15,0 4 2-15,-2 1-4 0,0 1 4 0,-2-2-6 16,2 1 7-16,-3 3-3 0,0 0 0 0,-1-1-2 16,0 2 3-16,-1-1-2 0,0 1 4 0,-1 1 3 15,2-2-4-15,-2 1 1 0,2 0-1 0,-1-2-4 16,1 1 7-16,1-3-2 0,0 2-2 0,1-2 0 16,-1-1 2-16,2 0 1 0,-1-2-1 0,1 0 3 15,3 0 2-15,0-1-5 0,-1-1 2 0,2-2 4 16,1 1-1-16,1-2 0 0,0 0-1 0,2-2-2 15,-2-1 3-15,-1-2-2 0,4 0-3 0,-4 0 6 16,1-2 1-16,0 0-6 0,-1-3-5 0,-1 0-6 16,1-2 0-16,-1-4 1 0,0 1-1 0,-1 0-8 15,-2-2 0-15,0 2 3 0,-1-2 0 0,-3-1 4 16,0 2 0-16,-2 0-2 0,0 1 0 0,-1 3 0 16,1 2 10-16,-3 1 4 0,2 0 1 0,-1 3-2 15,3 6 2-15,-1-10 5 0,1 10-5 0,-3-9-4 16,3 9 1-16,0 0-6 0,-1-11 1 0,1 11-3 15,0 0 2-15,0 0 1 0,13 0 2 0,-13 0-2 16,16 7-1-16,-5-4 0 0,0 0 6 0,1 3-3 16,3 1 1-16,2 0-2 0,-5 0 2 0,-1-2-3 15,-2 4 4-15,4 1-4 0,-3-1 2 0,-1 1-1 16,1 1 1-16,-4-1 1 0,-1-1-4 0,0 4 7 16,1-3-5-16,-4 0 1 0,3 2 1 0,-2-1-3 15,-2 1 3-15,3-1 1 0,-2 0 2 0,1-1-1 16,-1-3-1-16,2 1-1 0,-1-2 3 0,-1 1-3 15,1 0 6-15,2 0-4 0,-2-3 1 0,3 0 5 16,0-2-4-16,-6-2 3 0,14 4 1 0,-14-4-4 16,18-1 6-16,-18 1-7 0,19-6 4 0,-8 2 1 15,-2-3-2-15,2 1 0 0,-2 0 0 0,0-4 2 16,0 3-2-16,0-2 1 0,0-4-1 0,-3 3-2 16,2-2 2-16,0-1-2 0,-3 0 0 0,-1-2 3 15,-1 4-3-15,-3-1 1 0,3 2 4 0,-3-1 1 16,0 11-1-16,1-14 2 0,-1 14 1 0,0 0-1 15,-2-17-3-15,2 17-3 0,-5-4 2 0,5 4-2 16,0 0-1-16,0 0 1 0,-25 16-4 0,19-6 1 16,0 1 2-16,-1-2 0 0,2 5 3 0,-3 0-6 15,3-1-23-15,1-2-26 0,2 2-29 0,1-1-39 16,3-1-43-16,-1 0-47 0,-1 1-146 0,0-12-381 16,9 18 168-16</inkml:trace>
  <inkml:trace contextRef="#ctx0" brushRef="#br0" timeOffset="127642.9">6825 10188 50 0,'0'0'195'0,"4"-7"-19"16,-4 7-19-16,0 0-8 0,0 0-11 0,0 0 0 15,0 0-19-15,0 0-8 0,7 20-10 0,-6-14-1 16,-1-6-7-16,1 10-7 0,-1-10-7 0,3 9-7 15,-3-9-8-15,0 7-7 0,0-7-5 0,0 0-1 16,0 0 0-16,0 10 2 0,0-10 7 0,0 0 3 16,0 0 6-16,0 0-4 0,0 0-7 0,0 0-5 15,0 0-3-15,0 0-5 0,0 0-5 0,0 0-3 16,0 0 9-16,-11-24-1 0,11 24-6 0,0-15 0 16,3 5-2-16,-2-1-3 0,3-1-5 0,4-1-4 15,1-3-1-15,2 1-4 0,2 1-2 0,4 1-5 16,-3 3 1-16,1 1-3 0,0 0-2 0,-3 4-2 15,-2 3-4-15,2 2-4 0,-1 0 6 0,-3 2-2 16,1 3-2-16,2 2 1 0,-3 0-1 0,-2 3-2 16,-1 1-2-16,2 0 6 0,-1 4-1 0,-2 1-1 15,-1-1 4-15,-1 1-8 0,2 0 3 0,-1 1 3 16,-2-2-8-16,1-2-16 0,-3-1-34 0,2 0-43 16,-1-1-41-16,2 0-31 0,1-2-41 0,-1-1-183 15,-2-8-428-15,0 0 190 0</inkml:trace>
  <inkml:trace contextRef="#ctx0" brushRef="#br0" timeOffset="127876.66">7228 9896 115 0,'0'0'236'0,"-1"-11"-26"15,1 11-17-15,0 0-22 0,0 0-15 0,0 0 5 16,0 0 7-16,0 0-7 0,0 44-14 0,0-19-10 15,-2 2-12-15,1 1-9 0,1-1-8 0,0 2-9 16,-1-2-7-16,1 0-12 0,0-1-3 0,0-7-10 16,0 7-6-16,1-2-6 0,-1-5-10 0,1-2-14 15,1 0-23-15,-2-6-31 0,1 1-33 0,-1-2-28 16,1 0-38-16,-1-10-33 0,3 12-33 0,-3-12-178 16,0 0-395-16,0 0 175 0</inkml:trace>
  <inkml:trace contextRef="#ctx0" brushRef="#br0" timeOffset="128030.93">7094 10103 133 0,'4'-12'180'0,"-4"12"-16"0,0 0-13 16,15-2-16-16,-15 2-15 0,18-3-31 0,-5 3-37 15,4-2-54-15,1 0-61 0,3 1-98 0,-1-5-172 16,1 2 77-16</inkml:trace>
  <inkml:trace contextRef="#ctx0" brushRef="#br0" timeOffset="128536.63">8083 9864 81 0,'2'-9'228'0,"-2"9"-7"0,-2-13-16 16,4 8-20-16,-2 5-26 0,0-9-19 0,0 9-15 0,0 0-15 15,0 0-6-15,0 0-9 0,9 19-1 0,-5-3-6 16,0 3-6-16,1 10 2 0,0 0-7 0,0 2-1 16,-1-1-4-16,-3 1-9 0,2 2-4 0,-2-6-6 15,2 6-5-15,-2-4-2 0,0-1-5 0,1 1-4 16,-4-3-7-16,2-6-1 0,-1-1-1 0,1 0-3 16,0-4-14-16,0 2-21 0,-2-5-29 0,0 0-30 15,1-1-30-15,-2-1-43 0,1-3-35 0,-1-1-31 16,-3-2-118-16,6-4-352 0,-9 1 156 0</inkml:trace>
  <inkml:trace contextRef="#ctx0" brushRef="#br0" timeOffset="129014.62">8153 10039 79 0,'14'-11'120'0,"7"-7"-10"0,3 3 0 0,-7 3-7 16,6 0 3-16,2-4-6 0,-3 3-1 0,-6 4-5 0,2-1 1 15,-4 1 1-15,2-2-4 0,-3 0 4 16,-4 2 6-16,1 3 1 0,-4-3-1 0,0 2-6 16,0 1-5-16,-2-2-10 0,-1 0-4 0,1 0-8 15,-1 2-2-15,-3 6-4 0,2-11-1 0,-2 11-4 16,1-6-8-16,-1 6-9 0,0 0-6 0,0 0-4 0,0 0-5 16,0 0-1-16,8 15-2 0,-5 1-4 15,1 4-1-15,-2 8 5 0,2 1-5 0,-3 4-2 16,3-4 2-16,-5 3-2 0,-2-3-5 0,7-3 0 15,-3 1 4-15,1-1-2 0,-1-7-2 0,-1 0 2 0,0-4-3 16,0 1-1-16,1-6-2 0,-1 2 1 0,0-3-3 16,0-3 3-16,1 1-1 0,-1-7 3 15,0 8-2-15,0-8 6 0,0 0 0 0,0 10 5 16,0-10 7-16,0 0-8 0,0 0-2 0,0 0-5 16,0 0 3-16,0 0-2 0,12-23 3 0,-8 14-8 15,5-1-2-15,1-6-2 0,0 3 3 0,4 0-3 0,-1 0 0 16,2 3-1-16,-4 3-1 0,-1-2-2 15,5 2 0-15,-5 2 0 0,-1 2-2 0,3 2-3 0,-2 2 2 16,0 2 2-16,2 1 2 0,-3 1-1 0,1 3 1 16,1 0-2-16,0 4 3 0,-1 1-5 0,0 1 4 15,-2-5 0-15,-2 1-5 0,-1 2-12 0,5 2-12 16,-6-4-35-16,1 0-26 0,-1 0-25 0,1-1-20 16,-1 0-28-16,0-2-24 0,-1 0-169 0,-3-7-386 15,3 9 170-15</inkml:trace>
  <inkml:trace contextRef="#ctx0" brushRef="#br0" timeOffset="129594.26">8834 10028 176 0,'0'0'167'0,"13"1"-9"0,-3 2-1 0,1 4-3 16,-2 0-13-16,3 5-9 0,-3 2-7 0,2 0-9 15,-3 3-1-15,1-1-11 0,-1 0-6 0,0 0-7 16,1 0-5-16,-4 0-6 0,-1 0-8 0,-2-2-8 16,1-3-1-16,-5 0-4 0,4 0-9 0,-4 0 0 15,2-4-5-15,-1 0 0 0,1-7-3 0,-6 12-8 16,3-8-1-16,-2-1-1 0,5-3-1 0,-11 4-3 16,11-4-1-16,-8 1-2 0,8-1-4 0,0 0-1 15,-12-9-1-15,9 2-3 0,0-1-1 0,4-3-2 16,-1 1 0-16,5-7-7 0,-1 2-3 0,4-2 2 15,0 1-7-15,6-6-1 0,-3 5 2 0,1 0-2 16,-1 3 1-16,2 0 1 0,1 2-3 0,-4 1 3 16,4 0-2-16,-2 5 3 0,-1 1 1 0,-2 0-4 15,0 3-4-15,-1 1 2 0,1 1 1 0,-9 0 5 16,18 6-5-16,-12-2 5 0,3 3-2 0,-3 1 1 16,-1 2 4-16,-1 1 5 0,0-1-3 0,-1 3 3 15,1-2 0-15,-2 1-3 0,-1 0-5 0,6 4 8 16,-6-6-4-16,3 0 1 0,-3 1-4 0,3-1 7 15,0-3-5-15,0 1-1 0,1 0-1 0,0-4 8 16,2 1-6-16,1-1 7 0,0-2-4 0,3 0 2 16,0-1-3-16,0-4 2 0,1 1-2 0,-1-1 0 15,-2-2 0-15,4-1 1 0,-5-2 0 0,-1 1-1 16,1-2 1-16,-2-4-1 0,1-1-3 0,-5 2-2 16,-2 0-1-16,0-4 2 0,-2 1-3 0,-2-2 0 15,-3 0 0-15,-1 0-3 0,0 4-1 0,-1-2 3 16,-4 2-1-16,5 6-1 0,-2 1-3 0,-2 0 0 15,1 2 1-15,0 4-5 0,-2 0-11 0,3 0-11 16,-2 3-24-16,2 1-19 0,1 2-28 0,1 0-20 0,8-6-33 16,-10 16-21-16,6-7-30 0,2-2-105 15,2-7-339-15,1 13 151 0</inkml:trace>
  <inkml:trace contextRef="#ctx0" brushRef="#br0" timeOffset="130418.1">9411 10045 46 0,'3'-6'202'0,"-3"6"-17"16,0 0-11-16,4-4-16 0,-4 4-11 0,0 0-4 0,0 0-8 15,11 10-9-15,-10-2 0 0,4 1-8 0,-2 2-9 16,2 0-11-16,-2 2-10 0,1-2-6 16,0 1-6-16,1-1-13 0,-1 0-3 0,1 1-3 15,2-3-9-15,-4 1 0 0,1-5-7 0,3 4-2 16,-3-2-3-16,1-2-3 0,1-1-3 0,-1 0 0 15,0-1-5-15,-5-3 1 0,12 3-5 0,-12-3 1 16,11-3-2-16,-4 0-4 0,-1-1-1 0,2-3-2 0,-1-2-4 16,1 0 3-16,-2-1 0 0,1 0-3 0,-2-6-3 15,1 1 0-15,1-1-2 0,-3 1 1 0,2 0-2 16,-1 3 0-16,-1-1-1 0,1 3 5 0,-1 1 9 16,-3 3 1-16,2 1-3 0,-3 5-2 15,3-11-3-15,-3 11 1 0,0 0 0 0,0 0 2 16,0 0 6-16,11 14-1 0,-10-4 0 0,2 4-3 0,0-3 0 15,0 6-3-15,-1-1-1 0,1-2 0 0,0 2 0 16,0-3 8-16,1-1-8 0,0 0-3 0,1-1 1 16,4-1-5-16,-1 1-12 0,2-3-11 0,1-1-16 15,4 1-12-15,-4-3-13 0,-1 0-4 0,3-1 2 16,5-1 7-16,1-2 3 0,9-1 5 0,-6-2 3 16,1 0 0-16,-4-2 4 0,2-2 8 0,-2-1 3 15,-2 0 2-15,-5 1 7 0,4-5 7 0,-2 1 1 16,0-1 10-16,-3-2 5 0,1 0 9 0,-3 0 10 15,-2 0 6-15,1-3 1 0,-6-1 8 0,0 5 2 16,-2 0 12-16,0 12 8 0,-4-17 6 0,1 7 0 16,0 1-4-16,3 9-2 0,-12-11-1 0,12 11-6 15,-19-2 0-15,7 4-4 0,1 3-2 0,-6 3-4 16,1 0 10-16,-2 2-20 0,2 4 1 0,1-2-5 16,2-1-3-16,2-2-1 0,4 2-4 0,0-1-1 15,0 0 1-15,2-1-2 0,3 1-3 0,1-3-6 16,2 2 6-16,1-3-5 0,6 1-5 0,-2-1-5 15,3-2-5-15,0 0-3 0,4-2 3 0,-4-1-6 16,4 1-3-16,-2-4 4 0,1 0 1 0,-2-2 0 16,-1 2 4-16,1-1 0 0,2-3 5 0,-3 0-5 15,-4 2-2-15,0 1 6 0,0-1 2 0,-5 4-4 16,10-8 4-16,-10 8 1 0,4-4 0 0,-4 4-1 16,0 0-3-16,6-3 0 0,-6 3-2 0,0 0 0 15,7 12 5-15,-3-4-3 0,-2 4 2 0,3 7 5 16,-2 0 6-16,1 7 2 0,-1 0-5 0,1 3-2 15,-1 0-1-15,1 0 2 0,-4 1 0 0,-2-1 0 16,2 0 5-16,-5-2-2 0,3 1 1 0,-3-3-1 16,-1-1 2-16,-4-2 3 0,0 4-2 0,0-7 1 0,-3 3-2 15,-2 3-3-15,-2-4 4 0,3-9 4 16,-1 2-8-16,-1-2-1 0,0 0 5 0,-1-2-5 16,-1-3-1-16,5-3-3 0,1-1-8 0,-2-2-23 15,0-1-22-15,1-1-27 0,0-3-43 0,0-2-36 16,2-4-37-16,3 1-40 0,0-2-206 0,2-4-477 15,5-2 211-15</inkml:trace>
  <inkml:trace contextRef="#ctx0" brushRef="#br0" timeOffset="130804.26">10296 9849 174 0,'4'-7'189'0,"0"4"-16"0,-4 3-7 15,0 0-1-15,0 0 3 0,10 10 2 0,-7 2-7 0,-1 7-10 16,2 10-4-16,0 1-12 0,-1 0-10 16,0 1-12-16,0-2-8 0,-2 0-2 0,3-1-11 15,-3 1-5-15,2-4-6 0,-2-4-7 0,2-4-12 16,-1 2 0-16,0-1-5 0,-1-2-6 0,0-6-5 0,1-1-5 16,-2-2-7-16,1 0-1 0,-1-7 0 0,1 10-2 15,-1-10 6-15,0 0 6 0,0 8-5 16,0-8 3-16,0 0-8 0,0 0-2 0,0 0-2 15,0 0 0-15,0 0-12 0,0-37 4 0,5 23-6 16,0-4-3-16,4-1 2 0,3 3-8 0,7-4 8 0,-6 4-3 16,1 1-5-16,0 2 0 0,2 3-4 0,-5 5 2 15,1 0-2-15,-1 2-1 0,-1 3 0 0,0 1 6 16,0 3-1-16,-1 4 4 0,1 1 1 16,-2 0-2-16,-2 1 10 0,1 2-7 0,-3 0-5 0,2 3 1 15,-1 2 4-15,-4 0-15 0,3-1-16 0,-1 0-31 16,-4 0-46-16,3-1-59 0,-1-2-52 0,3-3-47 15,-1 2-229-15,1-3-521 0,2-1 232 0</inkml:trace>
  <inkml:trace contextRef="#ctx0" brushRef="#br0" timeOffset="131250.03">11421 9807 146 0,'-13'-3'174'0,"13"3"-22"15,-6-1-13-15,6 1-7 0,0 0-17 0,0 0 0 16,0 0-4-16,0 0-5 0,0 0-6 0,38 0-11 16,-10 0-7-16,3-2-12 0,2 0-5 0,5 0-8 15,-2-1-15-15,2 1-24 0,-3 0-22 0,-1 2-35 16,0-3-20-16,-5 3-40 0,-8-1-17 0,-1 0-117 16,-7 1-253-16,-4 0 113 0</inkml:trace>
  <inkml:trace contextRef="#ctx0" brushRef="#br0" timeOffset="131684.15">11687 9803 146 0,'-5'6'158'0,"5"-6"-2"0,0 13-3 0,0-3-10 15,2 2 1-15,1 5-6 0,-3 4-10 0,5 7-7 16,-3-2-1-16,0 3-13 0,-2 0-11 0,2 0-3 15,0-2-6-15,-1-2-5 0,1 1-7 0,0-7-6 16,-2 6-6-16,1-6-10 0,-2-1-4 0,2 1 0 16,-1-1-8-16,0-2-1 0,1 0-6 0,-2-5-2 15,2 1-2-15,1-1-4 0,-4-5-1 0,4 2-4 16,-2-8-1-16,0 11 1 0,0-11-6 0,0 8 3 16,0-8-1-16,0 8 1 0,0-8 0 0,0 0-6 15,0 0 3-15,0 0-5 0,-11 1-1 0,11-1-3 16,0 0-4-16,-17-10-4 0,9 3-7 0,-1 2-1 15,-3-3 3-15,6 2-1 0,-5 1 1 0,-1-2-3 16,3 2 1-16,1 0 4 0,-1 1-3 0,-1 0 1 16,6 2 4-16,4 2-2 0,-13-4-1 0,13 4 0 15,-8-2-4-15,8 2 6 0,0 0-1 0,-8-1 0 16,8 1-1-16,0 0 7 0,0 0 3 0,0 0 9 16,0 0 5-16,0 0 0 0,23 16-4 0,-10-13 10 15,1 0-10-15,3-1 1 0,11 0-4 0,1-2-4 16,0 1-25-16,3-1-29 0,3-3-35 0,-4 1-42 15,-1-3-27-15,-1 4-39 0,-8 0-153 0,-4-2-371 16,2-1 164-16</inkml:trace>
  <inkml:trace contextRef="#ctx0" brushRef="#br0" timeOffset="132040.47">12154 10142 118 0,'0'0'234'0,"0"0"-10"0,0 0-15 0,0 0-17 0,0 0-20 16,0 0-10-16,-11-5-12 0,11 5-11 15,-16 13-9-15,5-5-13 0,2 1-11 0,0-1-10 0,-3 4-10 16,3-2-8-16,1 0-5 0,1 0-8 0,0-1-11 16,3 1 0-16,3 0-5 0,-3 1-9 15,6 0-4-15,0-2 1 0,0 1-4 0,2-3-3 16,2 0-7-16,5 2 5 0,-3 0-7 0,3-1-3 0,-1 0 1 15,3-1-2-15,-3-1-4 0,-1 0 0 0,0 1-1 16,0-1-2-16,-1 0-2 0,-3-1-2 0,0 1-1 16,-1-1 5-16,3 0-3 0,-7-5 2 15,2 7-4-15,-2-7 7 0,-2 9-4 0,2-9-4 0,-12 10 0 16,3-4 5-16,-4-2-6 0,0 1 1 0,0-1 3 16,-5-1-1-16,1 0-7 0,0-1-10 0,-2 2-23 15,2-3-15-15,-1 2-40 0,2-2-30 0,2-1-45 16,1 0-44-16,-1 0-174 0,3-1-413 0,0 0 182 15</inkml:trace>
  <inkml:trace contextRef="#ctx0" brushRef="#br0" timeOffset="133329.29">13158 10031 47 0,'0'0'149'16,"0"0"-19"-16,-16 1-3 0,10-2-10 0,6 1 2 16,-12 0-3-16,12 0-11 0,-11 2-4 0,11-2 3 15,-6 2-13-15,6-2-2 0,0 0-7 0,0 0-7 16,0 0-1-16,-12 0-9 0,12 0-9 0,0 0-4 16,0 0-6-16,0 0 3 0,0 0 5 0,0 0-5 15,0 0 1-15,27 6-4 0,-16-5-1 0,3 0-5 16,-3 1-7-16,7-4-1 0,-1 2-1 0,0 0-6 0,-4 0-14 15,1 3-22-15,-1-3-29 0,3 0-27 0,-3 0-33 16,1 0-24-16,-3 2-32 0,0-1-130 16,-2-1-309-16,0 0 137 0</inkml:trace>
  <inkml:trace contextRef="#ctx0" brushRef="#br0" timeOffset="133523.6">13130 10186 60 0,'0'0'173'0,"-10"4"-9"0,10-4-14 15,-7 1-19-15,7-1-10 0,0 0-9 0,0 0-15 16,0 0-5-16,0 0-7 0,15 8-21 0,-3-6-23 16,6-2-28-16,2 2-41 0,10-4-27 0,-1 2-39 15,0-1-94-15,-2 0-204 0,4-1 91 16</inkml:trace>
  <inkml:trace contextRef="#ctx0" brushRef="#br0" timeOffset="142481.26">11573 9787 14 0,'0'0'69'0,"0"0"-3"0,0 0-16 0,0 0 7 16,0 0-8-16,0 0-5 0,0 0-16 0,0 0 10 15,0 0-8-15,0 0 0 0,0 0-4 0,0 0-12 16,0 0-5-16,0 0-10 0,0 0-7 0,0 0-12 16,0 0-6-16,0 0-4 0,0 0-8 0,0 0-30 15,0 0-71-15,0 0 31 0</inkml:trace>
  <inkml:trace contextRef="#ctx0" brushRef="#br0" timeOffset="142992.24">11619 9858 16 0,'0'0'115'0,"0"-11"-4"16,2 6-6-16,-2 5-6 0,1-13-2 0,-1 13-7 16,2-7-5-16,-2 7-1 0,4-8-6 0,-4 8-10 0,0 0-6 15,1-7-11-15,-1 7 3 0,0 0-18 16,0 0-6-16,0 0 4 0,4-4-3 0,-4 4-5 16,0 0 1-16,0 0 0 0,0 0-3 0,7 14 4 0,-5-8 3 15,0 2-3-15,0 0 6 0,0 3-1 0,1 4 6 16,-2-2 0-16,2 3-4 0,2 4 3 0,-5-1 2 15,1 5 5-15,0-4 0 0,1 4-10 0,-1 1-3 16,0-5 2-16,1 6-1 0,-1-1-1 0,-1 0-7 16,2 0 6-16,0 3 0 0,-2-4-3 0,-2 0 0 15,2 2-4-15,0-7-3 0,0-1 0 0,-2 1-2 16,1-4 0-16,1 2-4 0,1-5 4 16,-2 0-3-16,1 0-3 0,1-2 1 0,-1 1-2 0,2-2-4 15,0 1 0-15,-2-3-1 0,0-1 3 0,0-6-3 16,0 13 2-16,0-13-5 0,0 11-4 0,0-11 8 15,0 8 2-15,0-8-1 0,0 0-3 0,0 9 0 16,0-9 0-16,0 0-4 0,0 0-4 0,0 8-7 16,0-8-17-16,0 0-22 0,0 0-18 0,0 0-18 15,0 0-17-15,0 0-8 0,0 0-14 0,-15-19-13 16,9 9-7-16,4 1-114 0,0-1-279 0,0-3 124 16</inkml:trace>
  <inkml:trace contextRef="#ctx0" brushRef="#br0" timeOffset="143632.84">11633 9842 43 0,'3'-9'137'0,"-1"1"-4"0,1 1-1 16,2-2-12-16,-1 0-10 0,0-1-6 0,3 1-9 15,3 1-5-15,1-4-7 0,1 0-7 0,3 2-3 16,2 0 0-16,-1 0-5 0,3 4-4 0,-4 0-5 0,4 2 2 16,-6 0-6-16,1 2-7 0,-2 2-1 15,0 3-8-15,-2 0 6 0,0 1-14 0,-1 1 4 0,0 3-4 16,-4 1 0-16,1 1-5 0,-2 1-7 16,2 1 4-16,-6 1-2 0,0-1 1 0,0 4-2 0,-3 3-2 15,1-8 1-15,-1 6-4 0,1 0-3 0,-6-2 3 16,3 2-4-16,-1-2-4 0,0-3 5 0,-2 1 3 15,-1 0 1-15,1-3-2 0,-2 2-7 16,1-3 0-16,0 1 4 0,-3-3 1 0,1 2-4 0,0-5-4 16,-1 2 4-16,2-1-2 0,-1-1 1 0,-1-3 0 15,-1 2 0-15,3 0-4 0,-2-3 3 0,2 1 1 16,1 0-6-16,0-1 2 0,9 0 0 0,-15-2 5 16,15 2-3-16,-14-2-1 0,14 2 0 0,-9 2-3 15,9-2 2-15,-9-6-3 0,9 6 0 0,0 0 5 16,-9 0-2-16,9 0-5 0,0 0 1 0,0 0 0 15,0 0 1-15,-8 4-4 0,8-4 4 16,0 0 0-16,0 0 1 0,0 0 4 0,0 0-1 0,0 0 10 16,0 0 0-16,18 12 4 0,-18-12 3 0,9 1 3 15,-3 1-4-15,0 0 8 0,-6-2-8 0,11 5 2 16,-4-2 6-16,-2 1 4 0,1-1-11 0,2 0 3 0,-1 1-4 16,1 2 2-16,1-1-1 0,-4-1 3 15,5 3-6-15,0-1 2 0,-3 0-4 0,2 2 0 16,0 0-2-16,-3-1 4 0,1 3 3 0,2-3-2 15,-2 5-4-15,-3-5 5 0,3 3-4 0,-3 1-1 0,1-1-4 16,2-1 4-16,-2 2-3 0,-1-1-1 0,3-3-1 16,-1 2 4-16,-1 0-6 0,0-1 4 15,1-2-5-15,0 1 0 0,1 0-2 0,1 0-20 16,-2 0-37-16,3 0-34 0,-5-2-53 0,1 0-47 0,3-1-57 16,-3 1-138-16,0-1-412 0,-5-4 183 0</inkml:trace>
  <inkml:trace contextRef="#ctx0" brushRef="#br0" timeOffset="144585.79">13185 10071 61 0,'0'0'71'0,"0"0"3"0,-11-3-11 0,11 3 0 16,0 0-10-16,-7-3 2 0,7 3-10 0,-3-7-7 15,3 7-8-15,-4-9-13 0,4 9-4 0,0-10-10 16,0 10-24-16,0-10 2 0,0 10-4 0,4-12-16 16,-1 5-42-16,2 0-88 0,1-3 39 0</inkml:trace>
  <inkml:trace contextRef="#ctx0" brushRef="#br0" timeOffset="144831.54">13237 9858 48 0,'0'0'123'0,"-12"0"-2"0,12 0-6 0,-11 1-10 16,11-1-12-16,-9 0 2 0,9 0-12 0,-9 2 0 15,9-2-17-15,0 0-5 0,0 0-7 0,-9 3-4 16,9-3-7-16,0 0-5 0,0 0-4 0,-2 7-5 15,2-7-17-15,0 0-22 0,0 0-23 0,14 12-20 16,-10-8-23-16,1 0-28 0,-5-4-60 0,8 6-175 16,-1-3 77-16</inkml:trace>
  <inkml:trace contextRef="#ctx0" brushRef="#br0" timeOffset="145579.56">13201 9892 102 0,'-8'2'103'15,"8"-2"-2"-15,-15 2-3 0,9-1 0 0,-2-1-9 16,8 0-3-16,-13 2-6 0,13-2 4 0,-11 1-11 15,11-1 9-15,-10 1-6 0,10-1-5 0,-4 3 8 16,4-3-14-16,0 0-4 0,0 0 0 0,0 0-8 16,-13-1-4-16,13 1-1 0,0 0-3 0,0 0-8 15,0 0 2-15,0 0-4 0,0 0 5 0,0 0 7 16,0 0-4-16,0 0 0 0,0 0-4 0,42 1-5 16,-25-4-4-16,2 3-1 0,0-2-2 0,3 0-7 15,-4 1-1-15,2-1 3 0,1 2-5 0,-2-3-5 16,0 2-13-16,-6-1-7 0,5-1-15 0,2 1-23 0,0 1-6 15,1 0-31-15,-2-2-6 0,-5 2-15 16,-3 1-8-16,1-2-9 0,-3 1-6 0,0 1-102 0,-9 0-248 16,13 0 111-16</inkml:trace>
  <inkml:trace contextRef="#ctx0" brushRef="#br0" timeOffset="146124.34">13310 9858 19 0,'-8'-2'118'0,"8"2"-2"0,0 0 0 16,-14-1-14-16,14 1-2 0,-5-4-1 0,5 4-3 15,0 0 3-15,-8-4-7 0,8 4-3 0,-9-1-13 16,9 1-2-16,0 0-12 0,0 0-3 0,0 0-5 15,0 0 5-15,-10 9-13 0,10-3 4 0,0 4 3 16,0 1 13-16,-2 6 1 0,0 3-3 0,2 0-2 16,0 8 2-16,0-1-1 0,0 1 4 0,2-2-5 15,0-1-6-15,-2-1-2 0,0-6 8 0,0 2-8 16,3 0-8-16,-3-2-2 0,2 0-2 0,-1 0-5 16,1-4-3-16,-2-1-4 0,2 1 1 0,-2-3-8 15,2 2-1-15,0-2 0 0,-2-2-1 0,3 1-7 16,-3-4 5-16,2 2-4 0,-2-8-1 0,0 11-1 15,0-4-1-15,0-7-7 0,0 0 6 0,0 10-4 16,0-10-7-16,0 0-7 0,0 0-9 0,-7 3-17 16,7-3-10-16,0 0-13 0,0 0-5 0,-20-10-1 15,13 3 3-15,-2 1 1 0,0 0 7 0,0-1-2 0,2 1 6 16,-1-2 9-16,0 0 0 0,-1 3 2 0,1-3 1 16,-2 2 5-16,4 3 6 0,-1 1 1 15,1-3 13-15,1 3 3 0,5 2-2 0,-10-5 5 16,4 3-2-16,6 2 2 0,0 0 1 0,0 0-15 0,0 0 17 15,0 0 5-15,0 0 7 0,0 0 11 0,0 0 5 16,0 0 1-16,0 0 2 0,27 7-8 16,-9-5 1-16,0 0-7 0,3-2 3 0,3 0-3 15,5-2-16-15,3 2-19 0,-1-1-29 0,1-1-26 0,-1 0-33 16,-1-2-23-16,3 2-25 0,-4 1-118 0,-11-2-295 16,5-1 130-16</inkml:trace>
  <inkml:trace contextRef="#ctx0" brushRef="#br0" timeOffset="146502.53">13798 10158 118 0,'0'0'219'16,"0"0"-13"-16,0 0-17 0,0 0-18 0,0 0-9 15,-13-3-11-15,13 3-10 0,-18 9-15 0,11 2-4 16,-5-1-11-16,-1 2-8 0,-3 2-11 0,5-1-7 15,-4 8-10-15,3-6-4 0,3 0-9 0,1 0-8 16,2-2-6-16,2 1-5 0,0-2-2 0,4-2-5 16,0 1-4-16,2-3 1 0,4 2-7 0,2-1-2 15,1-3-3-15,-1 1-4 0,6-1-1 0,-1 1 0 16,6-2-3-16,-6 1-5 0,1-2 1 0,1 1 2 16,-1-1-3-16,-3 1 1 0,-1-2-5 0,-5 1 0 15,3-1-3-15,-2 2 0 0,-6-5 0 0,9 7 2 16,-7-3 0-16,-2-4 1 0,0 0 5 0,-2 10 3 15,2-10 0-15,-13 12-3 0,3-6 2 0,1-1 2 16,-4-2 1-16,1 2 2 0,-1 0-6 0,-3 0-2 16,1-1 0-16,4-1 3 0,-3 0-6 0,3-1 2 15,-3 0-19-15,3-1-19 0,0-1-24 0,2-1-30 0,9 1-39 16,-13-2-40-16,8-1-46 0,5 3-149 16,-7-8-390-16,5 2 173 0</inkml:trace>
  <inkml:trace contextRef="#ctx0" brushRef="#br0" timeOffset="146672.07">14179 10178 155 0,'8'-3'152'16,"3"1"-15"-16,-2 2-16 0,2 0-13 15,-4-2-21-15,4 6-27 0,1-4-36 0,-6 2-24 16,1-1-16-16,-1 2-21 0,4 1-21 0,-4 1-65 0,-2-1-132 15,-1 1 59-15</inkml:trace>
  <inkml:trace contextRef="#ctx0" brushRef="#br0" timeOffset="146811.07">14198 10329 27 0,'0'0'144'0,"-3"4"8"0,3-4-2 0,0 0 5 15,0 0-2-15,0 0-12 0,0 0-12 0,16 2-15 16,-16-2-10-16,21-3-25 0,-5 0-36 0,1 0-48 15,3-1-47-15,1-3-52 0,-3 2-101 0,2-1-223 16,-1-1 99-16</inkml:trace>
  <inkml:trace contextRef="#ctx0" brushRef="#br0" timeOffset="157159.37">15676 9479 125 0,'0'0'153'16,"-12"-2"0"-16,4-2-3 0,2 2-3 0,6 2 0 15,-8-3-3-15,8 3-8 0,0 0-8 0,-8-3-14 16,8 3-8-16,0 0-10 0,0 0-11 16,0 0-7-16,0 0-13 0,0 0-3 0,14-16-7 0,0 13-9 15,-1-1-1-15,6-3-5 0,-1 1-4 0,3 1-6 16,0-1-4-16,-1 2-10 0,-3 0-14 0,0-1-13 16,-2 3-21-16,-3-2-16 0,1 1-23 0,-3 0-22 15,-4 0-24-15,-6 3-15 0,14-2-15 0,-14 2-109 16,9 0-277-16,-9 0 123 0</inkml:trace>
  <inkml:trace contextRef="#ctx0" brushRef="#br0" timeOffset="157584.22">15637 9450 84 0,'-5'10'123'0,"2"-5"-12"0,3-5 1 16,-6 17 2-16,5-7-5 0,1 2-5 0,-3 1 1 15,0 2-18-15,0 3 2 0,0-1-6 0,0-2-4 16,2 2-9-16,0 0-4 0,-2-1-3 0,1-5-4 16,-2 1-11-16,3 0 1 0,-2-2-5 0,2 0-5 15,0 0-5-15,-1 0 1 0,0-4-5 0,2-6-6 16,-3 11 0-16,3-11 3 0,-2 8-4 0,2-8 0 16,-2 7 5-16,2-7 2 0,0 0 0 0,0 0-5 15,0 0-3-15,0 0-3 0,0 0-2 0,0 0 3 0,13 0-3 16,-13 0-1-16,18-8-1 0,-8 3-4 15,4 2 1-15,2-2-4 0,3 0-2 0,0 2 3 16,-1 0-3-16,2 1-5 0,-3 1 1 0,2 2 2 16,-6 1-4-16,2-2 4 0,2 3-5 0,-4 2 2 0,-3 0 1 15,0 1-8-15,1-1 5 0,-2 3 0 0,-2 2 1 16,-1-3 3-16,2 2-5 0,-6 1-4 0,1 1-5 16,-2 0-2-16,-1 0 7 0,-1 0-2 0,-2 1-1 15,-2-3 4-15,0 1 0 0,-2 1-1 0,0-1-3 16,-2-1-3-16,0 1-1 0,0-3-7 0,-1 0 4 15,1-2-9-15,-1-1-10 0,0-1-9 16,0 0-14-16,2-1-6 0,0-2-19 0,8 0-13 0,-11-3-28 16,11 3-125-16,-13-11-268 0,10 8 120 0</inkml:trace>
  <inkml:trace contextRef="#ctx0" brushRef="#br0" timeOffset="157973.1">16174 9531 36 0,'4'-4'144'0,"-4"4"-6"0,5-5-9 0,-5 5-11 15,0 0-8-15,0 0 11 0,0 0-10 0,15 6-8 16,-9 2 4-16,2 0-6 0,2 4-6 0,0 3-7 0,-1-1-5 16,3 0-5-16,-3 1-7 0,2-1-3 15,1 3-6-15,-2-2-4 0,-1-1-1 0,1 2-5 16,-2-1-9-16,1-2 1 0,1 0-4 0,-2 1-5 15,-3-5-4-15,0 1-1 0,1-1-7 0,1 1 1 0,-2-6-6 16,0 3 3-16,-1-1-2 0,0-3-6 16,-4-3 0-16,5 8 2 0,-5-8 2 0,4 6-2 15,-4-6 2-15,6 2-3 0,-6-2 0 0,0 0-5 16,0 0-1-16,15-11 5 0,-7 4-7 0,2-3-2 16,0-2 7-16,2-2-4 0,-1 0-3 0,0-1 5 0,-2 1-3 15,3-3-4-15,3-7 1 0,0 2 0 0,0 0 1 16,2 1 0-16,-7 4-4 0,1 0 0 15,0 2-3-15,-1 3-5 0,-4 1-9 0,4 3-4 0,-3 0-15 16,-2 2-20-16,0 3-22 0,-5 3-15 0,9-4-3 16,-9 4-20-16,0 0-12 0,14 8-15 0,-10-2-136 15,-1 1-303-15,-1-1 134 0</inkml:trace>
  <inkml:trace contextRef="#ctx0" brushRef="#br0" timeOffset="158279.37">15759 10118 60 0,'-16'4'162'16,"3"0"-4"-16,4-3-18 0,3 3-16 0,6-4-2 15,-3 4-12-15,3-4 1 0,17 4-6 0,2-3-8 16,12-1-6-16,21-3-6 0,2-1-6 0,7-2-6 16,29-3-7-16,-27-2-5 0,27-2-3 0,-28 4-6 15,2-1-12-15,-4 0-4 0,-3 3-10 0,-6-1-6 0,-15 4-13 16,-3 0-12-16,-2 1-13 0,-8 1-4 16,-4 2-22-16,-1 0-11 0,0-1-12 0,-6 1-10 15,1-1-29-15,-4 1-18 0,-1 1-104 0,-2 2-246 16,-6-3 108-16</inkml:trace>
  <inkml:trace contextRef="#ctx0" brushRef="#br0" timeOffset="159112.24">15960 10472 25 0,'0'0'188'0,"-1"-9"-15"0,1 9-11 16,0 0-15-16,0 0-9 0,0-9-16 0,0 9-17 15,0 0-11-15,0 0-7 0,0 0 2 0,0 0-5 16,0 0-8-16,0 0 5 0,4 31-5 0,0-20-8 16,-2 3-1-16,1-1-7 0,0 3-2 0,-1 0-2 15,0 4-5-15,2-2-3 0,-1-1 0 0,-1 2-7 16,1-2-3-16,-2-1-5 0,2 0 1 0,-2-3-4 15,5 3-5-15,-3-3 1 0,-2 3-6 0,2-5 3 16,-2 5-4-16,0-2-1 0,-1-5-7 0,2 2-10 16,-4-1-24-16,2-3-8 0,0-7-25 0,0 14-29 15,-1-9-22-15,1-5-28 0,-1 8-24 0,1-8-146 16,-4 8-329-16,4-8 145 0</inkml:trace>
  <inkml:trace contextRef="#ctx0" brushRef="#br0" timeOffset="159476.44">16231 10467 52 0,'13'-4'170'0,"-2"0"-5"16,2 4-4-16,0 2-12 0,0-1-10 0,-2 2 2 15,2 3-12-15,-4 1-9 0,1 0-8 0,-1 4-9 0,-2 0-6 16,-2 0-13-16,-1 1-6 0,-2 0-7 0,1 4-5 15,-3-3-5-15,-4 3-6 0,1-3-7 0,1-3-5 16,-5 6-2-16,2-6-6 0,-1 0 1 16,-3 0-2-16,1-1-6 0,2-6-4 0,-1 4-1 0,-3-1 3 15,4-3-6-15,1-1-1 0,5-2 0 16,-14 5-3-16,14-5 1 0,-9 0-5 0,9 0 0 0,0 0-1 16,-9-1-4-16,9 1 1 0,0 0-2 0,0 0-1 15,0 0-4-15,0 0-2 0,0 0 1 0,0 0 0 16,0 0-5-16,0 0 8 0,0 0-5 0,0 0 4 15,24 11 4-15,-18-7-2 0,3 1-6 0,0 2 8 16,4-1-10-16,-4 0-26 0,4 2-25 0,-3-1-29 16,2 0-34-16,-1-2-41 0,2 1-36 0,-3-1-107 15,8 0-327-15,-4-2 144 0</inkml:trace>
  <inkml:trace contextRef="#ctx0" brushRef="#br0" timeOffset="159655.65">16645 10664 82 0,'0'-8'248'16,"0"8"-11"-16,0 0-15 0,0-10-12 0,0 10-16 15,0 0-16-15,0-7-18 0,0 7-16 0,0 0-20 16,0 0-21-16,0 0-31 0,3-10-32 0,-3 10-38 16,0 0-31-16,0 0-36 0,0 0-25 0,0 0-30 15,0 0-23-15,0 0-119 0,0 0-284 0,0 0 127 16</inkml:trace>
  <inkml:trace contextRef="#ctx0" brushRef="#br0" timeOffset="159920.29">16767 10529 170 0,'0'-6'190'0,"0"6"-13"0,0 0-22 0,0 0-11 15,0 0-18-15,0 0-2 0,0 0-8 0,0 0-8 16,15 9-4-16,-11-4-9 0,1 4-4 0,0 2-5 0,3-3-6 15,-1 2-8-15,1 0-4 0,0 4-5 16,1-3-1-16,2-1-7 0,-1 2-6 0,0-2 1 0,-2 4-8 16,0-5-3-16,0 1-5 0,-1-1-1 15,-2-1-7-15,2 1-1 0,-5 0 3 0,1-1-7 0,0-3-1 16,0 0-2-16,-3-5-1 0,-2 12-1 0,2-12-1 16,-7 11-8-16,0-4-14 0,-4-3-24 0,1 1-11 15,0-3-24-15,-2 0-18 0,-2-2-21 16,3 0-22-16,-3-6-17 0,2 4-17 0,2-3-133 0,-1-2-317 15,0-2 140-15</inkml:trace>
  <inkml:trace contextRef="#ctx0" brushRef="#br0" timeOffset="160052.34">16824 10481 75 0,'5'-4'112'16,"5"-2"0"-16,-1 2-6 0,0 0-7 0,4 2-9 15,-3 0-9-15,3 2 0 0,-1 0-12 0,2 0-21 16,4-1-15-16,1 2-35 0,-1 1-36 0,2-1-34 15,-2 2-61-15,4-1-143 0,-3-1 64 0</inkml:trace>
  <inkml:trace contextRef="#ctx0" brushRef="#br0" timeOffset="167523.47">17095 10635 33 0,'0'0'126'16,"0"0"2"-16,0 0-10 0,0 0-8 0,0 0-6 0,0 0-11 15,0 0-12-15,0 0-7 0,0 0-4 0,0 0-5 16,0 0-6-16,0 0 5 0,0 0-8 16,0 0 1-16,0 0-2 0,0 0-3 0,4 18-9 15,-4-18-3-15,4 12-6 0,-2-5 1 0,2-1-4 0,-3 1-3 16,1 0-7-16,0 0 3 0,3 1-8 0,-1-1 4 15,1 1-5-15,2-1 8 0,2 1-12 16,-2-3 1-16,2 0 0 0,1-1 1 0,1-2 3 0,-1 1-7 16,3-1-3-16,-1-2-1 0,1 0 5 0,3 0-8 15,-4-5 3-15,2 1-3 0,-1 1 3 0,4-4 0 16,-6 4-2-16,1-5 6 0,-2 1-8 0,-2 3 6 16,-1-4-8-16,1 0 1 0,-2-2 5 0,-2 1-3 15,-1-1 2-15,-2 3-3 0,0-4 4 0,-2 2-5 16,1-4-4-16,-1 1 4 0,-2 0-3 0,-1 1 4 15,1 0 5-15,-4-1-7 0,1-2 3 0,1 3 6 16,-2-5-6-16,3 5 1 0,1 0 10 0,0 0 7 16,2 2-13-16,1-2-1 0,0 2 5 0,4-3-4 15,-1 3 2-15,4-1-1 0,2 2-4 0,2-1-2 16,3-1 1-16,3 4 0 0,-2 0 0 0,2-1 0 16,1 5-3-16,1 1 11 0,-6 1-12 0,2 0 11 15,-2 3-12-15,5 2 3 0,-8-1 0 0,0 2-3 16</inkml:trace>
  <inkml:trace contextRef="#ctx0" brushRef="#br0">17587 10599 1314 0,'3'2'68'0,"-3"2"-268"0,-3-2 73 0,3-1-58 16,0 1 22-16,1 2-54 0,1 0 22 0,0-3-39 0</inkml:trace>
  <inkml:trace contextRef="#ctx0" brushRef="#br0" timeOffset="167831.39">17967 10205 13 0,'0'0'83'0,"0"0"-20"0,9 6-29 16,-9-6-22-16,3 6-23 0,-3-6-22 0,-1 9-35 16,1-9 16-16</inkml:trace>
  <inkml:trace contextRef="#ctx0" brushRef="#br0" timeOffset="168304.22">17491 10415 61 0,'3'-5'102'0,"-3"5"-19"0,0 0 3 0,4-7-24 15,-4 7 4-15,7 0-1 0,-7 0-13 0,0 0 13 16,12 0-8-16,-12 0-7 0,10 4 11 0,-3-2-7 16,-1 0-11-16,-1 4-10 0,0-2 9 0,1 1-10 15,-2-1-3-15,3 5-3 0,-2-3 8 0,-1 1-1 16,-2 2-1-16,1-1 7 0,-1 3-11 0,1-3 3 0,-3 1-2 15,0 3-7-15,-1-2 19 0,-2 6-13 16,-1-4 7-16,2 1-7 0,-1-1-1 0,-2 4-2 16,0-1-3-16,2 0-3 0,-1-2 6 0,2 2-7 0,-1-2-2 15,1-1-3-15,0 0 3 0,0-1-8 0,2-1 4 16,0 1 2-16,-1-1 0 0,2 0-3 0,0-1-5 16,0 1 3-16,1-3-6 0,-1-1-5 0,3 2 0 15,0-5-5-15,1 4-6 0,-1-2-2 0,3-1-23 16,4 1-24-16,0-4-22 0,3 0-14 0,4 1-33 15,1-4-79-15,0 0-226 0,2 0 100 0</inkml:trace>
  <inkml:trace contextRef="#ctx0" brushRef="#br0" timeOffset="168537.75">18083 10114 127 0,'0'0'123'0,"0"0"-3"0,-5-7-17 0,5 7-11 16,0 0-8-16,0 0-11 0,0 0-14 0,21-6 0 15,-10 5-11-15,5 1-33 0,2 1-40 0,1-1-33 16,1 3-79-16,-1-1-149 0,-6-1 67 0</inkml:trace>
  <inkml:trace contextRef="#ctx0" brushRef="#br0" timeOffset="168690.46">18119 10255 35 0,'0'0'131'0,"0"0"-15"0,0 0 3 0,0 0-10 16,20 3-18-16,-8-4-8 0,6-1-9 15,2-1-34-15,6 0-15 0,2-1-49 0,1 0-52 0,-2-1-45 16,4 1-131-16,-2-4 59 0</inkml:trace>
  <inkml:trace contextRef="#ctx0" brushRef="#br0" timeOffset="169348.54">19023 9819 21 0,'3'-9'113'0,"-2"2"-1"0,1 0 3 0,0 1-1 15,-2 6-5-15,3-11 2 0,-3 11-5 0,2-8-6 16,-2 8-6-16,2-6-14 0,-2 6-6 0,4-5-11 16,-4 5-8-16,0 0-7 0,0 0-7 0,0 0-2 15,0 0 1-15,0 0-4 0,5 24 1 0,-2-14-5 16,-3 4-1-16,0 0-1 0,0 6-8 0,-1-3 7 16,-1 7-12-16,2-6 4 0,0 9-5 15,-2-10 3-15,2 3-3 0,2-2-3 0,0 0 2 0,1-1 1 16,-1 0-2-16,3-1-6 0,2-2 6 0,1 3-1 15,-1-8-2-15,1 1 0 0,2-4-3 0,3 1 0 16,2-1 0-16,3 0-1 0,-1-5 1 0,0 0-3 16,-4-2 4-16,6-3-6 0,-2 0 2 0,2-2-3 15,-5-1 7-15,2-3-5 0,-2 0-5 0,-4 2 4 16,-1-2 0-16,-1 0 1 0,2-2-2 0,-4-3 5 16,-1-1 4-16,-1 5 2 0,-1-2-2 0,-2 1 1 15,-1-3-2-15,1 2 10 0,-1 2-7 0,-1 0 0 16,1-1 7-16,-1 5 2 0,-1-3 11 0,2 10 5 15,-1-13-6-15,0 7 0 0,1 6-1 0,-3-10-3 16,3 10-6-16,0 0-6 0,-1-7-1 0,1 7-3 16,0 0-1-16,0 0-1 0,0 0-1 0,0 0 1 0,3 28 0 15,-2-11-6-15,0-2 4 0</inkml:trace>
  <inkml:trace contextRef="#ctx0" brushRef="#br0">19358 10346 1742 0,'0'7'28'0,"0"0"-257"0,2-2 80 0,-4 1 10 0,4 0-76 0,-1 1-77 0,0-1-2 0,2 0 60 0</inkml:trace>
  <inkml:trace contextRef="#ctx0" brushRef="#br0" timeOffset="170187.84">19403 10010 69 0,'0'0'69'0,"-6"-3"-8"0,6 3-4 0,0 0-6 15,0 0-10-15,0 0 8 0,-4-8-4 0,4 8-7 16,0 0 5-16,0 0-4 0,-3-8 2 0,3 8 1 16,0 0-2-16,-2-6 0 0,2 6 1 0,0 0 3 15,-5-7-3-15,5 7 1 0,0 0 4 0,-4-7 3 16,4 7 0-16,0 0-2 0,0 0 0 0,0 0 4 16,-3-9-9-16,3 9 6 0,0 0-3 0,0 0 0 0,0 0-2 15,-2-7 3-15,2 7-14 0,0 0 0 0,0 0-9 16,0 0 6-16,0 0-11 0,0 0 6 0,0 0-5 15,0 0-3-15,0 0 1 0,0 0-5 16,5 31-2-16,-2-22 3 0,0 3 2 0,0 0-3 0,1 4-3 16,-1-1-3-16,0 2 6 0,0-1-5 0,-1 2 3 15,2 0-2-15,-4-1-2 0,4 1-1 0,-3-1-1 16,3 0 1-16,-5 2-1 0,1-3 8 0,0 2-12 16,0-2-1-16,0-1 3 0,0-1-1 0,0-3 2 15,-2 2 2-15,1-3-22 0,2 1-1 0,-1 0-6 16,0-2-7-16,2 1-18 0,0-3-13 0,2 0-4 15,-3 0-24-15,2-2-12 0,-3-5-12 0,4 10-94 16,-2-6-226-16,-2-4 100 0</inkml:trace>
  <inkml:trace contextRef="#ctx0" brushRef="#br0" timeOffset="170818.41">19724 10018 55 0,'-3'-5'139'0,"3"5"-9"0,0 0-10 16,-5-6-18-16,5 6 2 0,0 0-4 0,0 0-6 16,-18 11-12-16,12-3 4 0,0 2-19 15,0 0-3-15,1 2-4 0,0-1-6 0,1 1-9 0,1 1 0 16,1-1-4-16,0-1-8 0,1-1 7 0,-1 2-12 15,2-2-4-15,0-1 3 0,2 1-1 0,-1-1-2 16,1-4-7-16,3 1-3 0,-1 0 4 0,1-3-13 16,0 3 10-16,2-4-4 0,2 2-1 0,-2-3 0 15,1 0-8-15,-8-1 6 0,14-1-4 0,-5 0 3 16,-2-3 7-16,-1-1-5 0,-1 1-2 0,3-4 0 16,-3 1-1-16,1 1-6 0,-1-4 6 0,-1 3-2 15,1-4 0-15,0 1 0 0,-1 0 3 0,1 1-1 16,0-2 4-16,-1 1-12 0,3 2-4 0,-1 0 13 15,0-1-8-15,1 2 1 0,1 0-1 0,-3 4-1 16,2-1-2-16,0 2 1 0,-7 2 10 0,13 0-5 16,-13 0-3-16,12 6 2 0,-5-1-3 0,-1-1-3 0,-1 3-4 15,4 3 6-15,-4 0 2 0,0 2-3 16,0-2 8-16,-2 2-3 0,0 0-3 0,0-2 3 16,2 1-1-16,-1 0-1 0,1 0-2 0,-1-1 2 0,0-1-1 15,1 1-1-15,-1-1 5 0,2-3-1 16,-2-1 3-16,1-1-6 0,2 2 3 0,-1-3 9 15,2 0-11-15,-2-1 7 0,-6-2-6 0,14-1 4 0,-2-3 0 16,-6 2-5-16,1-2 3 0,3-1 7 0,-1-3-8 16,-2 0 1-16,0-2-2 0,-2 1 0 15,-1-2-4-15,-2 1 8 0,2-1-10 0,-3 1 2 0,-1-2 6 16,-1 1 5-16,0 0 8 0,-2 0-3 0,1 2-3 16,-2-2-4-16,-1 3 6 0,2 1-2 0,-3 0-4 15,1 2-2-15,-2 1-4 0,7 4 2 16,-12-3 1-16,4 3-15 0,8 0-9 0,-14 3-10 0,7-1-16 15,2 2-14-15,0 0-14 0,5-4-28 0,-6 10-15 16,2-5-114-16,0 2-253 0,4-7 111 0</inkml:trace>
  <inkml:trace contextRef="#ctx0" brushRef="#br0" timeOffset="171390.37">20322 10120 76 0,'0'0'107'16,"8"2"6"-16,-8-2-2 0,5 4-4 0,-5-4-2 16,4 6-7-16,-4-6-7 0,2 7-8 0,-2-7-3 0,4 7-7 15,-4-7-10-15,3 8-8 0,-3-8 6 0,0 7-6 16,0-7-10-16,3 8 1 0,-3-8-6 16,3 8-2-16,-3-8-3 0,1 4-5 0,-1-4-2 15,0 0-2-15,0 0 9 0,0 0 2 0,0 0 8 0,0 0 0 16,0 0-8-16,0 0 0 0,0 0-4 0,0 0 0 15,0 0-4-15,0 0-1 0,0 0-5 0,-5-29-2 16,5 22-5-16,-1-2 5 0,1-2-10 0,-1 0 4 16,1 0-5-16,-2-6 0 0,6 6 1 0,-1-6-1 15,1 7-5-15,-2-1 6 0,2 0-3 0,1 3-3 16,4 0-1-16,-3 1-4 0,1-2 2 0,1 5-3 16,2 0 5-16,-1 1-3 0,1 3 1 0,3 3 1 15,-2 1-3-15,-1 1 2 0,2 3-7 0,-2-1 2 16,-1 2-1-16,-1 1 5 0,-1 2-1 0,-2-3-2 15,-1 1 1-15,1-1-1 0,-1 3 2 0,1-3-4 16,-2-2 3-16,-1-1 0 0,0 0 3 0,0 0-2 16,-2-6 3-16,4 8-2 0,-4-8 3 0,3 6-2 15,-3-6 0-15,0 0 4 0,0 0 5 0,0 0-5 16,0 0-8-16,0 0 6 0,0 0 3 0,0 0-7 16,5-22 2-16,-1 11-4 0,-1 1 1 0,2-2 0 15,-1 2-3-15,3-3 6 0,1-1-4 0,0 5 6 16,3-5-4-16,-4 7 1 0,1-3-2 0,1 3-2 0,-1-1 5 15,-2 4-3-15,2 0 1 0,0 4-2 16,-8 0-2-16,13 3-1 0,-6 2 2 0,3 1 3 16,-4 1-2-16,1 2-4 0,-2 2 6 0,1 3-6 15,1 2 1-15,-5 0 6 0,-1-2 0 0,2 5-6 0,-3-3 0 16,-1 0-21-16,-1 0-5 0,0-3-25 0,-2 3-24 16,0-5-34-16,1 1-27 0,0 1-134 0,-1-4-299 15,4-2 133-15</inkml:trace>
  <inkml:trace contextRef="#ctx0" brushRef="#br0" timeOffset="171760.25">20970 10094 132 0,'0'0'141'0,"0"0"-20"0,0 0-3 0,0 0-8 16,0 0-2-16,0 0-13 0,-5 25-8 0,3-18 2 15,2-7-14-15,-3 13-2 0,-1-6-9 0,3-1-10 16,1-6-2-16,-2 12-11 0,1-7 0 0,1-5-10 16,-1 9-5-16,1-9 0 0,-1 8 6 15,1-8-7-15,0 0 13 0,-3 8 8 0,3-8 3 0,0 0-3 16,0 0-6-16,0 0-4 0,0 0-8 0,0 0 6 16,0 0-1-16,-5-25-4 0,6 15 2 0,-1-2-6 15,1 1-3-15,1-5 1 0,0 0-3 0,1-1-3 0,2-1-3 16,1 0-1-16,1 2-1 0,0-9 2 15,1 9-5-15,-2 0 2 0,2 0-1 0,0 3-2 16,1-3-3-16,-2 6 3 0,1 1 2 0,-2 0-2 16,0 1-6-16,-3 3-2 0,5 0 1 0,-2 3-2 0,-6 2 6 15,12 0-2-15,-12 0 0 0,15 7 5 0,-8 1 8 16,0 2-2-16,1 3-1 0,0 1 0 0,-2 2 6 16,-1-4 3-16,2 5-3 0,-2 1-5 15,1-4 3-15</inkml:trace>
  <inkml:trace contextRef="#ctx0" brushRef="#br0" timeOffset="171863.42">21168 10216 193 0,'-1'1'-84'0</inkml:trace>
  <inkml:trace contextRef="#ctx0" brushRef="#br0" timeOffset="172740.7">21017 10092 3 0,'0'0'75'16,"-7"-6"-12"-16,7 6 2 0,-4-5-1 0,4 5-3 15,-5-7-1-15,5 7-7 0,-4-5 1 0,4 5-15 16,-3-7 4-16,3 7-1 0,0 0-3 0,0-9-3 16,0 9-6-16,0 0 3 0,0-10-2 0,0 10-9 15,3-8-5-15,-3 8-16 0,2-6 25 0,-2 6-7 16,3-7-4-16,-3 7 6 0,4-7-1 0,-4 7-2 16,4-6 3-16,-4 6 0 0,5-6-1 0,-3 0 6 15,-2 6-3-15,7-9-13 0,-4 4 8 0,1 0-7 16,1 1 6-16,-5 4-5 0,8-6 0 0,-3 2-1 15,-5 4-1-15,12-6 5 0,-10 3-1 0,-2 3-4 0,5-3-3 16,-5 3 2-16,0 0-3 0,9-1 9 16,-9 1-11-16,0 0 4 0,0 0 4 0,10 4 2 15,-10-4-7-15,8 10 0 0,-4-4 5 0,0 2 0 16,1 3 4-16,-1-2-5 0,0 2 4 0,-1 5 7 0,3-1-4 16,-3 0 16-16,4 2-7 0,-5-1 0 0,5 2 4 15,-3-2-3-15,-2 1 0 0,2-1 3 16,-3-1-11-16,3 1 2 0,-1-3-2 0,-1 0-4 15,1-2 1-15,-2 0-5 0,0 0 6 0,1 0-2 0,1-1-2 16,-1-2-3-16,-2-1 0 0,1 1-1 0,-1-1-7 16,1 1-2-16,-1-8-15 0,1 12-20 0,-1-6-20 15,0-6-17-15,0 10-15 0,0-10-14 0,-2 9-20 16,2-9-99-16,-5 4-238 0,5-4 105 0</inkml:trace>
  <inkml:trace contextRef="#ctx0" brushRef="#br0" timeOffset="172956.64">20998 10169 19 0,'0'0'88'0,"13"-1"-1"15,-2 1-18-15,-2-1-3 0,5 1-1 0,4-2-12 16,3 0-11-16,-1 2-21 0,3-2-27 0,-2 2-37 16,7 2-35-16,-9-2-83 0,1-2 38 0</inkml:trace>
  <inkml:trace contextRef="#ctx0" brushRef="#br0" timeOffset="179072.59">8304 12398 90 0,'0'0'95'0,"0"0"-10"0,0-7-1 0,0 7-8 0,0 0-1 16,0-8-12-16,0 8 2 0,0 0 0 0,0 0-6 15,-3-12 4-15,3 12 0 0,-3-6-6 0,3 6-4 16,-5-5-5-16,5 5-3 0,-7-7-6 0,7 7-9 16,-12-3-4-16,2 2-2 0,-1 1-2 0,1-2 4 15,-3 4-4-15,-4-1-11 0,2 1 10 0,-1 0-2 16,-1 1-11-16,-4-1 1 0,5 1 8 0,-2 4-4 15,1-3-1-15,3 1-6 0,-1 2 10 0,-3 1-7 16,4-1 2-16,-3 3 2 0,2-1 2 0,0 2 15 16,0 2-1-16,1 3 11 0,4 0-15 0,-1 7 11 15,0-1 1-15,5-3-4 0,1 4-2 0,2 2-2 16,3-1 0-16,3 1 1 0,-1-7-1 0,5 1-3 16,2-1-5-16,4 4 4 0,-3-5-3 0,5-1-1 15,4 1-1-15,3-1-2 0,2-4-3 0,0 0-3 16,3-4-9-16,-1-1-16 0,3-3-19 0,1 0-9 15,1-3-32-15,3-1-11 0,2-2-25 0,-3-2-13 16,0-2-12-16,-1-2-101 0,0 1-254 0,-4-2 112 16</inkml:trace>
  <inkml:trace contextRef="#ctx0" brushRef="#br0" timeOffset="180228.79">8617 12533 76 0,'-3'-12'131'0,"3"12"4"0,-1-8-8 0,1 8-7 15,0 0-14-15,0-9-13 0,0 9-1 0,0 0-1 16,0 0-15-16,0 0 19 0,0 0-7 0,0 0-6 16,1 29-7-16,2-17-9 0,-3 0-7 0,3 4-6 15,-1-2 1-15,2 2-9 0,-1-1 5 0,1 0-8 16,-1-2-5-16,4-1-6 0,2 2-5 0,-3-4-1 0,2-2-1 16,0 2-3-16,2-3-1 0,-1-1 0 15,-1 2 2-15,3-4-5 0,-2 0-1 0,0-2-2 16,2 0 0-16,-2-2-5 0,1-1 2 0,0-2-6 15,2-2-1-15,-2-1-2 0,2-1 0 0,1-6-1 16,-2 2-3-16,0-3-7 0,0 0 3 0,-1-2 2 16,-1-1 0-16,0-1 3 0,-3 0-5 0,2 0 1 15,-3 1-1-15,0-1 4 0,-1 3 2 0,-3 2 2 16,2 2 2-16,-2 2 13 0,0 2 6 0,-1 0 2 16,0 7-9-16,0-10-3 0,0 10-3 0,0 0-1 0,0 0 2 15,0 0-2-15,0 0-1 0,0 0 3 16,0 0 3-16,-2 36 2 0,1-19-1 0,-1 0 0 0,2-1-2 15,0 1 1-15,2 0-1 0,-1-1-2 16,0-3 2-16,2 0-2 0,2 3 1 0,0-5-1 16,-1 0-1-16,1 1 2 0,0-2 0 0,1-2-6 0,1 1 2 15,-1-2 1-15,2-1 4 0,1 0-4 0,2-4-3 16,-1 0 2-16,-1 0 0 0,4-2 1 0,-1-2-3 16,0 0-1-16,1-2 1 0,0-2 0 15,-2 0-1-15,4-5 0 0,-5 4 1 0,1-5-9 16,1-1 0-16,-3-1-7 0,0-1-2 0,-3 1-2 0,-1-2 0 15,3-1-6-15,-6-1 1 0,-2 0 3 0,-1 1-2 16,-3-1 3-16,0 2 3 0,-2-1-1 16,1 2 0-16,-2 4 5 0,-1 1 4 0,0 1 8 15,1 1 0-15,0 2-4 0,-2 1 3 0,3 1-4 0,0 1-1 16,6 3 4-16,-9-2-3 0,9 2 1 16,0 0-1-16,0 0 0 0,0 0-1 0,-7 9 1 15,7-9-1-15,0 0 0 0,11 9 1 0,-2-5 2 0,5-2 2 16,3 4-4-16,2-5 4 0,4 1 0 15,4 2-3-15,-7-3 2 0,1 3-2 0,-3-3 2 0,1 1-3 16,-6 2 2-16,-1-3-1 0,0 4 1 0,-3-1-5 16,1-1 3-16,-4 3-2 0,0-1 0 15,-4 3 4-15,1-1 7 0,-1 3-7 0,0 1 6 16,-2 0-6-16,0 1-1 0,0 0 2 0,-2-1-1 0,2 1-2 16,-1-1 4-16,1-1 0 0,0 2-2 0,3-2 2 15,0 0 1-15,-1-4 0 0,1 2-2 0,0-2 0 16,1 1 2-16,1-2-2 0,-1-1-2 0,1-1 3 15,3 0 0-15,-1-1-3 0,1 0 3 16,-8-2 0-16,19 0-1 0,-9-2 0 0,-1-2 0 0,1 0-1 16,-1-1 0-16,-1 0-1 0,1-1-3 0,-3-1-1 15,1-2-9-15,-1 2 8 0,-2-5-4 0,0 1-3 16,0-2-3-16,-1-2 2 0,-3 1-3 0,2-1 5 16,-5-2-1-16,3-1 1 0,-2 3 9 0,2-1-2 15,-3 5-7-15,2 0 3 0,1 2 2 0,-1 2 0 16,-2-2 5-16,3 9-6 0,-1-10 2 0,1 10 1 15,0-8-1-15,0 8-2 0,5-6 4 0,-5 6-1 16,14-3 1-16,-4 3-2 0,2 1 4 0,-1 1-4 16,1 0-1-16,2 4 3 0,-1-1-3 0,-1 1 3 15,0 2 11-15,-1 1-9 0,-1 1 1 0,-1 0 5 16,-2 0-6-16,-1 1 3 0,4 2 3 0,-3-1-2 16,-2-2 4-16,1 1-2 0,1-1 8 0,-1 1-10 15,-2 0 0-15,1-3 2 0,0 3-2 0,-1-4 0 16,1-1 0-16,1 1 0 0,-2-1 2 0,1-2-3 15,1 0 5-15,1-2 0 0,2-1-2 0,-9-1-1 16,17 0 2-16,-6-1 2 0,-3-3-4 0,1 1 1 16,0-2 4-16,1-3-3 0,-1-1 0 0,-1-2 1 15,2 0 2-15,0-4-4 0,-5 3-2 0,2-3 3 16,-3 0 9-16,-1 0-7 0,-1 1 0 0,-2-1-2 16,-2-1 5-16,1 4 6 0,-3 4 11 0,2-1 4 15,-1 4-4-15,-2-2-1 0,5 7-4 0,-9-6-4 16,9 6 2-16,-14 4-4 0,5 1-1 0,0 2-6 0,-4 4 0 15,3 2-2-15,2 1 1 0,1-1 1 16,0-1-2-16,2 5-7 0,0-1-21 0,1-4-27 16,3 3-41-16,0-3-36 0,2 1-26 0,3-3-24 15,0 2-30-15,1-5-103 0,0 1-334 0,3-3 148 16</inkml:trace>
  <inkml:trace contextRef="#ctx0" brushRef="#br0" timeOffset="180503.53">9965 12611 53 0,'0'0'198'16,"0"0"0"-16,5-4-1 0,-5 4-5 0,3-7-1 16,-3 7-3-16,0 0-6 0,4-6-11 0,-4 6-5 15,1-7-13-15,-1 7-4 0,3-9-13 0,-3 9-8 16,2-12-14-16,1 5-10 0,-2 2-6 0,2-3-13 16,4-1-9-16,0 2-3 0,-1-3-11 0,6-2-7 15,-1 0-8-15,-1 0-2 0,1 5-5 0,4-5-2 16,-5 5-6-16,2-1-5 0,-3 2-5 0,0 1-2 15,1-1-5-15,-5 5-1 0,-5 1-4 0,14 1 2 16,-8 2-3-16,2 2-4 0,1 2 0 0,-3 0 5 16,0 3-3-16,-1 0-3 0,0 1-2 0,-3 1-11 15,1 1-10-15,1-2-23 0,-3 3-24 0,-1-1-22 0,2-1-42 16,0 0-32-16,-1 0-34 0,0-3-31 16,1 2-172-16,-2-3-433 0,1-2 191 0</inkml:trace>
  <inkml:trace contextRef="#ctx0" brushRef="#br0" timeOffset="180746.93">10432 12239 233 0,'-2'-6'222'0,"2"6"-20"0,0 0-21 15,0-11-19-15,0 11-11 0,0 0 11 16,0 0-3-16,7 29-5 0,-6-11-11 0,-1 2-13 15,2 5-8-15,-4 4-7 0,0-3-10 0,0 1-9 16,0 0-10-16,-1-2-3 0,2 0-13 0,-3-6-5 16,2 0-7-16,0 2-4 0,0-2-11 0,-1-4-34 0,1 2-28 15,0-3-33-15,1-4-47 0,-1-1-49 16,2 1-31-16,-2-5-30 0,2-5-142 0,-6 10-378 16,2-8 167-16</inkml:trace>
  <inkml:trace contextRef="#ctx0" brushRef="#br0" timeOffset="180905.52">10341 12451 39 0,'0'0'181'16,"0"0"-20"-16,5-5-13 0,-5 5-15 0,12-3-16 16,-3 0-29-16,2 0-45 0,10-1-51 0,-1 0-59 0,1 1-73 15,9-4-151-15,2 1 68 0</inkml:trace>
  <inkml:trace contextRef="#ctx0" brushRef="#br0" timeOffset="181329.26">11316 12237 150 0,'3'-7'183'0,"-1"3"-17"0,-2 4-16 0,3-7-23 15,-3 7-9-15,0 0 5 0,0 0 6 0,6 17-7 0,-2-4 0 16,-1 13-2-16,1 2-7 0,-4 2-13 0,3-1-9 16,-3 3 9-16,7 0-8 0,-7 0-12 15,2-1-7-15,-1-1-5 0,1-2-8 0,3 0-5 16,-5 0-4-16,1-1-3 0,-1-4-6 0,0-4-5 15,-1 0-18-15,1-1-28 0,0-4-27 0,0-3-59 0,0 1-38 16,0-3-34-16,0-2-40 0,-4 2-109 16,4-9-341-16,-4 10 150 0</inkml:trace>
  <inkml:trace contextRef="#ctx0" brushRef="#br0" timeOffset="181792.99">11343 12453 66 0,'4'-7'125'0,"2"4"-3"16,2-5 0-16,0 0-4 0,-1 2-15 0,3-3 8 0,-1 2-14 15,-1 0-3-15,2-1-4 0,1 1 2 0,-6 2 3 16,3-4-3-16,-2 2-2 0,-1-1 0 0,0 1-3 16,-1 0 5-16,-2 2-14 0,5-3-4 15,-6 2-6-15,-1 6-3 0,4-13-7 0,-4 6-1 16,0 7-4-16,5-9-2 0,-5 9-8 0,2-5-7 0,-2 5-8 15,0 0 0-15,0 0-7 0,0 0 0 0,9 17 7 16,-5-2 1-16,-1 5-4 0,2 5 1 16,1 1-6-16,-6 2 3 0,5 0-5 0,-2-1-1 15,-2 0 0-15,3-1 0 0,-4-2-1 0,1-6 0 0,1 1-6 16,-1-2 0-16,0-2 1 0,1-3-1 0,-1 0 0 16,0-3 0-16,-1-2 0 0,2-1-1 15,0 0 1-15,-2-6 1 0,1 8 2 0,-1-8-5 16,0 0 3-16,0 0-1 0,0 0-3 0,0 0 0 15,0 0-2-15,17-21-4 0,-12 10 1 0,0 0-7 0,1-1-1 16,2-1-1-16,2 0 0 0,-3 2-1 0,7 0 1 16,-5 3-1-16,-1-1-3 0,4 6 0 15,-7 1 2-15,3 1-1 0,-8 1 3 0,14 4-1 16,-6 2 1-16,-2 3 1 0,2-1 2 0,-1 3 0 0,-2-1 2 16,4 5-2-16,-5 0 0 0,0 1 4 0,1-1 0 15,-1-1-26-15,1 0-27 0,-2-1-43 0,1-3-47 16,-2 0-41-16,0 0-175 0,-2-10-386 0,2 13 170 15</inkml:trace>
  <inkml:trace contextRef="#ctx0" brushRef="#br0" timeOffset="182344.94">11882 12450 66 0,'9'0'195'0,"2"3"-6"16,0 0-11-16,-1 4-6 0,3 2-16 0,-4 1-13 16,2 3-7-16,-3 1-12 0,2 0-11 0,-1 3-9 15,-3-1-9-15,-1 0-9 0,-2-5-7 0,-1 5-7 16,-2-4-7-16,1-1-6 0,-2 0-5 0,-1-1-3 16,-3 1-1-16,2-1-7 0,-3-2-3 0,4-1-2 15,2-7 0-15,-7 8-7 0,3-5 0 0,4-3-4 16,-7 4-1-16,7-4-4 0,0 0 1 0,-10 0-3 15,10 0-2-15,-8-7-3 0,8 7-4 0,-6-12 1 16,3 2-4-16,4-1-7 0,1 0 2 0,0-5-1 16,4 0-3-16,-3-1 2 0,5-1-4 0,-2 1-4 15,2 1-2-15,1 0 4 0,2 2-2 16,3 1 4-16,-1 2-1 0,-4 4-2 0,0 0 2 0,0 1-5 16,-1 4 4-16,2-2-1 0,-1 3 0 0,-3 1 3 15,-6 0-2-15,15 3 1 0,-9 1 0 0,1 0 2 16,2 4 3-16,-2-4-3 0,-1 3 0 0,1 2 3 15,0-3-2-15,0 2 3 0,-1 0-2 0,1-3-1 16,-3 2 4-16,3-3-2 0,2 0 1 0,-2-1 3 16,0 1 2-16,3-3 2 0,3-1 0 0,-3 0 0 15,1-2 3-15,1-2 2 0,-3-1-2 0,1 0 0 16,0-2 7-16,-1-1-3 0,-2 1 4 0,0-2 1 16,-3-1 0-16,-4 1 0 0,2-1-2 0,-4-2 0 15,-2 3-3-15,-3-2-1 0,0 1-2 0,-6 0-4 16,1-1-3-16,-1 3 3 0,-1 2-8 0,-4 3-2 15,0-2-9-15,5 3-13 0,-1 3-16 0,3 1-18 16,0 2-18-16,0 1-30 0,2 0-20 0,4 0-25 16,1 0-18-16,2 2-10 0,2-7-10 0,-3 11-97 15,4-3-307-15,-1-8 137 0</inkml:trace>
  <inkml:trace contextRef="#ctx0" brushRef="#br0" timeOffset="182932.68">12341 12426 141 0,'8'-4'172'0,"-8"4"-10"0,0 0-18 16,0 0-12-16,5-3-12 0,-5 3-7 0,0 0-6 16,0 0 1-16,6 14-7 0,-4-7 1 0,3 1 0 15,-2 2-14-15,1-3-5 0,-1 3-8 0,1 0-8 16,2 0 2-16,-2-2-4 0,2 0-7 0,-1 0-1 16,3-1-6-16,0-1-5 0,-1-2-2 0,0-1-1 0,0-1-6 15,0 0-3-15,-7-2-2 0,16-2-1 16,-8 0-2-16,-1 0-1 0,2-3 3 0,-1-1-1 15,0 0-7-15,-3-3 2 0,3 2-4 0,-2-2 0 16,0-1-4-16,-1 0 1 0,-4 0-6 0,4-2 2 0,-1 2-1 16,0 0-2-16,-1 3 2 0,4-1 2 15,-5 2 1-15,-2 6 2 0,3-8-11 0,-3 8 1 16,4-6 2-16,-4 6-5 0,0 0 2 0,0 0 4 16,9 15 6-16,-3-6-6 0,-2 0 0 0,0 1 4 15,0 0-5-15,-2 1 1 0,1 2 0 0,1-3-4 16,0 1 2-16,1 0 4 0,2 0-5 0,0-1 2 15,-1-2-4-15,0-1 3 0,4-1-2 0,-1-2-2 16,2-1 0-16,0-2-1 0,2-2-6 0,6-1 3 16,-6-2-2-16,1 0 0 0,1-5-2 0,-2 2 1 15,1-1 2-15,-3-1-1 0,1-1 0 0,-5 2 3 0,1-2 0 16,-1 0-3-16,-2-3 4 0,-2 4 5 16,-2-1 2-16,4-1 4 0,-5 2 4 0,0 1 4 15,0 8-3-15,0-11 1 0,0 11 0 0,0 0-4 16,-6-9-4-16,6 9 3 0,0 0-4 0,0 0-2 0,-17 12-3 15,9-6 3-15,5 3-4 0,-1 2 2 16,-3 0-2-16,6 1-1 0,1 4-1 0,-6-1-1 16,6 1 3-16,2 2-2 0,0 0 2 0,0-1-4 15,1 2 1-15,0-2 4 0,1 2-8 0,0-3 3 16,-4 3-1-16,3-1-1 0,-5 0 1 0,4-2 2 0,0 0-2 16,-4-3 0-16,0 1 0 0,1 0 5 15,-3 2-3-15,4-5 1 0,-4 1-15 0,-1-3-18 16,4-1-24-16,-3-2-32 0,0-1-28 0,1 0-30 15,3-5-42-15,0 0-38 0,-6 6-172 0,6-6-427 0,0 0 190 16</inkml:trace>
  <inkml:trace contextRef="#ctx0" brushRef="#br0" timeOffset="183288.01">12998 12257 79 0,'3'-7'191'0,"-3"7"-4"0,6-3 2 0,-6 3 3 16,12 14-3-16,-8-2-13 0,3 6-11 0,1 5-7 16,-2 6-11-16,-4-1-13 0,0 1-7 15,0 0-8-15,0-3-10 0,-4 1-8 0,2-1-10 0,3-6-6 16,-3-3-10-16,0 1-6 0,0-5-6 0,-1-2-5 16,2 0-5-16,1-1-7 0,-2-4 0 0,0-6-5 15,0 12-1-15,0-12 0 0,0 7-4 16,0-7-4-16,0 0-4 0,0 0 2 0,0 0-9 0,0 0-1 15,0 0-3-15,11-29 2 0,-5 17-5 0,2-5 0 16,2 0-6-16,-1 2 2 0,1-1-1 0,-1 0-1 16,-1 3 2-16,2 4-4 0,-4 1-3 0,1 0-3 15,-3 2 2-15,1 2-3 0,-5 4-2 16,6-1 5-16,-6 1-3 0,0 0 0 0,10 9 0 0,-8-1-2 16,0-2 0-16,-2 4-20 0,0 2-27 0,-2 0-39 15,0 5-50-15,0 0-44 0,4-2-22 0,2 2-37 16,-2-7-145-16,7 6-417 0,3-5 185 0</inkml:trace>
  <inkml:trace contextRef="#ctx0" brushRef="#br0" timeOffset="183588.6">13560 12259 154 0,'4'-12'207'0,"1"2"-7"15,-2 1-18-15,1 4-12 0,-4 5-10 0,6-1-6 16,-6 1 7-16,9 15-2 0,-1 2-3 0,-6 7-10 16,0 7-10-16,0-1-11 0,-2 2-4 0,0 1-9 15,-4 0-9-15,4 1-9 0,-6-1-6 0,2-1-12 16,-2-3-8-16,1 0 0 0,-1-2-10 0,4-2-9 15,-1-6-1-15,-2-3-19 0,1-1-21 0,-1 1-28 16,1-5-36-16,0-3-39 0,1 2-46 0,1-5-32 16,2-5-48-16,-6 9-167 0,6-9-420 0,-10 0 186 15</inkml:trace>
  <inkml:trace contextRef="#ctx0" brushRef="#br0" timeOffset="184141.53">13555 12422 97 0,'9'-5'145'0,"1"-1"-3"0,0 0-1 16,7-1-2-16,-6 0 1 0,2 1-11 0,-1-1-5 15,3 1-7-15,-1 0-6 0,-5-2-10 0,1 0-3 16,2 1 0-16,-3 1 0 0,-1 1-5 0,0-5-5 16,-1 1-7-16,-1 0-2 0,1 2-9 0,-3-1-6 15,-2 0-5-15,4 0-7 0,-4 3-1 0,-2 5-9 16,6-11-4-16,-6 11-7 0,4-3-4 0,-4 3-2 15,0 0-5-15,0 0 2 0,9 22-2 0,-7-7-4 16,0 2 0-16,-4 8 1 0,2 2 0 0,-4 1-4 0,2-2-2 16,-2 1 0-16,1-1 2 0,1-6-4 15,-2 0 2-15,2-1-4 0,0-1 4 0,1-1-4 16,-2-5-2-16,3-2 1 0,-2 1-3 0,4-4-3 16,-2 1 0-16,0-8-5 0,0 10 3 0,0-10 2 15,8 5-3-15,-8-5-2 0,9 0 0 0,-9 0 2 16,18-3-2-16,-5-1 2 0,-2 1-3 0,1 0 2 15,-1 1-1-15,2 1 1 0,-1 1 1 0,-6 1 1 16,6 1-1-16,-3 1 1 0,2 0 5 0,-3 1-1 16,4-1 1-16,-3 1 1 0,-1 1 1 0,4-2-2 0,-1 2 3 15,0-3 1-15,1 1-3 0,-2-2-2 0,3-2 5 16,-1-2-3-16,-1 1 2 0,6-4 3 16,-2-1-7-16,1-3 4 0,-1 3 2 0,0-4-3 15,-5 2-1-15,0-1 1 0,-2-3 1 0,-3 3-1 16,-1-2 1-16,3 1-2 0,-5-2 9 0,3 2-5 0,-5 0-4 15,-3-2 1-15,3 5 1 0,-2-4 0 0,0 7 6 16,-5-2-4-16,1 2 1 0,-1 3-1 16,-4 2 0-16,-2 2-2 0,-6 4-2 0,2 3 2 15,2 1-1-15,-2 4-4 0,1-2 5 0,1 4-6 16,3 0-16-16,5 1-24 0,1-1-34 0,4 4-44 0,4-3-36 16,7-2-29-16,4 0-20 0,9 2-147 0,10-2-379 15,17-1 167-15</inkml:trace>
  <inkml:trace contextRef="#ctx0" brushRef="#br0" timeOffset="184888.15">14950 12456 70 0,'0'-10'232'0,"-1"0"-18"16,1 10-7-16,-3-13-8 0,-2 7-12 0,-1 1-14 0,-3 0-14 16,-1 5-12-16,-3 0-15 0,-5 3-12 0,-2 2-9 15,-9 6 0-15,2 6-13 0,0-1-4 16,-1 2-10-16,4 1-9 0,2-1-4 0,3 3-10 15,7-5-8-15,-1-1-4 0,3 2-2 0,5 0-8 16,1 0-2-16,-1-1-3 0,5-4-5 0,2-2-2 0,5 1-2 16,-2-1-3-16,3-3-1 0,1-1-1 0,1 0-1 15,8-3-1-15,0 2 0 0,-1-5-2 16,4-2-2-16,-3-1-1 0,10-5-1 0,-10 0-1 0,1-2 0 16,-5 0-4-16,1-5 1 0,0-1-1 0,0-4 0 15,-1-2-2-15,-3-3-2 0,0-2 2 0,-5 1-1 16,1-4-2-16,-4 0 2 0,-3 2-2 0,4-1 0 15,-4-5-1-15,0 2 1 0,-3 1 2 0,1-2-3 16,0-1 0-16,-3 4 2 0,1-2-2 0,1 4-1 16,3 7 0-16,-3 3 2 0,3 3 5 0,-3 2 4 15,1 5 1-15,2-2-5 0,0 10-2 0,-1-9 0 16,1 9-5-16,0 0 2 0,0 0-3 0,0 0 3 16,0 0-1-16,1 41 5 0,-1-14-2 0,2 2 4 15,0 3-1-15,-4 2 1 0,5-2 0 16,-1 0 0-16,2-1-2 0,0 0-1 0,1-2 2 0,2 0-3 15,-2-4 2-15,0 0 0 0,0-8 0 0,2 0 0 16,-1-2 0-16,3 0-1 0,0-4 1 0,3 1-1 16,2-5-2-16,-3 0 6 0,6-1-1 0,-4-2 1 15,1-4-4-15,-2 0 3 0,6-3-6 0,-2-1 4 16,1 0-1-16,1-3 4 0,0-3-5 0,-4-1 1 16,0-1-2-16,-3-2 3 0,1 0-3 0,-1-3 0 15,-4 0-1-15,0 2 1 0,-1-3 2 0,-2 4-1 16,-4 2-5-16,4 2 0 0,-2 2 6 0,0 1-6 15,-1 0-1-15,-1 7-5 0,0 0 2 0,1-7 1 16,-1 7-2-16,0 0 11 0,0 0-8 0,0 0-2 16,-5 34 3-16,4-22 1 0,-3 4 2 0,2-4-3 15,1 4 7-15,0 0-6 0,1 0-4 0,1 0-20 16,2-2-25-16,3 0-26 0,-2-3-31 0,1-1-42 16,2 0-46-16,0-1-36 0,-2-1-196 0,-1-2-462 15,1-1 205-15</inkml:trace>
  <inkml:trace contextRef="#ctx0" brushRef="#br0" timeOffset="185069.52">15173 12244 1647 0,'-9'-16'-6'16,"1"-1"31"-16,3 7 1 0,0 0-7 0,2 4-13 15,3 6-12-15,-2-10 7 0,2 10-7 0,0 0 0 16,0 0-1-16,0 0-21 0,0 0-13 0,0 0-18 15,0 0-20-15,23 29-17 0,-9-15-13 0,0-2-10 16,7 4-75-16,3 1-210 0,-4-2 93 0</inkml:trace>
  <inkml:trace contextRef="#ctx0" brushRef="#br0" timeOffset="185345.34">15509 12407 57 0,'1'6'122'0,"-1"-6"4"0,0 0-12 0,-2 13 3 16,2-13-3-16,-3 9 3 0,3-9 0 0,0 11-5 15,3-6-13-15,-1 2 1 0,-2-7-3 0,5 10-7 16,-1-5 2-16,4 1-5 0,1-3-9 0,1 2-3 16,0-1-4-16,3-1 2 0,1-1-12 0,-2-2-7 15,3-1-3-15,1-2-2 0,-2 1-2 0,3-3-8 16,-4 1-3-16,-1-2-1 0,-2 0 1 0,0-1-2 16,-2-4-3-16,-2 3-3 0,-2-2-3 0,0 0-3 15,-4-2-1-15,0 1 0 0,0-1 0 0,-4 0 1 16,0 1-5-16,-1 0-3 0,0 3-2 0,-3 1-6 15,2 0 2-15,-3 3-4 0,1 2-4 0,0 0-13 16,-3 1-14-16,11 1-18 0,-18 7-31 0,8-4-41 16,4 0-22-16,0 4-30 0,3-1-16 0,1-1-113 15,2-5-321-15,-1 10 143 0</inkml:trace>
  <inkml:trace contextRef="#ctx0" brushRef="#br0" timeOffset="185976.4">15981 12294 206 0,'-4'-4'205'16,"-3"-4"-3"-16,-1 4-7 0,0 1-4 0,-2 1-11 15,-2 2-18-15,1 2-11 0,0-1-13 0,-3 3-9 16,3 2-8-16,-3 3-8 0,0 5-9 0,-2-1-9 16,5 1-10-16,-1 0-6 0,1 0-9 0,2 1-6 15,1-1-6-15,4 0-4 0,3-3-7 0,-1 1-5 16,4 1 0-16,-1-2-5 0,2-3-4 0,3 3-1 15,-1-3-2-15,3-2-5 0,5-1 1 0,-3 1-3 16,3-4-2-16,0-2-2 0,0-2-3 0,0-1 0 0,-1-1-2 16,5-3-1-16,-6 0 0 0,-1-2 0 15,3-1-1-15,-3-5-3 0,-1-1 3 0,1-1-4 16,-1-6-1-16,-3 4-2 0,-4-6 3 0,3-2-2 16,-1 1 2-16,-4-5-2 0,3 4 0 0,-3-1-3 15,0 1 2-15,1-4-2 0,-1 4 0 0,0-1 0 16,0 1 3-16,1 2-2 0,-3 0 0 0,2 5-1 15,0 4 5-15,-2 3 5 0,4 4 4 0,-4 0-3 16,1 2-6-16,1 7 1 0,0 0-3 0,0 0-4 16,0 0 1-16,0 0 1 0,0 0 0 0,1 38 0 15,-1-11 6-15,0 3-2 0,2 1-1 0,-2 16 2 0,0-12 2 16,0 1 0-16,0-5-4 0,-3 0 3 16,4 1-5-16,2-3 1 0,2-3 3 0,0 0-1 15,2-2-3-15,-2-4 0 0,2-5 3 0,2 0-2 16,0-2 1-16,4 0-3 0,-4-5 1 0,1 0-1 0,3-1 5 15,0-3-5-15,3 0 0 0,-2-3 1 16,5-2-4-16,0-3 3 0,1-1-4 0,0-4-3 16,5-4-4-16,0 0-8 0,-7 0-5 0,5-5-3 15,-4-1-2-15,0-4 2 0,-6 3 2 0,-3-5-4 16,-1 2 1-16,-2-1 3 0,-5 5 2 0,1 3 0 0,-3 0 5 16,-3 5 1-16,0 1 5 0,-1 4 1 15,-2 1 3-15,-4 1 2 0,-1 2 3 0,-2 5 4 16,-5 3 3-16,0 4 1 0,-2 7 0 0,1 0-2 15,2 3 1-15,2 1 2 0,4 2-1 0,5-6-2 0,0 2 0 16,6-2-3-16,2 2-7 0,5-2-15 0,3-1-34 16,8 5-32-16,5-5-37 0,6 0-37 0,22-4-61 15,5 0-213-15,-1-5-466 0,7 0 207 0</inkml:trace>
  <inkml:trace contextRef="#ctx0" brushRef="#br0" timeOffset="187836.4">17536 12186 112 0,'0'0'123'0,"0"0"-4"16,0 0 2-16,0 0 0 0,0 0-11 0,28-5-8 15,-7 3-4-15,0 0-7 0,10-2-10 0,3 0-2 16,0 3-14-16,0-4-4 0,-2 2-8 0,-2 3-13 15,-9-2-11-15,-1 0-27 0,-1 1-13 0,0-3-20 0,-3 3-8 16,-4-1-18-16,-1 0-6 0,-3 2-16 0,-1-2-12 16,-7 2-82-16,11-1-188 0,-11 1 84 15</inkml:trace>
  <inkml:trace contextRef="#ctx0" brushRef="#br0" timeOffset="188220.44">17810 12136 87 0,'0'0'98'0,"-6"5"3"0,6-5-8 0,-5 14 10 16,4-7-3-16,1 3 2 0,0 5-6 0,0 2-2 0,1 1-4 16,-2 0-1-16,2 3-7 0,1 3-2 0,1 2-8 15,-3-1-3-15,0 1-5 0,2-7 1 16,-1 0-7-16,3-1-2 0,-3 1-5 0,2-1-7 16,2-1-4-16,-4-2-6 0,0 1-2 0,2 0 1 0,-3-5-8 15,2 0 1-15,1 1-4 0,-3-2-1 0,0-2-4 16,0-1-2-16,0-7-2 0,1 12 2 0,-1-12-3 15,1 8 2-15,-1-8 1 0,-3 7-5 0,3-7-7 16,-9 6 1-16,2-3-5 0,7-3-2 0,-11 2 2 16,11-2-1-16,-13-2 5 0,3 4 0 0,1-4-6 15,0 1 3-15,9 1 0 0,-13-2-1 0,13 2 7 16,-10-2-3-16,3 1 8 0,7 1 1 0,0 0 0 16,-12-3 10-16,12 3-9 0,0 0-3 0,-8-2 2 15,8 2-4-15,0 0-6 0,0 0 7 0,0 0 0 16,0 0-2-16,0 0 5 0,0 0-1 0,37 0-10 15,-23 0 9-15,3 0-2 0,2-2 5 0,0 1-7 16,-1 0 0-16,2 1-14 0,-2 0-31 0,4 1-28 16,-3-1-32-16,8-1-39 0,0-1-40 0,-7-1-108 15,1-1-309-15,6-3 136 0</inkml:trace>
  <inkml:trace contextRef="#ctx0" brushRef="#br0" timeOffset="188590.98">18152 12473 58 0,'-4'-5'170'0,"4"5"-9"15,0 0-19-15,0 0-11 0,13-6-3 0,-13 6-17 16,11-3-8-16,0 3-14 0,0-1-6 0,1 2-6 16,-2 0-7-16,1 1-9 0,1-1-11 0,-3 1-1 15,0 1-4-15,-3 1-6 0,2 1-2 0,-4 0-4 16,2 0-1-16,-3 3-5 0,0 0 4 0,0 3-3 0,-3 1 5 15,-1-1 9-15,-2 6 1 0,-3 0 0 16,-2-2-3-16,0 2-4 0,-1-1-4 0,-1 0-4 16,0-1-1-16,2-1-4 0,-3-1 0 0,3-3 0 15,1-1-6-15,0 2 0 0,1-1-2 0,-2-4 4 0,4 0-4 16,0-2 4-16,4-4 2 0,-5 10 0 16,5-10 3-16,-4 5-3 0,4-5-1 0,0 0 2 15,-3 5-2-15,3-5 0 0,0 0 2 0,0 0-1 16,0 0-1-16,15 5-1 0,-2-7-3 0,-3 0-1 15,3 2 1-15,1-3-5 0,4 1-13 0,3-1-24 0,1-2-20 16,5 1-23-16,1-3-19 0,-2 2-27 0,4-3-20 16,-1-1-30-16,0 2-155 0,-2-1-344 15,-7 0 152-15</inkml:trace>
  <inkml:trace contextRef="#ctx0" brushRef="#br0" timeOffset="188794.34">18824 12377 20 0,'0'0'247'0,"0"0"-11"0,3-8-10 15,-3 8-16-15,0 0-16 0,0 0-23 0,4-7-16 16,-4 7-17-16,0 0-12 0,10 0-14 0,-10 0-7 16,13 2-15-16,-3 0-28 0,0 0-29 15,2-1-43-15,0 2-42 0,-1 2-32 0,0-3-25 16,0 1-28-16,0 1-30 0,-3 0-94 0,-3 0-283 0,1 0 125 15</inkml:trace>
  <inkml:trace contextRef="#ctx0" brushRef="#br0" timeOffset="188946.37">18794 12544 191 0,'0'0'181'0,"0"0"-8"15,-7 2-14-15,7-2-17 0,0 0-14 16,0 0-8-16,0 0-13 0,0 0-10 0,24 3-16 15,-12-6-27-15,6 2-44 0,-1-3-41 0,3 2-38 16,-1-1-44-16,0-1-92 0,-1 0-223 0,0 1 99 0</inkml:trace>
  <inkml:trace contextRef="#ctx0" brushRef="#br0" timeOffset="194894.54">26187 6175 10 0,'0'0'35'16,"0"0"-4"-16,0 0-7 0,0 0 11 0,0 0-10 15,0 0 0-15,-11 2 10 0,11-2-17 0,0 0 6 16,0 0-3-16,0 0-3 0,0 0 4 0,0 0-2 15,0 0-6-15,0 0 4 0,-7 4-5 0,7-4 0 16,0 0-1-16,0 0 4 0,0 0-3 0,-4 6-6 16,4-6 0-16,0 0 1 0,0 0-3 0,-5 5-7 15,5-5-2-15,0 0 8 0,0 0-5 0,0 0-4 16,0 0-2-16,-5 4-3 0,5-4-2 0,0 0-3 16,0 0-5-16,0 0 1 0,0 0-5 0,0 0-9 15,-4 8-21-15,4-8-58 0,-4 5 26 0</inkml:trace>
  <inkml:trace contextRef="#ctx0" brushRef="#br0" timeOffset="196680.71">26092 6213 39 0,'7'-4'96'0,"-7"4"-7"0,5-5-3 0,-5 5-10 16,0 0 0-16,2-7-1 0,-2 7 1 0,0 0 1 15,0 0-6-15,1-8 2 0,-1 8 0 0,0 0-10 0,0 0 1 16,0 0 1-16,0 0-8 0,0 0-4 16,0 0-1-16,0 0-15 0,0 0-4 0,0 0-4 15,0 0-4-15,0 0 0 0,0 0-1 0,0 0-8 0,0 0 0 16,-17 16 5-16,17-16-7 0,-6 9 0 15,3-4-3-15,3-5 1 0,-4 12-3 0,4-7 1 0,0-5 1 16,-2 9 3-16,2-9-11 0,0 9 2 0,0-9-1 16,2 6 0-16,-2-6 2 0,2 7-2 0,-2-7-4 15,7 5 5-15,-7-5 3 0,6 4-2 16,-6-4 2-16,10 0 1 0,-10 0 5 0,9-2-1 0,-9 2 0 16,11-2-3-16,-11 2-1 0,10-5 2 0,-6 1 1 15,0 0-7-15,-4 4 9 0,7-8-4 0,-3 4 6 16,-4 4-5-16,5-7 0 0,-5 7-2 15,4-9 2-15,-4 3 1 0,0 6-2 0,0-8 7 0,0 8-5 16,0-8 0-16,0 8 3 0,0 0-4 0,0 0-3 16,0 0 0-16,-3-10-3 0,3 10 2 0,0 0-6 15,0 0-4-15,-10 0 6 0,10 0 0 16,0 0-3-16,0 0 1 0,-13 11 1 0,11-7 1 0,2-4 2 16,-4 9-11-16,4-9 9 0,-4 8-1 0,4-8 2 15,0 0-3-15,0 11 2 0,0-11 0 0,4 9 1 16,0-5 3-16,-4-4-4 0,8 8 4 0,-1-6-1 15,-1 0-2-15,-6-2 6 0,12 2-3 0,-3-1-3 16,-3-1 5-16,-6 0-1 0,17 0 7 0,-11 0 4 16,-6 0-2-16,13-3-4 0,-13 3 6 0,5-4-3 15,2 0 0-15,-7 4-2 0,4-9-1 0,-4 9-1 16,5-5-2-16,-5 5 1 0,0-13-3 0,0 13 0 0,0-9 1 16,0 9-2-16,0 0 1 0,-3-12-1 15,3 12-1-15,-6-6-11 0,6 6 7 0,-12-4 0 16,8 0 0-16,4 4-6 0,-13 2 5 0,13-2-5 15,-12 3 2-15,5-1-1 0,3 1 0 0,-3 2 1 16,3 0-2-16,-4-1 4 0,8-4-1 0,-6 10 0 16,4-5 0-16,0 0 0 0,2-5-3 0,-5 9 1 15,5-9 4-15,0 9-2 0,0-9-3 0,0 0 8 16,5 10 0-16,-5-10 2 0,8 5 2 0,-6-3-1 16,-2-2-3-16,13 1 4 0,-7 0-5 0,-6-1 3 15,11-1 1-15,-11 1-3 0,12-4 3 0,-8 1 3 16,-4 3 0-16,9-5-4 0,-3 1 1 0,-3 0-1 15,-3 4 1-15,5-10 1 0,-5 10-2 0,4-11 2 16,-4 11-3-16,-4-11 0 0,4 4-2 0,0 7-2 0,-5-11 2 16,5 11-4-16,-5-6 2 0,3 0-3 15,2 6-1-15,-5-6 0 0,5 6 2 0,-10-3-5 16,10 3 3-16,-10 2-1 0,10-2-2 0,-11 7 0 16,4-1 6-16,1-2 3 0,-3 3 10 0,4-2-3 15,-2 2-1-15,3-2 2 0,0 0-6 0,1 2 0 0,3-7-1 16,-3 10 2-16,3-10 1 0,-2 10-3 0,2-10 1 15,2 9 4-15,-2-9-2 0,6 7 8 0,-6-7-4 16,6 5 2-16,-1-3 1 0,-5-2-1 0,9-1-2 16,-9 1 3-16,0 0 0 0,15-4-1 0,-15 4 2 15,9-3 2-15,-6-1 4 0,-3 4 1 0,8-5 0 16,-5-1-4-16,-3 6 0 0,5-7-3 0,-3 1-1 16,-2 6 0-16,2-12-2 0,-2 12-4 15,-2-11 0-15,2 11-1 0,0-11 1 0,0 11-4 0,-4-10-1 16,4 10 0-16,-6-8-3 0,6 8-3 0,-8-3 1 15,8 3 2-15,-9-1-1 0,9 1 1 0,-14 3-5 16,14-3 3-16,-11 7-1 0,4-2 0 0,1 0 2 16,0 0-4-16,0 0 4 0,2 0-2 15,4-5 1-15,-7 9 2 0,5-3-2 0,2-6 0 0,-4 8 1 16,4-8 1-16,2 10 2 0,-2-10 2 0,6 7-2 16,-2-5 1-16,-4-2 1 0,9 1-2 0,-9-1 0 15,12 3-3-15,-12-3 2 0,11-3 4 0,-2 2-1 16,-9 1 2-16,10-4 0 0,-2 2-4 0,-8 2 9 15,5-4-1-15,-5 4 1 0,6-8-3 0,-6 8 0 16,5-8 0-16,-5 8-2 0,2-9-2 0,-2 9 0 16,-2-10-2-16,2 10 4 0,-3-11-5 0,3 11 2 15,-4-7-6-15,4 7 2 0,-7-7-3 0,7 7 0 16,-6-3 0-16,6 3 4 0,-14 1-7 0,14-1 8 16,-13 5-5-16,4 0 2 0,-1 0-3 0,2-2 1 15,3 3-1-15,-1-3 2 0,1 2-1 0,0 0 0 16,5-5 6-16,-7 9-8 0,5-4-1 0,2-5 3 15,-2 7-2-15,2-7 4 0,0 0 0 0,4 10 3 16,-4-10 0-16,10 4-1 0,-10-4 0 0,11 1-2 16,-11-1 1-16,11 0 4 0,-11 0 1 0,14-1-3 15,-10-1-1-15,-4 2 6 0,11-4 0 0,-9 0-5 16,-2 4 4-16,10-5-2 0,-6 1 2 0,-4 4-3 16,5-9 2-16,-5 9-1 0,2-9-1 0,0 5 3 15,-2 4-3-15,0-11-2 0,0 11 1 0,-4-8-1 16,4 8-1-16,0 0-2 0,-4-10 2 0,4 10-3 15,0 0 0-15,-5-4 0 0,5 4 0 0,0 0 1 16,-16 7 2-16,9-2-5 0,3 0 4 0,0 0-3 16,-2 0 3-16,6-5 0 0,-8 9 1 0,5-2-2 15,1 0-4-15,2-7 5 0,-2 9 1 0,2-9 1 16,0 0-1-16,2 13-1 0,-2-13 3 0,3 5 2 16,-3-5 1-16,6 5-2 0,-6-5-1 0,12 0 1 15,-12 0 1-15,11-3 4 0,-11 3-4 0,10-2 2 16,-10 2 3-16,12-5-4 0,-12 5 1 0,5-3 0 15,-1-1-3-15,-4 4 0 0,5-6-1 0,-5 6 3 16,4-8-3-16,-4 8 1 0,2-12-1 0,-2 12 0 16,0-10-1-16,0 10-1 0,-2-7 0 0,2 7-2 15,0 0-1-15,-7-10 0 0,7 10-2 0,-2-3 5 16,2 3-6-16,0 0-1 0,0 0 3 0,0 0 1 0,-21 6 1 16,21-6 0-16,-6 7-1 0,6-7 1 15,-6 7-1-15,3-2 1 0,3-5-5 0,-2 7 7 16,2-7-1-16,0 0 5 0,0 0-1 0,5 11 0 15,-5-11-2-15,10 1 0 0,0-2 1 0,-10 1 1 0,0 0 4 16,15-4 0-16,-8 2-3 0,0-1 1 0,2-3-2 16,-5 1 6-16,1 0 0 0,-1 0 0 15,-4 5-1-15,4-11 1 0,-4 6-2 0,0 5-2 16,0-12 3-16,0 12 2 0,-4-12-7 0,0 9 0 0,4 3-4 16,-9-6 2-16,5 4 2 0,4 2-4 0,-12-5 0 15,12 5-7-15,0 0-16 0,-17 7-17 16,12-5-25-16,-5 4-28 0,4 1-39 0,1-1-47 0,1 1-50 15,-4-1-117-15,4 1-377 0,4-7 166 16</inkml:trace>
  <inkml:trace contextRef="#ctx0" brushRef="#br0" timeOffset="202745.49">19830 12130 86 0,'0'0'87'0,"0"0"-10"0,4-6-9 0,-4 6 6 0,0 0-5 16,0 0 0-16,0 0-8 0,0 0 1 0,0 0-6 16,0 0-5-16,0 0 0 0,0 0-9 0,0 0 0 15,0 0 6-15,0 0-3 0,0 0-7 0,0 0 0 16,0 0-2-16,0 0 3 0,0 0 1 0,0 0-10 16,0 0-1-16,0 0 0 0,0 0-1 0,0 0-10 15,0 0 0-15,0 0-4 0,0 0 3 0,0 0 5 16,0 0-12-16,0 0 1 0,-18-3 5 0,18 3-3 15,-10 0-3-15,10 0-3 0,0 0-3 0,-16 1 5 16,16-1-4-16,-11 0-5 0,11 0 6 0,-9 0 4 16,9 0-6-16,-9 1 1 0,9-1-4 0,0 0 4 15,-13 0-2-15,13 0-2 0,-9 1-5 0,9-1 6 16,-10 2 1-16,10-2-2 0,-11 1 1 0,11-1 1 16,-9 2-4-16,9-2-6 0,-8 1 10 0,8-1 3 15,0 0-3-15,-9 2 0 0,9-2-2 0,0 0 5 16,0 0-2-16,0 0-1 0,-8 1-1 0,8-1-3 15,0 0 3-15,0 0 6 0,0 0-6 0,0 0 2 0,0 0 1 16,0 0-1-16,0 0-9 0,0 0 6 16,0 0 0-16,0 0 5 0,0 0 0 0,0 0-2 15,0 0-3-15,0 0 4 0,0 0 3 0,0 0-3 16,0 0 0-16,0 0 13 0,0 0 0 0,0 0 2 0,0 0-2 16,0 0-1-16,26 0 4 0,-26 0-5 0,19-1 1 15,-9 2-2-15,3-2-2 0,1 1-2 16,-1-1 6-16,2 1-6 0,-2-1-5 0,2 2 4 15,2-3-2-15,2 0 2 0,-5 2-2 0,7-1-1 0,-5 2 3 16,2-1-6-16,1-1 0 0,1 1-1 0,-1 0-10 16,0 0-8-16,-1 0-8 0,1 0-13 0,-6 0-20 15,1 0-20-15,-3-2-3 0,1 2-16 0,-3 0-12 16,-9 0-15-16,12 0-89 0,-12 0-227 0,12 2 101 16</inkml:trace>
  <inkml:trace contextRef="#ctx0" brushRef="#br0" timeOffset="203234.41">19949 12137 11 0,'0'0'127'0,"0"0"-15"0,0 0-10 0,0 0-11 16,0 0-6-16,0 0-6 0,0 0 0 0,-12 4-2 15,12-4-2-15,-1 10-1 0,-1-3-4 0,0 3 0 16,2 3 12-16,-1-2-10 0,1 8-7 0,-1 0 7 16,-1-2-8-16,1 8 3 0,1-6-9 0,-4 6-5 15,2-6-8-15,0-1 1 0,2 0-4 0,-1 1-3 16,1-2-4-16,1 2-9 0,-1-2 5 0,0-2 8 16,0-4-5-16,-1 6-3 0,1-5-6 0,0 1 4 15,0-3-6-15,1 1-3 0,-2-2-4 0,1-1 0 16,0-8-3-16,0 13 2 0,-1-7 0 0,1-6-3 15,0 10-7-15,0-10 1 0,-3 7-13 0,3-7-11 16,-7 7-2-16,7-7-11 0,-9 2-7 0,1-1 4 16,8-1 6-16,-16 0 0 0,7-1 9 0,1-2-4 15,-2 1-4-15,1-1 6 0,0-1 3 0,1 1 5 16,0 0 8-16,8 3 17 0,-10-1-3 0,10 1 2 16,-6-3-1-16,6 3-6 0,0 0 2 0,-8-3-4 15,8 3 4-15,0 0-1 0,0 0 4 0,0 0 4 0,0 0 0 16,0 0 3-16,0 0 6 0,0 0-1 15,23 10 6-15,-11-9-4 0,0 1 2 0,2-1 0 16,4-1-2-16,1 2-3 0,1-1-3 0,0 2 1 16,2-2-8-16,-3-1-27 0,1 0-34 0,1 2-24 15,-2-2-38-15,2 0-28 0,-9 0-23 0,1 0-104 0,-4 0-289 16,1-2 127-16</inkml:trace>
  <inkml:trace contextRef="#ctx0" brushRef="#br0" timeOffset="203609.87">20335 12456 95 0,'1'-7'226'0,"-1"7"-7"0,0 0-11 0,3-9-13 16,-3 9-15-16,0 0-18 0,0 0-17 0,0 0-13 16,0 0-12-16,-18 1-12 0,6 4-11 0,2-1-10 0,0 2-5 15,-2 1-9-15,2 2-9 0,1 0-6 16,-1 0-8-16,1 1-6 0,0-1-2 0,4 1-6 15,0 1-4-15,0-1-4 0,1 1-2 0,3 1 1 16,1-2-6-16,1 2-2 0,1-2 0 0,2 2-4 0,0-2 0 16,4 1-5-16,1 1 0 0,-2-3 1 0,3 0-1 15,3-1 2-15,-5 1-4 0,3-1-3 0,-3 0-2 16,0-1 0-16,1 2 1 0,-3-4 4 16,-1-2-6-16,0 3-2 0,-1-2-1 0,0 0 2 15,-4-4 1-15,4 8 2 0,-4-8 1 0,0 0-3 0,-4 9 0 16,4-9 4-16,-15 8 2 0,2-4-3 0,-2 0-5 15,-4 0 3-15,-1-1 1 0,2 0-1 0,-1-2-4 16,3 3-10-16,2-2-10 0,1-2-24 16,1 2-20-16,0-2-19 0,1-2-34 0,11 2-26 15,-14-2-27-15,8 1-28 0,-1-2-117 0,7 3-343 0,-6-8 152 16</inkml:trace>
  <inkml:trace contextRef="#ctx0" brushRef="#br0" timeOffset="203867.86">20689 12485 19 0,'5'-3'240'0,"-5"3"-6"0,8-3-7 0,-8 3-10 0,6-4-14 16,-6 4-18-16,8-3-21 0,-8 3-15 16,10-3-11-16,-2 2-14 0,3 1-10 0,-1 0-7 0,3 1-10 15,8-1-5-15,-1 2-9 0,9-2-6 0,-8 1-10 16,-1-1-5-16,2 0-6 0,-3 0-8 0,2 1-3 15,-4 1-5-15,-4-2-4 0,0 2 2 0,0-2-7 16,-3 2-5-16,-2-2-5 0,-8 0-2 16,11 0-8-16,-11 0-17 0,8 3-20 0,-8-3-22 0,0 0-22 15,8 0-31-15,-8 0-42 0,0 0-38 0,0 0-55 16,0 0-125-16,0 0-389 0,0 0 173 16</inkml:trace>
  <inkml:trace contextRef="#ctx0" brushRef="#br0" timeOffset="204219.11">21558 12179 42 0,'0'0'206'0,"0"0"-8"16,-4-4-9-16,4 4-8 0,0 0-18 0,0 0-11 0,0 0-15 16,0 0-10-16,0 0-17 0,0 0-9 15,0 0-11-15,14-7-10 0,-3 6-3 0,4-1-7 16,4 0-7-16,1 1-7 0,7-2-4 0,1-1-9 15,-1 2-4-15,2-2-14 0,-9 1-23 0,-2 0-20 0,1 0-25 16,-3 0-23-16,-3 1-20 0,-4-1-13 0,-1 2-20 16,-1 0-6-16,0-2-25 0,-7 3-100 15,0 0-271-15,0 0 121 0</inkml:trace>
  <inkml:trace contextRef="#ctx0" brushRef="#br0" timeOffset="204684.51">21682 12123 98 0,'0'0'139'0,"-8"0"-9"0,8 0-8 16,0 0-18-16,0 0 1 0,-6 6 2 0,6-6 3 16,-4 8 3-16,1-1 2 0,2 3-8 0,-1 5-1 15,-1 1-8-15,0 2-4 0,3 7 2 0,-2-6-9 16,2 7-3-16,-1-5-2 0,1-2-5 0,-2 4-2 16,2-4-10-16,0 7-7 0,3-2-3 0,-2-6-2 15,2-1 9-15,-1-1-3 0,2-1-6 0,-4 0-2 16,1-3-8-16,2-1-6 0,-2 1-1 15,2-3-6-15,-2 2 0 0,0-1-6 0,-1-3 2 0,2-1-6 16,-2-6-1-16,2 11 1 0,-2-11-3 0,0 8 0 16,0-8-2-16,0 8-1 0,0-8-1 0,0 0-2 15,0 0 2-15,0 0 0 0,-5 8-5 0,5-8-2 16,-10 2 2-16,10-2-1 0,-13 0 2 0,5 0-6 16,8 0 6-16,-15-2-3 0,5 0-1 0,-2 0-2 15,2 1 2-15,1-1-5 0,-1 0 0 0,-2-1 0 16,2 1 1-16,-2-1-1 0,0 2-1 0,2 0 2 15,-3 1-1-15,3 0 2 0,2-1-2 0,8 1 0 16,-15 0-2-16,15 0-3 0,-12 1 1 0,12-1-3 16,-11 0 3-16,11 0 0 0,-8 5 0 0,8-5-2 15,-3 6 5-15,3-6-3 0,0 0 4 0,0 0 1 16,8 13-1-16,-3-9 1 0,3-1-1 0,1 0 1 16,2 1 1-16,3 0 4 0,6 0-6 0,1-2-1 15,1 0-9-15,5-1-15 0,1 1-22 0,3-2-26 16,-2 0-29-16,2-2-22 0,2 1-29 0,-1-1-17 15,-4-2-3-15,3 1-11 0,-2-2-131 0,-8 2-339 16,5-2 150-16</inkml:trace>
  <inkml:trace contextRef="#ctx0" brushRef="#br0" timeOffset="205079.39">22098 12513 150 0,'0'-10'170'0,"0"10"0"0,2-9 8 0,-2 9-1 15,0-9-5-15,0 9-1 0,0 0-2 0,-2-10-3 16,2 10-13-16,0 0-4 0,-2-8-6 0,2 8-8 16,0 0-11-16,0 0-9 0,0 0-5 0,0 0-13 15,5-7-7-15,-5 7-13 0,0 0-9 0,0 0-9 16,0 0-5-16,0 0-3 0,0 0-4 0,0 0-3 16,0 0-1-16,0 0 2 0,9 19-2 0,-9-14 2 15,0-5 3-15,1 14-7 0,2-7 3 0,1 5 0 0,-3-2-1 16,-1 0 1-16,1 3 0 0,1 2-8 15,-2 1-3-15,-2 0 2 0,1 1-9 0,1-1-2 16,0-3-1-16,-1-2-1 0,1 6-4 0,-2-5-2 16,1 3 0-16,1-2 3 0,-1-1-4 0,2-2-2 15,-1 1-1-15,1-2-3 0,-2 0 0 0,2-2 3 0,-1-7 0 16,2 13-3-16,0-9-4 0,-2-4 3 0,5 10 3 16,2-6 1-16,0-3-4 0,2 1 3 15,4-2-2-15,0-2 1 0,6-1-5 0,3-1 4 16,5-4-4-16,3 3 3 0,6-5-10 0,-3 1-12 0,3-2-11 15,-2 1-21-15,0 0-28 0,-4 1-42 0,2 1-54 16,-6 1-63-16,1-5-64 0,-14 6-204 16,2 0-543-16,-4 0 240 0</inkml:trace>
  <inkml:trace contextRef="#ctx0" brushRef="#br0" timeOffset="207590.62">28156 6402 61 0,'0'0'178'0,"0"0"-6"0,0 0-6 0,1-10-9 16,-1 10 0-16,0 0-6 0,-1-8-2 0,1 8-12 15,0 0-6-15,0 0-11 0,0 0-9 0,0 0-14 16,1-9-10-16,-1 9-10 0,0 0-8 0,0 0-10 16,0 0-4-16,0 0-3 0,0 0-6 0,0 0-6 0,0 0-4 15,0 0-2-15,10 22 2 0,-7-14 2 0,0 0-5 16,-1 0-3-16,3 5-3 0,0-2-3 15,-2 0-1-15,2 1 0 0,0-2-2 0,4 4 0 16,-5-4-4-16,0 0-1 0,3-1-1 0,0-1-1 16,-2-1 3-16,-1-1-6 0,1 0 6 0,0-2-7 0,-2 1 2 15,3-2 2-15,-6-3 4 0,6 4 2 0,-6-4 1 16,13 1 5-16,-13-1-6 0,13-1 3 0,-6-2-4 16,0 1 1-16,3-4-2 0,-1 1-2 15,-1 0 0-15,-2-3 0 0,3 4-2 0,-1-6-1 0,-1 1-5 16,1-1 1-16,0 1 0 0,0-1-1 0,0 2-8 15,-1-1-13-15,-1-3-15 0,0 3-26 0,-2 1-25 16,1-2-25-16,1 1-29 0,0 1-24 16,-3 0-31-16,2 2-22 0,-2 1-139 0,-3 5-376 15,4-9 166-15</inkml:trace>
  <inkml:trace contextRef="#ctx0" brushRef="#br0" timeOffset="208210.73">28666 6311 183 0,'0'0'230'0,"0"0"-10"16,0-11-9-16,0 11-8 0,0-9-18 0,0 9-20 16,0 0-16-16,5-7-17 0,1 4-16 0,3-2-5 15,1 1-18-15,1 1-9 0,7-2-10 0,-6 2-15 0,6 1-14 16,0 0-16-16,0 0-26 0,-6 2-21 0,2 2-21 15,-2-2-21-15,0 0-25 0,1 2-11 16,-13-2-23-16,14 0-4 0,-14 0 8 0,10 4 9 16,-10-4 12-16,0 0 4 0,0 0 7 0,0 0 10 15,0 0 9-15,0 0 4 0,0 0 9 0,0 0 6 0,0 0 6 16,0 0 12-16,0 0 14 0,-24 10 8 0,24-10 25 16,0 0 2-16,-17 1-3 0,17-1 3 0,-8 3 5 15,8-3 0-15,0 0-1 0,0 0 2 16,-9 5 13-16,9-5 9 0,-2 7 8 0,2-7 5 15,-4 11 12-15,0-5-4 0,2 1-5 0,2 2 3 16,-1 0 0-16,1 2-3 0,1 0-7 0,-2-1-5 0,-1 2 0 16,4-1-1-16,-4 0-2 0,4 1-6 0,-4-3-5 15,2 2-2-15,-1-2-7 0,0-1 1 16,1 0-5-16,0-8-2 0,1 15 1 0,-2-8-6 16,1-7-1-16,1 11-4 0,-1-11-1 0,-1 9 3 15,1-9-4-15,-2 8-3 0,2-8-4 0,-1 7-1 0,1-7-3 16,-4 6-3-16,4-6-6 0,0 0-4 0,-8 6-3 15,8-6-1-15,-10 4 1 0,10-4 0 0,-8 2 3 16,8-2-2-16,0 0 6 0,-7 0-2 0,7 0 1 16,0 0-3-16,0 0 4 0,-12 2 0 15,12-2 1-15,0 0-1 0,0 0 2 0,-7 0-1 0,7 0 0 16,0 0 0-16,0 0 4 0,0 0-2 0,0 0 1 16,0 0-3-16,0 0 0 0,0 0 0 0,0 0 2 15,0 0 3-15,0 0-2 0,0 0 0 16,0 0-1-16,0 0 0 0,0 0 3 0,0 0 0 15,0 0-1-15,37-3-12 0,-23 0-13 0,4 2-19 0,-3-2-26 16,6 1-24-16,-2 2-17 0,0-2-15 0,-6 0-15 16,1 0-105-16,-1 0-269 0,-1 1 118 0</inkml:trace>
  <inkml:trace contextRef="#ctx0" brushRef="#br0" timeOffset="208498.62">29086 6427 59 0,'0'0'174'0,"4"-8"1"0,-4 8 6 0,4-6-9 16,-4 6-2-16,0 0-12 0,0 0-18 0,2-7-17 0,-2 7-14 16,0 0-14-16,0 0-7 0,0 0-9 0,0 0 0 15,0 0-4-15,3 26-1 0,-3-16-2 0,-1 2-6 16,-1-2-7-16,2 2-5 0,-1-1-2 0,0 1-6 16,0-1 1-16,1-2-7 0,0 1-2 0,0-1-2 15,1 0-4-15,-1-2-3 0,0-7 0 0,1 11 1 16,2-6 5-16,-3-5 5 0,2 11 1 0,-2-11 0 15,5 5 5-15,-5-5-1 0,11 3-4 16,-4-1-6-16,4-2 2 0,0 1-7 0,2-4 0 16,5 1-6-16,1 1-18 0,1-3-10 0,1 2-12 0,7-5-18 15,-6 3-22-15,4-4-25 0,-5 1-25 16,-1 4-26-16,7-3-43 0,-6 1-41 0,-9 3-153 0,1 0-400 16,-1-2 177-16</inkml:trace>
  <inkml:trace contextRef="#ctx0" brushRef="#br0" timeOffset="210122.57">26046 6344 78 0,'0'0'117'0,"0"0"0"0,0 0-3 0,0 0-17 0,0 0-10 16,0 0-3-16,0-7-15 0,0 7-2 0,0 0-13 15,0 0-3-15,0 0-2 0,0 0-6 0,0 0-7 16,0 0-1-16,0 0-1 0,0 0-1 0,0 0 1 15,0 0 4-15,4 24-4 0,-2-19 10 0,-1 2-11 16,-1-7 9-16,4 11-2 0,-2-4-4 0,0-1-4 16,2 2 10-16,-4 0-5 0,3-2-6 0,0 2 0 15,-1 0-1-15,2-1 3 0,-2 0 2 0,3 1-6 16,-3-1 3-16,4 0-8 0,-3 0 2 0,1-3 1 16,-1 1-5-16,-3-5 2 0,7 8-4 0,-5-4 4 15,-2-4-2-15,4 6 17 0,-4-6-14 0,4 5 1 16,-4-5 1-16,0 0 4 0,5 3 1 0,-5-3-3 15,0 0 2-15,12-1-6 0,-12 1 1 0,9-4-1 16,-3 0-1-16,0-1-8 0,2 1 3 0,1-3 2 16,0 1-9-16,2-1-6 0,2-4-11 0,3 1-21 15,0-2-16-15,2 2-28 0,4-4-26 0,3-4-21 16,-2 4-22-16,6-2-21 0,0 2-131 0,-4-1-316 16,6 1 140-16</inkml:trace>
  <inkml:trace contextRef="#ctx0" brushRef="#br0" timeOffset="211820.91">24787 6515 70 0,'0'0'143'16,"0"0"-11"-16,0 0-7 0,0 0-12 0,0 0-2 16,0 0-14-16,0 0-2 0,0 0-10 0,0 0-6 15,0 0-7-15,-1-7-3 0,1 7-10 0,0 0-3 16,0 0-11-16,0 0 1 0,17-4-5 0,-8 2-4 15,3-1-6-15,9 1-3 0,-2 0-8 0,2-1-6 16,-1 1-17-16,-2 1-8 0,0-1-24 0,-7 2-12 16,2 0-18-16,-4-1-11 0,-4 1-5 0,-5 0-1 15,10 0 5-15,-10 0 9 0,10-3 7 0,-10 3-1 16,0 0 1-16,0 0 4 0,0 0 9 0,0 0 5 0,0 0 0 16,0 0 5-16,0 0 6 0,0 0 1 15,0 0 12-15,0 0 4 0,-25 4 8 0,25-4 5 16,-14 1 4-16,14-1 3 0,-9 1 1 0,9-1 2 15,-9 1-2-15,9-1 0 0,-8 5 3 0,2-3 8 0,6-2 3 16,-6 9 2-16,4-3 8 0,-2 3 29 16,1 1-13-16,0 2 1 0,0-1-6 0,-2 5 8 15,0 0-2-15,1 0-6 0,-1 1-1 0,2 0-1 16,0-1-5-16,-2 1 4 0,1-3-10 0,1-1 2 16,1-1-3-16,0 0 2 0,0 0-4 0,0-2-3 0,0 0-1 15,1 1-2-15,0-3-2 0,-2-1 3 0,3-7-7 16,0 11 3-16,-4-7-7 0,4-4 2 15,-1 9-1-15,1-9 4 0,0 0-7 0,-4 7 5 16,4-7-11-16,0 0 7 0,-9 0 7 0,9 0-4 0,0 0 1 16,0 0-6-16,-13-10-6 0,13 10 4 0,-6-6-6 15,6 6 8-15,-5-7 0 0,5 7 1 0,-4-5 1 16,4 5 2-16,0 0-2 0,-6-5-2 16,6 5-1-16,0 0 0 0,0 0-6 0,0 0 5 0,0 0 2 15,0 0 1-15,0 0-8 0,30 0 4 0,-17 2-5 16,1-1-7-16,4 3-13 0,0 0-18 0,4-4-25 15,-2 2-15-15,0 0-13 0,1-1-11 16,-1-1-10-16,-3 1-62 0,2 1-190 0,-6-2 85 16</inkml:trace>
  <inkml:trace contextRef="#ctx0" brushRef="#br0" timeOffset="212096.34">25095 6720 101 0,'0'0'108'0,"0"0"-13"16,0 0 0-16,0 0-17 0,0 0-2 0,15 0-2 16,-15 0-10-16,0 0 2 0,15 5-17 0,-10-2 0 15,0 2-2-15,-5-5-9 0,7 9-1 16,-5-1-4-16,-1-4 0 0,2 5 1 0,-6 1-6 0,1-1-3 16,-1 2 3-16,-1-2 2 0,-1 3-3 0,1-1-4 15,-5 2 1-15,-1 0-1 0,4-3 2 0,-1-1-4 16,3-2-1-16,-2-1-3 0,2-1-3 0,1-2-2 15,3-3 5-15,-3 9-9 0,3-9 4 0,-4 5 0 16,4-5 5-16,0 0-4 0,0 0-5 0,20 5-26 16,-3-5-24-16,10-1-31 0,1-2-29 0,4 0-106 15,1-3-225-15,2-2 100 0</inkml:trace>
  <inkml:trace contextRef="#ctx0" brushRef="#br0" timeOffset="-213110.32">23673 12494 46 0,'-9'-2'128'0,"9"2"5"0,-9-1-7 0,9 1-10 0,-9-1-3 15,9 1-10-15,-10-1-9 0,10 1-3 0,-9 0-3 16,9 0-11-16,0 0 1 0,0 0-10 0,-9-2 0 15,9 2-10-15,0 0 5 0,0 0-9 0,0 0-5 16,0 0-3-16,0 0-8 0,0 0 2 0,0 0-9 16,0 0-1-16,0 0-6 0,0 0-1 0,0 0 3 15,0 0 4-15,25-8-8 0,-13 8-12 0,2-2-14 16,3 0-17-16,-3 2-20 0,4-3-31 0,-4 2-22 16,-1-1-15-16,-1 1-15 0,-3 1-111 0,-1 1-254 0,-8-1 112 15</inkml:trace>
  <inkml:trace contextRef="#ctx0" brushRef="#br0" timeOffset="-212924.35">23655 12597 34 0,'0'0'120'15,"0"0"-13"-15,0 0 9 0,-2 7-4 0,2-7-19 0,0 0-5 16,16 4-8-16,-6-4-12 0,2 3-18 0,3-3-32 15,4 0-29-15,2-2-33 0,2 0-95 0,5-2-150 16,-8 0 66-16</inkml:trace>
  <inkml:trace contextRef="#ctx0" brushRef="#br0" timeOffset="-211832.25">24578 12313 71 0,'0'0'75'0,"0"0"-5"0,0 0-5 0,0 0-6 0,0 0-3 16,0 0-7-16,0 0-7 0,-7 3 3 15,7-3-12-15,0 0 6 0,0 0-3 0,0 0-1 16,0 0-11-16,-9 1 6 0,9-1-2 0,0 0-10 0,0 0 3 16,-6 2-3-16,6-2 1 0,0 0-11 0,0 0 6 15,0 0 5-15,0 0-4 0,-9 3 5 0,9-3 3 16,0 0-5-16,0 0 2 0,0 0-7 15,0 0 12-15,0 0-3 0,0 0 3 0,0 0 6 0,-9 2 3 16,9-2 4-16,0 0 5 0,0 0-3 0,0 0-3 16,0 0 5-16,0 0 7 0,0 0-5 0,0 0 2 15,0 0-3-15,0 0-3 0,0 0 3 0,-4-10 0 16,4 10 1-16,0 0 0 0,-2-6 0 0,2 6 0 16,0 0 1-16,-3-9-2 0,3 9 2 0,0 0-5 15,0-12 6-15,0 12-6 0,-1-9-1 0,1 9 0 16,0 0 4-16,-1-7-3 0,1 7-6 0,0 0-1 15,0 0-6-15,2-10-6 0,-2 10-4 0,0 0 0 16,0 0-3-16,0 0 0 0,0 0-2 0,0 0-5 16,0 0 2-16,-1 28 1 0,0-19 1 0,2 0-6 15,0 1 3-15,2 3-5 0,-1 2 3 0,0-3-1 16,0 4 2-16,3-1-2 0,-1 2-4 0,-1-7 2 16,3 2 2-16,-2 0-1 0,6-2-1 0,-6 0 0 15,5-1 3-15,-1 0-3 0,2-1 2 0,0-1-1 16,0-1-1-16,0 0 3 0,1-2-2 0,-1-1 1 15,4 1 4-15,-2-2-6 0,0-4 0 0,0 2-1 16,2-2 2-16,-3-2 1 0,-2 0-2 0,0 0 3 16,0-1-1-16,0-2-2 0,-2-1 1 0,2-2 0 15,-5 1-5-15,3-2 6 0,-5 1-2 0,2-1 0 16,-1-1 1-16,1 1-2 0,-4-6-1 0,1 6 1 16,3 1 2-16,-3 0 2 0,0 3 7 0,-1 0 6 15,0 7 2-15,0-12 0 0,0 12-5 0,0 0-5 16,0-9 0-16,0 9-4 0,0 0 2 0,0 0 1 15,0 0-1-15,0 0-2 0,0 0-3 0,-5 36 3 0,4-20 4 16,0 3-6-16,-3 0 5 0,4 0-1 16,-4 8-3-16,1-8 15 0,1 6 0 0,2 1-2 15,-3-7 4-15,3 0-3 0,0 0-9 0,3-1 3 16,-1-1-3-16,-2 0-2 0,0-2 2 16,0-3-1-16,3 1-1 0,0-3-6 0,-2 1-17 0,1-2-18 0,0 3-30 15,-2-6-35-15,0 1-39 0,0-7-33 0,-2 14-38 16,2-14-176-16,-5 10-414 0,5-10 183 15</inkml:trace>
  <inkml:trace contextRef="#ctx0" brushRef="#br0" timeOffset="-211247.16">25081 12462 57 0,'0'0'179'0,"0"0"-5"0,-4-8-11 16,4 8-8-16,0 0-4 0,-13 11-6 0,7-1-9 16,0-1-15-16,2 2-7 0,-2 1-11 15,-1 2-8-15,2 1-8 0,1 0-9 0,-1-3-9 16,3 0-5-16,1-1-7 0,1 1-5 0,1-1-4 16,1-2-2-16,1 3-4 0,2-5-2 0,1 2-10 15,-2-3-1-15,3 0-1 0,-2-2-2 0,3 0 2 16,-1-2-6-16,2-1 1 0,1-1-5 0,-2 0 2 0,3 0 1 15,-2-3-4-15,1-1 2 0,-1 0-5 0,1-4 0 16,0 1 1-16,-1-3-3 0,-2 1 2 0,1-1-2 16,1 0-1-16,0-3 2 0,0-2 1 0,-3 2-5 15,4-3 3-15,-3 2-2 0,-3 4 1 0,3 0-2 16,0 0-1-16,-1 3 0 0,1 0-2 0,-2 2-2 16,1 0 3-16,0 1-2 0,2 4-1 0,-8 0-4 15,13 0 3-15,-7 4 2 0,4 2-3 0,-6 0 1 16,1 3-3-16,3 0 1 0,-2 1 1 0,-1 1-3 15,3-1 0-15,-4 3 2 0,-3-3 1 0,5 2 0 16,-1-1 1-16,2-2 3 0,0 1-3 0,-1-1 0 16,2 0 0-16,0-2 0 0,0 0 1 0,1-1 3 15,3 0 0-15,-1-5 5 0,0 2-1 0,1-2 1 16,1-1 1-16,5-2 2 0,-5-1-4 0,2-1 1 16,-1-4-1-16,3 1 3 0,-7 0-1 0,-1 0-1 15,-1 0 1-15,-4-4-1 0,2 0-3 0,-3-1 2 16,-1 0 1-16,-2-1-4 0,-7-1-5 0,1-1 0 15,-4 1-3-15,-2 1 2 0,1 0 0 0,-3 0 0 16,1 4-3-16,0 1 1 0,0 3-3 0,-1 2 4 16,3 0-2-16,-1 2 4 0,-7 1-3 0,8 1-13 15,-2 2-13-15,-3 2-12 0,0 1-25 0,5 2-18 16,-1-1-53-16,4 3-46 0,1-3-46 0,-2 2-137 16,7-3-394-16,0 2 174 0</inkml:trace>
  <inkml:trace contextRef="#ctx0" brushRef="#br0" timeOffset="-210614.53">26059 12579 127 0,'0'0'170'0,"0"0"-9"0,-9-3-12 15,9 3-10-15,0 0-17 0,0 0-7 0,0 0-10 16,0 0-12-16,0 0-14 0,0 0 1 0,0 0-10 0,0 0-8 16,0 0-3-16,0 0-6 0,0 0-10 15,31 6-9-15,-24-5 5 0,4-1-28 0,1 3-18 16,-3-2-20-16,3 1-37 0,0-1-43 0,4-1-5 16,-2-1-121-16,-1-1-251 0,7-3 111 0</inkml:trace>
  <inkml:trace contextRef="#ctx0" brushRef="#br0" timeOffset="-210133.42">26524 12379 39 0,'0'0'150'0,"0"0"-5"16,0-7 1-16,0 7-12 0,0 0-11 15,0 0-9-15,0 0-19 0,0 0 0 0,0 0-5 16,0 0 1-16,0 0-2 0,0 0-7 0,0 0-5 0,-18 10-3 16,14-5-2-16,4-5-5 0,-7 7-6 0,4-3-10 15,-1 3 1-15,4-7-10 0,0 10 8 16,0-10-4-16,0 11-3 0,4-5-2 0,-2 1-4 15,3 0 2-15,2 2-8 0,2-2 0 0,-2 0 11 0,5 1-5 16,-2-1-3-16,1 0-1 0,-1 0-4 0,3 0-1 16,-4-1-6-16,7 4 0 0,-3-1-2 0,-1-2-5 15,-2 1-1-15,-1 1 0 0,-4-2-3 16,4 0 3-16,-2 0 3 0,-3 0-1 0,3 0-7 0,-5-2-3 16,2 1 0-16,1 1 1 0,-4-1-1 0,-1-6 0 15,2 11 0-15,-2-11 3 0,-8 9-5 0,6-2 3 16,-2-1-2-16,-3-2 1 0,3 0-3 15,-3 0 4-15,-2 0-3 0,0 0 3 0,-2-1-7 16,-1-1-1-16,3-1-9 0,-4 0-9 0,2-1-9 0,0 2-15 16,0-2-26-16,-1-3-21 0,12 3-20 0,-20-3 0 15,20 3-30-15,-12-7-17 0,4 2-15 0,3-2-116 16,1 2-311-16,4 5 138 0</inkml:trace>
  <inkml:trace contextRef="#ctx0" brushRef="#br0" timeOffset="-209994.23">26580 12414 89 0,'9'-7'108'16,"1"1"-7"-16,7-1-10 0,1 0-8 0,0-3-6 15,9 2 2-15,2-2-15 0,2 3-7 0,1 1-18 16,-3 0-16-16,2 1-35 0,-8 3-39 0,-2 1-74 16,-4-1-136-16,2 0 61 0</inkml:trace>
  <inkml:trace contextRef="#ctx0" brushRef="#br0" timeOffset="-209707.15">27254 12455 23 0,'0'0'239'15,"0"0"-9"-15,0 0-21 0,0 0-13 0,0 0-22 16,0 0-20-16,0 0-9 0,2-5-18 0,-2 5-12 16,17 1-9-16,-7-1-14 0,3 2-10 0,5 0-23 15,0 1-43-15,-2-2-46 0,3 0-49 0,0-1-41 16,0 2-47-16,-6-1-96 0,1-1-282 0,-2 0 124 15</inkml:trace>
  <inkml:trace contextRef="#ctx0" brushRef="#br0" timeOffset="-209532.57">27346 12594 98 0,'0'0'173'0,"0"0"-20"0,0 0-13 15,0 0-9-15,0 0-15 0,0 0-14 0,0 0-21 16,23 5-34-16,-12-6-31 0,9-3-38 0,0 1-28 16,3-1-26-16,4-3-76 0,-7 2-164 0,6-4 73 15</inkml:trace>
  <inkml:trace contextRef="#ctx0" brushRef="#br0" timeOffset="-209110.12">27935 12299 159 0,'1'-5'200'15,"-1"5"-5"-15,0 0-9 0,9-7-14 0,-9 7-11 16,10 0-9-16,-10 0-17 0,20 4-7 0,-9-1-9 16,0 1-13-16,0 1-11 0,7 3-7 0,-4-2-6 15,-3 1-11-15,-2 2 0 0,-2 1-12 0,1-3-6 16,-2 2-5-16,0 1-1 0,-4 2-7 0,-2 0-4 15,-1-1-4-15,0 0-1 0,-5 1-3 0,-4 2-3 16,2 0-5-16,-3-1-8 0,-3 0-6 0,5-4-10 16,-2 2-11-16,1-1-6 0,2-1-9 0,1-1-16 15,0 0-6-15,-2-1-8 0,7-1-3 0,-2 2-10 16,1-1 4-16,3-7 8 0,0 12-1 0,0-12 6 16,7 13-1-16,-5-8 6 0,6 0 9 0,-5 0-2 15,4-1 4-15,-2 1 5 0,1-2 3 0,2 0 4 16,0 2 1-16,-2 1 5 0,-1-5 3 0,0 3 0 15,-5-4 3-15,9 8 9 0,-6-5 1 0,-3-3 1 16,0 0 6-16,0 0 6 0,-3 9 0 0,3-9 0 16,0 0 1-16,-12 9-5 0,4-7 10 0,-3 1-2 15,-1 0 9-15,-1 1-18 0,-1-1 6 0,-1 1-3 16,-4 0 4-16,2-1-12 0,3 0-13 0,-2 0-13 0,3-1-30 16,2 0-36-16,0-1-138 0,-1-1-251 0,12 0 111 15</inkml:trace>
  <inkml:trace contextRef="#ctx0" brushRef="#br0" timeOffset="-208611.82">28443 12330 199 0,'-3'-9'194'0,"-2"1"-2"16,-1-2-2-16,-1 4-15 0,-1 0-17 0,-3 2-8 0,-1 3-16 15,-1 1-14-15,-5 3-4 0,-1 2-14 0,1 0-5 16,-2 5-9-16,2 2-5 0,0-1-12 16,2 2-2-16,3 1-8 0,-1 0-5 0,1 1-5 15,4 1-4-15,0-2-4 0,7-1-2 0,-1-1-6 0,3-1-1 16,3 0-6-16,0-1-3 0,1-1 3 16,5-1-6-16,-1-2 0 0,1-1 3 0,2-1-7 0,1 0-3 15,0-2-4-15,2-4 1 0,-1 2 2 0,0-4-4 16,-3 0 1-16,3-3-2 0,-3 1 1 15,1-2-2-15,0 1 0 0,-3-1-3 0,-2-3 5 0,1 1-6 16,0-5 2-16,-3 3-1 0,0 0 5 0,-1 0 1 16,-1 2 9-16,0-3-3 0,1 3 6 0,-3 0 2 15,3 3 9-15,-2 1 1 0,-1 6 2 16,1-9-10-16,-1 9-4 0,3-6-1 0,-3 6-3 0,0 0 1 16,0 0 1-16,0 0-6 0,0 0 2 0,3 28 4 15,-1-18 7-15,-2 3-3 0,1 5 0 0,-2-1-5 16,2 0 4-16,-1 2-5 0,-1-3 1 0,1 3-5 15,0-2-2-15,-2 2 5 0,-1-3-5 16,3 2-4-16,0-3 1 0,0 1 0 0,0-3 0 0,0 0-3 16,0-2 3-16,0 0-4 0,0-2-1 0,0-1-10 15,0 2-23-15,0-10-24 0,0 12-26 0,-2-6-29 16,2-6-28-16,0 10-25 0,0-10-24 16,0 0-25-16,2 6-33 0,-2-6-141 0,0 0-415 15,0 0 184-15</inkml:trace>
  <inkml:trace contextRef="#ctx0" brushRef="#br0" timeOffset="-208292.42">28686 12393 37 0,'0'0'179'16,"0"0"-4"-16,4-7-22 0,-4 7-12 0,0 0-16 15,0 0-11-15,0 0-8 0,0 0-7 0,0 0-9 16,0 0-7-16,0 0 5 0,4 24-16 0,0-15-6 15,-3 1-1-15,2 0 3 0,-1-1-1 0,3 2-5 16,2 2-3-16,0-3 3 0,1 4-9 16,-2-3-4-16,2 0 0 0,0-1-8 0,-2-1 1 0,8 4-4 15,-6-2-2-15,-2-3-2 0,1 1-3 0,-2-1-1 16,0 0-5-16,-1-2-3 0,1 1-1 16,-1-1 1-16,-2-2-5 0,-2-4 0 0,3 7 1 0,-3-7-2 15,0 0 1-15,-12 12-3 0,6-9-4 0,-3-1-4 16,-2 0-10-16,-6 0-11 0,3-1-5 0,-3-1-24 15,4-3-15-15,-5 3-22 0,4-3-19 0,2-1-18 16,-1 1-19-16,0-3-22 0,4 0-16 0,1-1-94 16,-1 0-289-16,3-2 129 0</inkml:trace>
  <inkml:trace contextRef="#ctx0" brushRef="#br0" timeOffset="-208149.52">28822 12368 129 0,'9'-6'138'0,"0"1"-5"15,3 1-14-15,-2 1 0 0,5-1-12 0,-5 3-9 16,3-3-15-16,1 2-13 0,-1 0-27 0,2 2-29 16,2-2-28-16,2 2-30 0,-3 1-30 0,-2-1-80 15,-1 1-167-15,0 1 75 0</inkml:trace>
  <inkml:trace contextRef="#ctx0" brushRef="#br0" timeOffset="-207596.22">29154 12462 101 0,'1'6'174'0,"-1"-6"-3"0,4 11-9 16,-3-8-7-16,2 4-11 0,-3-7-4 0,1 11-8 15,1-7-6-15,-2-4-7 0,1 13-3 0,-1-13-9 16,1 8-7-16,-1-8-8 0,1 8-8 0,-1-8-8 16,0 6-6-16,0-6 0 0,0 0 6 0,2 7 7 15,-2-7 10-15,0 0-6 0,0 0-3 0,0 0-11 16,0 0-5-16,0 0-4 0,0 0-7 0,0 0-6 15,-17-11-5-15,17 11-6 0,-5-12-3 0,5 6-4 16,-3-2-1-16,3 8-7 0,0-17 2 0,3 6-5 16,2-1-3-16,-1 2-9 0,4-8 1 0,1 4-5 15,2-2-2-15,3 1 0 0,-1 1-5 0,1 1 0 16,-1 4 3-16,2-1-5 0,-5 3 0 0,2 3 0 16,-2 1-4-16,0 3 2 0,0 1 1 0,1 2 2 15,-2 3 1-15,1 0-3 0,-3 1 2 0,-1 3-3 16,0 0 6-16,0 5-6 0,-1-2 5 0,-1-2-3 15,0 1 6-15,-3-1-4 0,1-1 3 0,0 1-2 16,0-2 1-16,-1 1 1 0,-1-4-4 0,0 2 3 16,0-8 2-16,0 9 1 0,0-9 2 0,1 7 0 15,-1-7 4-15,0 0 1 0,0 0 0 0,0 0-6 16,0 0 3-16,0 0-4 0,0 0 0 0,0 0-1 16,3-24 1-16,-1 16-4 0,3 0 1 0,3-3-3 15,-2 1-3-15,7-4 0 0,-1 1-7 0,0 0 4 16,2 1 4-16,1 2-1 0,0 0 1 0,-5 4-6 15,0 3 2-15,-1-1 3 0,0 1-2 0,4 3 1 16,-13 0-1-16,15 2 0 0,-10 3 4 0,2-2 1 16,-3 2 2-16,0 4 0 0,-1 0 4 0,-1-1 0 15,1 0 3-15,0 4 0 0,-3-2-6 0,-1 0 2 16,-1 2-1-16,1-2 2 0,-1 2-13 0,-2-3-28 16,1 1-34-16,-1-1-30 0,4-9-48 0,-3 14-41 15,1-10-48-15,2-4-157 0,0 0-428 0,-5 12 190 16</inkml:trace>
  <inkml:trace contextRef="#ctx0" brushRef="#br0" timeOffset="-207144.25">29757 12441 49 0,'0'0'195'0,"0"0"0"0,0 0-7 15,7 9-3-15,-6-1-10 0,1-3-15 0,0 3-12 16,-1 0-10-16,-1 2-11 0,0-1-7 0,1 4-11 15,-2-4-9-15,0 1-7 0,1-3-9 0,0-7-7 16,0 14-7-16,-2-9-10 0,2-5-2 0,0 0-5 16,0 13-5-16,0-13 9 0,0 0 13 0,-2 6 6 15,2-6-8-15,0 0-4 0,0 0-3 0,0 0-12 16,0 0-6-16,0 0-2 0,0 0-7 0,-9-24 0 16,6 18-5-16,2-3-2 0,1 9-3 0,1-18-2 15,-2 7-3-15,5-2-4 0,-1-2-2 0,0 3 0 16,6-5-2-16,-2 0 0 0,0-1-4 0,0 1-2 15,4 0-4-15,1-6 3 0,-2 8-1 0,1 2 0 16,0 0 0-16,-5 4-2 0,4-1 2 0,-2 3-5 16,-2-1 6-16,-6 8-3 0,11-5-4 0,-11 5-3 15,14-2 5-15,-8 7-3 0,-2 1 1 0,2 2 3 16,-1 4 7-16,-2-1 3 0,1 4 0 0,0 2 5 0,-2-1 6 16,-1 4-2-16,2-3-2 0,-4 1-3 15,1-2 3-15,-2 1-4 0,-1-2 1 0,3-2 1 16,-3 3-3-16,0-5-1 0,2 0 0 0,2-1 0 15,-2 0 0-15,0 0-1 0,1-3 3 0,0-7-8 16,-1 12 1-16,1-12-12 0,0 11-20 0,0-11-24 16,-2 7-25-16,2-7-27 0,0 0-51 0,-5 5-51 15,5-5-55-15,0 0-177 0,0 0-473 0,0 0 209 16</inkml:trace>
  <inkml:trace contextRef="#ctx0" brushRef="#br0" timeOffset="-206991.25">29815 12508 1787 0,'-12'-5'83'16,"7"3"10"-16,5 2-43 0,-9-3-22 0,9 3-1 16,-5-3 25-16,5 3 7 0,0 0 6 0,0 0 2 15,-6-5-4-15,6 5-3 0,0 0-11 0,0 0-29 16,23-8-37-16,-5 5-44 0,10-3-70 0,2 0-87 16,2-1-128-16,3-4-376 0,1 2 167 0</inkml:trace>
  <inkml:trace contextRef="#ctx0" brushRef="#br0" timeOffset="-185853.62">28263 12875 25 0,'0'0'63'15,"-1"-9"-13"-15,1 9 0 0,-1-7-5 0,1 7-6 16,0 0-5-16,-2-8-1 0,2 8-2 0,0 0 1 16,-6-7-2-16,6 7-12 0,0 0-2 0,-8-5 4 15,3 3-14-15,5 2 8 0,-11-3-2 0,11 3 1 16,-16-1-6-16,5 0 2 0,1 2-4 0,-1-1 1 15,1 0-1-15,-2 0 0 0,1 0-1 0,0 0 3 0,-3 0-4 16,3 0-1-16,-1 1 0 0,1-1 3 0,0 0 7 16,-3 2-7-16,2-2 7 0,0-2-3 15,0 2 7-15,0 0-3 0,0-1 13 0,1 0-7 16,4-1 9-16,7 2-9 0,-15 0-4 0,7-2 10 0,8 2 6 16,-12-2 4-16,12 2-7 0,-12-3 9 0,12 3-6 15,-9-2-4-15,9 2 1 0,0 0 2 16,-11-1-4-16,11 1-12 0,0 0 9 0,0 0-19 15,0 0 12-15,0 0-3 0,0 0-3 0,0 0 7 0,0 0-1 16,36 3 7-16,-3 0-10 0,6-1 9 0,17-2 2 16,7 2-8-16,31-2-2 0,-4 4 7 0,-25-2-3 15,32-2 1-15,-8 3 3 0,2-3-9 0,4-2 6 16,-2 6-3-16,-1-2-3 0,0 1-4 0,-1 0 11 16,-26-1-8-16,27 2-2 0,-28-3-5 0,-3 1-2 15,-1-1 10-15,-2 2 5 0,1-2 0 0,-6-1-5 16,-1 3-2-16,-18-3 8 0,3 0-1 0,-4 2 0 15,-2-2 2-15,0 1 4 0,-11 1-1 0,1-1 14 16,-9 0-13-16,1-1 1 0,-3 2-4 16,0-2 2-16,-3 0 5 0,-7 0 4 0,9 0 1 0,-9 0 3 15,0 0-2-15,10 0-2 0,-10 0-4 0,0 0-4 16,0 0 0-16,0 0-10 0,0 0-26 0,0 0-25 16,0 0-36-16,0 0-31 0,-31 1-39 0,13 2-146 15,-3-2-311-15,-9 0 138 0</inkml:trace>
  <inkml:trace contextRef="#ctx0" brushRef="#br0" timeOffset="-165388.49">8745 14434 33 0,'5'3'72'0,"1"5"-3"0,3 1-4 16,-4 0-1-16,3 4-2 0,-3-3-3 0,0 8-5 15,2-1-2-15,-4-1 14 0,1 4-23 0,0-1-3 0,0 0 18 16,-1 1-13-16,-1-4-2 0,1 0-11 16,-1 0 0-16,3 0-4 0,-1 0-2 0,0-6 5 15,-1 3-2-15,0-1 2 0,1 1 2 0,0-3-11 16,0 4 8-16,1-5-2 0,-1 1 0 0,0-1 0 15,0 0-4-15,1-1-2 0,-3 0 1 0,2-4-11 16,0 2 8-16,1-1-4 0,-5-5 2 0,5 8 4 16,-2-6-4-16,-3-2 2 0,4 5 18 0,-4-5 9 15,0 0 13-15,0 0-1 0,0 0-3 0,0 0-4 16,12-7-3-16,-9 0-10 0,3-4-3 0,-1 0 0 16,0-7-6-16,1 3-6 0,-1-4-3 0,4-4 2 15,-2-1-1-15,1-4-2 0,1 3 0 0,-2 0-5 16,1 0 1-16,3 0-6 0,-5 0-1 0,1 2 0 15,-1 3 3-15,-3 3-1 0,1-1-4 0,-1-1 4 16,1 2 1-16,-4 5 2 0,1 2 4 0,-1-1-4 16,0 0-3-16,-1 4 3 0,1 7-3 0,-1-15-1 15,-2 9-1-15,3 6-4 0,-5-7 3 0,1 2-6 16,4 5-4-16,-10-3 1 0,-2 3 3 0,12 0-2 16,-17 8 3-16,6-2-2 0,0 1 3 0,2 0-7 15,-3-1 0-15,3 1 2 0,5-1-4 0,-2 1 4 16,0 1-4-16,3-3 4 0,2 2-1 0,1-7-1 15,2 12 6-15,-2-12-1 0,12 13 0 0,-2-7-3 16,2-3 3-16,7 3-11 0,0-2-6 0,3-4-25 16,-1 0-30-16,7 0-21 0,4-2-22 0,2 0-13 15,-4-4-9-15,0 3-4 0,-3-3-114 0,-6 2-272 16,6-4 121-16</inkml:trace>
  <inkml:trace contextRef="#ctx0" brushRef="#br0" timeOffset="-165074.1">9448 14393 30 0,'0'0'61'15,"10"0"6"-15,-10 0-3 0,0 0 5 0,0 0-3 16,5 14 8-16,-5-14 17 0,-4 16-14 0,0-4 7 16,1 0 1-16,-3 3 3 0,1 2-5 0,-1 1-9 15,1 0 4-15,1-1-12 0,1 1 0 0,1-2-7 16,1 0-1-16,-2 0-10 0,4 1 1 0,2-7-5 16,-1 1-13-16,4 0 6 0,-2-2-4 0,4 1 4 15,-1-3-6-15,2-1-1 0,1-2 1 0,1 0-1 16,1-1-7-16,-2-3 6 0,4 0-2 0,-2-3 0 15,3-1 1-15,1-3-8 0,-1-2 5 0,-2-1-7 16,-2-2-2-16,1 0 3 0,-2-3 4 0,-5 1-1 16,1-1 3-16,-3 3 0 0,-1-4-4 0,-3-4-2 15,-3 5 1-15,-3 0-4 0,-1-1-1 0,-1 7 0 16,-8-1-3-16,3 1-2 0,-2 1-7 0,-4 3 1 16,4 5 3-16,-2 0-6 0,0 5-17 0,-1 1-9 15,1 2-26-15,0 4-33 0,4-3-28 0,0 2-36 16,3 1-29-16,-1 2-90 0,6-4-289 0,2 2 129 15</inkml:trace>
  <inkml:trace contextRef="#ctx0" brushRef="#br0" timeOffset="-164813.08">9788 14294 84 0,'-2'-14'190'0,"0"3"3"0,-1 2-7 16,1 3-3-16,2 6-17 0,-3-15-17 0,2 10-18 16,1 5-12-16,0 0-14 0,0 0-12 15,0 0-3-15,0 0 0 0,0 0-8 0,-3 41-7 0,1-17-9 16,-1 3-2-16,1 0-7 0,0-1-2 0,2-1-11 16,0 5-2-16,2-5-5 0,2 2 0 15,-2 0-5-15,-1 1-4 0,2-1-6 0,2-1-22 16,-1-2-19-16,-2-5-31 0,1-2-36 0,1 1-36 15,1-4-31-15,-1 2-22 0,0-4-128 0,-4-1-327 16,5-3 144-16</inkml:trace>
  <inkml:trace contextRef="#ctx0" brushRef="#br0" timeOffset="-164573.72">10051 14219 120 0,'1'-10'188'0,"-1"10"-12"0,2-14-19 0,-2 14-24 16,0 0-6-16,0 0-5 0,0 0 3 16,0 0-5-16,0 0-4 0,6 37-4 0,-2-11-2 15,-2-2-12-15,-3 5-11 0,0-1-7 0,2 2-8 16,2-4-7-16,-3 2-4 0,-2 1-5 0,1-4-7 16,-3 2-5-16,5-3-5 0,1-8-2 0,-2 2-23 15,2-1-19-15,0-1-17 0,-1-6-27 0,-1-10-32 0,2 20-38 16,-2-20-27-16,3 11-17 0,-3-11-125 15,0 0-311-15,0 0 139 0</inkml:trace>
  <inkml:trace contextRef="#ctx0" brushRef="#br0" timeOffset="-163454.43">9977 14382 110 0,'0'0'140'16,"0"0"-17"-16,0 0-8 0,20-5-6 0,-20 5-11 15,33 2-9-15,-4-2-5 0,-4 1-6 0,5-2-8 16,0 1-11-16,1-2-6 0,1 0-1 0,-3 0-5 16,2 2-2-16,-4-4-8 0,-4 4-1 0,-2-3-5 15,-1-1-2-15,-2 2-7 0,-6 1-3 0,1-2 5 16,-4 1 3-16,-9 2-1 0,13-3 2 0,-13 3 3 16,11-1-3-16,-11 1-3 0,0 0-5 0,0 0-3 15,0 0 3-15,0 0 2 0,0 0-2 0,0 0 3 16,-34 29-2-16,11-14 5 0,0 5 0 0,-1-4 6 15,1 1-2-15,0 2-1 0,6-6-5 0,2 10 1 16,2-8-4-16,1 0-1 0,7 3-2 0,-1-6-2 16,3 2 2-16,1-4-7 0,2 2 0 0,0-12 1 15,3 15 0-15,1-10 2 0,2 2 0 0,-6-7-3 16,17 8 3-16,-5-7-3 0,1-1 1 0,5-3-1 16,1-1-1-16,-3 0 3 0,3-4-4 0,-2-2 0 15,4 1-1-15,-5 0-1 0,1-1 2 0,1-1-2 16,-3-1 0-16,0 2 1 0,-4-3 1 0,-1 0-4 15,1 0 1-15,-6 2-2 0,1 1 3 0,-3-1-7 16,0 3 3-16,0 0-3 0,-3 1 0 0,0 7-3 16,3-10 4-16,-3 10-4 0,0 0 2 0,0 0-7 15,0 0 7-15,0 0-4 0,0 0 1 0,14 18 4 16,-11-9 1-16,0 0-3 0,2 1-2 0,0 2 2 16,2-2 0-16,2-3 4 0,4 5-2 0,1-2 3 15,3-3 3-15,-3-3-2 0,4-2-3 0,3 0 2 16,8-4 4-16,-3 2-3 0,-5-3 1 0,-1-1 0 15,1 1 0-15,7-3-1 0,-9 0-2 0,2-1 3 16,-4-1 0-16,-1 0-4 0,-5 2 2 0,1-3 0 16,-5 1 1-16,1-1 6 0,2 2 0 0,-6-2 1 15,0 0-5-15,-3-3-3 0,-1 12 6 0,-5-19-3 16,5 19-4-16,-6-12 5 0,-1 7-2 0,7 5-2 16,-15-5 2-16,6 3-3 0,9 2 2 0,-19 4-2 15,10 1-1-15,-4 1 2 0,3 1-2 0,0 1-4 16,0 3 8-16,2-1-4 0,1 0 2 0,2 2 0 15,-1-1 2-15,2 0 1 0,0-1-4 0,3 0-1 16,0 0 3-16,1-10-5 0,1 14 1 0,-1-14 0 16,4 12 7-16,-4-12-5 0,6 10 3 0,-6-10 2 15,7 6-1-15,-1-3-3 0,-6-3 1 0,0 0-5 16,10 3 5-16,-10-3-5 0,8 3 3 0,-8-3-4 16,0 0 0-16,15 4 2 0,-10 3-1 0,3 0 2 15,-2 4-1-15,-1 0 3 0,1 6 6 0,-3 2 4 16,0 9 4-16,0 3-6 0,-3 2 5 0,2 15 5 15,-2-3 3-15,0 1-4 0,0-2 0 0,2 2-3 16,-6-11 2-16,1 0-7 0,0 2 4 0,0-2-2 16,-1-2-2-16,0 3-3 0,-1-4 1 0,-4 0-3 15,1-3 1-15,0-5 2 0,1 2-3 16,-5-3 1-16,0 0-3 0,-1-8-2 0,1 0 0 0,-2-3-2 16,4-5-2-16,0 0-2 0,-2-3 3 0,2-1-1 15,0-1 0-15,0-2 0 0,10 0-1 0,-17-7-6 16,8 3 6-16,0-5-4 0,3-1-3 15,-1-6-2-15,3-1 7 0,2-1-4 0,3 1 4 0,3-8 0 16,4 0 4-16,2-2-10 0,1-1 3 16,5 0-6-16,2 0-1 0,2-3 0 0,2 2-4 0,9-10-2 15,2 1 1-15,-4 0 2 0,2 1 2 0,-6 11 0 16,1-1 3-16,-2-1-7 0,8-10 2 0,-6 12 2 16,6-12 4-16,-12 11-8 0,4-2 7 15,3-10 3-15,-6 11-1 0,-2 0 2 0,-3 0 0 16,0 2-2-16,-3 4 5 0,-6 4 2 0,-4 3 5 15,1 3 4-15,0 2 8 0,-2 1 3 0,1 2-1 0,-3 7 0 16,0 0-3-16,-2-13 0 0,2 13-1 0,0 0-2 16,0 0 2-16,-28 16 8 0,8 2 7 15,-2 6-3-15,-1 0 1 0,-1 4-2 0,-1-2-3 0,5 2-4 16,2-2 1-16,7-1 0 0,2 1-4 16,4-7-8-16,3 0-14 0,4-2-15 0,1-2-15 15,6 2-19-15,7-4-24 0,11 0-27 0,8-6-33 0,19-1-26 16,2-4-32-16,6-4-125 0,-3-2-350 0,4-2 155 15</inkml:trace>
  <inkml:trace contextRef="#ctx0" brushRef="#br0" timeOffset="-162869.43">11990 14872 81 0,'-5'1'177'0,"5"-1"-2"16,-12 0 0-16,12 0-9 0,-13-4-3 15,7 1-7-15,6 3-10 0,-7-12-11 0,0 3-12 16,4 0-4-16,1-3-15 0,0-4-8 0,2-1-6 16,2-1-5-16,-2-1-10 0,2-8 0 15,1 0-15-15,2 2-3 0,-1-10-9 0,1 6-2 0,1 0-6 16,-2-1-5-16,2-1-4 0,-3 0-3 0,1 6 0 16,2-1 0-16,-6 9 3 0,0 4 5 0,0 2 7 15,0 2-4-15,0 9 1 0,-2-13-3 0,2 13-7 16,-4-7-4-16,4 7-2 0,0 0-4 0,-21 0-1 15,21 0-2-15,-19 11-1 0,8-5-2 0,1 1 0 16,3 2-9-16,0 3 3 0,4-4-4 0,3 4 1 16,0-12 1-16,6 20-2 0,1-14 2 0,1 1-2 15,7 2-1-15,0 0 1 0,3-3-4 0,-1 1 3 16,3-3-3-16,-2 2 3 0,1-1-3 0,1-1 2 16,-3 2-5-16,0 2 3 0,-2 2-1 0,-1 2 2 15,-5-4-2-15,-1 6 3 0,2 2-3 0,-4 2 0 16,1-1 1-16,-3 1 0 0,1 1 1 0,-3 0-2 15,3 1 6-15,-3-1-4 0,3-3-1 0,-3 1 0 16,3-1 0-16,-1-3 5 0,4 0-3 0,-3-4 2 16,0 0-4-16,2-2 0 0,1-4 3 0,-1 0 5 15,4 0-9-15,1-3 4 0,1-1-2 0,0-3 2 16,4-1-3-16,0-4 4 0,6-4-1 0,-8 1-2 16,6-6 1-16,-3 4 2 0,2-3-7 0,-2-3 4 15,-3-3-2-15,-1 1 3 0,-7 4-1 0,4-6 0 16,-2 5 0-16,-4-1 4 0,-1 2-5 0,-2 3 1 15,0 1-2-15,-2 4 1 0,0 10-3 0,-4-16 0 16,4 16 1-16,-6-7-5 0,6 7 3 0,0 0 2 16,-27 13-2-16,8 4 5 0,0 1-3 0,2 5 1 15,2 2 2-15,-1-2-5 0,7 0-24 0,2-4-33 16,2-2-46-16,1 2-57 0,6-1-58 0,2 0-186 16,6-3-441-16,5-2 195 0</inkml:trace>
  <inkml:trace contextRef="#ctx0" brushRef="#br0" timeOffset="-162262.15">12818 14598 48 0,'0'0'174'0,"-10"-4"-14"0,10 4-8 0,0 0-4 16,-11 10-5-16,5-2-14 0,0 2-9 0,1 5-18 15,-1 2-6-15,2 1-10 0,-2 0-10 0,2 0-3 16,2-3-8-16,2 1-5 0,-4-5-5 0,4 1-10 16,-3-2-4-16,3-1-2 0,0-4-3 0,0-5-5 15,-2 12 13-15,2-12 13 0,0 7 15 0,0-7 1 16,0 0-7-16,-7 6-1 0,7-6-7 16,0 0-5-16,-11-13-5 0,6 7-3 0,-1-3-8 0,0-1 0 15,-3-4-9-15,1-1 0 0,1-1 0 0,3 0-6 16,0-9-3-16,2 6 2 0,4-8-6 0,2 3 4 15,3-3-8-15,-1 8 0 0,8-2-1 0,-1 5 0 16,2 1 1-16,-1 3-6 0,5 4-1 0,-2 0-2 16,2 3-2-16,-1 4 1 0,0 2-1 0,2 7 0 15,-3 0-6-15,2 5 6 0,1 6 0 0,-2 0 3 16,-2 5-3-16,-1-2 3 0,-1 2-1 0,-5-7 4 16,0 1-6-16,-1-1 4 0,-2-1-2 0,-2 0-2 15,0-3 3-15,-3-3-3 0,3-3 1 0,-2 1 2 16,0-3-4-16,-2-5 9 0,2 11-2 0,-2-11 4 15,0 0-1-15,0 0 0 0,0 0-1 0,0 0 3 16,0 0-8-16,0 0 5 0,-21-18-4 0,17 6 3 16,0 1-4-16,2-1 3 0,4-7-1 0,0-1-2 15,6-4-3-15,0 1 6 0,1-4-5 0,5 3-2 16,-3 3 1-16,0 5 0 0,3 1-2 0,1 4 1 16,-5 5-5-16,1 1 1 0,0 1 0 15,3 2 2-15,-14 2 4 0,24 9-4 0,-10 0-1 16,-1 5 2-16,5 6 1 0,-4 0-2 0,-5-2 1 0,1 5 1 15,-3 0 0-15,3 0 2 0,-6-5 2 0,1 0-11 16,-1-2-16-16,0 2-14 0,0-3-20 0,-1-1-26 16,0-4-18-16,3 1-30 0,-1-2-11 0,-1-3-23 15,-4-6-8-15,9 7-15 0,0-5-104 0,-9-2-316 16,20-2 140-16</inkml:trace>
  <inkml:trace contextRef="#ctx0" brushRef="#br0" timeOffset="-161210.06">13544 14662 22 0,'16'-21'48'16,"-7"5"14"-16,0-2 8 0,-5 1 8 0,1 4-5 15,-3-3 4-15,0 0 6 0,-2 16 15 0,-6-18-6 16,1 9 7-16,-1 4 0 0,6 5 10 16,-14-5-4-16,3 5 0 0,11 0 4 0,-23 7 1 15,8 6-6-15,-1 0 0 0,2 2-10 0,-8 2-9 16,7 5-7-16,5-8-8 0,1 4-6 0,1-2-5 0,2-1-5 16,2 3-2-16,4-7-6 0,0 1-5 0,0 0-3 15,4-2-5-15,1-1 0 0,-5-9-6 16,9 9 1-16,-2-4-3 0,1-1 1 0,4-4-2 15,4 0 3-15,4-5-9 0,0-1 0 0,-2-3-4 16,0-1 3-16,-3 1 3 0,0-2 0 0,0 0 2 16,-1-3 3-16,-3 0-9 0,0 2 2 0,-4-2-2 15,0 2 0-15,-3-4-3 0,3 6 3 0,-5-1-5 0,0 2 2 16,-2 9-2-16,2-15 6 0,-2 15-6 16,0-10 3-16,0 10-7 0,0 0 0 0,0 0 0 15,0 0 5-15,0 0 1 0,0 0 2 0,0 0-1 16,-9 45-1-16,9-32 0 0,-4 3-2 0,2 0-2 15,2 1 1-15,0-5-2 0,0 5 2 0,4-5-4 0,-2-1 3 16,7 3 0-16,-1-3 2 0,0-2 1 16,1-2-5-16,3 0 2 0,5-3-1 0,2-2 1 15,0-1 7-15,2-2-8 0,-1-1 2 0,2-2-8 16,3-3 6-16,0-3 1 0,-5 1-6 0,-5 1 1 16,2 0-1-16,-4-3 1 0,1 1 2 0,-3-2 0 15,-2 2 4-15,-3-1-7 0,3-3 0 0,-6 1 0 16,-1 2-2-16,-2 0 2 0,-2-2 1 0,-2 1-2 15,-1 2-1-15,0 1 3 0,3 1-5 0,2 8 2 16,-7-10 1-16,7 10 0 0,-6-7-4 0,6 7 9 16,0 0-11-16,0 0 4 0,0 0-1 0,-19 18 4 15,13-7 1-15,4 1-2 0,-1 0 6 0,1 0-4 16,0 1-4-16,4-3 6 0,0 3-4 0,0-1 3 16,3-1 1-16,1-1 3 0,4 3-9 0,-1-5 4 15,2-2 0-15,0 1-1 0,-2-4 1 0,10 3 5 16,-6-4-6-16,5-2-1 0,-3-1 0 0,-4-2-3 15,9 0 2-15,-5-1-2 0,2-5-1 0,-5 5-1 16,-3-4 2-16,4-2-5 0,0-1 4 0,-2 0-1 16,-4 3 4-16,3-8-2 0,0 4 1 0,-3-1 0 15,-2 4 1-15,-1-4-4 0,1 2 3 0,0 0 1 16,-3 4-2-16,-2 7 1 0,2-13 0 0,-2 13-7 16,4-6 2-16,-4 6-3 0,0 0 10 0,0 0-10 15,0 0 1-15,0 0 3 0,0 0 1 0,0 0 0 16,0 0 3-16,0 41 0 0,-2-31-1 0,0 2 8 15,2 1-8-15,2-3-1 0,-2-10 2 0,-2 20 3 16,2-11-5-16,0-9 4 0,2 14-3 0,-2-14-1 16,2 11 4-16,-2-11 1 0,0 0 0 0,2 8 1 15,-2-8 4-15,0 0 0 0,0 0 2 0,11 0-6 16,-11 0-1-16,0 0 2 0,18-12-2 0,-11 4-3 16,3 0 0-16,0 1 4 0,3-5 2 15,0 2-3-15,0-2 2 0,3 2-5 0,-3 4 2 0,1 0-7 16,-5 1 3-16,4 1-2 0,-2 1 0 0,0 1 0 15,-11 2 1-15,21 3-1 0,-12-1 4 0,2 4 0 16,-2-1 2-16,0-1-3 0,1-1-2 0,-3 5 2 16,3-4 2-16,-10-4 2 0,15 6-1 0,-15-6 0 15,12 3 7-15,-12-3-1 0,13 0-1 0,-13 0-4 16,14-4 3-16,-5-3-1 0,0-1 1 0,-1 1 0 16,0-2-1-16,0 0-2 0,-1 2 0 0,-2-5-2 15,2 3 3-15,-3-1-1 0,1 2 3 16,-5 8-2-16,8-12 0 0,-8 5-5 0,0 7 2 0,7-9-1 15,-7 9-4-15,0 0-3 0,0 0 4 16,0 0-3-16,0 0 1 0,0 0 2 0,0 0 4 0,0 0 4 16,-11 42-8-16,6-23 2 0,1 1 1 0,-2 6-2 15,1-4-1-15,-2-2-1 0,1 5 2 0,1 1-1 16,1-7 4-16,-2-1 1 0,6 1 1 0,-4 0-5 16,4-3-6-16,-2 0-15 0,-1-2-25 0,-1-2-28 15,0 2-24-15,0-2-39 0,-6-2-41 0,5-1-40 16,-4-2-205-16,-1-2-461 0,-4 2 205 15</inkml:trace>
  <inkml:trace contextRef="#ctx0" brushRef="#br0" timeOffset="-161019.12">13969 14282 219 0,'-5'-3'201'0,"1"-4"-22"0,-1 3-18 16,5 4-26-16,-6-4-28 0,6 4-30 0,0 0-44 16,0 0-45-16,0 0-52 0,0 0-109 15,17 16-188-15,-5-10 84 0</inkml:trace>
  <inkml:trace contextRef="#ctx0" brushRef="#br0" timeOffset="-159719.91">15430 14399 16 0,'0'-8'209'0,"0"8"-5"0,-4-14-14 0,0 10-16 15,4 4-6-15,-10-9-10 0,0 8-10 0,-3 1-14 16,-4 3-2-16,2 6-10 0,-9 6-4 0,-3 4-6 0,1 2-9 16,1 1-5-16,3 2-8 0,0 2-5 15,3-1-9-15,6 0-6 0,-1 2-7 0,8-4-6 16,2-7-3-16,4 5-6 0,4-3-3 0,0 1-6 16,5-1-2-16,0-1-3 0,2-3-3 0,3-4 0 15,0 2-3-15,3-2-5 0,0-3-10 0,4-1-10 16,2-3-5-16,4-3-19 0,2-1-1 0,-2-3-3 15,1-2 1-15,-1-3 0 0,0 1 1 0,-1-6 4 16,-7 4 0-16,3-3 2 0,-5 0 4 0,-3-2-2 16,0 1 4-16,-1-8 2 0,-1 5-1 0,-5 3 0 15,-1-4 3-15,0 3 0 0,-3 3 4 0,-2 1 1 16,0-2 4-16,0 5 9 0,-1 2 4 0,0 6 2 16,3-12 2-16,-2 7-2 0,-1 5-7 0,0 0 0 15,0 0 1-15,0 0 5 0,0 0 0 0,0 0 4 16,-9 23-2-16,5-12-3 0,-1 4 2 0,3 3-4 15,-1-2 2-15,2 0-4 0,1 2 0 0,0-3-2 16,0 1 1-16,0-4 2 0,2 0-1 0,0-1-4 16,2 0 2-16,-1-1-2 0,1-4 1 0,2 2-1 15,1-2 2-15,-2 0 0 0,0-2-1 0,3-1-1 16,-2-3 1-16,-6 0-1 0,16 0 0 0,-16 0-1 16,14-2 8-16,-9-2-9 0,2 0-1 0,-1-1-1 15,-3 0-3-15,1-5-8 0,0 1 2 16,-3 0-3-16,-1-2 0 0,-1-4-2 0,-1 4 0 0,0-4 2 15,0 2-4-15,-2-3 1 0,3-1-1 0,-3 2 3 16,2 3 1-16,1-2-2 0,1 3 0 0,-1 0 1 16,1 1 0-16,2 1-4 0,2 2 1 0,1 3-1 15,3 1-1-15,2 2 6 0,1 1 1 0,3 4 0 16,2 0 1-16,-3 7-1 0,1-1 7 0,-1 2-1 16,-2 2 7-16,1 3-4 0,-3-2 4 0,2 8-5 15,-2-7 8-15,-1-2-2 0,-2 1-2 0,1 0 3 16,-4-3 3-16,1-1-7 0,-1 0 0 0,-2-5 2 15,0 0 0-15,1 1 4 0,-1 0 5 0,-1-7 6 16,1 10 7-16,-1-10 0 0,0 6 0 0,0-6-3 16,0 0 2-16,0 0-6 0,0 0 9 0,0 0-10 15,-18-14-4-15,18 14-1 0,-6-14 2 0,7 3-3 16,-1-1-1-16,2 1-2 0,3-5 1 0,-3-2 2 16,1 1-6-16,2-6-1 0,0 5-5 0,3 1-1 15,1 2-3-15,-3 5 8 0,4-4-11 0,-2 5-3 16,1 2 4-16,0 2-3 0,-1 1 8 0,3 4-1 15,-1 1-7-15,-1 6 0 0,1-1-1 0,-1 3 2 16,2 4 3-16,0 4 0 0,-3-2 2 0,-2 3-3 16,2-4 2-16,-3 2-1 0,2-3 4 0,0 2-1 15,-2-4 1-15,2-1-1 0,1 1 0 0,-1-3 1 16,0 1 2-16,-1-5 1 0,0 1 2 0,3-2 0 16,0 0 1-16,0-3-1 0,2 0 1 0,-2-3 3 15,3 0-3-15,0-5 3 0,4 1-2 0,-2-2-4 16,-4 0 2-16,3-2-1 0,0-3 0 0,-3 2-1 15,5-11 0-15,-5 8 3 0,1-8 0 0,-2 6-4 16,-2 2 2-16,2-11-2 0,-4 12-1 0,-1 4 1 16,0-3 2-16,-1 5-3 0,-2 1 0 0,-1 7-1 15,1-12-2-15,0 8 1 0,-1 4-5 0,0 0 3 16,0 0-2-16,0 0 1 0,0 0-1 0,0 0 2 16,-15 16 3-16,10-6-4 0,1 3 3 0,0 2-5 15,0 0 4-15,2 1-1 0,2 1 2 0,0 0-4 16,1 0 2-16,3-1 1 0,-1 0-1 15,0 0 11-15,3-2-8 0,-1-2-4 0,4 4 2 0,-2-3-5 16,-2 0 6-16,1-3-1 0,-1 2-1 0,1-1 2 16,-2-2-3-16,0 1 2 0,0-2 8 0,-2 2-7 15,1-3 0-15,-2 3 1 0,-1-1-3 0,0-9-11 16,0 11-7-16,0-6-18 0,0-5-18 0,-5 8-20 16,5-8-20-16,-8 8-32 0,4-6-34 0,4-2-28 15,-9 0-31-15,9 0-139 0,0 0-392 0,0 0 174 16</inkml:trace>
  <inkml:trace contextRef="#ctx0" brushRef="#br0" timeOffset="-159469.96">16507 14385 87 0,'0'-12'192'16,"0"2"4"-16,0 1-10 0,0-1-2 0,0 10-16 15,-1-10-18-15,1 10-14 0,0 0-5 0,0 0 10 16,0 0-3-16,0 0 2 0,9 23 7 0,-6-7-6 15,-2 4-3-15,1 8-10 0,1-2-6 0,-3 4-5 16,1 0-11-16,0-6-7 0,2 5-10 0,-3-2-11 16,2 1-4-16,0-9-5 0,-1 6-13 0,0 1-2 15,1-7-5-15,-1 0 2 0,1-1-13 0,0 2-15 16,-1-5-14-16,-1 1-25 0,-1-6-17 0,-1 3-27 16,2-3-36-16,0 0-32 0,-1-2-34 0,1-8-18 15,-1 6-34-15,1-6-211 0,0 0-461 0,0 0 205 16</inkml:trace>
  <inkml:trace contextRef="#ctx0" brushRef="#br0" timeOffset="-158986.31">16447 14569 108 0,'0'0'128'0,"0"0"2"0,0 0-4 15,9-3-10-15,-9 3 2 0,17 0-8 0,-6 0-5 16,7-3-8-16,1 5-2 0,3-1-8 0,0-2-6 15,7-1 2-15,-7-1-8 0,-2 3-3 0,2-3-9 16,-2 3-4-16,-2-3 0 0,0 1-15 0,-5 0-3 16,0-4 5-16,-2 3-6 0,1 1-3 0,-1-1 2 15,-6 1 2-15,-5 2 2 0,12-2 3 0,-12 2-6 16,6-1-1-16,-6 1-5 0,0 0-3 0,0 0-4 16,0 0-6-16,0 0 6 0,-14 17-5 15,8-9 1-15,-3 2-2 0,1 0-1 0,-1 1-1 16,2 1-2-16,-2 1 4 0,4-2-9 0,-2 0 5 0,3-1-5 15,-1 0 1-15,3 1-6 0,-1-3 9 16,2-1-8-16,1-7 9 0,1 14-6 0,2-9-2 0,-3-5 5 16,10 8 0-16,-5-7 0 0,3 0 1 0,4 1 1 15,0-4 3-15,-1 0-4 0,0-1 2 0,-2-1-3 16,3-1 3-16,0-1 2 0,0-3 1 0,1-1-3 16,-2 2-3-16,-2-1 8 0,-1-1-9 15,-1 0-3-15,1-5 4 0,-1-1-5 0,0 5 2 0,-2 1-4 16,0-2 1-16,-1 6 8 0,-2 0 2 0,2 2-4 15,-4 4-2-15,4-9-3 0,-4 9-1 0,0 0-4 16,0 0 2-16,0 0-1 0,0 0 4 0,8 15-2 16,-6-7 4-16,-2 5-3 0,0-3 1 15,0 2 4-15,0 1-25 0,3-1-19 0,-3-2-28 0,0 5-34 16,1-5-29-16,2 5-29 0,-3-6-15 0,2 3-23 16,-1-6-12-16,3 4-136 0,-2-3-363 0,-2-7 161 15</inkml:trace>
  <inkml:trace contextRef="#ctx0" brushRef="#br0" timeOffset="-158753.96">17036 14714 67 0,'0'0'148'0,"2"-16"-9"0,-1 5 18 15,1 1-4-15,0-1-4 0,-1-1-2 0,3-5-10 16,0 1-4-16,-1-1-9 0,3 0-6 0,0 2 1 16,2-1-5-16,3 1-12 0,1 1-2 15,0 2-5-15,2 2-3 0,-3 3-12 0,1 2-2 16,1 2-5-16,1 1-8 0,-1 4 0 0,1 2-4 0,-2 1-2 15,2 4-6-15,-3 4-4 0,1-2-3 0,-3 4-5 16,-4-3-2-16,1 4-3 0,-2 2-2 0,-3-7-9 16,2 6-18-16,-3-4-23 0,0-2-21 0,-3 2-42 15,1-1-30-15,-2-1-38 0,-1-2-45 16,0-1-196-16,1-2-420 0,4-6 186 0</inkml:trace>
  <inkml:trace contextRef="#ctx0" brushRef="#br0" timeOffset="-158492.28">17403 14305 215 0,'-1'-7'238'0,"1"7"-12"0,0-12-23 16,0 12-19-16,0-7-18 0,0 7-3 15,0 0 1-15,0 0-1 0,4 30-6 0,-4-12-9 0,1 8-7 16,-1 0-13-16,-1 2-6 0,-2 0-10 15,1 0-10-15,0 3-6 0,0-1-9 0,0 2-8 16,2-3-6-16,0 1-2 0,0-5-15 0,2 3 0 0,-2-4-7 16,0-5-3-16,0 1-10 0,0-1-8 15,-2-1-16-15,2-3-28 0,-1-2-37 0,0-2-32 16,-1 0-47-16,2-3-40 0,-1-1-39 0,1-7-31 16,-2 8-160-16,2-8-435 0,0 0 192 0</inkml:trace>
  <inkml:trace contextRef="#ctx0" brushRef="#br0" timeOffset="-158328.72">17315 14566 73 0,'6'-4'156'16,"-6"4"-12"-16,0 0-19 0,16 4-10 0,-5 1-9 15,3-4-11-15,5 2-28 0,2-2-20 0,2-1-40 16,-3-4-30-16,13 1-38 0,-6 3-82 0,-5 0-152 15,7 0 67-15</inkml:trace>
  <inkml:trace contextRef="#ctx0" brushRef="#br0" timeOffset="-158214.95">17853 14596 68 0,'0'0'131'0,"0"0"-11"0,0 0-6 0,0 0-21 15,0 0-41-15,0 0-59 0,0 0-89 0,0 0-103 16,0 0 47-16</inkml:trace>
  <inkml:trace contextRef="#ctx0" brushRef="#br0" timeOffset="-85050.39">27118 6234 45 0,'0'0'56'0,"0"0"-10"0,-6-3 0 0,6 3 0 16,0 0-4-16,-4-7-8 0,4 7-7 0,-4-5-5 15,4 5-4-15,0 0 2 0,-7-6-8 0,7 6 0 16,0 0-5-16,-4-3-5 0,4 3-10 0,0 0 0 15,-12-3-12-15,12 3-2 0,0 0-3 0,0 0-8 16,0 0-21-16,-9 7-57 0,9-7 25 0</inkml:trace>
  <inkml:trace contextRef="#ctx0" brushRef="#br0" timeOffset="-84750.97">27049 6248 22 0,'0'0'33'0,"0"0"-4"16,0 0-3-16,0 0-5 0,0 0 1 15,0 0-1-15,0 0-5 0,0 0 2 0,0 0-7 16,0 0-5-16,0 0 8 0,0 0-6 0,0 0-2 16,0 0 0-16,0 0-3 0,0 0-3 0,0 0-2 15,5 6-7-15,-5-6-1 0,0 0-6 0,0 9 1 16,0-9-1-16,-2 7-1 0,2-7-13 0,0 0-32 16,-3 12 15-16</inkml:trace>
  <inkml:trace contextRef="#ctx0" brushRef="#br0" timeOffset="-84028.7">27126 8655 53 0,'0'0'45'16,"0"0"-5"-16,0 0-2 0,0 0-14 0,0 0-8 16,0 0-7-16,0 0-20 0,0 0-25 0,0 0-39 15,-14-10 17-15</inkml:trace>
  <inkml:trace contextRef="#ctx0" brushRef="#br0" timeOffset="-83731.08">27083 8187 37 0,'0'0'47'16,"0"0"-11"-16,0 0-2 0,0 0-7 0,0 0-3 0,0 0 1 15,0 0-2-15,0 0-3 0,0 0-3 16,0 0-2-16,0 0-14 0,0 0-7 0,12 19-11 0,-12-19-31 16,0 0-51-16,0 0 24 0</inkml:trace>
  <inkml:trace contextRef="#ctx0" brushRef="#br0" timeOffset="-83236.61">27076 5593 19 0,'-2'-6'67'15,"2"6"-7"-15,0 0-6 0,0 0-10 0,0 0 0 16,0 0-9-16,0 0 0 0,0 0 4 0,0 0-12 16,0 0-6-16,0 0 1 0,0 0 3 0,0 0-13 15,0 0-4-15,-4 23-11 0,1-19 1 0,3-4-8 0,-4 13-6 16,2-9 2-16,0 2-12 0,0 2-3 16,-2-3-8-16,2 1-26 0,0 2-67 0,2-8 29 15</inkml:trace>
  <inkml:trace contextRef="#ctx0" brushRef="#br0" timeOffset="-80582.91">27191 5970 47 0,'0'0'49'16,"0"0"-8"-16,0 0-4 0,0 0 2 0,0 0-5 16,0 0-3-16,0 0-12 0,0 0-3 0,0 0-10 15,0 0-7-15,0 0-2 0,0 0-12 0,0 0-10 16,0 0-22-16,-16 18-48 0,12-13 21 0</inkml:trace>
  <inkml:trace contextRef="#ctx0" brushRef="#br0" timeOffset="-80124.98">27028 8188 2 0,'0'0'9'0,"0"0"5"0,0 0-4 0,0 0-12 0,0 0 0 16,0 0 4-16,0 0-8 0,4 4-6 0,-4-4 3 16</inkml:trace>
  <inkml:trace contextRef="#ctx0" brushRef="#br0" timeOffset="-79963.93">27038 8195 8 0,'0'0'8'0,"0"0"-1"15,0 0 1-15,0 0-6 0,0 0 7 0,0 0-4 16,0 0-2-16,0 0-6 0,0 0 1 0,0 0 4 16,0 0-2-16,0 0-2 0,0 0 1 0,0 0-1 15,0 0 2-15,0 0-2 0,0 0 0 0,0 0-5 16,0 0-7-16,0 0 4 0</inkml:trace>
  <inkml:trace contextRef="#ctx0" brushRef="#br0" timeOffset="-79235.02">27066 8210 30 0,'0'0'34'0,"0"0"-12"0,4 4-8 0,-4-4 2 16,0 0-12-16,0 0-16 0,0 0-6 0,0 0-20 0,0 0 9 15</inkml:trace>
  <inkml:trace contextRef="#ctx0" brushRef="#br0" timeOffset="-78736.19">27337 6207 1 0,'0'0'41'0,"0"0"-4"0,0 0 2 0,0 0-5 15,0 0-9-15,0 0-9 0,0 0 7 0,0 0-6 16,0 0-7-16,0 0-4 0,-5 6-11 16,5-6-9-16,0 0-25 0,0 0-42 0,-2 6 20 15</inkml:trace>
  <inkml:trace contextRef="#ctx0" brushRef="#br0" timeOffset="-71798.28">27155 8181 43 0,'0'0'71'0,"0"0"-2"16,0 0-12-16,0 0-1 0,0 0-6 0,0 0-4 15,0 0-8-15,-14 6-2 0,14-6-3 0,0 0 1 16,0 0-8-16,0 0-8 0,0 0-12 0,0 0-4 15,0 0-2-15,0 0-6 0,0 0-11 0,0 0-9 16,0 0-12-16,0 0-45 0,0 0-91 0,0 0 41 16</inkml:trace>
  <inkml:trace contextRef="#ctx0" brushRef="#br0" timeOffset="-67684.41">25918 4564 25 0,'0'0'51'0,"-6"-5"-9"0,6 5-3 0,0 0-2 16,0 0-9-16,0 0-5 0,0 0-15 0,0 0 0 15,0 0-7-15,0 0-16 0,0 0-27 0,0 0-44 16,-4 18 19-16</inkml:trace>
  <inkml:trace contextRef="#ctx0" brushRef="#br0" timeOffset="-66282.16">25958 4544 21 0,'0'0'38'0,"0"0"3"0,0 0-2 0,0 0-8 15,0 0-2-15,0 0-6 0,0 0-12 0,0 0 6 16,0 0-5-16,0 0-7 0,0 0-3 0,0 0-12 16,0 0-6-16,0 16-25 0,0-16-44 0,0 10 20 15</inkml:trace>
  <inkml:trace contextRef="#ctx0" brushRef="#br0" timeOffset="-65662.19">26111 6336 33 0,'0'0'26'0,"0"0"-12"0,0 0-12 16,0 0-15-16,0 0-14 0,0 0 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4T05:23:22.6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30125 7489 16 0,'-6'-2'50'0,"6"2"-3"0,0 0 3 0,0 0-11 0,0 0 3 15,0 0-14-15,-8-4 3 0,8 4-3 0,0 0 1 16,0 0 2-16,0 0-6 0,-9-4 3 16,9 4-4-16,0 0 2 0,0 0-3 0,0 0 5 0,-5-6 7 15,5 6-8-15,0 0 3 0,0 0 5 0,0 0-13 16,0 0 4-16,-6-5-7 0,6 5 5 0,0 0-4 15,0 0-1-15,-7-5 2 0,7 5 18 0,0 0-9 16,0 0-9-16,-5-3-3 0,5 3 1 0,0 0-3 16,0 0 10-16,0 0-6 0,0 0-2 0,0 0 2 15,0 0-3-15,0 0 3 0,0 0 5 0,0 0-8 16,0 0 2-16,0 0 1 0,0 0-12 0,0 0 4 16,0 0 2-16,18-5-3 0,-4 5 0 0,6-1-5 15,8 1 7-15,1 0-3 0,6 0-17 0,1 1 7 16,1 1 3-16,3-2-4 0,11 4 8 0,8-1-2 15,-4 1-7-15,0 2 4 0,4-3-1 0,1 2-12 16,0-2 12-16,0 1-5 0,-4 2 8 0,0-2-8 16,-4 0 4-16,-15-2 0 0,-3 0 6 0,-2 0-10 15,-5-1 8-15,-5 2-4 0,-3-1 1 0,-2-2 9 16,-4 1-2-16,-2-1-7 0,-4 0 7 0,1 2-2 16,-8-2 2-16,10 0 9 0,-10 0 11 0,9 0 11 15,-9 0 6-15,0 0 4 0,10 0 6 0,-10 0 16 16,0 0-12-16,0 0-3 0,8-5-8 0,-8 5-2 15,0 0-5-15,1-8-4 0,-1 8-6 0,0 0 0 16,0 0-4-16,3-8-3 0,-3 8 0 0,0 0-7 16,0 0 1-16,0 0-2 0,0 0-5 0,1-9-9 15,-1 9-26-15,0 0-36 0,0 0-46 0,0 0-56 16,0 0-128-16,0 0-313 0,0 0 139 0</inkml:trace>
  <inkml:trace contextRef="#ctx0" brushRef="#br0" timeOffset="13083.21">24790 9384 47 0,'0'0'101'0,"0"0"0"15,0 0-9-15,0 0-7 0,0 0-5 0,0 0-6 16,0 0-3-16,0 0-4 0,0 0-8 0,0 0-14 16,0 0 8-16,0 0-14 0,0 0 1 0,0 0-11 15,32-2-2-15,-19 3 4 0,7 0-15 0,3-1 5 16,6 0 2-16,-2 0-2 0,4 0-9 0,1 2 4 15,-3-2-15-15,-2-2-15 0,1 0-23 0,-9 2-20 16,-1 1-25-16,-6 0-79 0,-6 1-173 0,1-2 77 16</inkml:trace>
  <inkml:trace contextRef="#ctx0" brushRef="#br0" timeOffset="13514.41">24999 9358 87 0,'0'0'92'15,"-5"16"-2"-15,2-7-1 0,3 1-1 0,-3 7-4 0,-2 1-11 16,1 0-12-16,0 1-4 0,3 0-2 16,-7 6-1-16,4 1-4 0,0-7-9 0,1-2 3 15,0-1-3-15,1 1-11 0,0 0 0 0,1-2 2 16,-1-2-4-16,-1-1-6 0,2 1 6 0,-1-3-7 0,1 0-5 15,1 0 2-15,-1-4-5 0,-2 1 4 0,3-7-9 16,-2 12 4-16,-1-5-6 0,3-7 3 0,-2 9 6 16,2-9-3-16,-4 6-1 0,4-6 3 0,-7 5-8 15,2-3-5-15,5-2 6 0,-9 3-1 0,9-3-4 16,-12 1 6-16,12-1 1 0,-10 0-10 0,10 0 14 16,0 0-10-16,-16-2-4 0,16 2 6 0,-9 0-5 15,9 0 1-15,-8-2 3 0,8 2 2 0,0 0-7 16,0 0 3-16,-11-2-2 0,11 2 1 0,0 0 4 15,0 0-3-15,0 0-4 0,0 0 1 0,0 0 5 16,0 0-6-16,0 0 7 0,0 0-5 0,0 0 8 16,0 0-5-16,0 0-11 0,36 5 8 0,-23-4 5 15,-2 2 3-15,7-3-18 0,2 0-21 0,-3 2-19 16,4-1-12-16,-2 0-12 0,2-1-9 0,2 2-13 16,-2-2-78-16,0 0-188 0,-1-2 84 0</inkml:trace>
  <inkml:trace contextRef="#ctx0" brushRef="#br0" timeOffset="13800.51">25332 9694 73 0,'0'0'126'0,"-6"-10"-20"0,6 10 13 15,-6-5-17-15,6 5-14 0,0 0 2 0,-13-2-4 16,13 2-12-16,0 0-6 0,-12 1-7 0,12-1-4 16,-11 3-12-16,11-3 4 0,-7 7-7 0,3-2-4 15,2 1-4-15,2-6-1 0,-3 13-6 0,3-6 1 16,0-7-11-16,6 18 7 0,-2-9-3 0,0 1-3 15,1-2-1-15,1 2 2 0,-2 0-5 0,4-2-10 16,-2 3 5-16,1-5 3 0,-1 4-6 0,-3-4 0 16,-1 1-2-16,3 0 2 0,-5-2-4 0,0-5 9 15,4 10-7-15,-4-10 6 0,0 9 1 0,0-9-5 16,-4 8 4-16,4-8-10 0,-8 7 3 0,2-4 3 16,0-1 1-16,-1 1 1 0,7-3-5 0,-10 6-3 15,6-4-22-15,4-2-23 0,-11 3-20 0,11-3-27 16,-8 3-27-16,8-3-92 0,0 0-227 0,-10-1 101 15</inkml:trace>
  <inkml:trace contextRef="#ctx0" brushRef="#br0" timeOffset="14055.83">25587 9764 95 0,'0'0'99'0,"7"-2"-3"0,-7 2-14 0,0 0-4 15,0 0-20-15,9 3 4 0,-9-3-16 16,7 7-9-16,-7-7-8 0,3 5-8 0,-3-5 3 16,1 8-7-16,-1-8-4 0,0 7-4 0,0-7 5 15,0 0-4-15,-2 11 1 0,2-11 0 0,0 0 1 0,-2 8-1 16,2-8 1-16,-5 7 1 0,5-7 5 0,0 0-5 16,-2 8 0-16,2-8-3 0,0 0 4 0,-5 7-5 15,5-7 2-15,0 0 1 0,0 0-16 0,5 9-9 16,-5-9-20-16,11 2-41 0,-1-1-66 0,2-2-150 15,11-1 66-15</inkml:trace>
  <inkml:trace contextRef="#ctx0" brushRef="#br0" timeOffset="14516.62">26092 9600 102 0,'5'-3'152'0,"2"-1"-12"0,4 1-19 16,2-1-8-16,1 1-18 0,9 1-3 0,-4-1-15 16,4 3-1-16,-4 0-14 0,-2 0 0 0,1 2-8 15,-7-1-11-15,0 0 1 0,-3 0-12 0,5 1 0 16,-7 0-4-16,2-1-2 0,-8-1-3 0,9 4-3 16,-9-4 0-16,8 4-7 0,-8-4-2 0,4 8 0 15,-4-8 9-15,1 9-6 0,-1-3 10 0,0-6-8 16,-1 16-2-16,-3-6 19 0,2 2 1 0,-2 2-2 15,1 2 0-15,-1 1 2 0,-3-1-7 0,2 1 2 16,-1-1 0-16,1 0-2 0,-3 0-2 0,3 2 1 0,-2-2-8 16,0-2 3-16,5-2-2 0,-6-1-5 0,3 0-2 15,-2-1 1-15,2-2 0 0,3-1-3 16,-2-2 3-16,4-5-1 0,-4 10-3 0,4-10 1 0,-1 8 1 16,1-8 0-16,-8 3-4 0,2 0-1 0,6-3 5 15,0 0-4-15,-13-3-5 0,13 3 11 0,-11-5-10 16,4-1 0-16,5 2-5 0,-3-2 1 15,1 1-2-15,4 5 6 0,-4-9 2 0,4 9-4 0,-7-6 1 16,7 6-4-16,-4-6 2 0,4 6-6 0,0 0 3 16,-3-7-4-16,3 7 8 0,0 0-9 0,0 0 2 15,0 0-15-15,0 0-15 0,23 3-14 0,-10-1-13 16,5 2-17-16,2-2-21 0,-2 3-15 0,2 0-21 16,-1 0-109-16,-2-1-266 0,-3-2 118 0</inkml:trace>
  <inkml:trace contextRef="#ctx0" brushRef="#br0" timeOffset="14805.82">26450 9897 104 0,'6'-1'135'16,"-6"1"-19"-16,9-4 9 0,-9 4-9 0,14 0-6 16,-7 0 0-16,-7 0-10 0,16 0-8 0,-9 2-13 15,-1 0-5-15,1-1-3 0,-1 2-2 0,-6-3-10 16,10 7-2-16,-6-1-2 0,-2-2-1 0,-2-4-1 0,2 12 1 15,-2-12-4-15,-6 16-4 0,2-7 1 16,-4 1 3-16,1-3-4 0,-1 1-1 0,-1 3-3 16,-1-5-2-16,2 2-1 0,-1-2-4 0,-1 2-6 0,2 0-3 15,3-3-3-15,-1 1-1 0,2-2 1 0,4-4-7 16,-10 8 0-16,8-6 0 0,2-2 1 16,-5 10-2-16,5-10-3 0,-4 7-2 0,4-7 0 15,-2 7 3-15,2-7-14 0,6 8-17 0,-1-5-40 0,7-2-42 16,0-1-37-16,9 2-47 0,-1-5-121 0,2 2-328 15,10-2 146-15</inkml:trace>
  <inkml:trace contextRef="#ctx0" brushRef="#br0" timeOffset="15161.22">26773 9886 57 0,'0'0'177'16,"10"-8"-26"-16,-10 8-12 0,15 0-12 0,-3 0-11 15,1 0-8-15,2 3-16 0,3-1-4 0,5 3-17 16,-5-2-11-16,0 2-15 0,4-2-15 0,-6 2-27 16,-2-2-31-16,-3-1-15 0,0 0-10 0,-2 1-3 15,-2-2-10-15,-1 1-8 0,-6-2 0 0,0 0 0 16,11 0 1-16,-11 0 13 0,0 0 8 0,0 0 15 16,0 0 13-16,-9-20 9 0,5 15 16 0,-2-1 21 15,-1-2 14-15,0 4-6 0,2-1 6 0,-1 0 10 16,1 2 18-16,5 3 6 0,-8-6 3 0,8 6-3 15,-6-5 7-15,6 5-10 0,-6-4-7 0,6 4-9 16,0 0 2-16,0 0 8 0,0 0 8 0,-9 10 17 16,9-10-5-16,-6 15 7 0,1-5-4 0,0 3-6 15,1 0-8-15,-1 4-8 0,1-2-3 0,0 0-2 16,-1 0-11-16,1-1-5 0,-1-1-1 0,2 1-4 0,-3 2-22 16,4-5-35-16,-1 1-41 0,1-1-49 15,2 0-46-15,-2 0-162 0,4-4-345 0,0-2 152 16</inkml:trace>
  <inkml:trace contextRef="#ctx0" brushRef="#br0" timeOffset="15896.59">27177 9762 1647 0,'12'-6'25'0,"-3"-4"-12"0,3 5-20 0,0-1 4 16,-1 2 14-16,4 1-10 0,-2 1-1 0,3 0-2 15,1 0 4-15,1 0-5 0,2 1 1 0,-1 2 2 16,-1 1-2-16,-1-2-2 0,-3 1-1 0,-1-1 2 16,-2 1 4-16,-3 1 5 0,0-2-8 0,-8 0 2 0,11 0-1 15,-11 0 7-15,10 2 4 0,-10-2 13 16,0 0 0-16,9 0 3 0,-9 0-1 0,0 0 0 16,0 0-1-16,0 0 1 0,0 0 2 0,6-6-1 15,-6 6-4-15,0 0-5 0,0 0-9 0,0 0 3 0,0 0 2 16,0 0-5-16,0 0-1 0,0 0-3 0,0 14 15 15,0-4-5-15,-2 0 3 0,2 1 0 16,-2 6-4-16,0-1 5 0,-1 1 0 0,-1-1-2 16,4 1-3-16,0 0 5 0,-2-4 0 0,2 1-3 0,0 3 0 15,2-2-10-15,-4 1 12 0,2 0-4 0,2 0 2 16,-2-3-3-16,0-1-2 0,2-2 1 16,-4-1-2-16,2-1 0 0,0-8-3 0,0 11-10 0,0-11-9 15,0 9-7-15,0-9 0 0,-2 8-5 0,2-8-3 16,-7 4-6-16,7-4-5 0,0 0-1 0,-14-2 1 15,14 2 2-15,-11-5-3 0,2 4 10 0,4-3 1 16,5 4 1-16,-12-5 7 0,7 1 17 0,5 4 1 16,-8-5 1-16,8 5 7 0,-6-6-5 0,6 6 3 15,-5-3-1-15,5 3-1 0,0 0 1 0,0 0 1 16,0 0-3-16,0 0 1 0,0 0 4 16,0 0-6-16,0 0-1 0,0 0-1 0,26-5-2 0,-13 5-4 15,7 0-19-15,-1 0-8 0,0 1-4 0,4-1-20 16,4 1-13-16,-7-1-3 0,0 2-14 0,0-4 8 15,-2 1 6-15,0-3 1 0,-5 1 8 0,0 1 4 16,-1-1 11-16,-3-3 14 0,1 2 11 0,0-2 18 16,-3 2 7-16,0-1 18 0,-4 0 15 0,3 0 8 15,-2 2 7-15,-4 3 7 0,7-10 5 0,-5 6-4 16,-2 4-4-16,4-6 5 0,-4 6-3 0,3-4-6 16,-3 4-5-16,0 0-6 0,0 0-6 0,0 0 1 0,0 0 4 15,0 0 0-15,0 0 1 0,11 14 6 16,-11-8-2-16,0 3 4 0,0 3 2 0,-1-2-5 15,-2 1 1-15,1 1 3 0,2-2 1 0,-2 2-3 16,-1-2-9-16,3 1-4 0,0-1 2 0,0 0-2 16,0-2-3-16,3-1 2 0,-1-1 2 0,1 0-9 15,5 2 0-15,3 0-3 0,5-2 2 0,11 0-9 16,1 1-28-16,5-4-25 0,20 1-28 0,-14-5-34 0,14 3-46 16,-1-4-41-16,-16-1-112 0,3-2-327 0,-2 0 146 15</inkml:trace>
  <inkml:trace contextRef="#ctx0" brushRef="#br0" timeOffset="17190.2">25021 10307 76 0,'0'0'164'0,"-5"-7"-7"16,5 7-16-16,0 0-8 0,-1-10-13 0,1 10-8 15,14-9-21-15,-4 5-4 0,2 1-13 0,7-2-10 16,0 1-2-16,-1 1-14 0,0 0-18 0,-5 3-17 16,3 1-21-16,-5 0-14 0,3 0-17 0,-3-1-14 0,-2 2-6 15,-3-2-3-15,-6 0 0 0,14 1-3 16,-14-1 5-16,7 0 7 0,-7 0 8 0,0 0 6 16,0 0 4-16,0 0-1 0,0 0 20 0,0 0 8 15,0 0 1-15,0 0 5 0,0 0 0 0,0 0 15 0,0 0 3 16,-26-6 0-16,26 6-2 0,0 0 0 0,0 0-7 15,0 0 8-15,0 0 2 0,-10 6 7 0,10-6 2 16,0 11 38-16,-3-2-21 0,2 0 12 16,2 4-9-16,-2 2-9 0,0 2 12 0,1 2-5 0,0 0-4 15,-2 0 0-15,2 2-4 0,-1-1-2 0,0-2-3 16,1 2-1-16,-5 5-13 0,5-7 10 16,0 1-6-16,-4-2-2 0,2 0-1 0,-1-2 1 15,-1-4 0-15,0 2-5 0,2-3-1 0,-1-1 0 0,-3 3-4 16,1-7-1-16,2 0 1 0,-5 0 1 0,3-1-10 15,-2-2 3-15,7-2-2 0,-16 3 1 0,16-3-5 16,-13-1 4-16,3-1-1 0,10 2-15 0,-11-3 14 16,7-1 4-16,4 4-6 0,-10-5 2 0,10 5 7 15,-8-4-6-15,8 4 1 0,0 0-5 0,0 0-1 16,-6-3 7-16,6 3-5 0,0 0-2 0,0 0 7 16,0 0 1-16,0 0-8 0,0 0 6 0,33 10 1 15,-21-7-1-15,1 1-2 0,0 0 3 0,5-1-10 16,1 1-20-16,1 0-21 0,0-2-15 0,0 2-22 15,0-1-22-15,0-2-104 0,-2 0-229 0,2-1 102 16</inkml:trace>
  <inkml:trace contextRef="#ctx0" brushRef="#br0" timeOffset="17462.64">25444 10607 8 0,'0'0'113'0,"11"0"-2"0,-11 0-7 15,13 0-17-15,-13 0 1 0,12 1-5 0,-3 1-8 0,-3 1-15 16,1 1-2-16,-5 1 1 0,2-1-1 0,1 2-3 16,-2-1-5-16,-1 3 3 0,-2 1 10 0,0 1 11 15,-5 1-9-15,-4 3-1 0,3-4-3 16,-1 2-1-16,-7 4 7 0,3-1-4 0,-7-2-4 0,7-1-6 16,0-1-6-16,3-1-3 0,0-1-6 0,1-2-3 15,3-1-2-15,2 0-6 0,-4-1 1 0,6-5 1 16,-2 11-5-16,2-11-4 0,4 9-1 0,2-5 2 15,2 1-11-15,5-3-21 0,6-1-34 0,4 1-40 16,6-2-23-16,1 2-40 0,-1-5-131 0,6 0-301 16,-5-5 134-16</inkml:trace>
  <inkml:trace contextRef="#ctx0" brushRef="#br0" timeOffset="17605.32">25967 10699 9 0,'0'0'74'0,"9"0"-14"16,-2 1-16-16,-7-1-29 0,11 4-20 0,-7 1-29 0,0 0-35 15,-1 1 16-15</inkml:trace>
  <inkml:trace contextRef="#ctx0" brushRef="#br0" timeOffset="17721.95">26000 10817 52 0,'0'0'83'15,"0"0"-5"-15,0 0-4 0,7 9-13 0,-7-9 2 16,12 2-13-16,-1 0-25 0,3-2-24 16,5 0-39-16,10 0-38 0,-1-4-80 0,7 0 36 0</inkml:trace>
  <inkml:trace contextRef="#ctx0" brushRef="#br0" timeOffset="18200.79">26517 10539 152 0,'0'0'163'0,"0"0"-16"0,0 0-10 0,0 0-11 15,0 0-15-15,0 0-10 0,16-6-14 0,-5 6-5 16,4 2-9-16,2-1-20 0,1 3-20 0,0-2-20 16,0-1-27-16,-5 2-28 0,1-2-20 0,-5 3 4 15,-3-3-18-15,1 1-6 0,-1-1-1 0,-6-1 4 16,8 4 7-16,-8-4 12 0,0 0 7 0,0 0 10 15,0 0 15-15,0 0 18 0,0 0 0 0,-19 6 13 16,19-6 9-16,-8 2 1 0,8-2 3 0,-7 2-1 16,7-2 2-16,-7 2 7 0,7-2 10 0,-5 7 7 15,5-7 14-15,-8 9-7 0,5-3-3 0,-1 4 12 16,2-1 2-16,-2 1 0 0,3 1 6 0,-4 5 4 16,5-3-9-16,-4-2 7 0,4 1-13 0,-2 2-7 0,-1-3-1 15,3 1-7-15,0 1-1 0,0-1-10 16,-2-1-1-16,2 0 0 0,0 0-1 0,-2-1-7 15,-2-3-2-15,2 3 1 0,-1-1-7 0,-1-3 0 16,-3 2-14-16,0-1-10 0,-2 1-4 0,-2-2-6 0,2 0-21 16,0-1 2-16,0-3-5 0,0 2 1 0,0-1 4 15,5-2 2-15,4-1 7 0,-12 3-4 0,12-3 9 16,-7 2-5-16,7-2 19 0,0 0-9 16,0 0 9-16,0 0-1 0,0 0 9 0,0 0 4 0,0 0-7 15,0 0 3-15,0 0 3 0,0 0-7 0,30-6 3 16,-16 4-7-16,3 0 12 0,4-1-3 0,-1 3-11 15,0-2-8-15,9-1-29 0,-2 3-12 0,-4-2-92 16,-2 2-168-16,0-2 74 0</inkml:trace>
  <inkml:trace contextRef="#ctx0" brushRef="#br0" timeOffset="18482.27">26944 10765 73 0,'0'0'129'16,"0"0"-8"-16,-6-3-5 0,6 3-4 0,0 0-5 15,-15 1-6-15,15-1-2 0,-12 6-9 0,7 0-5 16,-4 0-8-16,2 3-9 0,0-2-3 0,3 1-10 16,0 1-2-16,-2 1-5 0,6 1-10 0,-2 0 2 15,4-2-3-15,-2 3-7 0,6-4-3 0,-2 2-2 16,0 0 6-16,3-2-7 0,0-1-7 0,-2 2-5 16,1-1 1-16,-3 1 0 0,1-2-3 0,0-4 2 15,-2 4-2-15,-2-7 3 0,3 11-6 0,-4-6 5 16,1-5 5-16,-8 10 5 0,4-5-3 0,-5 1 0 15,-3-2-1-15,-1 1 0 0,-1-3-4 0,-3 4 2 16,0-3-7-16,0 0 6 0,-1-1-17 0,5 2-19 16,1-2-21-16,1 0-20 0,6 0-32 0,5-2-25 15,-11 2-148-15,11-2-288 0,0 0 128 0</inkml:trace>
  <inkml:trace contextRef="#ctx0" brushRef="#br0" timeOffset="18638.37">27169 10875 134 0,'16'-3'142'0,"-4"2"-20"0,3-2-15 0,2 2-14 0,2-2-26 16,0 1-32-16,1 0-40 0,-1 0-57 0,-1-2-44 16,0 3-115-16,-1-2 52 0</inkml:trace>
  <inkml:trace contextRef="#ctx0" brushRef="#br0" timeOffset="19140.28">27501 10662 83 0,'2'-8'173'0,"-2"8"-15"0,9-8-14 0,1 4-18 15,3-2-14-15,1 2-10 0,3 1-9 0,3 0-15 16,-2 0-22-16,1 2-19 0,-6-1-20 0,5 0-26 15,-7 1-13-15,2 1-3 0,-8-2-6 0,-5 2-3 16,13-1-1-16,-6-1 0 0,-7 2-3 0,5-4 6 16,-5 4 5-16,0 0 1 0,0 0 10 0,0 0-1 15,0 0 11-15,0 0 5 0,0 0 1 0,-16-12 5 16,16 12 12-16,0 0-11 0,0 0 2 0,0 0 9 16,-5-2 0-16,5 2-6 0,0 0 3 0,0 0 15 15,0 0 20-15,0 0 9 0,-8 14 1 0,7-4-1 0,-2 1 11 16,-3-1-3-16,4 2 2 0,-4 4 6 15,1 2-2-15,0-2-6 0,-1 0-7 0,1-1-4 16,0 2-2-16,1 2-6 0,0-5-4 0,0 1-2 16,1 2-6-16,1-1-3 0,0 0-5 0,0 0-2 0,-1-4 2 15,1-1-4-15,-1-1 0 0,1 0-3 0,-2-1-5 16,1-3-8-16,-1 3-13 0,-2-1 0 0,1-2-5 16,0-1-6-16,0-2 2 0,5-3 1 15,-10 7-1-15,3-6 0 0,7-1-3 0,0 0 2 0,0 0 0 16,-12-5 3-16,12 5 0 0,0 0 0 0,-4-8 1 15,4 8 1-15,0 0-1 0,0 0 9 0,0 0 0 16,10-13 1-16,-10 13-1 0,13-4 3 0,-7 4 0 16,3-3 0-16,5 3 3 0,-1-2-7 0,1 2 4 15,4 0-10-15,-4-1-4 0,5 4-30 0,0-5-28 16,1 1-21-16,-5 1-21 0,1 1-10 0,-3-2-14 16,0 1-75-16,0-1-231 0,-3-1 102 0</inkml:trace>
  <inkml:trace contextRef="#ctx0" brushRef="#br0" timeOffset="19358.8">27890 10872 67 0,'4'-3'114'0,"-4"3"-8"0,0 0-2 16,5-4-8-16,-5 4-5 0,0 0 0 0,0 0 7 15,0 0 2-15,0 0 8 0,8 11 7 0,-8-11-5 16,1 12 4-16,-2-3-2 0,-3 1 0 0,2 1-9 0,0 0-3 16,-2 1-3-16,-1 0 1 0,0-1-8 0,4-2-6 15,0 2-8-15,-1-3-1 0,1 1-8 0,2 1-2 16,1-1-2-16,0-2-5 0,3 2-4 15,3-1-6-15,1-1-2 0,3-2-3 0,4 2-6 0,4-1-3 16,11 0-9-16,-3-3-19 0,0-1-32 0,-1 0-38 16,4-1-51-16,-2-1-52 0,1-2-70 0,-10-1-130 15,1 0-397-15,-1-4 176 0</inkml:trace>
  <inkml:trace contextRef="#ctx0" brushRef="#br0" timeOffset="31214.81">26962 6229 14 0,'0'0'64'0,"-3"-10"-5"0,3 10-11 0,0 0-3 0,-2-8 0 16,2 8-9-16,0 0-7 0,0 0 0 0,0 0-8 15,0 0-12-15,0 0-10 0,0 0-4 0,0 0-7 16,0 0-7-16,0 0-8 0,0 0-30 0,-11 14-60 16,7-7 28-16</inkml:trace>
  <inkml:trace contextRef="#ctx0" brushRef="#br0" timeOffset="31940.2">26746 8512 8 0,'0'0'29'0,"0"0"-2"0,0 0-3 16,0 0-8-16,0 0-2 0,0 0-12 0,0 0-7 15,0 0-15-15,0 0-21 0,0 0 10 0</inkml:trace>
  <inkml:trace contextRef="#ctx0" brushRef="#br0" timeOffset="38209.92">29669 8185 72 0,'0'0'58'0,"0"0"-5"16,0 0-6-16,6 5-10 0,-6-5 4 0,0 0-8 15,0 0-8-15,0 0 3 0,7 1-6 16,-7-1 2-16,0 0 6 0,0 0-18 0,6 2 0 0,-6-2-2 16,0 0 4-16,0 0 0 0,0 0 5 0,0 0-4 15,0 0 8-15,0 0-9 0,0 0 4 0,0 0 2 16,0 0 5-16,0 0-9 0,0 0 11 0,0 0-7 15,0 0 5-15,0 0 0 0,0 0-2 0,0 0 0 16,0 0 0-16,0 0 7 0,0 0-8 0,0 0-3 16,0 0 5-16,0 0-7 0,0 0 5 0,0 0-5 15,0 0 0-15,0 0 10 0,0 0-4 0,0 0-13 16,0 0 12-16,0 0-8 0,0 0-4 0,0 0 5 16,0 0-2-16,0 0-1 0,0 0 8 0,0 0-6 15,0 0-1-15,0 0 0 0,0 0-5 0,0 0 9 16,0 0-6-16,0 0 3 0,0 0-4 0,0 0 3 15,0 0-5-15,0 0-1 0,0 0 6 0,0 0-7 16,0 0 3-16,0 0-2 0,0 0-1 0,11-6-3 16,-11 6 5-16,0 0-6 0,0 0 2 0,0 0-9 15,7-4 7-15,-7 4-9 0,0 0 12 0,0 0-12 16,0 0 11-16,0 0-4 0,0 0 0 0,0 0 8 16,0 0-2-16,9 0-10 0,-9 0 10 0,0 0-1 15,0 0-5-15,0 0 0 0,0 0 1 0,0 0-3 16,0 0 7-16,0 0-14 0,0 0-7 0,0 0-10 15,0 0-12-15,0 0-14 0,0 0-12 0,0 0-3 16,0 0-13-16,0 0-15 0,0 0-62 0,0 0-169 16,0 0 75-16</inkml:trace>
  <inkml:trace contextRef="#ctx0" brushRef="#br0" timeOffset="39789.97">28550 6410 8 0,'0'0'14'15,"0"0"-4"-15,0 0-2 0,0 0 2 0,0 0 0 16,0 0-3-16,0 0-1 0,0 0 0 0,0 0-1 16,0 0 1-16,0 0 2 0,0 0 1 0,0 0 4 15,0 0-10-15,0 0 0 0,0 0 2 0,0 0-1 16,0 0-4-16,0 0 6 0,0 0-1 0,0 0 1 15,0 0-1-15,0 0-2 0,0 0 3 0,0 0-2 16,0 0 0-16,0 0 2 0,0 0 4 0,0 0-3 16,0 0 1-16,0 0 2 0,0 0 0 0,0 0 1 15,0 0-3-15,0 0-5 0,0 0-1 0,0 0 3 16,0 0-5-16,0 0 5 0,0 0-1 0,0 0-1 16,0 0 3-16,0 0-4 0,0 0-1 0,0 0-9 15,0 0-2-15,0 0-9 0,0 0-21 0,0 0-43 16,0 0 19-16</inkml:trace>
  <inkml:trace contextRef="#ctx0" brushRef="#br0" timeOffset="43058.5">15363 7787 92 0,'0'0'98'0,"0"0"4"0,0 0 8 0,-4-6-16 15,4 6-2-15,0 0-16 0,0 0-7 0,0 0 0 16,0 0-5-16,-2-7-8 0,2 7-6 0,0 0-5 16,0 0-10-16,0 0-5 0,0 0 0 0,0 0-5 15,0 0-8-15,0 0 0 0,0 0-4 0,0 0-3 16,0 0 7-16,0 0-3 0,0 0-1 0,0 0 4 16,0 0-13-16,0 0 6 0,1 23 3 0,-1-23 3 15,3 8-10-15,-3-8 7 0,1 8-3 0,-1-8-6 16,3 8 2-16,-3-8-7 0,1 6 5 0,-1-6-1 15,0 0 2-15,2 8-3 0,-2-8-2 0,0 0 1 16,3 7 7-16,-3-7-7 0,0 0 12 0,4 4-1 0,-4-4-7 16,0 0 11-16,0 0 10 0,9 4 0 15,-9-4 0-15,0 0 3 0,9-3 5 0,-9 3-1 16,13-4 1-16,-1-1-10 0,5-1 1 0,2-3 1 16,8-4-1-16,2-2-2 0,3-5-4 0,13-6-3 15,2-1-1-15,-1 0 5 0,0-1-3 0,0 1-1 16,0 2-2-16,-13 7-1 0,1 2-2 0,9-6 0 15,-11 5 5-15,0 2-7 0,-2 2-1 0,-5 0 3 16,3 2-5-16,-9 3 2 0,-2-1 2 0,-4 3 1 0,-3 2 0 16,0 1-2-16,0-3 8 0,-2 2 8 0,-3 2-4 15,0-1 6-15,-5 3 2 0,8-3-2 0,-8 3 0 16,8-3 2-16,-8 3-2 0,0 0-2 16,6-2 3-16,-6 2-1 0,0 0-4 0,0 0-3 0,0 0-2 15,0 0-1-15,5-4-2 0,-5 4 2 0,0 0-6 16,0 0 3-16,0 0-5 0,0 0 1 0,0 0 0 15,0 0-2-15,0 0-5 0,0 0 6 16,0 0-4-16,0 0-2 0,0 0 0 0,0 0 0 0,0 0 2 16,0 0 0-16,0 0-7 0,0 0 5 0,0 0-1 15,0 0 1-15,0 0 0 0,0 0 0 0,0 0 0 16,0 0-3-16,0 0 1 0,0 0 1 0,0 0 0 16,0 0 0-16,0 0-7 0,0 0 8 0,0 0 0 15,0 0 0-15,0 0 0 0,0 0-1 0,0 0 1 16,0 0 0-16,0 0-3 0,0 0 5 0,0 0-5 15,0 0 0-15,0 0 4 0,0 0-3 0,0 0 0 16,0 0-3-16,0 0 4 0,0 0-4 0,0 0 2 16,0 0 1-16,0 0 0 0,0 0-1 0,0 0 1 15,0 0-2-15,0 0 0 0,0 0 2 0,0 0-1 16,0 0 3-16,0 0-3 0,0 0 0 0,0 0-1 16,0 0 3-16,0 0-2 0,0 0-2 0,0 0 1 15,0 0-1-15,0 0 2 0,0 0-1 0,0 0 1 16,0 0-2-16,0 0-2 0,0 0 4 0,0 0 0 15,0 0-2-15,0 0-2 0,0 0 7 0,0 0-3 16,0 0 2-16,0 0-1 0,0 0-1 0,0 0-1 16,0 0-2-16,0 0 4 0,0 0 0 0,0 0-2 15,0 0 2-15,0 0-2 0,0 0 1 0,0 0-2 16,0 0 4-16,0 0-4 0,0 0 7 0,0 0-4 16,0 0-2-16,0 0 1 0,0 0 0 0,0 0 1 15,0 0 1-15,0 0-2 0,0 0-3 0,0 0 6 16,0 0 2-16,0 0-6 0,0 0-2 0,0 0 3 15,0 0-1-15,0 0 0 0,0 0 2 0,0 0-1 16,0 0 0-16,0 0-1 0,0 0 1 0,0 0-2 16,0 0 2-16,0 0-3 0,0 0 2 0,0 0-4 0,0 0 3 15,0 0 1-15,0 0 0 0,0 0 0 16,0 0 0-16,0 0-1 0,0 0 5 0,0 0-6 16,0 0 3-16,0 0 3 0,0 0-2 0,0 0-1 15,0 0-3-15,0 0 2 0,0 0 0 0,0 0-4 0,0 0 8 16,0 0-4-16,0 0 1 0,0 0 0 0,0 0 0 15,0 0 0-15,0 0-1 0,0 0 2 0,0 0-1 16,0 0 0-16,0 0 0 0,0 0 2 16,0 0 0-16,0 0-2 0,0 0 0 0,0 0-2 0,0 0 5 15,0 0-1-15,0 0-4 0,0 0 3 0,0 0 0 16,0 0-2-16,0 0 2 0,0 0-1 0,0 0-2 16,0 0-2-16,0 0 6 0,0 0-2 0,0 0-2 15,0 0 4-15,0 0 0 0,0 0-2 0,0 0-3 16,0 0 2-16,0 0-1 0,0 0 2 0,0 0 1 15,0 0-2-15,0 0 0 0,0 0 1 0,0 0-4 16,0 0-4-16,0 0 11 0,0 0-3 0,0 0 1 16,0 0-3-16,0 0 4 0,0 0-5 0,0 0 3 15,0 0 2-15,0 0-3 0,0 0 0 0,0 0 1 16,0 0-1-16,0 0-1 0,0 0 5 0,0 0-3 16,0 0 0-16,0 0 2 0,0 0-1 0,0 0 3 15,0 0-2-15,0 0-2 0,0 0 2 0,0 0-2 16,0 0-1-16,0 0 0 0,0 0 3 0,0 0 1 15,0 0-4-15,0 0 1 0,0 0-2 0,0 0 2 16,0 0 2-16,0 0-1 0,0 0-1 0,0 0 2 16,0 0 1-16,0 0-2 0,0 0-2 0,0 0 2 15,0 0 2-15,0 0-1 0,0 0 1 0,0 0 0 16,0 0 6-16,0 0-10 0,0 0 1 0,0 0 1 16,0 0-1-16,0 0 0 0,0 0 2 0,0 0-4 15,0 0 4-15,0 0-1 0,0 0-2 0,0 0 2 16,0 0-4-16,0 0 3 0,0 0 3 0,0 0-3 15,0 0 1-15,0 0-1 0,0 0-2 0,0 0 0 16,0 0 4-16,0 0-2 0,0 0 2 0,0 0-3 16,0 0 3-16,0 0-3 0,0 0 2 0,0 0 2 0,0 0 0 15,0 0-4-15,0 0 3 0,0 0-1 16,0 0 0-16,0 0 0 0,0 0-1 0,0 0 0 0,0 0-1 16,0 0 2-16,0 0-4 0,0 0 5 15,0 0-2-15,0 0 2 0,0 0-2 0,-14 13 2 16,14-13-2-16,0 0 0 0,0 0-3 0,0 0-1 0,0 0 8 15,0 0-1-15,0 0-4 0,0 0-1 0,0 0-1 16,0 0 8-16,0 0-2 0,0 0-4 16,0 0-1-16,0 0 1 0,0 0 0 0,0 0 2 15,0 0-1-15,0 0 0 0,0 0 0 0,0 0 0 0,0 0 0 16,0 0 1-16,0 0-2 0,0 0 3 16,0 0-4-16,0 0 2 0,0 0 0 0,0 0-2 0,0 0 3 15,0 0 0-15,0 0-1 0,0 0 0 16,0 0-4-16,0 0 4 0,0 0-1 0,0 0 1 0,0 0-3 15,0 0 3-15,0 0 2 0,0 0-1 0,0 0-4 16,0 0 2-16,0 0 2 0,0 0 1 0,0 0-3 16,0 0 4-16,0 0 0 0,0 0-3 15,0 0 0-15,0 0-1 0,0 0 1 0,0 0 0 0,0 0 1 16,0 0 0-16,0 0-1 0,-7 2 3 0,7-2-5 16,0 0 5-16,0 0-4 0,0 0 1 0,0 0 0 15,0 0 0-15,0 0-1 0,0 0 1 0,0 0 3 16,0 0 1-16,0 0-3 0,0 0-1 0,0 0 0 15,0 0 2-15,0 0 1 0,0 0-5 0,0 0 2 16,0 0 3-16,0 0-3 0,0 0 1 0,0 0 0 16,0 0-2-16,0 0 0 0,0 0 4 0,0 0-2 15,0 0-1-15,0 0-2 0,0 0 5 0,0 0-4 16,0 0 4-16,0 0-3 0,0 0 1 0,0 0-2 16,0 0-4-16,0 0-9 0,0 0-17 0,0 0-16 15,0 0-27-15,0 0-16 0,0 0-16 0,0 0-15 16,0 0-17-16,-8 6-14 0,3-3-25 0,-2 1-96 15,0-1-295-15,7-3 130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6T10:36:32.8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26088 5852 5 0,'0'0'37'0,"0"0"-2"16,7-3-4-16,-7 3-7 0,0 0 0 0,0 0-4 15,0 0 1-15,0 0-2 0,0 0-2 0,2-7 0 16,-2 7-4-16,0 0 2 0,0 0-6 0,0 0 5 15,0 0-5-15,0 0-5 0,0 0 5 0,0 0-9 16,0 0 9-16,0 0 5 0,0 0-3 0,0 0 3 16,0 0 3-16,0 0 0 0,0 0-3 0,0 0 2 15,0 0-3-15,0 0 3 0,0 0-2 0,0 0-6 16,0 0 7-16,0 0 3 0,0 0-3 0,5-7-1 16,-5 7 2-16,0 0-13 0,0 0 5 0,0 0 1 15,0 0-1-15,0 0 4 0,0 0-3 0,0 0-4 16,0 0 4-16,0 0-8 0,0 0 1 0,4-4 6 15,-4 4 1-15,0 0 5 0,0 0-10 0,0 0 1 16,0 0-6-16,0 0 4 0,0 0 3 0,0 0-3 16,0 0 3-16,0 0-8 0,0 0 3 0,0 0-7 15,0 0 7-15,0 0 2 0,0 0 2 0,0 0-9 16,0 0 4-16,3-7 2 0,-3 7-2 0,0 0 0 16,0 0-1-16,0 0 2 0,0 0 2 0,0 0 0 15,0 0-1-15,0 0 4 0,0 0-4 0,0 0-1 0,0 0 4 16,0 0-4-16,0 0 1 0,0 0 0 15,0 0 4-15,0 0-8 0,0 0 2 0,0 0-3 16,0 0 5-16,0 0-1 0,0 0-1 0,0 0 1 16,0 0 6-16,0 0-3 0,0 0-5 0,0 0 4 15,0 0-7-15,0 0-7 0,0 0 14 0,0 0 3 16,0 0-6-16,0 0-3 0,0 0 4 0,0 0-4 16,0 0 2-16,0 0 1 0,0 0 0 0,0 0 0 15,0 0-5-15,0 0 2 0,0 0 6 0,0 0 2 16,0 0-5-16,0 0-2 0,0 0 1 0,0 0-4 15,0 0-3-15,0 0 4 0,0 0-4 0,0 0-3 16,0 0-2-16,0 0-19 0,0 0 18 0,0 0 0 16,0 0-7-16,0 0-3 0,0 0 4 0,0 0-8 15,0 0 9-15,0 0-10 0,0 0-11 0,0 0-32 16,0 0-77-16,0 0 35 0</inkml:trace>
  <inkml:trace contextRef="#ctx0" brushRef="#br0" timeOffset="2637.85">25295 5283 5 0,'0'0'37'0,"0"0"-8"0,0 0 2 16,0 0-4-16,0 0-2 0,0 0-6 0,-7-14-4 15,7 14-7-15,0 0-8 0,0 0-5 0,0 0-3 16,0 0-9-16,0 0-11 0,0 0-30 0,0 0 14 16</inkml:trace>
  <inkml:trace contextRef="#ctx0" brushRef="#br0" timeOffset="4423.92">26187 6277 27 0,'0'0'39'0,"0"0"-14"15,0 0-13-15,0 0-16 0,0 0-13 0,0 0-18 16,0 0 8-16</inkml:trace>
  <inkml:trace contextRef="#ctx0" brushRef="#br0" timeOffset="5345.04">26394 8344 63 0,'0'0'70'16,"0"0"-1"-16,0 0-6 0,0 0 4 0,0 0-10 15,0 0 1-15,0 0-13 0,0 0 0 0,0 0 0 0,0 0-8 16,0 0 2-16,0 0-13 0,0 0-4 15,0 0-1-15,0 0-2 0,0 0-10 0,0 0-9 16,0 0-15-16,0 0-15 0,0 0-10 0,0 0-72 0,0 0-121 16,0 0 54-16</inkml:trace>
  <inkml:trace contextRef="#ctx0" brushRef="#br0" timeOffset="6367.54">27036 8356 55 0,'0'0'68'0,"0"0"-7"0,0 0-3 16,0 0-10-16,0 0-14 0,0 0-14 0,0 0-18 15,0 0-60-15,0 0-62 0,0 0 27 0</inkml:trace>
  <inkml:trace contextRef="#ctx0" brushRef="#br0" timeOffset="24415.88">27112 6232 37 0,'-2'-9'63'0,"2"9"7"16,-2-11-7-16,2 11-6 0,-3-11-5 0,2 5-9 0,1 6-2 15,0 0-19-15,0 0-9 0,0 0-16 0,-1-8 3 16,1 8-4-16,0 0 0 0,0 0 1 16,0 0-2-16,0 0-12 0,0 0 3 0,0 0-15 15,-10 23-8-15,10-15-21 0,-5 2-63 0,-2 0 29 0</inkml:trace>
  <inkml:trace contextRef="#ctx0" brushRef="#br0" timeOffset="24859.4">26856 8407 42 0,'3'8'32'0,"-3"-8"9"0,0 0-3 0,0 0-3 0,0 0 0 16,4 9-8-16,-4-9-11 0,4 4 2 0,-4-4-4 15,0 0-2-15,0 0 6 0,2 4-6 0,-2-4 2 16,0 0-5-16,0 0-3 0,4 6 1 0,-4-6-7 16,0 0-12-16,0 0-6 0,4 7-40 0,-4-7-62 15,0 0 27-15</inkml:trace>
  <inkml:trace contextRef="#ctx0" brushRef="#br0" timeOffset="25291.87">27204 6445 29 0,'0'0'15'0,"0"0"-15"15,-9 16-8-15,5-6-7 0,-2 0 3 0</inkml:trace>
  <inkml:trace contextRef="#ctx0" brushRef="#br0" timeOffset="25637.36">27005 8474 43 0,'0'0'97'0,"0"0"-12"0,0 0-1 0,0 0-16 16,0 0-2-16,0 0-8 0,0 0-12 0,0 0-4 15,0 0-16-15,0 0-12 0,0 0-15 0,0 0-23 16,0 0-23-16,0 0-47 0,13-19-100 0,-13 19 45 16</inkml:trace>
  <inkml:trace contextRef="#ctx0" brushRef="#br0" timeOffset="26482.89">30672 7707 64 0,'0'0'79'0,"0"0"-4"15,0 0-9-15,0 0-5 0,0 0-4 0,0 0-5 16,0 0-4-16,0 0 1 0,0 0-15 0,0 0-2 15,0 0 11-15,0 0-7 0,0 0-4 0,0 0 0 16,11-1-4-16,-11 1 8 0,0 0-10 0,0 0-5 16,0 0-3-16,0 0 2 0,0 0-1 0,0 0 0 15,0 0-1-15,0 0 5 0,0 0-8 0,0 0 2 16,0 0 1-16,0 0-1 0,0 0 1 0,0 0 1 16,0 0 6-16,0 0-12 0,0 0 8 0,0 0-8 15,0 0-4-15,0 0 0 0,0 0 4 0,0 0-11 16,0 0 3-16,0 0 2 0,0 0-11 0,0 0 13 15,0 0 2-15,0 0-6 0,0 0-4 0,0 0 9 16,0 0-4-16,0 0-17 0,0 0-16 0,0 0-17 0,0 0-34 16,0 0-104-16,0 0-196 0,0 0 87 15</inkml:trace>
  <inkml:trace contextRef="#ctx0" brushRef="#br0" timeOffset="27493.83">10883 8241 8 0,'0'0'-2'0,"3"7"-1"0</inkml:trace>
  <inkml:trace contextRef="#ctx0" brushRef="#br0" timeOffset="29796.8">15449 7603 49 0,'-6'-6'74'0,"6"6"-9"0,0 0-6 15,-5-5-13-15,5 5 7 0,0 0-16 0,-7-4 2 16,7 4-9-16,-6-3-1 0,6 3-9 15,0 0-1-15,-17 0-7 0,17 0-6 0,-10 2-6 16,10-2-7-16,-9 1-4 0,9-1-11 0,0 0 2 0,-11 2 3 16,11-2-2-16,0 0 2 0,0 0 7 0,-8 1 0 15,8-1-1-15,0 0 7 0,0 0 4 16,0 0 1-16,-7 2 5 0,7-2 8 0,0 0-2 16,0 0 8-16,0 0-5 0,0 0 5 0,0 0 3 0,0 0-2 15,0 0 1-15,0 0 2 0,0 0 5 0,0 0 8 16,0 0-8-16,0 0 5 0,0 0 4 15,0 0-8-15,0 0 0 0,0 0 7 0,0 0-8 0,0 0 5 16,0 0-3-16,0 0-5 0,0 0 10 0,0 0-8 16,-8 3-3-16,8-3-3 0,0 0-4 0,0 0-2 15,0 0 1-15,0 0-12 0,0 0 19 0,0 0-18 16,0 0 8-16,0 0-9 0,0 0 0 0,0 0 2 16,0 0-4-16,0 0 19 0,0 0-20 0,0 0-3 15,0 0-6-15,0 0 7 0,0 0 2 0,0 0 3 16,0 0-6-16,-2 7-8 0,2-7 4 0,0 0-4 15,0 0 19-15,0 0-14 0,0 0 2 0,5 13 8 16,-5-13-8-16,3 8 0 0,-3-8 10 0,1 7-7 16,-1-7 4-16,1 7 0 0,-1-7-10 0,2 8 8 15,-2-8 1-15,0 10 6 0,0-10-7 0,0 9 8 0,0-9 7 16,0 9-5-16,0-9-1 0,0 10 0 0,1-4 0 16,-1-6-1-16,0 10 2 0,0-10-6 0,0 9-2 15,0-9-1-15,0 9 7 0,0-9-3 16,2 10-8-16,-2-10 6 0,0 9-3 0,0-9 4 0,2 9-2 15,-2-9-4-15,0 8 3 0,0-8-4 0,2 6 4 16,-2-6-3-16,2 8 0 0,-2-8 3 16,0 0-1-16,0 7-2 0,0-7-4 0,0 0 6 15,0 8 1-15,0-8-3 0,0 0 2 0,0 0 2 0,1 7-5 16,-1-7 7-16,0 0-6 0,3 9 0 0,-3-9-4 16,1 4 1-16,-1-4 3 0,0 0-4 0,0 0 8 15,0 0-6-15,0 0-1 0,2 8 1 0,-2-8 9 16,0 0-7-16,0 0 2 0,0 0 3 0,0 0-2 15,4 7-5-15,-4-7 0 0,0 0 9 0,0 0-7 16,0 0-3-16,0 0-5 0,0 0 5 0,0 0 2 16,0 0 1-16,0 0-2 0,0 0 0 0,0 0 7 15,0 0-7-15,0 0-3 0,0 0 0 0,0 0 4 16,0 0-1-16,0 0 0 0,0 0-2 0,0 0 5 16,3 5-2-16,-3-5 2 0,0 0-2 0,0 0 5 15,0 0-5-15,0 0 10 0,0 0-6 0,0 0-3 16,0 0 6-16,0 0-10 0,0 0-2 0,0 0-3 15,0 0 5-15,5 4 0 0,-5-4 0 0,0 0 3 16,0 0 1-16,5 5-9 0,-5-5 6 0,0 0 4 0,0 0 2 16,0 0 0-16,0 0 1 0,0 0 6 15,0 0 6-15,8 0 8 0,-8 0-4 0,0 0 9 16,0 0-7-16,12-5-1 0,-12 5-6 0,0 0 1 16,11-2 3-16,-11 2-10 0,9-2 6 0,-9 2-8 0,11-4-2 15,-11 4 8-15,9-5 0 0,-4 5-2 0,-5 0-3 16,8-4-3-16,-8 4 4 0,12-4 1 15,-8 1-6-15,-4 3-1 0,11-4 1 0,-6 0 0 16,2 1-9-16,-7 3 9 0,11-5-2 0,-6 4-13 0,-5 1 12 16,10-5 1-16,-3 3 7 0,1-2-5 0,0-3-4 15,2 3-4-15,-2-2 4 0,2-2 9 16,0 0 7-16,2-1-6 0,-1 3 0 0,1-2 0 0,-2 1 3 16,0 1 0-16,2-3-5 0,-1 2 0 0,0 0-1 15,1 2-4-15,-2-3 1 0,7-2 0 0,-2 0 1 16,2 4 2-16,-4 0-3 0,3-3-2 15,0 2 4-15,-1-2-5 0,0 3 2 0,-1 2-2 0,0-8 0 16,3 4-6-16,-2 3 9 0,-2-1-2 0,0 1 2 16,2-1-2-16,-3 0-5 0,3 0 4 0,-1-1-4 15,2 3 3-15,-4-1-2 0,0-3-1 0,1 5-2 16,-1-1 7-16,0 0-2 0,-1 0-2 0,1-1-3 16,-4 3 1-16,1-4 4 0,1 4 1 0,-4 2-2 15,2-4 3-15,-2 2-9 0,-6 2 5 0,12-3-3 16,-6 0 7-16,-6 3-1 0,10-4-1 0,-10 4-8 15,10-2 4-15,-3 1 7 0,-7 1-4 0,9-4 3 16,-9 4 12-16,10-4 10 0,-10 4 3 0,12-3 9 16,-7-1-6-16,-5 4 3 0,14-4-1 0,-8 1 2 15,-1 1-1-15,2-1-2 0,-7 3-4 0,14-3-2 0,-9-1-1 16,1 3 0-16,-6 1-5 0,9-6 0 16,-9 6 4-16,9-3 3 0,-4 0-3 0,-5 3-1 15,0 0-3-15,8-4 1 0,-8 4-1 0,0 0-4 16,6-3 0-16,-6 3-3 0,0 0-2 0,0 0-1 0,0 0 1 15,0 0-1-15,0 0-6 0,0 0 4 16,7-2-3-16,-7 2 2 0,0 0-2 0,0 0-3 16,0 0-3-16,0 0 6 0,0 0 2 0,0 0 6 15,0 0-2-15,0 0 1 0,0 0 1 0,0 0-4 0,0 0-1 16,0 0 4-16,0 0-4 0,0 0 2 0,0 0-6 16,0 0 3-16,0 0-13 0,0 0-37 0,0 0-43 15,0 0-69-15,0 0-88 0,5-10-135 0,-5 10-408 16,0 0 182-16</inkml:trace>
  <inkml:trace contextRef="#ctx0" brushRef="#br0" timeOffset="35501.68">14087 10718 8 0,'0'0'37'0,"0"0"-20"0,0 0-14 0,0 0-15 16,0 0-11-16,0 0 6 0</inkml:trace>
  <inkml:trace contextRef="#ctx0" brushRef="#br0" timeOffset="37935.28">25383 4511 51 0,'0'0'64'0,"0"0"-1"0,0 0-8 0,0 0-11 0,0 0 2 15,0 0-6-15,0 0 2 0,0 0-15 0,0 0 2 16,0 0 2-16,0 0-6 0,0 0-2 0,0 0-7 16,0 0-7-16,0 0 8 0,0 0-22 0,0 0-4 15,0 0-11-15,0 0-2 0,0 0-12 0,0 0 1 16,0 0-8-16,0 0-29 0,-1 12-75 0,1-12 32 15</inkml:trace>
  <inkml:trace contextRef="#ctx0" brushRef="#br0" timeOffset="38532.15">25026 6301 5 0,'0'0'17'0,"0"0"2"0,0 0-7 16,0 0 4-16,0 0-1 0,5-5 6 0,-5 5 2 16,0 0 4-16,0 0-5 0,0 0 3 0,6-7-5 15,-6 7 2-15,0 0 1 0,3-5-3 0,-3 5-3 16,0 0 2-16,0 0 12 0,0 0-4 0,4-6 0 15,-4 6 4-15,0 0 0 0,0 0 3 0,0 0-1 16,0 0 2-16,0 0 4 0,0 0-12 0,0 0-1 16,0 0 5-16,0 0-11 0,0 0-1 0,4-6 2 15,-4 6-6-15,0 0 1 0,0 0-13 0,0 0 0 16,0 0-2-16,0 0-9 0,0 0-3 0,0 0-4 16,0 0-17-16,0 0-14 0,0 0-68 0,4-5-123 15,-4 5 55-15</inkml:trace>
  <inkml:trace contextRef="#ctx0" brushRef="#br0" timeOffset="39035.87">25527 6115 8 0,'0'0'74'0,"0"0"-7"0,0 0-3 15,0 0-4-15,0 0-1 0,0 0-5 0,0 0-8 16,0 0-5-16,0 0-2 0,0 0 3 0,0 0 0 0,0 0 1 16,0 0-6-16,0 0-10 0,-5-13 6 15,5 13 2-15,0 0-4 0,0 0 0 0,0 0-11 16,0 0 11-16,0 0-3 0,0 0-1 0,0 0-2 15,-2-10-4-15,2 10 15 0,0 0-3 0,0 0-4 0,0 0-9 16,0 0 3-16,-2-9-12 0,2 9 6 16,0 0-2-16,0 0-1 0,0 0 0 0,0 0-2 15,0 0-5-15,0 0 10 0,0 0-9 0,0 0 6 16,0 0-13-16,0 0-3 0,0 0-14 0,0 0-16 0,0 0-17 16,0 0-17-16,0 0-21 0,0 0-81 0,0 0-181 15,-5-5 80-15</inkml:trace>
  <inkml:trace contextRef="#ctx0" brushRef="#br0" timeOffset="39559.08">26942 5552 28 0,'0'0'36'0,"0"0"-14"16,0 0-16-16,0 0-22 0,4 4-16 0,-4-4 7 15</inkml:trace>
  <inkml:trace contextRef="#ctx0" brushRef="#br0" timeOffset="39880.61">27597 5691 82 0,'0'0'90'0,"0"0"-1"0,0 0-14 16,0 0-7-16,0 0-12 0,0 0 7 0,0 0-19 16,0 0-3-16,0 0-10 0,0 0-22 0,0 0-16 15,0 0-13-15,0 0-22 0,0 0-13 0,9-7-33 16,-9 7-94-16,0 0 41 0</inkml:trace>
  <inkml:trace contextRef="#ctx0" brushRef="#br0" timeOffset="40117.8">28077 5676 119 0,'0'0'114'0,"0"0"-11"15,0 0-17-15,0 0-2 0,0 0-7 0,0 0-10 16,0 0-1-16,0 0-13 0,0 0 0 0,0 0-14 15,0 0 1-15,0 0 22 0,0 0-37 0,0 0-3 16,0 0 4-16,0 0-8 0,0 0 3 0,0 0-8 16,0 0-11-16,6 1-18 0,-6-1-30 0,0 0-30 15,0 0-83-15,0 0-172 0,0 0 76 0</inkml:trace>
  <inkml:trace contextRef="#ctx0" brushRef="#br0" timeOffset="41077.4">17611 10756 46 0,'0'0'94'0,"0"0"5"0,0 0-12 15,3-6-11-15,-3 6-2 0,0 0-17 0,0 0 4 16,0 0-11-16,0 0-7 0,0 0-10 0,0 0-13 16,0 0-16-16,0 0-18 0,0 0-21 0,0 0-17 15,0 0-9-15,0 0-36 0,0 0-106 0,0 0 47 16</inkml:trace>
  <inkml:trace contextRef="#ctx0" brushRef="#br0" timeOffset="41367.96">20050 10551 2 0,'0'0'113'0,"0"0"-11"0,0 0 1 0,0 0-16 15,0 0-2-15,0 0-14 0,0 0-5 0,0 0-11 16,0 0-7-16,0 0-12 0,0 0-16 0,0 0-26 16,1-9-16-16,-1 9-5 0,0 0-8 0,0 0-12 15,0 0-62-15,0 0-118 0,0 0 53 0</inkml:trace>
  <inkml:trace contextRef="#ctx0" brushRef="#br0" timeOffset="42148.46">19576 10587 103 0,'0'0'103'15,"0"0"-6"-15,-10-1 3 0,10 1-11 0,0 0 2 0,0 0-12 16,0 0-4-16,0 0-2 0,0 0-8 0,0 0 3 15,0 0 4-15,0 0-9 0,-9-1 1 0,9 1-6 16,0 0-2-16,0 0 2 0,0 0-1 16,0 0 0-16,0 0-9 0,0 0-7 0,0 0-6 0,0 0-1 15,0 0-4-15,0 0-4 0,-10-6-3 0,10 6-5 16,-8-4 6-16,1 3-8 0,7 1 1 0,-14-3-12 16,8 3 4-16,-3-3 0 0,9 3 1 0,-18-3 4 15,5 0-2-15,2 1-7 0,-1 0 5 0,-2 1-3 16,1-1 0-16,1 1 2 0,0 0-3 0,3-1 3 15,0 0 3-15,9 2 4 0,-14-3-2 0,6 2 1 16,8 1-12-16,-11-4 12 0,11 4-2 0,-10-2 1 16,10 2-6-16,-9-3 2 0,9 3-10 0,0 0 13 15,-9-3-4-15,9 3-2 0,0 0-1 0,0 0 4 16,0 0-3-16,0 0-2 0,-7-1-2 0,7 1 2 16,0 0-3-16,0 0 3 0,0 0 0 0,48-2-1 15,-10 1 1-15,19 0-2 0,9-1 0 0,28 2-2 16,3 0 3-16,-1 0-4 0,-5 0 3 0,-26 2-2 15,31-2 0-15,-31 2-2 0,27 0 3 0,-25 2 0 0,-2-3 2 16,0 2-2-16,-1-4 1 0,-3 1 0 16,1 2-3-16,-5-3-2 0,-3 1 6 0,-15 1-3 15,-1-2-2-15,-1-2 7 0,-5 3-6 0,-2 0 7 16,-2-2 7-16,-7 0 6 0,-5 2 10 0,2-3 8 0,-6 2-3 16,2-2-2-16,-5 3 7 0,-1 0 2 0,0-2 1 15,-8 2 2-15,12-2 3 0,-12 2-5 0,9-1 6 16,-9 1-8-16,9 0-4 0,-9 0 4 15,0 0-6-15,0 0-3 0,9-3-4 0,-9 3 0 0,0 0-2 16,0 0-5-16,0 0-3 0,7-1-4 0,-7 1-2 16,0 0-4-16,0 0-8 0,0 0-17 15,0 0-18-15,0 0-20 0,0 0-32 0,0 0-40 16,0 0-29-16,0 0-57 0,4-4-160 0,-4 4-404 0,7-6 180 16</inkml:trace>
  <inkml:trace contextRef="#ctx0" brushRef="#br0" timeOffset="42567.73">21590 10001 111 0,'0'0'112'0,"0"0"-12"0,0 0-2 0,0 0-27 16,0 0 18-16,0 0-2 0,0 0-6 0,0 0-11 15,0 0-3-15,0 0 17 0,0 0-8 0,5 27-10 16,-4-22-15-16,2 1 8 0,-3-6-7 0,2 12-8 0,0-5 1 15,1-1 2-15,-3-6 4 0,2 11 5 0,0-5-7 16,-2-6-1-16,1 6-4 0,-1-6-2 16,4 7 8-16,-4-7 1 0,2 7-8 0,-2-7-4 0,0 0 3 15,0 0 15-15,3 6 2 0,-3-6 11 0,0 0 7 16,0 0 4-16,0 0-7 0,10-1-7 16,-10 1-9-16,17-9-2 0,-1-1-8 0,2 0-6 15,8-5-7-15,8-1-5 0,10-6-37 0,9 3-34 16,3-4-44-16,5 1-37 0,26-9-69 0,-27 7-182 0,33-8-402 15,-2-4 178-15</inkml:trace>
  <inkml:trace contextRef="#ctx0" brushRef="#br0" timeOffset="45853.23">16105 12794 39 0,'0'0'25'0,"9"2"-15"16,-9-2-8-16,6 4-15 0,-6-4-14 0,8 4 7 0</inkml:trace>
  <inkml:trace contextRef="#ctx0" brushRef="#br0" timeOffset="46641.68">19176 12975 18 0,'0'0'20'16,"0"0"-15"-16,0 0-7 0,0 0-6 0,0 0-6 16,0 0 2-16</inkml:trace>
  <inkml:trace contextRef="#ctx0" brushRef="#br0" timeOffset="48497.59">28427 12672 64 0,'0'0'89'0,"0"0"-9"16,0 0-3-16,0 0-15 0,0 0-5 0,0 0-4 15,0 0-9-15,0 0 5 0,0 0-13 0,0 0 5 16,0 0-8-16,0 0-12 0,0 0-6 0,1-10-16 16,-1 10-16-16,0 0-5 0,0 0-9 0,0 0-7 15,0 0-16-15,0 0-39 0,0 0-101 0,0 0 44 16</inkml:trace>
  <inkml:trace contextRef="#ctx0" brushRef="#br0" timeOffset="49264.15">29812 12721 82 0,'0'0'95'0,"11"-4"-13"0,-11 4-22 0,0 0-40 16,0 0-41-16,0 0-32 0,0 0-58 0,0 0 25 16</inkml:trace>
  <inkml:trace contextRef="#ctx0" brushRef="#br0" timeOffset="58529.81">9514 15476 71 0,'0'0'80'0,"0"-13"4"0,0 13-13 0,0-12 4 0,0 12-3 16,-2-10 5-16,2 10-14 0,-3-10-5 0,3 10-3 15,-9-7-8-15,4 5 2 0,-3-5-5 0,-2 4-12 16,-3 0-1-16,-1 1-2 0,0-1-6 0,-2 0-2 16,-6 0-10-16,0-1 16 0,2 2-14 0,-8-1 4 15,5 0 0-15,-5 0 14 0,0 3-1 0,-1-3 4 16,1 2-5-16,1 1-2 0,-1-2-7 0,0 2 9 15,1-1 2-15,0 0-3 0,5 2-6 0,-7-2 3 16,10 2-3-16,-1-1 3 0,1 3-6 0,2-1 0 16,3 2 1-16,4-4-2 0,-1 2 0 0,4-2 0 15,7 0-4-15,-12 5 5 0,10-2 7 16,2-3 7-16,0 0 13 0,0 0 4 0,27 14 5 0,7-12 16 16,22 0 8-16,8 0 3 0,42-4-2 0,12-2 2 15,11-3-5-15,17-1-6 0,7-3-9 0,16 5-6 16,13-3 0-16,19 0 3 0,9 0-4 15,18 6-7-15,9-7 4 0,13 10-4 0,6-4-4 0,6 2-2 16,7-1-2-16,2 6-11 0,1-3 2 0,2 3-11 16,-2 0-13-16,2-1-3 0,-2 2-12 0,0-4-15 15,-12 2-5-15,8-2-17 0,-10 4-25 0,-7-4-18 16,2-2-28-16,-8-2-34 0,-6-2-43 0,-8 3-183 16,-10 2-405-16,4-3 180 0</inkml:trace>
  <inkml:trace contextRef="#ctx0" brushRef="#br0" timeOffset="-166415.09">26187 6191 22 0,'0'0'57'0,"0"0"1"16,0 0-2-16,0 0-10 0,0 0-3 0,0 0-3 16,0 0-3-16,0 0-8 0,0 0 1 0,-3-9-9 15,3 9 1-15,0 0-2 0,0 0-7 0,0 0-3 16,0 0-2-16,0 0-11 0,0 0-5 0,0 0-10 15,0 0-15-15,0 0-7 0,0 0 0 0,0 0-22 16,0 0-67-16,-10 15 29 0</inkml:trace>
  <inkml:trace contextRef="#ctx0" brushRef="#br0" timeOffset="-165532.35">26377 8327 33 0,'0'0'76'15,"0"0"-7"-15,0 0 0 0,0 0-1 0,0 0-6 16,0 0 0-16,0 0-7 0,0 0-6 0,0 0 1 16,0 0-5-16,0 0-8 0,0 0-3 0,0 0-9 15,0 0 1-15,0 0-2 0,0 0 2 0,0 0-9 16,0 0 3-16,0 0-12 0,0 0-8 0,0 0-10 0,0 0-16 15,0 0-12-15,0 0-16 0,0 0-17 16,0 0-39-16,-4-10-118 0,4 10 52 0</inkml:trace>
  <inkml:trace contextRef="#ctx0" brushRef="#br0" timeOffset="-164441.04">26124 6302 4 0,'0'0'26'15,"0"0"0"-15,0 0-1 0,0 0-2 0,0 0-5 16,0 0 4-16,0 0-5 0,0 0 4 0,0 0-3 16,0 0-3-16,0 0-1 0,0 0-1 0,0 0 0 15,0 0-4-15,0 0-1 0,0 0 1 0,0 0-2 16,0 0-8-16,0 0 5 0,0 0-3 0,0 0-1 16,0 0 9-16,0 0-4 0,0 0-1 0,0 0 1 15,0 0-4-15,0 0 0 0,0 0 7 0,0 0-12 16,0 0 5-16,0 0 1 0,0 0-2 0,0 0 5 15,0 0-5-15,0 0 3 0,0 0-9 0,0 0 4 16,0 0 4-16,0 0-1 0,0 0 1 0,0 0-2 16,0 0 3-16,0 0-6 0,0 0 3 0,0 0 3 15,0 0 2-15,0 0-4 0,0 0-6 0,0 0 5 0,0 0-1 16,0 0 4-16,0 0-1 0,0 0-3 16,0 0 0-16,0 0-2 0,0 0 7 0,0 0-7 15,0 0 5-15,0 0-1 0,0 0-2 0,0 0 5 16,0 0-4-16,0 0 0 0,0 0 0 0,0 0-5 0,0 0 3 15,0 0 3-15,0 0 3 0,0 0-6 0,0 0-1 16,0 0 2-16,0 0 3 0,0 0-3 16,0 0-3-16,0 0-1 0,0 0 5 0,0 0-3 15,0 0-2-15,0 0 1 0,0 0 2 0,0 0-6 16,0 0-3-16,0 0-1 0,0 0 1 0,0 0 0 16,0 0 0-16,0 0 2 0,0 0 1 0,0 0-3 0,0 0 5 15,0 0 3-15,0 0-4 0,0 0-5 0,0 0-2 16,0 0-16-16,0 0-31 0,0 0 14 15</inkml:trace>
  <inkml:trace contextRef="#ctx0" brushRef="#br0" timeOffset="-136578.31">28993 7555 42 0,'-10'2'46'0,"10"-2"-1"0,0 0-4 0,0 0-5 16,0 0-8-16,-9 0 1 0,9 0-10 0,0 0 8 16,-10 0-5-16,10 0 4 0,0 0-1 0,-12 0-2 15,12 0-2-15,0 0 0 0,-13 0 4 0,13 0-2 16,-14 0 4-16,14 0-7 0,-15 2 2 0,4-1 1 16,-1-1 0-16,5 1-5 0,7-1 4 0,-15 2-7 15,9-2 10-15,6 0-7 0,-12 0 3 0,12 0-7 16,-9 1 0-16,9-1-3 0,0 0 0 0,-6 3 12 15,6-3 6-15,0 0 3 0,20 5-1 0,2-4-8 16,10 2 6-16,6-3 4 0,24 1-5 0,34-1 1 0,-2-5-2 16,6-4-2-16,7 6-3 0,-3-6 1 15,4 2 2-15,2-2-5 0,4 2-3 0,-7-3-2 16,6 2-7-16,-3-1 8 0,-4 3-8 0,-12 2-1 0,-28 1-1 16,-1-2 9-16,-1 3-10 0,-5-2 5 0,-5 1-5 15,-15 1 1-15,-2 0 2 0,-5 0 2 0,-3 2-2 16,-10-1-8-16,-3 1 0 0,-5 0 7 0,-1 0-5 15,-1 0-1-15,-9 0 3 0,12-3 11 0,-12 3 1 16,8 0 5-16,-8 0 7 0,0 0-4 0,11 1-1 16,-11-1 3-16,0 0 0 0,0 0-7 0,0 0-3 15,8 2-3-15,-8-2 12 0,0 0-11 0,0 0-1 16,0 0 1-16,0 0-8 0,0 0 5 0,0 0-7 16,0 0-20-16,0 0-30 0,0 0-23 0,0 0-30 15,0 0-36-15,0 0-81 0,0 0-232 0,0 0 104 16</inkml:trace>
  <inkml:trace contextRef="#ctx0" brushRef="#br0" timeOffset="-133619.72">29205 7600 14 0,'0'0'67'0,"2"-9"-4"0,-2 9-8 15,0 0-2-15,0 0-8 0,0 0 2 0,0 0-11 16,0 0-6-16,0 0-5 0,0 0-2 0,0 0 0 16,0 0-9-16,0 0 6 0,0 0-3 0,0 0-15 15,0 0 12-15,0 0-5 0,0 0 2 0,0 0-4 16,0 0 0-16,0 0 1 0,0 0 2 0,0 0-2 15,0 0 3-15,0 0-3 0,0 0-13 0,0 0 10 16,0 0 1-16,0 0-4 0,0 0-8 0,0 0 7 16,0 0 5-16,0 0 2 0,0 0-7 0,0 0 4 15,0 0 0-15,0 0-7 0,0 0 5 0,0 0-4 16,0 0 4-16,2-6-1 0,-2 6 0 0,0 0 0 16,0 0 0-16,0 0 2 0,0 0 13 0,0 0-20 15,0 0 6-15,0 0-3 0,0 0 7 0,0 0 4 16,0 0-1-16,0 0-4 0,0 0 0 0,0 0-4 15,0 0-1-15,0 0-7 0,0 0 14 0,0 0-8 16,0 0 5-16,0 0 6 0,0 0-11 0,0 0 2 16,0 0 1-16,0 0 0 0,0 0-1 0,0 0-1 15,0 0-6-15,0 0 8 0,0 0 0 0,0 0 5 16,0 0-8-16,0 0 0 0,0 0 0 0,0 0 9 16,0 0-12-16,0 0 1 0,0 0-8 0,0 0 10 15,0 0 4-15,0 0-3 0,0 0 2 0,0 0 2 0,0 0-8 16,0 0 8-16,0 0-3 0,0 0-2 15,0 0 0-15,0 0 3 0,0 0-3 0,0 0 3 0,0 0 3 16,0 0-13-16,0 0 10 0,0 0 6 16,0 0-2-16,0 0-6 0,0 0 0 0,0 0 1 15,0 0 10-15,0 0-9 0,0 0-4 0,0 0 4 16,0 0-1-16,0 0 2 0,0 0-5 0,0 0-3 16,0 0 8-16,0 0-6 0,0 0-1 0,0 0 4 15,0 0-3-15,0 0 5 0,0 0-4 0,0 0-4 0,0 0 6 16,0 0-4-16,0 0 3 0,0 0 1 0,0 0-1 15,0 0 1-15,0 0 0 0,0 0-10 0,0 0 14 16,0 0-5-16,0 0 3 0,0 0-4 16,0 0-1-16,0 0-3 0,0 0 7 0,0 0-3 0,0 0 1 15,0 0 9-15,0 0-11 0,0 0-9 0,0 0 17 16,0 0-5-16,0 0 1 0,0 0 5 0,0 0-7 16,0 0 0-16,0 0 4 0,0 0 0 0,0 0-1 15,0 0-2-15,0 0 1 0,0 0-3 0,0 0 5 16,0 0-13-16,0 0 4 0,0 0 12 0,0 0-5 15,0 0-14-15,0 0 13 0,0 0 0 0,0 0 1 16,0 0 1-16,0 0-12 0,0 0 4 0,0 0-7 16,0 0-4-16,0 0-3 0,0 0-7 0,0 0-8 15,0 0-21-15,0 0-55 0,0 0-118 0,-9 25 52 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2T10:52:50.2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5509 3385 2 0,'0'0'164'15,"-1"-12"-7"-15,1 12-7 0,-2-7-17 0,2 7-11 16,0 0-19-16,0 0-7 0,-1-9-18 0,1 9-6 16,0 0-6-16,0 0-2 0,7 25-7 0,-5-10-1 15,3 9-7-15,-1 2-6 0,-1 1-5 0,2 3 2 16,-3-1-9-16,3 1 5 0,-3 0-6 0,-1 0-1 16,1 0-4-16,2-1-2 0,-4 0 0 0,0-1-1 15,-1-1-3-15,0-1 2 0,-1-7-4 0,2-1 4 16,-1-5-9-16,0-2-1 0,-2 1-2 0,3-3 2 15,-1-1-1-15,2-1-1 0,-1-7 0 0,-1 11 2 16,1-11 6-16,0 8 2 0,0-8 10 16,0 0-1-16,0 0-5 0,-3 6-1 0,3-6-5 0,0 0 0 15,0 0-6-15,0 0 2 0,4-25-1 0,-4 25 3 16,5-8-10-16,2-1 1 0,-1 6-9 0,2-1 9 16,1-2-1-16,1 2-1 0,2 4-2 0,0-2-1 15,5 2-2-15,0 0 2 0,0 2 4 0,0 0-3 16,2 3 0-16,2-3-1 0,-3 0 2 0,2 2 1 15,2-2-3-15,-3-1 2 0,3 0-3 0,-1 2 5 16,-3-5-4-16,3 2 1 0,-3-3 0 0,1 0 1 16,-1-3 1-16,-2 2-1 0,1-3 0 0,-4 1 3 15,2-3-6-15,-1-1 5 0,-6 0-8 0,2 0 11 16,-1-2-7-16,-1-2 2 0,-3 3 0 0,-1-6-2 16,2 1 2-16,-4 0 0 0,0 2-2 0,-4-1-3 15,1 3 4-15,-1-3 3 0,-3 3-4 0,2 0-3 16,-2 3 3-16,1 0 0 0,0 0-3 0,0 3 1 15,0 1-6-15,4 5 6 0,-8-5-1 0,8 5-3 16,-12 3 5-16,3 3-2 0,-1 1-2 0,0 6 5 16,-1 3-1-16,-5 6 6 0,6-5-9 0,2 0-2 15,-1 7 1-15,5 2 4 0,2 0-2 0,3-8 2 16,2 0-14-16,3-1-11 0,1 1-23 0,2-4-23 16,3 0-30-16,3 0-20 0,-1-4-7 0,4 0-17 15,-1-1-108-15,1-2-274 0,1-1 122 16</inkml:trace>
  <inkml:trace contextRef="#ctx0" brushRef="#br0" timeOffset="222.84">6254 3584 145 0,'-1'-18'202'0,"-1"2"1"0,1 4-5 15,0 5-2-15,-2-3-16 0,3 10-20 0,-1-10-20 16,1 10-17-16,0 0-16 0,0 0-13 0,0 0-8 0,0 0-7 15,10 37-4-15,-7-12-5 0,0 4-8 0,2 2-2 16,-3 2-5-16,2 2-4 0,-2 11-5 16,-2-10-4-16,3-2-3 0,-2-3-3 0,1-1-9 15,0-2-27-15,1-7-31 0,1-2-19 0,-1-2-34 16,4-2-53-16,-3-4-55 0,-1 2-139 0,0-4-358 16,0-3 159-16</inkml:trace>
  <inkml:trace contextRef="#ctx0" brushRef="#br0" timeOffset="404.8">6159 3688 45 0,'0'0'145'0,"0"0"-15"0,7-8-16 0,-7 8-14 15,19-3-17-15,-6 1-38 0,7 1-22 0,8-3-7 16,2 0-28-16,3 3-12 0,0-3-17 15,6 0-17-15,-5 0-37 0,4 2-102 0,-4-2 45 16</inkml:trace>
  <inkml:trace contextRef="#ctx0" brushRef="#br0" timeOffset="975.69">6678 3628 95 0,'13'-1'15'0,"0"-1"18"15,-5 0 10-15,-8 2 18 0,12-4 17 0,-12 4 4 16,12-4 8-16,-12 4 7 0,8-4 9 0,-8 4-7 16,6-1-6-16,-6 1-6 0,0 0-16 15,0 0-6-15,0 0-4 0,0 0-1 0,13 13 7 16,-13-13 9-16,2 18 1 0,-2-6-10 0,3 4-2 15,-2 0-4-15,0 1-7 0,2-2-8 0,-1 1 0 16,1-3-3-16,1 1-4 0,1-1-6 0,0-3 5 0,3 2-10 16,-2-5 0-16,3 2 0 0,1-3-2 15,-1 1-4-15,0-3 3 0,3-1-5 0,-3 0 1 0,-9-3-3 16,23-3 0-16,-14 0-2 0,1-1-4 0,0-6-1 16,-1 1 2-16,0 0-2 0,-1 0-3 15,-1 0 6-15,1-6-7 0,-3 4 2 0,0-4-1 16,-1-1-3-16,-1 1 1 0,2-2 3 0,-4 2 0 15,-1 4 6-15,0-1 4 0,0 0 7 0,0 5 6 16,0 7 2-16,1-12-3 0,-1 12-5 0,1-7-5 16,-1 7-3-16,0 0-6 0,0 0-4 0,0 0-1 15,0 0 1-15,0 0-1 0,7 19 0 0,-5-7 2 16,2 3-2-16,0 0 0 0,1-4 0 0,2 5-2 16,-2-4-1-16,1-1 3 0,1-1-1 0,0-2 0 15,3 2 0-15,-2 0 3 0,2-3 1 0,3-1-1 16,1-3 0-16,0 0-1 0,3-3 1 0,3-3-1 15,-1-1-3-15,-1-4 0 0,1 2 2 0,-1-1-5 16,0-4 1-16,-2 2 0 0,-1-1-4 0,-2-2 0 16,-2 3-4-16,1-5 1 0,-3 3 3 0,-3 0-4 15,-1 0 3-15,-1 2-2 0,-1-3-1 0,-2 5 2 16,0 1 0-16,-1 6-1 0,3-11 0 0,-3 11-2 16,1-7-2-16,-1 7-1 0,0 0-3 0,0 0 0 15,0 0 2-15,0 0 4 0,0 0 0 0,-10 25-1 16,6-12-1-16,-1 3 2 0,-2 1 2 0,4-3 1 15,0 3 2-15,-1-1-2 0,0 1 0 0,3 1 3 16,0-1 0-16,1-2-3 0,-2-3 3 0,2 2 0 16,0-5 1-16,-1 2-2 0,1-11-8 0,0 18-10 15,1-11-15-15,-1-7-22 0,0 0-31 0,0 14-31 16,0-14-36-16,0 10-39 0,0-10-128 16,0 0-347-16,0 0 153 0</inkml:trace>
  <inkml:trace contextRef="#ctx0" brushRef="#br0" timeOffset="1447.16">8172 4013 144 0,'4'-17'143'0,"5"-9"-8"0,0-1-2 15,1-5-13-15,6 4-5 0,-1-2-5 0,4 2-5 0,-1-1-10 16,-3-1-1-16,6-1-5 0,-2 0-11 16,-2 0-2-16,-2 0-3 0,0-1-4 0,-1 5 20 0,-1 6 1 15,-5 4-5-15,-2 2 2 0,-2 4-9 0,-1 6-5 16,-1-2-9-16,1 2-5 0,-3 5-8 15,0 0-8-15,-3-11-6 0,3 11-10 0,0 0 2 16,-18 4-2-16,9 2-4 0,2 4-4 0,-7 2 1 16,1 2 3-16,-4 5-9 0,6-4-3 0,1 2-9 0,4 0-8 15,1-3-4-15,3 3 2 0,0-2-4 16,5 0-3-16,3 4 3 0,1-2 2 0,3-3 0 0,0 0 1 16,0 1 1-16,10 4 6 0,-8-5-3 15,1-3-1-15,-3 2 2 0,-1 0 0 0,-1-3-1 16,0-1 1-16,-1 0 0 0,-2 0-2 0,2-1 0 15,-5-2 0-15,0 0-1 0,0 0 1 0,-2 1-7 0,0-7-14 16,0 0-25-16,-10 21-21 0,2-13-28 16,2 1-19-16,-1-4-34 0,-3 3-24 0,3-3-97 15,7-5-297-15,-13 5 132 0</inkml:trace>
  <inkml:trace contextRef="#ctx0" brushRef="#br0" timeOffset="2336.67">8696 3698 29 0,'3'-10'204'0,"-1"0"-4"16,0 2-8-16,-2 8-4 0,0-10-13 0,0 10-15 15,-5-7-14-15,5 7-21 0,0 0-11 0,-8-2-14 16,8 2-5-16,-10 12-11 0,3-1-9 0,-4 6-4 16,2-2-8-16,-3 9-6 0,2-1-7 0,4-3-3 15,1-2-8-15,2-2-5 0,-1 1 4 0,5-5-9 16,1 2 1-16,0-4-4 0,1 2-4 0,2-5-2 15,-1 2-1-15,1-4 1 0,1 0-4 0,2-2 0 16,2-1 0-16,-2 0 1 0,-8-2-3 0,18-4-1 16,-8 1 1-16,-1-3-4 0,0 1 6 0,0-3-7 15,-3-1-1-15,4-4 1 0,-2-2-4 0,-3 0 2 16,0 3 1-16,3-5-3 0,-7 4 0 0,3 2 0 16,-1 0 6-16,-2 1 0 0,2 3 1 0,-3-1-2 15,0 8-5-15,1-8-4 0,-1 8-2 0,0 0-3 16,0 0 7-16,0 0-4 0,0 0-2 0,0 0 3 15,14 20-1-15,-5-7 0 0,-3 2 1 0,-1-5 2 16,1 2-3-16,-1-1 4 0,3-2-1 0,-1 1 2 16,2 0-1-16,2-3-1 0,0-2 4 15,0 0-3-15,7-2 5 0,0-4-1 0,4 1-1 0,-2-3-1 16,-2-1-2-16,0-3 1 0,1-1 0 0,-2-2 1 16,-1-2 1-16,-2-2 0 0,-1 4 6 0,-4 0-4 15,0-3 4-15,-4 4-2 0,0-4 2 0,1 2 1 16,1-4-4-16,-3 5 5 0,-3-1 3 0,-1 3 6 15,4-1 0-15,-3 4 2 0,-1 5-4 16,2-11-3-16,-2 11-4 0,0-6-7 0,0 6-2 16,0 0 0-16,0 0-5 0,0 0 6 0,0 0-4 0,0 0 0 15,0 0 0-15,7 22 1 0,-3-13 0 0,1-1 2 16,-1-2-4-16,2 3 5 0,1-2-3 0,2 0 2 16,1-2-3-16,1-1 5 0,7-2-4 15,-1-1 3-15,2-1 0 0,1-5-1 0,0 2 0 16,-1-5-4-16,-3 1 4 0,1 0-1 0,0-1 2 15,-7 1-2-15,0-1-1 0,-1 0 4 0,-1 1-2 16,-2-2 6-16,-1 1-6 0,-1-1 4 0,0 0-2 0,-3-1-3 16,-1 3 10-16,0 7 2 0,3-13 6 0,-2 8 2 15,-1 5-3-15,0 0-4 0,0-11-13 16,0 11 4-16,0 0-3 0,0 0-4 0,0 0 2 16,0 0 0-16,-5 32 3 0,5-13-2 0,-1 11-2 15,-1 15 2-15,1 11 4 0,1 1-4 0,4 0 2 16,-4-1-1-16,5-1 1 0,-4 0 2 0,3-1-2 0,-1-2-2 15,-2-2 3-15,4-2-1 0,-2-3-2 0,-3-10 3 16,1-1-1-16,0 1-1 0,1-1 0 0,-1 12 2 16,-2-12-2-16,-2-1 1 0,2-4 0 15,-3 0-1-15,0-2 2 0,0-9-2 0,0-1-4 16,-5-1 9-16,2-1 0 0,-2-2-2 0,-3-1 3 16,2-5-3-16,-5-1-2 0,2-1 3 0,0-2 0 15,-2-3-1-15,-5-2-3 0,3-3 0 0,-5-4-5 16,-1-2-6-16,-1-3 0 0,-1-3 0 0,5-5 0 15,2-5-3-15,3-3-4 0,-1-14-9 0,9 12-6 16,4-16-6-16,7 2-12 0,2-2-9 0,10 2-4 16,3-2-9-16,8 0-4 0,3 2-8 0,4 5-27 15,5 0-25-15,6 4-40 0,1 2-49 0,4 5-177 16,-4 2-431-16,5-1 190 0</inkml:trace>
  <inkml:trace contextRef="#ctx0" brushRef="#br0" timeOffset="2482.48">10106 3827 2214 0,'0'0'5'0,"0"0"-11"0,0 0 3 15,0 0-5-15,0 0-20 0,0 0-21 0,0 0-31 16,0 0-29-16,8-22-20 0,-8 22-47 0,0 0-97 16,5-13-294-16,-5 13 131 0</inkml:trace>
  <inkml:trace contextRef="#ctx0" brushRef="#br0" timeOffset="4176.51">11815 3584 67 0,'0'0'124'0,"0"0"4"0,0 0-7 0,0-10-9 16,0 10-7-16,0 0-6 0,0 0-5 16,0 0-15-16,0 0-6 0,0 0-7 0,-2-8-9 15,2 8 0-15,0 0-12 0,0 0-5 0,0 0-3 16,0 0-4-16,0 0-5 0,0 0 0 0,0 0-3 16,0 0 1-16,-23 15-6 0,18-12-1 0,1 2-2 0,-1-1-4 15,-1 1 5-15,1-1 2 0,1 2-5 16,-3-3-7-16,5 3 0 0,2-6 3 0,-8 10-4 15,8-10-6-15,-3 7 8 0,0-3-5 0,3-4 3 16,-4 8-3-16,4-8 3 0,0 10-2 0,0-10-4 16,2 10 7-16,0-4 0 0,4 2 8 0,0-3 3 15,2 3-1-15,0 1-2 0,2-2-1 0,4 2-3 0,1 1 3 16,2-1 1-16,0 1-2 0,-3 2 0 16,1-1-5-16,2-2 1 0,-3 4-3 0,0-1 0 15,-1-1 1-15,0 3-4 0,-4-1 3 0,1-3-1 16,-4 3 2-16,0-1 0 0,-2 0-2 0,0 1 6 15,-1-1-7-15,-6 4-1 0,1 0 3 0,-2-3-1 16,-6 1-2-16,-1 0 1 0,-3 0-6 0,0-4-5 0,0 0 6 16,-2-1-6-16,1-2 2 0,-2-3-1 15,5 0 2-15,-2 0 7 0,1-4-9 0,1 0 3 16,1-3-5-16,2-2 7 0,-2 2-3 0,3-5-6 16,4-1 3-16,0-2 2 0,2-1-2 0,4-4-2 15,0-1 7-15,2-2-9 0,3-4 6 0,3-2 1 16,-1 6 0-16,9-3 1 0,0-1-2 0,4 1-1 15,-5-1-2-15,4 2 7 0,-3-2-5 0,0 5 4 16,3-3 1-16,-9 7-3 0,4 1-2 0,-5-1 4 16,-1 0 27-16,-2 0-7 0,-1 4 4 0,-4 0-1 15,1 0 2-15,-4 1-4 0,0-1-2 0,-5 4-2 16,3-2-4-16,-4 4-2 0,-1-2 0 0,-5 1-2 16,1 1-1-16,-7 1-5 0,1 0 4 0,-3 2 4 0,4 3-3 15,-5 1-5-15,1 3 1 0,0-2-1 16,2 4 2-16,-2 0-6 0,0 1 7 0,5 1-6 15,1 0 2-15,4-1-11 0,4 2-13 0,3 0-25 16,-1 1-45-16,4 0-49 0,2-1-150 0,0 0-314 16,7 0 139-16</inkml:trace>
  <inkml:trace contextRef="#ctx0" brushRef="#br0" timeOffset="4576.74">12307 3583 230 0,'4'-4'214'0,"-4"4"-25"0,0 0-17 0,0 0-23 16,0 0-17-16,0 0-19 0,0 0-6 0,0 0-5 16,13 12-10-16,-9-3-6 0,4 1-3 0,-1 3-15 15,1 2-1-15,1 0-3 0,1 1-6 0,0-3-4 16,-3 6-2-16,3-5-2 0,-3-4-5 0,-1 5-2 15,2 0-4-15,-3-4-3 0,4 4-1 16,-2-4-4-16,-3-2 1 0,3 0-6 0,-2 0 1 16,0 0-8-16,1-3 1 0,-3 1-1 0,3 0 0 0,-4-2-1 15,3-1 0-15,-5-4 4 0,7 7 17 0,-7-7 2 16,4 3 12-16,-4-3 8 0,0 0-3 16,0 0 0-16,13-8-5 0,-6-1-9 0,1-7 2 15,2 1-9-15,-1-2 0 0,9-7-5 0,-5-4-5 16,4 1-3-16,2-1-2 0,0-1-1 0,-1 0-4 0,0 0-9 15,-2 3 7-15,-1-3-3 0,1 6-3 16,-5 0-2-16,-5 9-18 0,1 3-15 0,0 2-25 0,-6 2-30 16,3 0-32-16,-4 7-51 0,0-8-51 0,0 8-31 15,0 0-146-15,0 0-422 0,0 0 186 16</inkml:trace>
  <inkml:trace contextRef="#ctx0" brushRef="#br0" timeOffset="5458.95">11554 4377 7 0,'0'0'154'15,"0"0"-9"-15,23 5-12 0,-1-2-11 0,17-3-10 16,21-3-8-16,39-6-12 0,4-3-4 0,16-2-11 16,4-3-28-16,3-2-25 0,5 1-38 0,-5-2-27 15,-3 0-38-15,3 5-84 0,-3-2-175 0,-9 2 78 16</inkml:trace>
  <inkml:trace contextRef="#ctx0" brushRef="#br0" timeOffset="28104.6">9858 3730 11 0,'0'0'35'0,"0"0"-1"16,0 0-4-16,0 0 1 0,0 0-2 0,0 0-3 15,-3-6 0-15,3 6-1 0,0 0-2 0,0 0-4 0,0 0 3 16,0 0-1-16,-5-4-1 0,5 4-3 0,0 0-1 16,0 0-1-16,0 0 5 0,0 0 4 0,0 0-10 15,-6-4 6-15,6 4 3 0,0 0-3 0,-5-6 4 16,5 6-6-16,0 0 2 0,0 0-7 16,-5-6 13-16,5 6 3 0,0 0-8 0,0 0-1 15,-5-8 8-15,5 8 0 0,0 0 14 0,-4-7-7 16,4 7 4-16,-3-5 0 0,3 5 4 0,0 0 7 15,-2-9-10-15,2 9 16 0,0 0-5 0,-4-5-5 0,4 5-8 16,0 0 0-16,0 0-3 0,0 0-6 0,0 0 1 16,0 0-6-16,0 0-6 0,0 0 8 15,0 0-21-15,0 0 6 0,0 0 4 0,0 0-5 16,0 0 0-16,2 39-1 0,0-23-5 0,-1 2 8 16,0 2 7-16,1 5-9 0,-2 1 1 0,0-6 3 0,2 5-9 15,-3-7 9-15,2 3-8 0,-1-2 1 16,0-2 0-16,-1 2 3 0,2-4-2 0,0 2 1 15,1-4-2-15,-2-1-2 0,1-1-9 0,0-2 14 16,2 2-1-16,-2-1-1 0,-2-1-4 0,1 0 5 16,2 0-7-16,0 0 5 0,-1-1-1 0,1-3 4 0,-2-5-16 15,0 14-6-15,2-9-19 0,-2-5-9 16,-2 12-25-16,2-12-27 0,2 9-12 0,-2-9-27 0,-7 7-72 16,7-7-219-16,-7 3 97 0</inkml:trace>
  <inkml:trace contextRef="#ctx0" brushRef="#br0" timeOffset="28385.42">9841 3663 16 0,'14'-10'117'16,"3"3"-15"-16,-2 2-2 0,4 1-17 0,-2 4 2 15,1 1-4-15,-6 2-3 0,2 0-4 0,0 6-14 16,-5 1-8-16,3 1-2 0,0 2-8 0,-6 2 3 16,3 1-11-16,-5 1-6 0,-4 4 3 0,0-4-6 15,-3 2 4-15,-4 4-2 0,1-5-12 0,-3-1 1 16,1 0 8-16,-4 0-8 0,0-1-5 0,0-2-2 16,-2-1-1-16,0-3-18 0,0 2-10 0,2-6-9 15,0 0-13-15,0-1-23 0,1 1-11 0,-1-3-94 16,4-1-183-16,-3-1 81 0</inkml:trace>
  <inkml:trace contextRef="#ctx0" brushRef="#br0" timeOffset="28732.9">10041 3941 55 0,'-3'14'80'0,"3"-14"-3"15,3 13 2-15,-3-13-8 0,2 14 2 0,2-9-7 16,-4-5-4-16,9 12 2 0,-5-7-6 0,0 1-5 16,1-2 5-16,0-1 4 0,-5-3 3 0,10 4 0 15,-2-4 3-15,-8 0 2 0,13-1 2 0,-8-3 6 16,-5 4 0-16,10-9-1 0,-4 4 1 0,0-1-9 15,-1-3-8-15,-4 2-3 0,2-3-5 0,-1 1-4 16,-2-2-4-16,1 2-3 0,-3-4-9 16,-2 4-7-16,0-3-2 0,0 1 0 0,-4-3-14 15,2 5-16-15,-3 0-18 0,2 0-10 0,1 4-21 0,6 5-21 16,-11-7-27-16,11 7-10 0,-12 0-14 16,12 0-11-16,-11 7-84 0,1-2-239 0,3 2 106 15</inkml:trace>
  <inkml:trace contextRef="#ctx0" brushRef="#br0" timeOffset="29184.91">10236 3871 139 0,'0'0'140'0,"0"0"-14"0,0 0-8 0,0 0-14 15,0 0-8-15,0 0-14 0,0 0-6 0,0 0-7 16,10 10-10-16,-7-6-1 0,-3-4-2 0,5 11-14 15,-1-5-2-15,0 2-1 0,0-1-1 0,0-1-15 0,-1-1 16 16,1 1-12-16,0-1 0 0,-4-5-2 16,9 8-3-16,-4-4-2 0,-1-2 2 0,-4-2-4 15,9 7 1-15,-9-7-8 0,6 1 6 0,-6-1-4 16,0 0-2-16,12-2 1 0,-12 2 0 0,7-8-1 16,-3 3-5-16,1 1 2 0,-1-2 0 0,1 0-3 0,-1 0-3 15,1-3-2-15,2 1 7 0,-5 2-7 16,2 1 1-16,-4 5 8 0,5-8-11 0,-5 8-4 15,5-5-3-15,-5 5 2 0,0 0 2 0,0 0-3 16,12-1 1-16,-12 1 5 0,5 7 10 0,-5-7-16 16,6 9 3-16,-3-4 3 0,-1 1 1 0,1 0 0 15,-3-6-2-15,6 10-1 0,-2-7 9 0,-4-3 8 0,9 8 7 16,-4-5 11-16,-5-3 11 0,9 3 5 16,-9-3 2-16,12-3 5 0,-12 3 1 0,11-7-2 15,-3 2 2-15,-2-2-4 0,1-2-1 0,-2 1-5 16,-1-2-8-16,-1 2 1 0,0-2-7 0,1-1-16 15,-3-1-18-15,0 1-23 0,-1 1-9 0,-1 2-17 16,-1 0-30-16,0-1-30 0,2 9-16 0,-4-8-31 16,4 8-123-16,-7-3-305 0,7 3 136 0</inkml:trace>
  <inkml:trace contextRef="#ctx0" brushRef="#br0" timeOffset="29646.88">10584 3927 127 0,'8'-6'151'0,"-1"-4"-24"0,1 0 18 0,0 1-11 16,-2 0-8-16,-1-1-9 0,0 0-8 0,-2-1-7 15,1 0-7-15,-1 0-6 0,-1 1-11 0,-2 2-11 16,0-2-3-16,1 1-4 0,-1 9-8 0,-3-10-2 16,3 10-7-16,0 0-11 0,-3-9 2 0,3 9-9 15,0 0-2-15,-9-1-1 0,9 1-2 0,-9 9-6 16,4 0 0-16,-4 4 0 0,2 2-5 0,1 0 1 15,2-2-1-15,1 2 0 0,0 1-1 0,1-5 2 16,1 2 0-16,2-1-2 0,1 1 0 0,0-3-5 16,5-1 1-16,-2 1 2 0,1-1 1 0,-1-2-4 15,4-1 3-15,1-2 4 0,2-3-3 0,-3 1 2 16,1-2 3-16,0 0-5 0,2-2-3 0,-2 1 0 16,-1-1 1-16,1-3 1 0,-2-1-3 0,1 2 3 15,0-4-6-15,-3 1 0 0,-1-1 3 0,0-1 2 16,1 0-1-16,-1-1-7 0,-2-1 2 0,0-1 2 15,-1 3 1-15,1-2-1 0,-2 0 1 0,1 1-4 16,0 1 9-16,-1 2-9 0,-1 7-6 0,3-11 7 16,-3 11-6-16,1-6 0 0,-1 6-4 0,0 0 0 15,0 0 3-15,0 0-1 0,0 0 3 0,0 0-2 16,16 17 3-16,-13-9 3 0,1 3 0 0,-1 0 0 16,1-1 3-16,-3 1-4 0,2 2 2 0,-1 3-1 15,1-2 1-15,2 2-16 0,-3 1-19 0,-1-1-27 16,1-4-43-16,0 4-22 0,-3 2-155 0,-3-1-304 15,-3 0 135-15</inkml:trace>
  <inkml:trace contextRef="#ctx0" brushRef="#br0" timeOffset="30056.5">9997 4799 77 0,'7'-18'180'0,"2"-7"-15"0,2 0-10 16,4-2-14-16,-2 0-1 0,4 0-8 0,-4-2-13 0,-1 1-15 16,1 1-11-16,0 0-6 0,-3 3-12 0,-1 7-6 15,-1-2-2-15,-1 3-5 0,-3 3-8 0,0 3 4 16,-1 1-2-16,-2 2-3 0,0 1-13 0,-1 6-3 15,-1-9-5-15,1 9-4 0,0 0-6 16,-12-5-2-16,12 5-7 0,-15 5 0 0,8-2-2 16,0 2 2-16,1 1-6 0,-3 2-7 0,2 1-5 0,1 1-5 15,2 0-5-15,2 0-9 0,0 1-2 0,4-1 7 16,3 5-5-16,-3-4 0 0,5 3-1 0,3-1-4 16,0 2 13-16,-2-5-3 0,1 3 4 0,1 1-2 15,-5-4 7-15,4 4 2 0,-1-4-3 0,-2 0-1 16,-1 0 0-16,-1 0 3 0,-4-2 1 0,1 1 0 15,-1 1-7-15,-2-1-13 0,-1 1-13 0,-1-1-18 16,-3 1-28-16,0-1-16 0,-2-2-19 0,0 2-99 16,-5 0-238-16,3-2 105 0</inkml:trace>
  <inkml:trace contextRef="#ctx0" brushRef="#br0" timeOffset="30633.47">10152 4602 27 0,'0'0'147'16,"0"-6"-24"-16,0 6-1 0,0 0-1 0,0 0 3 15,0 0-14-15,0 0-12 0,0 0-8 0,13 19-6 0,-11-14-10 16,4 2-7-16,-3 0-6 0,5 1-4 0,-2 1-4 16,1-3-4-16,-1 3-6 0,2-5-3 15,-2 1 1-15,-1-3-8 0,2 3-5 0,-1-2 3 16,-6-3-4-16,11 4 4 0,-5-2-9 0,-6-2 1 15,0 0 2-15,13-6-1 0,-13 6-4 0,7-7 3 0,-2 3 3 16,-2-2-1-16,-1-1-2 0,2-2-3 0,-3-1-1 16,2 0 1-16,-3-1 5 0,1 3-2 0,1 0-1 15,-1 1-2-15,-1 7 6 0,1-13-1 16,-1 13 0-16,1-7-5 0,-1 7-9 0,0 0 0 16,0 0-5-16,0 0 0 0,0 0-1 0,0 0 0 15,0 0 2-15,0 0 0 0,0 0-3 0,11 20 1 16,-9-10 1-16,1-4 2 0,-1 3-5 0,3 0 1 0,-1-1 2 15,1 1-2-15,2-1-3 0,-2-4 1 16,1 1 4-16,-1-1-1 0,2-1 6 0,2-2-2 16,1-2-2-16,-10 1 0 0,15-3-1 0,-3-1 0 15,-5-5 1-15,1 2 3 0,1-1 6 0,-3-1 3 0,2-6 7 16,-3 5-6-16,-2-2-1 0,2-5 7 16,0-1-4-16,-3-1-3 0,1 0-3 0,-2-1-3 15,1 1 1-15,-1 0 0 0,-2 1 2 0,2 2 12 16,0 6 7-16,-2 0-1 0,1 10 3 0,1-13-5 15,-1 7-4-15,0 6-9 0,0 0-1 0,1-7 0 16,-1 7-9-16,0 0 2 0,0 0 0 0,7 30 5 0,-5-14-5 16,2 8-2-16,0-4 8 0,0 6-8 0,0 0 2 15,0 3-3-15,-2-3 1 0,2 0 3 0,-1-7-4 16,0 6 1-16,0-7-3 0,2 1-12 16,-3-1-23-16,0 0-27 0,-1-1-33 0,0 1-26 15,-1-6-46-15,0 0-40 0,-1 0-28 0,-2-1-117 16,0-1-373-16,-4-2 165 0</inkml:trace>
  <inkml:trace contextRef="#ctx0" brushRef="#br0" timeOffset="30824.42">10570 4553 100 0,'8'-7'167'15,"-1"4"-13"-15,2-3-3 0,-2 3-11 0,-1 1-5 16,-6 2-14-16,19 4-5 0,-19-4-6 0,17 10-17 15,-11-3-2-15,-1 3-8 0,-1 0-4 0,1 4-10 16,-3-2-10-16,-2 4-10 0,-2-4-19 0,0 0-26 16,2 1-28-16,-6 1-29 0,4-3-37 0,-1-1-30 15,-1-1-124-15,-1 0-265 0,-1-3 117 0</inkml:trace>
  <inkml:trace contextRef="#ctx0" brushRef="#br0" timeOffset="31047.75">10737 4402 123 0,'0'0'210'0,"1"-9"-19"15,-1 9-22-15,3-5-13 0,-3 5-6 0,0 0 9 16,0 0-5-16,12 18-7 0,-10-6-4 0,2 4-17 16,0 10-5-16,-2-7-22 0,2 7-3 0,-4-3-10 15,1 2-6-15,2 0-10 0,-2-6-5 0,1 0-2 16,-2 0-21-16,0-1-28 0,-2-1-28 0,0 2-27 15,0-2-35-15,0-2-29 0,-1-2-36 0,1-2-32 16,-2-3-146-16,-1 2-347 0,0-3 154 0</inkml:trace>
  <inkml:trace contextRef="#ctx0" brushRef="#br0" timeOffset="31230.66">10804 4515 38 0,'5'-4'150'0,"-5"4"2"0,13-3-11 0,-13 3-1 0,14 1-5 16,-14-1-13-16,15 8 5 0,-6-2-15 0,-4 2-10 16,1 0-8-16,-3 3-9 0,0-1-10 0,-5 3-5 15,2 2-7-15,-4 1-17 0,1-2-25 16,-3-1-25-16,-1 2-24 0,-1-4-50 0,-2 1-41 0,-3 0-122 16,-2-1-261-16,6-5 116 0</inkml:trace>
  <inkml:trace contextRef="#ctx0" brushRef="#br0" timeOffset="31437.14">10939 4405 33 0,'0'0'206'0,"4"-7"-25"16,-4 7-16-16,0 0-3 0,0 0 0 15,0 0-11-15,0 0-6 0,13 16-11 0,-10-9-7 16,0 5-10-16,-2-2-14 0,1 2-9 0,-1 5-10 15,0-1-5-15,1-3-9 0,-1 0-12 0,1 5-31 0,-2-3-33 16,-3 1-43-16,1-2-35 0,1-3-34 16,-2 2-51-16,0-1-110 0,-4 2-302 0,7-14 134 15</inkml:trace>
  <inkml:trace contextRef="#ctx0" brushRef="#br0" timeOffset="31730.86">10986 4585 117 0,'2'-8'168'15,"-2"8"4"-15,0 0-22 0,0 0-13 0,0 0-17 16,5-8-4-16,-5 8-11 0,0 0-10 0,0 0-6 16,0 0-4-16,0 0-11 0,19 3-7 0,-19-3-8 15,13 3 5-15,-13-3-10 0,13-2-4 0,-13 2-4 16,21 1-7-16,-21-1-2 0,17 0-2 0,-17 0-5 16,14 0-1-16,-14 0-3 0,14-1 0 0,-14 1-3 15,0 0-4-15,13-1 1 0,-13 1-9 0,0 0 0 16,0 0-5-16,11 3 5 0,-11-3 6 0,10 7-5 15,-6-2 2-15,0 6 1 0,0-1 3 0,0 2 3 16,-1 5-2-16,-1-1 12 0,-1 2-3 0,-1 2-1 16,-1 4 0-16,0-5 0 0,-2 2-4 0,-1-2-4 15,1-1-2-15,-3 0 4 0,-1-1-14 0,2 2-15 16,-2-4-28-16,0 2-37 0,-2-3-49 0,-3-1-49 16,1 2-167-16,-3-4-365 0,-3-3 161 0</inkml:trace>
  <inkml:trace contextRef="#ctx0" brushRef="#br0" timeOffset="32031.24">11199 3850 84 0,'0'0'196'0,"0"0"-8"0,0 0-9 0,0-9-15 16,0 9-16-16,0 0-17 0,0 0-11 0,2-7-13 16,-2 7-11-16,0 0-8 0,13 0-11 0,-5 0-5 15,-8 0-22-15,16 2-26 0,-4-1-37 0,-2 0-30 16,-1 2-34-16,1 1-25 0,-3-1-15 0,0 1-112 15,-2 0-248-15,-2 4 110 0</inkml:trace>
  <inkml:trace contextRef="#ctx0" brushRef="#br0" timeOffset="32169.57">11211 4066 92 0,'0'0'186'0,"0"0"-5"0,-2 7-9 0,2-7-12 0,0 0-22 16,0 0-9-16,0 0-14 0,0 0-14 0,0 0-26 15,0 0-29-15,25-3-39 0,-12 1-60 0,9-3-43 16,-5 1-114-16,4-3-226 0,6 0 101 0</inkml:trace>
  <inkml:trace contextRef="#ctx0" brushRef="#br0" timeOffset="75244.33">8879 5777 14 0,'0'0'80'0,"-8"1"-6"0,8-1-2 0,0 0 5 16,0 0-3-16,0 0 2 0,-12 0-3 0,12 0-2 0,0 0-1 15,0 0 0-15,0 0-10 0,-13 0 5 0,13 0-15 16,0 0-10-16,0 0-8 0,0 0 9 15,0 0-6-15,0 0-9 0,0 0 1 0,0 0-3 16,0 0-1-16,28-4 5 0,-14 3-14 0,4-2 11 16,10 0-6-16,0-1 6 0,3-2-9 0,1 4 3 15,0-3-7-15,1 0-8 0,0 1 4 0,-1 0 0 0,-4 1-6 16,0-2-4-16,-7 4-17 0,-3 0-22 0,-4-1-20 16,-3 2-15-16,2 0-18 0,-1 0-84 0,-5 0-191 15,-7 0 85-15</inkml:trace>
  <inkml:trace contextRef="#ctx0" brushRef="#br0" timeOffset="75708.68">9029 5759 27 0,'-11'2'96'0,"11"-2"9"0,0 9-8 0,-2-2 6 15,2 3-22-15,-2 4 10 0,1 1-9 0,1 3-1 16,0-1-12-16,0 3-1 0,0 0-4 0,0 3-4 16,1-3 1-16,-1-1-11 0,0 6-2 0,0-8 1 0,0-1-6 15,2 2-3-15,-1-2-4 0,-1 2-5 0,0-3 1 16,1-4-7-16,-1 0-10 0,2-1 6 16,-2 1-1-16,1-1 2 0,-1-3 3 0,1 0-12 15,-1-7-2-15,-1 14 3 0,1-6 1 0,0-8-6 16,-1 10 0-16,1-10-6 0,-3 9 0 0,3-9 0 0,-4 7 0 15,4-7-1-15,-7 8 0 0,7-8-9 16,-8 1-3-16,8-1 3 0,-10 3 2 0,3-3-3 16,7 0 1-16,-11 1-5 0,11-1 4 0,-13-2 1 15,13 2-3-15,-13 0 3 0,13 0 5 0,-13-2-3 16,13 2 2-16,-9-1 3 0,9 1-3 0,0 0 3 0,-11 0-2 16,11 0-1-16,0 0-7 0,0 0 1 15,0 0-5-15,0 0 16 0,0 0-5 0,0 0 6 0,0 0-5 16,0 0 1-16,0 0 5 0,0 0 0 15,22 10-1-15,-11-9 1 0,5 1-2 0,3-1-9 0,0-1 14 16,9 0-10-16,-1-1-19 0,1-1-4 0,3 0-31 16,-2-1-22-16,0-2-3 0,1 0-6 0,-2 1-10 15,-7 0-1-15,5-6-60 0,-7 7-172 16,1-3 76-16</inkml:trace>
  <inkml:trace contextRef="#ctx0" brushRef="#br0" timeOffset="76026.12">9486 6091 40 0,'5'-5'55'16,"0"1"10"-16,-1 0 5 0,-4 4 12 0,6-8 10 15,-6 8 5-15,3-7-4 0,-3 7 5 0,0 0 1 16,0-12-6-16,0 12-6 0,0 0-11 0,0 0 0 16,-9-7 3-16,9 7-10 0,0 0-7 15,-11 2-2-15,11-2 0 0,-14 10-7 0,2-3 2 0,2 2-8 16,-3 1-5-16,0 4-3 0,2-2-9 0,2-2-1 16,4 0-3-16,0 0-5 0,1-1 5 15,3 1-5-15,2 1-11 0,-1-4 6 0,2 4-7 0,2-2-4 16,0 0 4-16,1-1-6 0,1 1-1 15,1-1 0-15,-1-1 2 0,0 2 1 0,-1-4-1 0,1-1 1 16,-1 1 1-16,0 0-5 0,0 0 7 0,-2-2-6 16,-3-3 0-16,5 10 3 0,-5-10-5 0,1 7 6 15,-1-7-1-15,3 7 2 0,-3-7-2 16,0 0 5-16,-10 9-6 0,6-4 0 0,-5 0 2 16,-1 0-4-16,1 0 0 0,-2-1 5 0,0 1-8 0,2-2-6 15,0 1-12-15,0-1-15 0,1-1-12 0,8-2-37 16,-10 1-34-16,10-1-31 0,-10 2-110 15,10-2-278-15,0 0 123 0</inkml:trace>
  <inkml:trace contextRef="#ctx0" brushRef="#br0" timeOffset="76198.32">9928 6132 67 0,'17'0'66'0,"-17"0"-16"0,10 0-16 0,-10 0-2 0,10 1-14 16,-10-1-4-16,5 5-11 0,-5-5-12 0,7 6 3 16,-7-6-16-16,2 6 3 0,-2-6-19 0,0 10-42 15,0-10 19-15</inkml:trace>
  <inkml:trace contextRef="#ctx0" brushRef="#br0" timeOffset="76305.39">9947 6212 40 0,'-5'6'7'0,"1"0"15"0,1-1 11 0,-4 0 8 0,4 1 9 15,3-6 6-15,-7 8 2 0,3-3 0 0,4-5-1 16,-6 8 1-16,6-8 0 0,-2 9-11 0,2-9 0 15,0 0-10-15,0 0-5 0,7 12-1 0,-2-11-3 16,3 2-28-16,2-3-40 0,4 2-80 0,1-2-130 16,12-6 57-16</inkml:trace>
  <inkml:trace contextRef="#ctx0" brushRef="#br0" timeOffset="76802.42">11160 6083 1792 0,'-5'-10'-9'16,"-1"-6"19"-16,3 4 10 0,-1-5-5 0,3 6-12 0,1 0 0 15,0-2-5-15,5 3 2 0,3-1-1 16,1-2 4-16,5 1 0 0,1-1 15 0,-1 4 7 15,3 1-2-15,1 2 1 0,-7 0 0 0,3 3-6 16,-2 0-2-16,2 0 9 0,-3 4-8 0,1 1 1 0,-1-1-3 16,-1 4 3-16,1 0-1 0,-4 2-1 15,0 0-2-15,-3 1-3 0,0 1 4 0,-1 0-1 16,-3 1-4-16,2 0 4 0,-2 2-5 0,-4-1 0 16,3 1-3-16,-2-4 1 0,2-1 1 0,0 2-1 0,-2 0-5 15,3-2 4-15,-3 1-3 0,3-8-1 16,0 13-4-16,-1-7-6 0,1-6-6 0,4 10-3 15,-3-5-1-15,-1-5 8 0,5 12-1 0,-2-9-1 16,2 3 0-16,1 2 5 0,-1-3 5 0,-2 2-8 16,3 0 4-16,0-1-1 0,-1 3 3 0,-3-2-2 0,3 0 1 15,-1 1 2-15,-1-2 1 0,-3 1 2 16,1 0-3-16,0 0 1 0,-1-7 2 0,-2 13 2 16,-2-4 5-16,-1-2-5 0,-3-1 1 0,0 0-1 15,-1 0 0-15,-2-1 4 0,-2 1-4 0,2-2-1 0,-3 0 4 16,1 0-4-16,0-3-1 0,-5 2-10 0,4 0-15 15,1-2-19-15,1-1-17 0,2 1-21 0,10-1-31 16,-16-2-28-16,10 0-133 0,-1-2-298 0,7 4 132 16</inkml:trace>
  <inkml:trace contextRef="#ctx0" brushRef="#br0" timeOffset="77378.35">11738 5910 90 0,'-2'-6'150'0,"2"6"2"0,-4-7 1 0,4 7-1 16,0 0-8-16,-3-6-5 0,3 6-10 0,0 0-13 16,0 0-14-16,0 0-16 0,0 0-8 0,0 0-12 15,0 0-4-15,0 0-10 0,0 0 3 0,0 0 4 16,18 20 0-16,-12-10-3 0,2 3-6 0,-4 6-4 15,0-3 0-15,3 3-5 0,-2-1-4 0,0-3-1 16,2 3-2-16,-5 2-6 0,4-4 0 0,-2 0-3 16,1-2-2-16,0-4-2 0,0 3-2 15,-3-4-2-15,2-1-3 0,0-2 2 0,-3 0-4 16,-1-6 5-16,4 9-3 0,0-6-2 0,-4-3 10 0,5 5 2 16,-5-5 7-16,0 0 9 0,0 7 5 0,0-7-2 15,0 0 0-15,0 0-6 0,0 0-7 0,11-15 1 16,-7 5-7-16,3-5 0 0,2-2-3 15,-2 1-3-15,-2-3-1 0,5-4-5 0,1-1-2 0,-1 1 1 16,-3 5-2-16,3 0-1 0,0 0 0 0,-1-4-5 16,-1 6 3-16,-2 4-2 0,-1 3 1 0,0-2 0 15,-2 4-4-15,1 1-4 0,-2 0-13 0,2 1-9 16,-4 5-21-16,6-7-27 0,-6 7-27 0,0 0-26 16,3-5-19-16,-3 5-13 0,0 0-20 0,0 0-11 15,5 15-130-15,-4-8-344 0,-1-7 152 0</inkml:trace>
  <inkml:trace contextRef="#ctx0" brushRef="#br0" timeOffset="77730.97">11206 6517 141 0,'-7'1'130'0,"7"-1"-13"16,0 0-1-16,0 0-10 0,0 0-7 0,0 0 4 16,43 3-4-16,-6-3 3 0,21-4-12 0,7-1 2 15,31-2-4-15,0-5-11 0,-30 6-5 0,35-3-7 16,-9-1-3-16,-29 2-3 0,2 2-7 0,-4 1-9 15,-1-2-5-15,-5 2-4 0,-4 2 2 0,-10-2-7 16,-6 3-4-16,1-2-3 0,-5 2-4 0,-2 0-4 16,-7 2 2-16,-3-1-9 0,-5 1-5 0,-3 0-4 15,-2 0-8-15,0 0-5 0,-9 0-12 0,9 0-21 16,-9 0-23-16,0 0-21 0,0 0-39 0,0 0-129 16,0 0-282-16,0 0 126 0</inkml:trace>
  <inkml:trace contextRef="#ctx0" brushRef="#br0" timeOffset="79412.88">11269 6739 105 0,'0'0'125'0,"0"0"-12"0,0 0-9 15,0 0-5-15,0 0-1 0,0 0 4 0,0 0-7 16,4 12 12-16,-4-6-6 0,1 2-2 0,-1 3-9 16,1 4 1-16,2 3-14 0,-3 0 0 0,4 1 3 15,-2 5-8-15,2-5-4 0,0 7-5 0,-3-3-8 16,0-5-4-16,1 1-3 0,0-1-4 0,0 0-5 16,-1-2-7-16,0 1-5 0,0-4 0 0,1 4 0 15,-2-3-2-15,0-2-1 0,1 1-7 0,-2 3-18 16,1-5-21-16,0 0-31 0,-2-1-21 0,2 0-33 15,-2-1-19-15,-1-2-35 0,-1 1-112 0,1 0-296 16,-2-5 131-16</inkml:trace>
  <inkml:trace contextRef="#ctx0" brushRef="#br0" timeOffset="79782.83">11559 6752 8 0,'9'-2'123'0,"-3"2"-12"16,-6 0-7-16,13 0-2 0,-6 4-2 0,-1-2-8 15,0 3-16-15,-3-1-10 0,-1 2 1 16,1 0-4-16,0 4-2 0,-3-2-9 0,0 4 4 16,-2 1-12-16,-2-2-1 0,-1 6-4 0,0-5-3 0,-2 2-1 15,-2 0-8-15,-2-1 4 0,0 1-13 0,2-5 7 16,0 1-11-16,1-5 5 0,-2 2 1 15,5 2-7-15,1-5 1 0,-2-2 1 0,1 1-4 16,-2 2 2-16,7-5-3 0,-7 4-5 0,7-4 3 0,-7 5 6 16,7-5-9-16,0 0 4 0,-5 4-7 0,5-4-2 15,0 0-3-15,0 0 5 0,0 8-1 16,0-8 1-16,0 0 8 0,8 12 0 0,-3-8-7 16,0 1-3-16,4 0 0 0,1 1 9 0,-1-1 2 0,5 2 0 15,1-1-5-15,-3-1 8 0,3 1-26 0,2 0-8 16,-2 1-35-16,1-4-17 0,-3-2-22 0,4 2-23 15,-5 0-93-15,-1 1-227 0,3-4 101 0</inkml:trace>
  <inkml:trace contextRef="#ctx0" brushRef="#br0" timeOffset="79923.58">11833 6999 88 0,'1'-7'172'0,"-1"7"-13"0,0 0-19 0,0 0-11 16,0 0-11-16,1-7-20 0,-1 7-6 0,0 0-19 15,0 0-30-15,0 0-46 0,0 0-42 0,0 0-35 16,0 0-84-16,0 0-178 0,0 0 78 0</inkml:trace>
  <inkml:trace contextRef="#ctx0" brushRef="#br0" timeOffset="80223.56">11922 6860 13 0,'0'-9'209'0,"0"9"-12"0,0 0-7 16,-1-9-5-16,1 9-11 0,0 0-11 0,0-10-19 16,0 10-14-16,0 0-18 0,0 0-9 0,2-7-16 15,-2 7-11-15,0 0-1 0,0 0-11 0,0 0-5 16,0 0-7-16,10 23-5 0,-4-15-2 0,-2 1-6 16,1 2-7-16,-2-1 2 0,4 0-5 0,-2-1-2 15,2 2-4-15,0-2 0 0,2 5-3 0,-3-4-4 16,2 1-3-16,-2-2 3 0,1-1-1 0,-1 1-6 15,-2 0 1-15,2-2 2 0,0 1-2 0,-3-2-5 16,0-3-1-16,-1 3-3 0,-2-6-5 0,3 9-7 16,-3-9-9-16,0 0-2 0,2 8-11 0,-2-8-19 15,-8 8-20-15,1-5-19 0,1-1-24 0,-4 0-25 16,-1-2 1-16,2 0-19 0,-3 0-110 0,0-2-290 0,2-3 129 16</inkml:trace>
  <inkml:trace contextRef="#ctx0" brushRef="#br0" timeOffset="80359.92">11945 6806 43 0,'4'-4'92'15,"3"-2"-13"-15,1 2-6 0,2-3-10 0,2 1-2 16,1 1-11-16,5 1-6 0,0-1-26 0,2 3-40 16,2-2-62-16,-5 2-90 0,4 1 39 0</inkml:trace>
  <inkml:trace contextRef="#ctx0" brushRef="#br0" timeOffset="80792.63">12322 6997 25 0,'0'0'152'0,"4"8"-11"0,-4-8-1 0,0 0-18 0,10 0 2 15,-10 0-3-15,9 0-14 0,-9 0-3 16,13 0-8-16,-7 0-8 0,-6 0-9 0,16 0-11 0,-9-2-2 15,-7 2-6-15,14-2-9 0,-7 0 3 0,-7 2-7 16,9-4-10-16,-9 4 1 0,8-7-1 0,-5 4-9 16,-3 3-1-16,1-10-4 0,1 4-1 0,-2-6-10 15,-2 0 6-15,1 1-8 0,-4-1-1 0,3 0 5 16,-2 1-5-16,2-1 4 0,1-1-5 16,1 2-1-16,0-2-2 0,0 1-4 0,1 1-1 0,1 1 0 15,2 2 5-15,0 0-6 0,2-2 0 0,2 5 3 16,1-3-4-16,3 3-3 0,1 0 4 0,5 2-4 15,-2 1-5-15,2 2 7 0,-5 0 3 0,3 2 3 16,-1 3-3-16,-1 1 0 0,-3 0 0 0,4 1 3 16,-3 0 0-16,-5 2 2 0,1 1-6 15,-3 0 0-15,0 2 3 0,-3-2 5 0,-1 3 3 16,2-3-3-16,-2 2 2 0,1-2 1 0,-2 3-3 0,0-2 3 16,2-2-2-16,-2 1-4 0,0-1 0 0,-2-2-1 15,4 1 2-15,-2 2-4 0,0-5 10 0,2 2-13 16,-2-7-14-16,4 10-15 0,1-5-18 0,-1-2-25 15,-4-3-26-15,16 3-21 0,-5-4-22 0,1-1-110 16,4-2-274-16,4-3 122 0</inkml:trace>
  <inkml:trace contextRef="#ctx0" brushRef="#br0" timeOffset="80984.09">13293 6502 82 0,'0'0'154'16,"4"-5"-10"-16,-4 5-27 0,0 0-5 0,9-4-15 15,-2 3-8-15,4-1-5 0,0 0-19 0,8 1-19 16,-2 0-23-16,2 1-30 0,0-3-38 0,2 3-24 16,-3 3-80-16,-7-2-162 0,-2 2 73 0</inkml:trace>
  <inkml:trace contextRef="#ctx0" brushRef="#br0" timeOffset="81129.92">13436 6617 27 0,'-6'5'134'0,"6"-5"-9"0,0 0 1 0,0 0-6 16,0 0-25-16,0 0-11 0,0 0-2 0,0 0-9 16,0 0-8-16,16 6-22 0,-5-6-29 0,0-1-36 15,3-1-41-15,5 0-88 0,0-2-163 0,-1 0 72 16</inkml:trace>
  <inkml:trace contextRef="#ctx0" brushRef="#br0" timeOffset="82537.7">14964 6049 48 0,'2'-7'149'0,"-2"7"5"16,0 0-11-16,0-13-8 0,0 13-12 0,0 0 0 15,0 0-9-15,0-10-9 0,0 10-7 16,0 0-10-16,0 0-5 0,0 0-12 0,0 0-6 0,0 0-2 16,0 0 1-16,0 0-8 0,-3-6-9 0,3 6-2 15,0 0-5-15,0 0-2 0,-17 19-3 0,8-9-5 16,3 1-3-16,-6 2-2 0,1 1-1 0,1 2 0 15,-1 2-6-15,2-1 2 0,-2-1-6 0,1 1 0 16,4 0 0-16,-2-1-4 0,3 1 2 0,1 0 0 16,3 0-4-16,-2-2 6 0,1 0 1 0,2-4-7 15,2 2-4-15,0-2 1 0,0 0 3 0,2-1-3 16,0-1 1-16,1-1 3 0,5-2-1 0,3 1 3 16,-1-3 0-16,5-2 3 0,1 0 3 0,2-4 0 15,4 2 9-15,1-7 2 0,-5 1-5 0,0-2-1 16,-1 1 3-16,-1-3-5 0,-1-2-2 0,-3 2-2 15,0-4 1-15,-1-1-2 0,-2 1 0 0,0-5-2 16,0-4 0-16,-6 5 1 0,-1 0-4 0,-3-7 1 16,-1 6-5-16,-5 2-2 0,4-2 1 0,-3-1-4 15,-4-3 10-15,-6 1-8 0,3 7-1 0,-2 1-1 16,-8-4-1-16,5 7-1 0,-2-1-1 0,-1 3-1 16,1 1 0-16,0 4 1 0,-1-2-1 0,2 5 1 15,1-2-3-15,1 3 3 0,0 2-3 0,4-1-10 16,-1 3-10-16,1 1-27 0,0 1-34 0,1 3-35 15,3 2-36-15,0-3-42 0,1 8-123 0,1-4-347 16,3 0 154-16</inkml:trace>
  <inkml:trace contextRef="#ctx0" brushRef="#br0" timeOffset="82737.28">15280 6257 89 0,'0'0'192'16,"9"-2"-13"-16,-9 2-12 0,0 0-16 0,0 0-3 15,0 0-25-15,9-2-15 0,-9 2-15 0,0 0-20 16,0 0-34-16,0 0-38 0,0 0-41 0,0 0-19 16,0 0-19-16,9 2-120 0,-9-2-214 0,7 4 95 15</inkml:trace>
  <inkml:trace contextRef="#ctx0" brushRef="#br0" timeOffset="83098.85">15592 6017 128 0,'4'-6'162'0,"-4"6"-6"0,10-5-11 16,-6 4-3-16,-4 1-17 0,10 0-6 15,-10 0-9-15,14 4-7 0,-8 1-7 0,2 2-10 16,-1 1-11-16,-1 4-3 0,-2-2-10 0,1 6-4 16,-2-1-1-16,-3 5-4 0,-2-4-6 0,-2 1 4 15,-2 0-14-15,0 0-1 0,-1-1-5 0,-1 1-2 0,0-4 1 16,-4 1-5-16,5-5-3 0,-2 0-2 16,0-1-4-16,0 0 3 0,4-4-3 0,-1 1 1 15,3 0 1-15,3-5-4 0,-8 6 3 0,8-6-4 16,-5 5-1-16,5-5 3 0,0 0-4 0,0 0-1 15,0 0-2-15,0 0-3 0,0 0 1 0,0 0-3 0,0 0 1 16,18 3-2-16,-7-2 4 0,2-1-3 0,4 0-4 16,2 0-17-16,0 0-24 0,9-1-23 0,0 2-22 15,2-2-17-15,-2-1-14 0,-7 2-17 16,8-1-3-16,-10 1-15 0,-1-2-86 0,-2-1-258 0,-2 1 114 16</inkml:trace>
  <inkml:trace contextRef="#ctx0" brushRef="#br0" timeOffset="83456.22">16029 6113 19 0,'7'-17'109'0,"-5"0"0"0,-1 1-3 0,1 4 19 16,-1 3 7-16,0-1 16 0,-1 3-10 0,0 7-8 0,2-11-17 15,-2 11-12-15,-2-8-14 0,2 8-9 0,0 0-7 16,0 0-10-16,0 0-1 0,0 0-8 0,0 33-3 16,-1-16 0-16,2 2-4 0,1-1 8 0,-2 0-16 15,1-1-4-15,1 1-4 0,2-3-4 0,3 1-1 16,-2-5 0-16,0 0 1 0,3 0 1 0,-2-3-5 15,0 1-3-15,1-5 0 0,0 3-1 0,2-3 3 16,-2-1 4-16,0-3 4 0,1 1 4 0,-8-1 4 16,14-4 9-16,-5 0-1 0,-1-2-1 15,-2-1-3-15,2-1-1 0,1-2-4 0,-3-1-2 0,0 1 6 16,1-1-4-16,2-5-2 0,-4 4-2 0,1 3-3 16,-1 0 4-16,1 1-2 0,-3 2-1 0,0 1-2 15,-3 5-7-15,6-8-7 0,-6 8-1 0,0 0 2 16,7 0-8-16,-7 0 4 0,0 0-2 0,6 22 1 15,-3-11 6-15,-2 8-7 0,0-3 1 0,-1 2-1 16,2 3 4-16,-4-3-6 0,1 2 4 0,0-2-21 16,1 0-25-16,-2 0-32 0,1-1-45 0,0-1-63 15,0-4-36-15,-1 5-185 0,-2-7-430 0,2 1 191 16</inkml:trace>
  <inkml:trace contextRef="#ctx0" brushRef="#br0" timeOffset="83862.42">16450 6273 47 0,'4'-3'173'0,"-4"3"-21"15,0 0-13-15,0 0 3 0,0 0-4 0,10 13-2 16,-9-7-2-16,-1 5-10 0,0 0-17 0,0-1-9 16,-1 3-7-16,-1-4-7 0,2 2-9 0,-2-2-7 15,1 1-6-15,-1-3-5 0,2-7-1 0,-1 12-5 16,1-12 4-16,0 7 12 0,0-7 11 0,0 0 3 15,0 0-7-15,0 0-8 0,0 0-5 0,0 0-5 16,0 0-6-16,0 0-5 0,-1-27-5 0,1 14-4 16,0-4-1-16,1 0-5 0,0-3-7 0,4 1-1 15,2-8 1-15,-1 0-6 0,2 1-2 0,2-3 0 16,-2 2 3-16,2 0-3 0,0 4-1 0,2 1 5 16,-6 7 0-16,2 1-3 0,-1 4-2 0,-3 0-2 15,0 5-3-15,0 0-7 0,0 1-1 0,-4 4-3 16,8-2 1-16,-8 2 3 0,10 7 1 0,-3 0 0 15,1 4 0-15,1 5 5 0,0 3-2 0,0 4 3 16,-3 2 0-16,-1-5-2 0,-1 6 2 0,3-2-1 16,-4 0 1-16,1-5-3 0,0 2 0 0,1 3 4 15,-2-6-2-15,1 0-4 0,-1-1-16 0,1-2-23 16,-1-1-28-16,-1 2-30 0,0-4-34 0,-1-1-42 16,0 1-31-16,2-3-195 0,-6-1-429 0,3-8 190 15</inkml:trace>
  <inkml:trace contextRef="#ctx0" brushRef="#br0" timeOffset="84035.45">16501 6328 5 0,'-4'-3'188'0,"4"3"-17"16,0 0-15-16,0 0-13 0,0 0-16 0,0 0-9 15,0 0-16-15,14-14-24 0,-1 11-29 0,6-2-46 16,9 1-24-16,3-3-33 0,1 1-37 0,1 3-72 15,0-2-176-15,0 0 79 0</inkml:trace>
  <inkml:trace contextRef="#ctx0" brushRef="#br0" timeOffset="84155.88">17103 6250 179 0,'0'0'177'0,"9"0"-10"0,-9 0-18 0,7-3-16 15,-7 3-9-15,8-2-19 0,-8 2-20 0,14-4-28 16,-8 3-30-16,3-1-36 0,2 2-24 0,0-2-52 15,-1 0-95-15,-10 2-194 0,16 2 86 0</inkml:trace>
  <inkml:trace contextRef="#ctx0" brushRef="#br0" timeOffset="84298.83">17213 6331 112 0,'0'0'197'0,"0"0"-5"0,0 0-3 15,0 0-6-15,0 0-11 0,-3 7-15 0,3-7-18 16,0 0-16-16,0 0-10 0,0 0-13 0,0 0-26 15,13 5-42-15,-3-5-50 0,3-1-58 0,5-1-68 16,-5-1-114-16,6-2-279 0,-1 0 124 0</inkml:trace>
  <inkml:trace contextRef="#ctx0" brushRef="#br0" timeOffset="84752.4">18229 6191 146 0,'0'0'157'0,"0"0"-12"0,9-5-15 16,-9 5-3-16,10 0-12 0,-10 0-9 0,14 6-4 15,-9-2-10-15,1 4-10 0,2 0-6 0,-3 2-11 16,0-1-3-16,-2 3-5 0,-1 0-2 0,0 3 10 16,-2 1-15-16,-3 0 1 0,-2 0-5 0,0-2 0 15,0-2-5-15,-3-2-4 0,0 0-7 0,1-1 2 16,-2 0-2-16,0-2-7 0,0-1 0 0,4-2 2 0,0 2-3 15,5-6-2-15,-9 5 2 0,9-5-7 16,-4 4 4-16,4-4 1 0,0 0 2 0,-5 5-2 16,5-5-2-16,0 0 1 0,0 0-7 0,0 0 14 15,0 0-15-15,0 8-5 0,0-8 3 0,0 0-6 16,20 4 2-16,-7-1-1 0,6-2-1 0,0 1-6 0,10-1-28 16,-1 5-22-16,-5-3-40 0,6-1-34 15,-1 3-36-15,-10-5-141 0,-3 2-329 0,-3-1 146 16</inkml:trace>
  <inkml:trace contextRef="#ctx0" brushRef="#br0" timeOffset="85126.74">18557 6248 187 0,'0'0'193'0,"0"-10"-12"0,0 10-15 15,-1-7-19-15,1 7-19 0,0 0-13 0,0 0-16 0,0 0-8 16,0 0-8-16,0 0-9 0,0 0-7 0,14 16-8 15,-9-6 0-15,1 3-11 0,2 0-3 16,-3-3 5-16,2 2-10 0,-4 1-5 0,4-4 1 16,2 1-8-16,-2-2-2 0,2 1 1 0,-1-3-4 15,2 1 0-15,-3-4-2 0,-1 1 1 0,1-1 0 0,-7-3-1 16,15 0 0-16,-9-2-1 0,2-1 5 16,1-2-3-16,0-1 5 0,0 0 3 0,-2-3-2 15,3 0 4-15,-2-3 5 0,0 2 2 0,-3 0-1 16,3 1 3-16,-3-1 1 0,0 1 1 0,-1 2 7 0,0 4 2 15,-1-3-4-15,-3 6-7 0,4-8-7 0,-4 8-8 16,0 0-4-16,0 0-2 0,0 0 1 0,0 0 1 16,13 14-6-16,-9-7 6 0,-2 5-7 0,1 3 0 15,0 2-1-15,-2-1-1 0,0 0-1 0,3 2 0 16,0 0-3-16,-2 2 3 0,1-3-10 0,-1 0-26 16,1-1-35-16,-2-1-58 0,3 1-52 0,-1-4-41 15,-2-1-200-15,-1-2-445 0,0 1 197 0</inkml:trace>
  <inkml:trace contextRef="#ctx0" brushRef="#br0" timeOffset="85418.68">19012 6374 53 0,'0'0'177'0,"0"0"-16"0,0 0-11 0,14 4-22 0,-14-4-13 16,9 5-7-16,-5-2-17 0,2 2-4 0,4 0-12 15,-1 1-3-15,2-2-5 0,1 0-7 0,0 1-2 16,2-2-2-16,-1 0-2 0,-2-1 6 0,3-2-1 16,-3 0 10-16,-1-2 7 0,-3 2 1 15,1-3-2-15,-3-1 3 0,0-2-6 0,-1 0-5 0,0 0 1 16,-3-4-9-16,1 1 1 0,-1-1 1 0,-1-1-4 16,-4-1-7-16,-2 2 0 0,-1 0-8 0,0 1-2 15,-1 0-6-15,0 2-4 0,-3 1-6 0,2 2-4 16,-3 1-3-16,1 3-22 0,-1 0-22 0,0 3-32 15,-1 4-42-15,4-1-49 0,-4 5-46 0,-1 1-175 16,3 3-399-16,3-6 176 0</inkml:trace>
  <inkml:trace contextRef="#ctx0" brushRef="#br0" timeOffset="85978.71">19292 6385 1919 0,'9'-7'66'0,"-5"2"-30"0,1-1-20 0,-1 2-6 15,0-2 4-15,-4 6-9 0,6-6 3 0,-6 6 1 16,7-4-6-16,-7 4 2 0,0 0-6 0,0 0 4 16,0 0 1-16,0 0 5 0,13 10 0 0,-11-4-1 15,-1-1-3-15,2 2 0 0,-1 1-2 0,1-2 0 16,-1 0 2-16,-2-6-1 0,4 11 2 0,-3-5-1 16,-1-6 1-16,1 6 2 0,-1-6 9 0,0 0 17 15,0 0 18-15,4 7 6 0,-4-7-2 0,0 0-4 16,0 0-3-16,0 0-5 0,0 0 0 0,0 0-7 15,0 0-1-15,-5-26-6 0,6 19 1 0,-1 7-4 16,-1-18-1-16,2 8-6 0,3-1 2 0,0-1-2 16,1-1-5-16,1 3 3 0,0-3 1 0,1-1-5 15,2 1 1-15,-1 5-5 0,1 2-1 0,-1-1 1 16,-3 3-4-16,4 1 0 0,0 0-5 0,1 2-2 16,-1 2 2-16,2 2-3 0,0 0-1 0,-2 1 0 15,1 4 2-15,-1 0 1 0,-2 3 0 0,0-2 0 16,0 1 6-16,0 1-6 0,-1 0 2 0,-1-1-4 15,1-1 5-15,-3 0-3 0,1-5-1 0,-1 2 7 16,-3-6-3-16,3 9 0 0,-3-9 8 0,2 5-3 16,-2-5 6-16,0 0 6 0,4 6-2 0,-4-6-1 15,0 0 0-15,0 0-3 0,0 0-1 0,0 0 1 16,3-20-4-16,-1 13-3 0,0 0 0 0,1-1 0 16,-1-1-1-16,1-2 2 0,3 1-2 0,1-4-3 15,2 1 1-15,-3 3-3 0,3 0 3 0,-3 3-2 16,2 0-4-16,0-1-2 0,1 2 5 0,-3 2-9 15,-1 1 4-15,-5 3-4 0,12-2 1 0,-12 2 0 16,12 4 1-16,-6-1 0 0,1 5 4 0,0 1 1 16,0 1-4-16,0 1 5 0,0 3-2 0,-1 2-17 15,-4 0-17-15,3-2-35 0,-2-1-40 16,-2 3-36-16,1-3-39 0,0-1-28 0,0 1-174 0,-2-2-421 16,2 0 186-16</inkml:trace>
  <inkml:trace contextRef="#ctx0" brushRef="#br0" timeOffset="86376.76">19992 6346 139 0,'0'0'158'0,"0"0"-16"16,0 0-18-16,0 0-5 0,0 0 7 0,7 13 3 16,-7-13-11-16,-3 19-9 0,2-8-11 0,0 0-6 15,-1 1-6-15,1-1-9 0,0 1-6 0,-2-2-5 16,1-3-9-16,2-7-6 0,-2 12-3 0,1-7 0 0,1-5 8 15,-1 7 17-15,1-7 15 0,0 0 12 16,-3 6-3-16,3-6-9 0,0 0-10 0,0 0-8 16,0 0 0-16,-7-18-13 0,7 8-3 0,0 1-8 15,2-1 3-15,-2-4-6 0,5-2-5 0,0-3 0 16,0 1-2-16,3-6-2 0,2 0-9 0,1 0-2 16,0 0-3-16,6-2-1 0,-2 2-3 0,3 3-1 0,-4-1 3 15,-1 6 2-15,-3 3-4 0,-4 4-1 16,3 1-2-16,-4 3-7 0,1 1-1 0,-1 1-3 15,-5 3 0-15,0 0 0 0,19 10 3 0,-14-3 2 0,0 5 3 16,0 5 0-16,2 1 3 0,0 6 1 16,-3 1 0-16,0 0 4 0,0 0-2 0,-8-1 1 0,4 3 0 15,0-7-6-15,-1 5 3 0,-1 0-3 16,2-9 2-16,-1 1-5 0,1-1-25 0,0-2-35 16,-3-3-38-16,3-1-37 0,-2 0-44 0,2 0-43 0,-1-5-53 15,1-5-142-15,-7 10-442 0,2-7 196 16</inkml:trace>
  <inkml:trace contextRef="#ctx0" brushRef="#br0" timeOffset="86522.75">20091 6344 98 0,'10'-2'87'16,"3"-2"-34"-16,6 1-49 0,-6-1-45 0,6-2-43 15,0 1 19-15</inkml:trace>
  <inkml:trace contextRef="#ctx0" brushRef="#br0" timeOffset="86652.48">20399 6305 209 0,'0'0'197'0,"0"0"-23"0,0 0-23 0,0 0-36 0,0 0-51 16,0 0-50-16,0 0-62 0,0 0-98 0,0 0-159 15,0 0 71-15</inkml:trace>
  <inkml:trace contextRef="#ctx0" brushRef="#br0" timeOffset="88617.89">9909 8346 119 0,'-11'-1'126'0,"11"1"-12"0,0 0-4 0,0 0-10 0,0 0 1 16,0 0-5-16,0 0-1 0,28 0-8 0,-1-3-13 15,6 2-9-15,3-4-1 0,2 4-10 0,13-5-9 16,-11 2-23-16,-1 1-11 0,-2-2-29 0,-1 2-21 16,-5-1-27-16,-2 3-26 0,-10-1-86 0,-2 1-194 15,-3 1 86-15</inkml:trace>
  <inkml:trace contextRef="#ctx0" brushRef="#br0" timeOffset="89008.71">10173 8336 102 0,'-3'13'119'0,"3"-4"3"0,-1 1-3 0,2 8-1 16,-1 6-3-16,0 1-6 0,1 4-6 0,-2-1-14 15,4-1-4-15,-2 0-6 0,1-2-19 0,2 1 5 16,1-1-4-16,-1-1-3 0,-3-5-7 0,3-1 0 16,-1 0-10-16,-2 0-8 0,2-2 3 0,-2-4-1 0,0-1-4 15,0-1-2-15,1-1-7 0,-1-4 2 16,0 3-6-16,-1-8 1 0,3 10 0 0,-3-10-1 16,0 9-5-16,0-9 1 0,0 0 0 0,0 0-6 15,-8 5-5-15,8-5 1 0,-10 0-9 0,10 0-8 0,-18-4 1 16,6 3 9-16,0-1-5 0,-2-2 3 15,-3 1-3-15,4 0 4 0,2 1 3 0,-3 2-7 16,3-2 1-16,0 2 6 0,2-2 3 0,9 2 0 16,-12-1 0-16,12 1-5 0,-7 0 3 0,7 0-1 0,0 0 7 15,-9 5-2-15,9-5 10 0,0 0-10 16,0 0 2-16,0 0 4 0,18 18-1 0,-8-14-3 16,7 1 1-16,3 1 3 0,7-1-5 0,2-1-19 15,3-2-38-15,4 1-37 0,2-4-44 0,-3 2-136 0,1-2-289 16,-2-3 129-16</inkml:trace>
  <inkml:trace contextRef="#ctx0" brushRef="#br0" timeOffset="89384.47">10558 8724 121 0,'0'0'152'0,"11"-6"-6"0,-2 3-11 15,1 1-14-15,0-2-8 0,0 4-9 0,3-2-13 16,-1 2-7-16,1 0-10 0,-1 0-2 0,-2 2-7 16,0 0-10-16,-3 1-5 0,3-1-8 0,-1 4-3 15,-3 1-1-15,0 2 0 0,-3 2 12 0,-1-1-7 16,-2 7 2-16,-2-2 1 0,-1 3-8 0,-4-1 1 16,-3 2-2-16,0-3-3 0,-3 6-6 0,0-6-1 15,2-1-2-15,-2-2 3 0,0 2-7 0,2-2 5 16,0-4 0-16,4 1 1 0,-1-3-6 0,0 2 3 15,1-2 6-15,2-3-8 0,1 2 5 0,0 0-4 16,4-6-2-16,-5 5 3 0,5-5-7 0,-2 8-4 16,2-8 2-16,0 0-4 0,0 0 7 0,9 9-2 15,-2-8-3-15,7 1 2 0,4-4-5 0,4 2-7 16,9-1-16-16,0-6-21 0,4 1-20 0,-1 0-19 16,3-1-14-16,3 1 5 0,10-7-5 0,-11 5-7 15,13-3-22-15,-3 1-21 0,-13 0-20 0,0 1-89 16,-3-1-265-16,2 0 119 0</inkml:trace>
  <inkml:trace contextRef="#ctx0" brushRef="#br0" timeOffset="89549.93">11457 8738 98 0,'0'0'195'0,"0"0"-6"0,4-6-4 16,-4 6-15-16,0 0-15 0,3-7-14 0,-3 7-16 15,0 0-12-15,9-1-13 0,-9 1-11 16,13 0-3-16,-2 1-15 0,0-1-20 0,2 0-29 0,1 3-27 15,-1-2-35-15,4-1-33 0,-4 2-30 0,-1-1-31 16,-2 2-106-16,-4-2-259 0,-1 4 116 0</inkml:trace>
  <inkml:trace contextRef="#ctx0" brushRef="#br0" timeOffset="89693.69">11516 8871 16 0,'0'0'165'0,"0"0"-2"0,-7 4 6 0,7-4-1 16,0 0-1-16,0 0-12 0,-4 6-11 0,4-6-13 15,0 0-16-15,0 0-8 0,0 0-8 0,0 0-11 16,22 3-13-16,-10-2-30 0,-1-2-50 0,7 2-52 16,0-4-53-16,0 3-163 0,-3-3-295 0,2 1 130 15</inkml:trace>
  <inkml:trace contextRef="#ctx0" brushRef="#br0" timeOffset="96598.23">12571 8492 2 0,'17'-8'106'0,"-2"3"-7"16,-1 1-15-16,-1 3 7 0,1 1-12 0,-1 1-14 16,-2 3 2-16,1-1-21 0,-1 3 15 0,0 1 2 15,1 4-9-15,-4 2 14 0,1 3-15 0,-4 2 4 16,-1 0-1-16,-6 10-6 0,0-2-5 0,-5 0 2 15,0 0-4-15,1-8 0 0,-3 5-13 0,-3-5 1 16,5 0-3-16,-4-4-6 0,-3 2 2 0,0-3 0 16,-3 0 5-16,2-1-10 0,-1-2-2 0,1-1 5 15,3-3-9-15,1-2 6 0,0 0 4 0,1-1-3 16,0-3 3-16,10 0-7 0,-15-3 4 0,9 1 0 0,1-2-7 16,-3 1 13-16,8 3 1 0,-7-10-2 15,5 5-5-15,2 5 3 0,-7-9-1 0,4 4-4 16,3 5 2-16,0-8-4 0,0 8 1 0,0 0-6 0,7-9-6 15,-7 9 4-15,8-5-4 0,0 3 0 0,-8 2 4 16,19 0-2-16,-8 3 0 0,1-2 0 0,2 3 1 16,2 0-2-16,4 1-2 0,-1 3 10 0,2-2-11 15,2-1-13-15,4 5-23 0,0-2-43 16,2-4-14-16,-2 0-48 0,0 2-139 0,0 0-300 0,-5-5 134 16</inkml:trace>
  <inkml:trace contextRef="#ctx0" brushRef="#br0" timeOffset="97028.61">13017 8474 137 0,'6'-6'175'0,"1"-1"-14"16,7 4-8-16,1-3-5 0,-2 4-5 0,5-2-17 15,-3 4-10-15,2 4-11 0,1-2-7 0,0 3-9 16,-2 1-13-16,1 4-4 0,-1 0-13 0,-7-1-3 16,3-2-3-16,-3 8-3 0,-3-1-8 0,-4-1-2 15,0 0-2-15,-1-2-3 0,-4 6-3 0,1-6-5 16,-2 4 2-16,-3 0-4 0,0-3-7 0,2-2 1 16,-1-1-3-16,0-2-3 0,3 0-1 0,-1-2-8 15,-1 0 2-15,5-5-6 0,-3 5-3 0,3-5-1 16,0 0-3-16,-2 9-2 0,2-9 4 0,0 0-2 15,8 9 1-15,-8-9 1 0,11 4 3 0,-5 0 5 16,1 0-9-16,-2-2-3 0,1 1 2 0,3 3 1 16,-2 2 4-16,-3-2-1 0,1-1 1 0,0 3 0 15,-3 0 0-15,0-2-1 0,0 2 2 0,-2-8-1 0,-4 13 4 16,0-3 2-16,-2-1-7 0,-2 1 4 16,1 0 4-16,-2 0-6 0,-3-2 1 0,-1 3-2 15,-1-2 5-15,-1 0-8 0,-1-2-14 0,5-1-17 0,0-1-23 16,-1-2-29-16,1 1-28 0,3-1-35 0,2 0-119 15,-2-3-292-15,8 0 129 0</inkml:trace>
  <inkml:trace contextRef="#ctx0" brushRef="#br0" timeOffset="97308.76">13414 8603 152 0,'3'-7'169'0,"-1"2"-9"0,-2 5-11 0,8-8-9 15,-5 4-12-15,-3 4-17 0,6-4-15 0,-6 4-8 16,0 0-6-16,14 0-8 0,-14 0-6 0,11 7-5 16,-4-3-6-16,6 1-4 0,-6 3-1 0,4-1-5 15,3 5-8-15,-1-3 6 0,-1 3-9 0,1-1-3 16,-4-3 6-16,0 1-5 0,0 2-12 0,0-4 1 16,2 3-5-16,-4-1 2 0,0 2-2 0,-3-2-4 15,3 2-2-15,-3-4 1 0,-1 3 1 0,-1-3 0 16,-2 1-4-16,0-1 1 0,0-7-5 0,-2 12-5 15,-3-7-15-15,2 0-25 0,-5-1-26 0,1-1-31 16,-2 0-16-16,-4 0-16 0,2-2-26 0,-3-1-97 16,-2-3-271-16,2-1 120 0</inkml:trace>
  <inkml:trace contextRef="#ctx0" brushRef="#br0" timeOffset="97450.73">13477 8543 28 0,'9'-7'107'0,"4"2"1"0,3-2-26 16,2 1-3-16,0 1-8 0,11-1-17 0,0 0-34 16,-1 1-12-16,3-1-18 0,-2 4-25 0,1 1-51 15,-1 2-92-15,-8-1 41 0</inkml:trace>
  <inkml:trace contextRef="#ctx0" brushRef="#br0" timeOffset="97974.39">14011 8625 116 0,'0'0'120'0,"3"12"6"0,-1-3 3 0,0-3-23 0,-2 2 0 15,4-1 11-15,-4 1-14 0,0 2-4 0,2-3-1 16,-2-7-2-16,1 13-8 0,-1-7-11 16,0-6 0-16,2 10-7 0,-2-10 3 0,0 7 6 0,0-7 6 15,0 0 8-15,0 0-5 0,0 0-5 0,-5 7-12 16,5-7-3-16,0 0-6 0,0 0-5 15,-17-10-5-15,17 10-4 0,-10-7-5 0,6 3-1 16,0-4-6-16,1-1-5 0,1-1-3 0,0 2-4 0,2-3-1 16,2-1-4-16,-2-1-1 0,5-5-3 0,3-1-4 15,0 6-5-15,0 3 2 0,1 0-1 0,-2 4-2 16,4-3-3-16,-2 4 1 0,-2 2-3 16,4-1 0-16,-2 4 3 0,-9 0-1 0,19 3-1 0,-7 2-2 15,-3 2 0-15,1 0 2 0,-4 2-2 0,1 0 0 16,0 0 1-16,-3 2 1 0,4 1-2 0,-4-3 1 15,2 1 0-15,-2-1-2 0,-3-1 0 0,-1-2 0 16,2-1 2-16,-2-5-1 0,2 9 6 0,-2-9 0 16,0 7 3-16,0-7-1 0,0 0 2 0,2 6-4 15,-2-6 6-15,0 0-4 0,0 0-2 0,0 0-2 16,0 0 4-16,0 0 0 0,0 0-3 0,-9-26-3 16,12 16 0-16,-1 1 2 0,5-8-1 0,0 3-4 15,2-2 0-15,-1 2 1 0,-1 4 3 0,3 2-3 16,-6 1-2-16,5-1-4 0,-3 5 3 0,2-1-3 15,-2 1 3-15,-6 3-1 0,13 1 0 0,-6 3 1 16,2 2-1-16,0-1-2 0,-1 4 4 0,0 1-2 16,1 4 2-16,0 2 0 0,-3 0-8 0,2 0-20 15,-6 1-11-15,2-1-26 0,0 2-28 0,-3-1-29 16,1-3-34-16,-2 4-36 0,0-3-138 0,-1-4-361 16,0 1 159-16</inkml:trace>
  <inkml:trace contextRef="#ctx0" brushRef="#br0" timeOffset="98410.12">14598 8632 41 0,'0'0'144'16,"0"0"11"-16,0 0-6 0,0 0 6 0,0 0-10 0,6 19-11 15,-8-9-6-15,2 8-3 0,0-4-4 0,-3 4-12 16,2-1-12-16,0-2-8 0,1 1-9 0,0-4-7 15,0-2-9-15,0-1-1 0,1 0-7 16,-1-9-3-16,-1 10-1 0,-1-5 10 0,2-5 8 0,0 0 11 16,0 10 7-16,0-10-4 0,0 0-5 0,0 0-13 15,0 0-3-15,0 0-6 0,-14-19-6 16,12 9-9-16,0-1 0 0,0 1-5 0,2-6-5 16,0-3-5-16,4 1-2 0,-2-2-2 0,4-6-5 0,2 0-5 15,1-3-2-15,-1-1-4 0,3 3 3 0,1 0-7 16,-1 3-1-16,-3 8-2 0,2 1 2 0,-3 3-2 15,-1 4-1-15,-2 1 0 0,2-1-4 0,1 5 2 16,-2 1-3-16,-5 2 3 0,15 4-5 0,-6 3 6 16,-2 0 4-16,5 7-5 0,-2 3 6 0,-3 0 0 15,7 5 3-15,-6 3-1 0,-3 0 4 0,0-5 2 16,-1 3 4-16,-2-3-4 0,2-1-3 0,-3 0 2 16,2-2-1-16,-2 1 1 0,0-1-4 0,1 0-2 15,-2-6-7-15,2 2-11 0,0-5-25 0,-4 1-27 16,0 2-32-16,2-2-42 0,-3-4-31 0,3-5-32 15,-4 10-26-15,-1-6-129 0,5-4-388 0,-11 6 173 16</inkml:trace>
  <inkml:trace contextRef="#ctx0" brushRef="#br0" timeOffset="98569.63">14612 8711 148 0,'0'0'172'0,"-6"-7"-21"0,6 7-9 0,0 0-9 16,0 0-4-16,-4-7-10 0,4 7-10 15,0 0-7-15,0 0-14 0,27 0-7 0,-10-2-4 16,1 2-19-16,1 0-27 0,1-2-43 0,-2 2-19 0,2 0-38 16,-4 0-36-16,-2 2-116 0,-3 0-239 0,-1-2 106 15</inkml:trace>
  <inkml:trace contextRef="#ctx0" brushRef="#br0" timeOffset="99412.48">9098 9768 67 0,'-12'-1'107'0,"2"2"-6"16,1 0-12-16,9-1-6 0,-9 0-3 0,9 0-11 0,0 0-9 15,0 0-1-15,0 0-14 0,0 0 10 0,35 4 7 16,-6-5-1-16,4 0-8 0,8 1 11 15,13-4-8-15,2 2 2 0,8-1 0 0,28-1 5 0,-1 1 5 16,-25 1-7-16,34-3-2 0,3 3-2 16,1-1-5-16,6-1 2 0,6 1-3 0,7 3-3 0,6-4-4 15,1 1-4-15,2 0 1 0,7-3 0 0,2 1-2 16,7 2-5-16,2-2 2 0,5 3-4 0,2-4-4 16,7 0 5-16,7 1 0 0,3 3-1 0,0-2-1 15,-1 0-6-15,7 0 3 0,2 1-5 0,-4-1 5 16,-2 2 0-16,2-1 1 0,-3 2-1 0,-4 1-1 15,0-1-6-15,-3 2 0 0,-2-4 6 0,-1 0-8 16,0 5 3-16,-10-1-1 0,4 0-3 0,-12-1 1 16,-5 0 2-16,-8-2-3 0,-3 3 0 0,-5-1-2 15,-7 0 3-15,-7-3-2 0,-8 2-2 16,-8 0 2-16,-6-1 1 0,-28 1-3 0,0 0-7 0,1 1 5 16,-3-2-4-16,-6 0 5 0,-2-3-5 0,-13 1 0 15,-6 3-1-15,-3-1-6 0,-8 0-15 0,-4-1-10 16,-5 1-15-16,-4-1-35 0,-3 1-42 0,-6 2-36 15,-1-8-29-15,1 8-42 0,-40-16-115 0,8 9-365 16,-21-2 163-16</inkml:trace>
  <inkml:trace contextRef="#ctx0" brushRef="#br0" timeOffset="101170.78">8833 9999 56 0,'0'0'86'0,"1"-8"-2"0,-1 8-6 0,0 0-6 16,0 0 5-16,0 0-4 0,-7-13-6 15,7 13 1-15,-7-7-9 0,5 1 8 0,2 6-3 0,-5-13-1 16,2 4-3-16,-1-1-1 0,2 1 3 15,-4-2 3-15,4-1 2 0,-3-3-11 0,0 0-7 16,0 0 7-16,1-2 0 0,-1 1-8 0,-2 0 2 16,2-1-9-16,0-2-3 0,0-1-4 0,-3-3 1 0,2 4-2 15,-2-7-5-15,1 2 0 0,-2 0-5 0,0-1-1 16,1 0-6-16,0-1 1 0,1 2-2 0,0-4-3 16,-3 2-2-16,4-2-1 0,-1 1 3 0,-2-3-7 15,1 2 3-15,1-1 9 0,2 1-1 0,-2-3 3 16,-1 3 0-16,3-4 0 0,-2 2-2 0,-1-2-1 15,3 2 1-15,-1-5-3 0,2 6 3 0,0-3-3 16,-1 1 1-16,1 1-1 0,-1 0-3 0,1-1 2 16,2 2 1-16,-5-3-5 0,6 3-5 0,-1-1 6 15,2-1-3-15,-3 0 2 0,2 3 2 0,1-1-4 16,-3 1 1-16,4 0-1 0,-1 3 6 0,-1 0 1 16,0 1 5-16,0-3-6 0,2 3-1 0,0 1 2 0,-1 2-1 15,1 6-2-15,1-3 6 0,0 0 9 16,-2 0-1-16,2-1-5 0,0 2 0 0,1-1-3 15,-2 1 2-15,3 1-7 0,-2 0 0 0,1 3-2 16,-3-2-1-16,1-2 5 0,3 1-6 0,0 2 0 0,-3 2 17 16,4-4-4-16,-3 4-2 0,0-4 1 15,2 5 0-15,0-1-6 0,-1-3-2 0,1 3-1 0,2 1-3 16,0-4 1-16,2 0-1 0,2 2-3 16,-3-1 1-16,0 3-1 0,3-3 1 0,2 0-1 15,0-1-1-15,1 4-4 0,-1-2 0 0,3 3-2 0,-1 0 4 16,3 0-2-16,1-1-1 0,7-2-2 15,1 0 4-15,2 2-1 0,1-1 5 0,2 1-6 16,2 0 0-16,0 0-2 0,3 0 3 0,14-3 0 16,-14 3-1-16,2 2 0 0,18-5-1 0,-2 3-2 0,0 2 1 15,-3-3 3-15,2 3-2 0,2-2-2 0,0 1-2 16,0-1 2-16,3 1 4 0,1 1-2 0,1-1-1 16,2 0-1-16,3-3 0 0,26 1 2 15,-26 4 2-15,25-6-3 0,-26 8 0 0,29-6 0 16,-2 5 3-16,3 2-2 0,-31 1 1 0,33-4-2 0,-7-2 4 15,3 5-3-15,-2-2 0 0,6 1 1 0,1-2 2 16,5 4-3-16,-4 2 2 0,6-1-3 16,-3 0 0-16,0 2 1 0,1-4-1 0,5 5 3 0,-3-1-2 15,5 1 2-15,2 1-1 0,-1-2-2 0,0 1 0 16,2 4-1-16,0-2 3 0,-2-3 1 0,5 5-2 16,4-2 0-16,-3 2 1 0,3 1-3 0,-2-3 1 15,3 3 3-15,-3-2 1 0,10-1 0 0,-5 1-1 16,1 0 1-16,-1 0-1 0,1 4 2 15,3-9-1-15,-9 6-1 0,2 0 0 0,1 0-2 0,-2 3-3 16,-3-2 1-16,1-2 0 0,-7 5 0 0,-2-6 1 16,4 3-2-16,2 3 2 0,-3-2 0 0,-3-1 3 15,-5 4-5-15,3-1 2 0,-4-3-1 0,-6 6 6 16,-5-5-4-16,-24-2 1 0,28 5-1 16,-3 1 5-16,-27-6-6 0,1 4 0 0,26-1 1 0,-31-1 1 15,0 1 2-15,-3-1-2 0,1 0 0 0,-1-1 0 16,-3 1 1-16,-4-1 3 0,-13 2-8 0,0-1 5 15,-1 0 0-15,0 0-2 0,-5 0 0 0,3-1 2 16,-5 0 0-16,-2-1 2 0,-5 1-5 0,-2 3 4 16,1-2 2-16,-1-2-3 0,-3 2-3 0,-1 0 3 15,0 1-3-15,-5-1 1 0,1 0 0 0,-1 0 1 16,-1 3-1-16,-1-3 1 0,0 3-3 0,-2 1 1 16,0-1 7-16,0 4-4 0,-4-1-4 0,4 4 2 15,-1-2 0-15,-1 2 1 0,-1 1 1 0,0 1-2 16,-4 0 2-16,1 0-1 0,-2 1-1 0,1 1 8 15,3-1-6-15,-5 6-4 0,2 2 5 0,0-4 0 16,-1 1-2-16,2 3 2 0,-2 0-1 0,1-2 0 16,0 2 1-16,0 1 0 0,1-1 0 0,3 4 2 15,0-1-2-15,2 1 1 0,1 2 1 0,-4-3 0 16,3 0 1-16,-1 2 5 0,1-3-6 0,3 1-3 16,-3 3 2-16,1-2 3 0,-1 0-2 0,1 1-1 15,2-4 2-15,-3 0-3 0,-1 0-1 0,2-1 4 16,-2 0-2-16,1 0-4 0,0-2 3 0,-2-6 0 15,-1 1 0-15,1-1 2 0,1-1-1 0,-4-1-2 16,-1 1 1-16,1 0-1 0,1-7 5 0,-2 6-5 16,1 0 3-16,-2-4-4 0,-1 0 0 0,-1-3 2 15,-1 1 3-15,-1-2 1 0,-3 0-1 0,-6 2 7 16,-3-1-1-16,-8-3 2 0,-7 0 0 0,-7-3-1 16,-21-1-1-16,-38 4 1 0,1-5 2 0,-8 1 1 15,-14-2 2-15,-13 3-3 0,-17 1 3 0,-15 0 1 16,-12 2-5-16,-17 4 2 0,-15 2-2 0,-15 8-1 15,-11 6-10-15,-20 6-29 0,-10 8-72 0,-12 4-103 16,-25 13-224-16,-15 3-462 0,-21-4 204 0</inkml:trace>
  <inkml:trace contextRef="#ctx0" brushRef="#br0" timeOffset="108722.83">1780 11248 117 0,'1'-5'162'0,"-1"5"-18"0,3-7-22 0,-3 7-10 16,3-7-1-16,-3 7-21 0,0 0-13 0,0 0-2 16,0 0-2-16,0 0-10 0,4 20 1 0,-5-4-5 15,-2 3-6-15,0 6-7 0,-4 2 0 0,0 2-1 16,3 3-14-16,-1-3 7 0,1 2-9 0,1 0 2 0,2-2-6 15,0-1-3-15,2-5-2 0,0-2 0 16,0-6-3-16,3 3-1 0,-1-7 0 0,-2 1-6 16,3-3 0-16,-1-4 4 0,0 0-2 0,0 2 10 15,-3-7 16-15,6 5 4 0,-6-5 2 0,11 0-2 16,-11 0-4-16,14-11-3 0,-5 4-5 0,0-7-2 16,2-3-3-16,4-5-2 0,-4 7-2 0,-1-8-1 15,-1 5 3-15,-3 4-6 0,2-2-3 0,-4 2 0 16,-1 2-4-16,1 4 0 0,-2 1 1 0,-1 0-8 15,-1 7 0-15,3-9-5 0,-3 9-1 0,0 0-1 16,0 0 0-16,0 0 2 0,0 0 0 0,14 21 0 16,-10-10 0-16,0 5 3 0,1 1-3 0,1 2 1 15,1-1 4-15,1 0-5 0,5 3 4 0,-4-5-1 16,2 0-2-16,-2-4 1 0,4 0 2 0,-2-4-1 16,0-2 1-16,-1-1 3 0,3-3 0 0,-3-1 4 15,4-4 1-15,1-4 4 0,1-2 10 0,-4 0-2 16,2-5 3-16,3-8 2 0,-2-5-7 0,-1 2 6 15,-1-1-2-15,-3 1-2 0,-3 0-1 0,-5 1 1 16,1 5-4-16,-4-6-1 0,-1 7-3 0,0-2-6 16,-1 0-4-16,-2 3-14 0,0 3-21 0,-2 3-16 15,3 1-23-15,-2 3-39 0,6 7-33 0,-7-8-34 16,2 6-25-16,5 2-103 0,0 0-328 0,0 0 145 16</inkml:trace>
  <inkml:trace contextRef="#ctx0" brushRef="#br0" timeOffset="109082.64">2406 11195 25 0,'0'0'176'0,"4"-10"-17"16,-4 10-16-16,0 0-17 0,0 0-12 0,0 0-16 16,0 0-10-16,0 0 6 0,4 30-8 0,-4-5-10 15,-2 2-3-15,1 2-10 0,0 0-2 16,0 1-16-16,-1 1 5 0,0-3-10 0,4-1-1 0,-2 1-7 15,3-4 3-15,-2-9-4 0,0-1-5 0,1-5-3 16,-1 1 4-16,-1-10-7 0,1 13 0 0,-1-13 8 16,5 8 21-16,-5-8 12 0,0 0-5 15,0 0-4-15,0 0-5 0,0 0-6 0,0 0-2 0,18-29-4 16,-10 13-7-16,1-3-3 0,2-4 1 0,2-2-6 16,-1 2 3-16,-2 6-6 0,1 1-1 0,1 0-2 15,-1 3 3-15,2 2-10 0,-5 4-5 0,0 3 2 16,2 0-1-16,-10 4-2 0,19 5 0 0,-8 1 4 15,3 6-6-15,-1 1 2 0,4 9 1 0,-1-1 0 16,-3 2 0-16,1 1-16 0,2-2-18 0,-4-1-25 16,1-3-13-16,0 2-36 0,1-4-35 0,0-3-6 15,1-4-21-15,1-1-109 0,2-4-299 0,0-2 133 16</inkml:trace>
  <inkml:trace contextRef="#ctx0" brushRef="#br0" timeOffset="109434.68">3091 11351 75 0,'-8'-8'127'0,"1"-2"8"16,-2 2 6-16,-1 2-1 0,1 1-3 0,9 5-6 16,-16-6-12-16,16 6-12 0,-14 5-9 0,14-5-3 15,-16 14-7-15,8-1-5 0,0 5-3 0,2-1-13 16,2 2-3-16,-2 5-7 0,3-3-11 0,2-6 6 16,2 2-8-16,2 0-6 0,0-5-2 15,1 0 0-15,1-1-6 0,3-2-4 0,-1-1 2 0,-2-3-9 16,5-1 2-16,-10-4-7 0,18 0 6 0,-18 0-8 15,18-8 1-15,-11 0-2 0,3-1 4 0,-2-1-2 16,2-3-5-16,-4 3 7 0,-1-6 3 16,-2 3-2-16,1-2-4 0,-1 1-1 0,-2 3 7 0,0-1-1 15,1 1 1-15,-2 11 7 0,2-14 6 16,-2 14-8-16,1-10-2 0,-1 10-9 0,0 0 0 0,0 0-4 16,0 0 0-16,0 0-1 0,0 0 3 15,0 0-2-15,0 0-2 0,12 29 3 0,-6-14-4 0,-4-1 1 16,3 3 2-16,0-3-13 0,0 0-18 15,0 2-19-15,3-3-15 0,-3-2-28 0,3-3-30 16,-2-3-5-16,-6-5-22 0,14 9-13 0,-14-9-13 16,17 5-105-16,-17-5-296 0,15-2 131 0</inkml:trace>
  <inkml:trace contextRef="#ctx0" brushRef="#br0" timeOffset="109635.81">3292 11260 89 0,'1'-17'167'0,"-4"0"7"0,2 4 7 0,0 5 5 15,-2-2 2-15,3 10-16 0,0 0-20 0,-1-16-17 16,1 16-14-16,0 0-11 0,0 0-7 0,0 0 10 0,0 0-7 16,8 41-4-16,-6-13-6 0,2 2-6 15,-4 1-10-15,0 2-7 0,1-3-5 0,1-1-8 16,-2 3-3-16,4 0-6 0,-3-3-6 0,3-1 1 16,-4-4-32-16,3 1-17 0,-1-7-34 0,-2-3-35 15,0 2-43-15,2-5-43 0,-2-12-43 0,3 20-165 16,-3-20-396-16,0 0 176 0</inkml:trace>
  <inkml:trace contextRef="#ctx0" brushRef="#br0" timeOffset="109792.43">3184 11361 2334 0,'0'0'16'0,"5"-10"-6"0,-5 10-24 15,3-7-4-15,-3 7-9 0,4-5 7 0,-4 5 8 16,9-3-3-16,-3 2 5 0,7-1-8 0,-2 4-26 15,7-2-32-15,2 0-36 0,2 2-55 0,10 0-138 16,2 1-330-16,5-2 146 0</inkml:trace>
  <inkml:trace contextRef="#ctx0" brushRef="#br0" timeOffset="110312.71">3382 11650 76 0,'0'0'170'0,"0"0"-6"16,13-17-6-16,-3 11-8 0,-1-1 0 0,5-2-8 16,4-2-15-16,4-7-10 0,0 0-11 0,1 0-8 15,-2-2-6-15,5-1-4 0,-5 2-3 0,-1 0-1 16,-1-1 1-16,-6 8-3 0,-2-2-3 0,-1 0-9 15,0-1-3-15,-5 3 2 0,0 1 2 0,-3 0-5 16,1 0-8-16,-3 1-6 0,0 3-5 0,0 7-4 16,-1-11-5-16,1 11-23 0,-7-8-2 0,3 5-4 15,4 3-2-15,-11-1-2 0,11 1 4 0,-17 4-8 16,7 3 2-16,-1 1 0 0,-1 5-3 0,2-1 2 16,-5 10-2-16,6-7 0 0,2 4 2 0,2-2-5 15,1 2 1-15,4 0-2 0,3-2 1 0,-1 1 2 16,5-1 4-16,2-2-2 0,3-1-15 0,1-2-4 15,1-5-20-15,4 0-16 0,1-1-26 0,1-2-23 16,1-1-23-16,6-1-26 0,-5-4-14 0,-3-1-24 16,-1-1-103-16,-5 0-316 0,1-2 140 0</inkml:trace>
  <inkml:trace contextRef="#ctx0" brushRef="#br0" timeOffset="110598.54">3858 11365 94 0,'-1'-6'129'0,"1"6"5"0,-3-12 4 15,3 12 3-15,0-8-16 0,0 8-16 0,0 0-13 16,0 0-8-16,0 0-8 0,0 0 5 0,0 0 6 16,18 17-9-16,-8-4-5 0,-3 3-2 0,3 0-3 15,2 6-6-15,-4-4-8 0,1-1-4 16,1 6-4-16,-2-7-2 0,-2-1-6 0,2-3-1 0,0-3-2 16,-2 1-5-16,2-4 2 0,-4 0 13 0,1-1 12 15,-2 0 12-15,-3-5 6 0,9 2-1 0,-9-2 2 16,0 0-6-16,22-14-4 0,-14 4-5 15,2-4-4-15,2-1-1 0,-5-2 0 0,1-1-6 0,5-6-8 16,-4 1 1-16,1-4-7 0,-2-2-4 0,2 2-6 16,-1-2-11-16,1-1-19 0,-2 4-28 0,-2 2-29 15,0 7-27-15,-3 1-28 0,0 4-48 0,-2 3-40 16,0 1-40-16,0 3-142 0,-1 5-412 0,0 0 183 16</inkml:trace>
  <inkml:trace contextRef="#ctx0" brushRef="#br0" timeOffset="111055.7">4363 11443 203 0,'14'-13'222'16,"-3"-3"-3"-16,2-1-11 0,-3 2-15 0,2 1-6 16,-3-1-11-16,-2-1-13 0,-3 1-14 0,0 2-13 15,-3 2-15-15,-1 0-4 0,0-1-9 0,-1 2-7 16,0 0-8-16,-3 1-13 0,-1 6-6 0,1-4-9 15,-3 3-6-15,7 4-6 0,-17-5-7 0,5 8-3 16,-1-1-12-16,-2 7 2 0,0 1-6 0,-1 4-3 16,-3 5-3-16,2 1-3 0,4 3-1 0,1-6-3 15,4 8 0-15,3 0-2 0,3-6 0 0,-1 5 1 16,3-4-6-16,5-5 3 0,1 1-2 0,2-1 0 16,0-1-2-16,5-2 2 0,-3-4 7 0,0 0-7 15,4-3-2-15,3 0 2 0,2-1 3 0,-4-4-3 16,6 0-2-16,-3 0 3 0,1-4-4 0,0-3-2 15,0-1-3-15,-1-2 3 0,0 2 0 0,-3-4-6 16,1 0 2-16,-2-1-1 0,1-1-3 0,-3 0 4 16,-1-3-4-16,2 3-1 0,-3-2 1 0,-1 0 2 15,1 0 1-15,2 0-3 0,-6 1-2 0,-1 5 4 16,2 0-1-16,-4 4 4 0,1 0-4 0,0 0-4 16,-1 1 2-16,-3 5 0 0,0 0-5 0,9-3 5 15,-9 3 4-15,0 0 3 0,12 10-3 0,-7 0 2 16,1 1 1-16,-1 0-2 0,2 4 1 0,-2-2-8 15,-1 3-21-15,3 8-19 0,-2-8-41 0,0-2-55 16,5 0-52-16,-1 2-56 0,-2-1-135 0,4-4-420 16,-2-1 186-16</inkml:trace>
  <inkml:trace contextRef="#ctx0" brushRef="#br0" timeOffset="111736.59">5279 11069 247 0,'0'-10'272'0,"-1"4"-31"0,-1-2-26 15,2 8-24-15,0 0-20 0,0 0-15 0,0 0-14 16,0 0-6-16,9 22-1 0,-6-3-18 0,1 9-1 16,0-1-7-16,-1 3-18 0,0-1-5 0,1 0-11 15,-2 1-7-15,1-5-2 0,1 1-9 0,-2-6-3 16,1-3-3-16,-2-1-6 0,-1-4-7 0,1-1-1 15,1 0-4-15,-1-1-1 0,-1-3-4 0,0-7 1 16,2 8-1-16,-2-8 5 0,2 8 5 0,-2-8 2 16,0 0-2-16,0 0-1 0,0 0-8 0,0 0-4 15,0 0 0-15,0 0-2 0,0 0-3 0,0 0-2 16,6-31-3-16,-2 22-6 0,4-1 1 0,-3 2-1 16,2-3-4-16,4 3 1 0,-1 1 0 0,-1 1-4 15,2 3-3-15,-1 1 2 0,2 2-3 0,-3 1-1 16,2 2 3-16,-2 1-6 0,-1 0 6 0,1 4-1 15,-4 0-3-15,-1 2 4 0,-1-1 4 0,-3 3-19 16,-2-2-11-16,0 0-12 0,-3-1-9 0,-2 1-1 16,0-2-5-16,-1 1-3 0,1-1 1 0,-3-4 2 15,3-1 5-15,0 0 4 0,-1-2 8 0,8-1 4 16,-15 0 1-16,15 0 2 0,-13-1 8 0,13 1-2 16,-11-1 3-16,11 1 6 0,-9-5 5 0,9 5 7 15,0 0-2-15,-9-3 5 0,9 3 0 0,0 0-2 16,0 0 4-16,0 0-1 0,0 0 6 0,0 0 0 15,0 0-3-15,26-5 1 0,-14 5 2 0,6-3 5 16,0 1-5-16,4-2 2 0,0 0-2 0,8-2 2 16,-2 1 5-16,-1-4-1 0,0 1-11 0,-1-4 3 15,0 5 0-15,-6-1-1 0,-4 2-2 0,0-2 2 16,-2-2-1-16,0 1 0 0,-1-2 0 0,-2-1 1 16,-2 2-4-16,-1-1 3 0,-5 0 0 0,0 2 0 15,1-2 2-15,-3-2-2 0,-2 3 4 0,-2 0 1 16,-2-2 2-16,0 5 6 0,-3 0 0 0,-3 1 0 15,1 3 4-15,1-2 11 0,-3 4-9 0,2 2-1 16,-3 1 1-16,3 1-1 0,-2 4-6 0,1 0 2 16,2 2 0-16,0 4 0 0,-1 1-4 0,5 1-5 15,1-4 2-15,4 1-2 0,1 4-15 0,3 0-16 16,0-6-40-16,3 1-39 0,2 2-55 0,8-2-47 16,0-3-64-16,-1-1-141 0,4-3-441 0,8 2 196 15</inkml:trace>
  <inkml:trace contextRef="#ctx0" brushRef="#br0" timeOffset="112128.62">6433 11124 2087 0,'1'-30'11'0,"-1"-1"-5"0,0 12 7 15,-1 1 4-15,1 6-12 0,1 1 4 0,-1 4-4 16,0 0-10-16,0 7 8 0,0 0-3 0,3-6 18 15,-3 6 10-15,0 0 8 0,6 32 16 0,-2-8 22 16,-3 8-1-16,1 1-2 0,-4 12-2 0,2-9-6 16,-1-2-7-16,0 12 1 0,-3-15-12 0,3 0 0 15,2 0-9-15,-1-1-3 0,0-1-3 0,1-1-3 0,-1-4-5 16,2-5-16-16,-2-2-22 0,0 0-31 16,1-6-24-16,-1 1-48 0,1-3-40 0,-1-1-32 15,0-8-46-15,-2 9-122 0,2-9-389 0,0 0 173 16</inkml:trace>
  <inkml:trace contextRef="#ctx0" brushRef="#br0" timeOffset="112688.36">6413 11319 38 0,'5'-9'142'0,"3"0"-4"0,4-3-10 16,5 1-4-16,-2-2-7 0,3 2 1 0,-1 0-7 15,6-5-8-15,-6 6-5 0,0-2 2 0,0 0-7 16,-2 1 1-16,-1 0-7 0,-2 2 3 0,-5-1-1 15,2 1-5-15,-1 1-3 0,-2-1-6 0,-2-3-6 16,0 1-5-16,0 2-4 0,-2-3-3 0,0 2-2 0,-1 1-7 16,-1 9-5-16,2-12-3 0,0 7-2 15,-2 5-8-15,0 0-6 0,0 0 1 0,0 0-5 16,0 0 3-16,0 0 2 0,6 29 0 0,-6-10 0 16,0 6-2-16,-1 3-3 0,-1 0 0 0,1 1-1 15,-1-3-3-15,2 0-1 0,0 0-1 0,-2-7-3 0,2 2 1 16,2-1 2-16,-1-4-5 0,1 1-1 0,1-7-2 15,-2 2 0-15,3-4-1 0,-3-2 0 16,2 1-3-16,-3-7 2 0,3 10-1 0,-3-10 4 16,3 4-4-16,-3-4 4 0,8 1-4 0,-8-1 0 15,0 0 2-15,21-6-2 0,-10 1 1 0,-1 2 1 0,2 2 2 16,0-1 2-16,1 0 5 0,0 1-2 16,-1 2 2-16,0 1 2 0,2-1 4 0,-1 1-3 15,1-2 0-15,-1 3 3 0,7 1-4 0,-3-2 1 16,2 0 0-16,2-2-1 0,-1-3 0 0,2-1-3 0,5-2-2 15,1-4 4-15,-5 0-8 0,4 0 5 0,-4-2-3 16,-5 0 2-16,-3-1-1 0,0 2-2 0,-2-2-1 16,-3 0 4-16,0 0-5 0,-2-1 0 0,-3-3 1 15,-2 6 3-15,-1-1 3 0,-2-4 0 16,-1 4 2-16,0 1-7 0,-3-2-3 0,-2 4 3 0,-1 0 0 16,-3 1 4-16,1 2-2 0,-3 1-1 0,1 3 0 15,-3 5-3-15,0 1 3 0,-1 5-2 0,-2 1-1 16,4 3 3-16,0 3-3 0,1 0-4 0,4 4-1 15,4-1-8-15,3 7-24 0,3-7-30 0,6 4-37 16,5 2-36-16,3-7-38 0,10 1-47 0,3-1-5 16,6-4-179-16,3-2-436 0,20-1 194 0</inkml:trace>
  <inkml:trace contextRef="#ctx0" brushRef="#br0" timeOffset="113253.26">7941 11233 166 0,'-3'-6'224'0,"3"6"-22"0,-1-9-24 16,1 9-16-16,0 0-5 0,0 0 2 0,0 0-12 15,0 0-8-15,18 13-11 0,-8 1-10 16,-1 1-10-16,0 2-9 0,4 6-8 0,-4-6-9 16,-1 1-1-16,4 3-7 0,-5-2-6 0,2 3-5 0,-3-3-4 15,2-2-5-15,-3-1-6 0,0-5-5 0,-1 0-3 16,0-1-5-16,-2-3 2 0,1-1-5 0,1 0-5 15,-1-1 2-15,-3-5 3 0,4 7 5 0,-4-7 0 16,4 3 0-16,-4-3-8 0,0 0 1 0,0 0-5 16,16-10-2-16,-9 0 2 0,-2 0-7 0,4-4-2 15,1-2-5-15,-1 1-2 0,-1-3-4 0,0 0-4 16,6-5-3-16,-5-2-5 0,0 2-1 0,0-1 1 16,-1 0-4-16,-2 6-1 0,-4 1 2 0,2-1-1 15,-3 0 2-15,-1 2-2 0,0 7 4 0,0-1-2 16,2 3 0-16,-2 7 1 0,0-10 0 0,0 10-3 15,0 0 2-15,-6-8-1 0,6 8 2 16,0 0 0-16,-15 17 4 0,5-9-3 0,4 2 2 0,-2 6-1 16,-1-3-1-16,4-1 2 0,4 1 1 0,2-1 1 15,3 0-4-15,2-1-10 0,2 0-4 0,6-2-23 16,5-2-19-16,12-1-23 0,1 0-25 0,3-3-18 16,18-3-23-16,-14 0-17 0,0-3-7 0,0-3-8 15,0 2-118-15,-5-2-327 0,2 1 144 0</inkml:trace>
  <inkml:trace contextRef="#ctx0" brushRef="#br0" timeOffset="114067.43">8753 11256 555 0,'16'-7'-35'0,"1"1"24"0,-6 0 22 16,1 1 18-16,-3 0 10 0,-3 2 18 0,-1-3 6 16,-1 2 8-16,-4 4 5 0,3-7 8 0,-3 7 8 15,0 0-5-15,0 0 7 0,-9-13 5 0,9 13 3 16,-13-1 2-16,13 1-2 0,-12 2-1 0,5 3 3 16,-3 3-6-16,-1 1-5 0,-3 3-6 0,0 4-7 15,3-1-4-15,-3 0-12 0,5 2-5 0,0 1-5 16,0 0-7-16,2 0-2 0,5-1-5 0,1-2-4 15,1-2-1-15,0-3-5 0,1 0-1 0,3-2-4 16,0 0-3-16,2-3-5 0,1-1-2 0,0-1-2 16,1-2-5-16,1-2-2 0,3-1-1 0,-1 0-1 15,0-1 2-15,-2-3-4 0,0-2 2 0,1 0-4 16,-1-3 0-16,-1 0 0 0,1-2 0 0,0-3 0 16,-4 2-2-16,0-3 1 0,0 2 1 0,0-2-4 15,-4 2-1-15,1-2 3 0,-1 4 0 0,-1 5 2 16,0-3 10-16,1 5 0 0,-1 6 0 0,-1-12-5 15,1 12 0-15,0 0-3 0,0 0-3 0,0 0 9 16,0 0 1-16,0 0 3 0,5 26 0 0,-5-11-6 16,0 1 3-16,0-1 0 0,3 2-5 0,2 0 2 15,-1-1 4-15,3 2-2 0,0-5 3 0,3 0 2 16,-1 1 1-16,2-3-4 0,5 0 5 0,-6-5-1 16,3-1 2-16,-2 0-2 0,2-4 0 0,1-1-3 15,0 0 2-15,-3 0-1 0,0-3 0 0,2-3-1 0,-2 1 0 16,-2-3-5-16,5-3 10 0,-5 3-7 15,0-6-3-15,-1 0-4 0,-2-3 6 0,0 0-4 16,-3 1-4-16,-2-2 3 0,-1 0 0 0,-1-1-2 16,-4 1 0-16,0 1 0 0,-3 0 1 0,0 3-2 15,-1-1 0-15,3 5 0 0,-2 2 7 0,2-1-2 16,-2 3 0-16,3 1 2 0,1 0-2 0,4 5-7 16,-7-5 0-16,7 5 0 0,0 0 1 0,0 0 5 15,0 0-4-15,0 0 3 0,0 0-1 0,28 16 2 16,-13-10-1-16,3 0-1 0,10 0-2 0,-9 1 4 0,9-2-4 15,-8 1 0-15,1 0 3 0,5 1-4 0,-6 2 2 16,-4-3-3-16,1 3 2 0,-2 2 0 0,-6-2-1 16,5 0 1-16,-7 1 1 0,0 0 2 0,-1 0-1 15,-1 1 0-15,-2 0 1 0,-1-2 1 16,1 2-1-16,1-1-4 0,-2-1 2 0,1-1-3 0,-1 0 3 16,0-2 0-16,0 1 2 0,3-2-3 0,-5-5 3 15,7 9 1-15,-2-6 0 0,0-1-1 0,3-1 2 16,-8-1 0-16,17-2-4 0,-6 1-4 0,0-4 1 15,-1 0-3-15,1-2 2 0,0-2-1 0,1 1-2 16,-3-1-1-16,2-3 1 0,-1-1 2 0,-1-1 2 16,0 0-4-16,-4 2 2 0,-1-3-1 0,-1 3 2 15,1-3 1-15,-3 3 2 0,0 1-2 16,1 2 2-16,-2 1 9 0,0 8 1 0,0-10 0 16,0 10-3-16,0-8-1 0,0 8-3 0,0 0-1 0,0 0 3 15,0 0 7-15,0 0 1 0,2 33-4 0,-3-21 0 16,0-1 0-16,1 7 1 0,0-1-3 0,0 1 1 15,1-1-1-15,-1-1-5 0,2 1-18 0,0-6-27 16,4 5-34-16,-2-4-38 0,0-2-51 0,2-1-48 16,0 0-46-16,-2-5-152 0,6 2-445 0,-10-6 196 15</inkml:trace>
  <inkml:trace contextRef="#ctx0" brushRef="#br0" timeOffset="114231.77">9549 10989 116 0,'0'0'149'0,"0"0"-20"0,0 0-28 0,0 0-35 16,0 0-30-16,-2 20-45 0,5-9-44 0,2 1-37 16,0 0-96-16,5 3 42 0</inkml:trace>
  <inkml:trace contextRef="#ctx0" brushRef="#br0" timeOffset="114593.18">9909 11171 93 0,'0'0'219'0,"-10"-6"-5"0,5 1 5 16,-3 3-2-16,2-2-8 0,-2 2-11 0,-3 2-5 16,0 0-18-16,-1 2-15 0,0 4-11 0,-1 3-17 15,-3 0-6-15,2 3-14 0,-3 3-16 0,-1 2-7 16,0 2-7-16,7-5-11 0,-1 0-7 15,8-2-4-15,1 1-6 0,0-3-4 0,2 1-6 0,1-1-1 16,1-2-6-16,3 2-4 0,2-3 0 0,3-1-3 16,1-3-6-16,1 1-4 0,1-4-6 0,2-1-3 15,-1-2-3-15,1 2-2 0,-1-3 2 0,0-1-3 16,-2-1 2-16,5-4-3 0,-7 2 1 0,0 0-2 16,0-2-1-16,-2-1 4 0,0 0-5 0,-4 1 4 15,0 0-3-15,0 5 4 0,0-1 1 0,-3 6 3 16,4-11-2-16,-4 11-4 0,5-7-4 15,-5 7 4-15,0 0-5 0,0 0 0 0,0 0 4 0,0 0 1 16,9 19 3-16,-7-7-4 0,-1-1-3 0,3 2 3 16,-4-1-8-16,2 5-20 0,1-1-32 0,1-1-39 15,1-1-39-15,-2-1-36 0,3-3-44 0,0-1-37 16,1 3-154-16,0-5-439 0,-7-7 193 0</inkml:trace>
  <inkml:trace contextRef="#ctx0" brushRef="#br0" timeOffset="114845.13">10106 10986 135 0,'-3'-24'279'0,"3"5"-6"0,-1 3-1 16,-1 6-8-16,-1 0-15 0,2 3-25 0,1 7-23 16,-3-7-23-16,3 7-19 0,0 0-3 0,0 0 5 15,8 27-6-15,-6-8-9 0,4 10 0 0,-4 2-14 16,3 2-4-16,0 0-14 0,-5-1-8 0,3 4-9 15,-5-4-12-15,4-1-10 0,-1-1-4 0,2-3-5 16,-2 1-7-16,0-4-9 0,2 1-5 0,-2-5-18 16,0-3-37-16,2-3-26 0,-2-1-33 0,-1-2-40 15,2 0-35-15,-2-11-49 0,1 14-47 0,-1-14-35 16,1 11-222-16,-1-11-537 0,0 0 238 0</inkml:trace>
  <inkml:trace contextRef="#ctx0" brushRef="#br0" timeOffset="115130.87">9959 11182 114 0,'0'0'209'0,"-4"-5"-13"0,4 5-10 16,0 0-10-16,0 0-10 0,19-5-14 0,-7 5-11 16,10 0-10-16,6 0-12 0,1-1-8 0,2 1-10 0,1-2-10 15,0 0-8-15,1 0-10 0,-1 2-5 16,-3-3-7-16,-2 3-4 0,-5-2-5 0,-3 1-3 15,0 0-6-15,-5 1-4 0,-1 0-4 0,-3 2 1 16,-1-2-3-16,0 2 4 0,-3 1-2 0,1 1 8 16,-1 0 8-16,-1 4 1 0,2-1 0 0,-4 3-4 0,1 2-2 15,-1-2-4-15,0 3-2 0,-1-1-6 16,-1 1 2-16,2 2-6 0,-2-2-4 0,1 2-1 16,-1 1-19-16,-1-6-38 0,2 6-46 0,0-4-44 15,-1-2-51-15,3 0-36 0,-3-4-210 0,-1-6-453 16,4 11 201-16</inkml:trace>
  <inkml:trace contextRef="#ctx0" brushRef="#br0" timeOffset="115292.08">10464 10969 14 0,'-3'-5'128'0,"3"5"-27"15,0 0-28-15,0 0-33 0,0 0-50 0,0 0-48 16,0 0-62-16,0 0 27 0</inkml:trace>
  <inkml:trace contextRef="#ctx0" brushRef="#br0" timeOffset="115793.14">10648 11219 146 0,'-3'7'236'0,"3"-7"-6"0,-2 17-17 0,-2-10-14 16,1 3-12-16,2-3-13 0,1 3-22 0,0-10-12 16,0 14-10-16,1-7-12 0,-1-7-12 0,2 12-8 15,4-5-5-15,-4-2-7 0,4 0-9 0,-3 0-4 0,3-1-10 16,0-1-1-16,-6-3-7 0,13 0-2 16,-13 0-8-16,11-3-2 0,-11 3-6 0,13-6-1 15,-9 1-7-15,-2-1-2 0,1-2-7 0,2-2-6 16,-4 1-3-16,1-1-4 0,2 0-3 0,-2-2-4 0,1 0-2 15,-1 1 2-15,2 0-3 0,0-1-3 0,1 3 4 16,-2 0 0-16,2 1-1 0,0 1 0 0,2 3 1 16,-2 2-2-16,-5 2 6 0,16-2-3 15,-6 6 1-15,-2 2 6 0,-1 1 3 0,1 3 3 0,0 0-1 16,-3 2 5-16,-1-2-1 0,0 1 3 0,-1 0 3 16,3 0 4-16,-4-1-5 0,-1-3 2 0,2 5-3 15,-1-6-1-15,-2-6 1 0,2 9 10 0,-1-4 2 16,-1-5 14-16,4 6-5 0,-4-6 2 0,0 0-11 15,0 0 1-15,0 0-6 0,0 0-1 0,0 0-2 16,1-22 3-16,-1 22-4 0,5-16-1 0,-2 5 1 16,3 0-2-16,1-3-8 0,-1-1 6 0,3 1-2 15,2 1-6-15,1 0 0 0,-1 1-3 16,-3 5-2-16,3 0 2 0,-2 4-5 0,2-2 6 0,-1 2-8 16,-2 3-1-16,-8 0 5 0,15 4 0 0,-7 0-2 15,-1 1 1-15,1 1 1 0,-1 3-3 0,-1 2 5 16,-3-3 0-16,3 1-5 0,-2 1-24 0,-2 1-34 15,-1 1-50-15,-1-2-54 0,0 1-83 0,-1 0-280 16,0-1-565-16,1-10 250 0</inkml:trace>
  <inkml:trace contextRef="#ctx0" brushRef="#br0" timeOffset="116512.99">11250 11177 1919 0,'8'-10'29'0,"-5"1"16"0,1 3-16 15,0 0-16-15,-4 6-2 0,4-7-8 0,-4 7 11 16,0 0 10-16,0 0 15 0,0 0 18 0,5 19 4 16,-6-6 1-16,-3 2-7 0,-3-1 2 0,2 4-8 15,-2-3 2-15,3 2-11 0,1 1-1 0,2-2-4 16,1 0 2-16,1-5-6 0,2 5 2 0,2-4-5 16,2-4 3-16,2 3 0 0,2-5-2 0,0-1-1 15,6-1 0-15,2-2-3 0,-1-2-2 0,2-4-3 16,-1-2-1-16,1-1-2 0,0-1-5 0,-6 0 5 15,0-4-2-15,-2-1-8 0,-3-3 0 0,-2 1-4 0,-3-3-2 16,-1 0-4-16,-5-6 0 0,0 5 0 16,-2-6-3-16,-2-3 2 0,-7 3 1 0,0 1 0 15,-1 1 3-15,5 8 0 0,-2-2 1 0,0 7-1 16,1 2 6-16,0 1 1 0,1 1-1 0,3 2-3 16,-1 2-1-16,7 2-2 0,-11 0 2 0,11 0-3 15,-8 5 0-15,8-5 4 0,0 9-4 0,0-9-1 16,11 12 0-16,0-7 3 0,5 1-3 0,2 0-2 15,10-1-1-15,4-7 2 0,0 1 1 0,-1-1 0 16,3-3-2-16,-1-2-1 0,-1-1 7 0,-2-2-4 0,0-2 5 16,-8-2-6-16,-4 3 9 0,-1-3-8 15,-5 1 5-15,-1-3 6 0,-6-1 5 0,3 1 3 16,-3-3-2-16,-1 1 2 0,-2 0 4 0,-3 1-1 16,1 0 10-16,-1 6 0 0,-3-6 4 0,3 6 6 15,-1 1-2-15,-3 2 0 0,4 2 4 0,1 6-7 0,-3-7-6 16,3 7-8-16,0 0 2 0,0 0 6 15,-9 29 2-15,5-2-1 0,2 3-2 0,-3 5 4 16,1 14 2-16,2 0-7 0,2 3 6 0,-2-2 6 0,2 1-15 16,2-2-1-16,-5-4 9 0,7 0-8 0,1-10-3 15,-2-3-2-15,1 4 2 0,0-3 5 16,1-1-7-16,-1-1-3 0,3-4-7 0,-5-1-8 16,3-7-14-16,-1-2-39 0,1-5-23 0,-5 0-40 0,3-2-44 15,-2 0-45-15,2-4-29 0,-3-6-40 0,-2 10-214 16,2-10-527-16,0 0 232 0</inkml:trace>
  <inkml:trace contextRef="#ctx0" brushRef="#br0" timeOffset="116668.07">11638 11315 2470 0,'0'-12'6'0,"-1"1"1"16,1 1 3-16,-1 3-12 0,1 7 5 0,2-10-5 15,1 5 9-15,2 0-2 0,-1 0 2 0,6-2 1 16,1 4-1-16,5-2 2 0,4 0-15 0,7-1-29 15,5 4-32-15,1-2-51 0,2-1-60 16,-1 2-178-16,5 0-385 0,-5 0 171 0</inkml:trace>
  <inkml:trace contextRef="#ctx0" brushRef="#br0" timeOffset="126720.64">12695 11117 81 0,'-9'-7'94'15,"5"4"-5"-15,-1-3 6 0,0 2 5 0,1-2 3 16,4 6 5-16,-7-13 5 0,3 4-1 0,-3 1 1 15,5 0 2-15,-2-3-5 0,-4 1-4 0,2-1-3 16,1 0 4-16,1 0-6 0,0-4-8 0,-3 4-5 16,4 0 3-16,-1-1-3 0,2 3-2 0,0-1 0 15,-1 1 4-15,1 2-9 0,2 7-8 16,-4-8-7-16,4 8-7 0,-2-8-7 0,2 8-12 0,0 0-7 16,0 0-6-16,0 0 2 0,0 0-3 0,0 0-5 15,-8 23 1-15,8-6-2 0,0 11-5 0,0 2 4 16,-4 1-5-16,2 3-1 0,2 1-5 0,-3 13 1 15,1-14 3-15,2 2-4 0,-2 11-1 0,0-15 1 16,-2 0 0-16,4 1-2 0,-3 0-9 0,1-1-8 16,2 1-18-16,-4-3-18 0,1 2-18 0,1-5-20 15,-1 0-28-15,1-3-17 0,2-4-28 0,-4-4-21 16,4-2-6-16,-3-2-140 0,2 0-350 0,-1-7 155 16</inkml:trace>
  <inkml:trace contextRef="#ctx0" brushRef="#br0" timeOffset="126957.9">12690 11145 116 0,'15'-12'141'0,"0"2"-11"0,1 1 3 0,-3 6-15 16,2-1-13-16,-1 4-3 0,-3 0 1 0,3 3-17 15,-3 3-14-15,-2 2-2 0,-2 1-1 0,0 8-15 16,-3-2-3-16,-4 3-5 0,0 2-4 0,-4-1-2 15,-5 5-5-15,2-5-4 0,-4 2-2 0,2 2-8 16,-1-5 5-16,-1-2-6 0,1-1-8 0,-2 0-17 16,3 0-21-16,-2-2-16 0,4-3-13 0,-4-3-31 15,4-1-23-15,1-2-113 0,-2 0-240 16,8-4 107-16</inkml:trace>
  <inkml:trace contextRef="#ctx0" brushRef="#br0" timeOffset="127237.12">12940 11253 112 0,'0'0'104'0,"4"7"-8"0,-4-2-3 15,0-5 1-15,8 12-1 0,-8-7-8 0,2 2-12 16,2 1-5-16,0 0-5 0,1 0 4 0,-1-2 0 16,5 0-2-16,1-1-6 0,0 1 2 0,1-3-6 15,8-3 0-15,-1-2 1 0,0 0-4 0,2-3-7 16,-3-2 6-16,2-2-3 0,-3 0 15 0,-3-2-10 15,-4 2 8-15,0-1-1 0,-4-1-4 0,-1-5-4 0,-2 4-6 16,-4-1-3-16,-2-3-7 0,-1 2-2 16,-6-1-8-16,-2 5-4 0,-1-1-12 0,-4 3-7 15,0 0-10-15,-5 3-19 0,4 2-16 0,0 3-23 16,0-1-19-16,0 1-15 0,6 1-16 0,1 1-20 0,6-1-14 16,-1 2-86-16,3 1-253 0,4-4 112 15</inkml:trace>
  <inkml:trace contextRef="#ctx0" brushRef="#br0" timeOffset="127644.76">13299 11140 88 0,'0'0'125'0,"7"7"-8"0,-3-2 3 16,-4-5-6-16,3 12-11 0,-1-5-3 0,-2-1 6 16,2 5-4-16,0-1-5 0,1 2 4 0,-1 0-13 0,1-3-4 15,-1 3-17-15,2-2-1 0,0-1-5 0,1 0-1 16,-1 1-11-16,2-4 4 0,2 3-6 0,-1-4-5 15,3-1-2-15,2 0-8 0,-3-2-4 16,4 0 2-16,1-4-2 0,-1 0-6 0,3-3-4 0,-3 1 1 16,2-2 2-16,0-2-2 0,-3 3-3 0,-1-3-2 15,-1 0-3-15,0 2 0 0,-1-2-1 16,-3 2-8-16,-1-2 4 0,-1 1 0 0,4 3-4 16,-6-2 1-16,-2 6 1 0,8-7-5 0,-8 7-1 0,3-5-4 15,-3 5-4-15,0 0 2 0,0 0 5 0,0 0 0 16,10 10 0-16,-10-10 1 0,6 12-3 0,-6-6-1 15,2 1 7-15,2-4-5 0,0 4 2 0,-4-7 2 16,7 9-2-16,0-4 3 0,0-1 0 0,-2-2 4 16,-5-2-5-16,13 2 8 0,-7-2-3 0,4-3-4 15,1-2 5-15,-1-2-4 0,0 1 4 0,-1-2-4 16,0-1-2-16,2-1 8 0,-4 1-7 0,0-2-14 16,1-2-17-16,-2 1-21 0,-2 1-18 0,0 2-10 15,-2-1-17-15,0 1-16 0,-1 2-9 0,-1 7-7 16,4-10-10-16,-4 10-77 0,0 0-232 0,0 0 103 15</inkml:trace>
  <inkml:trace contextRef="#ctx0" brushRef="#br0" timeOffset="128144.83">13890 11207 43 0,'11'-6'146'0,"1"0"-3"0,-2 1 7 0,-1 0-12 15,3-3-14-15,-3 0-2 0,0-2 8 0,0 2-10 16,0-3-1-16,-2 1-9 0,-3 1-5 0,0-1-8 15,1 2-8-15,-4-1-9 0,-1 0-6 0,0 9-3 16,-3-13-6-16,-2 5-4 0,1 3-7 0,-3 2-6 0,7 3-6 16,-16-3-5-16,7 1 1 0,-2 6-8 15,-3 0-3-15,1 5 0 0,-3 1-5 0,3 2-3 16,4 2-2-16,-3 0-2 0,2 1 1 0,3 2-3 16,3 0-4-16,0-2 4 0,4-1-2 0,4 2-3 0,-2-4 3 15,7 3-4-15,-1-6 3 0,6 2 1 0,1-3-3 16,2-2-2-16,2 0 4 0,8 0-5 15,-6-4-1-15,2-3-1 0,-1 2 1 0,7-3 4 16,-2-2-3-16,-5 0 1 0,-1 0-2 0,-3-4 0 16,-3 3-1-16,-1-2 3 0,0-1-5 0,-4 2 2 0,1-3 4 15,-3-1-2-15,-1 0-2 0,-1-2-2 16,-4 2 4-16,1-2-3 0,1-4-1 0,-2 3 2 16,-4-2 1-16,1-3 0 0,-2 1-3 0,2 2 1 15,-1 4-2-15,-2-2 3 0,4 2 0 0,-2 3 4 0,2-3-5 16,2 2 3-16,-2 9-1 0,0-12-1 0,4 8-3 15,1 1 2-15,-5 3 3 0,15-3-2 0,-6 5 2 16,-9-2-1-16,19 4 4 0,-6 2-3 0,-3 0 1 16,0 1 3-16,-3 1 5 0,0 2-2 15,1 0-2-15,0-1-3 0,-2 4-1 0,0-4 3 0,1 2 2 16,-3 0-5-16,-1-1 0 0,0 0 2 16,1 2 0-16,-2-1-2 0,0 0-2 0,-1-1-19 15,1-2-24-15,0 2-26 0,-2-1-40 0,0-9-32 0,4 13-29 16,-3-6-49-16,-1-7-124 0,0 0-366 0,3 13 163 15</inkml:trace>
  <inkml:trace contextRef="#ctx0" brushRef="#br0" timeOffset="129908.78">14828 11157 56 0,'-4'3'164'0,"4"-3"0"0,0 0-2 0,0 0-6 15,-10 2-4-15,10-2-9 0,0 0-8 0,0 0-16 16,0-22-5-16,4 11-11 0,2-4-6 0,4-4-5 15,3-5-9-15,3-3-10 0,0-2 2 0,3 1-7 16,-1-1-11-16,3-3-6 0,-1 3-1 0,-2-1-8 16,4-2-5-16,-7 4-1 0,-5 11-2 0,-1-1-5 15,-4 4 3-15,0 2 2 0,-1 3-2 0,0 1-9 16,-3 4-4-16,-1 4-2 0,0 0-2 0,0 0-4 16,0 0 1-16,0 0-4 0,-29 20 1 0,16-4 3 15,-2 6-5-15,-1 4 0 0,5-2 0 0,2 2-2 16,1 0-3-16,3-1 2 0,2 1-1 0,5 0-3 15,3-1-3-15,8-2 0 0,-6-5-3 0,10 3 0 16,2-1 1-16,0-1-3 0,3 0 4 0,0-4-3 16,5-2 6-16,-4 2-4 0,1-3 3 0,-7 2-3 0,-3-2 1 15,0 0 0-15,-5-2 0 0,-2 0-2 16,1 1 0-16,-5 1-1 0,-1-1 0 0,-2 2-2 16,-2-2-8-16,-1 1-8 0,-3-2-13 0,-3 3-11 15,0-4-2-15,0-1-15 0,-3-2-13 0,2 0-12 16,1-3-11-16,-5 1-17 0,8-3-18 0,-3 0-3 0,0-1-6 15,9 0-86-15,-12-6-251 0,7 1 111 16</inkml:trace>
  <inkml:trace contextRef="#ctx0" brushRef="#br0" timeOffset="130440.87">15301 11064 84 0,'6'-6'147'0,"-2"3"-12"0,-1-1-5 15,-3 4-15-15,0 0-7 0,10-4-2 16,-10 4 11-16,0 0 2 0,0 0-7 0,4 16-7 15,-4-8-14-15,0-1-7 0,0 3-4 0,2-1-10 0,-1 3-6 16,2-4-6-16,-2 3-6 0,2-3-4 16,2 3 3-16,-1-5-5 0,3 1-6 0,1 0-3 15,1-3-2-15,-2 0-2 0,5-4 0 0,0 1-6 16,-1-1-6-16,1-1 2 0,-1-3 2 0,2 1-6 0,-4-3-1 16,0-2 1-16,-3 4-7 0,1-5-2 0,-2 1 5 15,1-2-7-15,-3 1 5 0,1 0-8 16,-3 1 5-16,1 1-1 0,0 0 0 0,-2 7 5 0,1-10-6 15,-1 10 0-15,0 0-5 0,1-8 2 0,-1 8-4 16,0 0 1-16,0 0 1 0,0 0 5 0,9 18-7 16,-5-10 2-16,1 0-3 0,2 2 3 0,-1-2 1 15,1 1 0-15,3-2 0 0,-2 3-3 0,4-3 2 16,3-2 0-16,2 0 0 0,1-1 4 0,1-3-8 16,4-4 2-16,-4 0 1 0,-1-2 0 0,0 0 1 15,-1-5 0-15,-2 0-2 0,-2-1 1 0,-3-2 0 16,0 2 1-16,-2-5 1 0,-2 0-11 0,-2 0 9 15,-1-2-1-15,-2-1 2 0,-1 0-3 0,1-2 1 16,-2 2 3-16,0-2 1 0,-1-4 4 0,1 9 5 16,0-1 12-16,-2 4 4 0,2 1 8 0,0 3 8 15,-1 2-8-15,2 7-7 0,-1-11-7 0,1 11 0 16,0 0-1-16,0 0 1 0,0 0 2 0,8 30 4 16,-4-12 2-16,-2 9-3 0,3 5-3 0,0 1-4 15,-1 0 3-15,1 2-7 0,-2-1-2 0,1-1 3 16,-3 3-2-16,4-2 0 0,-2-3-3 0,2 0 2 15,-2-1-9-15,5-2-10 0,-5-1-20 0,1-2-25 16,-3 0-23-16,2-6-30 0,-2-2-39 0,3 0-33 16,-2-5-33-16,-2 5-184 0,-2-6-422 0,0-3 187 15</inkml:trace>
  <inkml:trace contextRef="#ctx0" brushRef="#br0" timeOffset="130642.7">15955 11018 142 0,'12'-13'166'0,"3"7"2"0,-5-1-5 0,2 5-6 0,0 2-8 15,-1 2-5-15,-1 2-14 0,-1 3-12 16,-1 4-9-16,-5 1-10 0,2 4-8 0,-1 9-8 16,-5-6-10-16,0 5-6 0,-4-1-9 0,-6 2-16 15,1-2-27-15,-3 1-36 0,6-6-34 0,-4-2-30 0,1-2-41 16,1 0-156-16,-1 0-304 0,1-5 134 0</inkml:trace>
  <inkml:trace contextRef="#ctx0" brushRef="#br0" timeOffset="130868.64">16139 11036 1723 0,'7'-26'40'0,"-4"7"66"15,2 1-9-15,-2 1-24 0,-2 6-13 0,0-1-3 16,1 5-3-16,-1 3-9 0,-1 4-6 0,3-9-5 0,-3 9 14 15,0 0 5-15,0 0 5 0,0 0 8 0,15 24-4 16,-7-6 1-16,-5 8-10 0,1 1 1 0,1 4-8 16,-2-3-4-16,0 2-1 0,-3-1-3 0,0 3-6 15,-3-3-2-15,2 1-1 0,1-2-9 0,0-1-20 16,-3-2-25-16,2-5-26 0,0 5-27 0,-2-5-46 16,2-4-39-16,1 0-38 0,-2-3-203 0,-1-1-437 15,0-1 194-15</inkml:trace>
  <inkml:trace contextRef="#ctx0" brushRef="#br0" timeOffset="131074.23">16277 11094 76 0,'12'-7'183'0,"-2"0"-6"0,4 2-8 0,-4 5-13 15,0-2-6-15,2 4-9 0,-1 3-14 0,-3 1-3 16,2 2-11-16,-3 3-12 0,-2 0-6 0,-3 3-15 15,2 3-2-15,-5 1-12 0,-2-1-5 0,-3 8-9 16,-2-6-12-16,-3 1-25 0,2-1-22 0,-3-2-36 16,0-2-40-16,-1-1-31 0,0-2-28 0,-1 1-128 15,1-4-291-15,2-3 129 0</inkml:trace>
  <inkml:trace contextRef="#ctx0" brushRef="#br0" timeOffset="131285.61">16496 10919 56 0,'2'-6'228'0,"1"1"-26"15,-3 5-14-15,6-7 3 0,-6 7-1 0,0 0-8 16,0 0-7-16,13 14-7 0,-8-3-17 0,1 2-10 16,-2 3-15-16,1 2-13 0,-2 1-11 0,1 7-9 15,-2-1-11-15,0-5-12 0,1 4-34 0,-3-4-30 16,-3 5-43-16,1-6-40 0,1-1-36 0,0-2-36 15,0-1-42-15,-2-3-132 0,3-4-349 0,0-1 155 16</inkml:trace>
  <inkml:trace contextRef="#ctx0" brushRef="#br0" timeOffset="131758.75">16730 11075 58 0,'3'-10'220'15,"0"4"-13"-15,2 1-20 0,-5 5-18 0,5-8-12 16,-5 8 0-16,7-1-10 0,-7 1-6 0,0 0-7 0,9 11-10 15,-4-4-8-15,-2 2-13 0,2-1-10 16,2 2-9-16,-1-3-7 0,1 5-7 0,2-5-6 16,-2 1-5-16,2-2-3 0,4-1-10 0,-3-1 0 15,3-3-5-15,0 2-4 0,0-3-5 0,1-2-5 16,-2 1 3-16,1-2-2 0,-1-1-7 0,-3 0 7 0,0-1-7 16,-2 2-4-16,-2-2 2 0,1 0 5 15,-3-1 9-15,-3 6-6 0,7-8 1 0,-7 8 1 16,5-5-5-16,-5 5-4 0,0 0-6 0,0 0-1 15,0 0-3-15,0 0 11 0,13 17 9 0,-12-5 6 16,0 7 3-16,2 8 4 0,-1 4 2 0,2 0 4 16,-1 2-13-16,2-1-3 0,-1 16-3 0,-7 1-3 15,7 0 3-15,-2-2-3 0,2 1-3 0,1-1-4 0,-2 1 2 16,2 0-5-16,-5-13-4 0,0-2 0 0,0-2 0 16,-2 2-4-16,0-2 6 0,-2-5 4 0,1-6-9 15,-4-2-1-15,1-3-7 0,-7-2-1 0,1-1 0 16,-7-3 1-16,4-2-6 0,-5-4-4 0,1-2-5 15,-2-2-1-15,-1-4 5 0,-3-3-3 0,1-2-6 16,-1-5 9-16,-1-3-9 0,4-5-5 0,1 0 1 16,4-8 0-16,0 0-1 0,2-12 6 0,7 8-5 15,5-12 0-15,4-5-1 0,6 4-2 16,6 3-3-16,6 3 2 0,4 0-13 0,5 3-12 0,8 1-13 16,-9 12-20-16,12-7-24 0,2 5-28 0,1 2-18 15,3 2-34-15,-12 9-43 0,-4 2-147 0,2 2-408 16,2 0 182-16</inkml:trace>
  <inkml:trace contextRef="#ctx0" brushRef="#br0" timeOffset="132270.64">17542 11051 143 0,'3'-6'200'0,"-1"0"-13"16,1-1-13-16,-3 7-18 0,3-10-11 0,-3 10-4 15,9-1 6-15,-9 1-6 0,11 8-1 0,-2 2-4 16,0 4-13-16,4 0-16 0,-4 2-8 0,0 2-10 16,2 5-4-16,-2-4-9 0,0-2-7 0,0 1-9 15,1-1-4-15,-2-2-6 0,0 1-1 0,-3-3-9 16,2-3 0-16,-2 0-2 0,1-4-5 0,-1 4-5 16,1-4 2-16,-1-2-2 0,-2 0-2 0,-3-4 0 15,5 7 13-15,-5-7-4 0,5 1-6 0,-5-1-1 16,0 0-3-16,9-11-5 0,-5 4 0 0,2-3 1 15,-1 0-2-15,-1-1-6 0,1-6 3 0,0 0-3 0,-2-1-2 16,4-6-2-16,-2-1-2 0,-2 0-1 16,-2-2 3-16,1 4-4 0,0-3 1 0,1 7 1 0,-2 1-2 15,0 0-3-15,-1 2 3 0,-1 5-2 0,1-2 1 16,0 8-3-16,-1-5-1 0,1 10-11 16,-3-12-12-16,3 12-21 0,0-7-17 0,0 7-22 15,0 0-10-15,0 0-15 0,0 0-23 0,0 0-29 0,-24 16-23 16,16-6-20-16,1 0-151 0,-1-1-383 0,4 2 170 15</inkml:trace>
  <inkml:trace contextRef="#ctx0" brushRef="#br0" timeOffset="132578.69">17988 11094 151 0,'0'0'184'0,"0"0"2"0,0 0 0 0,0 0 0 0,0 0-6 16,0 0-10-16,-16 20-11 0,8-10-13 0,2 2-13 15,-2 2-10-15,3-2-11 0,1-1-12 0,-1 4-10 16,3-5-9-16,2 2-5 0,1 1-6 0,4-3-8 16,0 0-6-16,3 0-4 0,1-3-4 15,2-2-5-15,-1-1-4 0,6 2 0 0,-2-6-8 0,4 0-2 16,1 0-1-16,0-4-1 0,-2 0-4 0,0-1-2 16,-2-6-4-16,-3 3 4 0,1-4-4 0,-3-1-1 15,-1-1-4-15,-4-1 0 0,-2-1 3 0,-2 1-7 16,-3 0-4-16,-4-4 1 0,-1 4-4 0,-5 0-5 15,-1-1-3-15,-2 5-2 0,1 2-7 0,-2-2-5 16,3 7-11-16,-1 0-12 0,-3 2-23 0,2 2-12 16,3 2-25-16,-1 1-24 0,2 1-24 0,2 1-39 15,1 2-161-15,-1-2-379 0,9-5 168 0</inkml:trace>
  <inkml:trace contextRef="#ctx0" brushRef="#br0" timeOffset="132801.04">18402 10914 85 0,'5'-9'266'0,"-2"3"-4"15,0 0-12-15,-3 6-10 0,4-7-32 0,-4 7-22 16,3-5-17-16,-3 5-11 0,0 0-7 0,13 13-8 16,-7-2-14-16,1 6-11 0,-1 0-12 0,0 9-9 15,0 0-7-15,-2-7-13 0,2 8-5 0,-2-2-5 16,0-5-11-16,-4 1-19 0,4-3-24 0,-4 0-27 15,2 0-24-15,-1 0-32 0,-2-2-50 0,2 0-43 16,-2-4-50-16,0 0-181 0,0 0-426 0,1-12 188 16</inkml:trace>
  <inkml:trace contextRef="#ctx0" brushRef="#br0" timeOffset="133024.87">18595 10932 58 0,'2'-12'251'0,"-1"2"-10"16,0 0-18-16,1 4-18 0,-2 6-23 0,1-7-7 16,-1 7 7-16,0 0 3 0,13 12-15 0,-7-1-11 15,-1 5-13-15,0 1-12 0,0 7-13 0,2 3-8 0,-1-1-15 16,-3 1-10-16,0 1-8 0,0-6-8 16,-3-1-8-16,1 0-9 0,-1-2-8 0,3-1-19 15,-3 1-32-15,0-2-28 0,1 1-33 0,-2-2-39 16,1-4-30-16,0-1-43 0,-1-1-37 0,-1 0-178 15,2-10-424-15,-4 11 188 0</inkml:trace>
  <inkml:trace contextRef="#ctx0" brushRef="#br0" timeOffset="134130.76">18558 11103 17 0,'4'-6'169'0,"3"3"-12"16,3-4-17-16,8 0-6 0,0 2-17 0,1-2-5 15,0 1-13-15,8 0-11 0,-2 0 0 16,-3 2-6-16,0 1-10 0,7-3-5 0,-8 4-4 0,0-3-11 16,1 4-6-16,-4-1-7 0,1 0-1 0,-7 0-2 15,-3 1 0-15,-2 1-4 0,-7 0 4 16,13-1 9-16,-13 1 4 0,10-1 3 0,-10 1 2 0,0 0-6 16,0 0 2-16,0 0-2 0,0 0 2 15,-15 15 4-15,7-8 1 0,-3 4-5 0,-1 0 0 0,1 3-5 16,2-1-1-16,-1 0-4 0,1 0-2 0,2-2-5 15,1 0 0-15,2-1-7 0,2 0-1 0,0 2-5 16,2-5 5-16,0-7-4 0,3 13-2 16,1-7-2-16,2 0-1 0,2-2 1 0,1-1-3 0,3 0-2 15,-1-2 3-15,0-1-3 0,3-1-2 0,-4-2-1 16,1 0 4-16,-3 0-3 0,2-4-3 0,-4 3-1 16,2-2-2-16,-3 1-1 0,1-4 7 0,-2 1-3 15,-2 0-2-15,1 0-3 0,0-4 2 0,-2 1 0 16,-1 1-1-16,0 1-5 0,0 9 7 0,-1-13-3 15,1 13 1-15,1-11-5 0,-1 11 4 0,0 0-4 16,0-8 1-16,0 8-6 0,0 0 1 0,0 0 5 16,0 0 0-16,0 0-1 0,0 0 2 15,5 25-1-15,-4-18-1 0,4 0 3 0,-1 0-1 0,1 0 1 16,2 1 2-16,2-1 1 0,5 0-1 0,4-2 3 16,10 2 9-16,4-5-10 0,3-1 5 0,0-1-7 15,-2-1 3-15,0-1-1 0,1-2 1 0,-4-1-4 16,0-1 1-16,-9 2 5 0,-3-3-5 0,1 1 1 15,-2 0 1-15,-2-2-3 0,-4 2 8 0,-2-1-1 16,-1-2 5-16,-4 3 0 0,0-2 5 0,-1-1-4 16,-2-1 1-16,0 3 2 0,-1 7-4 0,-4-17 2 15,-1 9 7-15,1 2-7 0,-1 2 4 0,-3-1-2 16,0 2 0-16,-1 1-4 0,-3 2 1 0,2 1-1 16,0 2-2-16,-3 1-4 0,3 0 9 0,1 3-1 15,-1 1-11-15,2 1 1 0,2 1-1 0,-1-2-3 16,3 2 3-16,-1-3-2 0,3 1-5 0,2-1-10 15,0-7 4-15,-1 12-1 0,1-12 1 0,2 10-3 16,1-5-4-16,-3-5 0 0,8 4 2 0,-8-4 2 16,8 2 1-16,-8-2-3 0,12-2 5 0,-12 2 0 15,11-3 3-15,-11 3-2 0,7-5 2 0,-7 5-3 16,9-4 7-16,-9 4 1 0,6-3-3 0,-6 3-2 16,0 0-1-16,0 0 0 0,0 0 3 0,4 12 7 15,-8-2 7-15,3 7 3 0,-4 6 2 0,-2 5 11 16,3 3 8-16,-1 1-2 0,4 4-1 0,0 0-6 15,1 10 1-15,-2 5-6 0,6-2 2 0,0-2-2 16,-1 3-3-16,-3-16-2 0,-2 0 1 0,6 0-3 0,-3-4-3 16,-2-1 2-16,2-2-1 0,-4-4-3 15,0-3-1-15,-1-4 11 0,-3-2-12 0,2-3-1 16,-3 0 0-16,-1-2 0 0,-1-2-3 0,-2-1-2 16,-1-1-3-16,-3 0 1 0,-5-3-4 0,5-1 3 15,0-1-4-15,1-3 3 0,0 0 0 0,3-1-3 0,2-1-1 16,-1-4-1-16,3 1-7 0,3-4 5 0,3-4 0 15,2-2-1-15,5-7 3 0,5-1-6 16,5-2 6-16,3-1-2 0,10-13-6 0,4 3 3 16,2-4 2-16,6 1 3 0,-2 4 2 0,1-1-4 0,0-1 2 15,-2 3 1-15,0-1-3 0,2 0 5 16,-5 4 1-16,-1-4-2 0,-8 10 1 0,-2 0-2 16,-3-2-3-16,-1 2 4 0,-1 0 6 0,-6 5-4 15,-1 1 2-15,-3 5-3 0,-6 5 8 0,1 0 2 16,-3 2 8-16,-1 2-5 0,-2 1 0 0,3 7 0 0,-9-6 0 15,-1 5 2-15,10 1 3 0,-28 11 4 0,11 0 2 16,-6 5 17-16,0 2-15 0,4 4 1 16,2-1-5-16,6-4 0 0,-1 7-9 0,6-7 5 0,5 2-1 15,2-1-6-15,3-2-8 0,5-1-20 0,2 0-18 16,3-2-38-16,9-1-27 0,4-1-28 0,3-3-31 16,-1 0-25-16,4-2-7 0,2-2-17 0,-2-3-4 15,-2 3-2-15,-2-3-117 0,0-1-364 16,-2-1 161-16</inkml:trace>
  <inkml:trace contextRef="#ctx0" brushRef="#br0" timeOffset="134262.62">20060 11279 213 0,'19'0'55'0,"-6"-1"28"0,0 0 28 16,-4-1 35-16,-2 2 6 0,-7 0 0 0,13-2 4 16,-13 2-5-16,9 2-2 0,-9-2-1 15,8 2 13-15,-8-2 5 0,7 5-2 0,-4-1-4 16,-3-4-13-16,1 8-14 0,0-1-13 0,-1-7-14 0,2 12-10 16,-2-5-12-16,0 1-17 0,-2 3-47 0,0-5-45 15,2-6-56-15,-8 17-66 0,5-7-80 0,-3-4-183 16,6-6-445-16,-12 13 197 0</inkml:trace>
  <inkml:trace contextRef="#ctx0" brushRef="#br0" timeOffset="137167.41">20918 10897 45 0,'0'-7'185'0,"1"0"-18"0,-1 7-14 16,0 0-24-16,3-11-6 0,-3 11-17 0,0 0 2 16,0 0 3-16,6 19-3 0,-6-2 0 0,0 2-8 15,1 9-5-15,-2 1-9 0,-2 1-8 0,2 1-1 16,0 1-4-16,-2-2-10 0,3 0-7 0,-2 2 0 16,-1-4-10-16,2-1-5 0,-2-1-5 0,3 1 3 15,-1-3-7-15,0-5-4 0,-2 0 0 0,2-2-3 16,1-1-19-16,0-5-27 0,-2 1-33 0,4-2-29 0,-2-2-45 15,1-2-18-15,-1-6-21 0,1 11-119 16,-1-11-308-16,0 0 137 0</inkml:trace>
  <inkml:trace contextRef="#ctx0" brushRef="#br0" timeOffset="137740.34">20902 11186 60 0,'4'-10'137'0,"0"5"-7"0,1-4 0 0,3 1-7 15,2-1-10-15,4-1-4 0,2 1-5 0,0-1-11 0,2-1-3 16,0 1-1-16,-2 1-14 0,1 0-2 0,1 0-9 16,0 2-7-16,-8 1 2 0,2 0-5 0,0 1 5 15,-4-2-6-15,-2 2 2 0,2-1-1 16,1-1 0-16,-4 3 1 0,-1-2-3 0,0 1 5 0,1-3-3 16,-3 2-7-16,-2 6-5 0,7-8-7 0,-5 4-4 15,-2 4-3-15,0 0-3 0,5-5-9 0,-5 5 0 16,0 0-3-16,0 0 1 0,7 24 1 15,-7-6 1-15,-4 6 0 0,0 6-1 0,-1-2-4 0,-1 3 2 16,1-4-2-16,-1 4 1 0,3-4-2 0,-3-1-3 16,4-7 0-16,-1 7 1 0,-2-9 0 15,4-3-3-15,-2-2 1 0,3 0 3 0,0-5-7 16,0 2 2-16,0-9-2 0,0 10 2 0,0-10-1 0,7 8 4 16,-7-8-4-16,9 0 0 0,-9 0-1 0,18-5 2 15,-6 0-1-15,4-2 2 0,0 2-10 0,0-1 7 16,0 0-2-16,-4 3 5 0,0-1-6 0,1 2 0 15,1-2 3-15,0 3-4 0,-1-2 3 0,5 0 4 16,1 1-2-16,-1 0 2 0,0 0-2 0,1-1 0 16,2 2 0-16,0-4 2 0,-1 2-2 0,0-2 0 15,0-2-2-15,-3 0 0 0,1 0 5 0,-3-3-1 16,-1 7 1-16,1-8-3 0,0 3 0 0,-6-3 3 16,0-1-2-16,-2 2-1 0,-2 1-1 0,-1-2 9 15,1 0-9-15,-3 1 4 0,-4 0-3 0,1-2 0 16,-1 1 2-16,-1 1-2 0,-1 0 3 0,-1 1 1 15,-1 1 5-15,-1 3-3 0,2 2-3 0,-1 0 2 0,6 3-2 16,-14 0 1-16,5 4-2 0,0 4-1 16,-5 5 0-16,4 0-2 0,-1 4 4 0,-1 5-2 15,4-4-3-15,1 0-1 0,5 1-12 0,-1 1-27 16,3-1-15-16,3-1-32 0,2-1-29 0,1-3-35 16,6 1-19-16,5-2-27 0,-2-2-122 0,3-2-344 15,9-3 153-15</inkml:trace>
  <inkml:trace contextRef="#ctx0" brushRef="#br0" timeOffset="139038.67">22254 11116 14 0,'4'-19'203'0,"-3"2"-2"0,-1 0 4 16,-1 3-6-16,0 1 0 0,0 4 2 0,-1 3-13 15,0-1-13-15,2 7-16 0,-9-7-19 0,9 7-13 0,0 0-12 16,-22 16-9-16,8-2-7 0,-1 7-11 0,-2 2-9 15,4 0-4-15,-1 3-13 0,4-2 2 16,2 1-4-16,3-6-14 0,5 1-2 0,2-1-7 16,0-1-3-16,2-1 0 0,2 0-8 0,5-3-6 0,0 0-10 15,2-4-4-15,5-1-7 0,0-2-11 16,-1-4-11-16,4 0-9 0,-1-3-4 0,2-2-2 16,-1-1-4-16,-1-2 2 0,-2-1-4 0,0 0 10 15,0-3-1-15,-3-1 2 0,2-4-4 0,-3 2 3 16,-2-5 4-16,1 3 5 0,-1-2 2 0,-3-2-2 0,1-5 3 15,-4 5 11-15,2 0-1 0,-4 1 14 0,1 2 16 16,-4 6 12-16,2 2 7 0,-1 1 5 16,1-1-7-16,-3 7-4 0,1-7-7 0,-1 7-3 15,0 0 1-15,0 0 4 0,0 0 0 0,0 0 0 0,-1 29-3 16,-2-13 2-16,2-4-7 0,-1 5 1 0,3-2-2 16,-2 1-3-16,3-1-2 0,1-2 2 15,-1-3 0-15,3 2 0 0,2-1-3 0,-1-2 0 16,0-1-3-16,1 0 1 0,3-3 0 0,-4-2 6 0,5 0-7 15,-1-1-1-15,1-2 1 0,1 0 1 0,-1-2-3 16,0 0 1-16,-1-3-3 0,0 1 4 0,-1-4-5 16,0 0 3-16,-1-1-6 0,-1-1 3 0,2-5 5 15,-1-1-5-15,3-1-3 0,-4 1 1 16,-2-1-2-16,-1 1 1 0,0-1 1 0,-2 3-2 0,2 3 1 16,-1 1 5-16,0 4 7 0,0 0-1 0,-2-1-8 15,-1 7 0-15,0 0-3 0,0 0 6 0,0 0-1 16,0 0 3-16,0 0 4 0,8 26-4 0,-9-11 0 15,2 2 2-15,-2 0-3 0,2 1 2 16,0-1-1-16,3 0-1 0,0 0-1 0,0 0 7 0,2-2-8 16,2-1 1-16,-2-3 6 0,2 0-6 0,1-1-3 15,1-2 2-15,2-2-4 0,0 0 4 0,4 1 2 16,-5-2-3-16,2-4 0 0,-3 1 0 0,3-2 0 16,-3 0 2-16,2-3-4 0,-1-1 0 0,-1-1-3 15,-1 0-2-15,1-3-3 0,-1-1-1 0,-2-2-2 16,-3 2-2-16,3-7-1 0,-2 1-3 0,-1-2 0 15,-2 1 1-15,-2-3-3 0,-3 0 3 0,-1 0 1 16,0 2-1-16,-2 0 3 0,2 0 4 0,0 5-4 16,0 1 4-16,1 0 3 0,-1 1 0 0,-1 3-1 15,1 0 1-15,0 2-1 0,4 5 4 0,-5-9-4 16,5 9 6-16,-1-7-8 0,1 7 3 0,0 0-3 16,0 0 4-16,0 0-1 0,0 0 1 0,17 2 3 0,-17-2-3 15,25 5 1-15,-10-3 1 0,4 2-1 16,-1 0-2-16,-1 2 3 0,1-1 2 0,-3 1-3 15,-3 1 1-15,0 0-1 0,-3 0-1 0,-1 3 9 16,0 2 1-16,-2-2 4 0,-1 2 3 0,-1 2-1 16,-2-3 1-16,1 6-3 0,-2-5 0 0,2 0-2 15,-2 1 2-15,1-1-1 0,-1 0-6 0,1-1 4 16,3 1-2-16,-2-2 0 0,1 0 5 0,0-1-4 16,-1-1-1-16,4 0-1 0,-1-3 4 0,3-1-2 15,0 1 5-15,0-1-6 0,2-2 0 0,0-1 1 0,-1-1-4 16,1-1 9-16,1-1-8 0,-2-2 2 0,0-2 0 15,-2-1-2-15,1 0-1 0,1-2-3 16,-1-1-3-16,-2-1-4 0,-1-4-2 0,0 1 1 16,-3-3-5-16,-2 2 1 0,0-3 5 0,-1 1-3 15,-2 1 1-15,1-1 0 0,-4 3 1 0,2 2 0 0,-1 0 1 16,2 2 2-16,-1 1-1 0,-1 4-5 16,3-3 6-16,1 8 0 0,-3-7-1 0,3 7-2 15,0 0-1-15,0 0 2 0,4-9 0 0,-4 9 1 16,0 0 1-16,18 5 2 0,-9-1 0 0,3 0-4 15,-1 2 1-15,1 1-1 0,0 1 4 0,-2 3 0 16,3 0 1-16,-5-2-3 0,1 3-1 0,0 2 4 0,0 1 1 16,-4-3 1-16,1 3-1 0,1-1 1 0,-3-2-2 15,-1-1 1-15,3 1 2 0,0-2-2 0,2 0 3 16,-1 1 0-16,2-4-3 0,3 1 1 0,-3-3 4 16,4 0-2-16,-2-1 2 0,2-4 1 0,1 1 1 15,-1-2-3-15,1-1 2 0,-2-2-2 16,0 0 1-16,1-2-1 0,-6-2-1 0,4 0 0 15,-4 0 3-15,3-4-2 0,-3 0-3 0,1-2 3 0,-7 2 0 16,3-4-2-16,-3-1 4 0,-1 1 0 0,-1-1 4 16,-2 1 0-16,1 4 5 0,-1 0 0 15,0 3 2-15,1 1 4 0,-2 2-6 0,4 6-2 16,-6-9-1-16,6 9-3 0,-14 1-2 0,5 6 2 0,0 0-2 16,0 3 10-16,-1 3-10 0,-1 3 3 0,2-1-5 15,0 0-2-15,3 0-14 0,1 1-32 0,0-1-33 16,1-3-44-16,0 0-31 0,5-2-40 0,-2 2-30 15,4-1 0-15,3 1 16 0,3-5-137 0,1 2-371 16,7-3 164-16</inkml:trace>
  <inkml:trace contextRef="#ctx0" brushRef="#br0" timeOffset="139256.91">23918 11243 188 0,'5'-12'205'0,"1"-2"-5"0,-1-2-11 15,1 1 9-15,4-4-10 0,-2-5-4 0,2 0-10 16,0 8-8-16,-1-2-9 0,5-6-5 0,-2 8-5 15,-1 0-14-15,5 2-7 0,-2 3-16 0,1 1-2 16,0 1-13-16,-4 5-8 0,1 1-11 0,0 2-6 16,-3 5-6-16,4 0-9 0,-6 2-1 0,2 3-4 15,0 5-1-15,-1 0-8 0,-4-2-7 0,0 4 3 16,0 0-4-16,-3 0-7 0,1 0-21 0,-2-4-25 16,4-2-33-16,-4 3-24 0,0-1-33 0,1-1-34 15,3-1-51-15,-3-1-50 0,1-2-182 0,-2-7-461 16,4 8 204-16</inkml:trace>
  <inkml:trace contextRef="#ctx0" brushRef="#br0" timeOffset="139488.57">24496 10845 202 0,'0'-12'276'0,"0"12"-15"0,1-11-26 16,-1 11-24-16,0-8-20 0,0 8-10 0,0 0 5 15,0 0-4-15,0 27-11 0,-2-11-13 0,1 3-14 0,-1 0-11 16,-2 6-14-16,3 1-14 0,-2-1-11 16,2 0-8-16,0-6-6 0,2 1-9 0,-1-4-6 15,0 2-19-15,1-2-19 0,-1-4-22 0,3 0-31 16,-2-2-35-16,-1 0-30 0,0-10-49 0,3 16-57 16,-3-11-36-16,0-5-181 0,0 0-448 0,0 0 199 15</inkml:trace>
  <inkml:trace contextRef="#ctx0" brushRef="#br0" timeOffset="139663.68">24378 10981 138 0,'0'0'219'0,"3"-6"-2"16,-3 6-13-16,5-4-8 0,-5 4-16 0,10-4-14 15,2 2-17-15,-3-1-15 0,4 0-14 0,3-1-12 0,2 0-25 16,2 1-25-16,1 0-40 0,-2 1-55 15,3-2-50-15,-3 2-61 0,-1 0-139 0,-4 2-310 16,-14 0 137-16</inkml:trace>
  <inkml:trace contextRef="#ctx0" brushRef="#br0" timeOffset="140126.64">24937 10920 104 0,'1'-6'206'0,"-1"6"3"0,4-7-8 0,-1 1-12 16,-3 6-21-16,2-8-15 0,-2 8-21 0,0 0-13 15,7-2-12-15,-7 2-1 0,6 12 2 0,0-2-2 16,0 4-9-16,-4 4-5 0,-1 1-4 0,1 6-7 16,-1 0-5-16,-1-6-5 0,-3 6-4 0,3-5-6 15,0 5-7-15,-1-9-7 0,1 2 0 0,-2 2-5 16,0-5-6-16,2 3-11 0,-3-5-22 0,3 2-23 16,0-3-35-16,-1-1-36 0,2-2-46 0,-1-1-38 15,3-2-212-15,-3-6-418 0,0 7 186 0</inkml:trace>
  <inkml:trace contextRef="#ctx0" brushRef="#br0" timeOffset="140283.4">25140 10730 79 0,'0'0'92'0,"0"0"-31"0,8 15-29 0,-8-2-32 15,0 6-44-15,-4 4-48 0,4 6 21 0</inkml:trace>
  <inkml:trace contextRef="#ctx0" brushRef="#br0" timeOffset="140500.71">25273 11145 30 0,'1'-12'185'0,"3"-4"-1"16,4 0-3-16,-3-2-3 0,3 0-7 0,7-5-5 0,-5 4-11 15,7-3-3-15,-6 8-9 0,3 2-8 16,-1-1-10-16,2 2-8 0,-3 6-15 0,0 2-9 16,-1-1-9-16,-1 4-10 0,-1 4-7 0,1 1-5 15,-2 2-8-15,-2 3-3 0,1 0-3 0,-2 2-4 16,2 4-5-16,-4 0-7 0,3 1-18 0,-4 1-23 0,3-1-33 16,-1-2-33-16,1 0-42 0,2 1-47 15,3-4-45-15,-5-1-136 0,9 0-374 0,-4-5 165 16</inkml:trace>
  <inkml:trace contextRef="#ctx0" brushRef="#br0" timeOffset="140764.71">26113 10801 35 0,'-2'-15'270'0,"0"4"-2"0,2-2-5 0,-2 4-14 16,2 9-20-16,-1-13-25 0,1 13-20 0,-1-5-22 15,1 5-16-15,0 0-2 0,0 0-4 0,-6 33-7 16,2-9-1-16,1 2-15 0,-1 2-7 0,0 2-12 16,1 1-8-16,-1-5-12 0,2 1-6 0,0 2-4 15,-3-3-8-15,2-1-7 0,3-4-8 0,-2-2-3 16,2 5 0-16,0-6-10 0,0-1-10 0,2-2-23 16,-2-1-19-16,0-4-18 0,2 1-28 0,-2-2-36 15,-2 0-40-15,2-9-36 0,0 12-34 0,0-12-22 16,0 8-183-16,0-8-450 0,0 0 200 0</inkml:trace>
  <inkml:trace contextRef="#ctx0" brushRef="#br0" timeOffset="141114.29">26119 10717 116 0,'9'-16'210'0,"1"4"-13"0,-1 4-5 16,-1 0-10-16,6 3-4 0,-5 2-13 0,2 3-13 15,-1 6-5-15,0-2-16 0,-1 5-8 0,1 1-12 16,1 1-9-16,-3 5-8 0,-3 2-9 0,0-1-10 16,-5 0-4-16,0-2-6 0,-5 4-5 0,0 0-10 15,-3-4 1-15,-1 3-10 0,-1-2-1 0,0-1-5 16,-1-1-5-16,-4-3-11 0,5-2-5 0,1-2-2 16,-3 1 0-16,4-2-5 0,1-2 2 0,2 0-1 15,0-2 1-15,5-2-1 0,-8 5-2 0,8-5-2 16,0 0 3-16,-5 5 1 0,5-5-2 0,0 0-5 15,-6 3-1-15,6-3 1 0,0 0-6 0,-2 7 4 0,2-7 5 16,0 0 1-16,8 15 7 0,-5-9-8 0,3 3 2 16,-2 1 0-16,2 1 1 0,2-1-5 0,1 0 5 15,5 2-1-15,-1-1 1 0,-2 1-7 16,3 1-18-16,3-3-29 0,-2 0-38 0,2-3-52 0,1 1-31 16,0-1-52-16,-2 0-151 0,2 0-399 0,-3-2 176 15</inkml:trace>
  <inkml:trace contextRef="#ctx0" brushRef="#br0" timeOffset="141530.99">26387 11265 157 0,'0'0'222'0,"0"0"-2"0,9-26-1 0,-5 19-13 0,0 1-14 16,4-3-9-16,-1-1-11 0,6-4-17 0,1 2-9 15,-1-2-15-15,3-1-10 0,-1-4-11 0,3 0-8 16,-2-1-9-16,2-1-5 0,-7 6-11 0,7-8-2 15,-2 1-10-15,-2-1-6 0,-4 6-9 0,7-6-5 16,-7 8-2-16,-3-2 0 0,0 2 2 0,-2 3 11 16,-1 3-2-16,-2 2 2 0,1-1-5 0,-1 1-4 15,0 2-5-15,-2 5-9 0,2-8-2 0,-2 8-8 16,0 0 1-16,0 0-6 0,0 0 2 0,0 0-5 16,0 0-2-16,-20 21-4 0,15-12-1 0,-1 2 9 15,1-2-11-15,-1 7-5 0,6-3-5 0,-2-2 1 16,2 7-16-16,0-1 6 0,2 0-7 0,2-3 6 15,0 3-2-15,-1-5 3 0,3 2-2 0,-1-2 1 16,2 5 1-16,0-9 4 0,-1 3-2 0,-1-1 3 16,-1 0-1-16,0 0 4 0,1-1-2 0,-2-3 0 15,-1 1 1-15,-2 0 0 0,2 0-6 0,-2-7 3 16,-2 13 0-16,0-7 2 0,2-6-2 0,-5 11-8 16,2-5-8-16,-3-1-3 0,-1 1-11 0,1-3-6 15,-3 0-12-15,-1 1-12 0,2-1-16 0,-1 0-23 16,9-3-20-16,-14 1-26 0,9 1-25 0,5-2-30 15,-13 0-148-15,13 0-387 0,-14-2 171 0</inkml:trace>
  <inkml:trace contextRef="#ctx0" brushRef="#br0" timeOffset="142628.74">27667 10969 13 0,'0'0'192'0,"-4"-5"-15"0,4 5-10 0,0 0 8 15,0 0 2-15,0 0-5 0,-9 19-7 0,5-8-11 16,-1 5-7-16,0 3-14 0,5 1-9 0,0-1-9 16,0 1-9-16,3-1-12 0,-1 0-7 0,1 0-7 15,3-2-5-15,0 2-8 0,1-5-1 0,4 1-7 16,0-3-5-16,-2-3-1 0,3-1 6 0,-1-2-13 15,0-2-2-15,8 0-5 0,-1-3-4 0,-6-1-1 16,1-1-2-16,4-3-6 0,-4 0 10 0,1-2-10 16,-5-2-1-16,3 0-4 0,-4-2-2 0,1 1 0 15,-4-4 1-15,2 3-5 0,-1-2 4 0,-4 0 1 16,1 1-1-16,1-2 4 0,-2 4 6 0,0-1 10 16,-1 6-5-16,-1 4-1 0,1-10-7 0,-1 10-4 15,2-6-5-15,-2 6-3 0,0 0 5 0,0 0-10 16,0 0 0-16,0 0-1 0,0 0-3 0,11 16 3 15,-7-8-3-15,0 0 3 0,1 1 0 0,1-1-4 16,3 1 5-16,1-1-8 0,-2 0 2 0,9 1 3 16,-7-3 9-16,3-1-11 0,1 0-1 0,-3-2 1 15,7 1 0-15,-6-1-1 0,-1-2 2 0,-2-2-1 16,1-2-4-16,-3 0-6 0,-1-1-4 0,2-4-14 16,-2 0 2-16,-3 0 0 0,1-3-4 0,-2-6-11 15,-1 0 2-15,-2 0 3 0,-5-2-2 0,2 2 2 0,-3-3 2 16,-4-4 5-16,1 7 0 0,0 3 4 0,0-1 2 15,-1 2 0-15,6 4 5 0,-3 1 3 16,4 2 1-16,-1 0 2 0,-2 2 2 0,7 4 2 16,-2-8-6-16,2 8-1 0,0 0 5 0,0 0 1 0,0 0-1 15,0 0 0-15,0 0 3 0,21 0-1 16,-8 2 2-16,1 0 3 0,2-1-1 0,3-1-2 16,-1 1 4-16,2-1 1 0,-3 0 5 0,-4-1 1 15,1 0 0-15,-1-1 4 0,-3 0 6 0,3 1-3 0,-7-1 1 16,2 0 3-16,-1-1 1 0,-7 3 7 15,12-4-6-15,-4 3-1 0,-8 1-2 0,9-4-1 16,-9 4 12-16,6-3-19 0,-6 3-2 0,0 0-4 16,13 3 12-16,-9 2-10 0,2 4-1 0,-1 2 1 0,0 4 0 15,-1 2-2-15,0 1 3 0,-1 1-5 0,-3 2 5 16,0 4 0-16,0-6-11 0,2 6-15 0,-2-6-20 16,0-2-21-16,0 2-34 0,0-3-45 0,-2 0-50 15,2-4-44-15,0 2-213 0,0-7-482 0,0 1 214 16</inkml:trace>
  <inkml:trace contextRef="#ctx0" brushRef="#br0" timeOffset="142811.94">28354 10737 2 0,'-6'-9'201'0,"1"3"-16"15,1 2-29-15,0-1-36 0,4 5-16 0,0 0-34 16,-5-5-30-16,5 5-15 0,0 0-43 0,0 0-34 16,0 0-88-16,24 17-149 0,-11-13 66 0</inkml:trace>
  <inkml:trace contextRef="#ctx0" brushRef="#br0" timeOffset="143017.69">28581 10754 69 0,'0'0'167'0,"-1"-12"11"0,1 12 2 0,1-10 3 15,-1 10-5-15,2-6-16 0,-2 6-16 16,0 0-19-16,0 0-9 0,0 0-5 0,0 0 3 16,0 0-4-16,5 24-2 0,-1-5-11 0,-2 6-4 0,3 4-9 15,-6 0-5-15,4 1-10 0,-3 0-4 16,1 1-8-16,-1-1-3 0,4-2-9 0,-2 0-3 16,2-3-5-16,-1-4-13 0,-1-4-29 0,1 0-29 15,-1 0-38-15,0-4-33 0,3-2-41 0,-1-1-33 0,-2-1-38 16,-1-3-117-16,-1-6-357 0,4 8 158 0</inkml:trace>
  <inkml:trace contextRef="#ctx0" brushRef="#br0" timeOffset="143227.31">28783 10794 30 0,'1'-11'240'0,"2"6"-23"0,0 0-22 16,-3 5-7-16,0 0 5 0,0 0 0 0,0 0-2 0,10 21-9 15,-6-6-14-15,-4 2-14 0,4 8-9 0,-5-5-17 16,-1 8-10-16,1 0-8 0,1-1-14 0,-1 0-9 16,-1 0-7-16,2-2-9 0,-2 0-11 0,2-5-20 15,1-1-28-15,-1 0-41 0,3-2-44 0,-3 0-50 16,2-5-55-16,0-1-59 0,-1 2-140 0,4-4-407 16,-5-9 180-16</inkml:trace>
  <inkml:trace contextRef="#ctx0" brushRef="#br0" timeOffset="143517.57">29569 10703 106 0,'-1'-12'271'0,"0"2"-15"0,0 1-9 0,1 9-28 15,-2-13-23-15,2 13-22 0,0 0-5 0,0 0-9 16,0 0-2-16,-19 26-8 0,10-2-4 0,0 6-11 15,-1 3-14-15,1 0-8 0,-1 14-9 0,1-2 0 0,-1 3-11 16,3-12-8-16,3-2-12 0,-1 2-5 16,1-1-8-16,1 0-7 0,0-3-3 0,-1 0-3 15,3-3-4-15,0 0-7 0,-2-1 1 0,1-3-6 0,0-4-6 16,1-3 0-16,-3 1-9 0,0-2-14 16,-1-2-17-16,0-4-18 0,1 1-19 0,0-2-23 15,1-2-15-15,-1-2-26 0,0 0-32 0,0-2-33 16,4-4-41-16,-9 2-219 0,9-2-476 0,0 0 210 0</inkml:trace>
  <inkml:trace contextRef="#ctx0" brushRef="#br0" timeOffset="143672.16">29305 11099 163 0,'11'-5'166'0,"1"1"-12"15,8-3-12-15,7 1-16 0,5 2-10 0,0-2-5 16,1 2-19-16,0-1-14 0,6 1-27 0,-3 0-42 15,2 0-29-15,-2 1-28 0,0-1-27 0,-5-2-30 16,-1 0-55-16,-10 0-174 0,-2 0 77 0</inkml:trace>
  <inkml:trace contextRef="#ctx0" brushRef="#br0" timeOffset="143867.96">29881 10790 156 0,'0'-12'188'0,"2"3"2"0,-2 9 2 0,0-11-20 16,0 11-17-16,-2-11-15 0,2 11-5 0,0 0 4 15,0 0 5-15,0 0 8 0,-6 33-6 0,3-16-7 16,-2 8-8-16,1 0-4 0,-2 0-15 0,0 2-10 16,0 0-8-16,3 1-11 0,-3-3-7 0,1 1-7 15,0-1 3-15,4-5-22 0,-1 1-21 0,0-4-24 16,1 2-27-16,0-3-39 0,-1-3-38 0,2 0-48 16,2-3-36-16,-1 0-31 0,2-1-165 0,-1-1-410 15,3-4 181-15</inkml:trace>
  <inkml:trace contextRef="#ctx0" brushRef="#br0" timeOffset="144188.34">30005 10971 191 0,'0'0'175'16,"0"0"-2"-16,0 0 5 0,0 0-14 0,0 0-4 16,10 11-8-16,-8-4 5 0,0 1-14 0,2 3-9 15,0 0-12-15,0-2-10 0,2 3-8 0,4 1-11 16,-1-3-6-16,0-1-6 0,4-3-12 0,-1-2-2 15,0 1-8-15,1-2-3 0,0-2-5 0,0-1-3 16,-2-1-8-16,2-4-1 0,-2 0-1 0,5-3-4 0,-5 0 4 16,1-3-7-16,-1-2-6 0,-1 3 3 15,-3 0-3-15,3-6-6 0,-1 1 1 0,-3 1 1 16,1 1 1-16,-1 2 9 0,-1 3 4 0,2 1 5 16,-5 0-1-16,1 2-4 0,-3 5-7 0,5-5-1 0,-5 5-1 15,0 0 0-15,0 0-7 0,8 17 7 16,-8-7-9-16,-2 2 6 0,2 5-4 0,-2 0 0 15,1 1-4-15,-1-1 2 0,2 1-15 0,0 0-23 0,2-1-31 16,-1-3-41-16,1-3-39 0,4 0-48 0,1-1-39 16,5 3-232-16,-5-5-488 0,11 0 216 0</inkml:trace>
  <inkml:trace contextRef="#ctx0" brushRef="#br0" timeOffset="144414.87">30677 10931 202 0,'-1'-8'240'0,"-1"-2"-2"0,-1 5-12 0,-2 1-11 0,5 4-10 16,-11-4-8-16,0 7-10 0,1 1-3 0,-7 6-8 15,2 0-16-15,-3 4-4 0,-2 3-12 0,2 3-15 16,4-4-6-16,0 5-12 0,5-3-9 0,1 0-11 16,3-1-8-16,6 1-7 0,1-3-10 0,5 2-7 15,1-2-4-15,3-1-19 0,5-3-29 0,0-1-34 16,2-3-35-16,3-1-35 0,-1-1-46 0,2-4-40 15,1-1-39-15,-3-1-32 0,2-2-160 0,-2-3-448 16,5-3 199-16</inkml:trace>
  <inkml:trace contextRef="#ctx0" brushRef="#br0" timeOffset="144632.84">30966 10729 180 0,'3'-6'247'16,"-3"0"-16"-16,0 6-21 0,1-9-20 0,-1 9 7 15,0 0 9-15,0 0-1 0,0 0-5 0,-7 38-6 16,5-19-9-16,0 6-12 0,-4 3-15 0,1-3-6 16,5 3-8-16,-4-3-15 0,3 1-9 0,0 0-10 15,0-1-10-15,-1-4-10 0,4 5-14 0,-1-7-1 16,1 0-16-16,1-2-35 0,-2-5-26 0,2 1-35 16,-1-2-32-16,0 0-38 0,-1 0-37 0,0-1-46 15,2-3-43-15,0-2-35 0,-3-5-167 0,0 0-470 16,0 0 209-16</inkml:trace>
  <inkml:trace contextRef="#ctx0" brushRef="#br0" timeOffset="145056.59">30865 10986 100 0,'-4'-11'218'0,"4"11"-19"0,3-10-12 16,0 4-3-16,3 1-13 0,4-1-10 0,2 1-12 15,5-2-12-15,2 0-11 0,1 5-11 0,9 1-10 16,-7-1-5-16,5-2-4 0,-7 4-11 0,2-1-5 15,-2 1-3-15,-2 1-7 0,-4-1-2 0,-1 3-2 16,-2 0-7-16,-3 0-2 0,0 1-3 0,-3-1 6 16,3 4-5-16,-4-2 1 0,2 5 2 0,-3-1 2 15,-1 1-3-15,-2 2-1 0,0-1-1 0,0 2-3 16,-1-1-1-16,2 0-4 0,-1 0-2 0,3-3-5 16,-2 4 0-16,2-4-4 0,2 1-4 0,-1-5-1 15,-3 3 2-15,3-4-8 0,2 2 0 0,-1-5-2 16,2 2-1-16,-7-3-2 0,15-1-6 0,-15 1 4 15,19-3-4-15,-10-1-1 0,1-2 4 0,-3 0-10 16,-1-3-6-16,0-1 0 0,-1 0 2 0,3-4-2 16,-4-1-1-16,0-1 1 0,1 1 0 0,-1 3 2 15,-2 0-6-15,3 1 3 0,-3 0 0 0,0 3-1 16,1 0 2-16,-1 1-4 0,-2 7 4 0,0 0-5 16,-1-10-6-16,1 10 3 0,0 0 1 0,0 0 3 15,0 0 14-15,0 0-12 0,-6 29 2 0,3-18 0 16,-2 5 5-16,-3-1 1 0,6-1-5 0,-1 1-1 15,2-2-18-15,-3-1-31 0,4 1-44 0,-1-2-44 16,2 1-47-16,3-3-45 0,0 1-46 0,-3-1-185 0,6-1-497 16,1-2 220-16</inkml:trace>
  <inkml:trace contextRef="#ctx0" brushRef="#br0" timeOffset="146727.34">31773 10883 119 0,'1'-6'201'0,"-1"6"-8"15,1-12-11-15,-1 12-9 0,-1-12-6 16,1 12-9-16,-1-8-13 0,1 8-14 0,-8-8-12 0,2 6-10 16,-3 0-10-16,9 2-1 0,-25 7-13 0,9 2-7 15,-2-1-4-15,-6 6-9 0,9-2-4 0,-7 4-10 16,6-5-3-16,3 3-4 0,2 1-2 15,3-1-6-15,1 0-3 0,4-2-3 0,0 0 0 0,5 4-3 16,-2-5-3-16,2-1-4 0,1 1 2 0,1-4-1 16,2 1-4-16,2-3-5 0,1 1-1 0,0-2-1 15,2-4 1-15,-1 0-2 0,3-2-6 0,-3-2-2 16,1-1-2-16,-1 0 2 0,1-3 0 0,-2-1 4 16,1 0-7-16,1-4 1 0,-4 2 3 0,4-3-1 15,-1 0 0-15,-3 1-2 0,-1 1 4 16,-1 3 1-16,2 0 5 0,-3 4 5 0,-1 1-4 0,1-2-1 15,-4 6-3-15,5-5-1 0,-5 5-3 0,0 0 1 16,0 0 3-16,6 14-3 0,-5-8 4 0,-1 5-1 16,-1 1 1-16,1 0-3 0,0 4-1 0,1 2-4 15,1 0-15-15,-2-2-26 0,3-1-31 16,0 0-48-16,5 0-45 0,-2-5-55 0,-1 0-150 0,4-1-403 16,0-4 179-16</inkml:trace>
  <inkml:trace contextRef="#ctx0" brushRef="#br0" timeOffset="146960.49">32124 10703 221 0,'1'-7'221'0,"-1"7"-16"0,7-6-12 15,-7 6-1-15,0 0-10 0,0 0 0 0,2 19-3 16,-3-6-14-16,-1 5-16 0,-1 6-11 0,0 3-17 15,-3 0-8-15,2 0-10 0,2 0-9 0,-2 1-12 16,-1-2-5-16,2-1-8 0,1 1-10 0,-1-7-27 16,0 0-25-16,1-2-35 0,-1 0-39 0,2-5-39 15,0-1-53-15,1-1-42 0,-3 2-170 16,2-2-401-16,0-5 178 0</inkml:trace>
  <inkml:trace contextRef="#ctx0" brushRef="#br0" timeOffset="147116.14">32033 10807 114 0,'3'-4'165'0,"3"-5"-19"0,1 6-12 16,-7 3-21-16,14-3-20 0,-4 5-45 0,4-1-45 16,-2 4-47-16,4 3-85 0,-4 5-140 0,0-1 62 15</inkml:trace>
  <inkml:trace contextRef="#ctx0" brushRef="#br0" timeOffset="147386.34">32265 11126 2 0,'11'-5'231'0,"-2"1"-3"16,0-3-9-16,3 2-7 0,3-3-9 0,2-2-12 16,-1 1-12-16,-2-2-15 0,4-1-14 0,-4 0-15 15,1-3-11-15,-2 0-11 0,0 1-12 0,-2-3-10 16,-1 0 1-16,-3 3-6 0,1 4-9 0,-3-5-6 15,-4 3-1-15,2 2-14 0,-3 0-2 16,-3-1-3-16,-1 2-6 0,-2 4-9 0,2-2 2 16,-7 5-8-16,-3 2 5 0,1 4-5 0,-3 3-13 0,-1 3 2 15,-1 2 1-15,-2 7-6 0,7-5 2 0,-3 6-3 16,6-4 0-16,2 3 2 0,2 0-4 0,5 0-1 16,1 1-8-16,2-3-19 0,3 0-24 0,3-2-33 15,2-2-43-15,2 0-49 0,3-5-59 0,-2 2-213 16,-2-5-474-16,1-2 210 0</inkml:trace>
  <inkml:trace contextRef="#ctx0" brushRef="#br0" timeOffset="147555.71">31863 10837 155 0,'-5'-2'174'0,"5"2"-19"0,0 0-13 0,21-9-32 16,0 4-40-16,14 0-57 0,19-2-78 0,-6-5-61 0,6 7-136 16,2-2 60-16</inkml:trace>
  <inkml:trace contextRef="#ctx0" brushRef="#br0" timeOffset="149754.75">3201 12650 64 0,'-3'-10'192'0,"2"3"-7"0,0 1-9 0,1 6-14 16,-3-13-18-16,3 13-14 0,-1-6-12 0,1 6-14 15,0 0-14-15,0 0-9 0,0 0-7 16,0 0-8-16,0 0-6 0,9 25-3 0,-3-8-4 0,-2 1-5 16,4 0-8-16,-1 4 1 0,2 2-5 0,-3-5-2 15,-1 1-7-15,2-2-4 0,-3 1 2 0,3-1 0 16,-2 1-5-16,-3-6 3 0,1 4-1 0,1-7-8 15,-1 2-3-15,-1-2 4 0,-1-5 0 16,-1 2-3-16,2 0-1 0,-2-7-2 0,3 9 7 0,-3-9-5 16,3 8 7-16,-3-8 2 0,0 0 7 0,2 7 8 15,-2-7-7-15,0 0 3 0,0 0-9 0,0 0 1 16,0 0 2-16,0 0-8 0,0 0 6 0,5-19-14 16,-5 19-2-16,7-15 6 0,2 7-9 0,0-2-1 15,5 1 1-15,4 0-2 0,-3 4-2 0,4-2-2 16,0 3 1-16,2 4 0 0,-2-1-4 0,0 4 0 15,-1 2 1-15,-2 0-1 0,-1 2 2 0,0 4-1 16,-2 0 1-16,-6 0-2 0,3 3 4 0,-4-3-2 16,-4 1 1-16,1 4 1 0,-6 0 4 0,-1-1-2 15,-3 2-3-15,-2-2 3 0,-5 6-1 0,0-7 0 16,-2 1 0-16,1-2-2 0,1-1-7 0,-3-1-21 16,2-2-19-16,-2-3-24 0,6 0-39 0,-2-4-22 15,0 1-26-15,4-3-163 0,-2-1-349 0,11 1 154 16</inkml:trace>
  <inkml:trace contextRef="#ctx0" brushRef="#br0" timeOffset="150316.7">3625 12823 108 0,'0'0'131'0,"12"7"-1"0,-12-7-5 15,4 7-5-15,-3 0-1 0,-1-7-14 0,2 14 5 16,1-6-11-16,1 2-9 0,-1 3-2 0,3-5-10 15,0 2-5-15,1-3-5 0,1 5-6 16,1-5-3-16,2 3 4 0,0-4-13 0,-1-2-6 0,3 1 2 16,0-1-6-16,0-3-1 0,-2-1-2 0,3-1-1 15,-2-3-2-15,0 1 1 0,0-2-3 16,-2 0 9-16,-1-1 0 0,-1-3-1 0,-4 1-1 0,0 0-5 16,-2-3 2-16,1-1-7 0,-2 1 3 0,-1-1 1 15,0 0-6-15,-1 0 1 0,-1 0 3 0,-1 2 4 16,1-1 4-16,1 5 4 0,1 6 1 0,-3-9-9 15,3 9-4-15,-1-7-7 0,1 7-6 16,0 0-2-16,0 0-2 0,0 0 4 0,0 0-6 16,0 0-5-16,1 31 9 0,3-17-10 0,-1 3-3 0,2 1 1 15,1-1-2-15,-1 2 1 0,4-5 2 0,2 0-2 16,1 2 2-16,1-5 0 0,2-2 2 0,1-2-2 16,2-4 1-16,3-1 1 0,0-6-3 15,7 0-3-15,-1-3 1 0,0-4-2 0,-1 1 4 0,-9-2-2 16,1 2 0-16,4-6 1 0,-11 3-1 15,-2-2 1-15,1 0-2 0,-3 0 2 0,-2-1 0 0,-3 0-1 16,-2-3 3-16,-1 0 0 0,-4-6 2 0,1 1-4 16,-3 1 1-16,0 3 1 0,0-5 7 0,0 10 6 15,2 1 10-15,-1 3 9 0,2 2 4 0,1-1-3 16,2 5 1-16,1 5-10 0,-5-8-7 0,5 8-4 16,0 0 2-16,0 0-5 0,0 0 2 0,-4 26-2 15,5-9 0-15,1 12 0 0,-4-3-2 0,4 0-5 16,-2 3 2-16,0-4-2 0,1 2 1 0,1-1-1 15,2 0-10-15,-1 0-19 0,3 1-20 0,-1-3-21 16,0-5-33-16,3-3-29 0,0 8-55 0,-3-7-29 16,1-4-43-16,-3-1-142 0,2-1-426 15,0-1 188-15</inkml:trace>
  <inkml:trace contextRef="#ctx0" brushRef="#br0" timeOffset="150462.31">4161 12866 92 0,'17'-4'109'0,"3"-1"-35"15,9-2-30-15,3-3-34 0,6 4-66 0,1-1-58 16,16-2 25-16</inkml:trace>
  <inkml:trace contextRef="#ctx0" brushRef="#br0" timeOffset="150770.91">5372 12571 77 0,'-6'-9'221'0,"2"4"-7"0,-1-2-11 0,1 3-20 0,4 4-23 16,-5-6-13-16,5 6-16 0,0 0-14 16,0 0-8-16,0 0 1 0,6 38-1 0,1-13-7 0,-2 2-9 15,1 3-6-15,1 1-8 0,-1 2-5 16,-3 2-10-16,-2-4-5 0,1 1-9 0,-3 1-1 0,2-1-5 16,-1-1-5-16,0 1-5 0,0-3-5 15,-1-3-23-15,1-7-25 0,0 0-38 0,-2-3-47 16,2-6-45-16,-2 3-48 0,1-4-147 0,-2-2-373 0,3-7 164 15</inkml:trace>
  <inkml:trace contextRef="#ctx0" brushRef="#br0" timeOffset="151313.78">5382 12768 53 0,'9'-8'135'0,"4"-3"-7"0,1-1-7 0,-1 2-15 15,2 0-5-15,-2 0-8 0,-1 3-16 16,0-4 5-16,-3 4-2 0,3-2 2 0,-3 2-7 16,1-1 5-16,0-1-6 0,-2 1 4 0,-2 0-10 15,1-2 6-15,-3 1 1 0,2 4-5 0,-4-1-1 0,1 0-8 16,-3 6-3-16,5-10-8 0,-5 10-8 16,3-7-3-16,-3 7-11 0,0 0-4 0,0 0-2 15,0 0 2-15,0 0-6 0,5 23 5 0,-3-7-8 16,-4 10 2-16,-1-2-3 0,2 1-3 0,-3 4-3 15,4-2 3-15,-2 2 0 0,-2-4-3 0,4 3-3 0,0-3-2 16,-2-7 4-16,5 1 3 0,-2-2-5 0,2 0 1 16,-2-5-1-16,2-2-16 0,-1-1-3 15,1-2 2-15,-1-1 3 0,1 1 3 0,-3-7 0 0,9 7 0 16,-4-5-3-16,-5-2 1 0,14 2-1 16,-5-2 4-16,2-1-1 0,1 1 0 0,-1-1 4 0,1 2-1 15,1-2 1-15,-2 3-2 0,2-2 3 0,0 3-4 16,0-2-5-16,1-1 6 0,4 2 5 15,1-3 0-15,0 2 0 0,1-1 2 0,-1-3 1 16,10-3 0-16,-11 1-6 0,2-2 3 0,-2-2 1 16,1 0-1-16,0-1 0 0,-3-1 2 0,-1-1 1 0,-4 0-2 15,0 0 6-15,-5 2 7 0,-1-2 0 0,-4 0-2 16,-1 0 2-16,-2-2 0 0,-6 0-2 0,2 3 7 16,-4-3-2-16,-1 5 9 0,-1-1 0 15,0 3 1-15,-6 0 9 0,1 4-1 0,0 0 0 16,0 3-4-16,-2 0-2 0,-1 5-4 0,1 5-5 0,0-1-4 15,3 3 4-15,-3 7-6 0,10-6-24 0,-1 4-25 16,6-1-44-16,5 1-49 0,4 0-34 0,8-2-40 16,1 0-135-16,9-3-362 0,7 2 161 15</inkml:trace>
  <inkml:trace contextRef="#ctx0" brushRef="#br0" timeOffset="152169.46">6861 12753 98 0,'0'0'167'0,"0"0"1"15,12 0-4-15,-12 0 3 0,16 14 3 0,-7-4-15 16,1 3-4-16,3 4-9 0,0 6-12 0,1 0-10 16,-5-5-10-16,0 0-9 0,2 5-8 0,-4-5-6 15,2 2-3-15,1 1-4 0,0-3-4 16,-3-2-5-16,-1 1-6 0,0-3-8 0,1-2 2 0,-4-2-11 16,1-2-7-16,0 1-1 0,-1-2 0 0,1-4 1 15,-4-3 6-15,4 6 2 0,-4-6-2 0,0 0-5 16,0 0 4-16,0 0-7 0,0 0-5 15,15-12-1-15,-11 2 2 0,-1 1-10 0,3-8-2 0,-1 1-4 16,1-3-2-16,-2 0-4 0,4-7-4 16,-2-1-7-16,0 0-3 0,2-3-5 0,-2 0 1 0,1 2-5 15,-2-4 2-15,-1 1 1 0,-3 0 1 0,3 2-1 16,-5 3-1-16,1 7-1 0,-2 1 3 16,1 0-1-16,-1 8 1 0,-4 0 1 0,4 0-5 15,-3 3 0-15,0 3 4 0,-4 3-2 0,9 1 2 16,-21 5 1-16,9 1-2 0,-3 3 1 0,-1 4 1 0,2 0-1 15,-5 6 2-15,6-4 1 0,4 1-1 0,0 0-2 16,5-5 3-16,0 5 1 0,4 0 2 16,4-3-2-16,6-1 1 0,4 0-9 0,4-4-10 15,9-1-22-15,3 0-25 0,3-5-28 0,0-2-28 16,1-1-28-16,1-2 0 0,1-2-15 0,1 2 3 0,-4-1 14 16,-2-4 8-16,-3 3 11 0,-7 1 8 0,-3-1 12 15,3 0 6-15,-3 0 16 0,-2-1 12 0,-5 2 8 16,-1 1 15-16,-3-1 27 0,-7 4 14 15,12-7 13-15,-12 7 2 0,9-6 5 0,-9 6 6 16,2-5 21-16,-2 5 10 0,0 0 7 0,0-8 5 0,0 8 4 16,0 0 9-16,0 0 5 0,0 0 3 0,0 0 4 15,-15-2 8-15,15 2 0 0,-11 13-4 16,0 0-5-16,1 2-3 0,4 0-2 0,-2 0-8 0,-2 2-5 16,4 1-5-16,0-1-5 0,4 1-5 15,1-1-5-15,-2 0-4 0,3-5-5 0,5-2 3 0,-1 3-6 16,2-3-2-16,4-1-2 0,-1 0 1 0,2-2-3 15,3-1-1-15,-3-3-5 0,7-2 1 0,-1-2 0 16,-3-1-5-16,3-1 1 0,0-1 1 16,-3-4-5-16,3 0 3 0,-8-1-1 0,0 0 3 15,-2-1-7-15,0-2-3 0,-4 0 1 0,0-4 1 16,-1 3-7-16,-1-3 2 0,-5 1-2 0,-1 1 4 0,-3-2-6 16,-1 2 8-16,-1 1-7 0,-3 1-1 15,-1 3-1-15,0 2 0 0,0 2-2 0,1 5-4 16,-4-1-7-16,4 3-14 0,-1 1-20 0,0 4-17 15,2 0-34-15,-3 1-35 0,3 0-46 0,3 1-41 0,0 0-124 16,4 0-372-16,3 0 166 0</inkml:trace>
  <inkml:trace contextRef="#ctx0" brushRef="#br0" timeOffset="152408.29">7809 12591 62 0,'2'-6'253'0,"-2"6"-21"0,0-10-22 0,0 10-13 16,0 0-3-16,0 0 15 0,0 0-6 0,9 29-12 15,-8-11-16-15,1 1-18 0,1 8-6 16,-4-1-26-16,1 1-7 0,-2 0-15 0,-1 1-9 0,4-3-6 16,-1-5-11-16,1 6-6 0,0-5-11 0,2 0-27 15,-3-3-23-15,1-2-34 0,2-4-32 0,-2 2-48 16,2 3-50-16,2-8-45 0,-1 2-41 15,-2-3-133-15,-2-8-404 0,9 9 179 0</inkml:trace>
  <inkml:trace contextRef="#ctx0" brushRef="#br0" timeOffset="152615.07">8098 12597 207 0,'1'-6'224'0,"-1"6"-16"0,4-4 1 0,-4 4 12 15,0 0 4-15,0 0-4 0,4 34-8 0,-4-15-9 0,0 9-13 16,-4 0-17-16,3 1-15 0,-3 0-19 0,-1-1-14 16,0 1-7-16,5-3-12 0,-5 1-13 15,2 1-6-15,0-4-12 0,1-4-26 0,2-1-14 0,-2-1-29 16,2 2-44-16,-4-4-41 0,0-3-51 16,0-3-49-16,3 1-47 0,-1-6-217 0,0 1-480 0,2-6 213 15</inkml:trace>
  <inkml:trace contextRef="#ctx0" brushRef="#br0" timeOffset="153692.07">7941 12809 143 0,'0'0'186'0,"0"0"-11"16,13-2-12-16,-2-1-13 0,2 3-13 15,6 0-13-15,1-1-4 0,8-2-13 0,1 3-10 16,0-2-9-16,-1 2-5 0,1-4-5 0,-3 2-6 15,5 0-5-15,-12-1-5 0,2 1-7 0,2-1-4 0,-7 2-2 16,1-1-9-16,-5 2 0 0,-2 0-2 0,-3-2 12 16,-7 2 5-16,12-1 3 0,-12 1 5 15,10 0-1-15,-10 0 0 0,0 0-11 0,0 0-2 16,0 0-5-16,0 0-5 0,0 0-5 0,0 0 2 16,-20 13 2-16,11-4 0 0,-4 2 4 0,-1 2 0 15,2 1-4-15,1 0-5 0,0 0-4 0,3 2 2 0,0-1-5 16,3 1-2-16,1-4-3 0,1 4-3 15,3-5 2-15,2 2-4 0,2-4-1 0,1 0 2 16,0 0-1-16,4-4-4 0,1 0 0 0,2-2-2 16,-1-2 4-16,0-1-4 0,-11 0-3 0,30-10 4 15,-19 6-4-15,2 0 3 0,-1-3-4 0,-2 0 2 0,0 1-4 16,-1-3 2-16,-2 1 1 0,0-2-5 16,-1 1 2-16,1-3-1 0,-3 5 8 0,0-4-1 15,1 2-11-15,0 0 5 0,-3 3-3 0,0 1 2 16,-2 5-2-16,3-10 0 0,-3 10-6 0,4-5 0 15,-4 5 1-15,0 0 1 0,0 0-3 0,14 10 5 0,-11-4-2 16,4 1 3-16,-1-3 2 0,-1 5-5 16,3-1 4-16,2-1 2 0,0-2-3 0,5 4 2 0,4 0-1 15,10-8 1-15,1-1-2 0,2-1 0 16,4-3 6-16,-1-3-11 0,-1 2-1 0,-3-2 3 16,-3-1-3-16,-1 1 0 0,-2-2 2 0,-7 2 0 0,-3 2 1 15,-3-3 0-15,1 1 0 0,-4-2 6 0,-2 2-4 16,1-1 6-16,-3-1-3 0,-2 4 1 0,-2-2 0 15,0 0-3-15,-1 7 1 0,-1-13 1 16,1 13 6-16,-5-12-3 0,1 9 0 0,4 3 3 16,-11-7 2-16,4 6 1 0,7 1-1 0,-14 1 0 0,5 3 1 15,1 0-2-15,-1 1-1 0,3 3 1 0,-2 0-2 16,2 1-3-16,0-1-1 0,0 2 1 16,1-2-1-16,4-2 3 0,-3 1-3 0,3 1-3 0,1-8-5 15,1 12-1-15,-1-12-5 0,4 9 0 16,-4-9 14-16,5 5-11 0,-1-3-2 0,-4-2 0 0,8 1 6 15,-8-1-1-15,9 0 1 0,-9 0 1 0,0 0 1 16,0 0-2-16,0 0-5 0,12-2 0 16,-12 2-1-16,0 0 5 0,6 8 1 0,-6-8-1 15,1 14 7-15,-1-5 5 0,-1 7 3 0,-3 11 1 16,1 0 5-16,0 3 3 0,1 2 3 0,2 1 0 0,-4 3-4 16,2 9 4-16,-2 2-5 0,0-2-1 0,0-8 3 15,-1 8-2-15,0 0-6 0,0-11 1 0,-2 2-1 16,2 10-5-16,-1-15 2 0,-3 4 1 15,-1-4-4-15,-3-2-2 0,-1-2-7 0,-4 0-4 16,1-3-9-16,3-10 4 0,0 2-12 0,0-4 0 0,-4-1-5 16,4-4 3-16,0-3 4 0,1-4-8 0,2-2 2 15,-3 0-9-15,2-1 1 0,1-6-2 16,1-4-7-16,3-1 3 0,5-5 3 0,4-7-2 0,2-3 3 16,8-2 3-16,11-13 7 0,1 1 0 15,7-2 3-15,-2 1 3 0,7 2 1 0,-3-2 4 0,2 0-1 16,0 5 4-16,0-2 2 0,-2 3-1 0,-2-1 1 15,3 2 5-15,-8 10-1 0,-6-2 3 0,4 1 1 16,-2 3 1-16,-3-2-1 0,-1 2 1 16,-4 0-1-16,2 2 8 0,-9 5 5 0,-2 0 4 0,-1 1 2 15,-1 0 2-15,-3 5 5 0,-3 3 7 0,1-3-1 16,0 6 4-16,-3 1-2 0,5 5 4 0,-11-6-3 16,3 7 12-16,-6 3-10 0,-1 3 9 0,-3 4-4 15,-3 4-2-15,0 6-1 0,1 2-4 0,6 1-3 16,-1 0-1-16,6 1-4 0,3 0-5 15,6 2-9-15,1-7-26 0,5 3-23 0,3-4-26 16,12 1-36-16,7-2-43 0,6-4-21 0,25 1-20 0,5-5-11 16,40-3-4-16,5-3-170 0,-5-1-402 15,1-3 179-15</inkml:trace>
  <inkml:trace contextRef="#ctx0" brushRef="#br0" timeOffset="154208.57">10864 12873 79 0,'-9'-7'208'0,"-3"0"0"15,1 3-7-15,-4 2-8 0,-3 0-4 0,-3 4-17 0,-7 3-11 16,3 5-11-16,0 2-14 0,0 3-11 0,-4 4-13 16,5 0-9-16,1 5-13 0,4-2-5 15,4 3-8-15,4-8-8 0,4 2-9 0,3-1-6 16,2 0-6-16,4-3-2 0,1-3-1 0,2 0-8 15,4-2-2-15,0-2-1 0,7-1-4 0,0-1-1 0,1-3-5 16,0-1 1-16,0-6-7 0,1 1 0 16,-1-4-3-16,1-2 0 0,-4-1-4 0,2-1 6 15,-5-2-6-15,1 1 2 0,-3-2 0 0,-2 1-4 16,-2-2 1-16,1-1-1 0,-3-1 0 0,-1 1 5 16,-2 4-8-16,0-1 9 0,1 1-5 0,-2 3 10 0,1 9-5 15,-3-12 4-15,2 6-5 0,1 6-3 16,0-10-1-16,0 10-2 0,0 0-1 0,0 0 2 0,0 0 1 15,0 0 2-15,-1 35-1 0,2-18-4 0,4 1 3 16,1 0-3-16,-2 1-3 0,1 5-1 16,0 0-27-16,2-7-27 0,-1 1-38 0,3-2-51 0,0-3-49 15,4 0-54-15,-3-4-171 0,2-1-447 16,5-3 198-16</inkml:trace>
  <inkml:trace contextRef="#ctx0" brushRef="#br0" timeOffset="155520.75">11166 12849 78 0,'-8'-9'263'0,"1"6"-16"0,1 0-15 16,6 3-13-16,-13 0-8 0,3 5-5 0,2 2-1 16,-3 6-19-16,-6 7-12 0,7 2-17 0,-4 3-12 15,1-1-13-15,2 1-15 0,3-2-9 0,2 3-12 0,3-7-6 16,3 1-8-16,3-1-9 0,-1 0-11 0,3-2-3 15,3 2-5-15,2-5-1 0,0-1-6 16,2-2-7-16,1-5 0 0,7 2-7 0,-1-2-2 0,9-2-4 16,2-3 0-16,-3-1-7 0,1-5-8 15,-2 2-5-15,1-4-4 0,-9 0-9 0,9-3-1 16,-3 0-4-16,2-2-3 0,-4-4-5 0,1 3-5 16,-3-4 4-16,-5 2-6 0,2-4 0 0,-5 2-2 0,0 1-2 15,-5-2 3-15,0-6-2 0,-4 6 4 16,0 3 3-16,-3-4 1 0,0 2 2 0,-4 0 7 15,1 4 0-15,-1 2 5 0,-2-1 6 0,0 2 4 0,-2 4 7 16,0-2 4-16,0 2-2 0,-2 3 1 0,1-1-2 16,3 2 3-16,6 2-2 0,-14 2-3 15,6 0 3-15,8-2-3 0,-9 7-3 0,7-2 6 16,2-5-2-16,1 10-2 0,-1-10 2 0,6 10 3 16,1-7-2-16,2 3-3 0,2-3-1 0,6 1 0 0,-2-3-2 15,4 2-2-15,-2-2 1 0,2 1-3 16,-9-1 4-16,9 3-2 0,-8-3-1 0,0 2 4 15,1-1-5-15,-1 3-1 0,-2 1 3 0,0 0 2 16,-2 3 1-16,-1 0 6 0,2-1 5 0,-1 7 7 16,-3-4-1-16,4 6-5 0,-4-2-3 0,-3-3-3 0,5 4 0 15,-6 1 3-15,3-5-3 0,-1-1-10 16,2 1-9-16,-3-2-8 0,5 0-6 0,-5-2-12 16,0 0-16-16,3-3-8 0,-1 0-11 0,-3-5-15 15,10 7-10-15,-10-7-5 0,13 3-2 0,-13-3 0 16,18-3 6-16,-10-1 7 0,3 0 4 0,-1-1 4 15,1-2 10-15,-2 0 5 0,-1-2 6 0,3-4 9 0,-5 3 2 16,0-2 7-16,-1 2 17 0,-1-2 1 0,2 1 19 16,-2 0 6-16,0 3 17 0,-2 0 12 15,-2 8 12-15,2-10 6 0,-2 10-12 0,0 0 0 16,0 0 4-16,0 0 3 0,0 0 7 0,0 0 4 16,0 0-5-16,0 0 2 0,7 24 5 0,-5-14-11 0,-2 2-5 15,0-2-2-15,2 0-4 0,0 0 2 0,4 0-7 16,0-3 1-16,-2 1-4 0,3-2 3 0,-1-2-3 15,4-1-1-15,1-1 0 0,0-2-2 16,-1-1-5-16,0-3-3 0,1 0-3 0,0-2 3 0,-1 1 2 16,1-3-1-16,-3-1-4 0,0 0 1 0,1 0-5 15,-1-2 4-15,-4-1-1 0,2 0-7 0,-5 0 0 16,2 0 3-16,-2 0-1 0,-1-5 1 16,-1 5-7-16,0 1 4 0,-2 1-2 0,-1 0 0 15,4 1 0-15,-2 3-2 0,-2-1 0 0,4 7-4 16,-8-7-3-16,8 7 1 0,-13 0 3 0,13 0-5 0,-19 10 5 15,8 0 4-15,-5 3-5 0,3 0-4 16,-1 1 2-16,2 1 3 0,4 3-3 0,2-7 3 16,4 5-4-16,-1-4 8 0,3 5-6 0,3-6 2 0,2 0 2 15,3-1 0-15,3-3 1 0,1-2 7 16,5 0-8-16,1-1 2 0,3-2 2 0,-4-5-4 0,6 2 8 16,-4-3-9-16,7-4 2 0,-6 1-1 0,-2-3-1 15,0-1 0-15,0 0 5 0,2-6 0 16,-2 5-3-16,-5-2 0 0,1 0 2 0,4-6-2 15,-7 4-5-15,1-1 0 0,1 1-5 0,-6-1 2 16,2-1 6-16,-2 2-9 0,0 1 4 0,-1 4-3 0,-3 1 2 16,1 2 0-16,0 3 1 0,-1-1-3 0,-3 6-5 15,3-6 5-15,-3 6 3 0,0 0 6 0,0 0 6 16,5 25 3-16,-7-14-3 0,-2 9 2 16,-1 4-2-16,-3 2 0 0,1-2 1 0,-3 1 2 15,4 2-2-15,0-9 8 0,3 7-10 0,1-7 1 0,0-1 0 16,2 0-2-16,2-7 1 0,-2-1-6 0,2-2 10 15,2-2 0-15,1 0-5 0,2-3 1 0,4-2 1 16,2-2-3-16,5-5 4 0,0 0-5 0,0-1 0 16,-2-2 1-16,9-5 2 0,-9 3-2 15,5-4-1-15,-2-2-4 0,2-2-3 0,-2 2-5 0,0 0-1 16,-5 2-5-16,0 0-2 0,-1 1 3 0,-2 0-3 16,-1-1 5-16,-1 3-1 0,0-2 2 0,-4 6-1 15,-1-1 5-15,0 3 0 0,-1 0 6 0,-1 3-1 16,-2 4 1-16,4-8-3 0,-4 8 1 15,0 0 0-15,0 0 0 0,0 0-2 0,0 0 4 0,-10 25 4 16,5-14 12-16,3 1-16 0,-3 2 1 0,0 4-1 16,1-2 8-16,-2 0-5 0,1 1 1 15,1 0-1-15,0 1-1 0,0-6 0 0,2-1 4 16,0 7-2-16,0-7-1 0,-1 1 1 0,3 1-2 16,-4-1 1-16,2-1 1 0,-3-1-2 0,3 2-8 0,-2-2-24 15,-3-4-26-15,7-6-41 0,-7 17-45 0,1-13-59 16,1 1-57-16,-3 3-170 0,8-8-464 0,0 0 205 15</inkml:trace>
  <inkml:trace contextRef="#ctx0" brushRef="#br0" timeOffset="155878.7">14014 12626 149 0,'-5'-9'203'0,"3"5"-2"0,2 4 3 0,-6-8-17 16,6 8-16-16,0 0-5 0,0 0 7 0,-13 16 10 15,9-1-10-15,0 11 6 0,-2 1-2 0,-2 2-14 16,4-3-8-16,-3 3-11 0,3 3-14 0,0-1-11 16,1-3-11-16,1 2-7 0,2-3-12 0,-2 2-8 15,4 0 2-15,-2 0-18 0,0-5-10 0,0-5-1 16,0 1-16-16,2-2-19 0,-2-6-38 0,0-2-39 16,-2 1-32-16,2-3-28 0,0-8-43 0,-2 10-39 15,2-10-33-15,0 0-216 0,-5 5-486 0,5-5 215 16</inkml:trace>
  <inkml:trace contextRef="#ctx0" brushRef="#br0" timeOffset="156438.68">13913 12846 69 0,'13'-10'148'16,"3"-1"-6"-16,4 0 0 0,5-2-3 0,2-1 0 0,2 3-5 15,-2-2-3-15,2 1-4 0,-4 0-11 16,-3-1-4-16,-2 4-5 0,-5-1 0 0,0-2 0 15,0 3 1-15,-4 2-2 0,-2-3-3 0,0 1-1 16,0-1-6-16,-4 1-6 0,-1 1-1 0,-2 2-7 0,1-2 2 16,1 3-7-16,-4 5-4 0,5-6-7 15,-5 6-12-15,5-5-5 0,-5 5-8 0,0 0-1 16,0 0-3-16,0 0-3 0,-5 32-1 0,3-17-3 16,-3 4 1-16,1-1-8 0,-1 6 1 0,1-4-4 15,0 4 0-15,-2-6-4 0,4 1-1 0,-2 0-2 0,2-2-1 16,0-1-2-16,-1-1 1 0,3-3-7 0,0-2-1 15,-2 1-4-15,0-2-4 0,2-1-9 16,0-8 1-16,0 10-9 0,0-10-2 0,0 8 4 16,0-8 4-16,4 6-4 0,-4-6 5 0,3 4 0 15,-3-4 2-15,8 6-2 0,1-2 3 0,-4-1 8 16,6 4 4-16,1-2 1 0,-2 1 2 0,2-1 0 16,-1-1 1-16,1 2-1 0,-2 1-1 0,0-1 3 15,7 2 3-15,-2-7-5 0,2 3 4 0,1-1-4 16,-2-4 2-16,2-5 1 0,5 4-1 0,4-5-3 0,-6 0-2 15,-1-1 3-15,-1 0-1 0,-1 1-1 0,0-4 1 16,-5 2-1-16,-4 2 3 0,1-2 0 0,-2 1-5 16,-6-2 2-16,5 2 0 0,-5-1 1 0,0 0-1 15,-4-1-1-15,0 0 2 0,-2 0-3 16,-1 1 4-16,1 3-1 0,-3-1 1 0,0 3 2 0,0 2 2 16,0 0 0-16,7 2 7 0,-24 4-1 0,11-1-1 15,-1 5 4-15,-3 5 5 0,2-1-5 0,2 2 1 16,-1 1-1-16,6 4-1 0,-1-2-1 0,4 1-10 15,1 1-16-15,1-2-28 0,6-4-34 0,5 2-35 16,2-1-35-16,12 2-13 0,7-1-29 0,7-5-59 16,21 4-157-16,1-9-434 0,34 8 192 0</inkml:trace>
  <inkml:trace contextRef="#ctx0" brushRef="#br0" timeOffset="163259.07">15889 12817 24 0,'0'-6'220'0,"0"6"-7"0,0-13-13 0,0 13-7 16,0-9-11-16,0 9-15 0,0-7-17 0,0 7-16 15,0 0-14-15,0 0-17 0,0 0-2 0,0 0-2 16,0 0-1-16,3 21-2 0,-3-4-2 0,0 2-6 0,3 6-6 15,-3 3-7-15,1-1-3 0,-2 4-5 16,2-2-7-16,-2 1-3 0,0 0-7 0,-1-3 2 16,2 2-10-16,0-3-5 0,0-7 15 0,0 0-4 15,0 2-7-15,2-3-3 0,-2 0-8 0,1-1-13 0,-2-1-20 16,1-5-20-16,1 0-16 0,-1 0-25 16,0-3-25-16,0-8-28 0,-1 13-29 0,1-13-22 15,2 8-8-15,-2-8-27 0,0 0-143 0,0 0-374 16,0 0 165-16</inkml:trace>
  <inkml:trace contextRef="#ctx0" brushRef="#br0" timeOffset="163594.78">15904 12811 70 0,'11'-13'150'0,"-2"4"4"0,2 2-5 0,5-2-5 15,-4 4-1-15,6 2-10 0,-4 1-12 0,0 2-7 16,-1 4-9-16,-1 2-3 0,0 3-11 15,1 1-4-15,-3 2-12 0,-4-1-4 0,1 4-7 16,-6 2-4-16,0-1-10 0,-2-3 1 0,-3 3-9 16,0 0 0-16,-2-2-6 0,-1-3-3 0,-3 3-4 0,3-1 1 15,-2-4-6-15,5 1-1 0,-8-3-1 16,3 0-2-16,0-2-3 0,1-3 0 0,1 2-1 16,-1-4-1-16,8 0-1 0,-14 0-1 0,14 0-3 0,-10-4 2 15,10 4 5-15,-6-4 4 0,6 4-2 0,0 0-6 16,-8-1 0-16,8 1 1 0,0 0-2 0,0 0-4 15,0 0 3-15,0 0-2 0,21 8 2 0,-10-6-2 16,0 5 3-16,7 2-2 0,-1-1 0 0,9 0-4 16,-7 1-11-16,8-2-21 0,-2 2-18 15,-3-5-35-15,5 3-26 0,-1-1-15 0,-5-1-27 0,1-2-22 16,-1 1-140-16,1 0-333 0,-4-1 147 0</inkml:trace>
  <inkml:trace contextRef="#ctx0" brushRef="#br0" timeOffset="163907.34">16503 13009 81 0,'2'-9'224'0,"-1"2"0"0,-1 7 2 15,2-11-1-15,-2 11-8 0,3-7-15 16,-3 7-20-16,4-7-17 0,-4 7-17 0,0 0-1 0,0 0 1 16,0 0 6-16,6 18-2 0,-3-9-9 0,-1 9-7 15,-2-2-8-15,0 3-7 0,0 0-11 0,-1 6-8 16,-3 3-6-16,-1-2-2 0,3-1-11 0,-2 1-1 15,-3-2-5-15,3-6-22 0,-2 6 3 0,0-8-6 16,2 3-3-16,3-8-5 0,-2 5-6 0,2-5 2 16,2 0-8-16,0-4 1 0,-1-7-7 0,2 13 6 15,0-7-12-15,1 2-2 0,4-5-3 0,2 3 10 16,2-4-1-16,1 1-10 0,5-3 5 0,3 1-2 16,0-1-1-16,3-2-4 0,-2 0 9 0,10-1-16 15,-4-1-35-15,-4 1-28 0,2-3-28 0,-4-1-35 16,-1 3-45-16,1 1-54 0,6-5-53 0,-7 2-63 15,-2-1-171-15,1-2-550 0,0 2 243 0</inkml:trace>
  <inkml:trace contextRef="#ctx0" brushRef="#br0" timeOffset="164961.07">18376 12841 179 0,'0'-7'181'0,"0"7"-11"0,0 0-5 16,0 0-11-16,1-8-14 0,-1 8-17 15,0 0-13-15,0 0-13 0,0 0-14 0,0 0 9 16,0 0 2-16,2 23 2 0,-2-13-8 0,0 2-8 16,2-2-1-16,-1 8-5 0,0-1-4 0,2-2-14 0,-1 3-2 15,1-1-2-15,1-4-3 0,1 3-5 16,-1-4-1-16,-1-1-6 0,4-2 0 0,-1 1 0 0,0-1-1 16,2-2 2-16,0-1-3 0,-2-3-2 15,1 0 2-15,-1-1 0 0,-6-2-6 0,14-2-3 0,-3 0-4 16,-4-2 3-16,3 0-5 0,-2-2 1 0,0-3-1 15,1 0-3-15,-3 0-2 0,2-1-1 0,0-1 0 16,-5 0 1-16,2 0-4 0,2-2-1 0,-1 2-1 16,-2 2-3-16,-1 0 1 0,0 3 3 0,1 2-2 15,-4 4-3-15,5-9-2 0,-5 9-2 0,4-4-3 16,-4 4 1-16,0 0 0 0,0 0 1 0,0 0-2 16,14 8 4-16,-10-3-4 0,5 1 5 0,-1 2-2 15,-1-2 3-15,1 2-4 0,1-1 5 0,1 0-4 16,2-3 0-16,-2 0 3 0,1 0-1 0,0 0-2 15,1-1 3-15,0-3-3 0,-1 0 5 16,1-1-1-16,-2 1-3 0,2-2-3 0,-3-2-3 0,0 0-1 16,-3-1-6-16,2-1-8 0,-2-2-6 15,-1 0-1-15,-2 1 0 0,1-5-7 0,-6 2 4 0,2-2 1 16,-2 0-2-16,-2-5 15 0,-1 5 2 0,0 0 1 16,-2 1 3-16,0 0 0 0,1 3-2 0,0 0 3 15,1 1 3-15,2 1-3 0,-2 2 1 0,5 4 1 16,-5-9 2-16,5 9-2 0,0 0 0 0,0 0 0 15,0 0 0-15,0 0 4 0,15-3-1 0,-3 3 1 16,2 1 2-16,-1-2 0 0,8 1-1 0,8 0-2 16,-1 0 4-16,-6-2-3 0,-1 0 6 0,1-1-4 15,-3 0 6-15,-1 1-1 0,-5 0 4 0,1-1 4 16,-5 2 5-16,-1-1 2 0,-1 1 7 0,-7 1 2 16,12-2 5-16,-12 2-2 0,9-3 2 0,-9 3-7 15,0 0 1-15,10-1-5 0,-10 1-4 0,0 0-6 16,0 0-2-16,7 7 2 0,-5-1 0 0,-2-6-1 15,1 16 1-15,0-6-4 0,-1 2 4 0,3 1-5 16,-2 1 1-16,2 2 0 0,-2-3-5 0,0-1-19 16,2 4-25-16,-3-1-26 0,2-1-33 0,0-4-39 15,3 0-44-15,-3-2-43 0,-2 2-167 0,2-5-424 16,-2-5 188-16</inkml:trace>
  <inkml:trace contextRef="#ctx0" brushRef="#br0" timeOffset="165137.94">18984 12587 74 0,'-2'-5'135'0,"2"5"-12"0,0 0-33 0,0 0-28 15,0 0-29-15,0 0-28 0,0 0-32 0,21 19-56 16,-13-12-89-16,6-2 40 0</inkml:trace>
  <inkml:trace contextRef="#ctx0" brushRef="#br0" timeOffset="165322.65">19323 12641 115 0,'6'-8'176'0,"-6"8"-3"0,2-5-3 16,-2 5-9-16,0 0-15 0,0 0-16 0,4-5-17 15,-4 5-8-15,0 0 5 0,4 14 9 0,-4-4-2 16,4 7-10-16,-4 0-10 0,3 7-9 0,1 0-6 15,-4 1-12-15,1 0-4 0,1 0-2 0,2 1-14 16,-4-7-12-16,0 1-28 0,0 5-31 0,-2-5-43 0,5-4-48 16,0 1-38-16,-3 0-43 0,0-6-102 0,0 0-319 15,0-11 141-15</inkml:trace>
  <inkml:trace contextRef="#ctx0" brushRef="#br0" timeOffset="165541.56">19573 12565 96 0,'3'-9'261'15,"-1"2"-26"-15,-2 7-25 0,1-6-4 0,-1 6 10 16,0 0 7-16,8 18-7 0,-4-4-13 0,-1 5-17 0,-1 6-17 16,-7 5-15-16,8-2-12 0,-3 2-20 15,-3 0-15-15,2-2-6 0,-1-1-2 0,0 2-21 16,-1-1-21-16,-1-1-37 0,1 1-45 0,-2-2-50 15,2 2-62-15,3-3-59 0,-1-1-66 0,-2-6-139 16,5 0-435-16,1-2 192 0</inkml:trace>
  <inkml:trace contextRef="#ctx0" brushRef="#br0" timeOffset="166202.61">20735 13105 146 0,'14'-23'161'0,"-1"0"10"0,1 0-16 16,-1-1-6-16,-1-1-10 0,1-2-2 0,-3 3-10 15,-2-1-8-15,0 8-6 0,-5-9 9 0,0 8-3 16,-3 1-8-16,-3 1-5 0,0 3-12 0,-1 1 1 16,-3 2-5-16,1 0-5 0,-2 1-4 0,-2 5-9 15,-1 0-8-15,0 2-5 0,-3 2-6 0,2 2-3 16,-8 1-5-16,8 1-8 0,-5 1-2 0,5 0-4 16,2 2 1-16,1-2-10 0,3 2-1 0,1 0-1 15,1-2-3-15,3 1 1 0,1-6-3 0,5 16-1 16,3-9-2-16,3-2 0 0,6 1 1 0,2-2-1 15,0 2-1-15,3-3 2 0,5-1-4 0,1-1-2 16,-7 2 0-16,-3-3-2 0,3 2 1 0,-7 0-4 16,2 0-1-16,-4 2 0 0,1 0-3 0,-4 2 0 15,-2 2-1-15,1 0 4 0,-1 2-1 0,0-1 0 16,-2 2-1-16,0 1 2 0,-1-2-2 0,1 3 3 16,0 3-1-16,-1-5 1 0,0 2-2 0,0-4 2 15,2 2 0-15,-1-3-1 0,2 1 1 0,-1-3 0 16,2-1 1-16,1 2 0 0,2-3-1 0,1-4-1 15,0-2-1-15,1-1-2 0,0-1 2 0,4-1-1 16,-3-3-1-16,1-1 1 0,-6 1 3 0,5-3-3 16,-6 2 0-16,-1-3 2 0,0 2-4 0,-1-5 2 15,-2-1-2-15,-2 1-1 0,-2-2-1 0,0 6 3 16,-1-2-2-16,-1 0 2 0,-3 1-6 0,-3 2 6 16,2 1 7-16,-1 0-1 0,2 5-2 0,-3 0 5 15,2 1-6-15,6 3 2 0,-23 7-1 0,11 0 1 16,-2 4 2-16,0 2-1 0,4 0-2 0,-1 4 8 15,2-1-10-15,4 3 3 0,2 1-4 0,0 0-10 16,6 5-15-16,3-8-23 0,0-1-14 0,0-4-41 16,5 3-34-16,1-2-36 0,3-3-21 0,-1-1-19 15,4-1-135-15,-6-3-376 0,2-1 166 0</inkml:trace>
  <inkml:trace contextRef="#ctx0" brushRef="#br0" timeOffset="166737.84">21402 12966 163 0,'4'-4'210'0,"-4"4"-12"0,4-8-14 0,-4 8-3 16,5-2-1-16,-5 2-6 0,0 0-9 0,0 0-10 0,10 10-10 15,-10-10-1-15,0 10-12 0,2-3-6 16,0-1-14-16,-1 0-4 0,0 1-6 0,-1-7-10 16,2 14-8-16,-2-14-6 0,1 9-6 0,0-5-4 15,-1-4 5-15,0 0 7 0,0 0 13 0,0 0 9 16,0 0-3-16,0 0-15 0,0 0 1 0,0 0-16 15,0 0-11-15,0 0-2 0,0 0-9 0,-11-22-2 16,11 10-11-16,0 2-8 0,1-2 5 0,1 0-4 16,2-6-10-16,3 1-8 0,0-1 2 0,9-4-8 15,-5-1-2-15,2 1-3 0,0 7 0 0,0 0-1 16,7-3-2-16,-3 6 1 0,-2 3 0 0,1 3-3 16,-3 2 1-16,5 2-1 0,-1 4 4 0,-3 2 1 15,-3 2-7-15,6 5 2 0,-5-1 0 0,-1 4 1 16,-2 1-2-16,0 0 4 0,-1 2 0 0,-2-1 3 15,0-1-4-15,-2 1 2 0,0-4 1 0,-3-3 6 16,1 3-5-16,-1-2 1 0,0 0-2 0,-1-3 5 16,0-7-2-16,0 9 4 0,0-9 0 0,0 0-2 15,-2 9 6-15,2-9-2 0,0 0 2 0,0 0-3 16,0 0 2-16,0 0-7 0,0 0 8 0,-16-20-10 16,14 11 7-16,2-1-6 0,1 1-5 0,0-4-2 15,4 0-7-15,-1-1 3 0,1-2-1 0,4 0-5 16,3-2 5-16,-1 4 3 0,2 2-5 0,2-1 3 15,-3 1 1-15,-1 5-5 0,1 4 5 0,-2-1-1 16,3 4 0-16,-3 0 2 0,3 4-2 0,-3 1 1 16,4 3 2-16,-7 1 4 0,0 2-2 0,1 5 3 0,-3-5-2 15,2 4-1-15,-4 0-8 0,5 1-21 16,-6 0-31-16,0-2-33 0,-2-2-48 0,1 0-55 16,-1-12-36-16,8 19-239 0,-8-19-517 0,7 14 228 15</inkml:trace>
  <inkml:trace contextRef="#ctx0" brushRef="#br0" timeOffset="167645.37">22268 12748 64 0,'-5'-8'237'16,"-1"2"-9"-16,-2 3-9 0,1 2-6 0,7 1-8 15,-21 7-7-15,7-1-5 0,1 5-7 0,-3 1-12 0,2 1-17 16,-6 6-8-16,10-3-15 0,-1 0-8 15,2-1-11-15,1 1-12 0,2-1-11 0,-1 0-4 16,6-3-13-16,2-1-5 0,2-1-6 0,2-1-4 16,-1 1-4-16,2-3-5 0,3-2-3 0,3 0-5 15,-1-2-2-15,1-3-7 0,2-3-1 0,-1 1-1 16,0-2-6-16,-1 0-4 0,5-3-2 0,-6 0 1 16,0-1-2-16,0-1 3 0,0-1-10 0,-2 0 0 15,0 0 1-15,-4-1-1 0,3-4-6 0,-4 5 1 16,0-3-1-16,1 3 1 0,-1-2 1 0,-2 8-4 0,1-3 2 15,-1 1-5-15,-2 6-2 0,4-7 1 0,-4 7-1 16,0 0-1-16,0 0-2 0,0 0 7 0,0 0 1 16,0 0 1-16,1 24 1 0,-2-14 2 0,1 2-3 15,0-1-1-15,1 0 3 0,1 2-1 16,0-3 0-16,1 2-4 0,1-1 5 0,2-2-4 0,2 0 6 16,2-2-4-16,-1 0 2 0,5-1 3 0,-2-5-7 15,3 2 5-15,2-1-2 0,0-4 3 0,-4 1 3 16,5-2-6-16,-5 0 0 0,3-7 0 15,-4 5 1-15,-1-1-2 0,-2-2-1 0,-1-1 4 16,0-1 0-16,-2 0-1 0,-1-2-2 0,-1 2-3 0,1-2 2 16,-2 0 0-16,1 0-4 0,-3 2 4 0,-1 1-3 15,1 1 5-15,-1 8-1 0,0-13-8 0,0 13 5 16,1-6-3-16,-1 6-4 0,0 0-2 0,0 0 0 16,0 0 9-16,0 0-6 0,0 0-1 0,-10 22 5 15,6-11 2-15,3 1-6 0,-2-1 7 0,3 1 2 16,2-2-2-16,-2 2-6 0,1-1 1 0,2-1 4 15,0 1 0-15,1-3 1 0,3 0-1 0,0-1-2 16,1-3 4-16,2 1 10 0,2-3-2 16,0 1-7-16,1-3-2 0,1-4-2 0,0 1 4 15,3-2-4-15,-2-1 0 0,-2 0-3 0,-1-1 10 0,-3-1-2 16,2 1-3-16,-3-4-3 0,0 3 0 0,0-1 5 16,-1-2-6-16,-2 0 2 0,0-1-1 0,-1 1-3 15,0-1 6-15,1 1-3 0,-2 2 2 0,-3 9-6 16,4-13 2-16,-4 13 4 0,3-10-7 0,-3 10-8 15,1-4 3-15,-1 4 3 0,0 0 2 0,0 0-3 16,0 0 3-16,0 0 3 0,0 0 0 0,-8 36 5 16,5-25 2-16,-1 0-2 0,0-1 0 0,2 1 0 15,-1-1 2-15,2 0-4 0,1-10 0 0,-2 15 4 16,2-15-1-16,-2 10 8 0,2-10-3 0,0 0-1 16,4 12 3-16,-4-12 1 0,0 0-7 0,9 2 3 15,-9-2-2-15,0 0 3 0,20-6-4 0,-10 1-1 16,3-1-1-16,-1 1 1 0,5-1 6 0,-1-2-8 15,2 2 3-15,-3 1-7 0,2-2-1 16,-4 5 0-16,-1-2 0 0,-2 1-1 0,1 3-1 0,0 0 0 16,-3 0 4-16,-2 3-3 0,2 1 1 0,-2-1-5 15,-2 4 1-15,1-3 9 0,-3 4-2 0,1 1-1 16,-1-3 3-16,-2-6-7 0,4 18 5 0,-4-8-4 16,1-1-9-16,-1-9-24 0,0 15-17 0,-3-9-25 15,3-6-29-15,0 0-40 0,-1 14-52 0,1-14-46 16,0 0-65-16,0 0-159 0,0 0-508 0,0 0 225 15</inkml:trace>
  <inkml:trace contextRef="#ctx0" brushRef="#br0" timeOffset="167838.16">22535 12544 2373 0,'-22'-16'15'0,"5"5"31"0,0-1-23 15,1 7-11-15,3-1-4 0,3 2-8 0,0-1 10 16,2 2-4-16,3 0-2 0,5 3 2 0,-9-4-2 16,9 4-3-16,0 0-23 0,0 0-26 0,0 0-50 15,0 0-49-15,0 0-61 0,0 0-124 0,22 10-357 16,-9-9 158-16</inkml:trace>
  <inkml:trace contextRef="#ctx0" brushRef="#br0" timeOffset="169206.83">24398 12587 168 0,'-2'-8'232'0,"1"-2"-10"16,-3 3-8-16,1 2-6 0,-2-1-16 0,5 6-17 16,-11-7-18-16,3 6-14 0,8 1 12 0,-16 10-7 15,2 2-6-15,-7 9-1 0,3 0-11 0,-1 2-12 16,2 1-11-16,1 1-8 0,2 0-12 0,2 1-5 0,5-7-11 16,3 0-6-16,1 5-5 0,3-5-3 15,4-3-7-15,0 1-4 0,2 0-4 0,3-3-8 16,3-2-11-16,-1 0-12 0,5 0-6 0,-1-6-15 15,3 1-12-15,0-4-10 0,-5 0-4 0,4-3-8 16,-2 0-2-16,2-3-3 0,0 0-2 0,1-3 3 0,-5 2 10 16,2-5-3-16,3-1 0 0,-2 0-2 15,-3-2 6-15,4 0 1 0,-6-2 5 0,2 0 2 16,-1-1 4-16,-3 1 1 0,0-3 4 0,-2 5 8 16,-2-1 3-16,1 2 9 0,0 3 12 0,-6-1 10 0,4 4 7 15,-2 0-2-15,2-1-4 0,-4 6-3 0,0 0-4 16,5-6 7-16,-5 6-4 0,0 0 2 0,0 0 4 15,0 0-4-15,-1 27 2 0,1-18 0 16,1 1-1-16,-2 0-1 0,1 1 3 0,2 1 0 16,2-2-5-16,-1 2 0 0,2-3-5 0,-1 1 2 0,2-1 2 15,2 0-3-15,1-1-1 0,1 0 2 16,0 1 2-16,2-5-6 0,-2-1 4 0,3 1-3 0,-2-1-3 16,3-3 1-16,-2 0-2 0,-2-2 1 15,-2-2-1-15,1 1-2 0,-3-1-4 0,2-1-7 0,-2-2 1 16,-1-1-5-16,-1-2 5 0,0 1-6 0,-2-3-5 15,-2 0-2-15,0 0 1 0,0-5-1 16,-2 1 6-16,-3 2-3 0,1-3 4 0,2 5 1 16,0-1-1-16,-4-1 0 0,2-2 2 0,2 3-2 0,0 3 3 15,2 0 0-15,0 1-3 0,2-1 2 0,0 6 0 16,2-1 0-16,-4 5 2 0,12-4-1 0,-5 4 4 16,-7 0 3-16,18 9 2 0,-7-2 3 0,0 5 2 15,3 1-1-15,-3 1 4 0,0 2 2 16,-2 0-1-16,1 1-1 0,0-1 8 0,-1-2 2 15,-3 3 0-15,2-3-3 0,-4-2 1 0,-1-3-2 0,6 3 1 16,-7-4-2-16,-1-1 2 0,1 0 1 0,0 0 7 16,-2-7 5-16,2 10 10 0,-2-10 11 0,4 7 17 15,-4-7-2-15,0 0 0 0,0 0-12 0,0 0-4 16,0 0-2-16,0 0 7 0,0 0-22 0,0 0 10 16,-9-28-13-16,9 18 8 0,0 1-17 0,1-4-7 15,3-3 4-15,1 2-5 0,5-3-2 0,4-8-5 16,-1 3 1-16,3-2-7 0,1 1 2 0,4 2-1 15,-1 1-1-15,-4 6 1 0,0 1-6 16,-1 2 1-16,0 5-2 0,-4-1 6 0,6 2-6 0,-4 4-5 16,-2 1 6-16,1 1-7 0,-1 4 5 0,-2 2 4 15,1 1-3-15,-2 3 13 0,1-2-3 0,-1 5 9 16,1 0-4-16,-3 1-3 0,1 1 4 0,-1-5-5 16,-1 1 1-16,-1-1-2 0,1 0-1 0,0-1 3 15,-1-2 5-15,2 1-1 0,2 0-1 0,-4-4 4 16,-4-5-1-16,11 10 16 0,1-6-12 0,-6-1-3 15,5-2 2-15,3-1-5 0,-1 0-1 0,-2-3 8 16,7 0 2-16,-5-2-15 0,2-2 16 0,-4 2-5 16,5-5 1-16,-4 0-2 0,2-2-2 0,-2-1 1 15,-3 1-4-15,4-5-4 0,-6 1 4 0,4-1-3 16,-1 0-3-16,0-8 1 0,-3 9 2 0,-1 0 10 16,-1 0-13-16,0 6-5 0,-3 0 9 0,1 2-12 15,-3 8-7-15,4-14-1 0,-4 14 9 0,4-8-11 16,-4 8 11-16,0 0-6 0,0 0 3 0,0 0 4 15,0 0 2-15,0 0-7 0,-27 15 9 0,18-5-1 16,-1 2-14-16,2-1 2 0,1 2-4 0,1-1-8 16,4 0-10-16,2 1 6 0,-2 1-8 0,6-3 6 15,0 5 1-15,3-4-2 0,3 0 2 0,0 1 2 16,3 0 3-16,-1-3 4 0,1 2-1 0,1-2 2 16,-3-2 5-16,0 1-1 0,-2 0 1 0,0-2 1 15,-4 2 3-15,2-3 1 0,-4 0-4 0,3-1 1 16,-2 0-1-16,-2 1 5 0,-2-6 5 0,1 9-4 15,-1-9-2-15,-1 8 2 0,1-8-17 16,0 0-7-16,-6 10-18 0,0-7-22 0,6-3-22 16,-8 4-20-16,8-4-20 0,-11 1-21 0,11-1-29 0,0 0-29 15,-14-4-51-15,14 4-184 0,-11-5-482 0,11 5 213 16</inkml:trace>
  <inkml:trace contextRef="#ctx0" brushRef="#br0" timeOffset="169469.52">25803 12377 8 0,'3'-17'254'16,"0"6"3"-16,0-1-8 0,-3 2-9 0,0 10-23 15,2-11-22-15,0 6-19 0,-2 5-4 0,0 0 8 16,0 0 3-16,8 19-8 0,-4-6-1 0,-2 4 4 16,0 9-9-16,-1 0-9 0,-2 1-3 0,1-1-4 15,-2 0-31-15,2 0 4 0,-4-2-10 0,4 1-8 16,-5-4-8-16,3-1-12 0,-1-1-4 0,1-2-12 15,0 2-10-15,-1-2-4 0,0-1 0 0,2 0-5 16,-1-5-13-16,0-1-15 0,0 1-11 0,2-5-36 16,0-6-27-16,-3 11-34 0,3-5-17 0,0-6-29 15,-5 7-29-15,5-7-42 0,0 0-58 0,0 0-49 16,-6 4-213-16,6-4-563 0,0 0 249 0</inkml:trace>
  <inkml:trace contextRef="#ctx0" brushRef="#br0" timeOffset="169904.9">25688 12611 1556 0,'-6'-10'98'16,"-1"3"-21"-16,5 2-28 0,-3 1-18 0,5 4-15 16,-5-7-6-16,5 7 5 0,0 0 11 0,0 0 10 15,14-12 6-15,-3 10-2 0,8-3 4 0,10 4-2 16,0 0-3-16,5-1 0 0,1-3-5 0,1 2-3 16,-2 3 3-16,2-2-3 0,-3-2-3 0,-1 0-4 15,-3 3 2-15,-9-2-2 0,-1 2-3 0,-6 1 7 16,0-2-2-16,-3 0 5 0,-1 1 3 0,-3 0 0 15,-6 1 2-15,14-1 0 0,-14 1-3 0,0 0-2 16,9 1-4-16,-9-1 6 0,-3 11 14 0,3-11 4 16,-12 17-2-16,0-6-2 0,3 3-3 0,-3-1-5 15,1 0 7-15,2 1-7 0,-3 0-6 0,4-1-3 16,-1-2-2-16,5-2-4 0,-2 0-2 0,2 1-1 16,0-2-4-16,2-3 1 0,2 4-2 0,0-9 1 15,0 10-4-15,0-10 2 0,4 7-3 0,-4-7 2 16,12 1-1-16,-12-1 2 0,11 0-3 0,-1-2-1 15,0 0 0-15,-1-4-5 0,2 2 0 0,-1-3 4 16,1-1 0-16,3-2-4 0,-1-1-1 0,-2 0-2 16,3-3 0-16,-1 4 1 0,1-2-1 0,-2 1-2 15,-5 3 1-15,3 2-1 0,-2-2 6 0,-3 5-8 16,-1-2 2-16,-4 5-6 0,5-4 3 0,-5 4-2 16,0 0 3-16,0 0 0 0,13 11 5 0,-13-4-5 15,0 3-11-15,1-3-30 0,-2 5-21 0,1-12-45 16,-2 20-37-16,0-8-35 0,2-2-31 0,0-10-30 0,2 21-180 15,-2-10-454-15,0-11 201 0</inkml:trace>
  <inkml:trace contextRef="#ctx0" brushRef="#br0" timeOffset="170130.81">26346 12662 126 0,'10'-16'180'0,"1"-6"-3"0,3 6 6 16,-4 0-2-16,2 2 5 0,4 0-9 0,-3 4 0 15,-2 2-10-15,0 2-7 0,0 1-8 0,1 0-10 16,-1 2-15-16,-2 4-1 0,3 1-5 0,-4 4-9 0,-1-1 2 16,2 4-13-16,-4 2-2 0,1 0-11 0,-3 4-5 15,1-3 0-15,-4 3-17 0,0-1-3 16,-2 1-2-16,2 1-10 0,-2-4-7 0,1 0-25 16,1 0-37-16,0-2-30 0,0 0-40 0,0-2-49 15,0-8-56-15,0 14-42 0,0-8-207 0,0-6-477 0,11 3 211 16</inkml:trace>
  <inkml:trace contextRef="#ctx0" brushRef="#br0" timeOffset="170401.3">26933 12301 223 0,'4'-10'271'16,"-4"10"-12"-16,1-13-24 0,-1 13-26 0,0 0-9 15,0 0 5-15,0 0 4 0,0 0 1 0,0 0-9 16,-10 49-7-16,3-23-9 0,-1 0 2 0,1 2-8 16,-5 0-10-16,1-3-19 0,5 0-7 0,-6 1-11 15,3 0-15-15,-1-2-7 0,2-2-8 0,1-4-16 16,1 0-5-16,2-1-8 0,1-3-8 0,-1 2-7 16,2-3-9-16,0-3-21 0,2-1-36 0,-3 0-38 15,3-3-31-15,0-6-32 0,-3 11-33 0,3-11-32 0,-4 7-36 16,4-7-39-16,0 0-57 0,0 0-196 15,0 0-544-15,0 0 242 0</inkml:trace>
  <inkml:trace contextRef="#ctx0" brushRef="#br0" timeOffset="170658.95">26731 12520 123 0,'10'-2'206'0,"2"-1"-1"0,6-1 1 15,-2 2-9-15,4-2-10 0,0 2-10 0,-1 0-7 16,0-1-11-16,-1 1-2 0,1 1 1 0,0-2-9 16,-5 3-4-16,-3-2 0 0,-2 2-8 0,1-1-3 0,-10 1 3 15,0 0 0-15,15-2 1 0,-15 2-4 16,0 0-2-16,11-1 6 0,-11 1-38 0,0 0 16 16,0 0-15-16,0 0-7 0,0 0-12 0,10-4-4 15,-10 4-2-15,0 0-16 0,0 0-8 0,0 0-25 0,0 0-50 16,0 0-53-16,0 0-59 0,0 0-72 0,0 0-84 15,-25-14-297-15,25 14-636 0,-17-3 281 16</inkml:trace>
  <inkml:trace contextRef="#ctx0" brushRef="#br0" timeOffset="170869.79">26949 12677 2784 0,'0'0'147'16,"0"0"-80"-16,-7 8-31 0,7-8-4 0,-4 2 26 15,4-2 42-15,0 0 23 0,-8 3 19 0,8-3-6 0,0 0-8 16,0 0-1-16,0 0-13 0,0 0-17 0,-7 1-7 16,7-1-8-16,0 0-5 0,0 0-12 15,0 0-17-15,0 0-3 0,0 0-20 0,0 0-26 16,0 0-35-16,0 0-31 0,0 0-47 0,0 0-50 0,0 0-56 16,0 0-49-16,0 0-58 0,0 0-228 0,12-19-600 15,-12 19 266-15</inkml:trace>
  <inkml:trace contextRef="#ctx0" brushRef="#br0" timeOffset="173981.42">28031 12078 164 0,'0'0'192'0,"0"0"-7"0,0 0-9 0,0 0-12 0,0 0-10 16,0 0-18-16,0 0-9 0,0 0-14 0,0 0-5 15,16-9-8-15,-3 8-13 0,10-3-8 0,8 0-2 16,7-1-8-16,1 3-7 0,14-1-8 0,2-1-4 16,-4 3-3-16,-11-1-15 0,-3 0-12 0,1 0-17 15,-1-1-29-15,0 0-25 0,-6 3-22 0,-9 0-30 16,-1 0-17-16,-1 0-20 0,-8 0-9 0,-1 0-108 16,-3 0-277-16,-1 0 123 0</inkml:trace>
  <inkml:trace contextRef="#ctx0" brushRef="#br0" timeOffset="174194.55">28478 12053 128 0,'0'0'145'16,"0"0"-14"-16,-9 4 24 0,9-4-6 0,-2 11 7 16,2 0-5-16,1 1-3 0,-2 7-9 0,-1 7-6 15,0 1-9-15,-1 4-8 0,1 0-9 0,-1 0-11 16,-1 3-7-16,-2-3-12 0,1 2 10 0,0-1-9 15,2-3-8-15,-1 2-7 0,0-4-11 0,2 0-11 16,2-2-25-16,2-6-31 0,0-1-41 0,-1-2-47 16,1 0-45-16,0-5-58 0,-1-2-115 0,0-1-347 15,1-2 153-15</inkml:trace>
  <inkml:trace contextRef="#ctx0" brushRef="#br0" timeOffset="174887.3">28700 12155 106 0,'3'-4'195'0,"2"3"-7"16,-5 1-3-16,0 0-3 0,8 12-6 0,-8-2-6 16,-2 5-16-16,1 3-10 0,-5 9-12 0,1-2-9 15,-1 3-12-15,-4-2-8 0,4-1-11 0,1 1-8 0,0-1-10 16,2 0-8-16,2-6-6 0,-3 0-3 15,0-2-8-15,2-2-3 0,-1-2-8 0,3-3-3 16,-1 2-4-16,1-3-1 0,-1-3-6 0,1-6 0 16,2 11-3-16,-2-11-1 0,3 6-3 0,-3-6-1 15,0 0-6-15,14-5-4 0,-5 0-2 0,1-1 2 16,5-2-1-16,0 0 0 0,2-4-4 0,1 5 3 16,0-5 0-16,7-1-2 0,-4 8-1 0,-2-1-1 15,2 3 0-15,-1-1 2 0,-1 0-1 0,0 3 1 16,0-1-2-16,1 0 1 0,-1 2 1 0,0 0 0 15,0 0 2-15,2 0-1 0,-3-2 0 0,0 1 0 0,2 1 2 16,-2 0-4-16,2-3 3 0,-3 2-2 0,-1-2-2 16,1-1 2-16,-4-1 8 0,-4 2-9 0,1 0 1 15,0-3-1-15,-2 2-1 0,-2 0 0 0,-1-3 0 16,0 0 2-16,-2 1-1 0,0-4 1 0,-1 4-2 16,-2 6 0-16,0-17 1 0,0 17-2 0,-2-9-1 15,2 9 2-15,-2-9-1 0,2 9-3 0,0 0 5 16,-6-4-3-16,6 4 4 0,0 0 2 0,-13 11-2 15,8-2-2-15,0-1 2 0,1 1 0 0,0 3 2 16,2 0-2-16,1-2 5 0,2 0-4 0,4 1-1 16,0-2 2-16,1 1-2 0,3-3 0 0,3-1-1 15,-1 0 3-15,2-1 1 0,1-3 1 0,3 0-1 16,2-2 1-16,-6-2-3 0,1 1 2 0,1-2-3 16,-1 0 2-16,-2-1 1 0,0-4-3 0,-1 1 4 15,-2 0-2-15,-2-2-2 0,1 0 3 0,0 1-3 16,-2-1 4-16,0 1-6 0,3-2 4 0,-5 0-3 15,0 3 1-15,-3 1 2 0,-1 6 6 16,4-10-3-16,-4 10-2 0,4-5-5 0,-4 5 3 0,0 0-3 16,0 0 4-16,0 0 2 0,0 0 4 0,-5 26-4 15,0-14-2-15,-1 3 2 0,1 4-1 0,-1-3 2 16,1 2-2-16,0-1-2 0,-2 1-7 0,5-1-16 16,-2 1-21-16,-2-2-24 0,1 1-25 0,-1-6-34 15,1 0-29-15,1 0-36 0,1 0-26 0,-1-1-144 16,-2-4-388-16,6-6 172 0</inkml:trace>
  <inkml:trace contextRef="#ctx0" brushRef="#br0" timeOffset="175044.63">29301 12227 123 0,'0'0'113'0,"0"0"-26"15,0 0-25-15,0 0-38 0,0 0-44 0,0 0-46 16,19 24-70-16,-6-10 32 0</inkml:trace>
  <inkml:trace contextRef="#ctx0" brushRef="#br0" timeOffset="175492.34">29794 12558 47 0,'14'-3'258'0,"-6"1"-4"0,1-2-7 0,1-2-7 0,2-1-8 15,-3-2-4-15,5-1-23 0,-1-3-13 0,2 0-17 16,0 1-16-16,4-5-17 0,-3 3-7 0,-2 1-10 16,2-7 1-16,-2 5-20 0,-1 0-10 0,0-2-11 15,-4 1-10-15,1-3-3 0,0 4-5 0,-3 0-2 16,0 1 3-16,-1 3 4 0,-4 5-4 0,-2 6 0 16,5-11-13-16,-5 11-14 0,0 0 0 0,0 0-3 15,0 0-9-15,0 0-4 0,-19 17-3 0,9-4 2 16,-4 3 2-16,3-1-6 0,-2 6-6 0,4-4 0 15,3 0-4-15,1 1 5 0,1 0 2 0,6 0-6 16,-2-3 6-16,3-3-11 0,3-1-7 0,0-1-7 16,4 0 0-16,2-3-3 0,1-2-2 0,-1-3-3 15,5 2-2-15,1-6 1 0,-5 0 0 0,4 0 1 16,-5-3 1-16,1-2-3 0,1-3-2 0,-4-1-1 16,2-2 7-16,-1 1-4 0,-2-1 0 0,1-2 5 15,-3-2-2-15,0 1 7 0,-1-1-2 0,0 2-2 16,-1-2 1-16,-1 6 6 0,-2 2 4 0,1 1-2 15,-3 8 3-15,5-11-3 0,-5 7 3 0,0 4-3 16,0 0 0-16,0 0 1 0,0 0-1 0,0 0-3 16,0 0 5-16,-4 28 0 0,0-11-1 0,0-2 3 15,1 3-2-15,-1 0-3 0,-2 0-19 0,3 1-23 16,-1-1-28-16,3 0-24 0,-3-2-43 0,0 3-32 16,0-4-27-16,3-3-42 0,-3 0-205 0,0-2-484 15,1-2 214-15</inkml:trace>
  <inkml:trace contextRef="#ctx0" brushRef="#br0" timeOffset="175671.66">30055 12072 174 0,'0'0'177'0,"0"0"-20"0,0 0-18 0,0 0-38 15,13-3-51-15,-13 3-50 0,32 12-50 0,-4-5-75 16,4 3-136-16,6-1 61 0</inkml:trace>
  <inkml:trace contextRef="#ctx0" brushRef="#br0" timeOffset="175894.89">30909 12112 181 0,'5'-9'232'16,"0"-3"-1"-16,0 4 9 0,0-2 5 0,-1 5-9 15,0-1-18-15,-4 6-25 0,4-7-18 0,-4 7-14 16,0 0 2-16,9 13 4 0,-6-3-5 0,0 7-1 16,1 7-12-16,0 3-12 0,-3-1-13 0,-2 3-11 15,2 2-16-15,-5-1-4 0,3-1-9 0,-2-1-1 16,-1 2-12-16,2-3-5 0,-3-2-8 0,1 0-10 16,1-7-23-16,1 0-15 0,-1-5-67 0,6 3-35 15,-7-6-42-15,0 0-43 0,3-2-36 0,1-2-53 16,0-6-28-16,-3 7-155 0,3-7-485 0,0 0 214 15</inkml:trace>
  <inkml:trace contextRef="#ctx0" brushRef="#br0" timeOffset="176376.79">30976 12253 140 0,'17'-10'155'0,"1"2"2"0,1-4-4 0,6 3 3 16,-8 0-11-16,2 2-10 0,-2-2-12 0,2 1-9 15,-7 2-13-15,3-4-9 0,-5 3-1 0,1-1-7 16,-1 1-7-16,-4 0-8 0,2 1-1 0,-2-1-5 16,1-1-1-16,-2 4-12 0,0 0-1 0,-5 4-8 15,4-7-7-15,-4 7-6 0,0 0 0 0,0 0 1 16,0 0 2-16,13 14-5 0,-12-2 0 0,-1-1-2 16,-1 5 0-16,-2-1-2 0,0 2-1 0,2 1 0 15,-3 1 4-15,2-1-10 0,-2-1 1 0,1 1 1 16,2-1-4-16,0-6 1 0,1 2-1 0,1-3-5 15,-1-3 7-15,2-1-3 0,2 0 2 0,0-2 3 16,3-1 8-16,0-1 4 0,5 1 8 0,1-2 1 16,1 0 3-16,2 2 3 0,-2-3 2 0,-1-2-5 15,2 1-3-15,2 0-4 0,1 0-3 0,1-4-7 16,2 2 4-16,0-3-6 0,-4 2-2 0,3-2-3 16,-1 0-3-16,-2 1 0 0,-2-3 1 0,2-3-7 15,-4 3 2-15,-3 2 3 0,-1-3-2 0,-2 1-3 16,0-1-4-16,-1 0 1 0,-2-1 0 0,-1 3-3 15,-1-3 5-15,-3 1-8 0,-1-1 2 0,-1 0-1 16,-3 2 1-16,-1 3-4 0,-2 1 2 0,-1 2-1 16,-4 4 1-16,-4 2 1 0,-2 2 1 0,3 1 3 15,-2 2 1-15,-1 7-3 0,3-2 2 0,5-1-2 16,5 1 2-16,-1 2-3 0,5-4-7 0,3-1-14 16,6 0-29-16,-1-1-40 0,2 1-51 0,9 0-38 15,0-3-45-15,3 0-205 0,-1-1-461 0,0-3 204 16</inkml:trace>
  <inkml:trace contextRef="#ctx0" brushRef="#br0" timeOffset="177396.95">4557 13651 107 0,'-3'-5'175'0,"3"5"-21"0,0 0-10 16,0 0-7-16,0 0-3 0,-1 30 2 0,1-1-8 16,1 3-2-16,2 17-5 0,-2 1-12 0,2 0-12 15,1 1-5-15,-1-3-10 0,7 0-7 0,-6-13 19 16,3 11-8-16,-2-12-5 0,1-3 0 0,3-2-8 15,-4-1-11-15,-1-9-3 0,0 1-11 16,1-4 1-16,-1 0-8 0,-3-6 0 0,1-2-5 16,1-1-1-16,-3-7 3 0,2 9 13 0,-1-3 7 0,-1-6 19 15,2 6-6-15,-2-6-7 0,0 0-6 16,0 0-4-16,0 0-9 0,0 0-1 0,0 0-3 0,-17-16-4 16,15 6-14-16,1 1 8 0,1-1-7 15,1 0-5-15,3-2-1 0,3 1-4 0,3 0-5 16,0 0 3-16,0 3-5 0,3 2 0 0,0-1-4 15,1 2-2-15,-1 4 2 0,1 0-3 0,-2 2 1 0,1 0-5 16,0 4 4-16,-3-1-3 0,2 1 1 0,-2 2-1 16,-4 2 2-16,2 0 0 0,-2 0 0 15,-2 0 0-15,-3 2 0 0,-3-1 3 0,-4 2-4 16,-3 3 9-16,-3-2-8 0,-3-1 4 0,-7 3-3 16,-2-1-7-16,-3-3-15 0,0 0-4 0,-1-6-16 15,3 1-18-15,3-3-26 0,0-2-24 0,3 2-41 0,1-4-45 16,3-1-45-16,-1 0-170 0,4-1-445 0,1 0 197 15</inkml:trace>
  <inkml:trace contextRef="#ctx0" brushRef="#br0" timeOffset="178040.67">5117 14085 109 0,'1'-4'223'0,"-1"4"-1"0,0 0-2 15,0 0-5-15,-9-12-3 0,2 9-8 0,7 3-16 16,-21 2-18-16,9 2-1 0,-3 4-12 0,0 3-8 16,-5 9-8-16,0-3-13 0,2 4-7 0,3-1-14 15,6-3-13-15,-3-1-8 0,5 3 0 0,2-4-19 16,-1 3-2-16,5-2-9 0,0-4-5 0,1 0-11 16,1-2 5-16,4 1-6 0,1-4-5 0,1 1-4 15,2-1-1-15,1-4-13 0,3-2-8 0,-1-1-9 16,-1-1-8-16,3-3-6 0,3-2-10 0,2-4 1 15,-1 1 3-15,-3-3 4 0,-1 1-2 16,2-2 0-16,-2-2 2 0,-2 0-3 0,-1 2 3 0,-2 0 1 16,-2-2 2-16,-2 0-1 0,-2-2 7 0,1 5-1 15,-3-3 1-15,0 3 0 0,1 1-1 0,-2 0 5 16,1 2 3-16,-1 9 3 0,0-10-3 0,0 10-7 16,2-7 0-16,-2 7 5 0,0 0 3 0,0 0 3 15,4 20 8-15,-1-8 1 0,-1 7-2 0,3 7 0 16,-2-9 3-16,2 8-2 0,-1-6 0 0,2-1-3 15,2-1 0-15,-3 0 2 0,4-4-1 0,-2-2 0 16,1-2 3-16,1 0-3 0,3-3 0 0,1-1-1 16,-1-2 0-16,4-3-4 0,-4-1 2 0,6-3 2 15,-1-1-1-15,0 0-3 0,-2-6-1 0,1 4-3 16,-3-3 3-16,-1-2-3 0,-3 2-3 0,2-5-3 16,-5 5 7-16,1-1-5 0,-4-4 0 0,-1 2-6 15,-1-3 2-15,-2 0-3 0,0 4 0 0,1 2 3 16,-3-2 1-16,0 3 2 0,3 9 3 0,-2-12-2 15,1 8 0-15,1 4-6 0,0 0-1 0,0 0 3 16,0 0 5-16,0 0-1 0,0 0 5 0,1 24 2 16,3-7 0-16,0 3 3 0,-2-2-1 15,0 1-2-15,0 1 2 0,3 4 3 0,-2-8 2 16,1 3 0-16,-2-3 1 0,1 0 1 0,1-4-3 16,-3 0-3-16,0 0 7 0,0-2-8 0,-1 1 9 15,0 1-7-15,2-4 1 0,-4-1-1 0,2-7-15 0,-1 12-21 16,1-12-18-16,-2 7-31 0,2-7-42 0,0 0-42 15,-8 9-49-15,8-9-51 0,-5 0-152 0,5 0-448 16,0 0 199-16</inkml:trace>
  <inkml:trace contextRef="#ctx0" brushRef="#br0" timeOffset="178225.18">5613 14176 118 0,'2'-9'233'0,"-2"9"-9"16,4-5-11-16,-4 5-13 0,0 0-4 15,0 0 8-15,0 0-5 0,0 0-13 0,10 13-14 0,-9-3-14 16,2-1-14-16,-1 2-15 0,2 7-10 16,2-2-11-16,-4-1-14 0,3 1-21 0,-5 2-24 15,1-2-42-15,1-2-39 0,-1 2-49 0,0 0-65 0,0-2-31 16,1-1-51-16,-4-1-133 0,2-2-390 16,0-10 173-16</inkml:trace>
  <inkml:trace contextRef="#ctx0" brushRef="#br0" timeOffset="178387.54">5618 14095 2161 0,'-8'-29'-2'0,"-1"4"16"16,3 8-14-16,-1 4 12 0,2 6-32 0,1-2-25 16,4 9-13-16,-5-9 0 0,5 9 2 0,0 0-6 15,0 0-28-15,0 0-27 0,10 23-26 0,-1-10-113 16,2 2-278-16,1 1 123 0</inkml:trace>
  <inkml:trace contextRef="#ctx0" brushRef="#br0" timeOffset="178599.46">6037 14121 210 0,'0'0'222'16,"0"0"5"-16,-8-9 5 0,-1 6 8 0,9 3-15 15,-13-2-7-15,6 2-3 0,7 0-14 0,-21 8-19 16,7 2 15-16,-2 1-7 0,1 3-7 0,0 0-42 15,0 5 17-15,-2 3-12 0,7-6-25 0,1 0-5 16,-1 0-8-16,6-1-15 0,3 3-7 16,1-6-5-16,4 3-13 0,1-3-9 0,2-1-28 0,5 2-28 15,3-2-44-15,10-1-40 0,-5-4-59 0,9 0-53 16,3-2-72-16,2 0-275 0,-4-1-583 0,3-2 259 16</inkml:trace>
  <inkml:trace contextRef="#ctx0" brushRef="#br0" timeOffset="179000.81">7237 14018 5 0,'-1'-19'217'15,"-1"4"-6"-15,1 3 2 0,2 2 9 0,-3 0-19 16,0 2-15-16,2 8-24 0,0 0-19 0,0 0-10 15,0 0-8-15,0 0 2 0,15 38-1 0,-12-5-10 16,-1 11 2-16,-2 5-6 0,-2 1-5 0,1 0-6 16,0 0-12-16,-2-1-9 0,-1-2-8 0,4-1-10 15,0-11-7-15,0-1 1 0,3 14-7 0,-2-15-6 16,3-2-15-16,-3-1-19 0,3 0-30 0,-4 1-30 16,3-4-35-16,-3 0-45 0,1-12-62 0,-1 3-30 15,-4-1-200-15,-2-1-454 0,1-4 201 0</inkml:trace>
  <inkml:trace contextRef="#ctx0" brushRef="#br0" timeOffset="179240.78">7287 14255 144 0,'15'-10'188'0,"0"2"-8"0,2 5-5 16,-3 1 1-16,0 1-9 0,5 4-12 0,-6 2-6 15,4 1-11-15,-3 2-15 0,1 1-12 0,-2 5-4 16,-3-1-9-16,0 1-5 0,-1 1-3 0,-5 1-4 16,-4-1-5-16,-3 0-7 0,-2 3-7 0,-1-2-5 15,-9 7-6-15,-2-3-6 0,-2 1-16 0,-4-1-30 16,-1-3-25-16,-1-1-40 0,0-1-32 0,-3-4-38 16,1 0-42-16,1-4-183 0,-1 0-383 15,9-4 169-15</inkml:trace>
  <inkml:trace contextRef="#ctx0" brushRef="#br0" timeOffset="179594.39">7481 14268 153 0,'22'0'207'0,"-3"2"-4"0,1 3 2 16,-2-1-1-16,0 3 0 0,-1-1-11 0,-2 3-18 15,2 2-6-15,-5 2-10 0,0 2-15 0,3-1-12 16,-3-2-10-16,-3 6-13 0,-3-3-7 15,-1-2-16-15,-2-2-4 0,-1 1-9 0,1 0-6 16,0-2-5-16,-3-1-11 0,0-9 0 0,0 13-8 0,0-6 2 16,0-7-6-16,0 0-5 0,0 12 3 0,0-12-7 15,0 0 0-15,0 0-5 0,0 0-4 16,0 0-1-16,0 0 1 0,-4-27-5 0,6 15-2 0,1 0-6 16,1-3 2-16,3-1-4 0,-4 0 0 15,6 1-5-15,1-1 1 0,1 1 1 0,1 1-3 16,1 2 0-16,-3 5 3 0,2 1-5 0,0 2-2 0,-2 2 4 15,3 2-1-15,-1 3 1 0,2 1-1 0,-2 1 12 16,1 5-6-16,1 0-4 0,-3 0 2 0,-4 3 0 16,6 0 0-16,-5 1-2 0,-2 2-9 15,-1 0-26-15,-1 0-36 0,-1 1-40 0,-3-2-47 16,0-2-64-16,-2 0-244 0,-1 2-503 0,1-4 223 16</inkml:trace>
  <inkml:trace contextRef="#ctx0" brushRef="#br0" timeOffset="179976.81">8149 14452 198 0,'0'0'213'0,"0"0"-8"16,0-22-6-16,0 13-5 0,-1-3-10 0,2 0-9 15,3-5-12-15,1 1-6 0,-1-1-17 0,5 0-8 16,1-1-11-16,-1 4-5 0,2-2-10 0,-1 9-8 15,-1-1-10-15,0 2-10 0,1 3 1 0,0 2-8 16,2 3-2-16,-1 3-7 0,-1 1-4 0,3 6-3 16,-3 2-6-16,6 1-7 0,-7 1-3 0,1 1-11 15,-4 1-18-15,-3 0-30 0,2 1-37 0,-1 1-42 16,1-4-56-16,-2 1-52 0,3 0-226 0,-4-2-467 16,1-6 207-16</inkml:trace>
  <inkml:trace contextRef="#ctx0" brushRef="#br0" timeOffset="180360.83">8612 14214 90 0,'0'0'237'0,"-3"-9"-13"16,3 9-10-16,0 0 6 0,0 0-3 0,-14 18-18 15,13-6-18-15,-4 4-8 0,1 2-13 0,0 2-12 16,2 0-16-16,2 5-15 0,0-6-10 0,1 0-8 15,0-2-10-15,4-2-9 0,3 0-9 0,1-2-2 16,1-4-10-16,2 2 0 0,-1-4-7 0,3-1-3 16,-1-5-8-16,5 0 0 0,-1-1-7 0,2-1 0 15,0-3-4-15,-4-1 2 0,3-2-6 0,-4 0-3 16,0-2-2-16,-2-4-1 0,-3 5-6 16,1-2 1-16,-2-1 0 0,-1-4 0 0,-3 2-11 15,0-2 2-15,1 0-2 0,-4 2-1 0,1 3 1 0,-2-3 0 16,0 4-2-16,-2 0 2 0,2 9 7 0,-1-14 3 15,1 14-1-15,-1-8 3 0,1 8-6 0,0 0 7 16,0 0 6-16,0 0 4 0,0 0 1 16,-9 31 1-16,9-16-6 0,-1 2-4 0,-1 1-2 0,5-4-1 15,-2 2 8-15,2 1-19 0,-1-1-15 0,3-4-25 16,0 4-33-16,1-6-50 0,1 0-57 0,1-2-69 16,2 0-270-16,-5-5-556 0,-5-3 247 0</inkml:trace>
  <inkml:trace contextRef="#ctx0" brushRef="#br0" timeOffset="180535.19">8735 14069 2387 0,'-13'-12'15'15,"3"4"-7"-15,1 2-35 0,1 0-11 0,2 3-55 16,1 0 6-16,5 3-8 0,-11 0-7 0,11 0-19 15,0 0-17-15,0 0-148 0,-5 8-308 0,5-8 137 0</inkml:trace>
  <inkml:trace contextRef="#ctx0" brushRef="#br0" timeOffset="180917.76">9158 14043 89 0,'0'0'236'16,"1"-9"-14"-16,-1 9-21 0,4-6-17 0,-4 6-12 16,0 0-7-16,0 0 17 0,4 30 2 0,-6-3-6 15,1 4-9-15,-5 3-4 0,2-1-17 0,-3 15-9 16,4-13-12-16,-3 0-14 0,1 0-6 0,2-2-11 16,3 0-8-16,-3-1-10 0,2-3-7 0,2 1-7 15,0-2-8-15,-1-2-2 0,0 2-11 0,0-9-23 16,2-1-29-16,-2-2-26 0,-2 0-46 0,2-6-40 15,0 2-27-15,0-6-53 0,0-6-14 0,-1 11-209 16,-3-5-459-16,4-6 203 0</inkml:trace>
  <inkml:trace contextRef="#ctx0" brushRef="#br0" timeOffset="181112.44">9182 14234 26 0,'16'-7'180'0,"-3"4"-3"0,1 2-9 0,-2 2-4 16,0 1-4-16,0 4-8 0,2 5-14 0,-6-3-5 16,5 7-10-16,-6-2-7 0,0 2-11 0,-3 2-11 15,-4-1-8-15,0 2-11 0,-3-2-7 0,-1 3-20 16,-2-2-36-16,-3 0-25 0,-3-1-58 16,5-9-37-16,-2 3-45 0,-4 2-127 0,4-5-304 0,0-2 135 15</inkml:trace>
  <inkml:trace contextRef="#ctx0" brushRef="#br0" timeOffset="181517.02">9375 14083 208 0,'1'-6'214'0,"-1"6"-17"15,7-2 0-15,-7 2 13 0,0 0 5 0,15 16-18 16,-9 1-18-16,4 6-11 0,-3 5-9 0,-3 2-13 15,1 0-13-15,-2 0-14 0,-1 3-9 0,-2-3-13 16,1-2-1-16,3 1-17 0,0-4-7 16,0 2-4-16,0-8-11 0,1-2-5 0,2-2-2 0,0-5-7 15,-1-1-3-15,2 2-4 0,1-2-2 0,2-3-8 16,1 0-2-16,-1-3-8 0,2-3-3 0,0-3-2 16,0-1-8-16,1 0-3 0,0-4-4 0,-3 1-1 15,2-7-6-15,0 1 1 0,-2-1 0 0,0-1 1 16,0-3-3-16,-3 0 2 0,-1 0-2 0,1 1 2 15,-5 5 2-15,-1 1 6 0,-1 1 5 0,-1 2 5 16,0 8 0-16,-1-14 0 0,1 14 1 0,-4-3 1 16,4 3 2-16,0 0-2 0,0 0 4 0,-18 21 1 15,12-10 0-15,1 5-6 0,1 0 1 0,2-1 0 16,0 2 1-16,6-1-11 0,1 1-14 16,2-7-19-16,4 2-27 0,3-1-26 0,3 1-26 0,3-7-26 15,7 1-26-15,2-2-28 0,5-3-6 0,-2 1-9 16,0-2-146-16,-2-2-381 0,2-1 168 0</inkml:trace>
  <inkml:trace contextRef="#ctx0" brushRef="#br0" timeOffset="182054.87">10158 14422 40 0,'12'-13'44'0,"1"1"10"0,-6-3 4 15,0-1 12-15,-3 1 9 0,-1 0 11 0,0-1 17 16,1 0 16-16,-2 4 15 0,-2 2 15 0,1 1 8 0,-1 2 0 16,0 7-8-16,2-8-9 0,-2 8-6 0,0 0 4 15,0 0 8-15,0 0-5 0,0 0-7 0,1 31-9 16,-1-18-13-16,1 3-7 0,1 2-13 15,0 0-7-15,1-2-10 0,3 0-3 0,2-3-7 16,1 2-6-16,0-6-8 0,2 2-3 0,2-4-9 16,2-1 1-16,5-1-3 0,-1-1-2 0,0-2-6 15,0-4-2-15,0 0-3 0,-5-2-4 0,-2 1 5 16,-1-3-11-16,-2 0-14 0,0-2 8 0,-4-1-11 16,0-1-10-16,-3 0-2 0,-2 0-5 0,-4-5-5 15,-2-1 4-15,-2 2-19 0,-4-3 9 0,-2-7-3 16,1 8 3-16,-2-4 1 0,2 4 2 0,-1 3 5 15,1 1 7-15,4 4 4 0,1 2 8 0,0 0-4 0,3 2 1 16,0-1-2-16,5 5-5 0,0 0 4 0,0 0 3 16,0 0-4-16,0 0 6 0,0 0 0 15,0 0 3-15,21 20-4 0,-3-15-3 0,4-4 7 16,6 0-4-16,1-3-3 0,3-1 2 0,2-3-6 16,-2-1 3-16,-2 3 1 0,2-4 0 0,-11 1 4 15,2-6 1-15,-5 6-2 0,-4-5 3 0,-2 2-1 0,-1-3 2 16,-5 5 4-16,-1-4 6 0,0 0 2 15,-2-1-1-15,-2 2 11 0,-1-2 2 0,-1-2-1 16,-2 4 1-16,1 0 5 0,2 11 6 0,-7-14 5 16,7 14-3-16,-3-9-9 0,3 9-3 0,0 0 4 15,0 0 9-15,0 0 8 0,-12 35 1 0,8-6 1 16,0 4 8-16,-3 13-4 0,2 1 1 0,-2 1-1 0,2 2-2 16,-1 4-3-16,-3 0-12 0,2 0 5 0,0-2 0 15,2 0-18-15,-3 0 4 0,2-3-3 16,0 1 7-16,4-2-9 0,-3 1-14 0,3-16-21 15,1 0-39-15,0-4-32 0,0 2-44 0,2-4-40 16,-4-11-53-16,2-1-68 0,1-4-282 0,-5-2-616 16,5-9 274-16</inkml:trace>
  <inkml:trace contextRef="#ctx0" brushRef="#br0" timeOffset="182235.65">10636 14560 2682 0,'-1'-10'80'0,"-1"1"-27"0,2 9-25 16,-6-11-19-16,6 4-5 0,0 7-5 0,-1-10 2 16,1 10 0-16,0 0 1 0,5-11-3 0,5 6-1 15,2-3-21-15,7 0-25 0,8-4-23 0,1 2-38 16,10 1-18-16,16-6-4 0,11 3-24 0,25-6-30 16,-27 7-150-16,4 2-362 0,29-3 160 0</inkml:trace>
  <inkml:trace contextRef="#ctx0" brushRef="#br0" timeOffset="188388.7">12755 14650 53 0,'0'0'169'0,"0"0"6"0,0 0 9 15,0 0-4-15,0 0-9 0,0 0-14 0,-6-10-11 16,6 10-10-16,0 0-12 0,5-19-7 0,-1 7-7 15,2-4-8-15,0 0-5 0,2-1-9 0,3-9-8 16,1 4-7-16,-3-2-8 0,-1 2 0 0,-1 3-9 16,-4 0-2-16,6-5-7 0,-7 5-1 0,0-6-6 15,-2 5-5-15,-2-5-3 0,-2 6-3 0,-1 0-6 16,0 2 1-16,-2 1-3 0,3 4-6 0,-2 1 0 16,-1 2-4-16,3-1 2 0,-2 4 1 0,0 2-5 15,2-2 1-15,-3 3-4 0,7 3 0 0,-10-2-3 16,-1 3-2-16,11-1 2 0,-8 6-2 0,3-1-1 15,1 0-2-15,4-5-2 0,0 13 2 0,0-13-5 16,4 13 0-16,5-6-5 0,0 1 1 0,3-2 1 16,5 0-2-16,2 0-4 0,3-3 7 0,6-1-3 15,0 0 1-15,3 0-1 0,-11-2-2 0,3 1 1 16,-3 1-1-16,0-1-5 0,-7 2 1 0,1 0 4 16,-1 1 0-16,-3 2 0 0,1 0 3 0,-4 0-1 15,4 4 1-15,-4 0 0 0,0 3 5 0,-3-1 1 16,2-1 0-16,-2 4-4 0,0 0 7 0,0 0-2 15,0 0-5-15,-1-2 4 0,-1-1 2 0,2-1 1 16,0-2-2-16,2 1 4 0,-2 0-2 0,1-3-6 16,1-2 2-16,1 1 3 0,4-1 4 0,0-2-2 15,0-1-4-15,3-2 0 0,2-3-4 0,2-2 5 16,-1-4-4-16,2-2-2 0,-1 1-1 0,-1 1 0 16,-2-3 3-16,0 1-1 0,-1-1 1 0,-6 1 0 15,1-4 0-15,-2 1-12 0,-2 2 9 0,1 0-1 16,-5-4 2-16,-2 1 1 0,1 3 0 0,0-1-1 15,-6 3 0-15,1 1 2 0,0-1-1 0,-1 2 5 16,1 4 4-16,-1-1-1 0,6 5-1 0,-12-1-2 16,12 1-6-16,-17 10 7 0,9-2 1 0,-1 2 0 15,-1 3 0-15,1 5 0 0,1-1 3 0,0-1-5 16,5 3-3-16,1-4 5 0,2 1 2 0,2 1 1 16,1-4 0-16,5-3-2 0,2 4 2 0,3-2-6 15,3-5 6-15,0 2-5 0,13-1 7 0,-7-5-3 16,6-3 3-16,-1-4-1 0,1 0 0 0,1-2 0 15,0-1 0-15,0-2-2 0,-1-4 0 16,-3 2-1-16,0-2 3 0,-8 2 3 0,-3-1-4 0,1 0 0 16,1 0 0-16,-5-1 2 0,-2 0 0 0,-1-3-1 15,0 1 0-15,-6 4 1 0,0-1 2 0,-2 2 5 16,-2 0 4-16,0 1 4 0,0 5 0 0,-2-3 5 16,-3 2 1-16,0 1-6 0,7 4-3 0,-16-1 3 15,4 5-7-15,0 1-1 0,1 3 1 16,-1-1-3-16,1 6-1 0,-3-1-2 0,3-1 2 0,0 2-4 15,4 2 1-15,0-5 1 0,3 2 0 0,4-1-11 16,0-1 1-16,0-1-9 0,2 0 0 0,2-2-5 16,2 1 5-16,0-3-5 0,3 3 1 0,-3-4 0 15,1 2 2-15,0-3-1 0,2 1 3 16,-2 0 5-16,-7-4-2 0,11 3 0 0,-11-3 4 16,7 4-4-16,-3-2 8 0,-4-2-8 0,7 4-5 0,-3 1 8 15,-2 1 1-15,-2-6 3 0,12 24-1 0,-8-14 1 16,-1 6 1-16,3 0 1 0,-2 3-1 0,-3 5 5 15,1-5 2-15,3 7 2 0,-5-7-10 0,4 2 7 16,-3 3 3-16,1-4 7 0,-2 5 2 0,-2-6-2 16,-1 7-1-16,-6-7 7 0,4 4-7 15,-4 1-1-15,-4-1 4 0,1 0-7 0,-3-2 3 0,-3 1-5 16,7-7 4-16,-3-1-3 0,1-4-7 0,-3 5-13 16,1-6-19-16,8-2-19 0,-3 1-27 0,2-3-17 15,8-5-26-15,-9 6-16 0,2-4-30 0,7-2-107 16,0 0-296-16,0 0 132 0</inkml:trace>
  <inkml:trace contextRef="#ctx0" brushRef="#br0" timeOffset="188760.75">13848 14394 25 0,'4'-9'208'15,"-2"3"-21"-15,1 0-19 0,-3 6-7 0,0 0-1 0,0 0-2 16,0 0-6-16,0 0-16 0,0 0-10 15,4 25-11-15,-6-12-9 0,2 2-13 0,2 0-8 0,2 1-8 16,2 0-5-16,0-3-9 0,3 3-6 16,2-1-5-16,1-2-2 0,3-2-7 0,1-2 2 15,1-2-5-15,2-1-6 0,0-2-4 0,0-3-1 16,-1-1-2-16,1-1-3 0,-5-3 1 0,-3 0-3 16,0-2-2-16,1-2-4 0,-3 0 3 0,-2-2-3 15,0-2-2-15,0-3 0 0,-1-1 6 0,1-2-9 0,-3-1 0 16,-2 2-4-16,3-2 3 0,-4 1 1 0,1 1-2 15,-1 7 13-15,-1 0 6 0,1 1 12 0,-1 9-6 16,-1-13-6-16,1 13-4 0,0-7-6 16,0 7-1-16,0 0-3 0,0 0 0 0,0 0-1 15,0 0-1-15,-3 35 2 0,3-20-2 0,-1 3-1 16,1 2-5-16,0-3-1 0,0 1-7 0,4-1-13 0,-3 1-12 16,7-3-13-16,-3 2-31 0,-1 0-29 15,2-7-42-15,2 0-41 0,-1-1-27 0,-1 0-169 16,-6-9-410-16,14 12 182 0</inkml:trace>
  <inkml:trace contextRef="#ctx0" brushRef="#br0" timeOffset="188976.87">14359 14134 48 0,'3'-9'218'0,"-3"9"-25"0,-3-11-16 16,3 11-5-16,0 0 4 0,0 0-6 0,0 0-7 15,5 26-8-15,-3-2-8 0,3 2-15 0,-10 2-12 16,8 1-9-16,1-1-4 0,-4 2-20 0,0 1-8 16,1-1-8-16,2-3-10 0,-2-1-19 0,3 2-19 15,0-4-27-15,-2-4-40 0,1 4-29 0,1-5-38 16,2-3-32-16,-3-5-36 0,0 5-138 0,1-6-342 16,0 2 151-16</inkml:trace>
  <inkml:trace contextRef="#ctx0" brushRef="#br0" timeOffset="189323.95">14631 14362 76 0,'-9'-1'197'0,"-4"1"-6"0,3 3 0 16,-5 6-8-16,-3 2-13 0,2-1-13 0,-1 10-16 16,-2 0-12-16,4 0-12 0,3-5-11 15,1 4-10-15,2 4-4 0,7-4-17 0,-2-5-9 0,1 3-5 16,6-3 1-16,3-3-13 0,-1-2 1 0,5 0-13 15,1-4-3-15,2 1-3 0,0-4-3 0,3-2-3 16,2-5-5-16,-1 2-2 0,0-2-5 0,-5 0 4 16,3-5-4-16,0 1 0 0,-4-3-2 0,3 0 3 15,-3-3-6-15,3 1 4 0,-3-4-4 16,0 3 1-16,0 0-4 0,-4 2-1 0,2-1 5 16,-5 5 6-16,2 1 2 0,-3 3-1 0,0-2-4 0,-3 7 3 15,5-6-10-15,-5 6 4 0,0 0-1 0,0 0 3 16,8 15-3-16,-6-6 1 0,-2 4-5 0,3-1 1 15,-1 6-3-15,2 0 7 0,-3 1-5 0,3 0-8 16,0-1-21-16,-2 1-13 0,1-3-29 0,-1-4-38 16,2 1-42-16,0-1-34 0,-1-2-25 15,-1 0-113-15,-2-10-347 0,5 11 154 0</inkml:trace>
  <inkml:trace contextRef="#ctx0" brushRef="#br0" timeOffset="189548.81">14882 14089 47 0,'1'-10'220'0,"-1"3"-25"0,0 7-13 0,0 0 0 0,0 0-3 16,0 0 4-16,14 22-19 0,-10-5-9 0,2 11-10 16,-1 0-13-16,-1 3-11 0,0 0-10 0,1 1-12 15,0-1-9-15,-1 2-10 0,-1-2-7 16,3-2-4-16,-3 0-17 0,1-2-22 0,3-2-37 15,-6 4-33-15,-1-9-37 0,1-1-51 0,-1 0-33 16,-1-3-41-16,-4 1-114 0,1-1-342 0,-1-5 152 0</inkml:trace>
  <inkml:trace contextRef="#ctx0" brushRef="#br0" timeOffset="189712.53">14907 14286 49 0,'12'-6'122'0,"0"3"-19"16,6 2-23-16,1 1-21 0,2 3-28 0,-4 4-28 15,0 2-20-15,-1 1-22 0,-4 3-27 0,0 3-70 16,-3 0 31-16</inkml:trace>
  <inkml:trace contextRef="#ctx0" brushRef="#br0" timeOffset="189968.67">15126 14545 45 0,'0'0'132'16,"0"0"-4"-16,0 0-6 0,0 0 7 0,28-15-14 16,-13 7-5-16,-1-2-2 0,3 0-3 0,5-7-6 15,-6 4-10-15,3-5-2 0,-1 7-14 0,-5-2-8 16,4-1 1-16,-6 1-11 0,1-1-2 0,-1-2-5 16,-4 6 0-16,-2 0 6 0,-2-2-3 0,-2 5-3 15,-1 0-2-15,0 7 3 0,-6-9-9 0,1 6 5 16,-5 0 2-16,0 4-1 0,-3 2 5 0,-4 2-9 15,-1 4 0-15,1 2-7 0,-4 5-2 0,7-1 3 16,3-2-10-16,-2 2-5 0,3 3-2 0,3-2 2 16,3-2-12-16,0 4-15 0,8-3-29 0,1-5-23 15,3 1-28-15,4-5-38 0,6 1-26 0,2 1-31 16,0-3-119-16,7-3-325 0,0-1 144 0</inkml:trace>
  <inkml:trace contextRef="#ctx0" brushRef="#br0" timeOffset="190369.26">15699 14354 28 0,'0'0'198'0,"-10"-14"-2"16,3 6 3-16,-1 3-1 0,-1 1-4 0,-1 2-11 15,-2 2-13-15,-2 2-11 0,-2 6-9 0,0 0-18 16,1 2-9-16,-2 1-14 0,5 1-12 0,0 2-6 16,-1-1-10-16,4 3-7 0,3-1-9 0,2 2-6 15,3-5-7-15,1 0-8 0,4-1-2 0,1 0-9 16,1-2-4-16,4-2-10 0,3-1-7 15,5-3-6-15,0 1-2 0,4-4-6 0,-4-4-1 0,3 1-3 16,-2-3-3-16,-1-1-4 0,0-2 6 0,-1 0-6 16,-2-3 3-16,1-2 0 0,-1-1-2 0,-1-6 7 15,-4 4-3-15,2-6 0 0,-3-2-2 0,1 2 5 16,-4-3-2-16,1 0 3 0,-5-3-4 16,3-1 5-16,-1 0 9 0,-3 1 2 0,-1 1 14 15,-1 1 7-15,1 3 26 0,0 5 16 0,-1 3 8 0,1 3 12 16,0 3 12-16,0 10-6 0,0-12-5 0,0 12-13 15,-3-10-8-15,3 10-1 0,0 0-3 0,0 0 10 16,0 0-10-16,-6 39-7 0,3-20-4 16,1 7-4-16,-3 0-6 0,1 0-6 0,1 3 2 0,3-4-11 15,0-1 0-15,0 2-14 0,4-5-26 16,-3 3-29-16,3 2-34 0,-4-8-41 0,1 2-44 0,3 5-36 16,-1-6-42-16,-1-1-61 0,0 0-196 0,2-2-533 15,1 3 236-15</inkml:trace>
  <inkml:trace contextRef="#ctx0" brushRef="#br0" timeOffset="190765.51">17100 13976 182 0,'0'-13'217'16,"0"7"-15"-16,2-2-26 0,-2 8-18 0,0 0-17 0,0 0-4 15,0 0 12-15,0 0 2 0,3 35 1 16,-4-4-1-16,-1 5 1 0,-5 17-20 0,1-3-6 16,-1 3-13-16,0-2-6 0,0-6-11 0,3 2 3 15,-1-12-19-15,3 12-11 0,-6-13-4 0,7-2-6 16,-2 0-5-16,6-2-4 0,-3 1-12 0,2 0-15 16,0-6-26-16,-2-4-29 0,0-2-28 0,0-1-19 15,-2 2-28-15,1-4-38 0,0-5-39 0,-2-1-35 16,3-3-156-16,-4-1-407 0,4-6 180 0</inkml:trace>
  <inkml:trace contextRef="#ctx0" brushRef="#br0" timeOffset="190985.09">17043 14253 132 0,'11'-8'162'0,"2"6"-8"16,1-1-6-16,-2 2-14 0,0 3-5 0,0 2-8 15,-1 4-6-15,3 3-9 0,-5-2-6 0,0 6-6 16,-2 0-11-16,-2 3-2 0,-3 1-13 0,-2 0-9 16,-2-2-2-16,-6 0-6 0,2 2-4 0,-1-1-5 15,-7 2-10-15,4-1-22 0,-2-2-24 0,0-3-39 16,-1-2-34-16,-1 0-15 0,4-6-14 0,-1 1-29 16,0 0-90-16,-4 1-254 0,6-6 112 0</inkml:trace>
  <inkml:trace contextRef="#ctx0" brushRef="#br0" timeOffset="191242.8">17268 14418 90 0,'0'0'174'0,"9"5"-1"0,-4-2-5 0,0-1-9 16,2 0-3-16,1 2-9 0,1-2-5 0,1 2-10 15,2-3-6-15,1 1-5 0,4-2-10 0,-4-2-7 16,2 1-8-16,0 1-5 0,-3-5-9 0,4 0 1 15,-5 2-13-15,1-2-3 0,-3-1-6 0,0 2-1 16,-4-3-2-16,0-1-7 0,-3 1-9 0,-2 7 1 16,-6-17-9-16,0 8-1 0,-2 1-9 0,-2-1-11 15,-2 2-12-15,-3 1-6 0,-2-1-16 0,5 3-23 16,-8-1-19-16,6 5-27 0,-2-1-20 0,3 1-34 16,1 1-23-16,5-1-15 0,7 0-133 0,-13 5-341 15,9-3 152-15</inkml:trace>
  <inkml:trace contextRef="#ctx0" brushRef="#br0" timeOffset="191685.16">17659 14225 118 0,'6'-3'184'0,"-6"3"-9"0,9-3-10 16,-9 3-1-16,0 0-8 0,0 0 8 0,8 7 3 16,-8-7-12-16,0 10-4 0,0-10-8 0,-4 13-12 15,4-2-10-15,-1-2-11 0,-1 2-12 0,1 0 0 16,1 1-11-16,1 1-7 0,2-3-8 0,-1 1 3 15,1-1-18-15,2-1-6 0,-2-3-1 0,3 1-5 16,2 0-2-16,-2-1-6 0,3 1-3 0,-1-4-2 16,-2-2-3-16,6-1-2 0,0 0-5 0,-1-2-6 15,0-1-5-15,2-1-2 0,-4-3-2 16,1 3-4-16,0-3-8 0,-2 2-8 0,0-2-3 0,-2 0-2 16,3 3-3-16,-4 0 1 0,-1-1 1 0,-4 5 0 15,6-4-9-15,-6 4 5 0,8-2 0 0,-8 2 0 16,0 0 4-16,6 11 0 0,-6-11 2 0,4 11 4 15,-3-4 0-15,1 0 2 0,2 2 3 0,-2 0 4 16,2 0-1-16,0-2-6 0,1 0 0 0,1 0 3 16,1-2 2-16,-1-3 0 0,2 2 1 0,3-2 4 15,-1-1 1-15,1-2 3 0,4-2 0 0,-5-1 6 16,2 1 8-16,-2-1-1 0,-1-3 1 0,1-2 3 16,-2 3-1-16,-2-3 2 0,1-1-2 0,-2 0-4 15,0-1-2-15,-3 1-4 0,0-4-19 0,-1 2-14 16,-2-3-27-16,-1 3-18 0,0-1-9 0,-2 2-28 15,3 2-18-15,0 1-25 0,-1 0-13 0,2 8-16 16,-2-7 0-16,2 7 8 0,0 0 12 0,0 0-80 16,0 0-257-16,0 0 113 0</inkml:trace>
  <inkml:trace contextRef="#ctx0" brushRef="#br0" timeOffset="192156.58">18261 14400 171 0,'6'-2'175'0,"-1"-3"2"0,0 1-1 15,4-3-8-15,-4 0-6 0,-1-2-16 0,0 4-7 16,-3-5-9-16,3 2-5 0,-4-1-8 0,-1-2-8 16,1 3-8-16,0-2-3 0,-1 0-6 15,-2 1-5-15,0 2-5 0,1-2-8 0,2 9 2 0,-8-10-8 16,4 4-1-16,-2 3-6 0,6 3-10 0,-14 0 11 16,4 3-17-16,-2 2 0 0,-1 3-2 0,-2 4 3 15,2 1-8-15,-1 2 2 0,4-1-4 16,1 4-2-16,0-3-3 0,0 3-3 0,5-1-3 15,0-1-5-15,4 0-1 0,2-1 3 0,3-3-4 0,1 5-4 16,4-5 3-16,2 1 1 0,2-4-5 0,1-1 1 16,3-3 0-16,2 0 0 0,0-3-2 0,2-2-1 15,-3 0 1-15,3-2-2 0,-2-2-5 16,-1-1 0-16,0-4 2 0,0 1-1 0,-1-2-1 0,0-2 4 16,-4 1-4-16,-1-2 1 0,-1 0-1 0,-2-2-1 15,0 1-2-15,-5 0 1 0,2-2 1 0,-2 0-5 16,0-1 1-16,-1 2-2 0,-3-1 4 0,1 3-2 15,0 1 2-15,-1 0-1 0,0 4 4 0,0 1-1 16,1 0-2-16,-2 7 2 0,0-11-3 0,0 11-1 16,1-7-3-16,-1 7 1 0,0 0 5 15,0 0 1-15,0 0 12 0,17 12 2 0,-12-5 4 0,0 3 0 16,-1-1 1-16,0 5 0 0,-1-2-7 0,4 3 6 16,-3 0-5-16,2 0 1 0,-5 1 0 0,1 0 9 15,0 1-17-15,2-4-18 0,-1-1-28 16,-1 3-29-16,-1-4-47 0,2-2-50 0,0 3-51 0,0-5-35 15,2 1-227-15,-2 1-514 0,2-1 227 0</inkml:trace>
  <inkml:trace contextRef="#ctx0" brushRef="#br0" timeOffset="192610.74">19802 14696 238 0,'-4'-5'237'0,"0"-6"-14"0,0-1-6 0,4 0-16 16,2-7-21-16,1 3-14 0,4-3-12 0,2-8-13 15,2 0-15-15,2 1-10 0,2-1-12 16,0 1-6-16,1 0-10 0,1-2-4 0,-2 2-8 0,2-1-5 15,-2-1-7-15,-1-2-6 0,0 5 0 16,-4-3-7-16,-1 4 0 0,-5 6-14 0,0 2-3 16,-3 0-2-16,-1 5-9 0,-2 0-1 0,-5 4-2 0,2 3-4 15,-3 1-7-15,8 3 3 0,-20 4-7 16,7 1 4-16,-1 4-3 0,-1 5 1 0,-3 7-2 0,1 1-2 16,3 1-2-16,4 0 1 0,2 3-2 15,5-6-2-15,4 6 2 0,4-3-8 0,-1-4 1 16,2-1 7-16,6 6-7 0,4-2 4 0,-3-8-4 0,1 1 3 15,4 2 1-15,1 2 1 0,-6-6-2 0,1-1 0 16,-1-1 3-16,-7 0-4 0,3-2 4 0,-5-1-2 16,-1 3 0-16,-2-5 1 0,-1 4-10 15,-1-2-14-15,1-8-14 0,-12 14-18 0,2-6-28 16,-3 0-26-16,-5-1-30 0,3-1-16 0,-2 0-19 16,3-5-32-16,1 2-118 0,-1-2-353 0,4-1 156 15</inkml:trace>
  <inkml:trace contextRef="#ctx0" brushRef="#br0" timeOffset="193221.9">20105 14382 10 0,'5'-5'224'0,"-3"0"-11"0,-2 5-19 0,6-6-19 16,-6 6 0-16,0 0 5 0,0 0 6 0,11 11-11 15,-11 0-9-15,0-1-12 0,0 1-11 0,0 6-11 16,-1-2-4-16,-3 3-12 0,3-2-8 0,-1 0-11 15,4-5-10-15,-2 6-5 0,2-5-12 0,2-2-5 16,-1 2-6-16,2-4-4 0,0-2-4 0,1 0-5 0,1 0-4 16,1-5-2-16,0 0-1 0,3-2-5 0,0-3-4 15,-1-1 2-15,-1 0-9 0,3-3 0 16,-5-2-1-16,2 1-3 0,-1-2-3 0,-1-4 1 16,-1 0-2-16,-1-2-5 0,-1-1-7 0,-2 2-2 15,2-1-4-15,1 2 2 0,-4 3 2 0,1 1-1 16,-2 1-4-16,0 3 3 0,0 7-2 0,1-12-3 15,-1 12-5-15,0 0 3 0,0 0-1 0,0 0 4 16,0 0 2-16,0 0 6 0,0 0-6 0,-11 28-1 16,9-17 0-16,2 2-2 0,2-2 8 0,-1 0-3 15,3 0 1-15,2 0 1 0,0-1 2 0,2 2-2 16,2-2 2-16,2-2-1 0,-2-2 3 0,9-2-1 16,-1-1 4-16,4-4-4 0,-2-1 3 0,1 1-6 15,-2-5 1-15,0-1-1 0,-2-3 5 0,-1 1-2 16,-3-2 2-16,1-2-3 0,-5 0-1 0,0-4 2 15,-3 2-2-15,2-4-2 0,-4 0 0 0,1-7 4 16,-5 1-2-16,1-2 2 0,-1 0-2 0,2 0 0 16,-1 1-2-16,-1-3-1 0,1 13 1 0,-1-2 4 0,0 5-4 15,0 0 20-15,-1 5 5 0,1 1-11 16,0 7-4-16,0-14-1 0,0 14-3 0,0 0-3 16,0 0 8-16,0 0 12 0,5 27 8 0,-5-8 3 15,3 8-1-15,-6 2 5 0,3 2 11 0,-3 2-6 0,1-1-3 16,-1 2-1-16,1 1-7 0,-2-3-4 0,2 3 0 15,-1 10 0-15,-1-12-5 0,1 1-5 16,2-4 2-16,0 3 3 0,-2-5-9 0,2-1 0 16,0-1-12-16,-2 0-32 0,2-7-26 0,0-2-36 15,-2 0-23-15,0-2-37 0,1-2-41 0,-1-1-43 16,1-3-49-16,-5 1-211 0,6-6-538 0,-4 1 238 0</inkml:trace>
  <inkml:trace contextRef="#ctx0" brushRef="#br0" timeOffset="193456.7">20716 14299 166 0,'15'-5'191'16,"-2"1"-7"-16,-2 4-13 0,2 0-3 0,0 1-15 15,-2 3-9-15,0 3-12 0,-3 2-13 0,0-2-11 16,-1 5-11-16,-2-2-10 0,-3 3-6 0,2-2-8 15,-4 7-5-15,-4-3-9 0,-2 2-5 0,-1 3-3 16,-2-6-5-16,-2 3-8 0,-2-3-16 0,-2 2-19 16,-2 2-31-16,1-7-36 0,2-1-39 0,-3-1-36 15,4 0-39-15,-1-1-107 0,1-3-307 0,3-3 137 16</inkml:trace>
  <inkml:trace contextRef="#ctx0" brushRef="#br0" timeOffset="193710.95">20952 14122 118 0,'3'-5'233'0,"0"0"-19"0,-3 5-16 0,0 0 10 16,0 0 33-16,0 0-6 0,4 22-10 0,-6-6-9 16,-2 4-16-16,-2 5-11 0,2 3-5 0,0-1-21 15,0 2-14-15,1-3-8 0,0 1-13 0,-4 1-14 16,4-2-12-16,-1 2-13 0,0-5-1 0,2 5-11 15,0-3-8-15,1-7-5 0,1 2-8 0,0 5-13 16,0-6-19-16,-2-7-31 0,2 4-27 0,-1-3-36 16,0-1-24-16,-1-1-34 0,1 0-34 0,0-4-46 15,1-7-28-15,-3 12-28 0,0-8-164 0,3-4-463 16,-8 5 205-16</inkml:trace>
  <inkml:trace contextRef="#ctx0" brushRef="#br0" timeOffset="193927.45">20998 14321 165 0,'9'-3'186'0,"4"3"-6"15,-4 0-2-15,1 4 4 0,-2 0-13 0,1 4-5 16,-4-1-12-16,0 3-9 0,-1 1-11 0,-4 0-12 16,0 7-6-16,-5-2-8 0,-1 0-7 0,-1 0-12 15,-6-1-3-15,-2 4-11 0,-6 1-4 0,7-5-9 16,-8 1-6-16,3 1-19 0,3-2-23 0,-2-5-28 15,4 0-34-15,-3-4-32 0,5-1-51 0,2 1-33 16,1-5-43-16,-1 3-109 0,10-4-345 0,0 0 152 16</inkml:trace>
  <inkml:trace contextRef="#ctx0" brushRef="#br0" timeOffset="194156.81">21203 14082 11 0,'2'-9'259'0,"-1"2"-19"16,-1 7-11-16,3-9-9 0,-3 9-3 0,0 0 4 16,0 0-5-16,0 0-5 0,0 0 0 0,5 33-4 15,-6-16-22-15,1 1-12 0,0 1-17 0,-3 0-15 16,1 6-10-16,0-5-11 0,1-1-16 0,-3 2-9 16,3 3-10-16,-1-5-9 0,-1 7-12 0,2-9-24 15,-1-1-31-15,1 0-41 0,1-5-39 0,-2 2-34 16,-1-3-39-16,2 3-44 0,1-13-37 0,1 19-32 15,0-14-177-15,-1-5-469 0,5 13 208 0</inkml:trace>
  <inkml:trace contextRef="#ctx0" brushRef="#br0" timeOffset="194634.83">21351 14362 30 0,'0'0'190'0,"0"0"-9"0,6-1-11 0,-6 1-8 16,0 0 4-16,0 0-8 0,0 0-8 0,7 12-9 0,-5-8-11 15,5 1-9-15,-2 1-9 0,4-2-10 0,2-1-8 16,1 2-8-16,-1-1-2 0,1-3-3 0,-3 2-1 16,2 0 0-16,-3-3 3 0,-8 0 1 15,13 1-4-15,-13-1 3 0,11-4-6 0,-11 4-2 16,8-4-10-16,-8 4 1 0,7-5-4 0,-7 5 6 0,6-4-10 16,-6 4-4-16,0 0-8 0,0 0-6 0,0 0-10 15,0 0-3-15,0 0 2 0,0 0 2 16,-2 20-3-16,-2-7 8 0,-2 6 1 0,-1-1 7 15,-3 7 1-15,1 3 3 0,3-1 4 0,-2 4 10 16,-2-2-8-16,4 3 7 0,-2 3-2 0,5 0-9 16,0-1 3-16,1 2 1 0,1 10-8 0,1-1 1 0,1-11-5 15,-1 1-2-15,3 0 7 0,-4-2-22 0,1-1-6 16,1-3-1-16,-2 3 7 0,-3-5-7 16,-1-2 5-16,1-5-5 0,-1-4-5 0,-2 0 5 15,-2-1 1-15,1-6-3 0,-5 2-1 0,0-7-7 16,0 2-1-16,-2-3 0 0,-4-3 2 0,-2-5-3 15,2 0-1-15,-1-2 3 0,-6-9-2 0,4-1-4 0,0-2 0 16,5-2-2-16,0-2-5 0,4-2 6 0,7-2-8 16,2-1 7-16,4-2-4 0,5-2-3 0,5-1-6 15,12-11-2-15,-3 14-4 0,3 0-6 16,14-10-6-16,2 5-20 0,3 1-14 0,6-1-16 0,1 4-21 16,1 1-27-16,1 3-28 0,0 3-36 0,-1 2-43 15,-2-2-30-15,-2 0-24 0,-11 9-190 0,-1 2-518 16,2-2 230-16</inkml:trace>
  <inkml:trace contextRef="#ctx0" brushRef="#br0" timeOffset="194778.51">22141 14434 51 0,'7'0'262'0,"-7"0"-21"15,13 0-23-15,-13 0-15 0,6 3 12 16,-6-3 9-16,2 7-3 0,-2-7-4 0,0 0-22 16,0 0-23-16,0 0-11 0,0 0-15 0,-15 6-26 15,15-6-41-15,0 0-48 0,0 0-65 0,0 0-81 16,-4 4-117-16,4-4-165 0,0 0-428 0,0 0 190 15</inkml:trace>
  <inkml:trace contextRef="#ctx0" brushRef="#br0" timeOffset="199676.77">2287 15521 56 0,'0'-6'157'0,"0"6"0"0,0 0-3 0,0-10 0 15,0 10-5-15,0 0-8 0,0 0-16 0,3-7-7 16,-3 7-12-16,0 0-15 0,0 0-8 0,0 0-8 15,0 0-11-15,0 0-5 0,0 0-1 0,0 0 0 16,0 0 1-16,0 0-9 0,0 0 8 0,15 23 6 16,-10-13-7-16,2 2 1 0,0 5-3 0,1 0-6 15,2 5-1-15,5 2-3 0,-2 1 4 0,1-1-6 16,2-3-3-16,-4 3-6 0,2-3-2 0,-1 1 2 16,0-6-3-16,-3 1-8 0,3-2 1 0,-2-1-4 15,1 2 1-15,2-2-4 0,-2-3 4 0,-2 2-7 16,1-4-3-16,-2 0-12 0,-1-1-29 15,1 2-26-15,-2-2-29 0,-3-2-19 0,4-1-38 0,-8-5-24 16,8 7-22-16,-8-7-144 0,5 6-360 0,-5-6 160 16</inkml:trace>
  <inkml:trace contextRef="#ctx0" brushRef="#br0" timeOffset="199909.87">2559 15468 72 0,'0'0'175'0,"0"0"-18"0,0-10-13 16,0 10-12-16,0 0-4 0,0 0 22 0,0 0-12 15,-6 35-1-15,-2-11-6 0,-1 6-13 0,-3-2-9 16,-4 2-8-16,-3 13-4 0,4-14-10 0,-1 5-5 16,-1-2-10-16,-3-4-8 0,1 3-6 0,1-2-5 15,2-1-5-15,-1-1-6 0,0 2-17 0,0-7-26 16,0-1-21-16,0 1-40 0,2 0-38 0,4-11-52 15,2-2-44-15,-3 2-103 0,2-5-321 0,2-4 142 16</inkml:trace>
  <inkml:trace contextRef="#ctx0" brushRef="#br0" timeOffset="200105.02">2107 15790 157 0,'0'0'152'0,"36"0"-7"0,-14-2-15 0,16-2-8 15,13 0-9-15,3-4-15 0,3 0-20 0,2 0-38 16,-2-1-34-16,2 0-41 0,-1 2-35 0,-2 1-86 16,-20 1-169-16,3 2 74 0</inkml:trace>
  <inkml:trace contextRef="#ctx0" brushRef="#br0" timeOffset="200272.42">2987 15767 177 0,'0'0'210'0,"0"0"-8"0,0 0-17 16,0 0-13-16,8 3-20 0,-8-3-20 0,0 0-26 15,0 0-21-15,0 0-33 0,0 0-34 0,0 0-45 16,0 0-55-16,17 0-149 0,-17 0-250 0,0 0 112 15</inkml:trace>
  <inkml:trace contextRef="#ctx0" brushRef="#br0" timeOffset="200784.92">4199 15367 248 0,'3'-6'233'0,"-3"6"-22"0,3-9-20 0,-3 9-21 0,0 0-20 16,0 0-10-16,0 0-14 0,-23 10-13 16,9 1-9-16,-5 7-9 0,-4 3-9 0,2-2-9 15,1 5-6-15,2 0-9 0,3-4-5 0,4-2-11 16,3-1-3-16,0 0-6 0,4 1-5 0,3-2 1 15,5 2-5-15,1 0 3 0,1-2-8 0,11 5-3 16,-4-6 2-16,11 4-4 0,2-5-2 0,-2 1 1 16,3-2-2-16,0 1-25 0,-3-1-4 0,-5-3 7 15,-4 0-3-15,-4-1-4 0,1 1 5 0,-3-1-1 16,-1-1-2-16,0 0 2 0,-5-3 1 0,0 1 8 16,-3-1-1-16,0-5-5 0,-5 13 8 0,-6-6-1 15,-4 1-3-15,-2-1-7 0,-3-3-13 0,-7 4-17 16,-3-6-24-16,-1 2-28 0,-1-2-25 0,-2-2-40 15,3-2-30-15,-1-1-98 0,10-2-309 0,-3-2 137 16</inkml:trace>
  <inkml:trace contextRef="#ctx0" brushRef="#br0" timeOffset="201403.27">4329 15608 1780 0,'16'-3'55'0,"-2"0"-33"16,-4 0-23-16,-4 2-11 0,2 1 7 15,-8 0-9-15,15 1 3 0,-8 2 7 0,-1-2 1 16,-1 3 8-16,5 2 5 0,-3 1 12 0,1 2-2 0,-1 1 3 16,1 0-1-16,0 4-6 0,-3-2 1 0,4 4-1 15,1-2 1-15,-2 1-2 0,-3-5-1 0,4 4-2 16,-1-5 1-16,-1 1-6 0,2-3 7 16,-1 0-3-16,-1 2 3 0,2-3 3 0,1-3-6 15,2 1 7-15,-2-3 3 0,2-3 3 0,0-1 1 16,0 0-1-16,1-6 5 0,-3 2-2 0,0-2 0 15,3 0 0-15,-3-5 1 0,0-1 4 0,-1-1-13 16,-2 1 8-16,-1 0-5 0,-1-2 0 0,-1 0-2 0,-1 2 2 16,0 2 3-16,0 3-3 0,-3 1 10 15,2-1 0-15,-2 3-3 0,0 7-4 0,0-8-7 16,0 8-3-16,0 0-6 0,0 0 1 0,0 0 1 16,0 0-3-16,3 28 1 0,0-12-2 0,-3 3 7 15,1-2-10-15,3 1 2 0,0 1-2 0,1-2 3 16,2-1-3-16,1-2 2 0,1 1-6 0,4-4 7 15,-4-2-1-15,1-2 1 0,3-1 0 0,3-1 2 16,3-2-4-16,2-5 1 0,6-3 1 0,0-1-6 16,-8 1 5-16,0-2-1 0,-1-2 4 0,-3-2-1 15,3-1-2-15,-3-3-1 0,-6-2-1 0,3-5 0 16,-3 4-3-16,-3-1 2 0,-1 0 1 0,-1-8 3 16,0 3 1-16,-3-1-3 0,-2-2 0 0,-2 8 1 15,1 1 3-15,1 0 9 0,-2 5 5 0,2 3 4 16,-1 0 3-16,2 10 2 0,-3-15-6 15,3 15-4-15,-2-11-5 0,2 11 0 0,0 0-3 0,0 0 3 16,0 0 0-16,0 40 0 0,-1-10 8 0,0 5 0 16,-2 11 6-16,-2 5-5 0,1-3 2 0,3-12-6 15,-3 0 2-15,-1 9-3 0,2-10-1 0,3-2-2 16,0 0 6-16,-2-1-7 0,3-1-6 0,0-4 1 16,2 1 0-16,-2 0-4 0,2-3-9 0,-2-5-32 15,2 4-26-15,-3-7-29 0,0-5-39 0,0-1-44 16,1-2-62-16,-1-2-36 0,0-7-162 15,-4 11-467-15,4-11 207 0</inkml:trace>
  <inkml:trace contextRef="#ctx0" brushRef="#br0" timeOffset="201624.12">5039 15693 148 0,'9'-5'175'15,"0"2"3"-15,5 2-15 0,-2 2-5 0,0 0-15 16,6 6-7-16,-2-1-10 0,0 3-8 0,0 1-11 16,0 2-11-16,-2-1-8 0,-3 1-11 0,-2 1-5 15,1 1-7-15,-5 0-9 0,-3 3-3 0,-2-2-4 16,-5 2-8-16,-3-1-16 0,-1 0-26 0,-3-1-25 16,-1 0-33-16,-2-2-40 0,-1-2-39 0,-1 0-33 15,-6 2-93-15,7-8-285 0,-1 0 126 0</inkml:trace>
  <inkml:trace contextRef="#ctx0" brushRef="#br0" timeOffset="201858.68">5245 15613 2018 0,'15'-23'-24'0,"-4"0"38"0,-3 5 4 16,0 2 8-16,-3 5-6 0,0 2 3 0,-3 1 12 15,2 1 3-15,-2 2-5 0,-2 5-2 0,5-7-1 16,-5 7 5-16,0 0 16 0,10 12 5 0,-8 1 9 15,1 11 5-15,-1 5 1 0,-2 3-9 16,0 1 3-16,-1 0-12 0,1 0-3 0,-1-1-6 0,0-1-6 16,-2 0-4-16,6-1-2 0,-5-2-2 15,2 0-5-15,0-3-13 0,3-7-21 0,-1 3-26 16,0-4-35-16,0-1-42 0,0 1-46 0,-1-4-57 16,0-3-195-16,-2 0-443 0,1-10 196 0</inkml:trace>
  <inkml:trace contextRef="#ctx0" brushRef="#br0" timeOffset="202082.65">5353 15670 112 0,'10'-4'194'0,"4"2"-2"0,3 2-11 15,-3 4-17-15,3 1-9 0,-2 3-7 0,2 4-19 16,-3 0-11-16,-2 4-2 0,-3 0-18 0,1 0-11 15,-4 0-8-15,-2 3-5 0,-3-3-9 0,-2 4-6 16,-5-3-3-16,1 1-5 0,-5-2-4 0,0 0-16 16,-2-1-26-16,-3 0-28 0,1-1-52 0,-3-4-47 15,2-1-43-15,-3-2-131 0,3 0-321 0,1-5 141 16</inkml:trace>
  <inkml:trace contextRef="#ctx0" brushRef="#br0" timeOffset="202293.68">5600 15490 92 0,'5'-2'212'0,"-5"2"-15"0,10 2-3 0,-10-2 2 16,10 15 2-16,-6 2-1 0,0 1-5 16,-3 11-9-16,-1 0-16 0,0-1-17 0,-1 2-14 15,0 0-12-15,-2-3-11 0,2 1-13 0,-1 0-12 16,1-3-10-16,0-6-32 0,2 0-37 0,-3 1-43 15,-1-3-47-15,3-2-55 0,-1-2-52 0,1-2-32 16,-1-1-116-16,1-10-363 0,2 11 160 0</inkml:trace>
  <inkml:trace contextRef="#ctx0" brushRef="#br0" timeOffset="202797.8">5793 15766 121 0,'0'0'197'0,"0"0"-3"15,0 0-5-15,0 0-11 0,0 0-10 0,5 17-10 16,-5-17-12-16,2 10-14 0,1-4-12 0,2 0-11 16,-1 1-5-16,4-1-6 0,2 0-11 15,1-3-5-15,-1 4 0 0,1-5-10 0,3 0-4 0,-1 0-5 16,-1-1-4-16,0-2-3 0,-2-1 2 0,3 2 2 16,-6-2 0-16,1 0 2 0,-8 2-4 0,14-5 1 15,-9 1 0-15,0 1 4 0,-5 3 2 0,6-6-2 16,-6 6-3-16,5-7 0 0,-5 7-1 0,2-5-3 15,-2 5-6-15,0 0-5 0,0 0-5 0,0 0-3 16,0 0 5-16,3 18-10 0,-7-4 8 0,4 6 2 16,-1 5 5-16,-1 6-8 0,-1 1 2 15,3 3 2-15,1 14-3 0,4-1 3 0,0 0-3 0,-1 0-9 16,1 0 4-16,-2-1-4 0,-1-1 0 16,5 2-6-16,-5-14-3 0,1 0-7 0,2 11 10 0,-5-11-9 15,-3-4-1-15,1 2-3 0,-2-3 1 0,-1 1 2 16,1-5-7-16,-4-6-2 0,-2-2-5 15,1-2-10-15,-3-1 0 0,0-2-7 0,3-5 6 16,-7 0-25-16,0-3 3 0,2-4-9 0,-5-1-1 16,-8-4-4-16,5-2 0 0,7-3-1 0,-8-5 3 0,6-4-4 15,-1-3 7-15,3-1-16 0,3-4 8 16,2-3-2-16,5-2 6 0,1-2-9 0,7-13-3 16,6-4 2-16,2 2-4 0,11 2 5 0,-4-2 1 0,10 5 8 15,6 0-1-15,5-5 3 0,2 12-8 16,5 2 0-16,-2 4-12 0,5 8-13 0,-2-2-13 15,3 9-31-15,0-2-43 0,0 7-26 0,-12 2-41 16,-3 2-118-16,0 2-375 0,0 0 167 0</inkml:trace>
  <inkml:trace contextRef="#ctx0" brushRef="#br0" timeOffset="203643.41">6915 15880 2222 0,'-16'-22'-17'0,"4"2"30"16,3 4 2-16,1 2 18 0,4 5-6 0,0 0-4 16,3 2-8-16,-2 1 1 0,3 6 2 0,0 0 7 15,0 0 13-15,12-4 14 0,0 12 1 0,3 4 4 16,-1 3 7-16,6 7-3 0,1-1-4 0,-1 4-2 15,-1-1-8-15,-2 1 5 0,-3 1-12 0,-2-4 0 16,-1 3-6-16,-2-1 0 0,-1-5 6 0,-3-1-13 16,1 2 1-16,1-5-3 0,-4-4-3 15,1 0-1-15,-1-1-4 0,0-1-2 0,-1-4 2 16,1 2 6-16,-3-7 7 0,3 7 8 0,-3-7 0 16,0 0-7-16,4 4-2 0,-4-4-3 0,0 0 0 15,0 0 0-15,10-25-6 0,-4 10 2 0,-4-3-5 0,2 1-2 16,4-8 0-16,-3 0-6 0,1 0-5 15,-1-3-4-15,2 1-4 0,3-6-7 0,-4 2 0 16,2-4-6-16,0 3 8 0,2-4-3 0,-4 2-2 16,1 2 2-16,-4 3-1 0,1 1 0 0,-1 9 3 15,-2 2 3-15,-1 3-4 0,0 4 4 0,-1-1-6 16,-2 4 6-16,3 7-5 0,-1-9 2 0,1 9 4 16,-9 0-5-16,9 0 1 0,-22 15 2 0,7-1-1 15,-5 3 1-15,5-2 5 0,-1 5-4 0,4-4 3 16,3-3-5-16,3 0 4 0,5-1-1 0,1 0 0 15,4-1 0-15,4 0-2 0,1-2-1 0,11 1-12 16,-1-2-5-16,12-1-12 0,0-3-13 0,3-1-9 16,-1-3-10-16,1 0-16 0,-2-5-6 0,-2 3-7 15,0-2-4-15,-10 1 0 0,1-3 3 0,0 3 10 16,-2-3 3-16,-3 0 12 0,0-1 2 0,-3 0 9 16,-3 1 2-16,0 1 13 0,0-3 2 0,-1-1 5 15,-1 2 11-15,-3-1 16 0,1 0 1 0,-1 2 17 16,-2-1 11-16,0 2 7 0,-3 5 7 0,3-10 8 15,-3 10 0-15,3-7 4 0,-3 7-5 0,0 0 3 16,0 0-5-16,0 0 2 0,0 0-1 0,0 0 16 16,0 0 0-16,-17 22 5 0,7-6 6 0,-4 7-8 15,3 2-6-15,2-8-3 0,0 8-3 16,2-6-2-16,0 0-3 0,2-2 0 0,1 2-4 16,2-3-7-16,2 0 3 0,4-2-3 0,0-1-5 15,1-5 3-15,3 3-3 0,-2-3-2 0,3 0 0 0,0-5 1 16,4 0-4-16,0-2 1 0,1-1-3 0,2-1-1 15,2-3 2-15,-2-2-5 0,0 0 4 16,-4 0-4-16,0-7 0 0,1 1 0 0,-2-1 1 0,0-3-4 16,-5 1 3-16,1-2-1 0,-5 1-5 15,0-4 1-15,-5-5-1 0,-1 7-2 0,-3-5-1 16,-1 5 0-16,-2 1 0 0,-2 1-2 0,-3 4-2 16,0 2-1-16,-5 6-7 0,8 0-6 0,-8 4-20 15,2 1-23-15,-1 6-24 0,0 0-25 0,1 2-41 0,3 4-46 16,2-1-207-16,3 2-438 0,2-5 195 15</inkml:trace>
  <inkml:trace contextRef="#ctx0" brushRef="#br0" timeOffset="203880.84">7923 15580 74 0,'4'-10'230'0,"-3"2"6"0,2 1-2 0,-2 0-15 15,-1 7-16-15,3-8-23 0,-3 8-21 0,0 0-11 16,0 0 1-16,5 21 3 0,-5-2-6 0,-2 9-11 16,0 3-9-16,-2 3-14 0,-1-1-9 0,0-1-13 15,2-1-7-15,-2 2-8 0,0-5-7 0,1 1-4 16,0-3-10-16,3 0-13 0,-1-6-33 0,2-2-37 16,0 1-46-16,-2-2-45 0,4-2-68 0,0-4-60 15,-2 0-158-15,0-11-438 0,3 13 194 16</inkml:trace>
  <inkml:trace contextRef="#ctx0" brushRef="#br0" timeOffset="204112.7">8220 15525 16 0,'0'-10'253'15,"0"0"-7"-15,0 10-27 0,1-11-19 0,-1 11-6 16,0 0 2-16,0 0 13 0,-8 32-5 0,1 0-11 15,-2 0-11-15,-2 15-18 0,-3-3-12 0,5 2-7 16,2-14-3-16,0 2-19 0,1-3-6 0,1 1-16 16,1-3-12-16,0 1-2 0,2-5-11 0,2 3-12 15,-2-7-16-15,1-4-25 0,0 1-24 0,1 1-34 16,-2-5-47-16,2-2-44 0,0-2-47 0,0-10-41 16,0 0-36-16,0 14-177 0,0-14-464 0,0 0 206 15</inkml:trace>
  <inkml:trace contextRef="#ctx0" brushRef="#br0" timeOffset="205235.69">8028 15794 135 0,'0'0'180'0,"0"0"-3"16,11-8-11-16,1 8-8 0,2 0-13 0,4 0-12 15,10-3-11-15,-6 3-8 0,11 0-10 0,-2-2-1 16,2 2-6-16,-2 0-5 0,1-1-6 0,-2 0-9 15,-8-1-4-15,-2 2-5 0,1-1-1 0,-3 0-7 16,-4-1 3-16,-4 1-6 0,-1-1 3 16,-3-1-4-16,-6 3 4 0,14 0-8 0,-14 0-1 0,0 0-2 15,12 0-8-15,-12 0-1 0,0 0-3 0,0 0-4 16,-4 13 0-16,4-13-1 0,-20 20 4 0,7-7-4 16,-8 4-3-16,0 3-2 0,4 0-3 0,-1-1 0 15,8-5-5-15,0 1 1 0,1 1-2 0,0-2-4 16,5-3 2-16,1 0-5 0,2-4 0 0,1-7-1 15,-1 13-2-15,1-13 2 0,5 12 1 16,1-8-2-16,5-1 4 0,1-3-6 0,1 0 5 16,1-1-4-16,4-3-1 0,-1-1 2 0,-1-1 3 0,-2 0-5 15,0-2 0-15,-1 1 0 0,-4 0-3 16,0-1 3-16,0-1-3 0,-3 0 1 0,2-1-4 16,-3 1 5-16,0-2-1 0,0-1 0 0,-1 4 1 15,-3-2-2-15,2 4 7 0,-3 6-8 0,1-11 0 16,-1 11-2-16,4-6 0 0,-4 6-1 0,0 0-1 15,0 0 2-15,0 0 4 0,0 0 5 0,8 20-5 16,-6-10-4-16,2 0 5 0,3 2 4 0,-2-2-7 16,0-1 1-16,3-2 2 0,2 3-3 0,0-3 3 15,4 3 0-15,4-5-1 0,2-1 1 0,0-2 0 16,1-2-1-16,6 0-1 0,-6-1 4 0,-1-2-4 16,2 0-1-16,-4-3 7 0,0 3-5 0,-1-5 0 15,-1 1-4-15,0 1 2 0,-4-1-3 0,-3 0 5 16,0-1-2-16,-2-2 1 0,0 1-5 0,1-1 3 15,-6-2 6-15,2 3-7 0,-4-1 1 0,0-2 1 16,-1 2-3-16,-1 0 0 0,1 0-2 0,1 10 5 16,-4-12 1-16,2 7 4 0,2 5-3 0,-7-5 3 15,7 5-7-15,-11 1-1 0,11-1 1 0,-16 8 0 16,7-2 0-16,-1 3 1 0,1 5-1 0,2-3-2 16,-1-2 2-16,0 2-3 0,2 0 6 0,1-3-2 15,2 3-4-15,2-2-1 0,0-1-6 0,1-8-5 16,2 13 0-16,0-10-3 0,1 3-2 0,1-1 1 15,-4-5 1-15,12 6 2 0,-6-4 0 0,0-2-2 16,-6 0 3-16,16 0 3 0,-11 1-1 0,-5-1 2 16,11-2 1-16,-11 2 1 0,11-4 3 0,-11 4 0 15,8-3 3-15,-8 3-4 0,0 0 3 0,7-3-2 16,-7 3-3-16,0 0 2 0,0 0 2 0,0 0 6 16,0 0-3-16,-10 25 6 0,1-9 4 0,0 9 8 15,0 7 14-15,1 0 1 0,3 3-1 16,1 10 5-16,3 2-13 0,1-12 1 0,-1 11-1 15,-1 2-1-15,5-15-8 0,-4 13 2 0,2-11 0 16,0-1 0-16,1-1 3 0,0 2-8 0,-2-3 0 16,1-1 2-16,-1-2 3 0,0 0 5 0,-2-1-15 0,-1-9 13 15,-4-1-13-15,0 0 2 0,2-8-1 16,-5 6 4-16,1-3-5 0,-1-4 0 0,-2-3 1 0,-4-2-2 16,3 0 4-16,1-4-7 0,-3-3 1 15,2 2-3-15,0-4 0 0,1-3-3 0,-3-2-9 16,4 1-1-16,1-4-4 0,2-1-1 0,-1-4-3 15,6-1-6-15,0-7-3 0,4-2 2 0,6-2-4 16,1 0-3-16,8-15-8 0,2 14 4 0,8-14 2 16,6 4 4-16,3 0 4 0,5 0 5 0,4 1-1 15,1-2 2-15,2 0 3 0,20-16 3 0,-20 18 1 16,2 3 3-16,-2-4 5 0,4 5-6 0,-4 1 3 16,-4 1 2-16,-8 3 3 0,-9 8 6 0,-3 1 6 15,-5 2 11-15,-4 4 8 0,-4 2 15 0,-5 5-6 16,0-1 11-16,-1 4 5 0,-4 6-5 0,0 0-4 15,0 0-4-15,0 0 9 0,-39 11-1 0,14 4-1 16,1 6-7-16,2 1 1 0,1 2-5 0,2-2-4 16,7 4-1-16,2 0-6 0,4-3 2 0,8-3-3 15,2 5-20-15,5-2-30 0,6 0-33 0,3-4-41 16,9-2-30-16,20 2-33 0,7-7-55 0,12-3-37 16,27 4-220-16,-30-6-517 0,30 0 228 0</inkml:trace>
  <inkml:trace contextRef="#ctx0" brushRef="#br0" timeOffset="206952.56">10100 16002 93 0,'0'6'140'0,"0"6"-15"16,0-2-5-16,0 3-12 0,-2-2-7 0,2-3-12 16,0 2-11-16,-1 1 0 0,-2-5-11 15,3 1 1-15,0-7-4 0,-1 13-3 0,1-13 10 0,-2 9 12 16,2-9 16-16,0 0-7 0,-4 8-8 0,4-8-7 16,0 0-9-16,0 0 1 0,0 0-7 15,-14-17-3-15,11 7-7 0,-1-1-4 0,3-1-2 16,0-3-5-16,2-2-1 0,-1-5-1 0,1 5-1 15,4-8 2-15,3 1-9 0,1 6 26 0,4-5-9 0,5-2-3 16,-2 5-8-16,1 6 0 0,4-1-7 0,-5 6-2 16,2 1-2-16,-4 6-4 0,4-1 0 0,2 6 3 15,1 0-5-15,-5 6 0 0,2-2-3 0,6 8-1 16,-8-4 1-16,-1 2 1 0,-1 1-3 16,2 1 0-16,-6 0-1 0,1-1-2 0,-1 1-3 15,-2 0 1-15,-1-4-1 0,-3 0 2 0,-2-1-3 16,2-1 2-16,0-3-2 0,-2 0 0 0,-1 1 0 0,-1-7 2 15,4 6 8-15,-4-6 4 0,0 0-5 16,0 0-5-16,0 0 2 0,0 0-1 0,0 0-5 16,0 0 1-16,0 0 3 0,-2-25-2 0,4 15 5 0,3-4-6 15,2-3-2-15,3 0 1 0,4-3-3 16,0-2 2-16,5 2-1 0,0 2-3 0,-3 3-4 16,2 3 3-16,-2 2-2 0,1 3 1 0,-5 2-3 15,-1 5 4-15,0 0-3 0,0 3 0 0,1 3-2 0,-3 3 3 16,2 3 2-16,-1 2 1 0,-4 0-2 15,-1 5 1-15,-2 0 2 0,0 1-3 0,-3 4 2 16,-2-5-18-16,0 0-21 0,2 1-23 0,-4-1-23 16,1-2-34-16,-1 7-33 0,2-10-44 0,-2-3-47 15,-1 0-141-15,2-5-411 0,3-6 182 0</inkml:trace>
  <inkml:trace contextRef="#ctx0" brushRef="#br0" timeOffset="207542.84">10907 15911 128 0,'3'-12'226'0,"-2"6"0"16,-2-2-7-16,1 8-20 0,0 0-15 0,-1-12-19 15,1 12-5-15,0 0-7 0,0 0-2 0,0 0-5 16,-15 25-9-16,12-12-9 0,-4 4-4 0,5 0-13 16,3 0-9-16,-2-2-8 0,2 0-6 0,2 1-7 15,3-2-15-15,-1 4 5 0,3-1-6 0,2-4-16 16,3 0 6-16,-3-4-4 0,-1-3-6 0,5-2 2 15,-1-1-7-15,3 1-15 0,1-4 6 0,1-4 0 16,0 1 0-16,-3-5-3 0,3 0-3 0,-3-3-3 16,2-1-6-16,-2 0 2 0,-1-2-2 0,-2-2 3 15,-1 1-8-15,-2-2-1 0,1-2 5 16,-4 2-8-16,1-2 8 0,0 0-7 0,-4 1 2 16,3 1-2-16,-5 6-4 0,1 1 0 0,-2 1 2 0,0 2 3 15,0 7-4-15,0 0 1 0,-3-11-3 16,3 11-2-16,0 0 5 0,0 0-5 0,-11 22-1 0,6-9 1 15,2-3 5-15,1 8-1 0,1-1-3 0,2-5-2 16,2 4 3-16,-1-5 0 0,8 5-2 0,-2-3-5 16,2 0 12-16,2-3-1 0,1 0 1 15,3-2-1-15,2-1-2 0,9 0 1 0,-5-5-2 16,6-1 5-16,0-5-1 0,-9 0-4 0,11-4 3 16,-5 1-1-16,-3 1 0 0,-4-1 2 0,0-3-2 15,-3-1 2-15,-3 0-2 0,-5 0-1 0,3 0-1 0,0-5 3 16,-4 5 2-16,-3 1-6 0,1-3-2 15,-4 3 0-15,0-2 7 0,-2 3-7 0,-1 2-4 16,3 7 2-16,-8-9 2 0,3 8-3 0,5 1 0 16,0 0-1-16,-16 3-13 0,10 5 17 0,-1 2-3 15,0 0-5-15,1 6 7 0,1 2-4 0,-1 1 6 16,4 0-5-16,1-1 3 0,1 1 0 0,1 2-1 16,1 3 3-16,-2 2 1 0,1-6-2 0,4 4-1 15,-5-4 1-15,3-1 2 0,-2-2-4 0,0 1-16 16,-1-2-18-16,2-4-28 0,-2-3-37 0,0 1-33 15,0-2-43-15,0-8-42 0,-2 9-46 0,2-9-209 16,0 0-511-16,0 0 226 0</inkml:trace>
  <inkml:trace contextRef="#ctx0" brushRef="#br0" timeOffset="207767.24">11914 15680 45 0,'4'-10'226'0,"1"2"-17"15,-2 2-20-15,2 4-10 0,-5 2 8 0,0 0 7 16,0 0-1-16,0 19 8 0,0-1-14 0,-2 0-1 16,-2 10-8-16,0-4-13 0,1 4-11 15,-2 0-15-15,1-2-13 0,0 1-12 0,1-1-16 16,-2-2-5-16,1 4-6 0,2-9-7 0,0 4-12 16,-1-4-22-16,2 7-22 0,0-8-25 0,-1-1-36 15,2-4-45-15,0-2-38 0,-2-2-45 0,2-9-41 16,-4 18-43-16,1-13-169 0,3-5-454 0,0 0 201 0</inkml:trace>
  <inkml:trace contextRef="#ctx0" brushRef="#br0" timeOffset="207923.4">11790 15929 19 0,'0'0'161'15,"0"0"-6"-15,13-4-9 0,-13 4-14 0,18-3-19 16,-5 3-3-16,6 2-12 0,-2-2-23 0,12-2-26 15,1 1-46-15,3-2-47 0,4 3-36 0,14 0-12 16,1 0-50-16,6-3-152 0,2 1 68 0</inkml:trace>
  <inkml:trace contextRef="#ctx0" brushRef="#br0" timeOffset="208570.65">12726 15681 193 0,'-2'-8'219'0,"2"8"-10"0,-2-10-20 16,2 10-14-16,0 0-7 0,0 0 5 16,0 0 7-16,-9 30 3 0,5-6-14 0,0 4-11 15,0 2-14-15,-2-1-15 0,0 3-8 0,1-3-17 0,1 0-6 16,-4-2-5-16,4 1-3 0,2-9-12 0,-3 7 1 16,1 1-13-16,0-8-11 0,3-1-2 0,-2 0-3 15,2-8-5-15,1 2-9 0,-4-3 3 0,4-9-6 16,-3 14-4-16,3-14 1 0,-3 9-4 15,3-9 3-15,0 0-5 0,0 0 2 0,0 0-3 16,0 0-1-16,0 0-8 0,0 0-2 0,0 0-4 16,0 0 4-16,30-28-4 0,-16 16 1 0,-1-3-6 0,3 3 4 15,4-7-6-15,0 10 2 0,-1-2-3 16,-4 5 1-16,1 1-1 0,-3 1-2 0,1 3-1 16,-5 1 4-16,2 4-3 0,-5-3-1 0,0 4 3 15,0-1-3-15,-6-4 1 0,4 17 2 0,-4-17-4 16,-10 19 7-16,0-5-13 0,-1 2-8 0,-3-5-3 15,-1 2-2-15,-1-1-15 0,0-2-4 0,-2-3-5 16,0 2-2-16,0-5 1 0,7 0 4 0,-1-2 7 16,2 3 0-16,5-4 3 0,5-1 1 0,-11 0 1 15,11 0 6-15,0 0-2 0,0 0 5 0,0 0 5 16,0 0 3-16,24-12 10 0,-7 8 0 0,3 1 6 16,2-4 0-16,5 1 3 0,6-2 1 0,-1 0 0 15,1-5 4-15,4 2-1 0,-1-2 1 0,0 1 0 16,2-1 0-16,-3 0 3 0,1-1-3 0,-1 0 2 15,-7-1-3-15,1 1-2 0,-1-1 7 0,-6-2-3 16,1 0 1-16,-1 0 3 0,-2-4-3 0,-9 7 7 16,1-2 1-16,-1-8 4 0,-1 1 2 0,-6 8 3 15,-4 0 5-15,-2 4-1 0,-4-1 0 0,2 2-1 16,-3 2 0-16,-5 1-1 0,0 3 6 0,-1 2-7 16,-8 7 6-16,-6 3-5 0,0 2-3 15,1 5-1-15,1 1 0 0,2 3 1 0,2-1-1 0,9-3-1 16,5 2-9-16,-1-1 7 0,6 2-6 0,4-1-2 15,4 0-4-15,5-1-14 0,7 4-19 0,2-4-28 16,4-4-40-16,4-1-33 0,5-3-44 0,-1 0-43 16,-1-6-36-16,-4 4-37 0,-4-1-152 0,4-3-472 15,-1 2 209-15</inkml:trace>
  <inkml:trace contextRef="#ctx0" brushRef="#br0" timeOffset="209714.53">14744 15647 94 0,'0'0'200'0,"0"-15"1"16,-1 8-4-16,-1-5-18 0,-2 4-8 0,-1-1 3 16,1 2-3-16,0-2-12 0,-1 1-11 0,0 3-12 15,-1 0-12-15,-2 2-12 0,-2 1-8 0,1 0-7 0,9 2-11 16,-19 5 2-16,3 1-11 0,-1 3-8 15,0 1 3-15,0 3-13 0,-5 4 2 0,5 3-11 16,3-4-5-16,-2-1-1 0,6 2-8 0,0-3-1 16,1 1-4-16,6-2-1 0,1-1 0 0,-1 3-5 15,8-4-3-15,-3-2 1 0,3 0-3 0,1-1-2 16,3-2-2-16,-1-2 1 0,2-1-4 0,0-2 3 16,4-2-3-16,0 1 0 0,0-4-2 0,2-1 1 15,0-2-3-15,1-2-3 0,-2-1 0 0,-1-1 2 16,0-4-2-16,-2 2 0 0,-2-2-1 0,0 0 3 15,1 0 0-15,-4-2 9 0,-3 7-3 0,5 1 7 16,-6-3 4-16,3 6 4 0,-4-1-7 0,1 3-5 16,-3 4-1-16,0 0-2 0,0 0 10 0,13 17 6 15,-13 2 3-15,1 8-7 0,-1 3 10 0,-4 6 9 16,1-2-4-16,0 12-5 0,-2 0-3 0,2-10-3 16,1-1-3-16,-3 14-2 0,2-14 6 0,-1 13-10 15,-1-13-2-15,1-3-2 0,-3 0 1 0,3-4-1 16,-3-2 1-16,0-7-1 0,3 0-1 0,-3-5-1 15,2 0 2-15,-1-1-6 0,-4-3-1 0,1-2 2 16,-2-1-15-16,-2-3-5 0,0-2-21 0,-5 0-21 16,4-3-18-16,-6-2-29 0,4-1-29 0,1-7-42 15,-1 0-40-15,4-2-42 0,1-1-38 0,0-2-190 16,-2-7-517-16,4 5 228 0</inkml:trace>
  <inkml:trace contextRef="#ctx0" brushRef="#br0" timeOffset="210304.71">14867 15965 56 0,'11'-8'203'0,"5"-1"-10"0,-3-4-12 0,2 2-9 16,-3-4-12-16,1 1-13 0,3-6-15 0,-3 4-8 15,2-7-9-15,0-1-10 0,1 0-11 0,-4-1-5 16,-1 0-2-16,-2-2-5 0,-3 0-1 0,1 1-7 15,-3 2 3-15,1-2 1 0,-4 11 0 16,-2-1 9-16,1 2-4 0,-4 3-1 0,3 0-4 16,-4 1-6-16,-1 4-6 0,6 6-9 0,-11-9-5 15,3 6-4-15,8 3-3 0,-14-2-6 0,7 2-6 16,-1 5-3-16,2-1 0 0,0 1-7 0,4 3 4 0,-1-3-9 16,3-5 0-16,2 17 0 0,3-8-3 15,4 3-3-15,6-3 1 0,0-1 0 0,4 1 0 16,1-2-4-16,5 2 3 0,4-2-2 0,-2 2-2 15,-5-3 0-15,4 3-5 0,-11-2 5 0,4 3-5 16,-5 0 0-16,-1 0 5 0,-1 3-9 0,-2 0 8 16,-4 0 5-16,-3-1 2 0,1-1-6 0,-1 1 0 15,1 0 1-15,0 0 0 0,-1 1-4 0,3 1 5 16,-3-3-11-16,3-1 13 0,-1-1-3 0,2 1-2 16,1-3-1-16,-1-4 2 0,-2-1 0 0,7 2-11 15,0-2 13-15,-2-4-3 0,3 0 2 0,0-2-4 16,2-3 3-16,-2 3-1 0,3-5-2 0,-1-2-2 15,-1-1 2-15,0-1-4 0,-4 1 4 0,3-4 0 16,-3 2-1-16,-1-2-2 0,-1-1 0 0,1-1-4 16,-7 1 7-16,2-1-3 0,-4 2 3 0,1-1-2 15,-2 7-2-15,-2-3-2 0,0 5 1 0,-4-2-3 16,0 3 6-16,-1 4-3 0,-2 1-4 0,-3 1 10 16,1 4-9-16,-3 5-3 0,4-1 4 0,-3 3 2 15,1 4-1-15,4 1 1 0,0 1 0 0,3 0-1 16,1-1-1-16,3 0-14 0,2 2-23 15,2-6-24-15,1 2-32 0,1-3-26 0,0 0-37 0,6 1-33 16,-1-6-33-16,6 3-22 0,3-3-158 0,0-2-438 16,0-3 193-16</inkml:trace>
  <inkml:trace contextRef="#ctx0" brushRef="#br0" timeOffset="210674.93">15996 15649 98 0,'6'-12'171'0,"-2"5"0"0,-1-5-3 15,-3 12 2-15,-3-11-8 0,3 11-4 0,-10-6 0 16,4 6 3-16,6 0-4 0,-21 7-9 0,6 0-4 16,3 4-3-16,-2 0-15 0,4 3-13 0,-3-1-7 0,4 3-7 15,2-1-7-15,-1 1-10 0,4-1-7 0,-2-1-10 16,5-2 2-16,-1 0-10 0,0-1-2 0,4-3-1 16,1 1-8-16,1-3-5 0,1-1-1 15,0 0-3-15,2-2-4 0,1-1 1 0,5-2-6 16,-13 0-2-16,20-1-1 0,-7-2 0 0,-1 1 3 15,0-3-1-15,0 0 0 0,2-6-4 0,-3 4 3 16,-2-3-2-16,-1 1 1 0,0 0-5 0,-2-2 8 16,2-3-12-16,-3 3 0 0,-1-1-5 0,0 2 4 15,-3 1 7-15,-1 9 8 0,5-12-7 0,-5 12-1 16,0 0-5-16,2-10 2 0,-2 10-4 0,0 0-3 16,0 0 2-16,0 0-1 0,0 0-2 0,-2 37 0 15,2-25-4-15,-1 4 1 0,1 0 6 0,0 0-1 16,0-3-6-16,0 1-13 0,5 2-14 0,-1-5-30 15,0 0-28-15,-1-1-39 0,5 1-43 0,-2-3-38 16,3-2-60-16,0-2-241 0,-2-1-540 0,-7-3 240 16</inkml:trace>
  <inkml:trace contextRef="#ctx0" brushRef="#br0" timeOffset="210912.87">16344 15380 265 0,'-2'-8'269'0,"1"-2"-20"0,1 10-25 0,0 0-24 16,0 0 5-16,0 0 14 0,0 0-4 0,0 0-26 15,-8 43 4-15,3-18-14 0,1 4-11 0,1 1-11 16,0 1-15-16,-3 1-16 0,2-2-2 0,-1 1-17 16,4 1-12-16,-1-4-12 0,1 3-1 0,1-6-24 15,-1 2-15-15,2-10-42 0,-1 3-35 16,0-2-32-16,0-2-33 0,-1 1-35 0,-2-1-38 15,0-6-42-15,1 0-43 0,-1-2-180 0,3-8-472 0,-5 9 209 16</inkml:trace>
  <inkml:trace contextRef="#ctx0" brushRef="#br0" timeOffset="211062.52">16175 15573 23 0,'-3'-13'173'15,"3"13"-16"-15,0 0-13 0,0 0-20 0,0 0-21 16,0 0-36-16,0 0-38 0,21 2-41 0,-21-2-36 0,18 18-79 16,-6-5-137-16,-3 1 60 0</inkml:trace>
  <inkml:trace contextRef="#ctx0" brushRef="#br0" timeOffset="211707.58">16385 15850 35 0,'0'0'181'0,"6"3"-2"0,-6-3-1 15,10-1-8-15,-10 1-5 0,0 0 0 0,12-11 3 16,-9 8-13-16,3-3 3 0,-1-1 2 0,2-2-5 16,0-3-11-16,-2 1-3 0,3-2-14 0,-3-3-9 15,0-1-11-15,0 0-13 0,0 0-9 0,-2-1-4 16,-2-1-12-16,1 2-8 0,-2 2-2 0,0 5-4 16,-2-2-3-16,1 3-3 0,-2 1 2 0,-1 2-12 15,0 1-4-15,4 5-10 0,-14-1 3 0,14 1-1 16,-20 12-6-16,6-1 2 0,-2 5-4 0,1 5-2 15,0-2-1-15,3-3-1 0,2 1-3 0,2 1 4 16,1 0-5-16,3-2-3 0,1 2-6 0,3-7 10 16,2 2-6-16,0-1 4 0,2-2-6 0,5-2 3 15,0-3 1-15,0 2-2 0,3-4-4 0,0 0 0 16,2-3 10-16,5 0-7 0,0-3 4 0,-2 0-4 16,2 0 1-16,0-4 0 0,-1-2 2 0,1 2-5 15,-2-4 1-15,1 1-3 0,4-8 1 0,-7 6-1 16,-1-1 0-16,0-1-1 0,4-5-9 15,-4 5 10-15,5-5-2 0,-5 4-2 0,3 2 1 0,-6 0-3 16,-2 4 1-16,2 3 0 0,-4-2 2 0,1 3-1 16,-8 5 12-16,13-3-10 0,-13 3 2 0,15 9 7 15,-15-9 1-15,8 13 4 0,-4-3 7 16,-1 1-8-16,0-1-1 0,1 3-11 0,0-1 13 0,-2 0-4 16,2-2 5-16,1 2 1 0,-1-5-4 15,2 4 2-15,1-4-3 0,-1-3 5 0,-6-4 1 16,18 7 3-16,-12-4-1 0,5-1 2 0,-11-2-2 0,21-2-6 15,-10-1 7-15,0 0-10 0,-1-2-14 0,2 0 17 16,-1-2-2-16,-2 0 1 0,2-1-3 0,-5-1 3 16,1 0-10-16,0-2 10 0,1 0 0 0,-4 1-6 15,2 0 1-15,-1-2 0 0,-3 1-2 16,1 2 2-16,-3 9-4 0,1-14 3 0,-1 14-7 16,2-11 4-16,-2 11-1 0,0 0-9 0,2-8-9 15,-2 8 20-15,0 0-10 0,0 0 4 0,0 0-3 0,0 0-5 16,0 0 12-16,0 0-6 0,0 0 3 15,0 0 0-15,0 0-2 0,4 33-9 0,-5-27-10 16,1-6-25-16,-2 14-20 0,1-6-21 0,-1-2-17 16,2-6-27-16,-7 17-32 0,6-11-37 0,1-6-23 15,-5 17-28-15,1-10-180 0,0 0-469 0,4-7 208 16</inkml:trace>
  <inkml:trace contextRef="#ctx0" brushRef="#br0" timeOffset="212169.56">17977 15425 125 0,'-1'-16'215'0,"-1"5"-4"0,2-1-5 16,-1 3-15-16,1 9-14 0,0 0-24 0,0 0-7 15,0 0-1-15,0 0 3 0,14 24-7 0,-7 0-3 16,-2 8-5-16,1 1 23 0,-4 3-14 0,-2 11-10 16,-1-11-16-16,-3 9-12 0,1-11-10 0,-2 0-8 15,2-3-7-15,-3 0-8 0,-1 1-7 0,1-7-8 16,-2 1-24-16,2-2-23 0,-1-6-40 0,0 0-39 15,-1-1-49-15,-1-3-65 0,3 0-64 0,-1-3-189 16,0-5-472-16,2-3 209 0</inkml:trace>
  <inkml:trace contextRef="#ctx0" brushRef="#br0" timeOffset="212814.81">17991 15722 9 0,'13'-14'159'0,"0"-1"-15"15,1 1-5-15,7-2-10 0,1 2 2 0,-2-3-3 16,-4 5-2-16,2 0-10 0,-4 0 2 16,2-2-2-16,-3 1-2 0,1 1-5 0,-1-2 0 15,-3 2-5-15,0-3-7 0,-1 2 0 0,2-1-5 0,-4 4-2 16,2-3-10-16,-1 2-2 0,-3 1-1 0,-1 2-5 16,1-1-7-16,-5 9-5 0,8-10-10 0,-6 7-4 15,-2 3-6-15,0 0 1 0,0 0-2 0,4 18-1 16,-4-3 4-16,-4 12-3 0,2 0-4 0,-5 7 0 15,3-3-6-15,-3 4 0 0,-1-2-3 16,0-2-3-16,1-2-2 0,-1 1 0 0,3-4 1 16,0-2-7-16,0-5-1 0,1-4-1 0,1 2-4 15,2-5 5-15,-1-2 1 0,2-4-4 0,0 3-4 0,0-9 9 16,-2 10-10-16,2-10 3 0,0 0-2 16,4 6 6-16,-4-6-9 0,13-3 2 0,-3 2-3 0,3-2 2 15,1 0-2-15,4-3 4 0,1 3-6 16,0-1 3-16,-1 2 1 0,1 1-2 0,-1 2-6 15,-1-1 10-15,-3 0 0 0,-1 2 2 0,-1 2 6 0,7-2-1 16,1 1 4-16,-2 1 0 0,3-2-7 0,1 2 4 16,-1-3-3-16,0-1 0 0,7 0-2 15,0-1 5-15,-1-1 0 0,-7-1-4 0,5-5-3 16,-3 4 3-16,-4-2 1 0,1-2 5 0,-1-2 2 16,-4 2 7-16,-4 0 5 0,1-1 1 0,0-2-7 15,-1-4 3-15,-4 4-4 0,-2-4-1 0,-1 5-1 16,-2-7-5-16,-4 7 2 0,2-2-7 0,-4-1-3 0,-3 4-1 15,-1 0-2-15,-1 2 3 0,-8 1-1 16,2 3-2-16,-6 3 0 0,0 2-11 0,3 5 9 16,-10 0 3-16,4 4-2 0,5-1 3 0,3 0 3 15,2 4-7-15,3-1 1 0,2 2 0 0,1-4-5 16,4 1 2-16,4 1 3 0,1-1-1 0,2-3 1 16,2 1-5-16,1-1 9 0,3 3-3 0,1-5-7 15,1 1 1-15,3-2-2 0,-1 1 6 0,4 0 1 16,2 0-5-16,-4-3 0 0,-2 0-3 0,-1-1-8 15,2 2-9-15,-2-2-25 0,2 3-23 0,-5 2-31 16,-2-1-33-16,-1 0-43 0,1 1-42 0,-3 1-47 16,1 0-226-16,-4-9-530 0,0 18 235 0</inkml:trace>
  <inkml:trace contextRef="#ctx0" brushRef="#br0" timeOffset="213028.67">18961 15979 87 0,'15'-13'205'0,"3"1"4"0,-2 1 3 0,0 2 10 16,-2-1 5-16,-2 4-4 0,-3 0-9 0,-3 2-15 15,2 2-14-15,-2 1 1 0,-6 1-2 16,0 0-6-16,13 6-9 0,-9-1-6 0,-2 4-18 0,0 1-8 16,-1 6-20-16,-2-5-7 0,-2 0-7 0,0 3-17 15,1 1-30-15,-5 1-36 0,5-5-36 0,-6 4-64 16,2 0-65-16,2-4-67 0,1-4-66 15,1 2-207-15,2-9-524 0,-3 12 232 0</inkml:trace>
  <inkml:trace contextRef="#ctx0" brushRef="#br0" timeOffset="213632.57">19707 15781 2497 0,'-11'-22'54'0,"-3"0"-4"0,5 11-8 0,2 0-11 16,0 2-6-16,2 4-10 0,3-2-1 0,2 7-3 15,3-10-2-15,-3 10-3 0,14-9 2 0,-3 6-2 16,9-3 0-16,-1 3-1 0,3 2-1 0,6-3 0 16,-5 4 1-16,2-4 0 0,-3 3-1 0,-2 1 1 15,-2-2-1-15,0 2 1 0,-6 0 7 0,-1 0-1 16,-1 0 0-16,-10 0-4 0,11 2 0 0,-6-1 4 15,-5-1 9-15,6 10 7 0,-6 1 3 0,-4 3 9 16,-3 3 3-16,-5 9 3 0,1 0-6 0,-6 2-5 0,-3-2 9 16,2 0-10-16,-4 1 1 0,7-4-8 15,-3 0-1-15,2-3-3 0,0 2 6 0,4-7-9 16,0-2 0-16,3 0-3 0,1-4-1 0,-1 1-1 16,4-2-6-16,1-2 4 0,0 0-4 0,4-6 2 15,-6 8 1-15,6-8 0 0,-3 4 1 0,3-4-4 16,0 0 2-16,0 0-4 0,17 5 2 0,-7-8-2 15,2 1 1-15,0 1-5 0,2 0 5 0,4-2 2 16,1 2 5-16,3-1 3 0,-3 0-4 0,3 0-3 16,5 0 0-16,-4-1-3 0,6-1 6 0,1 1-5 15,-2 0 2-15,-9-3 1 0,9-1-4 0,-9 1 5 16,-1 0-7-16,-3-2 1 0,1 0 2 0,-1-1-3 16,-6 0 2-16,6-2-5 0,-2-2 6 0,-5 5-3 15,2-6-1-15,-2-1 2 0,-2 1-2 0,2 0-6 16,-6-3 4-16,0 0 2 0,0 0 5 0,-3 0-6 15,1 1-3-15,-4 3 3 0,0-2-4 0,-1 4 4 16,0 2-3-16,-1 3 6 0,-4 2-3 0,3 2-5 16,-5 4 9-16,-4 5 0 0,2 3 3 0,-3 3 1 15,3 0-5-15,-1 2 5 0,-1 6-8 0,6-4 7 16,1 0-2-16,3 1 2 0,1-1-15 0,2 2-12 16,2-3-34-16,4 0-38 0,-1 0-39 0,2-3-43 15,-1-3-46-15,3-1-46 0,0 2-228 0,1-4-531 16,-1-2 236-16</inkml:trace>
  <inkml:trace contextRef="#ctx0" brushRef="#br0" timeOffset="214428.49">20332 15912 90 0,'3'-4'228'0,"-3"4"-20"15,6-3-5-15,-6 3 5 0,0 0-10 0,0 0-12 16,0 0-3-16,4 20-10 0,-5-11-9 0,-2 0-3 15,3 1-8-15,-1 0-11 0,1 0-15 0,0 2-12 16,-1-4-11-16,1 2-11 0,-2-4-8 0,2-6-9 16,-1 15-7-16,1-15-6 0,0 10-2 15,0-10-4-15,0 0 5 0,0 0-2 0,-1 10-10 0,1-10-1 16,0 0-5-16,0 0-9 0,0 0 0 0,0 0-2 16,0 0 1-16,23-16-9 0,-17 9-1 0,-1 1-1 15,4-1-2-15,0-2-4 0,2 2 2 16,4-4-3-16,-1 0-2 0,1-2 0 0,2 1 0 15,2 1-8-15,-2 2 2 0,-1 2-3 0,-4 1-4 16,2 0 3-16,-4 2 0 0,-2 1-6 0,3 3 7 0,-11 0 1 16,16 4 1-16,-6-1 2 0,0 2 6 0,-2-1 1 15,2 3 3-15,-3 0-3 0,2-1-3 16,-1 2 1-16,2-1 2 0,1-1 0 0,-1-1-1 16,4 1-2-16,1-3-2 0,3 0 4 0,0 1-3 0,1-4 1 15,0-1-4-15,1 1 1 0,-3-5-15 16,1 2 18-16,-4 0-1 0,-2-1-2 0,0-3-4 15,0 2 0-15,-3-1 3 0,2-3 3 0,-3 1-5 16,0-3-1-16,-3 1-2 0,0 0 7 0,-2-2 0 16,-3 0-3-16,2-5-6 0,-4 3 8 0,-1-4-5 15,-2 7-7-15,1-1 4 0,-1 1-6 0,0 3 6 16,-3-1-4-16,1 4-3 0,0 2 4 0,7 3-3 16,-19 0 3-16,8 6 4 0,-5 2-5 0,2 3 7 15,0 0-7-15,1 3 4 0,4-1 1 0,0 2 2 0,4 3-4 16,1-2 1-16,1-1 6 0,4 1-1 15,3 2 4-15,1-3 1 0,3 2 4 0,2-3-1 16,6 1-13-16,-2-6 0 0,3 3 16 0,1-3 2 16,1-2 0-16,1 2-13 0,-1-2 9 0,0-5-6 15,0 2 6-15,-1-1-2 0,1-5-7 0,-1 1 17 16,1-3-16-16,-1-1-1 0,-2 0-4 0,1 1-15 16,-3-4 21-16,1-1 0 0,-3-2-7 0,-1-1 1 15,-2 2 2-15,0-4 0 0,-4-3-1 0,1 0-7 16,-3 1 0-16,2-1-5 0,-3-2 2 0,1 4 6 15,0-2-4-15,0 0-15 0,-2 6 20 0,2-2 1 16,-1 3-1-16,1-2-7 0,-1 4 4 0,1 2-2 16,-1-1-7-16,3 3 0 0,0-1-3 0,6 1 8 15,-2 2-5-15,3 1 0 0,-1 1 2 0,-1 3 8 16,3-2-6-16,-3 5 0 0,0 0 0 0,0 1 1 16,-1 1 4-16,-1 3-2 0,0-2 4 0,-3 1-3 15,0 7 9-15,-3-5-1 0,1-2 1 0,0 2-5 16,-3 2-1-16,0 1 2 0,0-3-7 0,-2 0-27 15,0 5-48-15,0-6-45 0,1 1-59 0,0-2-63 16,1 2-34-16,2-2-43 0,4-1-175 0,8 4-540 16,0-5 240-16</inkml:trace>
  <inkml:trace contextRef="#ctx0" brushRef="#br0" timeOffset="-214601.95">21994 15716 2393 0,'-11'-28'-6'0,"4"2"5"0,-1 1 5 0,6 9 5 16,-2 4-4-16,2 1 9 0,-1 3 0 0,3 3-6 16,0 5 13-16,0 0 15 0,0 0 22 0,12 16 9 15,-8 1 14-15,3 6-1 0,-4 6 9 0,-1 2-15 16,-4-2 1-16,0 2-1 0,-2 0-2 0,-2-1-10 15,-1-2 3-15,3-2-6 0,-2-2-4 0,-2 1-5 16,2-6-6-16,0-1-4 0,-2-1-1 0,4-6-5 16,0 2 6-16,-3-3-10 0,3 1-2 0,-1-1 1 15,0-4 0-15,-1-1 3 0,6-5 4 0,-6 7-2 16,6-7-4-16,-9 1 0 0,9-1-5 0,0 0 1 16,0 0-5-16,0 0-8 0,-2-16 1 0,2 16 5 15,10-19-7-15,-3 10 1 0,5-2-13 0,2-3 1 16,3 1-7-16,9-1-2 0,-8 4 3 0,2 1-4 15,0 0 4-15,2 4 0 0,-3-1 31 0,0 4-5 16,-2 2-3-16,-3 2 2 0,-5 2-7 0,-2 2 0 16,1 0 0-16,-4-1-5 0,0 5 7 0,-4-2-20 15,0 3 28-15,-4 0-10 0,-1 0-1 0,-4-2-5 16,-3 5 11-16,-1-3-8 0,-2 2-6 0,0-5 1 16,-2 1 4-16,-1 0 4 0,0-5-25 0,1 1-20 15,0-1-35-15,-4-1-43 0,2-2-51 0,1-1-58 16,4-3-73-16,-2-2-275 0,3-1-615 0,4 1 272 15</inkml:trace>
  <inkml:trace contextRef="#ctx0" brushRef="#br0" timeOffset="-214290.9">22084 15795 2083 0,'21'-7'30'0,"-4"3"-5"15,-4 1-14-15,2 6 3 0,-1-1 23 0,-3 5 20 16,6 0 11-16,-6-2 11 0,1 5-3 0,3-3 2 15,-3 5-2-15,0 1 3 0,-4 0-1 0,4 2 4 16,-5-5-7-16,3 7-5 0,-2-3-2 16,-3 2-9-16,0-4 5 0,3 0-16 0,-6-2-3 0,1 0-3 15,0-2-5-15,0-2-3 0,-1 1-4 0,-2-7 0 16,1 9 11-16,-1-9-1 0,0 0 4 0,0 0-9 16,0 0-3-16,-6 6-2 0,6-6-3 0,0 0-1 15,0 0 2-15,0 0-3 0,-8-22-16 0,8 22 11 16,2-18-3-16,4 9-3 0,0-6-3 15,1-1-1-15,5-1-5 0,4-3-10 0,3 1-7 16,-5 4 1-16,2 4-20 0,7-8-27 0,-6 7-40 0,1 1-39 16,-1 1-47-16,2 0-52 0,-1 3-43 0,-2 2-194 15,-4 4-513-15,-2-2 226 0</inkml:trace>
  <inkml:trace contextRef="#ctx0" brushRef="#br0" timeOffset="-213999.27">22630 15989 14 0,'4'4'217'16,"1"-2"5"-16,3 0-2 0,-8-2 2 0,19 1-14 0,-11-2-13 16,4-2-15-16,-1-1-10 0,4 0-9 15,-1-2-10-15,-1-3-8 0,2 0-8 0,-1-2-8 16,1-1-6-16,-2 0-9 0,-1 0-10 0,1-4-6 16,-4 2-12-16,1-5-8 0,-1 3-9 0,-3-2-4 15,1 3-4-15,-6 2-6 0,1 1-2 0,1 1-10 16,-6 1 2-16,2 0 1 0,-4 1-7 0,2 4-5 15,-2 1-4-15,5 4-15 0,-16 0 13 0,0 4-9 16,-3 6 0-16,-4 3 4 0,-1 5-3 0,3 1 5 16,3 0-9-16,4-4 1 0,0 6 1 0,3-6-3 15,1 3-2-15,4-2 0 0,1-1-3 0,3 2-18 16,2-2-19-16,2-3-31 0,3-2-39 0,4-1-34 16,0-1-48-16,11 0-40 0,0-2-30 0,1-2-202 15,0-1-489-15,0-1 216 0</inkml:trace>
  <inkml:trace contextRef="#ctx0" brushRef="#br0" timeOffset="-213414.92">23162 15929 6 0,'14'-11'96'0,"-4"-2"21"15,-4 3 13-15,-2 0 16 0,-2 1 7 0,-2 3 3 16,0 6 2-16,-8-12 6 0,1 8-4 0,-4 2 3 16,-2 2 3-16,-6 2-10 0,0 4-2 0,-8 0-10 15,1 4-3-15,1 3-15 0,1 1-12 0,8-2-8 16,1 0-10-16,2 0-7 0,0 0-9 0,6-2-7 15,2-1-5-15,-1 2-8 0,4-2 2 0,1 1-12 16,1-1 0-16,3-3-4 0,3-1-6 0,0-1-10 16,4 0 11-16,0-2-12 0,3-1 2 0,1-1-5 15,0 2 1-15,0-6-2 0,-2 2 2 16,1-3-1-16,-2 1-1 0,1-5-4 0,0 4 0 0,-3-1 3 16,-1-2-6-16,1-1-2 0,-1-1-5 0,-2 2 1 15,-2-1 4-15,1 2-6 0,0 0 12 0,-5 7 8 16,3-9 0-16,-1 4-8 0,-2 5-1 0,4-6-2 15,-4 6 2-15,0 0 2 0,0 0-2 0,0 0-15 16,0 0 23-16,-13 19-4 0,13-19-5 0,-1 11-3 16,1-4 5-16,5 2-20 0,0 0 12 15,2 0 5-15,2-3-2 0,3-1-2 0,5 2 0 0,11-3-23 16,1 1 19-16,5-3 1 0,0 0-2 0,1 1 3 16,2-3-6-16,-7-3 6 0,-1-3-8 0,-2-1 4 15,-7-1 15-15,0 1-16 0,-4-3-2 16,0-2 3-16,-2-3 0 0,-1-1-2 0,1-5-4 15,-1-1 7-15,1-2-8 0,-4 0 2 0,2-1-3 16,-5-3-16-16,1 1 22 0,-1-1-2 0,-4-1-4 0,4 4 2 16,-2 0 8-16,-3 6 18 0,2 4 6 0,-3 4 7 15,1-1 8-15,-1 4 0 0,-1 8 1 0,3-12-12 16,-3 12-8-16,0 0-6 0,0 0 7 16,0 0 3-16,0 0 7 0,-13 33 0 0,3-9 9 15,1 3-2-15,-2 1 0 0,-1 1 0 0,1-1-3 16,0 3 0-16,-1-2-7 0,5 1 1 0,2 2-9 0,-2-4-3 15,2 3 3-15,-2-2-6 0,1-1 1 0,4-1-13 16,-2 1-29-16,0 0-32 0,0-9-20 16,-2-4-64-16,2 1-51 0,-1-5-56 0,-1 0-69 15,2 0-74-15,-4-4-274 0,0 0-710 0,8-7 314 16</inkml:trace>
  <inkml:trace contextRef="#ctx0" brushRef="#br0" timeOffset="-212721.55">23837 15804 177 0,'0'0'231'0,"0"0"-11"0,0 0-12 16,0 0-5-16,-34 9-18 0,23-4-20 0,-3-1-14 16,-2 3-19-16,-1 0-7 0,-1 0-16 0,1 0-11 15,0-1-9-15,6 0-9 0,2 1-9 0,-1-1-8 16,3-4-6-16,2 4-6 0,-1-3-7 0,3 4-1 15,3-7-4-15,-4 12 2 0,6-6 6 0,1 1 2 16,3 1-4-16,1 1 2 0,4-1-2 0,5 0-3 16,5 0-3-16,-2 0-2 0,9 0-5 0,1 0-7 15,1-4-18-15,0-1-22 0,0 2-21 0,-3-1-28 16,1-4-22-16,-9 3-21 0,1-3-16 0,2-2-21 16,1 1-6-16,-2-3-9 0,-1 2 15 0,2-1 5 15,-2 2 9-15,1-1 9 0,0-1 14 0,0-1 10 16,-1 0 5-16,2 0 14 0,-3-1 8 0,-1-3 14 15,0 2 3-15,-1-2 13 0,-1 0 18 0,1-2 15 16,-8 1 11-16,-2-1 9 0,0-2 32 0,-2 1 11 16,-1 1 10-16,-2-2 12 0,0 2 9 0,-4 0 17 15,2 10 5-15,-7-17-2 0,1 12 4 16,-6-1 0-16,0 3 0 0,-6-1 2 0,-2 7-3 16,-8 1 3-16,-2 5-12 0,0 3 5 0,-4 2 4 0,6-1-5 15,-1 0-7-15,3 2-14 0,8-3-2 0,1 0-3 16,4 0-13-16,1 1-11 0,3-2 9 0,3 0-7 15,3-2-6-15,0 3-4 0,3-5-5 16,5 1 7-16,0 0-12 0,2-2-4 0,4-3-4 0,1 2 1 16,5-3-7-16,2-2-1 0,-1-1-2 0,-1-2-4 15,1-2 3-15,-2-2-2 0,1-1 1 0,0 0 0 16,-3-2-7-16,1-2 2 0,-1-2-9 0,-1-2 4 16,5-4-5-16,-7-3 4 0,4 3 1 0,-3-4-2 15,-2-3-3-15,2 0 7 0,-2 0-10 0,-4-2 3 16,-1 0 6-16,2 1-9 0,-3 1 8 15,-1 2-3-15,-3 8 18 0,2 4 8 0,0 1 2 16,1 4 6-16,-3 8-6 0,0-12-5 0,0 12-2 0,0 0 5 16,0 0 8-16,0 0 4 0,-18 28 6 15,8-5 0-15,-3 1-2 0,-2 3 3 0,2 0 1 16,-2 0-3-16,-1 0-5 0,2 1-5 0,1 2 2 0,-1 0-7 16,3-4-7-16,1 0-1 0,-4-3-19 15,6 0-29-15,3-6-39 0,0-2-47 0,-2 4-44 16,1-4-46-16,3 1-56 0,2-4-68 0,0-1-274 0,-1-4-646 15,2-7 286-15</inkml:trace>
  <inkml:trace contextRef="#ctx0" brushRef="#br0" timeOffset="-212442.2">24415 15925 1611 0,'0'0'99'0,"0"0"-50"0,0 0 5 0,0 0-6 16,0 0 5-16,0 0 4 0,0 0 2 0,-25 13 3 0,21-8 2 15,1 0 4-15,3-5 1 0,-2 10 7 16,1-3-5-16,1-7-3 0,2 8 3 0,-2-8 0 16,7 11 5-16,-4-8 2 0,4 0 6 0,2-1-1 15,1-1 1-15,2 0-3 0,0-1-2 0,1-4 2 16,1 1 1-16,-1 0 0 0,5-4 2 0,-8 1-11 16,0 1 0-16,-1-4-5 0,1 1-12 0,-4-2-5 15,-1-1-2-15,-1 1-5 0,-2-3-1 0,1 2-6 16,-3-2-23-16,-3-2-12 0,-5 1-19 0,3 3-20 15,-4-4-36-15,-2 5-22 0,-2-1-35 0,-3 4-40 16,2-2-46-16,3 3-68 0,-3 2-222 0,5-3-547 16,0 1 242-16</inkml:trace>
  <inkml:trace contextRef="#ctx0" brushRef="#br0" timeOffset="-211979.02">24729 15771 213 0,'-2'12'235'0,"2"-12"-1"16,-7 17-1-16,-2-6-11 0,0 2-3 0,-2 1-9 16,-1 2-6-16,2-1-12 0,1-3-16 0,-2 3-24 15,1-2-7-15,4-2-13 0,-2 3-13 0,2-4-9 16,3 0-18-16,1 1-1 0,0-5-1 0,2-6-13 16,5 13-2-16,2-7-5 0,-2-2-6 0,1 0-7 15,1-2-1-15,7-3-8 0,-4 1-4 0,3-2-5 16,-2-2-4-16,1 0 0 0,6-2-5 0,-7-1-1 15,-1 1-6-15,3-2 0 0,-1-4-5 0,-1 3-3 16,2-3-9-16,-2 1 17 0,-3 2-11 0,1 0-3 16,-3 2 4-16,-2 2-3 0,1 0-4 15,-1-1-3-15,-4 6-2 0,7-4-3 0,-7 4-1 0,0 0 9 16,0 0-8-16,0 0 1 0,0 0 1 0,1 17-3 16,-1-17 0-16,-1 13 5 0,1-13-1 0,-2 13 1 15,2-5 2-15,0-8-2 0,3 14 2 0,1-8-2 16,2 0 1-16,1 0 9 0,1-1-5 0,4-1 10 15,-4-4 1-15,3 1-13 0,1-4 15 16,0 3 15-16,1-4 2 0,-3-1-2 0,2 0 2 0,-2-4-21 16,3 0 20-16,-2-4-1 0,0 0-1 0,-1 2-27 15,-1-4 14-15,-3-1-1 0,1 1-2 16,-4-3-5-16,0 1-8 0,0 2-19 0,-1 1-15 16,-2 2-24-16,2 1-26 0,-4 1-36 0,2 0-46 15,-4 3-51-15,4 7-50 0,-4-8-21 0,4 8 2 16,0 0 7-16,0 0-155 0,-16 11-463 0,10-1 206 15</inkml:trace>
  <inkml:trace contextRef="#ctx0" brushRef="#br0" timeOffset="-211744.67">25062 15970 60 0,'4'1'172'16,"-4"-1"3"-16,12 0-8 0,-12 0-4 0,13-4-5 16,-7 0-9-16,1-5-14 0,-1 3-10 0,1-4-11 15,-2-2-5-15,2 1-3 0,0-4-2 0,2-1 0 16,3 1 3-16,-1-2 0 0,6-4-8 0,3 2 9 0,-1 0 6 15,-3 6 9-15,4-3-12 0,-3 8 3 16,1-1-10-16,-2 5-2 0,-5 1-22 0,1 3 4 16,-1 3-3-16,-2 1-10 0,1 5 8 0,-2 1-9 15,-4 3-4-15,0 3-10 0,1 2-3 0,-3 1-11 16,-2 2 5-16,-2-3-20 0,-1 7-29 0,-3 0-43 16,-3 2-34-16,0-2-49 0,2 2-61 0,1-7-76 15,-7 5-232-15,3-6-537 0,2-3 237 0</inkml:trace>
  <inkml:trace contextRef="#ctx0" brushRef="#br0" timeOffset="-211036">19871 16620 49 0,'1'-8'256'0,"2"4"-27"0,-3 4-20 0,9-7-9 16,-9 7-8-16,12 1-8 0,-3 5-5 16,4 6-6-16,-1 1-6 0,4 8-2 0,-3 6-19 15,1-3-6-15,-1 6-13 0,5 12-5 0,-5-10-16 16,-2-1-2-16,7 13-9 0,-5-13-2 0,-1-1 12 15,-3-2-4-15,4 2-9 0,5-6-4 0,-1 1-13 0,-8-8-7 16,1 0-5-16,1-4-2 0,-4-3 0 0,1 0-1 16,-6-4-3-16,3-1 10 0,-1-1 4 15,2 0 12-15,-6-4-7 0,0 0-8 0,12-3-6 16,-12 3-8-16,14-15-8 0,-4 2-2 0,0-4 3 16,2-6-10-16,2-3-13 0,-2 1 4 0,0-1-2 15,2-2 0-15,0-4-5 0,-2 3-1 0,1-2-9 16,1 0-8-16,-4 0-15 0,3 0 2 0,-1 6-18 15,0 0-5-15,-2 9-11 0,-2-1-14 0,-3 6-17 16,0 1-23-16,-1 1-23 0,-4 9-35 0,5-12-31 16,-5 12-42-16,0 0 1 0,8-7-19 0,-8 7-4 15,0 0-9-15,0 0-164 0,0 0-460 0,23 12 204 16</inkml:trace>
  <inkml:trace contextRef="#ctx0" brushRef="#br0" timeOffset="-210777.91">20594 16769 34 0,'14'14'126'0,"-1"-2"14"16,-3 5 0-16,-2-8 5 0,0 7 2 0,-2-4-4 15,-1 1 1-15,2 2 11 0,-4-2-2 0,1-1-6 16,-1-3-5-16,1 2-2 0,-1 0-6 0,1 0 1 16,0-1-5-16,2 1-5 0,-2-1-7 15,3-2-4-15,2 1-5 0,1-2-10 0,1 0-5 0,2-2-6 16,4 0 0-16,1-2-16 0,0-1-6 0,-3-2-2 16,4-2-6-16,-2 0-3 0,-3-2-1 0,-4-2-5 15,-1 1-1-15,1-3-12 0,-4-3 7 0,2 1-14 16,-4-6 6-16,-1 2-2 0,-2-3-10 15,-5 0 4-15,0 5-7 0,-2 1-7 0,-2 1 4 16,-3 2-6-16,-1 1-21 0,-6 0 10 0,-1 4-14 16,0 1-13-16,-1 4-12 0,1-1-21 0,0 7-24 15,3 0-33-15,-1-1-30 0,2 2-66 0,3-1-26 16,5-1-227-16,-1 2-505 0,8-9 225 0</inkml:trace>
  <inkml:trace contextRef="#ctx0" brushRef="#br0" timeOffset="-210544.56">21210 16721 252 0,'4'-8'254'0,"-4"8"-10"16,5-11-19-16,-5 11-16 0,5-4-16 0,-5 4-3 16,0 0 2-16,0 0-9 0,0 0 4 0,-2 43-7 15,-5-15-14-15,2-2-14 0,0 1-18 16,-5 2-4-16,6 0-17 0,-2-1-15 0,-1 1-4 0,6 0-5 15,-2 0-15-15,0-2-5 0,1-2-23 16,1-6-21-16,1-1-27 0,1 1-29 0,-1-2-51 16,0-5-39-16,-1-1-37 0,2-2-53 0,-1-9-48 0,-1 14-181 15,1-14-476-15,0 0 211 0</inkml:trace>
  <inkml:trace contextRef="#ctx0" brushRef="#br0" timeOffset="-210324.34">21465 16729 222 0,'2'-7'285'16,"-1"0"-23"-16,-1 7-29 0,7-8-10 0,-7 8-10 15,0 0 3-15,0 0-5 0,0 0-11 0,5 31-12 16,-6-16-14-16,-1 4-11 0,2 0-9 0,-2 8-21 16,-3 0-5-16,3 1-15 0,0 0-9 0,-2-1-9 15,-1-1-19-15,1-7-3 0,0 10-15 0,2-9-29 16,0-1-26-16,0 0-27 0,2-2-31 0,1-1-38 15,-2 0-35-15,0-5-40 0,-1 0-40 0,1-4-53 16,-3 0-176-16,4-7-473 0,-6 9 210 0</inkml:trace>
  <inkml:trace contextRef="#ctx0" brushRef="#br0" timeOffset="-209276.99">21287 16975 154 0,'0'0'220'0,"0"0"-12"15,18-14 2-15,-3 7-12 0,11-4-6 0,3 1-14 0,2 4-15 16,2-2-14-16,0 1-10 0,1 1-8 0,0-1-13 16,0-2-4-16,-2 2-25 0,-1 0 7 15,-4 1-11-15,0-1-6 0,-9 4 2 0,-4 0-5 16,-2 0-8-16,0 0 2 0,-3 1 0 0,-9 2-2 16,15-5-3-16,-15 5-12 0,11-3 2 0,-11 3-3 15,0 0-21-15,0 0 12 0,0 0-5 0,0 0-9 16,0 0 6-16,-17 29-6 0,4-15-1 0,2 1-2 15,-6 7 1-15,4-6-9 0,3 1 4 0,-1-1-1 16,3 1-7-16,1-2 4 0,1 2-5 0,1-7 1 16,2-1-3-16,1 2 3 0,2-2-5 15,2 3 4-15,0-6-6 0,4-1 1 0,-2 1 4 0,-4-6-1 16,11 3 0-16,-4-3-3 0,-7 0 2 16,16-1 1-16,-9-1-4 0,-7 2-1 0,15-10-3 0,-7 3 8 15,-2-1-6-15,-1 0 2 0,2-2-1 0,-1 1-4 16,-2-2 1-16,1 0 5 0,-2-2-4 0,-2 2 0 15,1-1-7-15,1 1 3 0,-2 2-1 0,-1 9 0 16,2-13 2-16,-2 13-17 0,2-9 11 16,-2 9 1-16,0 0 2 0,0 0 1 0,0 0-6 15,0 0 5-15,0 0 1 0,0 0 1 0,4 32-3 0,0-22 0 16,-2-1 2-16,3-1-2 0,2 0 2 0,3-1 4 16,1 1 2-16,5-1-4 0,0-2 3 0,1-3-3 15,2 1 4-15,9-3-6 0,-1-4-1 16,-8 0 6-16,1 2-12 0,-5-3 19 0,4-1-2 0,-9 1 0 15,3-1 3-15,-1-1-4 0,2-4-4 16,-5 3 7-16,1-4-8 0,-1 4-9 0,-3-3 14 16,-1 3 0-16,-1-6 2 0,-4 14-2 0,5-19-5 15,-5 19 2-15,-2-17 1 0,2 17 1 0,0 0-6 16,-8-14 1-16,8 14 3 0,-12-3-4 0,12 3 6 16,-19 0-4-16,19 0 2 0,-23 6-8 0,13 1 3 15,-3-1-3-15,4 2 1 0,0-2 1 0,9-6 3 16,-11 15-1-16,7-10-2 0,-1 1 3 0,5-6-8 15,-6 14 6-15,4-8-3 0,2-6 2 0,2 14 3 16,-2-14-2-16,2 17-1 0,2-8-2 0,0 2 0 16,1 4 1-16,1 1 4 0,2 7-1 0,-4 0 4 15,0 6 5-15,-4 2 6 0,0 0 0 0,-4 5 2 16,-5 11-19-16,-4 0 10 0,2-4 8 0,0-8-1 16,2 0-7-16,-3 10 2 0,-1-11-14 0,0-1 15 15,1 0-4-15,-3-2-2 0,-2 1 2 0,1-4 7 16,-1-4-2-16,1-1-7 0,-1-1-28 0,2-6-2 15,-1-3-1-15,5-4 0 0,2-2-4 0,-1 0 0 16,0-4 1-16,2-1-4 0,1-2-1 0,7 0-6 16,-7-11-2-16,7 11 3 0,2-19 3 15,6 5-5-15,6-12 0 0,7 0-1 0,0 0 1 16,14-13-1-16,-2 6 1 0,4-1 5 0,2 0 8 16,-1-3-5-16,3 6 6 0,1-1-1 0,1-2 2 15,-6 1-1-15,8-2 4 0,-3 1 3 0,4-1 9 16,-1 4-6-16,-4-1 1 0,-1 0 2 0,-5 0 3 15,-6 10 3-15,-3-4-3 0,0 0 1 0,-3 3 12 0,-4-3-4 16,-2 0 1-16,-3 3 9 0,0 2 2 16,-7 5 8-16,-1 5 12 0,-3 2 3 0,-3 9 0 15,7-14 0-15,-7 14 1 0,0 0-8 0,0 0 2 16,0 0 9-16,0 0 12 0,-48 19 2 0,24-2 2 16,1 0-2-16,0 5 10 0,1 0-13 0,6 4-5 15,0-2-2-15,2 0-3 0,3 0-8 0,3 0 1 16,4 2 4-16,4-7-14 0,6 1-3 0,5 1-15 15,8-2-32-15,5-1-31 0,7-3-34 0,4 0-31 16,13-3-31-16,2 1-18 0,2-3-16 0,-3 0-5 16,-11-4-12-16,-1-2 1 0,-2-2-5 0,-4-1 9 15,-2-1 6-15,0 2 14 0,-1-7 7 0,3 0-90 16,-4-1-286-16,4-4 127 0</inkml:trace>
  <inkml:trace contextRef="#ctx0" brushRef="#br0" timeOffset="-209195.86">23215 17206 504 0,'28'-13'-10'15,"-3"0"33"-15,-9 4 34 0,1 0 18 0,-8 3 12 16,-1-2-7-16,-4-1-10 0,-4 9-2 0,3-12-16 15,-3 12-2-15,0 0-8 0,-3-18-37 16,3 18-58-16,-12-16-122 0,12 16-191 0,-26-16 85 16</inkml:trace>
  <inkml:trace contextRef="#ctx0" brushRef="#br0" timeOffset="-208228.73">3819 15389 1790 0,'2'-32'9'15,"-4"1"-12"-15,2 5 42 0,-1 2 53 0,1 7-23 16,0 5-17-16,0 2-17 0,0 4-12 0,0 6-4 16,3-10-2-16,-3 10 3 0,0 0 8 0,0 0 12 15,16 13 5-15,-8 0 10 0,5 15 12 0,2 1 7 16,1 17 11-16,-1 9-2 0,-2 2 5 0,2 32-3 15,-6-6-2-15,1-1-1 0,-9 0-4 0,2-26 0 16,3 31-8-16,-1-1-1 0,-2-6-1 0,0-25-22 16,3 2-26-16,0-1-2 0,-1-2-2 0,-2 0 0 15,-1-3 0-15,5 3-3 0,-3-2-1 0,-3-2-3 16,-1 0 3-16,-1-2-5 0,1-12-1 0,-3 10-1 16,1-15-12-16,-1-2-19 0,3-5-15 0,1-5-28 15,-1-2-27-15,-1-6-50 0,2-3-50 0,-1-1-39 16,2-1-219-16,-2-6-491 0,0 0 218 15</inkml:trace>
  <inkml:trace contextRef="#ctx0" brushRef="#br0" timeOffset="-204891.28">3748 14969 68 0,'19'3'83'0,"-5"-2"1"16,4 3-9-16,10-1 0 0,3 2-2 0,0-1 6 15,3-1-8-15,17-1 2 0,3 2-8 0,-2-3-1 16,4 2 1-16,2-1-3 0,5 5-3 16,1-10-1-16,28 4-6 0,-29 1 2 0,29-1-5 15,-24 0 2-15,33-1-1 0,-6 0 4 0,0 3-6 0,4-2-4 16,4-1 1-16,3 5-1 0,-3-2-7 0,3 1 8 16,3-3-11-16,-2 3-1 0,-1-2-1 0,5-1-6 15,-1 2-6-15,4 1 3 0,-1-1-1 0,1 0-1 16,-1 0-5-16,-6 1 3 0,3 1-5 0,4-5 3 15,1 4-4-15,-4 2-2 0,-3-5-2 16,-1-1 2-16,2 3-6 0,-2 0 5 0,2-3 2 0,-4 3-6 16,0 0 3-16,2-2-6 0,-6-1-1 0,3 3 2 15,-3 1-2-15,0-3 7 0,0 0-3 0,0-2-4 16,4 0 2-16,2 1 4 0,-6-5-6 16,4 3 0-16,-1 2-2 0,0 0 5 0,-6-3-2 15,4 2 3-15,3-4 1 0,-2 1 1 0,-1 3-2 16,1-1 8-16,-4-2-3 0,2 1 1 0,-7 0 4 0,6 2-2 15,0-2-1-15,1 1 0 0,0 1 7 0,-3-5-9 16,0-1 0-16,1 2 3 0,2 0-5 16,-4 1 9-16,0-1-11 0,3-1 2 0,0 0-2 15,0 2-2-15,4-2-1 0,-8 1 4 0,1 3-2 16,-2-1 3-16,3 2 0 0,-1-1 0 0,0 2-2 16,-4-2 0-16,-2 0 0 0,-24 4 0 0,27-1 0 0,-2 3-2 15,0 1 2-15,-27-2-1 0,25 1 2 16,-2 2-3-16,-21-5 1 0,30 4 0 0,-6-3-2 15,2 1 0-15,-28-2 2 0,33 3-5 0,-8 0 3 16,-22 1 0-16,27-6-3 0,1 2 3 0,-4 2-1 16,2-2-1-16,-1 1-2 0,-2 1 2 0,-25-4-2 15,32 2 2-15,-5 2 0 0,1-4 2 0,-5 2-1 16,2-1-5-16,0 0 5 0,-28 0-4 0,32 3-3 16,-30-2 1-16,32 1 4 0,-5-2-2 0,-25-2 4 15,24 1 0-15,-24-2-1 0,29 4-6 0,-1-2 5 16,-2-2 0-16,0 3-2 0,4-1-1 0,-31-1 1 15,28 7-4-15,-2-8 5 0,2 3 4 0,-4 0-2 16,1 0-5-16,-2-2 3 0,5 0 1 0,-28 2 6 16,31 1-9-16,-2 5 0 0,-6-6 2 0,1 1 0 15,-27-1-1-15,29 0 1 0,-29 3 2 0,36-3-1 16,-5-2-3-16,-30 4 9 0,28-2-7 0,-29 0 2 16,3 1-6-16,28 1 4 0,-29-5 1 0,27 3-2 15,-28 0 2-15,2 0 0 0,26 0-3 0,-29 0 2 16,28-2 2-16,-30 4-2 0,-1-2-2 0,5 0 0 15,0 0 1-15,32 0 0 0,-38-2 3 0,8 2 1 16,-2 0-4-16,28-1 0 0,-2 1-1 0,-29-3 3 16,2 2-6-16,30-3 3 0,-32 3 1 0,4 0-1 15,-1 1-2-15,27-3 6 0,-28 2-5 0,1 1 7 16,1-1-6-16,26-1 4 0,-27 2-3 0,-1 0-1 16,3 2 1-16,23-4-2 0,-29 2 5 0,0-2-5 15,0 2 3-15,3 0 0 0,1-2 1 0,25 2 2 16,-28-1-3-16,5 1 2 0,25 0-2 0,-27 1 0 15,25 1-1-15,-29-4 1 0,4 1 0 0,31-2-3 16,-31 3 5-16,-1 2-2 0,28-4 0 0,-28 1 2 16,4 2 4-16,22-3-9 0,-25 2 0 0,-1-4 7 15,28 2-3-15,-32 3-1 0,2-1-3 0,29 3 3 16,-30-5-2-16,0 2 2 0,6 0 0 0,23 0-3 16,-26 0 4-16,28-1-1 0,-29 2-2 0,2-1 0 15,30 0 0-15,-31 0 1 0,2 2 2 0,28 0-4 16,-33-2 6-16,0 2-3 0,1 1 3 0,1-4-8 15,3 5 7-15,-3-6-3 0,3 5 2 0,-4-4-1 16,1 1 0-16,-2 1 0 0,0-1-1 0,-2 0 1 16,5 0 0-16,-5 1 1 0,1 3-4 0,-4-3 4 15,6 1-2-15,-3-2 2 0,3 3-2 0,1 1 1 16,1 0-7-16,1-2 9 0,-1 4-11 0,0-2 0 16,-4 1 4-16,0-1-9 0,0 2 3 0,-5-5 3 15,0 2-1-15,-2 0 2 0,-14-2-2 0,14 2 3 16,-14-2 0-16,12-1 0 0,-14 1 2 0,3-1 0 15,0 1 3-15,0-1-3 0,0 3 1 0,-1-3-2 16,1 0 1-16,-3-1-1 0,-1 2 0 0,-3 0 2 16,0-2 1-16,-2-2 0 0,0 3 2 0,-2-1-4 15,-9 0 0-15,0-1 4 0,-1 0-1 0,-3-2 0 16,-3 1 0-16,-4 2 6 0,2-2 5 0,-11 3 6 16,13-3-2-16,-13 3-2 0,13-6 1 0,-13 6-2 15,8-1-2-15,-8 1 1 0,0 0 0 0,11-3-2 16,-11 3-1-16,0 0-3 0,12-2-1 0,-12 2 0 15,9-3 2-15,-9 3-1 0,0 0 3 0,0 0-5 16,13-3 1-16,-7 2 3 0,-6 1 0 0,8 0 6 16,-8 0-1-16,6-3 3 0,-6 3-1 0,0 0-3 15,9-1 2-15,-9 1 3 0,6-3-7 0,-6 3-1 16,0 0 5-16,10-2-2 0,-10 2 0 0,9-1 1 16,-9 1-2-16,8 0 1 0,-8 0-5 0,0 0 1 15,10 6 5-15,-10-6-5 0,5 5 2 0,-1 0-2 16,-4-5 1-16,4 10 2 0,-1-4 0 0,-2 1 2 15,2 3-2-15,-1-2 2 0,0 5 2 0,-4-3 3 16,2 2-3-16,2 0-2 0,-4 5-1 0,2 0 1 16,-2-2 0-16,-1 2 1 0,-1 0 2 0,0 0-2 15,2 1 1-15,-2 2-1 0,-4-1 1 0,3-2 2 16,-1 5 4-16,1-2 0 0,-1-1-1 0,-4 7 1 16,4-4 3-16,0-2 2 0,-3 3-1 0,-5 4-1 15,3-3-2-15,2 2 3 0,2 0-3 0,-4-2 0 16,4 2 0-16,-3-2-3 0,1 2-2 0,1-2-5 15,-1 0 5-15,4-5-4 0,-4 5 3 0,1 1-3 16,4-2 2-16,-1-3-1 0,-2 5 1 0,2 1 4 16,-1 0-1-16,4 0 0 0,-3-1 0 0,3-1 2 15,-3 4-2-15,0-3-2 0,-1 2-2 16,3-8 2-16,1 6 1 0,-2 4-1 0,0-4 2 16,3-1-3-16,-3 2 2 0,-1-1-3 0,-1 0-1 0,3 3 2 15,-1-4 3-15,4 4-2 0,-5-1-26 0,2 1 4 16,2-1 2-16,-5-1 6 0,1 1-6 15,2-2 9-15,-1 1-2 0,4 2 4 0,-2-8 1 16,2 8-1-16,-2-9 4 0,-1 8 3 0,1-1-7 0,0 0 1 16,0 0 0-16,-1 3 2 0,1 3 1 0,-3-3-2 15,3 0 1-15,-3 0 1 0,3 0 0 16,0-1-2-16,-2 3 2 0,-1-2 0 0,1 3 30 0,-1-3-5 16,0 0-4-16,-3 4 2 0,-1-1-1 0,-2-4-9 15,2 3-2-15,2 0-2 0,-3-2 5 0,-1 1-5 16,2-2-1-16,1 4 0 0,-4-3 2 0,2 1-11 15,0 1 7-15,-1-4-1 0,4 4 1 16,-3-5-2-16,0 5 2 0,1-6-8 0,1 4 5 16,3-1-3-16,-6 0-18 0,2-2 22 0,2-2-6 15,-1-6-3-15,-3 5 1 0,3 1-17 0,1-6-10 16,-2 1 7-16,-2 4-1 0,2-5 2 0,-3 3 0 16,-1-4 2-16,-3 7 2 0,1-4-2 0,1-4 5 15,-1 4 0-15,5-5 1 0,10-15 2 0,-25 32 0 16,25-32-5-16,-24 28-2 0,24-28 3 0,-23 28 0 15,23-28 8-15,-22 26-1 0,22-26-2 0,-18 19 2 16,18-19 3-16,-19 17-3 0,19-17 1 0,0 0 2 16,-25 25-4-16,25-25 0 0,0 0-1 0,-28 18 5 15,28-18-3-15,-22 10 0 0,22-10 3 0,0 0-3 16,-36 13 5-16,36-13 0 0,0 0-4 0,-43 5-1 16,43-5 1-16,-35 3 3 0,35-3-3 15,-37 0-1-15,37 0-2 0,0 0 5 0,-59-3 14 16,59 3 0-16,-42-4 3 0,42 4-9 0,-59-5-10 0,31-1 15 15,-4 0-8-15,32 6-1 0,-61-8-1 0,28 2 1 16,-2-1-7-16,-1-2 6 0,-1 1-7 0,-1 0 9 16,0 1-1-16,-16-4-4 0,-2-1 4 0,3 2-1 15,-4-2-4-15,-2-2 1 0,0 4 1 16,0-2-6-16,-4-1 6 0,1 3 1 0,-3 1-5 16,1-3 0-16,-1 1-8 0,2 0 10 0,1 3 0 15,-1-3 4-15,-3 0-5 0,-26-5 3 0,29 5 0 16,2 1-1-16,-1 1-1 0,-27-1 3 0,29-1-3 15,-2 3 2-15,-27-6-1 0,28 5 1 0,-2 4-2 16,0-5-3-16,-3 2 1 0,-22-5 4 0,20 7-8 16,4-2 3-16,-28-3 2 0,27 2 4 0,-24-1-10 15,26 2 6-15,0 2 2 0,-1 1-4 0,-2-3-1 16,1 0-2-16,-1 0 12 0,-24-4-7 0,27 5 1 16,-1-5 1-16,-1 2 9 0,-27-2-7 0,27 7-6 15,-25-4 5-15,29 2-2 0,-28-9-7 0,28 11 10 16,-27-6-6-16,30 3-1 0,-8 2 11 0,0 1-5 15,-25-3 7-15,27 2-8 0,-25-6-7 0,25 6 8 16,-26-2-5-16,30 2-1 0,-6-3 4 0,1 4-3 16,-23-12 2-16,-6 9 1 0,33 2-2 15,-29-2 0-15,30 4 4 0,-6-3-3 0,-29 2-1 16,28-4 2-16,-23 3 0 0,26 1-2 0,-29-3 1 16,31 3 5-16,-36-5 1 0,32 3-11 0,-26 1 8 15,27 2 4-15,-31-5-15 0,6 3 7 0,26 2 5 16,-32-6-3-16,6 3-7 0,27 1 1 0,-31-1 9 15,0 0 3-15,27 0-7 0,-25 0 0 0,0 2-1 16,2-3 1-16,-3 1 5 0,25 5 0 0,-26-3-10 16,0-3 6-16,1 3-2 0,-3-3 0 0,4 4-2 15,-5 1 10-15,-3-1-11 0,3-3 12 0,1 1-4 16,-3-3-6-16,0 5-4 0,-6-1 9 0,2 1-2 16,-1-1 1-16,0-1-6 0,1 3 8 0,1 0-4 15,-5-1-6-15,2-1-3 0,-4 5 15 0,7-5-8 16,-5 3 2-16,3-1 0 0,-4-2 0 0,0 3-5 15,-2-2 4-15,-2-1 3 0,-6-1-7 0,4 5 11 16,2 2-4-16,-7-4-3 0,0-1-1 0,-1 2 8 16,-1-2-6-16,-2 3 4 0,7-1-1 0,-3-1 2 15,-1-1-5-15,3 4-3 0,-4-5-1 16,4 3 8-16,-4-3-6 0,1 3 5 0,0 1-5 16,1-3 3-16,-2 1-4 0,-1-1 6 0,1-2-7 15,-3 5 4-15,3-2-1 0,-5 0 4 0,3 3-4 16,-1-6-2-16,1 3 0 0,4-1 6 0,-2 0-6 15,-1 0 9-15,2 4-4 0,3-2-5 0,-3-1 10 0,6 4-10 16,-4-3 6-16,7 0-4 0,-3 0 4 0,2 0-7 16,-2 0 8-16,3 2 3 0,0-1-5 0,5-2-1 15,0 3 2-15,2-3-3 0,-2 0-5 16,8-3 10-16,2 5-8 0,-1 0-1 0,-2 2 4 16,6 2-4-16,0-5 10 0,30 5-6 0,-5 0-3 15,-27-6 7-15,3 4 0 0,29-1-2 0,0 0-3 16,-26 0 7-16,26 0-3 0,-2 0-5 0,0-1-3 15,0 2 4-15,2 1 5 0,0-2-3 0,-1 4-6 16,0-4 13-16,-2 1-12 0,0 1 5 16,2 0 0-16,-1 1-5 0,2 1 12 0,0-1-13 0,-2 4 6 15,0-3 1-15,-25-1-10 0,33 1 12 16,-4 2-7-16,-30 2 4 0,32-4-3 0,-3 1-1 16,0 1 0-16,-3 2-1 0,1-4 7 0,0 4-4 15,-24 0-2-15,28-1 4 0,-4 0 0 0,-1-3-1 0,-26 4-10 16,28-3 13-16,-3-1 3 0,-1 1-4 0,-23 7-2 15,23-7-6-15,-23 4 6 0,24-7 3 0,-28 7-2 16,29-2 1-16,-27 0-6 0,29-4-3 0,-29 6 3 16,28-4-2-16,-29 2 1 0,30-3 8 15,-2-2-6-15,-1 1-1 0,-25 2 5 0,29-2 1 16,0 1-4-16,-1 2 2 0,-2-3 3 0,2-3-5 16,2 3-1-16,1 1 4 0,1-2-6 0,3-2 3 15,2 4 1-15,4-4 5 0,10 2-2 0,0-2 3 16,0-2-8-16,2 5 3 0,0-2 0 0,3-2 0 15,2 1 3-15,1-3 3 0,3 3-13 0,2 0 0 16,6-1 5-16,2 0 6 0,0-1-6 0,7 2 5 16,1-1 6-16,-2 0-4 0,13 1-5 15,-18-1 2-15,18 1 1 0,-14 0 4 0,14 0-12 0,0 0 5 16,-13-2 7-16,13 2 1 0,0 0-10 0,0 0 4 16,0 0-3-16,-14-1 10 0,14 1-9 0,0 0 3 15,0 0 3-15,0 0-5 0,0 0-4 0,0 0 12 16,0 0-14-16,0 0 4 0,0 0 2 0,0 0 0 15,-10-2 0-15,10 2-3 0,0 0 3 0,0 0-8 16,0 0-8-16,0 0-8 0,0 0-8 0,0 0-15 16,0 0-6-16,0 0-13 0,0 0-14 0,0 0-18 15,0 0-5-15,0 0-33 0,0 0-38 0,0 0-32 16,0 0-35-16,-10-11-33 0,10 11-160 16,-3-11-470-16,3 11 208 0</inkml:trace>
  <inkml:trace contextRef="#ctx0" brushRef="#br0" timeOffset="-204037.84">4006 16638 103 0,'0'0'126'0,"0"0"-3"16,0 0-4-16,0 0-10 0,4-13-12 0,-4 13 0 15,0 0-10-15,0 0-9 0,0 0-7 0,0 0-3 16,0 0-15-16,0 0 1 0,0 0-21 0,0 0 10 15,0 0-6-15,0 0 1 0,0 0-6 0,0 0-3 16,0 0 3-16,0 0-3 0,0 0-6 0,0 0 7 16,0 0 7-16,0 0-3 0,0 0-6 0,14 37 2 15,-10-26 2-15,-2 4 5 0,-2-15-1 16,2 29 9-16,-2-11 1 0,0 1-3 0,-2 8 2 16,1 0 0-16,1 0-1 0,-1 0-5 0,-2-2-1 0,1 4-3 15,-1-2 3-15,1 3 0 0,-1-3 1 0,-2 0-5 16,1-1-3-16,0 1 6 0,0 1 3 0,-1-4-4 15,-2 1 4-15,2-1-9 0,-1-7 0 0,1 0-3 16,1-2 0-16,0 0-4 0,1-2-3 0,-1 0 15 16,0-1-4-16,4-12 0 0,-6 20-5 15,3-10-2-15,3-10 2 0,-4 17 4 0,2-8-5 16,2-9-3-16,-4 13-5 0,4-13 1 0,-4 10 0 16,4-10-5-16,0 0-10 0,0 0 11 0,-6 15-2 15,6-15-2-15,0 0 7 0,0 0-2 0,-7 11-3 16,7-11-9-16,0 0 9 0,0 0 2 0,0 0 1 15,-2 10-4-15,2-10-3 0,0 0 1 0,0 0-2 16,0 0 0-16,0 0-10 0,-9 7-6 0,9-7-15 16,0 0-24-16,0 0-24 0,0 0-32 0,0 0-52 15,0 0-32-15,0 0-237 0,0 0-458 16,0 0 203-16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6T10:41:08.2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11715 7151 12 0,'0'0'13'15,"0"0"-6"-15,0 0-4 0,0 0-3 0,0 0 1 16,0 0-7-16,0 0-7 0,0 0 19 0,0 0-11 0,0 0-3 15,0 0 2-15</inkml:trace>
  <inkml:trace contextRef="#ctx0" brushRef="#br0" timeOffset="3022.48">12778 7146 25 0,'0'0'35'0,"5"-5"1"16,-5 5-5-16,0 0 0 0,0 0-6 0,0 0-3 16,0 0-2-16,0 0-6 0,4-3 2 15,-4 3-4-15,0 0-2 0,0 0 3 0,0 0-2 0,0 0 3 16,0 0 9-16,5-4-8 0,-5 4-4 0,0 0-3 15,0 0 5-15,0 0-4 0,0 0-1 0,0 0 3 16,7-3-4-16,-7 3-2 0,0 0-4 0,0 0-1 16,0 0 4-16,0 0 2 0,0 0 0 0,0 0-1 15,0 0 1-15,0 0-7 0,0 0 7 0,0 0-1 16,0 0 1-16,0 0-2 0,0 0-2 0,0 0-2 16,0 0-1-16,0 0 8 0,0 0 3 0,0 0 2 15,0 0-3-15,0 0-3 0,0 0 2 0,0 0 0 16,0 0-1-16,0 0-5 0,0 0 3 0,0 0 0 15,0 0-6-15,0 0 3 0,0 0 1 0,0 0 1 16,0 0-1-16,0 0-2 0,0 0 0 0,0 0 5 16,0 0-4-16,0 0 0 0,0 0-4 0,0 0 2 15,0 0-1-15,0 0 0 0,0 0 0 0,0 0 4 16,0 0-7-16,0 0 3 0,0 0 3 0,0 0 1 16,0 0-4-16,0 0 1 0,0 0-1 0,0 0 9 15,0 0-11-15,0 0 3 0,0 0 0 0,0 0 3 16,0 0-4-16,0 0-1 0,0 0 3 0,0 0-6 15,0 0-8-15,0 0-7 0,0 0-14 0,0 0-15 16,0 0-28-16,0 0-82 0,0 0 37 0</inkml:trace>
  <inkml:trace contextRef="#ctx0" brushRef="#br0" timeOffset="4938.57">18507 6652 45 0,'0'0'47'0,"-15"2"-2"0,9-2-8 15,-3 1 0-15,2 0 1 0,7-1 4 0,-16 0-3 0,8 1 1 16,8-1-1-16,-18 0-4 0,12 2 0 0,6-2-3 16,-13 1 4-16,13-1 0 0,-12 0 1 0,12 0-3 15,-10 1-4-15,10-1 2 0,0 0 0 16,-11 0-9-16,11 0-1 0,0 0-1 0,0 0 1 0,-10-1 10 15,10 1 1-15,0 0-14 0,0 0 7 0,0 0-7 16,0 0 2-16,0 0 7 0,0 0 16 16,39 5 4-16,-11-5-6 0,8 2 14 0,24-4-11 15,4 1-1-15,32 0-3 0,-6-1 1 0,8 0-5 0,-5-1-3 16,4-1 4-16,-1 2-2 0,-4-2 0 0,3 0 2 16,4-1 1-16,-3 2-1 0,1 1-2 0,-4-1-9 15,2-1 1-15,-3 2-2 0,-29-2-5 0,2-1-2 16,0 1-2-16,-1 0 6 0,-5 3-4 0,-6-4-1 15,-3 1-1-15,-14 4-2 0,-5-4 3 0,-2 3-1 16,-8-1 3-16,-1 2 1 0,-1 0-2 0,-6-2 0 16,0 4 1-16,1-2-3 0,-4-2 3 0,1 2 6 15,-3 0-2-15,-8 0-1 0,13 0 0 0,-13 0 1 16,10-1 1-16,-10 1 5 0,0 0 3 0,10 0-2 16,-10 0 3-16,0 0 2 0,8 0-6 0,-8 0 4 15,0 0-5-15,0 0 1 0,0 0-4 0,0 0-1 16,0 0-2-16,0 0 0 0,0 0-1 0,9 0-2 15,-9 0-2-15,0 0 0 0,0 0-2 0,0 0-2 16,0 0-3-16,0 0-1 0,0 0-1 0,0 0 0 16,0 0-2-16,0 0-15 0,0 0-31 0,0 0-45 15,0 0-57-15,0 0-37 0,0 0-50 0,-22 6-125 16,2-2-381-16,-11-3 168 0</inkml:trace>
  <inkml:trace contextRef="#ctx0" brushRef="#br0" timeOffset="30095.35">12736 9196 102 0,'0'0'103'0,"-10"-6"-7"0,10 6-3 16,-4-5-7-16,4 5-8 0,0 0 0 0,-6-4-13 15,6 4-5-15,0 0-5 0,0 0-9 0,-3-7 1 16,3 7-8-16,0 0 6 0,0 0-2 0,0 0 15 15,16-5-6-15,-5 3 3 0,0 0-8 0,6 1 6 16,4-3-11-16,8-1 2 0,3 0-8 0,6 0-1 16,16-4-3-16,7-4-1 0,29-4-3 0,8-2-3 15,2 1 0-15,1-4-3 0,16 1-2 0,1 2-3 16,15-2-14-16,-1-1-13 0,3 3-21 0,0-1-21 16,-7 4-28-16,0 0-15 0,-7 7-32 0,-9 2-84 15,-12-1-230-15,-9 4 102 0</inkml:trace>
  <inkml:trace contextRef="#ctx0" brushRef="#br0" timeOffset="30438.53">15422 8661 111 0,'0'0'109'0,"-4"-6"-4"0,4 6-3 0,0 0-3 15,0 0 4-15,0 0-3 0,0 0-2 0,0 0 3 16,0 0-12-16,0 0 1 0,0 0 1 15,0 0 3-15,0 0-10 0,0 0-2 0,0 0-4 0,0 0-1 16,0 0-11-16,7-12-8 0,3 6-4 0,16-9-20 16,4-4-42-16,21-11-50 0,29-11-50 0,0 4-168 15,3 0-298-15,3-11 133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4T05:30:59.9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2669 3038 10 0,'-7'-8'116'0,"7"8"5"0,-8-10 6 0,4 7-6 16,0-3-3-16,4 6-5 0,-6-8-9 0,2 5-4 15,4 3-12-15,-8-5-6 0,8 5-11 0,-6-4-7 16,6 4-13-16,0 0-6 0,0 0 1 0,-24 9-10 16,17 1 2-16,-2 4-4 0,-3 3-8 0,-8 4 3 15,4 4 0-15,2 2-4 0,-2 0-7 0,1 5 5 16,1-1-6-16,0 1 1 0,4 1-2 0,-3 0-4 16,6 1-1-16,0-1 5 0,-2 1-1 0,4 1-4 15,4-3 6-15,2 2-4 0,-2-1-2 0,4 1 1 16,-1-2-6-16,5-1 5 0,-3 0-5 0,2-3 4 15,1-1-3-15,1 0 3 0,4-3-2 0,-4-6 0 16,6 7 1-16,-4-11 2 0,3 1-7 0,4-2 1 16,-3 0 2-16,5-4-1 0,-4 0 3 0,4-3-2 15,2-3-4-15,6-1 6 0,-8-5-7 0,9 0 7 16,1-5-3-16,2-3-1 0,-2-5-3 0,5-3 2 16,-2-2-1-16,-2 0 4 0,9-9 0 0,-11 6 3 15,-1-1-1-15,5-12-1 0,-12 10-2 16,5-15 0-16,-12 12 0 0,4-14 3 0,0 2-6 15,-10 7 2-15,3-10-4 0,-3-1-2 0,-5 10 6 0,-3-9-10 16,0 9 2-16,-4-15 3 0,1 5-5 0,-6 10 4 16,-1-9-4-16,1 13 2 0,-2 0-2 15,0 1 4-15,-1 4-4 0,0 3 2 0,-1 3-3 16,2 6 2-16,0 1 2 0,-1 4 0 0,1 1 4 16,-4-1-8-16,1 6 0 0,1 2 4 0,-4 4-1 15,-2 0-1-15,-9 7-1 0,1 4 2 0,-2 3-3 16,-1 3 0-16,-10 10 1 0,3 2 4 0,-1 1-7 15,1 0 7-15,0 1-4 0,13-7 6 0,5 2-4 16,1-3 2-16,3 0-2 0,4-1 0 0,8-4 3 16,1 5 0-16,6 1 3 0,1-7-6 0,3 5 0 15,6 0 1-15,1-2-2 0,4-1 7 0,1 0-6 16,4-1 2-16,3-3-1 0,1 1 3 0,-1-2-1 16,4 1 2-16,-1 1 5 0,-1-1-8 0,-3-1 1 15,-1 2-5-15,-1-2 7 0,1 1-4 0,-10-5-1 16,3 2 3-16,-4 0 2 0,1-2-2 0,-3 1 0 15,-2 0 5-15,-1-3-6 0,-2 1 4 0,2 2-4 16,-4-2 1-16,-2 0-7 0,2-2-19 16,-4-9-19-16,5 17-17 0,-5-17-15 0,3 15-22 0,-3-15-27 15,1 13-20-15,-1-13-79 0,0 0-242 16,0 0 108-16</inkml:trace>
  <inkml:trace contextRef="#ctx0" brushRef="#br0" timeOffset="190.87">3212 3451 171 0,'0'0'189'0,"0"0"-17"0,0 0-10 16,8-9-15-16,-8 9-14 0,0 0-18 0,0 0-7 16,0 0-17-16,0 0-10 0,0 0-18 0,0 0-20 15,0 0-30-15,0 0-37 0,0 0-50 0,0 0-48 16,15 27-90-16,-13-18-228 0,-2-9 101 0</inkml:trace>
  <inkml:trace contextRef="#ctx0" brushRef="#br0" timeOffset="444.9">2650 4117 19 0,'-8'3'160'15,"3"0"-17"-15,-1 1-12 0,6-4-15 0,-9 4-8 0,9-4-8 16,-5 6-10-16,5-6-7 0,0 0-3 0,9 11-6 16,2-9-4-16,7-2-8 0,14 0-4 0,8-3-7 15,14-6-29-15,6-1-20 0,2-6-11 0,29-13-28 16,-27 14-24-16,25-11-13 0,-27 8-14 0,24-4-96 15,-28 5-198-15,2 4 87 0</inkml:trace>
  <inkml:trace contextRef="#ctx0" brushRef="#br0" timeOffset="573.79">3819 3872 49 0,'11'-2'89'0,"-11"2"8"0,0 0-13 0,0 0 7 16,0 0-9-16,0 0 0 0,0 0-3 15,0 0-14-15,0 0-8 0,0 0-2 0,0 0-6 16,0 0-33-16,0 0-25 0,0 0-55 0,0 0-73 15,0 0-149-15,0 0 65 0</inkml:trace>
  <inkml:trace contextRef="#ctx0" brushRef="#br0" timeOffset="5762.46">21589 3921 46 0,'0'0'67'0,"-8"-1"0"0,8 1-4 0,-12 0-10 0,12 0 7 15,-9-1-2-15,9 1 17 0,0 0-13 16,-9 2 0-16,9-2-5 0,0 0-1 0,0 0-9 0,-10-4 12 16,10 4-28-16,0 0 8 0,0 0-5 0,0 0 0 15,0 0-3-15,0 0 4 0,0 0-22 16,0 0 14-16,0 0-7 0,0 0 7 0,0 0 3 0,0 0-4 16,0 0-9-16,0 0 3 0,0 0 14 15,0 0-14-15,37 0-3 0,-24 0 9 0,2 0-4 16,3-2-1-16,4 2-1 0,-3-1 3 0,8-2-3 0,1 2 0 15,0 0 8-15,-6 0-8 0,6 0-6 0,-1-1 6 16,0 0-2-16,-7 2-1 0,11-1-2 0,-2-1 1 16,2 0 1-16,-2 2-6 0,1 0 4 15,0 0-1-15,0-2-4 0,-2 1 5 0,-5-1-9 16,5 1 5-16,-2 1-5 0,-5 0 2 0,1-1-2 16,6 1 0-16,-9-2-1 0,2 2 2 0,0 0-5 0,0 0 3 15,-1-1-2-15,1 1 0 0,-2 0 2 0,0 0-5 16,0 0 2-16,1 1 8 0,0-1-9 15,2-1 4-15,-2 0-3 0,1 1 5 0,2 0 3 16,-5-2-4-16,1 1-1 0,-1 1 0 0,2-1 2 16,-1 1 1-16,-1 0 3 0,4-1-6 0,-3 2 6 15,-2-2 0-15,-5 0-4 0,1 2 0 0,0-1 0 16,2-1 2-16,-3 1-5 0,-12 0 0 0,20 0-3 0,-20 0 4 16,16-3 0-16,-16 3-5 0,14 0 0 15,-14 0-2-15,16 1 10 0,-4-1 1 0,-5 0 2 16,-7 0-2-16,16 2-2 0,-10-1-2 0,-6-1 1 15,16 0 0-15,-16 0-3 0,11-1 2 0,-3 1 8 16,-8 0-9-16,10 2 3 0,-10-2-4 0,13 2 1 0,-13-2 3 16,7 0 1-16,-7 0-5 0,9 0-1 15,-9 0 4-15,12 2-4 0,-12-2-7 0,9-2 11 16,-9 2 1-16,14 2 6 0,-4-1-4 0,-4 0-1 16,-6-1 1-16,13 0 0 0,-13 0 2 0,13 0 1 15,-7 0-11-15,-6 0 4 0,12 0 4 0,-3 2-4 0,-9-2 4 16,18 1 2-16,-8 0-2 0,3-2-1 0,0 2 3 15,0 1 1-15,4-4-2 0,1 4 2 16,-5-2-5-16,0-2-2 0,-3 4 3 0,9-2 0 16,-9 1 1-16,1-1-5 0,-1 2 2 0,0-2 1 15,0-2 0-15,-10 2-4 0,15 0 1 0,-8 0 2 16,-7 0 1-16,13 2-7 0,-13-2 3 0,10-2-5 16,-10 2 6-16,0 0-1 0,9 0 1 0,-9 0-1 15,0 0 0-15,8 2 4 0,-8-2-3 0,0 0 4 16,0 0-2-16,0 0 5 0,0 0 3 0,0 0-3 15,0 0 1-15,0 0 0 0,11-2 2 0,-11 2 2 16,0 0-1-16,0 0-4 0,0 0 3 0,0 0 0 16,0 0-7-16,0 0 4 0,0 0-3 0,0 0-1 15,0 0-1-15,0 0 3 0,0 0-4 0,0 0 3 16,0 0-1-16,0 0-2 0,0 0-1 0,0 0-3 16,0 0 0-16,0 0 1 0,0 0 3 0,0 0-4 15,0 0 1-15,0 0-2 0,0 0 1 0,0 0 3 16,0 0-5-16,0 0 3 0,0 0-1 0,0 0 3 15,0 0 0-15,0 0-9 0,0 0-3 0,0 0-13 0,0 0 0 16,0 0-9-16,0 0-5 0,0 0-9 16,0 0-8-16,0 0-17 0,0 0-8 0,0 0-18 15,0 0-15-15,0 0-3 0,0 0-19 0,0 0-8 16,0 0-9-16,0 0-98 0,0 0-265 0,0 0 118 16</inkml:trace>
  <inkml:trace contextRef="#ctx0" brushRef="#br0" timeOffset="7916.78">21586 3874 40 0,'0'0'45'0,"0"0"-1"0,-4-5 1 0,4 5 5 16,0 0 4-16,0 0 1 0,0 0 7 0,0 0-4 15,0 0-5-15,0 0 4 0,0 0-1 0,0 0 0 16,0 0-4-16,0 0 7 0,-1-9-9 0,1 9-2 16,0 0-6-16,0 0-3 0,0 0-10 15,0 0 1-15,0 0-6 0,0 0 6 0,0 0-10 16,0 0-9-16,0 0-6 0,0 0 9 0,-10 14-3 0,10-14 3 16,-4 9-1-16,1-4-3 0,3-5-2 0,-4 10 0 15,2-5 0-15,-1 2-7 0,1 0-5 16,0 0 9-16,2-7-5 0,0 15 6 0,-1-5-1 0,0-4-5 15,1-6 0-15,2 17 5 0,0-10 1 16,-1 2 2-16,0-1-4 0,2-2 2 0,2-1 0 16,-1 2-4-16,0-3 3 0,2 2-1 0,3 0 9 0,-4-2-4 15,3 0-4-15,-1-2 19 0,2 0-2 0,2 1 2 16,-4-3 5-16,-7 0 2 0,16-2-6 16,-10 0 2-16,2 0 0 0,1-3 4 0,-3 1 0 15,0-1-9-15,1-2 1 0,-2 0-1 0,0 1-7 16,-1-3 4-16,-2-2-5 0,1 1-2 0,0 0 6 0,-2-2-4 15,0 1-1-15,0-1-9 0,-1-1 7 0,-1 1-4 16,-1-2 0-16,0 4-4 0,-2 0 4 0,0 2-4 16,1-2-3-16,-2 2 0 0,1 1-2 15,0 3 6-15,4 4-4 0,-8-9-4 0,4 5 3 16,4 4-5-16,-11-1-4 0,11 1-4 0,-13 4-19 16,5 1-15-16,1 0-15 0,-3 4-13 0,3-2-27 0,-1 3-30 15,2 1-81-15,-3 2-231 0,4-1 101 0</inkml:trace>
  <inkml:trace contextRef="#ctx0" brushRef="#br0" timeOffset="10266.94">23158 3885 2 0,'0'0'65'0,"0"0"-7"16,0 0 0-16,0 0-11 0,0 0 8 0,0 0-5 15,0 0 2-15,0 0-13 0,0 0 5 0,0 0-4 16,0 0-6-16,0 0-4 0,0 0-3 0,0 0 2 16,0 0-3-16,0 0-6 0,0 0-4 0,0 0 15 15,0 0-5-15,19 4 4 0,-19-4-4 0,18 0 0 16,-8 0 7-16,4 0-4 0,-1-1 7 0,4 2 0 15,-1-1-11-15,-2 0 7 0,4 0-4 0,0 0-1 16,0 0-1-16,-4 0-9 0,0 0 2 0,-1 0 1 16,-1 0-4-16,0 2 2 0,-12-2-4 0,21-2-5 15,-11 2 17-15,-2 2-18 0,-8-2 2 0,14 1 7 16,-14-1-10-16,14 1 4 0,-8-1-2 0,-6 0 4 16,15-1 13-16,-15 1-4 0,11 1-2 0,-11-1 0 15,7 0-3-15,-7 0 7 0,0 0-1 0,8 0-5 16,-8 0 4-16,0 0-10 0,9-4 10 0,-9 4-11 15,0 0 11-15,0 0-17 0,0 0 16 0,0 0-9 16,0 0 8-16,8-1-12 0,-8 1 4 0,0 0 3 16,0 0-7-16,0 0 1 0,0 0 5 0,0 0-3 15,0 0-8-15,0 0 3 0,0 0 8 0,0 0 4 16,0 0-2-16,0 0-4 0,0 0-1 16,0 0 0-16,0 0 3 0,0 0 3 0,0 0-1 0,0 0 4 15,0 0-5-15,0 0 3 0,0 0 8 0,0 0-1 16,0 0-7-16,0 0 1 0,0 0-4 0,3-6-1 15,-3 6-1-15,0 0 1 0,0-9-5 0,0 9 1 16,3-9-4-16,-2 2 3 0,-1 7-1 0,4-10-4 16,-1 4-2-16,0-1 4 0,-1 1-6 15,-2 6 9-15,2-14-7 0,-1 10 0 0,-1 4 2 0,3-10 0 16,-3 10 0-16,3-8-4 0,-3 8 0 0,3-5-4 16,-3 5-3-16,0 0-1 0,6-4-1 0,-6 4 4 15,0 0 2-15,7-1 0 0,-7 1 1 0,0 0-4 16,14 9 3-16,-14-9 0 0,13 7 2 0,-5 0 1 15,1-1 3-15,-4 0-5 0,0 0-1 16,-5-6 1-16,15 10-2 0,-7-5-1 0,-2 3 8 0,3-1-3 16,0-1 0-16,-1-2 1 0,-3 2-2 0,1-1 2 15,2 2 0-15,-2-3-1 0,1 0 6 16,1-1-4-16,-2 1-1 0,-1 0 2 0,0-1-3 16,2 0 0-16,-7-3 3 0,9 3 1 0,-9-3 1 15,8 4-2-15,-8-4 0 0,8 1 4 0,-8-1-1 16,0 0 2-16,9 1 10 0,-9-1 0 0,0 0 2 0,0 0 1 15,10-6-2-15,-5 3 0 0,-5 3-2 0,7-8 0 16,-5 3 0-16,5 0-3 0,-6-1-3 0,3-1-2 16,0 1 1-16,1 0 2 0,0 0-7 0,0 1 2 15,0-4 0-15,-5 9-2 0,9-12 0 16,-4 8-1-16,-1-2-1 0,0 2-5 0,0-2 0 16,-4 6 1-16,7-5 0 0,-7 5-1 0,8-5 1 0,-8 5-1 15,10-1 0-15,-10 1-3 0,9 0-2 0,-9 0 5 16,9 2-1-16,-1 1-3 0,-3 1 1 15,0-1 4-15,0 2-1 0,2-1 4 0,-2 2-6 16,1 0 3-16,-1-2 0 0,-1 1-2 0,1 0 1 16,-1 1 4-16,-4-6-5 0,10 9 3 0,-6-6-2 15,0 2 3-15,1-3 0 0,-1 3 1 0,-4-5 0 0,9 7 4 16,-3-6 0-16,-1 3-3 0,2-2 0 0,-7-2 4 16,11 2-6-16,-11-2 0 0,13 0 1 15,-13 0 3-15,11-2 0 0,-4 0-3 0,0 0 5 16,1-1-3-16,1 0 0 0,-2 0 2 0,0-1-6 15,2-1 0-15,-1-1 7 0,-1-1-4 0,2 1 2 0,-1-1-4 16,0 1 1-16,-1 0-3 0,0 0 5 0,-1 0-2 16,0-2 2-16,1 3-3 0,-2 0 1 15,0-1-3-15,-5 6-2 0,9-6 3 0,-5 4-3 16,-4 2-2-16,0 0-3 0,6-6 0 0,-6 6 1 16,0 0-1-16,9 1 5 0,-9-1 2 0,7 7-8 15,-7-7 3-15,7 9 3 0,-3-3 3 0,-1-1-2 0,1 0 3 16,-2 2-3-16,4 1-1 0,-3-3 1 0,1 1 3 15,-2 0-3-15,2 0 3 0,0-1-2 16,-4-5 1-16,5 10-2 0,-3-6 3 0,0 2 7 16,-2-6-16-16,8 6 9 0,-8-6 4 0,5 6-2 15,-5-6 1-15,6 6 0 0,-6-6 0 0,5 1 5 16,-5-1-3-16,0 0 1 0,8 2-2 0,-8-2 1 16,0 0 0-16,17-6-3 0,-12 3 2 0,0-1 1 15,-5 4-2-15,11-7 0 0,-7 1 0 0,1 1-2 16,2-2 2-16,-1 0 0 0,-1 1 2 0,-2 0-4 15,0-1 1-15,3 2-2 0,-3-1 1 0,3 0-2 16,-2-1 0-16,-1 3-3 0,2-1 2 0,-5 5 0 16,5-6-5-16,-5 6 1 0,6-4-1 0,-6 4 0 15,0 0 2-15,5-4-6 0,-5 4 4 0,0 0 1 16,0 0 0-16,11 9 2 0,-7-4 2 0,-1 1-1 16,0-1-2-16,0 0 0 0,-3-5 0 0,5 13 8 15,-4-9-8-15,2 4 3 0,1-2-3 0,0 1 3 16,1 0 0-16,-2-2 0 0,0 0 0 0,-3-5 5 15,5 10-3-15,-2-7-1 0,-3-3 1 0,6 7 2 0,-6-7-3 16,5 8 5-16,0-5-3 0,0 0-3 16,-5-3 4-16,11 2-2 0,-11-2 9 0,11 2-7 15,-11-2 2-15,10 1 0 0,-10-1 1 0,12-1 0 16,-6 1-3-16,-6 0 2 0,17-1-3 0,-7 0 2 16,3 0-1-16,-2-3-2 0,0 3 7 0,3-1-5 15,1 0-1-15,-3 0 0 0,1-1-4 0,1 1 5 16,1-1-2-16,4 3 0 0,-2-1 2 0,-3-1-2 15,4 1 1-15,-1 0-1 0,1-1-1 0,1 3 0 16,2-5 0-16,-2 5 0 0,2-2 4 0,1 1-3 16,-1-1-2-16,11 1 2 0,-3-2 4 0,3 1 0 15,0 1 0-15,2 0 0 0,-1 1 0 0,-1-4-1 16,1 4 3-16,1-1-1 0,2 0 2 0,0 0-2 16,0-2 1-16,1 2 0 0,0 1 0 0,-1 0 0 15,-1 0 0-15,1-1 0 0,0 1-1 0,1 1 1 16,-1-1-2-16,1 3 3 0,1-4-4 0,-2 1-2 15,4 0 3-15,-5 2 3 0,5-5 0 0,-4 2 2 16,0 2-1-16,3-2 1 0,-3 1 2 0,1-1 0 16,-1 1 1-16,0-1-2 0,3 0 0 0,-1-1 3 15,-2 2-3-15,2-1 3 0,-5 0-3 0,2 0 0 16,-4 2 2-16,1-4-1 0,-3 2 0 0,-3 0-2 16,-3 0 1-16,4 0 0 0,0 0 0 0,2 2-2 15,-11-1 2-15,4-4-2 0,-1 5 3 0,1-4-2 16,-4 5 1-16,2-3-1 0,-2 1 1 0,-4-1 1 15,3 2 7-15,-3-1-8 0,-3-2 2 0,-4-1 1 16,-7 2 0-16,14 2 6 0,-8-1 0 0,-6-1-2 16,9 0 0-16,-9 0 4 0,0 0-3 0,12-1 2 15,-12 1 1-15,0 0-7 0,0 0 2 0,0 0-2 16,9 0-3-16,-9 0-3 0,0 0 5 0,0 0-5 16,0 0 2-16,0 0-3 0,0 0 0 0,0 0 7 15,0 0-8-15,0 0 4 0,0 0-6 0,0 0 3 16,6-2 0-16,-6 2-2 0,0 0-3 0,0 0-1 15,0 0 4-15,0 0-3 0,0 0 3 0,0 0-3 16,0 0 1-16,0 0-3 0,0 0 2 0,0 0-14 16,0 0-14-16,0 0-20 0,0 0-22 0,0 0-27 15,0 0-27-15,0 0-27 0,0 0-23 16,0 0-20-16,0 0-20 0,0 0-11 0,-29 0-125 0,29 0-373 16,-22-1 165-16</inkml:trace>
  <inkml:trace contextRef="#ctx0" brushRef="#br0" timeOffset="13144.19">26672 3732 11 0,'-9'0'5'0,"9"0"-5"0,0 0-3 0,-13 5-3 16,8-3 1-16</inkml:trace>
  <inkml:trace contextRef="#ctx0" brushRef="#br0" timeOffset="14481">26587 3857 16 0,'20'2'65'16,"-11"-1"-4"-16,9-1 2 0,-3 3 4 0,2-1-9 15,2-4 3-15,4 2-8 0,8 0-10 0,-4 1-1 16,3 1-4-16,-3 1 7 0,4-6-15 0,-2 2 4 16,3 1-1-16,-5 0-11 0,6 0 5 0,-5-1-4 15,3 0-5-15,1-2-1 0,-3-1 1 0,2 4 0 16,-2-1 7-16,-2-1-4 0,-7 2-4 0,1-3 5 16,1 1-6-16,-4 0 10 0,2-1-12 0,-2 2 10 15,0-1-11-15,-5 0 8 0,7 1-3 0,-3-2-1 16,-4 3-3-16,3-1-2 0,-3-1-1 0,-2 2 2 15,1-3-5-15,1 2 5 0,-1 1-2 0,-12 0-7 16,24-2 2-16,-17 4 2 0,-7-2 6 0,22-3-6 16,-13 2-5-16,-9 1 6 0,0 0-8 0,18 0 7 15,-13 2-1-15,-5-2 6 0,11 2-5 0,-4-2 15 16,-7 0-12-16,13 0 4 0,-13 0-3 0,12 1-1 16,-12-1 0-16,10 0 1 0,-10 0 1 0,11 1-2 15,-11-1-2-15,10 4-1 0,-10-4 1 0,8-2-3 16,-8 2-2-16,7 3 8 0,-7-3 2 0,0 0-1 15,12 0-4-15,-12 0 6 0,5 2-4 0,-5-2 12 16,0 0 4-16,0 0 11 0,8 0 1 0,-8 0-4 16,0 0 9-16,0 0 4 0,0 0-1 0,0 0 7 15,0 0-2-15,0 0 1 0,7 2 2 0,-7-2-5 16,0 0 2-16,0 0-9 0,0 0 3 0,0 0-6 16,0 0 3-16,0 0-8 0,0 0 4 0,0 0-9 15,0 0 1-15,0 0-3 0,0 0-1 0,0 0-5 16,0 0-1-16,0 0-1 0,0 0-1 0,0 0-4 15,0 0 0-15,0 0-3 0,0 0 9 0,0 0-12 16,0 0 2-16,0 0-2 0,0 0-3 0,0 0 0 16,0 0-2-16,0 0-1 0,0 0-1 0,4 5-1 15,-4-5 1-15,0 0-1 0,0 0 3 0,0 0-1 16,0 0-5-16,0 0-1 0,0 0 0 0,0 0 4 16,0 0-2-16,0 0-2 0,0 0 2 0,0 0-1 15,0 0 0-15,-4 12 2 0,4-12-1 0,2 9-3 16,-2-9 6-16,-3 8 0 0,3-8-1 0,1 11-3 15,1-5-1-15,-2-6-1 0,-2 11 4 0,2-11 0 16,2 15 4-16,-2-9-3 0,0 3 1 0,0 0-3 16,2 1 1-16,-2 0 4 0,0-3-2 15,0 2-1-15,0-1 0 0,3 2 2 0,-3-1-4 16,2 0 0-16,-1 1 3 0,1-1-1 0,-1 2 7 0,0 0-8 16,-1-3 29-16,4 2-3 0,-4-2-1 0,2 2-10 15,-2-2 5-15,0 0-2 0,0 2 0 0,0 0-1 16,0 0 3-16,3-1-5 0,-3 1 0 0,0 1-5 15,0-3 3-15,1 2-1 0,1-3-1 0,-2 4 0 16,1-4 0-16,-1 1-2 0,2 2 2 0,-4-1-5 16,4-1 0-16,-2-8 2 0,2 15 1 0,-4-6-1 15,4 3-2-15,-2-5 0 0,0-7-1 0,0 16-2 16,0-11 5-16,0 3-4 0,0-8 1 16,2 13 0-16,-2-7 1 0,0-6-3 0,0 16 3 0,0-8 2 15,0-2-3-15,0-6-1 0,0 13 3 0,0-6-3 16,0 1 4-16,2-1-1 0,-2-7 1 15,1 14 0-15,-1-14-1 0,2 12-6 0,-2-12 9 16,1 14-3-16,-1-14 4 0,2 12 0 0,-2-12 0 0,-2 16 0 16,2-16 3-16,2 12-3 0,-2-12 2 0,2 13 1 15,-2-13-4-15,2 11 1 0,-2-11-2 16,0 13-2-16,0-13 2 0,0 12-2 0,0-12 4 16,0 16-4-16,0-16-1 0,0 13 2 0,0-6 1 15,0-7-2-15,2 16 1 0,-2-16 5 0,-2 12-6 16,2-12-3-16,0 11 1 0,0-11 1 0,0 0 0 15,0 16 1-15,0-16-4 0,0 12 0 0,0-12 3 0,2 11-1 16,-2-11 4-16,-2 11-4 0,2-11 0 0,0 0 2 16,0 0-4-16,0 14-2 0,0-14 3 15,0 0 0-15,0 11-8 0,0-11 9 0,0 0-4 16,0 0 4-16,0 0-1 0,2 11 1 0,-2-11-3 16,0 0 5-16,0 0-2 0,0 0-2 0,3 8 5 15,-3-8-4-15,0 0-1 0,0 0 1 0,0 0-3 16,0 0 1-16,0 0 1 0,0 0-1 0,1 10 1 0,-1-10-5 15,0 0-15-15,0 0-25 0,0 0-23 16,0 0-24-16,0 0-33 0,0 0-36 0,0 0-47 16,0 0-59-16,0 0-164 0,-31-6-463 0,31 6 206 15</inkml:trace>
  <inkml:trace contextRef="#ctx0" brushRef="#br0" timeOffset="15938">25623 3925 60 0,'0'0'94'15,"0"-8"-3"-15,0 8 4 0,0 0 4 0,0 0-2 16,0 0-8-16,0-10 10 0,0 10-11 0,0 0 9 16,0 0-2-16,0 0-2 0,0 0-11 15,0 0 10-15,0 0-13 0,0 0-5 0,0 0-5 16,-4-7-6-16,4 7-6 0,0 0-7 0,0 0-10 16,0 0 1-16,0 0-8 0,0 0 0 0,0 0-2 0,0 0-4 15,0 0-6-15,0 0 1 0,0 0-7 0,0 0-1 16,0 0 1-16,0 0-2 0,0 0 2 15,0 0-1-15,0 0-2 0,0 0-1 0,0 0-6 16,0 0 16-16,0 0-9 0,0 0 2 0,0 0-11 0,0 0 8 16,0 0 0-16,0 0 7 0,0 0 5 0,0 0-3 15,0 0 7-15,0 0 3 0,0 0 0 0,0 0-9 16,0 0 2-16,0 0 4 0,0 0 4 0,0 0 1 16,4-11-1-16,-4 11 0 0,0 0 0 15,0 0 4-15,0 0-7 0,0 0-3 0,0 0 0 16,0 0-3-16,0 0-2 0,0 0-6 0,0 0 1 0,0 0-2 15,0 0 1-15,0 0-11 0,0 0 3 0,0 0-7 16,0 0 0-16,0 0-3 0,0 0 1 0,0 0-1 16,0 0 3-16,0 0-2 0,0 0 0 15,1 31 3-15,1-21 1 0,-2 2 5 0,1-1-10 16,-1 6 3-16,3 0 4 0,-1 2-3 0,0-1 0 0,0 1-5 16,-2 2 2-16,4 0 6 0,-3 3-1 0,0-5-2 15,3 6 3-15,-2 0 0 0,-2-7 0 0,2 1-1 16,1 0-3-16,-2-2 0 0,-1 1 6 0,3-2-5 15,-3 1 3-15,2 1-3 0,-2 0 3 16,2-6 0-16,-1 4 0 0,0 10 2 0,1-11 0 16,1 2-2-16,-3-1-2 0,3-1-1 0,-1-3 3 15,-2 0 0-15,0-2 2 0,2 4 1 0,-2-2-1 16,2 5 1-16,-2-5 0 0,-2 0 2 0,2 1-1 16,0 0 4-16,0-3-2 0,0 2-1 0,0 0 2 0,0-3-4 15,0 3 1-15,0-6-3 0,0 6 3 16,0-3 1-16,0 1-3 0,0 1 2 0,-2-3 9 15,2 1-10-15,0 1 1 0,-2 1-1 0,2 0-3 0,-3-2 1 16,6 1-1-16,-3-3 1 0,0-7 4 0,-3 13-6 16,6-7 1-16,-6 4-3 0,3-10 1 0,3 16 4 15,-1-11-2-15,-2 3 9 0,0-1-8 16,0-7-2-16,0 17 3 0,2-10 3 0,-2 3-2 16,0 0 0-16,0 0 1 0,0-1 0 0,0 2 3 15,0-4-5-15,0 2 2 0,-2-1-2 0,2 2 3 16,2-2-4-16,-2 2 5 0,0 0-2 0,0 3 1 15,3-2 1-15,-4 0 3 0,1 0 8 0,1 1-10 16,-1 0-1-16,0-3 1 0,0 1 0 0,0 3-1 16,1-6-1-16,-1 5-2 0,0-3 4 0,0-1-2 15,3 2 3-15,-3-1 2 0,0-2 1 0,2 2 1 16,-2-9-4-16,0 12 6 0,0-5-6 0,0-7-4 16,2 13 4-16,-2-9-5 0,0-4 5 0,2 12 1 15,-2-12-4-15,0 11 5 0,0-11 1 0,0 8-5 16,0-8 2-16,2 8 3 0,-2-8-7 0,1 6-2 15,-1-6 2-15,0 0 4 0,1 8-4 0,-1-8-2 16,3 6 1-16,-3-6 1 0,0 0-1 0,0 8-3 16,0-8 0-16,0 0 0 0,0 0 0 0,2 8 1 15,-2-8-1-15,0 0 4 0,0 0-5 0,0 0 5 16,0 0-2-16,0 0 2 0,5 9-3 0,-5-9 0 16,0 0 3-16,0 0-8 0,0 0-19 0,0 0-7 15,0 5-19-15,0-5-22 0,0 0-25 0,0 0-30 16,0 0-39-16,0 0-62 0,0 0-230 0,0 0-493 0,0 0 218 15</inkml:trace>
  <inkml:trace contextRef="#ctx0" brushRef="#br0" timeOffset="18830.84">25338 5111 5 0,'0'0'127'0,"0"0"5"16,-2-8-8-16,2 8-5 0,0 0-6 0,0-10 3 16,0 10-7-16,0 0 0 0,2-8-6 0,-2 8-5 15,0 0-3-15,0 0-5 0,0 0-5 0,0 0-4 16,-2-10 2-16,2 10-14 0,0 0-4 0,0 0-5 15,0 0-8-15,0 0-5 0,0 0-8 0,0 0-1 16,0 0-6-16,0 0-7 0,0 0-2 0,0 0-7 16,0 0-1-16,0 0-1 0,0 0-4 0,0 0 0 15,0 0 2-15,0 0 0 0,0 0-6 0,0 0 1 16,0 0-2-16,0 32 2 0,0-26-2 0,2 1 2 16,-2 0-2-16,3 0-3 0,-3 1-2 0,4-3 1 15,-4 4 2-15,2 1-1 0,2-4 2 0,-4 1-1 16,3 1 0-16,-2 2-2 0,-1-3 3 0,1 2 2 15,3-2-5-15,-4-7 4 0,0 9-4 0,3-3 5 16,-3-6-1-16,3 8-4 0,-3-8 2 0,3 7 1 16,-3-7-2-16,3 6 2 0,-3-6 0 0,4 5 4 15,-4-5-2-15,4 5 3 0,-4-5 1 0,9 4 7 16,-4-3-4-16,-5-1 4 0,13 5-1 0,-4-6-2 16,3 0 0-16,-1 1 1 0,2-1-5 0,1-1 0 15,-1 1 0-15,3 2 4 0,2-4-7 0,2-2 0 16,-1 1 2-16,0 1-3 0,0-1 2 0,1-1-5 15,2 1 0-15,-3 2-1 0,1-1-1 0,-3 0 4 16,1 1-2-16,-4 0-1 0,4-1-1 0,-2 0 1 0,2 1 0 16,-5 0 0-16,1-1-2 0,-1 3-15 15,1-2-1-15,-1 1 7 0,5 0-1 0,-5 0-1 16,1-1 0-16,4 2 1 0,-7 0 1 0,3-1-4 16,-1 1 10-16,5 0-1 0,-5-1-2 0,-3 1 1 15,3-3 3-15,-2 3 0 0,-1 0-4 0,2-1 6 0,-5 0 0 16,5 1-4-16,-1 0 4 0,-3 0-1 0,2-2 2 15,-10 2 2-15,13 0 0 0,-13 0-1 16,11 0-2-16,-11 0 5 0,10 0 2 0,-10 0-2 16,0 0-3-16,9 0 2 0,-9 0 4 0,0 0-5 15,0 0 6-15,10 0-7 0,-10 0 0 0,0 0 2 16,0 0-1-16,0 0 3 0,0 0 2 0,0 0 0 16,0 0 1-16,0 0 0 0,10 0 0 0,-10 0-1 15,0 0 2-15,0 0-3 0,0 0 1 0,0 0-1 16,0 0-2-16,0 0 3 0,0 0-3 0,0 0 3 15,0 0-2-15,0 0-3 0,0 0 2 0,0 0-5 0,0 0-1 16,0 0 0-16,0 0 2 0,0 0-5 0,0 0-1 16,0 0 6-16,4 4-2 0,-4-4 0 15,0 0 3-15,2 8-4 0,-2-8 3 0,3 7-4 16,-3-7 7-16,4 10-1 0,-4-3 3 0,4-2 3 16,-3 3-1-16,3-2 1 0,1 5-1 0,-1-2-1 0,1-1-2 15,-1 0 2-15,-2 1 2 0,0 1-4 0,3-1-1 16,-3 1 2-16,3 0 4 0,-2-1-5 15,-1-2 4-15,2 2-1 0,0 1 3 0,-1-2 0 16,-1-3-1-16,0 4 8 0,0-4-3 0,2 2 7 16,-3 0-10-16,-1-7 0 0,0 8 0 0,0-8-4 0,2 9 2 15,-2-9 4-15,3 8 1 0,-3-8-6 16,0 0-4-16,2 7 0 0,-2-7 2 0,0 0 6 0,2 7-7 16,-2-7 1-16,0 0-2 0,0 0 3 15,0 0-4-15,0 0 3 0,0 0-6 0,0 0-21 16,0 0-16-16,0 0-23 0,0 0-25 0,0 0-27 15,0 0-35-15,-10 7-38 0,10-7-19 0,-13 0-139 0,13 0-370 16,-20 1 164-16</inkml:trace>
  <inkml:trace contextRef="#ctx0" brushRef="#br0" timeOffset="19362.9">25692 5268 62 0,'0'0'109'0,"0"0"-2"0,3-8 8 0,-3 8-4 15,0 0-2-15,0 0 1 0,4-4 6 16,-4 4-8-16,0 0-4 0,0 0-4 0,0 0-6 16,0 0-1-16,5-5-1 0,-5 5-7 0,0 0-9 15,0 0-9-15,0 0-14 0,0 0-4 0,0 0-7 16,0 0-7-16,0 0-2 0,0 0-1 0,0 0-4 0,-13 25-2 15,8-13-4-15,-2 4 3 0,1-1-5 16,-4 2-2-16,0 0 2 0,-1-1 1 0,-4 4 1 16,3-2 5-16,2-2-6 0,-6 5 10 0,3-5-5 15,2 1-1-15,-2-3-1 0,1 1-3 0,-1 0 0 16,-1-1 3-16,1 1-5 0,2-2 0 0,2-3-2 0,0 3 0 16,4-4-1-16,-1 0-1 0,-2-1 1 15,-1 1-6-15,5-3 0 0,-1-1-1 0,1 1-2 16,0-1 4-16,4-5-1 0,-8 10 1 0,6-7-5 15,2-3 2-15,-4 8-5 0,4-8-16 0,0 0-13 16,-6 6-20-16,6-6-26 0,0 0-23 0,0 0-20 0,0 0-22 16,-5 4-14-16,5-4-24 0,0 0-108 15,0 0-308-15,0 0 137 0</inkml:trace>
  <inkml:trace contextRef="#ctx0" brushRef="#br0" timeOffset="19792.79">25767 5261 129 0,'0'0'140'0,"0"0"-1"16,0 0-1-16,0-8-1 0,0 8-6 0,0 0-3 15,0 0-5-15,0 0-5 0,0 0-9 0,0 0-6 16,0 0-7-16,0 0-8 0,0 0-11 0,0 0-8 16,0 0-12-16,0 0-2 0,0 0-10 0,0 0-6 15,0 0-4-15,0 0-6 0,0 0 4 0,0 0-6 16,15 21 8-16,-8-8-6 0,3 2 4 0,-4 0-1 16,1 2 1-16,0 0-2 0,2 2 0 0,-3 0 8 15,3 3 2-15,0 3-3 0,-1-1 2 0,2-2-2 16,-3-3 2-16,-3-2-3 0,4 2-8 0,-2-2 1 15,1 2-2-15,-1-3-3 0,-2 1 1 0,4-2-3 16,-1 1-2-16,1-3-2 0,-3-2-1 0,1 0 6 16,-2-2-11-16,2-1 1 0,-2 2-2 0,0-3 0 15,1-2 1-15,-3 1-3 0,0-2 0 0,-2-4-13 16,6 8-11-16,-6-8-11 0,2 8-21 0,-2-8-20 16,0 0-21-16,0 0-11 0,0 0-23 0,0 0-35 15,-6 9-26-15,6-9-164 0,0 0-373 0,-13-1 165 16</inkml:trace>
  <inkml:trace contextRef="#ctx0" brushRef="#br0" timeOffset="20254.55">25433 5725 47 0,'0'0'110'0,"0"0"-13"0,0 0-5 0,0 0-16 16,0 0 0-16,0 0-8 0,-12-3-1 0,12 3 11 15,0 0-23-15,0 0 9 0,0 0-8 0,0 0-14 16,0 0 17-16,0 0-19 0,0 0 19 0,0 0-5 16,0 0 4-16,31 5 0 0,-14-5-4 0,3 0 0 15,-1 0 1-15,9 1-2 0,3-2-2 0,-2 1 2 16,1-2 1-16,3 2 2 0,-1 0-6 0,1 2-1 16,0-2-1-16,-1 1 2 0,-2-1-4 0,-1-1-7 15,0-1 3-15,-2 2-5 0,-6 0-1 0,0 0-2 16,0 0-3-16,1 0-1 0,-6 0-5 0,2 0-5 15,-5 0 2-15,1 0-4 0,-1 0 2 0,-5-1-6 16,3 2 4-16,-5-1-5 0,-6 0-7 0,14 0-6 16,-14 0-14-16,9 0-17 0,-9 0-19 0,0 0-46 15,0 0-12-15,6 0-16 0,-6 0-18 0,0 0-154 16,0 0-318-16,0 0 140 0</inkml:trace>
  <inkml:trace contextRef="#ctx0" brushRef="#br0" timeOffset="21046.94">25679 5760 75 0,'0'0'169'0,"0"0"-7"0,0 0-4 0,0 0-11 0,0 0-18 15,0-10-11-15,0 10-12 0,0 0-8 0,0 0-11 16,0 0-9-16,0 0-12 0,0 0-4 0,0 0-10 16,0 0-5-16,0 0-9 0,0 0 0 0,0 0-4 15,0 0-3-15,0 0-1 0,3 33 6 0,-1-19-1 16,-2-2 8-16,0 4-4 0,0 2 3 0,2 3 3 16,-2-3 2-16,0 7 0 0,0 2-1 0,0-1 0 15,0 3-4-15,0 0 0 0,0-1 6 0,0 1-1 16,0 2-4-16,0 0-6 0,0 0 1 0,-2 0-1 15,0-1-2-15,2-2-1 0,-3 3 0 0,3-4-3 16,-1 2 8-16,0-1 0 0,-1-3-1 0,0-1-4 16,2 2-2-16,-5-2-4 0,1-5 2 0,3 1 7 15,-1-3-2-15,0 1-3 0,0 0-4 0,-1-1 0 16,0-1-4-16,2-1-4 0,-1-2 1 0,2-1 1 16,-2 1 0-16,2-1-2 0,0 1-6 0,-2-4-2 15,2 3 2-15,-3-3-2 0,3 1-2 0,-1-1 1 16,-2-1-2-16,3-8 1 0,0 0-5 0,0 20 3 15,0-10-3-15,0-10 1 0,-1 13 7 0,1-13-9 16,0 13-1-16,0-13-4 0,-2 15 2 0,2-15 0 16,2 13 2-16,-2-13 1 0,0 13-1 0,1-4-3 15,-1-9 2-15,3 13 0 0,-1-6 10 0,0 3-11 16,-2-10 3-16,0 16-2 0,2-7 0 0,-2-9-2 16,0 13 2-16,2-3 0 0,0-1 0 0,-2-9 0 15,0 19-1-15,1-12 1 0,-1-7-2 0,2 13 1 16,-1-6-1-16,-1 1 1 0,0-8 3 0,3 12-3 15,-3-7 3-15,0-5 7 0,2 11-11 0,-2-11 2 16,0 0 2-16,0 10-6 0,0-10 4 0,0 6-3 16,0-6-1-16,0 0 2 0,0 0 0 0,0 9 3 15,0-9-1-15,0 0-2 0,0 0 3 0,0 0-3 16,0 0-6-16,0 0-5 0,0 0-7 0,0 0-14 16,0 0-11-16,0 0-18 0,0 0-28 0,0 0-33 15,0 0-55-15,0 0-50 0,0 0-203 0,0 0-465 16,0 0 205-16</inkml:trace>
  <inkml:trace contextRef="#ctx0" brushRef="#br0" timeOffset="22268.81">21651 6796 107 0,'0'0'114'0,"0"0"-6"0,-2-8-2 0,2 8-5 0,0 0-7 16,0 0-4-16,0 0-8 0,0 0 0 0,-4-6-5 15,4 6-11-15,0 0-10 0,0 0-7 0,0 0-18 16,0 0 11-16,0 0-6 0,0 0-9 0,0 0-3 16,0 0 6-16,0 0-6 0,-19 14 1 0,15-8-6 15,0-1-4-15,-1 3 6 0,1-1 3 0,0 2-7 16,0-2 9-16,1 5-13 0,0-2 6 0,0 0-5 16,1-1 4-16,1 1 0 0,1 1 0 0,1-1 3 15,0 0-4-15,2 1 5 0,-2-4 0 0,3 2-6 16,2-1 2-16,-2-2 4 0,1 2 6 0,1-4-8 15,2 2 3-15,1-2 1 0,0 1 6 0,0-3 6 16,1-1 5-16,3 0-1 0,-3-1-2 0,3-1 2 16,-3 0-6-16,-1 0-4 0,3-2 3 0,-12 3 5 15,11-4-6-15,-4 0 2 0,3-2-5 0,-5 1 2 16,0-1-3-16,0-2 2 0,0-1-1 0,-2 3-6 16,1-5 1-16,-1 2 2 0,0 0-6 0,-2-3-2 15,0 3-3-15,-1-1-1 0,-1-1-1 0,-1 1 2 16,-2-1-5-16,1 2-1 0,0-1-1 0,-1 5-4 15,0-4 0-15,-1 0 0 0,0 4 1 0,1-1-5 0,-3 2-1 16,7 4 0-16,-10-6-1 0,5 4-9 16,5 2-3-16,-15-3-6 0,15 3-14 0,-18 3-6 15,8-1-15-15,1 2-13 0,0 1-18 0,1 0-31 16,2 0-19-16,1 2-15 0,2-1-18 0,-1 1-116 16,0 0-308-16,4 1 137 0</inkml:trace>
  <inkml:trace contextRef="#ctx0" brushRef="#br0" timeOffset="22982.18">21827 6949 14 0,'0'0'84'0,"0"0"-1"16,0 0 0-16,0 0 1 0,0 0 4 0,0 0-2 15,32 2-9-15,-21-2 2 0,3-2-2 0,-3 2-2 16,8-2 0-16,2 0-1 0,6 1-7 0,-4-1-4 16,3-2-4-16,5 0-3 0,0 2 0 0,1 1-3 15,0 1-7-15,0-2-6 0,1-2-1 0,0 4-4 16,-1 0-2-16,3 0 1 0,1 0-6 0,3 0-3 15,12 0-4-15,2 0-2 0,-1-1 5 0,-2 1-1 16,5 1-4-16,-4-1-2 0,0-1-1 0,1 1 6 16,2 3-5-16,0-5-4 0,0 4 1 0,0 2-8 15,1-4-4-15,4 0 7 0,-3 0-1 0,2 0-2 16,-3 4 0-16,-3-4 2 0,2 3-1 0,0-3-3 16,-15 1 2-16,15 2-1 0,-2-2 2 0,-2-1 3 15,-10 3-4-15,12-5-2 0,-12 3-2 0,-2-1 5 16,13 2 1-16,-12 1-9 0,13-3 0 0,-1 3 7 15,-1-3-12-15,-12 3 8 0,16-2 5 0,-17-1-3 16,3 0-2-16,17 0 0 0,-19 0 5 0,11-2-1 0,-8 2 2 16,13-1-4-16,-16 0-1 0,13-2 3 15,1 3 3-15,-14-1-6 0,14-1-3 0,-15 4 9 16,1-2-4-16,1-2-4 0,12 4 1 0,-13-2 3 16,2-3-1-16,12 4-2 0,-2 2 1 0,-14 1 1 0,5-3 0 15,-2-1-3-15,12 0 4 0,-15 1-2 0,4 0-1 16,-2 1-4-16,-2-2 5 0,1 0-1 15,-3 2-1-15,1-2-10 0,-3 0-3 0,1 0-12 16,-2 0-17-16,-1 0-10 0,-1 0-28 0,-2-1-30 0,-7-2-14 16,0 1-32-16,-2 1-86 0,0 0-259 0,-2-3 115 15</inkml:trace>
  <inkml:trace contextRef="#ctx0" brushRef="#br0" timeOffset="23822.55">25475 6999 41 0,'29'3'113'0,"-2"-3"-2"16,3-3-3-16,1 6-7 0,0-4-7 0,1-1-1 16,1 2-2-16,3 0-4 0,0 0-7 0,1-2-2 15,0 1-4-15,4 4 2 0,-3-3-14 0,3 0 1 16,10-2-3-16,-14 2-2 0,3 2 3 0,12-5-12 15,-12 4-1-15,-2 1-3 0,12-2 4 0,-10 0-11 16,14 2 2-16,-5-4-3 0,5 4-1 0,-16-2 2 16,18-2 2-16,-6 5-7 0,-10-4-3 0,14 1 5 15,-2-2-5-15,-14-1 3 0,16 2 0 0,-16 1 0 16,-4 1-5-16,4-1 0 0,-3 0-6 0,-1 0 3 16,-1 1 2-16,-5 1-6 0,-1-2-1 0,-3-2 5 15,6 2-2-15,-1-2-1 0,-2 0-2 0,-4-2 3 16,3 4 1-16,-6 0-5 0,-1-1 0 0,0-2-1 0,4 1-3 15,-2 2-2-15,-1 0 1 0,0 0-1 16,1-2-2-16,-4 3 1 0,1-2-1 0,0-1 0 0,-5 4-5 16,3-2 0-16,3 1 2 0,-6 0 2 0,2-1-5 15,-2 0 1-15,2 2-4 0,2-2 5 16,-3 0-6-16,-1 1 4 0,6 1-2 0,-2-4 2 16,-5 4-4-16,1-1 5 0,1-2 2 0,-1 2-4 0,0-1 0 15,6 0 2-15,-1-1 2 0,-1 2-5 0,-5-1 3 16,3 0 2-16,-1 0-2 0,-1 0 1 0,0 0 2 15,-1-1 4-15,1-2 0 0,-1 3 4 0,1-2 5 16,-5 2-5-16,2 0 3 0,-10 0 4 0,13 0 0 16,-8 0 2-16,-5 0-3 0,12-1-6 0,-12 1 2 15,11-3 0-15,-11 3-3 0,13 0-3 0,-6 0-2 16,-7 0-2-16,13 0-1 0,-4 0 3 0,-9 0-3 16,18 0 1-16,-12 0-4 0,3 2 4 0,1-2-4 15,-10 0 1-15,13-2-3 0,-4 4 3 0,-9-2-4 16,16 0-1-16,-9 0 0 0,-7 0 3 0,13 0 4 15,-13 0-4-15,11-2-4 0,-11 2 4 0,7-1 1 0,-7 1-1 16,0 0 4-16,9 1 4 0,-9-1 1 16,0 0-4-16,0 0 5 0,0 0 0 0,10 0-2 15,-10 0 0-15,0 0-5 0,0 0 2 0,0 0-1 16,0 0-2-16,0 0 2 0,0 0-5 0,0 0 0 16,0 0 1-16,0 0-3 0,0 0 3 0,0 0-4 15,0 0 0-15,0 0-11 0,0 0-13 0,0 0-18 16,0 0-26-16,0 0-30 0,0 0-26 0,0 0-44 15,0 0-47-15,0 0-203 0,0 0-453 0,0 0 202 0</inkml:trace>
  <inkml:trace contextRef="#ctx0" brushRef="#br0" timeOffset="27326.92">27677 4570 45 0,'1'-9'51'0,"-1"9"-1"0,0 0 3 15,1-8-9-15,-1 8 17 0,0 0-25 0,4-10 12 16,-4 10-3-16,0 0-10 0,0-9 2 0,0 9 1 16,2-7-9-16,-2 7 10 0,0 0 19 0,2-10-1 15,-2 10-1-15,0 0 3 0,0-8 1 0,0 8-11 16,0 0-6-16,0 0 5 0,0 0-8 0,1-11 6 15,-1 11-8-15,0 0-4 0,0 0 11 0,3-9-3 16,-3 9 1-16,0 0-2 0,0 0 1 0,0 0-9 16,0 0 0-16,0 0-5 0,0 0-5 0,0 0-4 15,0 0 2-15,0 0-4 0,1-4 2 0,-1 4-9 16,0 0-3-16,0 0 3 0,0 0-7 0,0 0 1 16,0 0-2-16,0 0 3 0,0 0 1 0,0 0 0 15,0 0 10-15,0 0-10 0,0 0 1 0,18 8-5 16,-18-8 3-16,0 0 0 0,4 5 0 0,-4-5-6 15,0 0-2-15,5 4 9 0,-5-4-3 0,4 5 2 16,-4-5 4-16,0 0-7 0,4 6 4 0,-4-6-11 16,2 6 2-16,-2-6-3 0,0 0 1 0,3 9 9 15,2-3-11-15,-5-6 1 0,0 12 9 0,0-5-5 16,2 3 9-16,-1 1-10 0,-1 0 2 0,2 0 1 16,-2 2-1-16,1 2 2 0,-1 1 8 0,0 0-8 15,1-1 2-15,-2 1 2 0,-2 1 4 0,3 0-4 16,-1-2 1-16,-1-1 1 0,2-3 6 0,0 6-5 15,2-2-2-15,-2-3 2 0,1 3-1 0,-1 2 3 16,0-5 4-16,0 3-3 0,2-2-3 0,-1-3 3 16,0 2 2-16,1 0-5 0,-2 0 2 0,0-2-3 15,2-1 0-15,0 1-5 0,0-3 5 0,1 0 3 16,-3 2-2-16,0-9 0 0,0 13-2 0,1-6 0 16,-1-7 4-16,1 11 1 0,-1-5-4 0,0-6 2 15,2 9 1-15,-2-9 2 0,0 7-1 0,0-7-4 16,0 0 0-16,0 0 2 0,0 9 4 0,0-9 1 15,0 0 1-15,0 0 5 0,0 0 2 0,0 0 3 16,2 6 1-16,-2-6 2 0,0 0-1 0,0 0 1 16,0 0 1-16,0 0-3 0,0 0-7 0,0 0 4 15,0 0-5-15,0 0-4 0,0 0 0 0,0 0-5 16,0 0 0-16,0 0 1 0,0 0-3 0,0 0-3 16,0 0 3-16,0 0-1 0,0 0-2 0,0 0-1 15,0 0 2-15,0 0 0 0,8 4-2 0,-8-4-2 16,9 3 1-16,-9-3 0 0,8 3 4 0,0 0 2 15,0 1-7-15,-3-1 2 0,4-1-1 0,2 2 5 16,-4-3-5-16,2 3 1 0,-3 0-4 0,3-1 4 16,-2-1-5-16,-1 1 2 0,-6-3-1 0,12 3-4 15,-7 1 11-15,-5-4-6 0,7 6-5 0,-3-4 3 16,-4-2 0-16,6 6 1 0,-6-6-1 0,2 6 1 16,-2-6 0-16,0 0 0 0,0 12 0 0,0-12 2 15,-8 6 2-15,5 0 0 0,3-6-5 0,-12 7 1 16,2-1 4-16,3 0 3 0,-3 1-5 0,0-4 1 15,1 3-2-15,1 0 3 0,-2-1-3 0,5 4-1 16,-2-5-1-16,2 1 4 0,0 0-6 0,1 0 4 16,4-5-2-16,-6 10 3 0,2-7-1 0,4-3 0 15,-2 10 0-15,1-4 5 0,1-6-5 0,-1 11 0 16,1-11 2-16,2 6 0 0,-2-6-1 0,2 11 3 16,-2-11-4-16,4 10 2 0,1-5-7 0,-2 0 7 15,-3-5-4-15,4 8 2 0,-1-4-3 0,-3-4 3 16,4 9-1-16,-4-9-1 0,4 6 3 0,-4-6-4 15,0 10 5-15,0-10-7 0,0 9 5 0,0-9 0 16,2 9 0-16,-2-9-2 0,-5 10 1 0,4-3 3 16,-3-1 0-16,-1 0-3 0,1 0-2 0,4-6 5 15,-6 11-2-15,2-5-2 0,2 1-2 0,-1-1 4 16,3-6-4-16,-4 12 6 0,2-7-4 0,0 4 4 16,2-2-2-16,0-7 2 0,0 16 0 0,2-9-2 15,0-1 0-15,2 2 2 0,-1 0 0 0,3 1 0 16,-1-2 0-16,0-1 0 0,1 2 0 0,-1-3-3 15,1 2 1-15,1 0-1 0,-5-2-1 0,1 1 0 16,1 0-1-16,-4-6 5 0,3 11 1 0,-3-5-6 16,0-6 2-16,-2 12 0 0,2-12-2 0,-3 10-1 15,1-5 4-15,2-5-2 0,-7 10 1 0,3-4-3 16,-1-1 3-16,1 1-1 0,1-1 1 0,-1 1 0 16,-2 2 5-16,3 0-4 0,0-1-2 0,-1 0 0 15,1 1 0-15,1 1-1 0,1-1 1 0,-2 1 3 16,1 0-6-16,2 1 6 0,0 0-6 0,-2 0-1 0,4-1 5 15,-2 1 2-15,2 0-1 0,1-1 5 0,-1 2-5 16,-1 0 2-16,0-4-6 0,1 3 6 16,0-1-11-16,-2-1 4 0,0-8 3 0,2 16 4 15,1-7-2-15,-3-1 0 0,1 3 3 0,-1-1-6 16,0 0 6-16,-1 0-6 0,-2-1 3 0,1 0 0 16,0 2-2-16,0 0 5 0,1-2-3 0,-1 7-1 15,-2 0 0-15,2-3 1 0,0 5 1 0,2-1 4 16,-2-1-4-16,0 2-1 0,1 0 0 0,0-2 0 15,2 3 1-15,-2 1 3 0,1-2-1 0,0 1-2 16,0 0 1-16,0-1 0 0,1-1-4 0,2 1 5 0,-3 2-6 16,0-1 1-16,0-2 4 0,2 4 2 15,-2-3 1-15,4 1-7 0,-4 6 4 0,3-1-1 16,-6-6 0-16,3 0 4 0,3-3-4 0,-1 3 4 16,-1-1-3-16,0-1-1 0,1 1 3 0,-2 3-3 15,0-3 2-15,0 0 0 0,4 2-1 0,-4 0 0 0,0 0 0 16,5 1-2-16,-4-2 1 0,3 1 2 15,-2 8-1-15,0-2 2 0,3-7-2 0,-1 7-2 16,0-5 2-16,0 0 1 0,1-2 2 0,-2 1-4 16,2-2 2-16,-3-3 0 0,2 1-1 0,-2-2 0 15,1-2 3-15,-2-3-5 0,-1-8 2 0,1 14 2 0,-1-14-3 16,4 10-1-16,-4-10 3 0,2 9-3 16,-2-9 7-16,0 0 1 0,3 8 2 0,-3-8 3 0,0 0-4 15,0 0 1-15,0 0 2 0,0 0-1 16,5 8-6-16,-5-8-21 0,0 0-42 0,0 0-49 15,0 0-47-15,0 0-65 0,0 0-130 0,-23-29-376 0,17 18 167 16</inkml:trace>
  <inkml:trace contextRef="#ctx0" brushRef="#br0" timeOffset="28195.02">28175 5298 8 0,'0'0'132'0,"0"-9"8"0,0 9 2 15,0 0-1-15,0 0-8 0,0-10 0 0,0 10-8 16,0 0-1-16,0 0-2 0,0 0-9 0,0 0-6 0,0 0-13 16,0 0-7-16,0 0-10 0,0 0-14 15,0 0-8-15,0 0-4 0,0 0 0 0,0 0-16 16,0 0-4-16,0 0-1 0,0 0-2 0,0 0-3 15,-3 31 0-15,1-16-3 0,1 2 1 0,-2-2-1 0,-2 5 1 16,5-4-5-16,0 0 1 0,-2 0-2 0,0 2 1 16,0-2-2-16,-1-1 1 0,4 0 2 15,-2-2 0-15,-1-1-2 0,4-2-2 0,-2 1-2 16,1-1-1-16,-2-2 2 0,1-8 0 0,-2 15 1 16,4-9-6-16,-2-6 1 0,0 12 1 0,0-12 0 0,-2 12-18 15,2-6-16-15,0-6-17 0,2 10-29 0,-2-10-31 16,0 7-31-16,0-7-25 0,0 0-28 15,0 0-106-15,0 0-313 0,0 0 138 0</inkml:trace>
  <inkml:trace contextRef="#ctx0" brushRef="#br0" timeOffset="28606.92">28408 5444 185 0,'0'0'180'0,"0"0"-15"0,0 0-18 0,0 0-19 16,0 0-12-16,0 0-15 0,0 0-9 0,0 0-10 16,0 0-8-16,0 0-4 0,-5 22-9 15,1-15-2-15,0 2-5 0,0 0-2 0,0-1-8 16,-1 2-2-16,0-1 1 0,3 1-4 0,-3 0-1 16,3-1-3-16,2 1-13 0,-1-3 1 0,1-7 2 0,1 14 2 15,1-7 6-15,3 1-1 0,-3-3 6 16,3 1 4-16,3-1 8 0,1 0-3 0,0-1 3 15,5-1-8-15,-1 0 9 0,2-2-9 0,-2 1 8 16,4-2-13-16,-4 0 5 0,1-3-5 0,-1-2 1 16,-1 1-4-16,0-1-1 0,0-1-6 0,-1-2 0 0,-1 0-1 15,0-2-3-15,2-1-4 0,-3-3 2 16,0 1-5-16,-5 1 0 0,2-2 0 0,-2-1-3 16,0-2-2-16,-4 1-1 0,-1 5-2 0,1-1-4 15,-1 1 0-15,-3 2 7 0,2 0-5 0,-3 0-3 16,0 3-1-16,0-1-1 0,-3 3-7 0,-2 0 3 0,0 2-5 15,-2 1-7-15,-1-1-18 0,0 2-20 0,-1 2-29 16,1 3-21-16,0-2-34 0,2 3-24 0,0-1-38 16,1 3-146-16,1-1-373 0,4-1 165 0</inkml:trace>
  <inkml:trace contextRef="#ctx0" brushRef="#br0" timeOffset="29740.53">28897 5753 22 0,'0'0'60'0,"0"0"-17"16,0 0-13-16,0 0-20 0,0 0-18 0,0 0-19 15,0 0-28-15,0 0 13 0</inkml:trace>
  <inkml:trace contextRef="#ctx0" brushRef="#br0" timeOffset="30094.96">28910 5568 173 0,'-1'-11'180'0,"1"11"-5"0,-2-12-10 16,1 5-5-16,1 7-6 0,-1-11-1 0,1 11-4 15,-5-9-5-15,5 9-4 0,0-9-5 0,0 9-11 16,0 0-5-16,0 0-12 0,0-8-6 0,0 8-11 15,0 0-10-15,0 0-11 0,0 0-7 0,0 0-9 16,0 0-11-16,0 0-3 0,0 0-4 0,0 0-5 16,0 0-3-16,0 0-4 0,0 26-2 0,2-16 2 15,1 2-6-15,-3 0-1 0,1 1 0 0,0 2-2 16,1-2 1-16,0 4 3 0,-1-2-6 0,1-3-2 16,-2-1 0-16,4 1 1 0,-2 0-4 0,1-2 3 15,-2 0-3-15,0-1 1 0,2 2-3 0,-3-3 5 16,1 0-7-16,-1-8-9 0,0 9-14 0,0-9-30 15,1 13-27-15,-1-13-31 0,-1 8-25 0,1-8-24 16,3 6-22-16,-3-6-10 0,0 0-152 0,0 0-369 16,0 0 164-16</inkml:trace>
  <inkml:trace contextRef="#ctx0" brushRef="#br0" timeOffset="30391.1">29112 5513 48 0,'3'-5'174'0,"-3"5"3"16,6-6-30-16,-2 1-15 0,-4 5-12 0,0 0-19 16,2-6-12-16,-2 6-5 0,0 0-2 0,0 0-14 15,0 0-9-15,0 0-3 0,0 0-4 0,-12 18-7 16,6-13-5-16,1-1 4 0,-1 2-11 0,-1 1-2 16,1-3-5-16,1 1-1 0,-3 2-4 0,2-1-7 15,-1 1 5-15,1-1-6 0,-2 1 1 0,5-2-2 16,-3 2-4-16,1-1 6 0,1-1-3 0,-2 4-3 15,2-3 4-15,0 0-6 0,1-2 2 0,3-4 2 16,-3 13-2-16,0-7-5 0,3-6 2 0,2 10 0 16,-2-10 0-16,5 11-3 0,-1-5 4 0,2-3-5 15,4 3-7-15,1 0-16 0,-1-2-34 0,6-1-17 16,0 3-29-16,2-1-32 0,-2-2-108 0,-2 1-260 16,-1-2 116-16</inkml:trace>
  <inkml:trace contextRef="#ctx0" brushRef="#br0" timeOffset="30825.48">29286 5779 118 0,'0'0'207'0,"0"0"-12"0,0 0-18 16,0 0-17-16,0 0-15 0,16-7-13 0,-9 3-15 15,-2 2-1-15,1-1-17 0,-1-1-10 0,3-2-7 16,0 4-10-16,1-3-5 0,-3 1-2 0,2-1-8 15,0-1 1-15,0 0 0 0,-1 0 3 0,-1-3-9 16,0 2-2-16,-1-1 0 0,-1-1-5 0,-1-1-5 16,-2-1-1-16,0-1-5 0,2 1-6 0,-2-2 2 15,2 1 0-15,-4 0-8 0,2 2 0 0,-2-3-3 16,1 4-4-16,0-3 2 0,1 3-4 0,0-2 1 16,1 2-2-16,0 0 0 0,3 0-1 0,-1 0 0 15,2 1-3-15,2 0-2 0,1 4-3 0,4-1-2 16,-3 0 0-16,4 2 1 0,-1 3-4 0,2 0 2 15,-2 0 1-15,0 2-4 0,3 3 3 0,-5-1 0 16,0 2 2-16,-5 0-4 0,1 1-1 0,1 0-3 16,-5 2 3-16,4 2 1 0,-4 0 0 0,-1-4-3 15,-2 3 5-15,0-1-1 0,0 2-3 0,1-1 4 16,-2-1-3-16,2 1 2 0,-1-2 1 0,0-8 1 16,0 13 0-16,3-6 1 0,-1 0-1 0,1 2 2 15,-1-4-1-15,5 3-2 0,-1-4-18 0,0 3-23 16,6 0-27-16,-1-2-41 0,2-3-32 0,5-1-30 15,0 1-27-15,0-1-118 0,-1 0-341 0,-4-3 150 16</inkml:trace>
  <inkml:trace contextRef="#ctx0" brushRef="#br0" timeOffset="33388.18">23448 3103 45 0,'0'0'202'0,"0"0"-5"0,0 0-11 16,-2-7-6-16,2 7-13 0,0 0-14 0,0 0-16 16,0 0-12-16,0 0-11 0,0 0-14 0,0 0-11 15,0 0-12-15,0 0-5 0,0 0-10 0,0 0-11 16,0 0 1-16,0 0-9 0,0 0-6 0,0 0-2 15,0 0-8-15,0 0 5 0,1 25-5 0,-1-25-1 16,0 11-6-16,2-6 1 0,2 1-5 0,0 0 0 16,1 4-3-16,1-3 0 0,7 5 0 0,-4-5 0 15,0 3-1-15,1-3 0 0,3 5-3 0,-4-3-1 16,6-1 3-16,-2 3-1 0,-4-4-6 0,1-1 1 16,-1 1 2-16,0 0-2 0,-2-2 3 0,2 0-4 15,0 1 1-15,-6 0 0 0,1-1-4 0,0-1 0 16,-4-4 7-16,8 7-8 0,-8-7 3 0,3 3-3 15,-3-3 2-15,0 0 5 0,0 0-1 0,-10 11-3 16,4-7 1-16,-2-2 0 0,-1-1-1 0,-3 3-3 16,0-3-5-16,-1-1-8 0,2 0-10 0,-1-1-37 15,0 1-8-15,-1-2-37 0,-1-1-29 0,3 0-26 16,-1-1-21-16,-1 1-113 0,0-3-317 0,2 0 140 16</inkml:trace>
  <inkml:trace contextRef="#ctx0" brushRef="#br0" timeOffset="33533.96">23572 3087 120 0,'20'-5'110'0,"0"0"-12"0,-4 2-10 16,3-1-3-16,-6 3-17 0,2 1-31 0,0 0-27 16,2 0-17-16,-1 0-47 0,-2 3-39 15,-1-2-100-15,1-1 44 0</inkml:trace>
  <inkml:trace contextRef="#ctx0" brushRef="#br0" timeOffset="33787.58">23904 3044 5 0,'0'0'206'0,"0"-10"2"16,0 10 2-16,4-10-8 0,-4 5-3 0,0 5-10 15,4-8-9-15,-4 8-9 0,1-5-24 0,-1 5-10 16,0 0-16-16,0 0-16 0,0 0-15 0,0 0-11 15,0 0-10-15,0 0-3 0,0 0-9 0,12 21-5 16,-10-7-6-16,1-3 4 0,-1 6-7 0,1 1-7 16,-2 0-4-16,1-2-2 0,-1 3-1 0,0-2-1 15,0 0 0-15,2-2-2 0,-4 2-8 0,1-6 0 16,-2 3-26-16,4 0-21 0,-2 0-32 0,0-2-42 16,0-1-41-16,0-1-36 0,1 0-38 0,-1-2-138 15,0-8-386-15,-3 14 172 0</inkml:trace>
  <inkml:trace contextRef="#ctx0" brushRef="#br0" timeOffset="34074.74">24178 3078 185 0,'1'-9'189'0,"-1"9"-17"0,0 0-18 0,0 0-19 0,0 0-10 16,0 0-8-16,0 0-8 0,-32 13-11 0,23-6-10 15,-2 2-5-15,0-2-12 0,2 2-1 16,-1 0-14-16,4 0-3 0,-2 0-4 0,0 1 0 0,0-2-5 16,1 1-2-16,2 1-6 0,0-3 3 0,0 3-6 15,1-1 3-15,-1-3-8 0,2 1 0 16,-2 1-3-16,4-2-4 0,1-6 2 0,-3 12-5 0,3-6 2 16,0-6 6-16,4 11-12 0,1-5 2 15,5-1 2-15,1-1-3 0,2 2-3 0,4-3-11 16,3-2-30-16,-1 2-32 0,1 0-40 0,1-2-36 0,-1 1-37 15,-2-1-126-15,-5-1-324 0,5-3 144 0</inkml:trace>
  <inkml:trace contextRef="#ctx0" brushRef="#br0" timeOffset="34475.91">24334 3303 29 0,'0'0'175'15,"0"0"-5"-15,16-5-12 0,-16 5-3 0,8-3-12 16,-2 0-12-16,-6 3-9 0,16-4-8 0,-7 1-7 16,1 0-7-16,3 0-9 0,-4-1-12 0,1 1-5 15,0 0-5-15,0-1-6 0,1 1-4 0,-4-2 7 16,-1 3 5-16,0-1-4 0,-6 3-2 0,10-11-7 16,-9 6-6-16,2-1-4 0,-1-1-5 0,-2-4-3 15,-2 1-7-15,-1 0-2 0,-1 0-5 0,2-3-3 16,-2 3 3-16,0 0-4 0,1-6-1 0,1 6 1 15,-1 1-5-15,0-1 0 0,2 3 3 0,1 7-1 16,-2-12-4-16,4 2-5 0,1 3 2 0,1 1-3 16,3-1-1-16,1-1-5 0,4 5 2 0,-3-2-7 15,2 5 7-15,2 2-5 0,-3-1 3 0,3 3-3 16,2 1 2-16,-3 3-4 0,-4-1 2 0,2 1 0 16,-3 2 0-16,0 4 3 0,-1-3-2 0,-1 1 3 15,-1 2 1-15,-1 0 1 0,-1-3-1 0,-2 3 1 16,0-3 0-16,-2 1-1 0,-1-2 2 0,3 0-1 15,1 1-2-15,-1-2 0 0,2 1-12 0,0-4-17 16,0 3-30-16,1 0-60 0,3-2-53 0,2 0-230 16,0-3-431-16,-8-4 191 0</inkml:trace>
  <inkml:trace contextRef="#ctx0" brushRef="#br0" timeOffset="37592.83">26369 5549 84 0,'2'-11'160'16,"-2"11"2"-16,2-9-8 0,-2 9-7 0,2-6-5 16,-2 6-6-16,0 0-9 0,0 0-15 0,-2-10-10 15,2 10-10-15,0 0-13 0,0 0-8 0,0 0-10 16,0 0-10-16,0 0-3 0,0 0-6 0,0 0-2 15,0 0-6-15,0 0-5 0,0 0 3 0,0 0-4 16,-2 33-6-16,2-22-1 0,-4 0-4 0,1-1 0 16,1 1-3-16,2 0 0 0,-2 0 0 0,0-1-4 15,0 1 0-15,2 0 1 0,0-1-1 0,0 2-3 16,2-3 0-16,-2 1 1 0,4-1-1 0,-2-2 0 16,5-1 3-16,-5 2 1 0,6-3-6 0,-4 1 2 15,2-3 1-15,1 1-1 0,-1 0-2 0,4 1 3 16,-3-4 6-16,1 0-8 0,-8-1-1 0,14 1 1 15,-14-1 7-15,13-5-7 0,-8 3 3 0,5-3-7 16,-4 1 5-16,-2 0-4 0,3 0 5 0,0-3-6 16,0 0-1-16,-3-1 2 0,1-1-1 0,-1 1 0 15,0-3-1-15,-2 4 4 0,1-5-3 0,1 4 4 16,-4 1 1-16,5-1 0 0,-4 1 3 0,-1 7 5 16,4-12 1-16,-4 7 3 0,0 5 3 0,4-8 4 15,-4 8-2-15,0-7-3 0,0 7-1 0,0 0-5 16,0 0-6-16,0 0 1 0,0 0-7 0,0 0 0 0,0 0-1 15,0 0 0-15,0 0 0 0,0 0 0 16,0 0 0-16,2 25 1 0,-4-16-3 0,2 2-1 16,-2 1-1-16,0 1 0 0,-2 2 0 0,3 0 4 15,-4 2 2-15,3-1-2 0,0-4 1 0,-3 3 2 16,1-1-1-16,4-3-2 0,-2 1 2 0,0-1 1 16,0 0-6-16,4 0 4 0,-2-1-2 0,0-1 2 15,0-1 1-15,0-1 0 0,0 1 1 0,0-8 3 16,0 15-5-16,0-8 0 0,0-7-14 0,0 12-20 15,0-12-25-15,-2 7-29 0,2-7-23 0,0 0-27 16,0 10-16-16,0-10-17 0,0 0-140 0,0 0-333 0,0 0 148 16</inkml:trace>
  <inkml:trace contextRef="#ctx0" brushRef="#br0" timeOffset="38166.68">26766 5667 66 0,'0'0'129'15,"0"0"-7"-15,0 0-8 0,0 0-13 0,0 0-4 16,0 0-7-16,-17 15-7 0,12-9-4 0,5-6-8 0,-2 12-4 16,1-5-3-16,1 1-1 0,0 1-7 15,1 1-5-15,-1-1-6 0,4 1-1 0,1 0 0 16,0-1-1-16,1 1 0 0,-2-1-1 0,3 1-4 15,1-1 2-15,-2 0-2 0,1 0-2 0,-1 0-3 16,0 0-1-16,0-3-6 0,0 1 4 0,-3 0-8 16,1-2-3-16,-2 0 4 0,-2-5-7 0,4 10 1 15,-2-5-1-15,-2-5-5 0,1 9 7 0,-1-9 2 16,-7 6-4-16,7-6-5 0,-11 7 0 0,2-6-8 16,-2 2-12-16,2-1-8 0,-5-2-16 0,3 0-12 15,-2-2 5-15,1 0 9 0,4 0 3 0,1 0 6 16,0-2-2-16,7 4 0 0,-7-11 7 0,5 6 3 0,0-3-3 15,2 8 0-15,8-17 4 0,-2 7 1 16,-2 0 5-16,3 2-6 0,3-1 1 0,0 1 10 16,3-4-1-16,-2-1 11 0,3 3 4 0,-5 2 2 0,2 0 9 15,0 1-1-15,-2-3 8 0,0 3-1 16,-2 0 6-16,0 0 1 0,-1-1 3 0,-1-1-6 16,1 1 5-16,-4 1-7 0,4-2 8 0,-4 4 0 15,0-3-2-15,-2 8-4 0,0-11-1 0,0 11-5 16,0-11-2-16,0 11-4 0,0-9-1 0,0 9-6 0,-4-7 1 15,4 7-3-15,-8-6-4 0,8 6 2 16,-8-6-5-16,8 6 1 0,-11-1-6 0,11 1 3 16,-14 2 0-16,7 0-3 0,-4 3 2 0,-3 0 1 15,3 1 0-15,1 0-17 0,0 0 2 0,1-1 2 16,0 1 0-16,0 2-6 0,2-2-12 0,1 1-11 0,-1 2-32 16,5-3-27-16,-2-2-17 0,4-4-29 0,-3 11-29 15,3-11-89-15,3 8-282 0,-3-8 125 0</inkml:trace>
  <inkml:trace contextRef="#ctx0" brushRef="#br0" timeOffset="38617.18">26984 5670 191 0,'5'-9'222'0,"-5"9"-6"16,2-8-9-16,-2 8-12 0,2-3-21 0,-2 3-18 0,0 0-17 15,0 0-17-15,8-4-6 0,-8 4-13 0,0 0-18 16,0 0-6-16,8 11-10 0,-6-5-5 16,3 0-9-16,-1 1-4 0,-2 1-4 0,6 1-7 15,-4 3-3-15,0 0-4 0,1-2-2 0,-1 1-3 16,1 0-4-16,0 1 1 0,-1-1-2 0,-2-1-2 0,5 1-1 16,-3-2 0-16,3 2-3 0,0-3 2 0,-2 0-2 15,3 1-2-15,-4-4-2 0,-1 1 2 16,1-1-1-16,2-2 1 0,-4 3-2 0,4-2 5 15,-6-4-5-15,5 6 8 0,-5-6 11 0,6 3 19 16,-6-3 0-16,0 0 6 0,7 0-7 0,-7 0-1 16,14-5-6-16,-8 1 0 0,3-3-5 0,-5 1 0 0,6-1-2 15,-1-2-5-15,3-4-1 0,-2 1-3 0,1-2-5 16,-2 1-5-16,1-1 1 0,-2-1-1 16,1 0-1-16,0 0-5 0,-2-1-2 0,0 3 2 15,1 1-6-15,-3-4 1 0,0 6 1 0,-1 0-2 16,0-2 3-16,-1 5-5 0,-1-3-1 0,0 3 4 0,-2 7-3 15,2-10-1-15,-2 10-7 0,2-8-7 0,-2 8-19 16,0 0-21-16,0-8-25 0,0 8-22 0,0 0-22 16,0 0-35-16,0 0-35 0,0 0-48 0,-19 8-185 15,13-2-460-15,6-6 204 0</inkml:trace>
  <inkml:trace contextRef="#ctx0" brushRef="#br0" timeOffset="41134.14">25607 4561 109 0,'0'0'138'0,"0"0"2"15,0 0-9-15,0 0-5 0,0 0-11 0,0 0-4 16,0 0-10-16,0 0-3 0,0 0-10 0,-2-8-6 16,2 8-5-16,0 0 0 0,0 0-6 0,0 0-2 15,0 0-8-15,0 0 0 0,0 0-5 0,0 0-4 16,0 0-10-16,0 0 2 0,0 0-7 0,0 0-4 15,0 0-7-15,0 0-1 0,0 0-3 0,0 0-6 16,0 0-3-16,0 0-4 0,0 0 8 0,0 0-10 16,0 0 6-16,0 0-3 0,0 0 10 0,0 0-14 15,14 20-3-15,-10-16 2 0,-4-4-2 0,4 8 0 16,1-2 0-16,-5-6 2 0,4 11-1 0,-3-4 1 16,4-2-3-16,-1 2-1 0,-4-1 3 0,4 0-2 15,-1 1 0-15,-2-1 0 0,2 1-11 0,-3-7-1 16,5 11-4-16,-4-5 10 0,4 0-10 0,0-1 10 15,-3 1-2-15,-2-6 0 0,7 8 4 0,-3-5 2 16,1 1-1-16,-5-4-7 0,8 7 5 0,-5-4 4 16,-3-3 4-16,9 3-5 0,-9-3 3 0,4 6-3 15,-4-6 0-15,0 0 7 0,7 2 11 0,-7-2 0 16,0 0 17-16,0 0 2 0,0 0 2 0,10 0-5 16,-10 0-2-16,0 0-5 0,6-11-1 0,-6 11-6 15,5-12 1-15,-1 7 2 0,0-5-6 0,-1 4 0 16,0-3-3-16,0-1-4 0,2 1 0 0,-1-3-1 15,1 1 3-15,-1-1 3 0,-2 1-1 0,1 1-12 16,3-5-7-16,-3 1-2 0,1 4-11 0,-1 0-13 16,-3-2-17-16,4 3-3 0,-4-1-19 0,3 2-28 15,-3 1-13-15,0 7-22 0,4-11-10 0,-4 11-32 16,2-7-99-16,-2 7-296 0,4-5 130 0</inkml:trace>
  <inkml:trace contextRef="#ctx0" brushRef="#br0" timeOffset="41764.11">26014 4446 25 0,'-9'-3'153'0,"9"3"-11"0,0 0-12 0,0 0-20 0,0 0-12 15,0 0-7-15,0 0-9 0,0 0-10 0,0 0-10 16,0 0-1-16,22-3-3 0,-13 3-4 0,1-2-10 16,-10 2-12-16,17-1-10 0,-7 1-15 15,-10 0-17-15,13 1-9 0,-7-3-16 0,-6 2-5 0,10 1-4 16,-10-1-7-16,0 0-2 0,11-1-6 0,-11 1-3 16,0 0 10-16,0 0-9 0,0 0 12 0,7 1 3 15,-7-1 3-15,0 0 3 0,0 0 8 0,0 0 7 16,0 0 9-16,0 0 4 0,0 0 7 15,0 0 9-15,0 0 14 0,0 0 8 0,0 0 4 0,0 0 11 16,0 0 9-16,0 0-5 0,0 0 2 0,0 0-5 16,0 0-4-16,0 0-10 0,0 0 3 0,0 0-7 15,0 0-1-15,0 0-4 0,0 0 1 0,0 0 17 16,-13 16-1-16,13-16 0 0,-1 13-8 16,1-6 2-16,0-7 2 0,0 16-1 0,0-5-2 15,1-2 2-15,-2 3-1 0,2 1-5 0,-1-4 3 0,2 1 0 16,-2 0-2-16,2 2-9 0,-2-2 5 0,0-4-10 15,4 5 7-15,-4-3-8 0,0 0 1 0,0-8 2 16,2 13 0-16,-1-9 3 0,-1-4-13 0,1 8 6 16,-1-8 7-16,0 0-7 0,0 12 2 15,0-12-1-15,0 0-5 0,0 0 8 0,-2 8-6 16,2-8 7-16,0 0-12 0,-8 3 5 0,8-3-10 0,-10 3 4 16,3-1 1-16,7-2 3 0,-11 0-7 0,5 2 1 15,6-2-1-15,-12 0 0 0,12 0 0 0,-9 1 2 16,9-1-2-16,0 0-4 0,-8 1 6 15,8-1-2-15,0 0-2 0,0 0 2 0,0 0-6 16,0 0 10-16,0 0-3 0,0 0-2 0,0 0-2 0,0 0 2 16,0 0 5-16,0 0-10 0,0 0 7 0,0 0-5 15,27 2-17-15,-18-1-18 0,4-2-25 16,-3 2-27-16,2-1-26 0,3-2-98 0,-3 1-234 16,0 1 103-16</inkml:trace>
  <inkml:trace contextRef="#ctx0" brushRef="#br0" timeOffset="42158.18">26283 4547 38 0,'-2'-5'173'0,"2"5"-16"0,0 0-10 0,0 0-18 15,0 0-11-15,5-8-12 0,-5 8-14 0,11 0-5 0,-11 0-16 16,13-2-7-16,-5 1-6 0,-8 1-3 15,13 3-4-15,-5-3-7 0,-1 2-6 0,-7-2-8 16,12 2 1-16,-6 2-6 0,-6-4-2 0,9 2-3 16,-5 1 2-16,0 3-2 0,-4-6-3 0,6 8 0 15,-6-3 3-15,0-5-1 0,-2 14 4 0,-2-6 4 0,0 2-8 16,0 0-4-16,0-2 3 0,-1 3 5 16,-1-3-5-16,0 2-1 0,0 0-3 0,0-2 1 15,1-1 1-15,-1 1 1 0,3-1-2 0,-3 0-4 16,4-1-6-16,-3-2 10 0,5-4 1 0,-5 9-3 15,5-9-5-15,0 0 3 0,-4 7-2 0,4-7-2 0,0 0 0 16,-5 6-1-16,5-6 9 0,0 0-3 0,0 0 5 16,0 0 0-16,13 7 0 0,-13-7-4 15,14 0 0-15,-5 0 3 0,5 0-6 0,4-2-3 16,0 0-8-16,1-1-20 0,4 0-18 0,6 1-24 16,1-2-10-16,-1 0-46 0,0-1-22 0,-2 0-143 15,1 0-305-15,-7 2 135 0</inkml:trace>
  <inkml:trace contextRef="#ctx0" brushRef="#br0" timeOffset="45418.93">24934 3718 85 0,'0'0'86'0,"0"0"-4"15,0 0-6-15,0 0-5 0,0 0-4 0,0 0 1 16,-6-5-4-16,6 5-1 0,0 0-2 0,0 0 4 0,0 0-8 16,-4-8-12-16,4 8 11 0,0 0-5 15,0 0-2-15,0 0 0 0,-6-3-8 0,6 3-3 16,0 0-3-16,0 0-1 0,0 0-5 0,-9-1 1 16,9 1-4-16,0 0-5 0,0 0 0 0,0 0-4 15,0 0-4-15,0 0 0 0,0 0 0 0,-12 4 7 16,12-4-19-16,0 0 6 0,0 0-6 0,0 0 3 15,0 0 1-15,0 0 0 0,0 0 1 0,0 0 0 16,0 0 7-16,0 0 1 0,16 18 2 0,-9-16-3 16,-2 3 5-16,4 0-2 0,-2-2-5 0,3 0-1 15,-1 1 5-15,1 1-5 0,-1 1 3 0,0-3 1 16,2 2 0-16,0 0-4 0,-2 0-1 0,1-1 2 16,0 3-4-16,1-3 4 0,-2 2-1 0,1 0-3 15,-1-2-3-15,0 2 0 0,-3-3 4 0,-1 2-2 16,1-3-6-16,-2 4 8 0,1-3-6 0,0 1 0 15,-5-4-2-15,7 8 1 0,-5-3 1 0,1 0-5 16,-3-5 11-16,1 10 4 0,-1-10-10 0,0 11 6 0,0-11-5 16,-2 12 2-16,-4-4 6 0,3 1-4 15,-4 0-3-15,0 1 7 0,-2 3-4 0,-1-1 2 16,-2 2 2-16,3-1-2 0,-5 1 9 0,4 1-12 16,-2 0-9-16,-2 0-27 0,1-2-27 0,3 1-31 15,-3 2-35-15,3 0-142 0,-9 3-287 0,7-5 128 16</inkml:trace>
  <inkml:trace contextRef="#ctx0" brushRef="#br0" timeOffset="45925.52">24635 4198 27 0,'-5'-6'144'0,"5"6"-6"0,0 0-12 0,0 0-7 0,0 0-12 16,0 0-15-16,0 0-9 0,0 0-4 15,0 0-12-15,0 0 0 0,0 0-10 0,19-7-5 0,-6 4-6 16,-2 2-6-16,3 1 1 0,3-4-6 0,1 4-3 16,0-4-16-16,1 3-8 0,1-1-36 0,-3 1-28 15,-3-1-31-15,-1 2-23 0,-1 2-73 0,-3-4-197 16,-9 2 87-16</inkml:trace>
  <inkml:trace contextRef="#ctx0" brushRef="#br0" timeOffset="46502.21">24798 4191 64 0,'0'0'155'0,"0"0"-6"0,0 0-16 0,0 0-14 16,0 0-16-16,0 0-8 0,0 0-6 0,0 0-12 16,0 0-17-16,0 0-6 0,-2 10 6 15,2-10-7-15,0 10 5 0,0-10-7 0,-1 16 5 16,1-5 6-16,-1 1-7 0,1 1-4 0,-2-3-7 16,0 5 6-16,2-2-9 0,0 1-1 0,-3 2 7 0,2-4-3 15,0 1-5-15,1-1-5 0,-2 1-3 16,1-1-2-16,1-1-1 0,-1-1-3 0,0 3-3 15,1-4 1-15,-1 0-3 0,1-1-8 0,1 0 1 0,-1-8-1 16,0 13 5-16,0-6-2 0,0-7-6 16,0 10 0-16,1-3 0 0,-1-7 2 0,-1 10-6 15,1-10 2-15,1 9 2 0,-1-9-2 0,1 7-2 16,-1-7 3-16,0 0-7 0,0 8 5 0,0-8-1 0,0 0-4 16,0 0-3-16,0 0 3 0,-2 10-1 15,2-10-1-15,0 0-3 0,0 0 6 0,0 0-4 16,0 0 0-16,0 0-1 0,-9 2 4 0,9-2-9 15,0 0 5-15,-8 2-5 0,8-2 2 0,-9 0 6 0,9 0-4 16,0 0 0-16,-15-2-1 0,15 2 6 0,-10 2-2 16,10-2 3-16,-12-4-7 0,12 4 4 15,-10 0-4-15,10 0 5 0,0 0-3 0,-13 0-1 16,13 0 2-16,-7 1 2 0,7-1-5 0,0 0 5 16,-12-1 0-16,12 1-3 0,0 0-4 0,0 0 10 0,-9 1-1 15,9-1-6-15,0 0 7 0,0 0-4 0,0 0 3 16,0 0-3-16,0 0-2 0,-8-4 2 0,8 4-2 15,0 0-1-15,0 0 2 0,0 0 5 16,0 0-1-16,29-3 1 0,-18 1 3 0,2 2-5 16,5-3-4-16,-4 3-16 0,4-1-17 0,0-1-26 15,1 2-34-15,0-1-27 0,0-2-31 0,2 0-122 16,-3 1-299-16,2 0 132 0</inkml:trace>
  <inkml:trace contextRef="#ctx0" brushRef="#br0" timeOffset="48119.07">26387 3759 14 0,'0'0'56'0,"0"0"6"0,-6-4 1 0,6 4-7 0,0 0 11 16,-6-6-1-16,6 6-11 0,0 0 8 0,0 0-4 16,0 0-8-16,-2-9 7 0,2 9-6 0,0 0 7 15,0 0-15-15,0 0 2 0,0 0-2 0,0 0 7 16,0 0-4-16,0 0-18 0,0 0 14 0,0 0-13 16,0 0 5-16,-9-1-3 0,9 1 2 0,0 0-16 15,0 0 8-15,0 0-3 0,0 0 1 0,0 0-4 16,0 0-2-16,0 0-9 0,0 0 8 0,0 0-2 15,0 0-1-15,0 0-3 0,0 0 0 0,0 0 4 16,0 0-14-16,21 12 13 0,-15-10 0 0,1 1-1 16,-1 0 2-16,2 0-8 0,-1 1 3 0,1-1 1 15,1 2 2-15,1 0-11 0,-2-2 3 0,-1 2 1 16,0-1 3-16,0 0-6 0,-3 1 1 0,1 0 3 16,-1 0-1-16,0-1-4 0,1 1 4 0,0 1-6 15,-3-1 11-15,2 1-11 0,-4-6 2 0,3 12 3 16,-3-5-1-16,0 1 1 0,0 2-4 0,-2 0 2 15,-1 2 1-15,1-1-3 0,-3 0 1 0,1 2 2 16,-3 1-4-16,0 1 3 0,-1-1 1 0,0 0-15 16,2-3-17-16,1 1-22 0,1-1-43 0,-2 0-31 15,0-1-98-15,0 3-240 0,3-5 107 0</inkml:trace>
  <inkml:trace contextRef="#ctx0" brushRef="#br0" timeOffset="49067.92">26833 3246 106 0,'0'0'172'15,"0"0"-10"-15,0 0-11 0,0 0-16 0,0 0-8 16,0 0-12-16,0 0-15 0,0 0-1 0,0 0-22 16,12-10-3-16,-7 8-14 0,-5 2 2 15,19-3-8-15,-7 3-9 0,-1-1-2 0,3 1-14 16,-3 0-19-16,0-1-14 0,-1 1-19 0,0 0-17 15,-3 1-16-15,-7-1-13 0,14 0-5 0,-14 0-10 16,11 0-5-16,-11 0 4 0,6 0-5 0,-6 0 6 0,0 0 6 16,0 0 4-16,10 1 10 0,-10-1 6 0,0 0 8 15,0 0 8-15,0 0 7 0,0 0 2 16,0 0 11-16,0 0 7 0,0 0 6 0,0 0 5 16,0 0 1-16,0 0 10 0,0 0 6 0,0 0 7 15,0 0 3-15,0 0 1 0,0 0 4 0,0 0 11 16,0 0-12-16,0 0 4 0,0 0 10 0,0 0-17 15,0 0-2-15,0 0 8 0,0 0-4 0,0 0-12 16,0 0 8-16,0 0-6 0,0 0 11 0,-25 3 1 16,25-3 0-16,0 0 6 0,-4 12-1 0,4-6 3 15,0-6 7-15,-2 13 1 0,-1-7-2 0,0 5-2 16,3-1 1-16,-2 0-1 0,0 1-1 0,2 1 7 16,-2 0-11-16,2 0 0 0,2 0-2 0,-2 0 4 15,0 0-10-15,0 1 8 0,2-1-12 0,-4-1 4 16,2 1-5-16,2-2 0 0,0 0 1 0,-2 0-3 15,3 0-5-15,-3-4 1 0,3 2 1 0,-3-8-2 16,2 11-4-16,-2-4 4 0,0-7-10 0,2 12 5 16,-2-6 1-16,0-6-1 0,0 10-3 0,0-10 3 15,0 8-2-15,0-8-1 0,0 8-1 0,0-8-5 16,-4 7-2-16,4-7-2 0,0 0-7 0,-6 8-8 16,6-8-18-16,-8 2-15 0,8-2-17 0,-9 3-5 15,9-3-3-15,-12 0 2 0,12 0 24 0,-13-2-7 16,13 2 1-16,-11-2 4 0,11 2 8 0,-12-2 5 15,12 2 4-15,-8-4 6 0,8 4-5 0,-9-3 9 16,9 3 8-16,-8-3 9 0,8 3 11 0,0 0-1 16,-6-3 10-16,6 3-1 0,0 0-3 0,0 0-5 15,0 0 5-15,0 0-4 0,0 0-4 0,0 0 10 16,0 0-7-16,0 0 12 0,0 0-4 0,0 0 1 16,0 0 6-16,25-2-3 0,-14 3-4 0,1-1-3 15,0 0 1-15,-12 0-19 0,25 0-10 0,-12-1-26 16,2 1-24-16,-2-1-27 0,1 0-59 0,-4 2-168 15,5-3 75-15</inkml:trace>
  <inkml:trace contextRef="#ctx0" brushRef="#br0" timeOffset="49422.85">27210 3402 53 0,'0'0'204'0,"0"0"-10"0,0-8-22 0,0 8-16 16,0 0-17-16,0 0-15 0,0 0-14 0,0 0-14 16,0 0-10-16,0 0-11 0,0 0-4 0,0 0-8 15,0 0 2-15,0 0-12 0,0 31-3 0,0-21-3 16,-2 0-6-16,2 0-4 0,-4-1 5 0,4 2 5 0,0-3 4 16,0 2-14-16,0-1 7 0,0 0-4 15,0 0-6-15,2-1-2 0,0-2-3 0,-2-6-1 16,2 14-2-16,-2-9 2 0,0-5-5 0,2 13 0 15,-2-13-2-15,2 9 0 0,-2-9-4 0,0 8 1 16,0-8 2-16,0 0-5 0,2 8 4 0,-2-8-4 16,0 0 2-16,2 7-2 0,-2-7 4 0,0 0-2 15,5 3 1-15,-5-3-1 0,8 1 1 0,-8-1-4 16,19-1 1-16,-8-2-2 0,7 1-1 0,4-3-2 16,5 2-15-16,2-6-22 0,3 4-29 0,1-3-34 15,6 1-49-15,-4-2-52 0,4 1-167 0,-2 0-386 16,0-2 171-16</inkml:trace>
  <inkml:trace contextRef="#ctx0" brushRef="#br0" timeOffset="52855.01">25058 4517 72 0,'6'-6'89'0,"-6"6"4"0,0 0-13 0,3-5-2 15,-3 5 2-15,0 0 5 0,4-8-7 0,-4 8 1 16,0 0 6-16,2-6 4 0,-2 6-3 0,0 0 0 0,4-4-5 15,-4 4 0-15,0 0 3 0,0 0-1 0,0 0-5 16,4-5-5-16,-4 5-11 0,0 0-1 0,0 0-2 16,0 0-7-16,0 0-5 0,0 0-1 15,0 0-5-15,0 0-5 0,0 0-1 0,0 0-8 16,0 0-2-16,0 0-5 0,0 0-1 0,0 0-3 16,0 0-2-16,0 0 2 0,-19 0-7 0,19 0 1 0,0 0-3 15,-14 6-2-15,8-4-4 0,-1 0 1 16,7-2 3-16,-9 7-9 0,4-5 9 0,5-2-2 15,-7 8-2-15,5-3-2 0,2-5-1 0,-5 12-1 16,4-7 5-16,1-5-3 0,0 9 2 0,0-9-1 16,4 10 1-16,0-4 1 0,3 1 2 0,1 1-2 0,2-3-1 15,1 1-5-15,1 2 5 0,-1-2 1 16,-1-1 0-16,1-1-1 0,-1 1-4 0,-1 2 2 0,-1-4 2 16,-4 1 1-16,1 1-7 0,0-1 4 15,0-1-1-15,-5-3 0 0,8 5-1 0,-6 0 2 16,-2-5 2-16,0 0-5 0,0 10 3 0,0-10 0 15,0 0 2-15,-12 9 3 0,6-5-1 0,1 0-5 0,-5 0-18 16,-1 0-27-16,-1-1-41 0,-1 1-31 0,-1-2-47 16,-3 2-123-16,0-1-314 0,3-3 139 15</inkml:trace>
  <inkml:trace contextRef="#ctx0" brushRef="#br0" timeOffset="56276.68">21476 4269 36 0,'0'0'89'0,"-1"-10"18"0,1 10-1 16,0-9-5-16,0 9-8 0,0 0 3 0,0-12-9 0,0 12 8 15,0 0-12-15,-1-7-7 0,1 7-3 16,0 0-23-16,0 0 3 0,0 0-6 0,0 0-13 16,0 0 2-16,0 0-12 0,0 0 0 0,0 0 0 15,0 0-1-15,0 0-3 0,0 0 8 0,0 0-25 16,1 30 10-16,-1-19-2 0,-1 4 9 0,1-1-4 0,0 1-4 15,-2 4 8-15,1 5-3 0,1 2-5 0,0-6 5 16,-1 6 2-16,1 0 0 0,-2 2 2 0,2 0 1 16,0 0 4-16,-1-3 4 0,0 4-6 15,1-3 4-15,0 2 2 0,-3-3-5 0,2-4-1 16,-2 2 3-16,2-4-4 0,0 0-1 0,1-1 0 0,-1-1 1 16,-1 0-3-16,0-1-2 0,2-4 1 0,0 1 2 15,0-1 0-15,-3 0-2 0,2-2 0 0,1 2 0 16,-1-3-1-16,1-9-4 0,0 11 0 15,-2-5-2-15,2-6-2 0,0 10 3 0,0-10-1 16,2 7 1-16,-2-7-1 0,0 0-1 0,-2 9-5 16,2-9-1-16,0 0 5 0,2 9-1 0,-2-9-2 0,0 0-6 15,0 0 6-15,0 0-7 0,0 7-19 16,0-7-22-16,0 0-35 0,0 0-31 0,0 0-31 0,-2 12-33 16,2-12-115-16,-2 8-308 0,2-8 137 15</inkml:trace>
  <inkml:trace contextRef="#ctx0" brushRef="#br0" timeOffset="56729.25">21264 5250 30 0,'0'-12'200'0,"0"12"-9"16,2-6-14-16,-2 6-12 0,3-7-19 0,-3 7-13 15,0 0-14-15,0 0-19 0,0 0-13 0,0 0-10 0,0 0-7 16,0 0-14-16,0 0 2 0,0 0-3 0,0 0-9 16,-1 32-2-16,-1-14-5 0,2-6 6 0,-3 6-6 15,1 1-7-15,1 0 1 0,1-1 4 16,-1-1 2-16,1 1-10 0,-1-3-1 0,1 2 1 16,-2-3 4-16,1 1-3 0,0-4-7 0,1 1 2 0,0 0-6 15,0-2 3-15,0 1-3 0,1-1 0 0,-1 0-4 16,0-2 4-16,-1 1-4 0,1-9-14 15,0 13-17-15,0-7-19 0,0-6-18 0,-2 10-17 16,2-10-13-16,0 9-39 0,0-9-5 0,0 0-16 16,-2 7-20-16,2-7-93 0,0 0-276 0,0 0 122 0</inkml:trace>
  <inkml:trace contextRef="#ctx0" brushRef="#br0" timeOffset="57096.93">21457 5334 20 0,'0'0'158'0,"4"-5"-10"15,-4 5-16-15,6-4-10 0,-6 4-4 0,9-1-17 16,-9 1-5-16,13 3-3 0,-7 1-2 0,1-1-14 16,-1 0-4-16,3 3-5 0,-3 1-6 0,-2-1-8 15,0 2-4-15,0-2-2 0,0 2-10 0,-3 0 7 0,0 1-8 16,-1-9-4-16,-3 16-3 0,0-4 1 0,-2-4-2 15,-2 2-7-15,1-1 3 0,-3-2-6 16,3-1 3-16,1 0-3 0,-2-1-1 0,2 0-3 16,-3-2 2-16,2-2-3 0,6-1-2 0,-9 6-1 15,9-6 4-15,-8 2 1 0,8-2-10 0,0 0 4 0,-9 4-1 16,9-4-5-16,0 0 2 0,0 0-3 16,0 0 0-16,0 0 1 0,-6 4 1 0,6-4-6 15,0 0-4-15,0 0 5 0,0 0 1 0,0 0 4 16,20 3-3-16,-9-3-1 0,3 2-1 0,-1-1-14 15,-1-1-13-15,6 1-19 0,1-1-24 0,-1-1-21 0,1 0-20 16,-1-1-7-16,4 1-13 0,0-1-107 0,-4 2-257 16,-2-2 114-16</inkml:trace>
  <inkml:trace contextRef="#ctx0" brushRef="#br0" timeOffset="57421.45">21829 5427 146 0,'0'0'138'0,"0"0"9"0,2-10 0 16,-2 10-3-16,0 0-8 0,0 0-15 15,2-9-12-15,-2 9-11 0,0 0-14 0,0 0-12 16,0 0-9-16,0 0-7 0,0 0-6 0,0 0-2 16,0 0 0-16,-8 21-8 0,5-13-9 0,2 0 0 15,-1 0-4-15,0 2-2 0,1 0-3 0,0 0-1 0,1-10 0 16,2 14-1-16,0-7-4 0,3-1 3 16,-2 0 0-16,1-1 0 0,3 1-3 0,-1-2 6 15,4-2 3-15,-1-1-6 0,0-1 5 0,4 0 0 16,-1 0-2-16,-2-2 1 0,1-1 0 0,-3-1 3 15,1-2 2-15,0 0-2 0,-3-2 5 0,2 2-1 0,-2-4-1 16,-2 3 1-16,0-5-7 0,0 3 1 0,-3-2-4 16,-2 3-3-16,-2-2-8 0,1-3 3 15,-2 2-1-15,-1 1 0 0,1 1-4 0,-1 1-1 16,0 1-4-16,-2 2-7 0,1-1-18 0,-1 0-14 16,1 4-17-16,-3 0-29 0,9 2-11 0,0 0-25 0,-28 8-27 15,17-2-20-15,2 1-123 0,0 1-313 0,0-1 140 16</inkml:trace>
  <inkml:trace contextRef="#ctx0" brushRef="#br0" timeOffset="57863.3">22190 5377 36 0,'0'-7'271'0,"0"7"-14"0,0-13-15 0,0 13-22 16,-3-9-19-16,3 9-21 0,0 0-17 0,1-10-20 16,-1 10-19-16,0 0-16 0,2-6-12 0,-2 6-13 15,0 0-2-15,0 0-12 0,0 0-6 16,12 19-3-16,-9-9-2 0,3-1-11 0,-1 3-7 16,0-2-3-16,-1 3-5 0,2 1 0 0,-2-4-6 0,1 2-3 15,-1-3-1-15,0 2-1 0,1-2-3 16,-2 1-3-16,0-1 1 0,0-3-4 0,1 0 2 0,0-1-1 15,-2 0-2-15,2 0 1 0,0 0-1 16,-4-5-2-16,6 6 3 0,-6-6 2 0,4 5 4 16,-4-5 8-16,5 2 5 0,-5-2 7 0,0 0-2 0,0 0-3 15,14-9-3-15,-6 2-3 0,1-1-2 16,0-1-3-16,-3-3 1 0,6 0 2 0,-1-2 0 0,-2-2-5 16,1 3-6-16,2-4 3 0,-3 1-7 15,1 1 2-15,-2 5 4 0,-2 0-6 0,-1 1-2 16,2 2 3-16,-5 0-2 0,2 2-1 0,-1 1 0 15,-3 4-12-15,3-6-13 0,-3 6-24 0,4-7-27 0,-4 7-38 16,0 0-20-16,0 0-8 0,0 0-11 0,0 0-32 16,0 0-26-16,0 0-28 0,-10 32-126 15,2-20-387-15,-2 1 171 0</inkml:trace>
  <inkml:trace contextRef="#ctx0" brushRef="#br0" timeOffset="59078.66">21540 5857 61 0,'4'-5'179'0,"-4"5"-7"0,2-12 1 0,0 6-1 15,-2 6-2-15,2-7-8 0,-2 7-15 16,1-9-10-16,-1 9-13 0,0 0-12 0,3-7-4 16,-3 7-15-16,0 0-11 0,0 0-8 0,0 0-8 15,0 0-9-15,0 0-7 0,0 0-8 0,0 0-3 0,0 0-7 16,0 0-4-16,0 0-4 0,0 0-3 0,0 0 4 15,3 26 0-15,-3-16-2 0,1 2-2 0,-1 7 0 16,-1-1 2-16,2 1 0 0,-1 0 3 0,1 6-3 16,-1-6-2-16,-1 8-2 0,2-3 3 15,0 3-1-15,-2-8-3 0,2 8 1 0,2-1 2 0,-2-2-3 16,1 1-1-16,-1 0 1 0,0-5 0 0,0-1 0 16,-1 0-2-16,2-1-1 0,-1 1-4 0,3 6 0 15,-3-7 8-15,1 2-7 0,0-3-1 0,0-1-5 16,-2 1 5-16,2-6-4 0,-2 3 0 0,1-3-2 15,0 0 2-15,1 1-2 0,-1-2 1 0,0-1-2 16,0-2 0-16,1 3-1 0,-2-2 3 0,1 0-5 16,-1 2 1-16,1-3 0 0,-1-7 4 0,3 13-7 15,-2-5 4-15,0-4-2 0,-1-4 1 0,2 11 1 16,-2-11-1-16,0 9-1 0,2-3 3 0,-2-6-4 16,1 10 2-16,-1-10-2 0,2 9 0 0,-2-9 3 15,1 9 0-15,-1-9-1 0,1 8 9 0,-1-8-8 16,0 9-1-16,0-9-1 0,1 9 3 0,-1-9 3 15,2 7 2-15,-2-7-3 0,0 0 2 0,-2 11 0 16,2-11 0-16,3 9-3 0,-3-9 2 0,1 9-2 16,-1-9-2-16,3 7 0 0,-3-7 3 0,1 7 0 15,-1-7-1-15,1 6-1 0,-1-6 6 0,0 0-4 16,0 0 0-16,2 7-1 0,-2-7 0 0,0 0 1 16,0 0-3-16,0 0 0 0,0 0 4 0,0 0-2 15,0 0 2-15,0 0 0 0,1 8-1 0,-1-8 0 16,0 0 2-16,0 0 3 0,0 0-3 0,0 0 0 15,0 0 0-15,0 0-2 0,0 0 3 0,0 0-2 16,0 0 0-16,0 0-4 0,0 0 0 0,0 0 2 16,0 0-5-16,0 0-8 0,0 0-6 0,0 0 0 15,0 0-8-15,0 0-2 0,0 0-2 0,0 0-5 16,0 0 4-16,0 0-2 0,0 0 2 0,0 0 2 16,0 0 5-16,0 0-3 0,0 0 4 0,0 0-2 15,0 0 5-15,0 0 2 0,0 0 1 0,0 0 3 16,0 0 7-16,0 0 1 0,0 0-6 0,0 0 2 15,0 0 5-15,0 0 1 0,0 0 3 0,0 0 6 16,0 0-3-16,0 0 5 0,0 0-4 0,0 0-1 16,0 0 2-16,0 0-1 0,0 0-1 0,0 0-4 15,0 0 7-15,0 0-8 0,0 0 6 0,0 0-6 16,0 0 1-16,0 0 1 0,0 0-2 0,0 0 1 16,0 0-2-16,0 0 2 0,14-15 0 0,-14 15 2 15,6-4 6-15,-2 0 2 0,1 0 3 0,-1-1 7 16,3 1-1-16,2-2-2 0,-4 1-2 0,4-2-1 15,-2-1 0-15,1 1 3 0,0-2 0 0,-1 1-2 16,1 0 0-16,1-1-7 0,-3 1 5 0,1 1-5 16,-1-2 0-16,2 2-2 0,-2 0-2 0,-1 1 1 15,-1 0 0-15,1 2-2 0,-1-2-2 0,-4 6 3 16,9-9-3-16,-9 9-1 0,5-6-1 0,-5 6 1 16,5-5-2-16,-5 5 1 0,0 0-5 0,5-3-12 15,-5 3-17-15,0 0-18 0,0 0-23 0,0 0-17 16,0 0-7-16,0 0-13 0,0 0-25 0,0 0-20 15,0 0-38-15,0 0-28 0,0 0-124 0,-23 13-373 16,23-13 166-16</inkml:trace>
  <inkml:trace contextRef="#ctx0" brushRef="#br0" timeOffset="59310.68">21686 6625 106 0,'0'0'248'0,"0"0"-13"0,0 0-16 0,-13-23-8 16,13 23-8-16,-9-6-20 0,4 3-20 0,5 3-17 15,-10-4-11-15,3 2-10 0,7 2-20 0,-12-4-9 16,5 3-8-16,1-1-7 0,6 2-12 0,-16-1-10 16,9-1-18-16,7 2-22 0,-13-1-20 0,6-1-18 15,7 2-24-15,-14 0-32 0,14 0-47 0,-10-4-33 16,5 1-48-16,-1 0-116 0,6 3-347 0,-7-11 154 15</inkml:trace>
  <inkml:trace contextRef="#ctx0" brushRef="#br0" timeOffset="60183.18">21456 4382 11 0,'0'0'79'0,"0"0"1"16,0 0-15-16,-4-8-2 0,4 8 0 0,0 0-6 0,-4-8 4 16,4 8-6-16,-3-7-3 0,3 7 9 15,0 0-4-15,-2-9 6 0,2 9-5 0,0 0 3 16,0 0 7-16,-3-9-17 0,3 9-3 0,0 0 1 15,0 0-4-15,0 0-7 0,0 0-12 0,0 0-1 16,0 0-4-16,-6-3 5 0,6 3-12 0,0 0 4 0,0 0-4 16,-13 8 1-16,4-1-3 0,-1 1-6 0,-2 4 6 15,-4-2-7-15,2 2 7 0,-2 0-8 16,2 2 0-16,0 1 3 0,1-3-5 0,0-1 1 16,-2 2 8-16,3 0-9 0,0 2 2 0,-1-5-9 15,3 0-17-15,4-2-11 0,-1 1-26 0,2-3-23 16,1 0-16-16,1-2-91 0,3-4-203 0,0 0 90 0</inkml:trace>
  <inkml:trace contextRef="#ctx0" brushRef="#br0" timeOffset="60442.81">21578 4317 88 0,'7'-1'92'0,"-7"1"-14"0,0 0-7 16,0 0-7-16,0 0-3 0,9 9-2 0,-5-3-5 16,-1-2-10-16,4 1-11 0,0 2 7 0,2 2 3 15,3-2-8-15,3 3 0 0,2-1-7 0,-1 0-30 16,3 0-23-16,7 3-13 0,-3 0-28 0,-4-2-50 15,0-1-126-15,7 0 57 0</inkml:trace>
  <inkml:trace contextRef="#ctx0" brushRef="#br0" timeOffset="68847.14">5247 3191 177 0,'0'0'185'16,"3"-15"-10"-16,-3 9-3 0,0-4-3 0,-2 1-9 16,2 9-10-16,-2-12-7 0,1 6-2 0,1 6-6 15,-6-12-6-15,1 7-15 0,1 2-10 0,-2-3-11 16,-2 3-10-16,8 3-8 0,-15-2-9 0,5 2-9 15,-2 3-5-15,1 1-4 0,-7 3-10 0,-1 2 2 16,-6 7-9-16,0 3-1 0,3-1-8 0,3 2-1 16,-3-1-1-16,2 5-1 0,8-1-6 15,1 0-1-15,-1 0 3 0,6-5-4 0,1 0 0 16,1 2-1-16,1 5 0 0,3-10-1 0,4 3-1 16,-1-2-3-16,2 0 3 0,4-2-1 0,0 1 0 0,1-2-3 15,4-1-3-15,1-3-5 0,2 1-18 0,2-3-10 16,2 0-18-16,-2-1-21 0,3-3-13 0,4 2-21 15,4-3-17-15,0-1-12 0,-3-2-21 0,3-2 2 16,-2 0-10-16,-8 2-3 0,10-3-88 16,-4-1-274-16,1-2 122 0</inkml:trace>
  <inkml:trace contextRef="#ctx0" brushRef="#br0" timeOffset="69231.19">5625 3308 48 0,'0'-10'149'0,"-2"1"0"0,-3 1-12 0,1 1-7 15,-3-1 1-15,2 6-9 0,-1-2-6 0,-3 1-9 16,9 3-14-16,-18 0-3 0,5 5-11 0,0 0-7 16,-1 2-1-16,-2 7-8 0,-1-1-11 0,4 1 1 15,1 1-6-15,-6 7-6 0,6-6-4 0,2-2-2 0,4 2-7 16,-1 1 2-16,3-2-5 0,2-4-4 16,3 1 0-16,0-2-3 0,2 1-1 0,1-3-4 15,0-2-4-15,3 1-5 0,0-2-1 0,2-1-4 16,1-1 4-16,0-1-5 0,0-2-1 0,1 0 1 15,1-3 0-15,-1-2 2 0,-1 1-3 0,1-2 5 16,-1-2-1-16,-2 0 2 0,1-3 1 0,-1-2 1 16,-1-1-1-16,0-2 7 0,2 0 2 0,-5 0 9 15,1 1-2-15,0-2-1 0,-1 6 2 0,-2-2 3 16,2 4 13-16,-1-1 11 0,-1 3 2 0,1 2-1 16,-3 5-10-16,1-8-7 0,-1 8-6 0,2-6-2 15,-2 6-2-15,0 0-1 0,0 0-2 0,6 18-5 16,-5-7 0-16,0 2 2 0,0 3-2 0,-1 1-2 15,3 2-3-15,0-2 0 0,2 0-7 0,-5 1-13 16,2 0-28-16,5-2-26 0,-4-1-15 0,3 0-57 16,-1-3-51-16,-1-2-161 0,-2 0-376 0,3-2 167 15</inkml:trace>
  <inkml:trace contextRef="#ctx0" brushRef="#br0" timeOffset="69454.98">5851 3239 1916 0,'-1'-28'0'0,"2"2"64"0,1 10-17 0,-4 0 13 16,1 4 15-16,1 3 4 0,-1 1 0 0,1 8-12 15,-3-10-13-15,3 10-6 0,0 0-12 0,2-9-7 16,-2 9-5-16,0 0 2 0,0 0-5 0,3 27 4 16,-1-10 0-16,-2 2 0 0,1 8-2 0,2 1-1 15,-2 2-1-15,2-2-1 0,2-1-1 0,-2 1-9 16,-1-1-18-16,1-2-27 0,1 1-43 0,-2-2-46 15,1-5-55-15,-3 7-44 0,0 0-139 0,3-12-391 16,-4 2 173-16</inkml:trace>
  <inkml:trace contextRef="#ctx0" brushRef="#br0" timeOffset="70057.48">6202 3247 81 0,'-2'-13'299'0,"1"6"-13"16,-1-3-17-16,-2 5-25 0,1-1-25 0,3 6-20 0,-6-6-23 16,6 6-19-16,-14 2-18 0,3 6-12 15,-3 2-9-15,-2 4-14 0,-2 5-12 0,1 2-11 16,2 1-5-16,6-3-11 0,-1 3-12 0,5-4 3 16,0 0-12-16,5-2-5 0,1 0-17 0,1 0-23 15,3-4-15-15,1-2-16 0,1 0-8 0,1 0-22 16,3-3-13-16,0-1-23 0,-1 0-6 0,4-5-10 15,-1 1 3-15,1-2-2 0,0 0 13 0,-1-4-4 16,2-2 17-16,-2-1 22 0,0-2-8 0,-1-1 0 16,0-2 11-16,-2-4 18 0,-1 1 13 0,-1 0 19 15,-2-3 21-15,-1 2 10 0,-1 0 8 0,1 0 11 16,-2 5 17-16,-2 2 15 0,0 2 10 0,3 0-1 16,-4 7-6-16,3-9-12 0,-3 9-9 0,2-7-7 15,-2 7-3-15,0 0-8 0,0 0-1 0,0 0-2 16,5 27-7-16,-3-16-1 0,0 6 0 0,-1-5-4 15,2 3 1-15,1 1-3 0,1-2-1 0,0-2-3 16,0-1-1-16,2-1 4 0,0 0-3 0,1-1 0 16,3-2 0-16,0-1-1 0,0-1 2 0,1-3-3 15,-1-1-2-15,2-2 3 0,-2-1-2 0,1 1 2 16,-1-4-3-16,0 0-1 0,0-2 3 0,1-2-3 16,-2-2 4-16,0-3-9 0,-1 0 5 0,-1-2 5 15,-3 0-2-15,2 0 0 0,-3-2 3 16,-1 1 2-16,-1 0 0 0,0-1 1 0,0 2 0 0,-1 5 4 15,1 1 12-15,-1 4 9 0,-1 6-3 0,3-11-5 16,-3 11-10-16,0 0-3 0,0 0-4 16,0 0-2-16,0 0-4 0,0 0 0 0,0 0 1 0,1 27 1 15,-1-11-4-15,0 0 2 0,0 2 2 16,1-3-5-16,-1 4 0 0,2 0-2 0,0-2-10 16,1-4-16-16,2 3-22 0,-2-2-17 0,3-2-14 15,-1-3-23-15,0 0-9 0,1 1-49 0,3-3-27 16,0-3-34-16,-1 2-144 0,-8-6-389 0,15 3 173 0</inkml:trace>
  <inkml:trace contextRef="#ctx0" brushRef="#br0" timeOffset="70262.88">6781 3127 5 0,'1'-18'239'0,"0"3"8"0,-1 3-1 15,2 3-5-15,-2-1-23 0,0 10-22 0,0 0-23 16,0 0-24-16,-2-11-20 0,2 11-8 0,0 0-13 15,0 0-9-15,5 39-7 0,-3-14-4 0,0 1-15 16,2 5 0-16,-3-2-7 0,2 3-3 0,-1 0-7 16,1 0-7-16,1-3-6 0,-4-3 1 0,5 3-27 15,-1-5-23-15,-2 2-44 0,6-7-48 0,-4-1-42 16,2-2-52-16,1 0-200 0,-5-5-424 0,6 0 188 16</inkml:trace>
  <inkml:trace contextRef="#ctx0" brushRef="#br0" timeOffset="71075.73">7257 3328 1943 0,'0'-15'26'0,"-2"0"20"15,-2 4 22-15,0 1-3 0,-2 2-6 0,-1 1 8 16,0 1-4-16,-4 2-7 0,1 1-12 0,-1 6-4 16,-7 0-3-16,-1 8 1 0,-3 2 0 0,-1 2-1 15,0 1-4-15,5 4-2 0,3-7-3 0,4 1-5 16,1-1-3-16,4 2 1 0,1-4-2 0,2 0-2 15,2-1-1-15,2-3 0 0,3 2-4 16,0-3-1-16,1-2-2 0,2 0-5 0,4-2-5 16,2 0-1-16,-1-2-3 0,3-2 3 0,2-2-2 0,-1-3 0 15,-1-1 5-15,-1-1-2 0,0-1-1 16,-4-2 2-16,1-2-3 0,0 1 4 0,-2-3-3 16,-1 1 3-16,-1-1 4 0,0 1-3 0,-2-1 1 0,-3 0 8 15,2 4 5-15,-2 2 11 0,-1 1 6 16,0 1 3-16,-1 8-3 0,1-10-3 0,1 5-10 15,-2 5-9-15,0 0 2 0,0 0 0 0,0 0-2 0,0 0-6 16,-9 32 3-16,4-15 1 0,-2 2-1 0,2 0 0 16,0 0-4-16,1 7 2 0,3-8-2 15,0 2-6-15,1-4 11 0,2-1-1 0,-1-1-2 16,3-2 1-16,3-3-4 0,-2 0 4 0,1-2 1 16,2 0 1-16,2-2 1 0,2-2-3 0,-1-5 1 15,7 1-2-15,-3-4-3 0,6 0 0 0,-5-3-1 16,-2-3-10-16,4 1 5 0,-4-4 4 0,5-4 0 15,-8 3-2-15,5-8 0 0,-3-3 1 0,-1 3-1 16,-2-5-1-16,-3 1 2 0,-1 0 3 0,-2-4-7 16,1 1 5-16,-3-5-6 0,-2 4 5 0,1-2-6 15,-1 5 6-15,-1 0 0 0,-3 9 11 0,2 2 6 16,2 5 10-16,-3 1 12 0,2 3-3 0,0-2-7 16,1 10-5-16,-3-10-4 0,3 10-7 0,0 0-6 15,0 0 1-15,0 0-3 0,0 0 1 0,-1 44 2 16,-2-13-2-16,2 4-1 0,0-1 1 0,-1 1-1 15,2 11-1-15,0-14 4 0,3 0-2 0,-2-2 2 16,-3 1-2-16,8-3-1 0,3 1 4 0,2-3-5 16,-2-2 9-16,-1-6-8 0,4-1 4 0,0-3-13 15,0-2 13-15,3 0-2 0,-1-2 0 16,4-2 5-16,0-3-1 0,0-5 0 0,4 2-2 0,-1-4-8 16,5-3 5-16,2-3-8 0,-4-2-4 15,-3 1 0-15,1-5 0 0,-5 3-1 0,5-7-4 0,-8 4-2 16,1-1-1-16,0-7-3 0,-6 5 2 0,1-1 1 15,-5 0-1-15,0 2 4 0,-2 1-1 0,-2 2 2 16,-2-5-5-16,-2 8 2 0,0 1 0 0,-2 1-1 16,-2 2 2-16,-6 3 1 0,1 5-9 15,-4 3 8-15,-1 1 2 0,-1 5 2 0,-3 6 2 16,5-2 2-16,6 0 1 0,-8 4-5 0,4 2 6 0,4-4-1 16,1 0-3-16,6-1 5 0,2 1 2 0,2-3-3 15,2 1-1-15,2-4-13 0,4 3-15 0,4-3-19 16,2 0-29-16,3-5-47 0,-1 0-40 0,2-4-42 15,1 0-237-15,-7-2-482 0,5-2 214 16</inkml:trace>
  <inkml:trace contextRef="#ctx0" brushRef="#br0" timeOffset="71260.02">7496 3207 1983 0,'-19'-2'130'0,"1"-3"-50"0,8 3-27 0,2 2-27 16,1-1-9-16,-1-1-11 0,8 2-1 0,0 0-5 16,-9-3 2-16,9 3 3 0,0 0 2 0,0 0-1 15,0 0-5-15,52-1-25 0,-18-2-59 0,0 2-77 16,2-1-183-16,-2-1-371 0,1-1 165 0</inkml:trace>
  <inkml:trace contextRef="#ctx0" brushRef="#br0" timeOffset="71665.23">8728 3270 189 0,'5'-5'275'0,"-5"5"-5"0,8-8-4 16,-8 8-13-16,4-4-20 0,-4 4-20 0,0 0-23 15,0 0-26-15,5-5-24 0,-5 5-10 0,0 0-10 0,0 0-11 16,-3 22-7-16,2-10-7 0,-3 7-12 16,2-1-4-16,-2 9-8 0,0-7-4 0,-2-1-7 15,3 0-3-15,-1 5-10 0,2-5-1 0,0 0-8 16,1-2-9-16,1-2-14 0,-1 2-33 0,0-3-30 16,-1-2-39-16,2 0-41 0,0 0-67 0,2-3-55 15,-2 0-187-15,0-9-471 0,0 0 209 0</inkml:trace>
  <inkml:trace contextRef="#ctx0" brushRef="#br0" timeOffset="71828.59">8673 3120 2109 0,'0'-31'-19'16,"-1"5"35"-16,0 9 20 0,-2 1-13 0,2 3-2 15,-2 4-7-15,3-1-11 0,-1 3-14 0,1 7-30 16,-1-8-37-16,1 8-33 0,0 0-12 0,5-6-21 15,-5 6-13-15,0 0-100 0,0 0-277 0,0 0 122 16</inkml:trace>
  <inkml:trace contextRef="#ctx0" brushRef="#br0" timeOffset="72019">9018 3185 24 0,'12'6'181'0,"-1"1"-9"0,-2 1-8 0,2 6-10 15,1 2-13-15,0 8-10 0,-2-1-9 0,-1 2-9 16,-5-1-10-16,0 0-6 0,-4 4-13 0,-3-1-3 16,-1-3-9-16,-2 1-5 0,-2-6-5 0,-2 4-9 15,2-5-2-15,-3-1-13 0,1-1-23 16,-7 4-45-16,4-5-70 0,-6 2-65 0,-5 1-107 16,-2-5-295-16,-2-3 131 0</inkml:trace>
  <inkml:trace contextRef="#ctx0" brushRef="#br0" timeOffset="72234.16">8433 3325 2508 0,'-6'-10'39'0,"-1"5"-10"16,1-3-24-16,2 4-12 0,4 4 4 0,-8-2-5 15,8 2 14-15,-7 12 27 0,0 0 15 0,0 5 2 16,-2 6-2-16,0 1 0 0,1 2-5 0,9 2-3 15,-2-2 0-15,2 1-6 0,7-1-3 0,0 3 0 16,5-5-14-16,6-1-39 0,1 1-45 0,2-3-66 16,9 1-65-16,2-5-62 0,-1-3-132 0,16 1-425 15,5-1 187-15</inkml:trace>
  <inkml:trace contextRef="#ctx0" brushRef="#br0" timeOffset="72778.17">9928 3344 163 0,'0'0'262'0,"-3"-8"-22"0,3 8-21 0,0 0-26 16,0 0-20-16,0 0-10 0,0 0-22 0,-17 15-13 15,7-1-9-15,3 1-11 0,-2 2-12 0,0 0-7 16,2 2-11-16,0-1-9 0,3 1-7 0,3-1-3 16,1 0-5-16,1-1-2 0,3-2-5 0,2-4-6 15,2-1-2-15,-1 1-5 0,6 0 0 0,-6-3-4 16,7-2 1-16,-2 0-3 0,2-4-4 0,-1 1 1 16,4-3-2-16,-2 0 3 0,-3-1-3 0,8-6 1 15,-3 1-4-15,-5 1 5 0,3-5 0 0,-3-3-3 16,-1-1 1-16,-2-2 2 0,-2-1-7 0,-2-2 1 15,-4-1-5-15,2-5-1 0,-6-1-1 0,-5 2 0 16,-1 0-1-16,0 6-5 0,-3-4-3 0,1 7 2 16,-1 1-3-16,1 2-1 0,0 3-3 0,-1 3 2 15,1 2-9-15,-3 2-12 0,1 2-14 0,-1 4-25 16,-3 3-21-16,0 1-32 0,2 3-29 16,1 2-45-16,4 1-50 0,0 1-141 0,4-3-409 15,3 0 181-15</inkml:trace>
  <inkml:trace contextRef="#ctx0" brushRef="#br0" timeOffset="73023.12">10282 3320 2028 0,'11'-18'52'0,"-5"1"-12"0,2 1 44 0,-3 0-8 16,0 0 13-16,-3 4 17 0,1 1 1 0,-3 1-1 15,1 3-5-15,2 1 1 0,-3 6-11 0,1-10-12 0,-1 10-16 16,3-5-3-16,-3 5-12 0,0 0-9 0,0 0 1 15,8 35 5-15,-6-9-10 0,0 6 1 16,0 1-8-16,-4 14-2 0,1-14 2 0,1 1-2 16,-1-1-2-16,-1 1 4 0,0-2-6 0,3 0-5 15,-2 2-1-15,2-4-3 0,0 0-21 0,1 1-38 16,-1-7-58-16,-1 1-44 0,3 1-65 0,0 0-51 16,-3-7-215-16,0-2-519 0,0-7 230 0</inkml:trace>
  <inkml:trace contextRef="#ctx0" brushRef="#br0" timeOffset="73275.14">10581 3603 2117 0,'12'-28'133'15,"3"2"-27"-15,-5 8 0 0,-4 1 6 0,0 1 7 16,-3 5-10-16,0 0 26 0,2 1-1 0,-3 3-18 16,0 0-6-16,-2 7-9 0,3-7-32 0,-3 7 7 15,0 0-4-15,0 0-27 0,0 0 20 0,0 0-11 16,0 29-5-16,0-11 7 0,0 1-4 0,0 6-6 15,0-6-1-15,0 7-4 0,-2 1-4 0,4-1 1 16,-4 3-17-16,1-7 15 0,0-2-9 0,0 8 4 16,1-2-4-16,0 0 9 0,0-7-21 15,1 0-10-15,-1 0-33 0,0-2-22 0,0 1-33 0,0-3-37 16,-1 2-49-16,-3-6-54 0,4-1-57 0,-1 1-45 16,-2-2-186-16,3-9-553 0,-4 13 245 0</inkml:trace>
  <inkml:trace contextRef="#ctx0" brushRef="#br0" timeOffset="73538.19">10648 3519 1985 0,'5'-28'-4'16,"-1"1"22"-16,-2 8 20 0,2 1-10 0,0 6 11 0,1 1-12 15,-1 1 10-15,1-2-16 0,1 3 1 0,2 1 2 16,1 3 4-16,0 0-2 0,1 2-4 0,3 4 6 15,-3-1-8-15,3 4-2 0,4 5 2 0,-6 2-3 16,3 0-3-16,-4 2 2 0,-1 1-3 16,1-1 2-16,-4 2-1 0,-2 1-3 0,-1-4-1 15,-3 0 5-15,-1 0-1 0,1-1-7 0,-4 0 0 0,2 1-2 16,-5-2-7-16,0 0-17 0,-1 0-24 16,0-2-27-16,-1-1-43 0,-1 1-47 0,-1-3-32 15,-6-1-134-15,-1 0-354 0,-1-3 157 0</inkml:trace>
  <inkml:trace contextRef="#ctx0" brushRef="#br0" timeOffset="75800.35">11018 3530 38 0,'0'0'232'0,"0"0"-10"0,0 0-12 0,-1-9-26 16,1 9-16-16,0 0-20 0,0 0-15 0,0 0-13 15,5-7-7-15,-5 7-22 0,0 0-6 0,0 0-11 16,21 16-5-16,-8-7-4 0,-2 2-7 0,2 2-2 16,-2-1-11-16,2 4-1 0,2-2-9 0,-3 0 4 15,-1 0-9-15,1 3-1 0,-4-4 0 0,2 1-7 16,0 0-2-16,-2-3-3 0,-2 0 3 0,0-3-7 16,0 3 7-16,-1-4-8 0,1 0 2 0,-2-1 1 15,2-2 1-15,-2-1 12 0,1 1 17 0,-5-4 8 16,8 3 2-16,-8-3-7 0,0 0 7 0,16-14-1 15,-9 7 2-15,-1-3-5 0,1-2-6 0,3-2-2 16,-1-3-4-16,0 0-2 0,2 2 4 0,-3-3-4 16,1 0-3-16,0 0-3 0,0 0-2 0,1-6-1 15,-2 6-7-15,-1 0-2 0,0 1 0 0,-3 1-2 16,-2 4-4-16,3 2-6 0,-2 0-17 0,-1 4-22 16,-2 0-30-16,0 6-35 0,3-10-45 0,-3 10-48 15,0 0-23-15,0 0-13 0,0 0-178 0,0 0-437 16,0 0 194-16</inkml:trace>
  <inkml:trace contextRef="#ctx0" brushRef="#br0" timeOffset="76134.89">11536 3609 128 0,'5'2'208'0,"-5"-2"-16"16,0 0-18-16,0 0-21 0,0 0-12 0,0 0-18 15,0 0-15-15,2 8-3 0,-2-8-12 0,3 8-6 16,-3-8-6-16,3 10-10 0,-2-5-9 0,3 0-4 16,0 1-6-16,1 1 1 0,0-4-5 15,0 0-2-15,0 1-4 0,4 1-2 0,3-2-3 16,-5-2-1-16,0 0 1 0,-7-1-2 0,15 2 3 16,-5-5-4-16,-2 1 1 0,0-5-2 0,0 2 3 15,3-3 8-15,-7 0 3 0,3-3-7 0,-4 0-4 16,3 1 6-16,-1-6-3 0,-2 3-4 0,-2 0-4 0,0-2 0 15,-2 2-3-15,0 4-4 0,-2-1-1 0,1 3-4 16,-1 1-4-16,3 6-7 0,-9-8-4 0,2 6-13 16,7 2-16-16,-15 0-19 0,15 0-20 15,-16 9-22-15,3-4-26 0,2 4-50 0,0-1-42 16,0 5-154-16,-3-2-387 0,5 0 170 0</inkml:trace>
  <inkml:trace contextRef="#ctx0" brushRef="#br0" timeOffset="76372.73">11822 3407 148 0,'4'-9'284'0,"0"-1"-8"0,-4 4-13 16,3-1-27-16,-3 7-22 0,3-9-29 0,-3 9-20 15,3-5-22-15,-3 5-12 0,0 0-13 0,0 0-9 16,5 30-7-16,-4-11-5 0,-2 8-12 0,-2-1-3 15,3-1-6-15,3 1-9 0,-6 1-5 16,3-1-8-16,-2-1-4 0,2 3-3 0,0-9-17 0,0 8-25 16,0-1-38-16,0-7-44 0,0 0-48 0,0-3-49 15,-3 0-44-15,6 0-183 0,-3-16-433 0,0 18 191 16</inkml:trace>
  <inkml:trace contextRef="#ctx0" brushRef="#br0" timeOffset="76602.62">12052 3457 58 0,'2'-12'280'0,"-1"2"7"0,0 0-6 15,3 5-27-15,-4 5-31 0,0-10-32 16,0 10-20-16,0 0-16 0,0 0-16 0,0 0-4 0,0 0-12 16,0 35-12-16,2-10-7 0,-4 0-7 15,-2 3-8-15,0-2-6 0,2 2-8 0,-2-2-9 0,0-1-7 16,0-6-4-16,1 9 0 0,1-8-10 0,-2-1-5 15,2-1-18-15,-2 0-32 0,4-6-34 16,-2 1-43-16,0-3-43 0,2 0-53 0,0-10-54 0,0 12-182 16,0-12-451-16,0 0 199 0</inkml:trace>
  <inkml:trace contextRef="#ctx0" brushRef="#br0" timeOffset="77722.64">11987 3553 69 0,'12'-1'149'0,"4"-3"-1"16,4 2-13-16,1-1-8 0,1 1-7 0,6 0-7 15,2 0-9-15,-3 1-2 0,4-1-13 0,-8 2-1 16,4-3-10-16,-5 3-2 0,-6-1-8 0,2 0-7 16,-4 0-7-16,-1 0-2 0,-4 1-5 0,0 0 10 15,-3-2 6-15,-6 2 12 0,9-1 12 0,-9 1 0 16,12-1-1-16,-12 1-3 0,0 0-5 0,5-4-9 15,-5 4-2-15,0 0-9 0,0 0-7 0,0 0-6 16,0 0-9-16,0 0-3 0,-28 8-5 0,18-2 0 16,-3 2-4-16,0 1-6 0,-2 3 5 0,1 0-8 15,-2 2 0-15,5-2 0 0,2-3-4 0,0 1 1 16,2 1-4-16,1 0-3 0,4-2 1 0,-1 1-1 16,4-4 3-16,-1-6-1 0,4 18 1 0,2-13-2 15,3 1 3-15,3-4 0 0,-2 2-2 0,4-3-1 16,0-1 0-16,4-1-1 0,0-4-2 0,0 2 5 15,-1-3-1-15,-1 1-2 0,-3 0 1 0,0-2 2 16,-3 0-2-16,1 1-2 0,1-5-2 0,-6 2 4 16,1-1-2-16,-1 0-2 0,0 1 4 0,-2 1-4 15,-1 1 2-15,1 1 6 0,-2-2 3 0,0 3 3 16,-2 5-6-16,2-8 3 0,-2 8-7 0,0 0-3 16,0 0-1-16,0 0 1 0,0 0-2 0,0 0-1 15,0 0 1-15,0 0-3 0,-13 22 2 0,9-12-2 16,4-1 4-16,0 1-2 0,2-3 0 0,0 1 0 15,5 1 1-15,1-3 1 0,2 2 2 0,1-2-2 16,7-1 4-16,2-2-4 0,0 0 4 0,10-2-4 16,-3 0 2-16,0-5-2 0,1 3 5 0,-7-2-2 15,0-2 0-15,5-3 1 0,-8 2 1 0,0 1-6 16,-2-4 3-16,2 3-1 0,-3-4 4 0,-1 1 2 16,-5 1 5-16,-1 0-3 0,2-1 11 0,-3-2 11 15,-1 2 1-15,-2-2-4 0,-4 0 0 0,1 1 8 16,1 3-3-16,-4-2-1 0,2 9-1 15,-1-11-1-15,-3 5-10 0,4 6 1 0,-9-7-4 0,3 5-6 16,6 2 2-16,-19 4-8 0,6 1 0 0,-3 6-13 16,1-1 12-16,1 1-4 0,1 1-6 0,-1-1-10 15,7 0-20-15,-1 2-6 0,3-1-7 0,3-3-6 16,0 1-10-16,-1-1-9 0,3-1 1 16,0-8 4-16,7 11 3 0,-7-5 7 0,5-2 6 15,1-1 1-15,-6-3 7 0,11 4 7 0,-5-4-1 0,2 0 4 16,-8 0 4-16,11-2 3 0,-1-2 4 0,1 1 2 15,-5 1 11-15,-2-3 7 0,1 1 10 0,-5 4 5 16,9-6 10-16,-4 3 1 0,-5 3 6 16,6-4-8-16,-6 4-4 0,7-3-6 0,-7 3-2 15,0 0 0-15,10 7-2 0,-6-1 2 0,2 3 8 16,5 8-7-16,-1 1 4 0,3 10 2 0,6 15 3 16,-7-10 2-16,7 13 4 0,-6 1-2 0,-2-1 0 0,-2-12-2 15,0 12-1-15,-2 0 5 0,-3-11-3 0,0-4 0 16,-4 1-1-16,-2-2 2 0,-4-1-8 0,-1-2 8 15,-2-1-7-15,-4-2 2 0,1-10-1 16,-6 6-5-16,-1-3-7 0,-2-6-3 0,1-4-7 16,-4 0-3-16,7-3-5 0,-3-2 1 0,0-6 0 15,0 0-9-15,1-4 3 0,4 0-1 0,2-3 3 16,-3 0 0-16,9-6 1 0,-3-7 0 0,9-4 3 16,8-1-4-16,-2-2 3 0,8-3 0 0,7-11 3 15,5 3-1-15,4 0 0 0,7 3-4 0,0-2 3 16,6 0-6-16,-1 0 0 0,3 1 0 0,2 3 2 15,-2 2 1-15,-4-1 0 0,-1 4 0 0,-12 9 1 16,5-1-1-16,-8 0 9 0,-1 1-3 0,-3 3 1 16,-7 5 3-16,1 2 4 0,-3-1 4 0,-2 5 18 15,-3 0 7-15,-2 4 2 0,0 0-3 0,-2 1 1 16,-2 4-4-16,0 0-4 0,0 0-9 0,0 0 0 16,0 0 0-16,-18 9 1 0,7 5-3 0,-8 2-3 15,0 4 7-15,0 0-2 0,8-5-2 0,0 2 3 16,2 0-3-16,2-3-2 0,5 2 1 0,2-5-2 15,2 2-3-15,5 1-14 0,2 1-15 0,5-4-34 16,5-1-36-16,8 0-53 0,3-5-64 0,1 2-238 16,0-6-487-16,-3 2 216 0</inkml:trace>
  <inkml:trace contextRef="#ctx0" brushRef="#br0" timeOffset="78352.47">8773 4530 239 0,'-4'-7'236'15,"2"-3"-2"-15,-2 3-11 0,0 1-9 16,4 6-12-16,-4-9-14 0,4 9-24 0,-5-6-17 0,5 6-22 16,0 0-15-16,0 0-11 0,0 0-14 0,0 0-5 15,0 0-11-15,-3 23-4 0,5-6-6 0,-2 2-5 16,0 0-3-16,1 6-6 0,-1-4-3 0,1-2-7 15,-1 6-4-15,0-4-13 0,3-3-29 0,-3 1-28 16,-1 1-40-16,-1-1-34 0,4-2-33 16,-2-3-46-16,0-4-181 0,-2 1-404 0,1 0 180 0</inkml:trace>
  <inkml:trace contextRef="#ctx0" brushRef="#br0" timeOffset="78564.42">8878 4557 252 0,'2'-8'244'0,"-2"2"-14"0,0 6-24 16,0 0-19-16,3-11-26 0,-3 11-14 0,4-5-20 15,-4 5-9-15,0 0-14 0,0 0-8 0,0 0-14 16,2 22-1-16,-1-11-12 0,1 1-2 0,-1 4-7 16,0 2-5-16,2-1-9 0,-2 1-1 15,1-2-8-15,0 2-26 0,-3-2-34 0,2-1-38 16,-2-2-42-16,3-1-46 0,0-1-37 0,-4 0-132 0,2-11-343 15,-1 17 152-15</inkml:trace>
  <inkml:trace contextRef="#ctx0" brushRef="#br0" timeOffset="78821.28">9137 4450 1 0,'4'-7'232'0,"-4"7"-20"0,4-9-21 15,-4 9-20-15,4-7-16 0,-4 7-20 0,0 0-13 0,0 0-12 16,0 0-3-16,0 0-15 0,24 13-4 16,-19-3-1-16,3 13-11 0,-3-7-6 0,4 2-10 15,-3 2-4-15,-1-3 3 0,3 5-4 0,2 3-4 16,-10-7-2-16,0 1-7 0,0-1 2 0,-2-3-5 16,0 3-4-16,-3-2-1 0,2 0-5 0,-1-4 1 15,-3 1-4-15,-1 2-4 0,-2-1-25 0,-2-1-33 16,0 0-31-16,-3-1-43 0,1-1-33 0,-6-1-46 15,-5 2-133-15,-3-2-350 0,1-1 155 0</inkml:trace>
  <inkml:trace contextRef="#ctx0" brushRef="#br0" timeOffset="79062.6">8561 4472 85 0,'-5'10'159'0,"-4"6"-5"15,-1 6-3-15,-5 4-10 0,4 5-14 0,2-2-5 16,1 3 1-16,1 0-17 0,2-1-7 0,3 2-8 16,5-3-4-16,3-3-8 0,2 0-9 0,4-1-6 15,1-2-8-15,2-3-19 0,5-2-24 0,3-2-42 16,0-4-52-16,4-4-44 0,2 1-131 0,1-4-275 15,3-5 122-15</inkml:trace>
  <inkml:trace contextRef="#ctx0" brushRef="#br0" timeOffset="79244.12">9108 4357 2517 0,'-5'-15'13'0,"0"1"14"0,1 4-24 15,1 3 0-15,1 1-6 0,-1 0 1 0,3 6-3 16,-2-10-12-16,2 10-5 0,0 0-12 0,0 0-15 16,0 0-17-16,0 0-24 0,0 0-37 0,0 0-41 15,0 24-162-15,0-24-358 0,6 12 158 0</inkml:trace>
  <inkml:trace contextRef="#ctx0" brushRef="#br0" timeOffset="81763.02">10409 4460 131 0,'0'0'161'16,"-5"-7"-10"-16,5 7-17 0,0 0-17 0,0 0-17 16,0 0-10-16,0 0-3 0,0 0-5 0,7 33-8 15,1-9-3-15,-3 2-1 0,3 1-7 0,-2-3-9 16,2 3-1-16,1-1-2 0,1 0-2 0,0 1-1 15,2-2-5-15,-1 0-6 0,-3-7-3 0,0-1-1 16,-1 1-6-16,1-1-3 0,0-2 5 0,-1 0-9 16,0-5 0-16,-2 0 5 0,-1-5-6 0,-2 2 12 15,2-2 16-15,-4-5 23 0,5 8 12 0,-5-8 6 16,5 1-5-16,-5-1-5 0,0 0 0 0,13-12 1 16,-9 4-8-16,0-1-1 0,2-4-9 0,3 0-3 15,-3-4-8-15,5-8-4 0,-1 3 0 0,0-2-5 16,0-1-4-16,1 0-6 0,-1-1-4 0,1 1-2 15,2 1-2-15,-4 0-2 0,1-1-2 0,-3 9-2 16,1-1-6-16,-1 2-9 0,-3 2-8 16,-2 4-13-16,0 2-20 0,0 1-23 0,1 1-29 0,-1-1-35 15,-2 6-31-15,0 0-3 0,0 0-13 0,0 0-25 16,0 0-2-16,0 0-127 0,8 22-354 0,-8-22 158 16</inkml:trace>
  <inkml:trace contextRef="#ctx0" brushRef="#br0" timeOffset="82078.89">10801 4717 11 0,'0'0'138'0,"0"0"7"0,1 11-6 0,-1-11-8 16,2 10-8-16,-1-5-16 0,-1-5 1 0,3 13-2 16,-2-5-1-16,3-2-2 0,1 1-2 15,1 0-8-15,0-2-10 0,4 4 3 0,0-5-10 0,1 2-1 16,-2-1-9-16,3-1-9 0,0-4 1 0,-3 0 2 15,2 0-10-15,1-3 0 0,1 2-2 0,0-4 1 16,-3 0 1-16,1 0 4 0,-1-1-4 0,-1-1-2 16,-3-3-3-16,2 0-2 0,-2-2-3 15,-3-3-2-15,-1 2-5 0,-1 2-5 0,-2-5-4 16,-1-1 4-16,-2 2-3 0,-4 5-12 0,2-5-2 0,-2 6 1 16,3 1-5-16,-3-1-2 0,-1 5-6 0,1 2-12 15,-5 3-9-15,0 0-17 0,-4 6-12 0,-1 2-24 16,1 2-38-16,0 1-28 0,2 2-28 0,2 1-28 15,-5 4-121-15,9-3-343 0,4-6 153 16</inkml:trace>
  <inkml:trace contextRef="#ctx0" brushRef="#br0" timeOffset="82302.2">11220 4528 132 0,'2'-15'287'0,"-1"3"-10"0,-1 2-2 0,0 3-10 0,0 7-20 16,0-12-31-16,1 6-23 0,-1 6-22 0,0 0-21 16,0 0-15-16,0 0-14 0,0 0-18 0,0 0-4 15,8 30-10-15,-7-12-10 0,2 10-6 16,-2-1-6-16,-1 2-6 0,0 1-2 0,0-1-3 0,0-1-9 16,1 1-14-16,-1-3-29 0,2 0-50 0,-2-7-39 15,0 7-47-15,-2-10-55 0,4 1-48 0,-4 2-181 16,2-8-452-16,0 0 199 0</inkml:trace>
  <inkml:trace contextRef="#ctx0" brushRef="#br0" timeOffset="82535.14">11434 4640 1847 0,'9'-29'91'0,"-4"3"-5"0,0 2 18 0,0 9 3 15,-2 3 9-15,0 2-10 0,-1 3-3 16,-2 0-21-16,0 7-14 0,0 0-12 0,0-9-6 15,0 9-6-15,0 0 0 0,0 0-3 0,1 31 15 16,-2-13 1-16,-1 2-8 0,0 6-3 0,1 2-2 0,-2-1-6 16,1-1-4-16,0 1 3 0,1 0-10 0,-1-2 4 15,-1-4-5-15,1-2-6 0,1 2-22 0,-1-2-28 16,-2 0-34-16,4-4-49 0,-2 0-39 16,-1-1-31-16,3-3-29 0,-1-5-41 0,-1 1-148 15,2-7-433-15,-2 10 192 0</inkml:trace>
  <inkml:trace contextRef="#ctx0" brushRef="#br0" timeOffset="82686.56">11353 4698 112 0,'0'0'142'0,"5"-7"-16"0,2 3-11 0,-7 4-21 0,21-2-4 15,-8 2-18-15,6 3-27 0,2-3-46 0,6 0-33 16,-6 0-26-16,1 0-58 0,0 0-126 15,-2 0 56-15</inkml:trace>
  <inkml:trace contextRef="#ctx0" brushRef="#br0" timeOffset="83668.12">11761 4656 4 0,'2'-6'209'0,"-2"6"-7"0,0 0-4 15,0 0-10-15,0 0-22 0,-10-10-10 0,10 10-14 16,0 0-15-16,-17 2-10 0,6 5-11 0,-3 0-10 15,-1 3-7-15,-2 2-5 0,-1 6-12 0,-2 0-5 16,3-4-7-16,4 1-5 0,1-1-6 0,2 1-8 0,0-1-3 16,4-2-1-16,3-2-9 0,1 1 0 15,-1 0-2-15,1-3-7 0,4 0-2 0,3-3-2 16,-1-1-1-16,1 1-1 0,6-2 0 0,-1-3-6 16,1 1 2-16,1-2-1 0,0-2-2 0,-1-2 2 15,3 0-5-15,-5-1 4 0,0-1-1 0,4-3 0 16,-4 0 1-16,0 1-3 0,1 0 2 0,0-5 3 0,-1 1 2 15,0-3-2-15,0 2 4 0,-4 3 12 16,0 1 9-16,-1 1 6 0,0 3 2 0,-2 0-1 16,-2 6-8-16,3-7 1 0,-3 7-10 0,4-6-4 15,-4 6-8-15,0 0 1 0,0 0-4 0,0 0 5 16,0 0-4-16,1 23 1 0,-1-12-1 0,-1-1 0 16,1 0-3-16,2 2-4 0,-2 0-14 0,3-2-8 15,2 1-8-15,-1 2-9 0,4-5-3 0,0-1-1 16,7 2-8-16,-2-5-4 0,4 1 0 0,3-3-6 15,0 1 8-15,0-4 0 0,2-3 8 0,0 0 0 16,-1-1 2-16,-2-1 7 0,0-1 2 0,0 2 6 16,-4-4 8-16,1 2 8 0,-6 0 12 0,0-2 9 15,-1 1 5-15,-2-2 7 0,-3 0 7 0,5-7 4 16,-6 6 1-16,-1-1 5 0,0 0 4 0,-2 1 0 16,-2 2 1-16,2 9 7 0,-2-13-6 0,-1 8 0 15,3 5-8-15,-7-10-5 0,0 8-7 0,7 2-2 16,-17 2-4-16,5 4-2 0,-3 2-4 0,1 2 0 15,-1 0-1-15,1 3-1 0,1-1-1 0,6-2-10 16,0 0-8-16,2 0-10 0,1-2-7 0,2 0-15 16,-1-2-11-16,3 2-10 0,0-8-3 0,3 10 3 15,-3-10 6-15,6 7 2 0,-1-6 0 0,-5-1 4 16,13 1 5-16,-13-1 2 0,14-4 8 0,-10 2 1 16,4-2 3-16,-4 0 4 0,2 0 13 0,-1-1 1 15,-5 5 2-15,6-9 7 0,-3 5 6 0,-3 4 11 16,7-5 1-16,-7 5-4 0,4-6-2 0,-4 6-6 15,0 0-1-15,0 0-6 0,9 10 16 0,-3-3-1 16,-1 6 6-16,3 10 7 0,3 3 13 0,-1 6 2 16,4 13 1-16,0 1 6 0,0 1 5 0,-4 1-2 15,1-4-4-15,-1 4 1 0,-1-1-3 0,-5-15-3 16,2 14-3-16,-1-13-1 0,-2 1-2 0,-5 0-4 16,-1 1-2-16,-2-4-1 0,-3-2-1 0,-4-3-6 15,-3-1-8-15,-1-4-11 0,-4-5-14 0,4-3-18 16,-4-4-10-16,0-4 2 0,2-2-7 0,-2-3-2 0,-1-3-8 15,2-2-10-15,2-5 11 0,-2-3 5 16,3-6 8-16,3-6 7 0,3-1 4 0,6-3 1 16,4-2 8-16,4 0 1 0,8-3 5 0,9-11 0 15,2 1-2-15,9 0 1 0,5 2-4 0,-1 0-2 16,7 2-2-16,2 0-7 0,0-2 2 0,-1 2 2 16,2 2 4-16,-4 2 5 0,-3 4 3 0,-10 10-1 15,0-3 1-15,-7 2 12 0,1 1 13 0,-5 1 5 16,-6 6 12-16,0 2 10 0,-3-1 14 0,-1 3 10 15,-4 1 1-15,0 2-1 0,-3 0-2 0,-1 3-1 16,0 5-3-16,0 0-4 0,-5-13-11 0,5 13-1 16,-22 6-6-16,5 2-1 0,-7 3-3 0,-3 3-2 0,2 2-3 15,-2 1-5-15,4 2 6 0,9-3-10 16,1-1-4-16,5 2-2 0,1 0-3 0,3-1-16 16,6 3-34-16,2-2-36 0,5 0-54 0,12 0-59 15,2-3-61-15,1 0-148 0,8-6-432 0,4-2 192 16</inkml:trace>
  <inkml:trace contextRef="#ctx0" brushRef="#br0" timeOffset="84602.79">13250 4753 19 0,'-7'-6'251'0,"-2"-1"-12"16,-4 1-12-16,0 3-17 0,0 3-27 0,0-3-11 16,0 3-18-16,-5 3-16 0,3 0-13 0,-3 5-11 15,3 3-16-15,2 1-4 0,0 2-15 0,1 0-9 16,2 2-2-16,3 2-6 0,0-2-9 0,4 0 3 16,3 0-13-16,0 1 0 0,3-7-10 0,4 2 3 15,0-2-6-15,1 0-4 0,6 1-4 0,-5-4 2 16,8-2-7-16,2-1 1 0,-5-1 6 0,3-1-10 15,2-4-1-15,-2-1-3 0,-3 1 3 16,3-5-4-16,-3 1 1 0,-5-2-3 0,7-5-3 0,-5 1 9 16,0-4-7-16,-1-1 2 0,-2-2-2 0,1-5 0 15,-2-3 1-15,-3 0-1 0,4 0-3 0,-6 0 2 16,0-4-4-16,-2 2 6 0,2 1 8 0,-4 2 7 16,2-1-6-16,-2 0 3 0,2 0-6 0,-2 2 2 15,-1 1 2-15,-2 9 11 0,5 2 3 0,-2 3 3 16,2 3 1-16,0 7-4 0,-2-12-7 0,2 12-8 15,0-7-6-15,0 7-3 0,0 0 4 0,0 0-5 16,0 0 0-16,-5 34 0 0,3-8-2 0,0 3 3 16,-2 4 0-16,1-1 0 0,3 1-1 0,1-1 2 15,-2 1 0-15,2-4-2 0,1 0-2 0,-2 0 2 16,4 0-3-16,-2-4 5 0,2 0-4 0,-1-7 3 16,1 0-2-16,1-4-2 0,0 2 3 0,-1-5-5 15,0-2 6-15,3 1 1 0,-3-2-2 0,4 0-1 16,-2-3 4-16,-1-1-2 0,3-3 0 0,2 2 2 15,-1-4-2-15,-9 1-1 0,17-6-3 0,-5 1 8 16,-1-2-3-16,3-4-12 0,-3 0-2 0,0-1-4 16,0-2-1-16,-2-1-2 0,0-1-3 0,1-1 2 15,-4-1-1-15,-1 1 10 0,1 1-10 0,-4 2 7 16,0 2-1-16,-2-4-3 0,0 6 2 0,0-2 2 16,0 3 1-16,0 9 1 0,-2-13 2 0,2 13 1 15,0-10-4-15,0 10 2 0,-2-7-3 0,2 7-1 16,0 0-4-16,0 0-2 0,-2-8 0 0,2 8 7 15,0 0-7-15,0 0 3 0,0 0-1 0,20 8 5 16,-13-7-2-16,2 1-2 0,5 1 4 16,-1 1 2-16,1 0-3 0,-1-1 2 0,0 2-2 0,-1-1 3 15,-4 0-2-15,1 2-1 0,1-1-1 16,0 1 2-16,-3 2 1 0,1-2 6 0,-2 4 2 0,-1 1 2 16,-1 0 7-16,0 0 2 0,-2 1-3 0,1 0 1 15,-3-1-3-15,2 1 4 0,0 2-5 0,-2-2 2 16,0-2-7-16,0 3-2 0,3-3-30 0,-3-1-31 15,2 0-34-15,-2-1-28 0,0-2-26 0,0-6-22 16,3 8-18-16,-3-8-1 0,4 8 2 0,-4-8 2 16,4 4-97-16,-4-4-308 0,13-1 137 0</inkml:trace>
  <inkml:trace contextRef="#ctx0" brushRef="#br0" timeOffset="84876.81">13785 4931 762 0,'6'-10'-58'0,"1"2"15"0,-1-3 13 0,4-3 30 0,-3 0 5 16,-1 3 17-16,-1-1 21 0,1 3 27 0,-4-1 17 15,4 5 21-15,-4 1 6 0,-2 4-13 0,4-8-12 16,-4 8-9-16,0 0-7 0,0 0-12 0,0 0-5 15,0 0 1-15,0 0-2 0,0 0-8 0,-2 23 0 16,0-14-3-16,2 1-4 0,2-1 2 0,-2 4 3 16,4-3 0-16,1 0 6 0,1-1 4 15,1-1 0-15,7 0 8 0,-1-1-2 0,7-1-8 0,-1-3 1 16,2-1-10-16,0-2 1 0,6-1-6 0,-7-2-1 16,0-2-5-16,-1-1-2 0,-2-1 1 0,1-2-2 15,-9 3 7-15,0-2 5 0,2-4-2 0,-4 0-4 16,-1 2 1-16,-1-6-5 0,-5 5 0 0,0-1-2 15,-2-2-6-15,-2 0-4 0,-5 0 1 0,2 1-4 16,-2 3-5-16,0 2-1 0,-6 2-7 0,-4-2-14 16,1 5-26-16,0 3-28 0,-6 0-38 0,-2 7-36 15,-2-3-58-15,8 1-48 0,-9 4-132 0,13-2-406 16,4-3 180-16</inkml:trace>
  <inkml:trace contextRef="#ctx0" brushRef="#br0" timeOffset="85143.26">14196 4630 246 0,'6'-15'286'0,"-2"2"-4"16,-2 3-3-16,1 0-2 0,0 3-14 0,-1 1-18 16,1 0-24-16,-3 6-20 0,3-7-26 15,-3 7-20-15,0 0-21 0,0 0-17 0,7 14-10 0,-5 3-8 16,1 7-4-16,-1 5-11 0,-2 0-5 0,0 3-8 15,0 1-7-15,-2 2-3 0,-1-2-8 0,-1-1-6 16,0 2-3-16,0-1-7 0,1-3 2 0,-4-2-5 16,4 0-3-16,-1-1-11 0,0-4-29 15,0-5-22-15,-1-1-28 0,5 0-31 0,-4-5-44 16,0 5-42-16,2-7-54 0,-2 1-52 0,0-1-191 16,1-4-512-16,3-6 227 0</inkml:trace>
  <inkml:trace contextRef="#ctx0" brushRef="#br0" timeOffset="85358.76">14180 4723 186 0,'7'-9'184'0,"0"6"-8"16,-1-1-3-16,1 2-3 0,2 2-4 0,-9 0-19 15,16 6-6-15,-10 1-12 0,5 3-5 0,-6 0-12 16,1 2-7-16,-1 4-7 0,-3 0-8 0,-2 1-12 0,0-1-6 15,-2 3-4-15,-3-2-2 0,-1-2-10 0,-2 2-15 16,-4-1-30-16,-1-1-39 0,-6 3-44 0,2-7-66 16,0-1-62-16,-3-2-127 0,2-1-352 0,0-2 156 15</inkml:trace>
  <inkml:trace contextRef="#ctx0" brushRef="#br0" timeOffset="85948.75">14897 4663 67 0,'-12'-6'228'0,"1"4"-17"16,-2-1-16-16,-1 4-19 0,-5 2-14 15,0 2-16-15,1 5-15 0,-5 4-11 0,-1 2-13 16,1 1-8-16,5 5-8 0,5-6-11 0,0 5-7 16,3-2-11-16,2-2 0 0,5 2-11 0,-1-2-2 15,4 0-5-15,2-1-5 0,3-5-2 0,1 4-1 16,2-7-5-16,6 1-3 0,-2-2-5 0,6-2-6 16,-3-3-3-16,3-3-3 0,-4 0 0 0,4-3-2 15,-5-4-2-15,6 3 0 0,-6-5 1 0,1-1-2 16,-1 0 2-16,-2-2 2 0,-4-1 0 0,-1 3 4 15,0-5 0-15,-1-1 2 0,-1 1-4 0,-3-2 2 16,1 2 6-16,-2 2 2 0,1 2 4 0,-1 2-1 0,1 0 4 16,-1 3-2-16,0 7-2 0,0-9-7 15,0 9-4-15,1-7-3 0,-1 7 0 0,0 0-6 16,0 0-1-16,0 0-2 0,2 23 3 0,-2-11 2 16,-2 2-1-16,2 3-2 0,0 0 0 0,2 2 5 15,-2-2-3-15,0 0 2 0,0-1-3 0,0 0-2 0,6 0-23 16,-3-3-30-16,1 2-38 0,1 0-44 0,1-5-61 15,-1-3-199-15,-1 0-424 0,1-2 188 16</inkml:trace>
  <inkml:trace contextRef="#ctx0" brushRef="#br0" timeOffset="87392.55">15193 4693 12 0,'0'0'278'0,"-5"-10"-10"0,5 10-18 0,-4-7-22 16,1 4-20-16,3 3-22 0,0 0-21 0,-16 3-11 16,10 3-9-16,-3 3-12 0,-3 2-9 0,0 4-10 15,0-1-9-15,1 1-10 0,2 0-8 0,1 2-7 16,0-2-7-16,3 2-8 0,-1 0-10 0,5-2 0 16,1 0-1-16,1 1 2 0,3-6-16 0,1 2-1 15,0-3-2-15,3 1 0 0,2-1-4 0,5-1 1 16,2-1-4-16,3-2-4 0,-4 1 0 0,3-4 0 15,1-2-8-15,1 1 5 0,-1-3-6 0,0-1 2 16,-1-1-7-16,0 0-1 0,-3-1-8 0,1-2-1 16,-1 0-4-16,-4-3-6 0,3-1-1 0,-5 1 11 15,2-2-13-15,-2-2-3 0,-1 0-3 0,-1-1 0 16,-3 0-1-16,-1-1 3 0,0-2-5 0,-3 0 9 16,-1 2-1-16,0 1 1 0,-3 0-3 0,2 4 5 15,-1-1-1-15,-5 1 4 0,5 0-3 0,-7 3 4 16,2-1-2-16,0 2 0 0,1 2 2 0,3 1-2 15,-4 0 2-15,7 4-3 0,-6-6 1 0,6 6-4 16,-6-3 4-16,6 3-2 0,0 0 3 0,0 0-1 16,0 0 0-16,0 0 7 0,0 0-3 0,0 0 3 15,25 13 1-15,-11-11-3 0,4-1-1 0,2 2 5 16,-2-2 3-16,3-1-5 0,-3 0 2 0,-7 0-1 16,2 0 1-16,2-1 9 0,-5 1-8 0,2-2 1 15,-4 4-2-15,-2-1 1 0,-6-1-1 0,10 0-3 16,-10 0-3-16,10 2 2 0,-6 1 0 0,-4-3-1 15,7 6 2-15,-5-1-1 0,2 4 6 0,-2 1 8 16,0 1-4-16,2 0 3 0,-2 0-5 0,1 5 5 16,-3-3 1-16,1-1-4 0,-1 3-2 0,1-3-1 15,0 1 4-15,1-2-4 0,1 2-7 0,-2-5-15 16,0 3-14-16,2-2-23 0,-2-1-22 0,2-1-17 16,-1 0-18-16,3-1-17 0,-2-2-9 0,2 0-10 15,-5-4 3-15,11 2-3 0,-11-2 8 0,17-4 8 16,-7 4 9-16,0-5 13 0,3-1 2 0,-3-2 4 15,2 1 20-15,2-5 3 0,-1 1 10 0,1-1 17 16,-4-2 14-16,0 3 13 0,-1 0 24 0,-1 1 23 16,0 1 22-16,-2 0 24 0,-1 2 13 0,-3 2 8 15,-2 5-3-15,3-8-7 0,-3 8-9 0,4-7-9 16,-4 7-9-16,0 0 2 0,0 0-9 0,0 0-4 16,0 0 2-16,0 0-1 0,-9 20-3 0,8-13-3 15,-3 3 2-15,4-2-3 0,-1 2-3 0,1 0-1 16,1-2-4-16,3 1 5 0,-3-3-3 0,1 0 1 15,2 1-5-15,3-3 8 0,-2 0-1 0,5 1 2 16,-2-2-4-16,-2 0 0 0,1-1-5 0,0-1 4 16,-7-1-3-16,18 0 3 0,-8-3-5 0,1-1-2 15,-2-1 0-15,-3 2-3 0,4-4-1 0,-4 0 0 16,-2 0-3-16,1-2-1 0,1 0-4 0,-4-4 4 16,2 2-7-16,1-1 2 0,-5 1-4 0,0-1 1 15,-1 2 1-15,1-2 4 0,-3 5-6 0,0-1-2 16,0 0-2-16,0 2 3 0,3 6-5 0,-9-9-3 15,2 7 0-15,-2 0 3 0,9 2-1 0,-21 10 0 16,3-1 1-16,3 2-4 0,-2-1 2 0,-3 7 0 16,5-3-1-16,2 0 0 0,0 1-1 0,4-1 4 15,0-2 0-15,3 2 2 0,3-3-3 0,2 1 1 16,1-1 2-16,0-1 3 0,3 0 2 0,2-1 3 16,2-2 2-16,4 0 0 0,-1-2-2 0,4-2 1 15,-1-2-2-15,7-1 3 0,-1-3-3 0,2 2 9 16,-1-3-8-16,1-1 1 0,-1-2-2 0,0 0-1 15,-3-2 6-15,0 0-6 0,-2-1-1 0,2-2 1 16,-4 1 0-16,0-3-1 0,0 2-2 0,-1-1 2 16,-2-2-5-16,0 1 1 0,-2 3 3 0,1-4 0 15,-1 3 4-15,-2 2-1 0,0 0 3 0,2 2 7 16,-3 2 0-16,-1 1-2 0,-4 5 1 0,5-6-11 16,-5 6-3-16,0 0-3 0,0 0 5 0,0 0-1 15,10 15 3-15,-7-5 2 0,-6 3 7 0,0 2 1 16,-1 2-11-16,0-2 13 0,0 1-9 0,0-1 10 15,1-1-7-15,-2 0-3 0,2-2 4 0,0-1 1 16,2-3 1-16,0 0-2 0,-1-1-4 0,2-7 10 16,-1 12 1-16,1-12-6 0,-1 5-1 0,1-5 0 15,0 0 1-15,6 8 5 0,-6-8-1 0,9 0 3 16,-9 0-6-16,15-8-1 0,-3 4-3 0,3-3 2 16,2-1 0-16,-6 1-2 0,3-3 0 0,3 0-1 15,1-2-8-15,-5-2 0 0,2 1-1 0,4-7-4 16,-4 6-3-16,-2 0 3 0,-2-2 3 0,0 3 5 15,-5 2-6-15,2-1-2 0,-4 6-1 0,1-5 2 16,-1 5 2-16,-2-1-4 0,1 2 3 0,-3 5-4 16,2-8 0-16,-2 8-2 0,0 0 0 0,0 0 4 15,0 0-2-15,0 0-6 0,0 0 5 0,-24 13-5 16,18-7-6-16,1 5-9 0,0-3-10 0,1 4-1 16,1-2-2-16,3 3 5 0,2-1-5 0,-1 1 3 15,3-2 0-15,1 0 4 0,0 2 3 0,1-2 2 16,1-1 3-16,-1 0 2 0,2-1 1 0,-3 0 5 15,-1 0-2-15,-1-2 6 0,3 1-3 0,-4-3 1 16,1 2 2-16,-3-7 4 0,5 10 0 0,-5-10 0 16,1 8 5-16,-1-8 1 0,0 0-5 0,-9 11-9 15,3-9-16-15,-1 2-21 0,1-2-15 0,6-2-36 16,-15 1-44-16,8 1-30 0,7-2-181 0,-18 0-388 16,18 0 172-16</inkml:trace>
  <inkml:trace contextRef="#ctx0" brushRef="#br0" timeOffset="89796.74">17132 4510 61 0,'2'-7'193'0,"-2"7"-13"0,0 0-18 15,0 0-8-15,0 0-11 0,0 0-14 0,0 0-13 16,0 0-13-16,0 0-9 0,0 0-13 0,0 0-9 0,0 0-5 16,0 0-8-16,0 0-7 0,0 0-1 15,0 0-6-15,0 0-5 0,0 0-2 0,0 0-4 16,0 0-7-16,0 0-2 0,0 0 4 0,0 0-5 16,0 0-2-16,0 0 1 0,0 0 0 0,0 0-3 15,0 0 2-15,0 0 1 0,0 0-2 0,0 0 8 0,0 0-3 16,0 0 5-16,0 0 0 0,0 0 1 15,0 0 3-15,0 0-4 0,0 0 2 0,0 0-2 16,0 0-1-16,0 0 0 0,0 0-4 0,0 0-2 16,0 0 2-16,0 0-3 0,0 0 3 0,0 0-2 15,0 0 2-15,0 0 4 0,0 0-1 0,0 0 2 16,0 0 0-16,0 0 6 0,0 0 2 0,0 0-1 0,6 16 2 16,-6-16-3-16,0 0 4 0,0 0 0 15,0 0-4-15,0 0 2 0,0 0-1 0,0 0-1 16,0 0-5-16,0 0-4 0,0 0 0 0,0 0-4 15,0 0 4-15,0 0 11 0,0 0-12 0,0 0 4 0,0 0-3 16,0 0 2-16,0 0-3 0,0 0-4 16,0 0-4-16,0 0-2 0,0 0-1 0,0 0-4 15,0 0 3-15,0 0-2 0,0 0 2 0,0 0-6 16,0 0 1-16,0 0-4 0,0 0-1 0,0 0 3 16,0 0-2-16,0 0-2 0,0 0-2 0,0 0 1 15,0 0-1-15,0 0 1 0,0 0-2 0,0 0-1 0,0 0 1 16,0 0-4-16,0 0 1 0,0 0-3 15,0 0 1-15,0 0 2 0,0 0-1 0,0 0 0 16,0 0 2-16,0 0 0 0,0 0-2 0,0 0 3 16,0 0-2-16,0 0 5 0,0 0-1 0,0 0 1 0,0 0-6 15,0 0 0-15,0 0 3 0,0 0 4 0,0 0-4 16,0 0 0-16,0 0-1 0,0 0 0 16,0 0 2-16,0 0-2 0,0 0 1 0,0 0-5 15,0 0-1-15,0 0-5 0,0 0 3 0,0 0-1 16,0 0 1-16,0 0-1 0,0 0-2 0,0 0 0 0,0 0-1 15,0 0-3-15,0 0 7 0,0 0-3 16,0 0-1-16,0 0-1 0,0 0 2 0,0 0-3 16,0 0 5-16,0 0-1 0,0 0-5 0,0 0 3 15,0 0-4-15,0 0 8 0,0 0-4 0,0 0 1 16,0 0 0-16,0 0 2 0,0 0-3 0,0 0 0 16,0 0 3-16,0 0-3 0,0 0 2 0,0 0 1 0,0 0-3 15,0 0 5-15,0 0-2 0,0 0 2 0,0 0 1 16,0 0-1-16,0 0 0 0,0 0 1 0,0 0 3 15,0 0-1-15,0 0 0 0,0 0 8 16,0 0-11-16,0 0 5 0,0 0-1 0,0 0 2 16,0 0-2-16,0 0 2 0,0 0-2 0,0 0 3 0,0 0-3 15,0 0 2-15,0 0 0 0,0 0 2 16,0 0-2-16,0 0 0 0,0 0 4 0,0 0-3 0,0 0 1 16,0 0 1-16,0 0 7 0,0 0-12 15,0 0 3-15,0 0 0 0,0 0 2 0,0 0-1 0,0 0-1 16,0 0-2-16,0 0 1 0,0 0 3 0,0 0-3 15,0 0-2-15,0 0 1 0,0 0 1 0,0 0-2 16,0 0 2-16,0 0 2 0,0 0 0 0,0 0-2 16,0 0 3-16,0 0-2 0,0 0 0 15,0 0 6-15,0 0-6 0,0 0 0 0,0 0-2 16,0 0-2-16,0 0 3 0,0 0 1 0,0 0-1 0,0 0-1 16,0 0 0-16,0 0-1 0,0 0 4 0,0 0-3 15,0 0 2-15,0 0 2 0,0 0 0 0,0 0-4 16,0 0 2-16,0 0 0 0,0 0-1 15,0 0-1-15,0 0 5 0,0 0-3 0,0 0 2 0,0 0-4 16,0 0 2-16,0 0 0 0,0 0 0 0,0 0 2 16,0 0-1-16,0 0-1 0,0 0 3 0,0 0-2 15,0 0 0-15,0 0-1 0,0 0 0 0,0 0-2 16,0 0 4-16,0 0 3 0,0 0-4 16,0 0-2-16,0 0 2 0,0 0 0 0,0 0 2 0,0 0-1 15,0 0-3-15,0 0 1 0,0 0-1 0,0 0 3 16,0 0-2-16,0 0 9 0,0 0-8 15,0 0-3-15,0 0 2 0,0 0-3 0,0 0 6 16,0 0-4-16,0 0 5 0,0 0-5 0,0 0 2 16,0 0-4-16,0 0 4 0,0 0-5 0,0 0 4 0,0 0-1 15,0 0 2-15,0 0-2 0,0 0 2 0,0 0-2 16,0 0-1-16,0 0 0 0,0 0 2 0,0 0 3 16,0 0-3-16,0 0-2 0,0 0 4 15,0 0-3-15,0 0 3 0,0 0-2 0,0 0 4 16,0 0-2-16,0 0 1 0,0 0-3 0,0 0-1 0,0 0 0 15,0 0-1-15,0 0 1 0,0 0 3 0,0 0-3 16,0 0 3-16,0 0-5 0,0 0 6 0,0 0-5 16,0 0 5-16,0 0-4 0,0 0 3 15,0 0-4-15,0 0 2 0,0 0-3 0,0 0 2 16,0 0 2-16,0 0 2 0,0 0-1 0,0 0-1 0,0 0-2 16,0 0-1-16,0 0 5 0,0 0-2 0,0 0-5 15,0 0 2-15,0 0 3 0,0 0-3 0,0 0 3 16,0 0 1-16,0 0-2 0,0 0 0 0,0 0-2 15,0 0 4-15,0 0-1 0,0 0-1 0,0 0 1 16,0 0 2-16,0 0-5 0,0 0 4 0,0 0-3 16,0 0 0-16,0 0 2 0,0 0-1 0,0 0 2 15,0 0-2-15,0 0 0 0,0 0 5 0,0 0-5 16,0 0 3-16,0 0-4 0,0 0 3 16,0 0-4-16,0 0 4 0,0 0-1 0,0 0 0 0,0 0-1 15,0 0-4-15,0 0 1 0,0 0 1 0,0 0 1 16,0 0 0-16,0 0 2 0,0 0 1 0,0 0 0 15,0 0 4-15,0 0-6 0,0 0-3 0,0 0 1 16,0 0 4-16,0 0-2 0,0 0-3 0,0 0 0 16,0 0 3-16,0 0-1 0,0 0 2 0,0 0-1 15,0 0 6-15,0 0-6 0,0 0 0 0,0 0-1 16,0 0 0-16,0 0-2 0,0 0 3 0,0 0 0 16,0 0-1-16,0 0 0 0,0 0 2 0,0 0-4 15,0 0 4-15,0 0-4 0,0 0 2 0,0 0 0 16,0 0 3-16,0 0-2 0,0 0-3 15,0 0 2-15,0 0 1 0,0 0-2 0,0 0 5 0,0 0-6 16,0 0 0-16,0 0 5 0,0 0-1 0,0 0-6 16,0 0 2-16,0 0 3 0,0 0-1 0,0 0 2 15,0 0-1-15,0 0 1 0,-12-18-2 0,12 18 0 16,0 0-1-16,0 0 2 0,0 0 1 0,0 0-4 16,0 0 2-16,0 0-2 0,0 0 1 0,0 0 0 15,0 0-4-15,0 0 5 0,0 0 0 0,0 0-3 16,0 0 1-16,0 0 0 0,0 0 0 0,0 0 0 15,0 0 0-15,-6-3-2 0,6 3 4 0,0 0-1 16,0 0-1-16,0 0 3 0,0 0-2 16,0 0-2-16,0 0 5 0,0 0 0 0,0 0-1 0,-5-6-3 15,5 6 3-15,0 0 1 0,0 0-3 0,0 0 2 16,-4-6 1-16,4 6 0 0,0 0 0 0,-8-4-2 16,8 4-1-16,-3-5 2 0,3 5 0 0,0 0 0 15,-3-7 2-15,3 7 1 0,0 0 0 0,-3-7-4 16,3 7 2-16,0 0-1 0,0 0 1 0,-5-7-2 15,5 7 1-15,0 0 3 0,0 0-2 0,0 0 8 16,-2-6-10-16,2 6-3 0,0 0 4 0,0 0-2 16,0 0 4-16,0 0-5 0,0 0 2 0,0 0-6 15,0 0 4-15,0 0-6 0,0 0 3 0,0 0 2 16,0 0 1-16,0 0-1 0,-3 24-1 0,2-12 10 16,2 0-8-16,-2 7-1 0,-1-2 4 0,1 2-7 15,-1 0 6-15,-2 6 2 0,1-1 3 0,0 1-4 16,-1-7 2-16,0 0-1 0,1 0 1 0,2 0 1 15,-2-3-1-15,1 2-1 0,-1-6 2 0,2 0-2 16,-3 1 3-16,3-1-4 0,-3 0 7 0,3 0-5 16,0-4 1-16,-1 0 0 0,2-7 0 0,-1 12 0 15,-2-8-1-15,3-4-4 0,-1 12 1 0,1-12-13 16,0 9-8-16,0-9-14 0,-1 7-19 0,1-7-21 16,0 0-16-16,-1 10-34 0,1-10-26 0,0 0-35 15,0 0-39-15,-4 6-143 0,4-6-400 0,0 0 177 16</inkml:trace>
  <inkml:trace contextRef="#ctx0" brushRef="#br0" timeOffset="90245">17034 4350 171 0,'2'-7'174'0,"-2"7"-13"0,3-10-13 0,-1 5-21 15,-2 5-10-15,0 0-8 0,13-3-11 0,-13 3-15 16,16 8-4-16,-6-2 2 0,0 2-7 0,0 4-5 16,2 3-1-16,-5-1-7 0,0 2-6 0,-2 1-8 15,-2-5-2-15,-2 7 0 0,-1-2-8 0,-1-4-3 16,-3 1-4-16,-2 1-4 0,0 2 0 0,1-7-3 15,-5 5-2-15,2-5 3 0,0-1-5 16,-6 1-4-16,2 0 2 0,3-5 1 0,0 0-2 16,2-2-4-16,2 1 1 0,5-4 0 0,-11 4 3 0,11-4-6 15,-8 2 4-15,8-2 0 0,0 0 0 0,0 0 3 16,0 0-2-16,-11-6-1 0,11 6-5 16,0 0 4-16,0 0-8 0,0 0-3 0,0 0 2 0,0 0-5 15,0 0 1-15,0 0 3 0,0 0 0 0,21 14 1 16,-16-7 6-16,3 1-4 0,0 0 0 0,2 1-1 15,-1-1 4-15,-1 2-1 0,4 2 3 0,-3-2-5 16,3-1 0-16,2 1 1 0,0 0-4 0,-4 0-16 16,4-1-36-16,-2-2-29 0,3 0-54 0,0 0-40 15,-2-1-153-15,0 1-350 0,0-5 155 16</inkml:trace>
  <inkml:trace contextRef="#ctx0" brushRef="#br0" timeOffset="90608.84">17530 4663 135 0,'1'-8'238'0,"-1"8"-12"0,0 0-20 16,0-10-15-16,0 10-22 0,0 0-14 0,-9-4-17 15,9 4-12-15,-9 0-13 0,9 0-12 0,-15 8-11 16,8-4-5-16,-2 2-9 0,-1 1-6 0,4 0-13 15,-2-1 1-15,2 2-13 0,-2 1-2 16,4 0-1-16,0 0-8 0,2 1-4 0,-1 0 1 16,3 1-4-16,3-3-4 0,-2 4-3 0,4-2 4 15,0 1-7-15,3 4 0 0,-2-3-5 0,2 2-2 16,0-2-2-16,-1-1 1 0,0-1-2 0,-2-2-2 16,1 1-5-16,-1-1 3 0,0-1-2 0,-2 0-2 15,-2-2-2-15,-1-5 2 0,5 11 3 0,-3-6 0 0,-2-5 1 16,0 0 3-16,-7 12-3 0,7-12-1 0,-11 6-1 15,1-2 1-15,-3-1-11 0,-5 1-19 0,-2-1-30 16,-1-2-39-16,-2 0-49 0,1 1-50 0,-6-4-158 16,9 0-384-16,-8-4 170 0</inkml:trace>
  <inkml:trace contextRef="#ctx0" brushRef="#br0" timeOffset="91403.17">17234 4400 4 0,'0'0'104'0,"0"0"-3"0,-7-5-12 0,7 5 11 16,0 0-9-16,0 0 3 0,0 0-7 0,0 0-2 16,0 0 5-16,0 0-7 0,0 0 2 0,-7-3 0 15,7 3-4-15,0 0-9 0,0 0-6 0,-6-7-6 16,6 7-7-16,0 0-1 0,-7-4-11 0,7 4 3 15,0 0-7-15,0 0-3 0,-8-4-5 0,8 4-5 16,0 0 0-16,-8-2 3 0,8 2-9 0,0 0 0 16,-10-2 5-16,10 2-4 0,0 0-11 0,-9 0-1 15,9 0-2-15,0 0 1 0,-10-3-3 0,10 3-4 16,0 0 0-16,-9-1-3 0,9 1 0 0,0 0 0 16,0 0-5-16,0 0 8 0,-12 2-4 0,12-2 6 15,0 0-9-15,0 0-1 0,0 0 4 0,0 0 4 16,0 0 1-16,-9 2-5 0,9-2 5 0,0 0 7 0,0 0 3 15,0 0 4-15,0 0 3 0,0 0 4 16,0 0-2-16,0 0 0 0,0 0-3 0,0 0 2 16,0 0-1-16,0 0 2 0,0 0-7 0,0 0-1 15,18-12-3-15,-18 12-1 0,13-4 1 0,-2 3 3 16,0 0-3-16,-5-1-2 0,2 1 0 0,0 0 0 16,3 2 1-16,-1 0 1 0,1 3-1 0,0-1 1 15,0 3 7-15,-1-2-10 0,1 3 5 0,-4 1-1 16,1 2-2-16,-2-1 0 0,-2 1 1 0,-1 3 0 15,-2-2-1-15,-1 1-1 0,-2-1 1 0,-4-2 3 16,1 2-2-16,-6 3-1 0,1-2-5 0,-6-2 6 16,3 0-2-16,1-3 0 0,-4 3 0 0,1-4-1 0,-2 1-8 15,4-3-11-15,-3 1-13 0,3-1-21 16,-1-2-32-16,3 0-18 0,-1-3-15 0,1 3-28 16,11-2-28-16,-15-2-88 0,15 2-277 0,-12-3 123 15</inkml:trace>
  <inkml:trace contextRef="#ctx0" brushRef="#br0" timeOffset="97623.82">22486 3169 112 0,'-3'-7'182'0,"2"-2"-17"0,1 9 0 0,-4-13 3 15,1 7 0-15,3 6-19 0,-3-13-4 0,1 7-10 16,2 6-3-16,-2-9-6 0,2 9-11 0,-5-7-13 16,5 7-12-16,-3-5-13 0,3 5-11 0,0 0-10 15,0 0-5-15,0 0-6 0,0 0-2 16,0 0-7-16,0 0-3 0,4 26-7 0,0-12 1 16,-3 3 0-16,2-2-7 0,0 4-1 0,-1-2 1 0,2 8-5 15,-2-7-2-15,-1-1 0 0,2 0 0 0,0 2-2 16,-1 2-1-16,1-2 2 0,-2-1-3 0,1-1-1 15,-2 1 1-15,3-2 2 0,-3-3-6 0,2 0-6 16,0-1-12-16,-1 2-18 0,2-4-22 0,-2-1-15 16,0 0-26-16,-1 2-23 0,2-3-26 15,-2 0-10-15,0-8-18 0,0 14-127 0,0-14-323 0,-7 6 144 16</inkml:trace>
  <inkml:trace contextRef="#ctx0" brushRef="#br0" timeOffset="98009.04">22551 3097 122 0,'3'-6'122'16,"-1"-1"-9"-16,3 2-10 0,-5 5-18 0,8-7-4 15,-2 7-9-15,-6 0 1 0,13 5-14 0,-3-2-3 16,-1 4-2-16,-1 3-12 0,-1-1 5 0,1 1-4 15,-3 2-8-15,0 2-2 0,-1-1-7 0,-1 2 3 16,-3-4-2-16,0 3-3 0,-1-3-6 0,-3 4 10 16,-2-3-8-16,0-2-5 0,-2 0 2 0,1-1 0 15,-1 1-2-15,-1-3-4 0,3 1 1 0,-2-4-3 16,3 0 4-16,0-1-2 0,0 1 1 0,5-4-4 16,-9 3 1-16,9-3 3 0,-6 5-2 0,6-5 1 15,0 0 1-15,-8 1-1 0,8-1 0 0,0 0-6 16,0 0-2-16,-5 4-4 0,5-4 9 0,0 0-12 15,0 0 4-15,0 10 4 0,0-10 0 0,0 0-6 16,3 12 8-16,0-7-6 0,1 0 5 0,-1 1-6 16,3 0 4-16,1 1-4 0,1 0-10 0,-1 0-9 15,0-2-20-15,6 4-15 0,-1-5-34 0,-1 2-18 16,0 0-100-16,1 0-222 0,1-2 98 0</inkml:trace>
  <inkml:trace contextRef="#ctx0" brushRef="#br0" timeOffset="98314.19">22859 3327 132 0,'0'0'164'0,"-4"-10"-13"0,4 10-14 0,-6-4-22 16,6 4-4-16,-9-2-16 0,9 2-10 0,0 0-8 16,-19 10-7-16,11-4-8 0,-2-1-4 0,2 4-9 15,-1-3-4-15,1 3-6 0,2 1-5 0,2-1-2 16,0 1-3-16,3 1-4 0,0-2-1 0,3 0-1 15,1 0-1-15,1 2-1 0,2-2-3 0,0 3-1 16,2-1-1-16,2-1-2 0,0-1 0 0,0 1-3 16,-3-3-2-16,0 3 2 0,1-3-7 0,0 1 11 15,-4-2-13-15,1-3-1 0,-5-3 3 16,8 11-6-16,-4-8 5 0,-4-3-3 0,0 0-1 0,1 13 2 16,-1-13 1-16,0 0-7 0,-13 9-2 0,5-6-20 15,-2 0-10-15,10-3-21 0,-19 4-16 0,9-3-11 16,0-1-17-16,2 0-17 0,8 0-86 0,-19-1-220 15,9-3 97-15</inkml:trace>
  <inkml:trace contextRef="#ctx0" brushRef="#br0" timeOffset="98543.63">23093 3303 47 0,'0'0'226'16,"5"-3"-14"-16,-5 3-22 0,0 0-15 0,6-5-17 15,-6 5-18-15,8-4-13 0,-8 4-18 0,10-2-1 0,-10 2-23 16,9-1-17-16,-9 1-24 0,12 0-26 16,-12 0-34-16,10 3-44 0,-10-3-36 0,6 4-23 15,-6-4-5-15,3 6-92 0,-3-6-233 0,0 0 103 16</inkml:trace>
  <inkml:trace contextRef="#ctx0" brushRef="#br0" timeOffset="98682.6">23046 3398 46 0,'12'5'164'16,"-12"-5"-17"-16,13-2-10 0,-5 2-19 0,-8 0-12 15,19-3-23-15,-8 3-30 0,3 1-52 0,-2-1-54 16,2 0-81-16,-3 0-145 0,1 0 64 0</inkml:trace>
  <inkml:trace contextRef="#ctx0" brushRef="#br0" timeOffset="101771.06">9004 5870 45 0,'0'0'188'0,"-1"-9"-6"0,1 9-6 0,-2-7-7 0,2 7-5 16,0 0-9-16,0 0-13 0,0 0-15 0,-2-8-16 15,2 8-11-15,0 0-12 0,0 0-12 0,0 0-9 16,0 0-8-16,0 0-8 0,0 0-6 0,0 0-3 15,-2 22-2-15,2-13-5 0,-2 1 3 0,1 2-10 16,0 0 2-16,0 4-9 0,2-1 1 0,-2 2-4 16,1-6 1-16,-2 5 1 0,2-3-8 0,0-2-6 15,0 3-17-15,2-4-24 0,-1 1-24 0,-1-1-26 16,2 1-39-16,0 0-23 0,-1-5-29 0,2 2-98 16,-3-8-295-16,2 9 131 0</inkml:trace>
  <inkml:trace contextRef="#ctx0" brushRef="#br0" timeOffset="101996.84">9277 5840 144 0,'2'-3'199'0,"-2"3"-16"0,3-9-21 16,-3 9-17-16,0 0-21 0,6-5-9 0,-6 5-15 15,0 0-9-15,0 0-6 0,0 0-9 0,2 18-7 16,-4-7-3-16,1 0-7 0,1 1-12 0,0 0-3 15,0 0-1-15,0 0-5 0,0 1-4 0,-3 3-3 16,2-1 1-16,2-1-5 0,2-2-18 0,-3-2-25 16,1 2-14-16,1 0-22 0,2-2-27 0,-1 1-38 15,0-2-22-15,-1-1-110 0,1 0-269 0,-2-2 119 16</inkml:trace>
  <inkml:trace contextRef="#ctx0" brushRef="#br0" timeOffset="102191.56">9489 5866 139 0,'0'0'127'16,"0"0"-8"-16,0 0-17 0,0 0-3 0,0 0-6 16,7 16-18-16,-7-10-3 0,0-6-3 0,2 14-4 15,-4-5-15-15,4 1-2 0,-2 0-11 0,2 0-31 16,-2-3-30-16,3 2-37 0,-6 1-34 0,2 0-59 15,-2-3-167-15,1 0 75 0</inkml:trace>
  <inkml:trace contextRef="#ctx0" brushRef="#br0" timeOffset="102383.04">9677 5876 81 0,'0'0'141'0,"16"9"-24"0,-11-3 0 0,-1 3-7 16,0 3-1-16,-1 4-13 0,-1-1-6 0,-1 5-11 0,-1-2-7 16,0 2-3-16,-1-3-7 0,-1 2-7 15,-2-1-10-15,-4 5-34 0,3-5-37 0,-5-1-52 16,-1 1-114-16,-9 0-208 0,-1-1 92 0</inkml:trace>
  <inkml:trace contextRef="#ctx0" brushRef="#br0" timeOffset="102601.32">8958 5992 1789 0,'-10'-6'-24'0,"0"-2"41"0,3 3-40 16,1 4 18-16,6 1-4 0,-14 5 0 15,6 4 4-15,2 1 3 0,1 4-4 0,0 3 1 16,1 1-2-16,3 7 7 0,1 1 0 0,2-6 3 15,6 5-3-15,0-7 3 0,4 5-3 0,5-1-8 16,0-4-24-16,-1-6-23 0,11 1-27 0,-2-3-62 0,2 0-89 16,-1-7-253-16,5-3 113 0</inkml:trace>
  <inkml:trace contextRef="#ctx0" brushRef="#br0" timeOffset="103441.75">10830 5724 154 0,'-10'-5'166'15,"0"1"-19"-15,-4 3-15 0,-3 1-6 0,0 5-13 16,-1 1 0-16,-7 7 0 0,1 4-6 0,-1 1-6 16,0 2-8-16,2 5-6 0,2 0-10 0,0 3 2 0,2 0-11 15,2-2-4-15,5 0-5 0,2-3-7 16,3 4-3-16,2-3-8 0,4 1 0 0,2-7-5 16,4 0-2-16,2 1-6 0,6 4 1 0,1-9-5 15,6 3 2-15,4-1-14 0,3-4-24 0,-1-3-39 16,6-1-42-16,-2-2-23 0,3-4-43 0,0-1-131 15,-3-1-315-15,2-4 140 0</inkml:trace>
  <inkml:trace contextRef="#ctx0" brushRef="#br0" timeOffset="104657.09">11067 5948 61 0,'0'-7'222'0,"0"7"-1"0,1-12-10 0,-1 12-17 16,2-8-19-16,-2 8-18 0,0 0-18 0,0 0-22 15,1-8-12-15,-1 8-8 0,0 0-15 0,0 0-5 16,0 0-5-16,-1 33-5 0,-2-16-9 0,3 1-6 0,0-2-4 16,0 4-5-16,0-3-1 0,0-1-4 15,1 1-5-15,2-1-2 0,2 0-5 0,-3-1 1 16,4 0-4-16,-1-4-4 0,1-1 2 0,3-3-6 16,-3 2-5-16,2-3-7 0,1-3-9 0,-4 1-6 0,4-1 0 15,-2 0 3-15,2-5 1 0,2 0-2 16,-2-3 1-16,1 1 0 0,0-4 0 0,-1-2 2 15,4-3 2-15,-3 0-2 0,-2-2 3 0,-1-2 3 16,1 1 2-16,-1-1 7 0,-1 0 0 0,0-1 9 16,1 1-2-16,-3-2 4 0,0 1 5 0,2 3 12 0,-2-1 2 15,-2 5 12-15,1 0 2 0,-2 5-2 0,0 1-18 16,-1 5-5-16,4-8-5 0,-4 8-6 16,2-7-5-16,-2 7-4 0,0 0-1 0,0 0 0 15,0 0-3-15,0 0 3 0,0 23-3 0,-3-9 0 16,3 4 0-16,-1-1 1 0,-2 2 0 0,3 0-3 0,-1-2 3 15,2 3 2-15,0-1-2 0,3-3 5 0,0 2-5 16,1-3-3-16,0 0 0 0,0-3 3 0,3-3 1 16,-1 2-2-16,2-4 0 0,-2 1 3 15,2-3-3-15,0 1 1 0,-1-3-1 0,2-1 1 16,0-2-1-16,3 0-1 0,-3-2-3 0,1-2 3 0,3-1 1 16,-4 0 4-16,4-8-6 0,-3 3-2 0,1-2-4 15,-1-2-5-15,-2-1-1 0,-2-1-2 0,-1-2 0 16,0 0 4-16,-2 0-3 0,1-1-2 0,-5 1-1 15,3-1 5-15,-3 1-3 0,-3 0 1 0,1 1 2 16,-1 1-1-16,-1 5 5 0,-1 0 7 0,2 2 0 16,-3 1-4-16,-1 1-1 0,0 1 2 0,0 2-1 15,-2 0-3-15,2 3 0 0,7 1 1 16,-13-1 2-16,13 1-3 0,-14 0-2 0,14 0 0 0,-10 2-2 16,10-2 0-16,-4 6 2 0,4-6 1 0,0 0 2 15,1 11 0-15,-1-11 2 0,15 7-5 0,-1-5 1 16,-2 0 1-16,6-1 2 0,0-1-1 0,3 1 1 15,-3-1 0-15,1 0-3 0,-6 2 3 16,2-2-2-16,-3 0 1 0,-4 1 0 0,-1-1-3 16,1 2 2-16,-2 1-5 0,-6-3 0 0,10 8 7 0,-6-3-2 15,-2 1 1-15,1 1 3 0,-1 0 5 0,0 3-3 16,-4-1 1-16,0 3-2 0,2 2-4 0,0-4 1 16,-1 2 1-16,1 0 3 0,0 0 0 0,-2 0 0 15,4-1 2-15,-2 0-7 0,1 0 0 0,3 1 8 16,-2-2-1-16,2-3 0 0,1 1 2 0,2-3-2 15,0 3 2-15,0-3 0 0,1 1-2 0,2-3 3 16,0 1-2-16,0-3 0 0,3-1 2 0,-2 0-2 16,5-1-1-16,-5-2-6 0,-2-1 2 0,5 1-5 15,-5-4-2-15,4-4-5 0,-2 3-3 0,0-4 0 16,-4 2 2-16,3-4 3 0,-3 0-1 0,-1 1 0 16,-2-2-2-16,-1 0 3 0,-3-1 0 0,-1 0-2 15,1 3 5-15,0 1 15 0,-2 1 1 0,0 1-6 16,0-1 5-16,0 1 2 0,-2 5 3 0,3-3 1 15,1 8-4-15,-2-10-2 0,2 10-1 0,0 0-4 16,-4-9-5-16,4 9 2 0,0 0-1 0,6-8-1 16,-6 8 8-16,14-1-4 0,-3 2 0 0,2 2 1 15,1-2-5-15,3 4 1 0,-2-1 1 0,-5-1-1 16,3 3 1-16,-2 0-1 0,-1 1-1 0,-1 2-2 16,-2-1-2-16,2 1 5 0,-5 2-2 0,1 2 1 15,-1 2 2-15,0-1 4 0,-2 1-5 0,2 2 1 16,-2-5 2-16,0-1-2 0,2 2 2 0,-1-2-2 15,-1 0 1-15,0-1-2 0,4 1 6 0,-3-1 0 16,4-3-3-16,0 1 0 0,-3-3-1 0,5 1 2 16,-2 1 1-16,4-4-3 0,-2-2 5 0,0 0-1 15,4-1 1-15,-3-2 0 0,3-1 0 0,-2-2 4 16,0 0-2-16,3-2 2 0,-3-2 3 0,3 0 2 16,-3-2-3-16,0-1 5 0,-5 1-3 0,0-4 0 15,1 0 2-15,-1 0 2 0,-2 4-1 0,-1-4-4 16,-2 1 3-16,0-1 9 0,-1 3 2 0,2 1 3 15,-4 0 1-15,1 3 2 0,1 8-4 0,-4-12-1 16,4 12-3-16,0-8-7 0,0 8 2 0,-6-2-7 16,6 2-3-16,0 0 1 0,-17 14-1 0,11-5-2 15,-1 1-2-15,1 4-15 0,0 1-18 0,0 1-21 16,4 0-42-16,-2 0-46 0,4-4-26 0,1-1-31 16,2 2 2-16,5 2-5 0,0-1-103 0,-1-2-327 15,3-1 145-15</inkml:trace>
  <inkml:trace contextRef="#ctx0" brushRef="#br0" timeOffset="105018.43">12428 6032 36 0,'0'0'186'0,"4"-7"-9"16,-4 7-19-16,5-4-12 0,-5 4-14 0,0 0-7 15,0 0-8-15,0 0-9 0,0 0-1 0,9 16-16 16,-9-10-4-16,4 0-11 0,-2 0-1 0,-2 2-7 15,0 2-3-15,0-10-1 0,2 12 0 0,-1-5-7 16,0-2 0-16,-1-5-3 0,4 7 2 0,-4-7 7 16,0 0 10-16,2 7 1 0,-2-7 11 0,0 0 1 15,0 0-2-15,0 0-6 0,0 0-7 0,0 0-6 16,0 0-7-16,0 0-5 0,0 0-4 0,4-25-6 16,-2 19-6-16,0-4-3 0,1 1-1 0,1-2-5 15,3 0 0-15,2-1 0 0,0-1-11 0,2 0-2 16,3 1-2-16,-6 2-2 0,1 3 0 0,3 0-5 0,-3 1-3 15,-1 2-1-15,-1 0-1 0,-1 3-2 16,-6 1-4-16,13 0-1 0,-13 0 6 0,13 9 0 16,-4-3-2-16,-4 2 0 0,-1 1-3 0,2 1-1 15,-3 0-6-15,2-1-20 0,-3 2-30 0,0 1-40 16,-1 3-51-16,-1-3-49 0,0 0-36 0,0 4-167 16,0-6-438-16,0-10 193 0</inkml:trace>
  <inkml:trace contextRef="#ctx0" brushRef="#br0" timeOffset="105276.99">12835 5779 153 0,'2'-12'279'0,"-2"2"-4"0,0 4-22 0,0 6-25 15,2-10-23-15,-2 10-27 0,0 0-20 0,0 0-17 16,0 0-10-16,0 0-7 0,4 23-8 0,-4-5-9 15,0 10-12-15,0-3-7 0,0 3-5 0,-2 0-8 16,-2-2-4-16,4 2-10 0,-4-3-3 0,6 1-8 16,-4-2-4-16,4 1-4 0,-2-6-1 0,0-1-16 15,2-1-17-15,-2-6-16 0,0 2-26 0,0-2-36 16,0-3-37-16,0 1-37 0,0-3-26 0,0-6-15 16,2 9-10-16,-2-9-168 0,0 0-394 0,-9 4 174 15</inkml:trace>
  <inkml:trace contextRef="#ctx0" brushRef="#br0" timeOffset="105414.6">12714 5986 2 0,'-3'-9'208'15,"3"9"-19"-15,0 0-14 0,0-8-18 0,0 8-15 16,0 0-16-16,0 0-11 0,9-8-13 0,2 7-5 16,3 0-26-16,1-1-41 0,12-1-58 0,4-1-76 15,-3-1-110-15,1-3-231 0,0 3 101 0</inkml:trace>
  <inkml:trace contextRef="#ctx0" brushRef="#br0" timeOffset="105840.1">13530 5842 40 0,'-2'-11'275'0,"4"-1"-5"0,-2 3-13 16,0 3-22-16,0 6-22 0,2-11-27 0,-2 11-21 15,0 0-21-15,-2-8-13 0,2 8-15 0,0 0-10 0,0 0-10 16,2 39-8-16,-2-14-3 0,1 2-7 0,-8-1-11 16,3 3-5-16,4 0-4 0,-5 0-3 15,3 0-5-15,-2-3-6 0,4 4-3 0,-3-5-3 16,3-1-5-16,-2-6-9 0,-1 0-23 0,1-2-33 15,0 0-29-15,0-1-39 0,0-3-47 0,-3-1-44 16,3 0-43-16,-4-4-132 0,1 1-396 0,5-8 176 16</inkml:trace>
  <inkml:trace contextRef="#ctx0" brushRef="#br0" timeOffset="106295.12">13499 5986 75 0,'18'-12'142'0,"-2"2"-9"0,2 1-13 16,3 1-9-16,-4 1-7 0,-1-1-2 0,-5 3-10 16,0-1-3-16,1 2-2 0,-4 0 3 0,1-2 1 0,1 1 4 15,-6 0 0-15,2 3 2 0,-1-5 1 0,-1 2-1 16,1-1 3-16,-2 2-7 0,1-1-5 16,-4 5-5-16,5-12-9 0,-5 7 2 0,0 5-4 15,4-9-3-15,-4 9-8 0,4-5-9 0,-4 5-7 0,0 0-5 16,0 0-12-16,0 0 0 0,0 0-5 0,0 0-2 15,5 15-3-15,-3 0 0 0,0 3-3 16,-2 7-1-16,5-6 3 0,-5 0-5 0,0 7-3 16,-2 0 4-16,4-1-2 0,-2-6 1 0,-2 1-4 0,2-2-2 15,2-1 4-15,-2-1 0 0,-2-6-2 0,2 2 0 16,2-3 0-16,-2-1-2 0,0-8 4 0,-5 13-3 16,5-13 0-16,3 8 1 0,-3-8 3 15,2 4 0-15,-2-4 0 0,0 0-1 0,0 0-3 16,0 0 0-16,0 0 0 0,0 0-4 0,11-13-1 0,-4 3 2 15,-1 0 0-15,4-4-4 0,3 0 1 0,-1 2-4 16,1 2 0-16,-2 3-3 0,1 0 1 0,-4 3-4 16,3-1-1-16,-1 2 4 0,-4 3-2 0,-6 0-1 15,13 4 1-15,-3 2 4 0,-3 3-2 0,-1-1 2 16,1 4 1-16,2 0 1 0,-4 1 2 0,1 2-5 16,0 2-15-16,-3-2-30 0,1-3-51 0,-2 5-47 15,1-3-56-15,0 2-191 0,-1-6-429 0,-2-1 190 16</inkml:trace>
  <inkml:trace contextRef="#ctx0" brushRef="#br0" timeOffset="106846.27">14032 6009 177 0,'0'0'210'0,"7"-3"-20"15,-7 3-21-15,12 0-8 0,-5 4-16 0,5 5-3 16,1 4-13-16,-1 0-11 0,-1 2-10 0,-1 0-9 16,0 2-9-16,-1 0-7 0,-1-1-5 0,2 3-13 15,-5-3-4-15,-1 1-5 0,-2-1-2 0,-2-4-6 16,0-2-3-16,-2 0-3 0,0-1-1 0,0-1-6 16,-3 0-3-16,-2-3 0 0,4-1-4 0,-5 0-1 15,8-4-3-15,-6 4-4 0,6-4 4 0,-10 0-2 16,10 0-6-16,0 0-3 0,-9-8 1 0,9 8-4 15,0-9 3-15,0 9-2 0,4-18-2 0,-1 7-4 16,6-4 1-16,0 0-4 0,2-1 4 0,1-2 3 16,5-1-10-16,4-1 2 0,2 1-6 0,-8 5 3 15,1 2 2-15,-3 0-2 0,5 5 1 0,-9 0-1 16,2 3-1-16,-2-2-3 0,-6 3 1 0,3 1-3 16,-6 2 0-16,0 0 2 0,0 0 2 0,13 4 2 15,-13-4 0-15,6 7 2 0,-4 3 8 0,-2 0 3 16,0-3 0-16,0-7-2 0,2 16-1 0,-2-9-2 15,2 2 4-15,0 0-6 0,1-1 4 0,-1 1 3 16,0-2-7-16,0-2 2 0,2 1 2 0,1-1-2 16,0 0 4-16,-5-5-1 0,9 5 0 0,-5-2-1 15,4-1-1-15,-8-2 7 0,14-3-5 0,-14 3 0 16,12-6 4-16,-3 3-2 0,0-4 2 0,-4-2 5 16,-1 2-2-16,0-3-1 0,0 0 1 0,-1-1 4 15,-3 2-9-15,-2-4 0 0,-3-2 3 0,3 3-10 16,-4 2 2-16,-1-6-5 0,0 8-9 0,0-3-9 15,2 5-14-15,-1-1-21 0,-1 2-27 0,0 0-30 16,7 5-31-16,-11-4-34 0,11 4-24 0,-9 2-163 0,9-2-389 16,0 0 173-16</inkml:trace>
  <inkml:trace contextRef="#ctx0" brushRef="#br0" timeOffset="107246.8">14591 5941 123 0,'0'0'261'0,"0"0"-17"0,4-7-19 16,-4 7-24-16,0 0-21 0,0 0-21 0,0 0-21 16,0 0-11-16,0 0-9 0,7 14-7 0,-7-5-10 15,0 7-11-15,4 0-5 0,-2 1-11 0,2 2-9 16,0 0 1-16,-2 1-10 0,5-2-6 0,-3-3-6 16,2 1 0-16,-1-1-2 0,3-6-6 0,-2 0-4 15,0 1 1-15,1-2-3 0,-1-3-6 0,2 0-5 16,-3-3-1-16,-1 0-2 0,-4-2 0 0,13 1-1 15,-13-1-5-15,11-4 0 0,-4-1-2 0,-4 1 0 0,3-5 0 16,2 1-1-16,-3-4 1 0,-2 0-3 16,0 1 1-16,2-4 0 0,0-1 0 0,-1 1-2 15,2 4 1-15,-4-2 3 0,4-2 0 0,-2 4-2 16,-3 1 7-16,3 3 7 0,-4 1 3 0,0 6-4 0,5-9-7 16,-3 5-3-16,-2 4-4 0,0 0-1 0,0 0 2 15,0 0-4-15,0 0 2 0,12 19 0 0,-10-9 1 16,0 4-1-16,2-2 1 0,-2 5-2 15,1-1 5-15,-1 1-5 0,0 0 0 0,3-2-15 0,-2-2-24 16,1-1-31-16,3 1-25 0,-1-2-22 0,2-2-30 16,3-1-22-16,-1-1-17 0,1-3-9 0,3-1-5 15,4 0-121-15,0-3-344 0,-6 0 153 16</inkml:trace>
  <inkml:trace contextRef="#ctx0" brushRef="#br0" timeOffset="107622.89">14989 6193 999 0,'10'-5'-65'16,"-3"0"23"-16,3-3 28 0,-3 0 17 0,-1-3 19 0,-1 0 23 15,1 0 13-15,-1-2 14 0,0 2 11 0,-4-2 6 16,-1-1 1-16,-1-1-3 0,0 3 6 0,0 0 7 15,-2 2 10-15,3 1 3 0,-3 4-2 0,1-2-11 16,2 7-10-16,-5-8-12 0,5 8-8 0,-12-2-7 16,12 2-8-16,-21 7-1 0,7 4-8 0,0-1-5 15,-1 2-2-15,3 0-5 0,2 0-3 0,-1 1-2 16,2 0-5-16,4-4-2 0,0 3-7 0,4-5-11 16,-2 0-8-16,3-1-12 0,0-6-7 0,0 11-7 15,0-11-3-15,4 6-1 0,3-3 3 0,-7-3 2 16,11 0 4-16,-11 0 1 0,12-4 4 0,-6 0 2 15,0 0 0-15,2 0 3 0,-1-2 1 0,0-2 6 16,-1 2 5-16,2-3 6 0,-3 2 5 0,-2 2 4 16,2 0 3-16,-5 5 3 0,4-9-1 0,-4 9-6 15,6-5-5-15,-6 5-2 0,0 0-1 0,0 0-2 16,0 0 2-16,14 14 5 0,-10-2-1 0,-1 5-1 16,2 11 3-16,-3 1 9 0,-2 5 7 0,-1 1-2 15,0 1 0-15,-2 8 6 0,1 2-2 0,-2-11-3 16,0-5 5-16,-1 3 6 0,-5 0-2 0,3-2 0 15,-2-1-4-15,-4-2-2 0,2-1 4 0,-5-2-6 16,-1-1-1-16,-2-6 0 0,1 1-11 0,-4-3-19 16,4-3-28-16,0-4-36 0,-1-2-45 0,4-1-49 15,1-6-54-15,-3 0-182 0,3-3-434 0,5-4 192 16</inkml:trace>
  <inkml:trace contextRef="#ctx0" brushRef="#br0" timeOffset="107995.75">15234 5770 232 0,'3'-10'243'0,"-2"3"-28"0,2 1-24 0,-3 6-22 0,0 0-14 16,0 0-3-16,8 19 1 0,-6-2-7 0,6 11-2 15,-5 4-9-15,0 2-9 0,2 12-12 0,-2 0-11 16,-2-14-11-16,1 3-7 0,-2-3-6 0,3-4-6 15,-2 0-10-15,1 0-4 0,0-8-4 0,-3-3-5 16,1-4-6-16,1-2-2 0,-1-1-4 0,2-1-1 16,-2-3-3-16,0-6-2 0,-2 10 1 0,2-10 1 15,2 7-3-15,-2-7-1 0,0 0-2 0,0 0-4 16,0 0-2-16,0 0-3 0,15-23-5 0,-8 13 0 16,4-7-6-16,3-3 1 0,0-2-5 0,5 1 4 15,1 2-6-15,-2 1 2 0,-4 8-5 0,-5 2-2 16,0 1-1-16,-1 1 0 0,-1 2-3 0,0 1 1 0,-7 3 0 15,13 3-3-15,-7 0 1 0,2 3 5 16,-3 4-2-16,0 1 6 0,-2 2-3 0,2 2-3 16,-4-3-34-16,0 4-56 0,-2 0-62 0,5-1-68 15,-3 2-237-15,0-7-499 0,2 0 221 0</inkml:trace>
  <inkml:trace contextRef="#ctx0" brushRef="#br0" timeOffset="108819.06">16355 5938 1645 0,'-5'-7'-8'0,"-3"-1"35"0,1 0 37 15,-1 3 2-15,2 0-22 0,0 0-2 0,1 0 1 16,-1 2 1-16,6 3-1 0,-8-7-1 0,8 7-6 15,-5-4-1-15,5 4 1 0,0 0-14 0,-5-6-2 16,5 6-3-16,0 0-2 0,0 0 2 0,0 0 1 0,0 0-6 16,0 0 1-16,28 0-3 0,-18 0 3 15,1 0-4-15,1 0 2 0,-1 0-2 0,-1 0-1 16,1 0 1-16,-3 0-3 0,-8 0 3 0,14-1-5 16,-14 1 1-16,9 0-1 0,-9 0-1 0,0 0-2 15,9 0-2-15,-9 0-5 0,5 4 2 0,-5-4 1 0,4 9-1 16,0 0 5-16,-7 2 0 0,1 6-1 0,-2 2 3 15,-5 8-3-15,0-1 5 0,-5 3-2 16,0-3 2-16,1 1 2 0,-1-1 0 0,-1 1-2 16,2-4 1-16,4-5-1 0,-2-3 3 0,0 0 1 0,3 0-5 15,-2-1-2-15,4-7 3 0,2 2 1 16,-1-5-3-16,1 2 2 0,0-2-3 0,4-4 2 0,-5 8-1 16,5-8-3-16,-4 3-3 0,4-3-3 15,0 0-2-15,0 0-6 0,0 0-3 0,0 0 4 16,0 0-8-16,0 0 4 0,0 0-3 0,26-12 4 0,-15 7 3 15,0 1-1-15,0 1 1 0,3 2 11 0,0 1 4 16,2-1-2-16,0 1 3 0,3 1 0 0,1 0 4 16,3 1 0-16,-3-2 5 0,8 0-1 0,1 0-1 15,0-2-2-15,1 1 1 0,5-5-1 0,-3-1-2 16,0 0 4-16,-2-2-2 0,-3 0 5 0,1-3 3 16,-10 4 7-16,1-2 7 0,-4 0 6 0,1-2 0 15,-6 2 7-15,-1 0-2 0,1 1-1 0,-2-1-4 16,0-6-2-16,-1 7 4 0,-2-6-4 15,-1 4 0-15,-1-1-2 0,0 1-9 0,-3-2-3 0,-2 1 2 16,1 1 0-16,-3 3 2 0,3 0 3 0,-2 2-7 16,3 6 0-16,-6-10-6 0,6 10-3 0,-10-4-4 15,2 5-1-15,8-1-2 0,-22 15 1 16,9-6-1-16,-2 3 1 0,2 3-2 0,-2 5-4 16,9-3 2-16,-1 0 0 0,6 1-5 0,-4 0-11 0,5 0-20 15,4-4-22-15,1 1-20 0,1 1-28 0,4-2-28 16,1-1-35-16,-1-6-22 0,8 1-29 0,-3 0-136 15,-3-4-382-15,0-1 169 0</inkml:trace>
  <inkml:trace contextRef="#ctx0" brushRef="#br0" timeOffset="109605.02">16981 6068 140 0,'0'0'193'0,"3"-9"-17"0,-3 9-19 16,0 0-20-16,5-4-14 0,-5 4-10 0,0 0-5 15,0 0-1-15,6 19-6 0,-6-10-1 0,2 5-2 16,-1-3-7-16,-1 0-10 0,0 3-3 0,3 2-4 16,-2-6-9-16,0 1-5 0,-1-2-2 0,0-2-9 15,0-7-4-15,1 10-5 0,-1-10 0 0,3 9-2 16,-2-4 1-16,-1-5 3 0,0 0 14 0,3 5 12 16,-3-5 0-16,0 0-6 0,0 0-3 0,0 0-8 15,0 0-6-15,0 0-4 0,11-13-6 0,-11 13 2 16,7-10-4-16,-1 1-10 0,0 0-2 0,3 1-3 15,3-4-2-15,4 2 1 0,-5 3-8 0,3-2 0 16,-2 0-2-16,0 5 0 0,-2 0-2 0,2 2-2 16,-1-1 0-16,-3 5 0 0,5-2-1 0,-4 2-2 15,2-1 1-15,-1 2-1 0,2-1 2 0,1 0 1 16,-2 1 0-16,1-1 2 0,2-1-3 0,2 3 0 16,2-4 2-16,0 0 0 0,-1 0 0 0,2-5 0 15,-1 3-1-15,-2-1 1 0,-3-1 2 0,0-1-3 16,-2 0 2-16,-1 0 2 0,-3-2-2 0,-1 2 3 15,1-2-3-15,-3 1 3 0,0-2-3 0,-2-2-1 16,2 1 2-16,-2 1-4 0,0-2-2 0,-1 1 3 16,-2-1 1-16,1 1-2 0,-4 0 1 0,1 1 0 15,2 1 2-15,1 7 4 0,-5-10 0 0,5 10-2 16,-3-8-7-16,0 4 1 0,3 4-2 0,-16 2-2 16,6 4-2-16,-5 1 2 0,-1 4 3 0,2-1-3 15,-1 4 0-15,2-2-4 0,2 0 3 0,4 4-1 16,1-5 1-16,-1 5-1 0,5-3 8 0,-1-3-3 15,5 3 0-15,-1-3-1 0,1 3 5 0,5-3-2 16,-1 0 5-16,2-2-3 0,3 0 5 0,1-1-1 16,4-2-2-16,1 2 2 0,1-4-1 0,1-1-2 15,0 0-2-15,2-3 2 0,-3 0 1 0,0-2-1 16,1 0 0-16,-8 0-3 0,1-3 0 0,-1 2 0 16,0-2-3-16,-2-1 0 0,1-2-7 0,-3 0 7 15,2 0-7-15,-3-2-7 0,0 0 2 0,-1 0-1 16,-3-1 2-16,0 0 4 0,-2 1 0 0,0 0 0 15,-2 0 2-15,0 0-5 0,-1 1 3 0,2 0-1 16,0 4 1-16,-2-2 3 0,3 8-2 0,-2-9 2 16,2 9-4-16,0-10 3 0,0 10 0 0,0 0-2 15,2-8 4-15,-2 8-5 0,10-5 2 0,-10 5-1 0,12-2 1 16,-4 0 0-16,1 2 2 0,2 2 1 0,-2-1-5 16,2 2 1-16,0 0-1 0,-5 1 1 15,1 0 3-15,-2 1-1 0,2 1 4 0,-2 4 1 16,1-3 1-16,-4 4-1 0,1-3 2 0,2 3-1 15,-3-1 6-15,1 3-3 0,-2-2-1 0,0 1-2 0,-1-1-22 16,0 1-32-16,-1-1-41 0,1 1-54 0,1-2-54 16,2 1-207-16,-3-11-443 0,3 14 197 15</inkml:trace>
  <inkml:trace contextRef="#ctx0" brushRef="#br0" timeOffset="110302.27">18267 5988 31 0,'-4'-10'252'0,"4"10"-14"16,-5-9-16-16,2 4-17 0,-2 0-22 0,-2 0-10 15,-1 2-16-15,-1 2-16 0,-4-1-15 0,1 4-10 16,-1-1-15-16,-8 5-9 0,2 2-8 0,-3 4-6 0,-1 3-8 15,6-4-8-15,2 4-3 0,0-1-9 0,2-1-5 16,6 2-6-16,-3 0-2 0,4 1-3 0,3-5-3 16,3 1-2-16,-4-1-4 0,6 1-2 15,1-2-1-15,1 0-2 0,2 0 0 0,3-3-3 0,-1-2 2 16,2 2-5-16,1-4 2 0,1 1 1 0,-1-2-1 16,2-4-3-16,-1 2 1 0,0-2 0 0,1-3-3 15,-1 0 1-15,0-2 0 0,0-6-2 0,1 2 2 16,-4-2-1-16,0-3-1 0,-3 1 0 15,2 1-2-15,-3-4 1 0,0 1-2 0,-1-2 1 0,1 0 2 16,-2-7 0-16,-1 3 2 0,2 3-1 0,-3-7 4 16,0 8 2-16,1-7 2 0,-1-1-21 0,-4 8 10 15,2 0 3-15,1-5-1 0,-4 5 0 0,3 2 11 16,-1 5 6-16,0 0 6 0,2 4-1 0,0 8 0 16,-2-12-8-16,2 12-7 0,-2-7 5 0,2 7-9 15,0 0-8-15,0 0-3 0,0 0-2 0,-5 32 5 16,1-13 0-16,2 8 2 0,-3 1-6 0,1-2 3 15,1 1 2-15,2 0-4 0,0-8-1 0,3 2 4 16,0 4-4-16,1-8 4 0,1 2 0 0,0-2-1 16,2 2 2-16,4-1 2 0,0-2-2 0,1-1 2 15,6-2-3-15,-3-1 13 0,2-3-13 0,1 1 3 16,2-5-1-16,1 0 7 0,-1-2-11 0,1-3-6 16,-2-3 2-16,1 3-3 0,-7-4 0 0,4-2 7 15,-4 1-4-15,-3-6-5 0,0 2-2 0,-4-2 8 16,0 1-5-16,-1-2 0 0,6-5 1 0,-4-1 1 15,-2 4-2-15,-4-1 2 0,4 0 0 0,-4 4 1 16,1-2 1-16,-2 6 6 0,1-1 0 0,0 8 0 16,0-11-7-16,0 11-7 0,0 0 5 0,0 0-4 15,-4-7 1-15,4 7 3 0,0 0-5 16,-11 17 1-16,6-7 7 0,-2 6-1 0,2-1 1 0,1-4-1 16,2 5-15-16,-1 0-23 0,3 1-22 0,-4 0-34 15,3-4-56-15,5 2-58 0,-2-3-39 0,-2-1-185 16,0-11-469-16,4 18 207 0</inkml:trace>
  <inkml:trace contextRef="#ctx0" brushRef="#br0" timeOffset="110459.48">18486 5780 39 0,'0'-10'96'0,"0"10"-62"0,0 0-33 0,0 0-30 16,0 0-30-16,0 0 13 0</inkml:trace>
  <inkml:trace contextRef="#ctx0" brushRef="#br0" timeOffset="110770.93">18695 5984 193 0,'0'0'181'0,"4"5"-16"0,-4-5-9 0,3 6-11 16,-3-6-9-16,-2 10-3 0,2-10-9 0,2 12-9 16,-1-5-17-16,1 1-1 0,3 1-6 0,0-1-8 15,5-1-6-15,-3 3-5 0,5-3-5 0,2 3-7 16,2-4-6-16,0 1-1 0,2-3-5 0,0 0-4 16,1-4-4-16,-3-2-4 0,3 2-3 0,-6 0 0 15,0-2 10-15,-3-2 2 0,2-1 6 0,-3 0 4 16,-2-3-1-16,-1 0-2 0,-1-2-1 0,-2-4-2 15,0 2-3-15,1-3-3 0,-6 2-5 0,0-2-3 16,-4-2-6-16,1 3 1 0,-3-1-9 0,-3 1 0 16,3 2-6-16,0 4-3 0,-1-1-2 0,-4 3-6 15,2 2-24-15,-5-2-20 0,-4 3-20 0,0 3-29 16,0 2-32-16,1 0-42 0,1 4-38 0,5-2-190 16,2 3-423-16,2 0 186 0</inkml:trace>
  <inkml:trace contextRef="#ctx0" brushRef="#br0" timeOffset="111384.98">19237 5895 139 0,'1'-7'253'0,"-1"7"-8"0,1-9 0 16,-1 9-12-16,0-8-16 0,0 8-19 0,0 0-23 15,-5-7-20-15,5 7-17 0,0 0-16 0,-14 3-10 16,14-3-12-16,-12 10-8 0,3 0-13 0,0-2-5 15,1 2-8-15,2-1-6 0,-2 4-10 0,3-3 1 16,2 1-9-16,2 0-4 0,0-3-4 0,1-8-4 16,1 15-4-16,2-8 2 0,-2 0-5 0,3-2-1 15,-4-5-3-15,6 7 4 0,-6-7-1 0,6 2-1 16,-6-2-3-16,0 0 0 0,13-5-7 0,-6-1 3 16,-1-1-3-16,-2-1 2 0,0-3-3 0,-2-2-2 15,2 1-3-15,0-5 0 0,-1-1 1 0,0 0-3 16,2-1-3-16,-2-6 3 0,-2-2 1 0,0 2-3 15,-1-1-1-15,0-3 3 0,2 3-1 0,-2 1 3 16,-2 5 3-16,2 2 0 0,0 3 12 0,-1 6 3 16,0-1 9-16,0 3-14 0,1 7-1 0,-2-10-8 15,2 10-5-15,0 0 0 0,0 0 7 0,0 0-10 16,0 0 1-16,-11 37 0 0,3-11-1 0,3 0 5 16,-1 3-1-16,1 2-3 0,2-5-1 0,1 0 10 15,3 1-12-15,0-8 4 0,3 0 6 0,4 6-4 16,-1-7-4-16,6 3 1 0,0-5 2 0,0-1 1 15,1-3 2-15,0-1-2 0,2-3-3 0,2-1 1 16,0 0 2-16,-2-3-2 0,1-1-8 0,-2-3-1 16,4 0-1-16,-3-3-3 0,-2-1 2 0,2-1 0 15,-1-4-1-15,-1-1 4 0,-1-2-3 0,-4-2 4 16,-3 1-4-16,2-3-1 0,-2-2-1 0,-3 1-1 16,-1 0 1-16,1 2 5 0,-3 3-2 0,0 1 4 15,0 1 7-15,-1 0 4 0,-2 5-3 0,3 5 1 16,-1-11-6-16,1 11 7 0,-4-4-14 0,4 4 1 15,0 0 4-15,0 0-2 0,-17 13 6 0,8-6 1 0,2 7 1 16,-2-3-5-16,4 0 1 0,1 5-3 0,1-4 2 16,1 3-4-16,3-2-21 0,3 2-22 15,4-1-40-15,3 1-35 0,3-5-40 0,12 1-47 16,-1-1-45-16,2-1-158 0,0-1-446 0,0-7 197 16</inkml:trace>
  <inkml:trace contextRef="#ctx0" brushRef="#br0" timeOffset="111515.86">19858 5986 92 0,'0'0'271'0,"5"-7"-20"16,-5 7-4-16,5-5-12 0,-5 5-14 16,3-5-24-16,-3 5-16 0,0 0-21 0,0 0-19 0,3-6-20 15,-3 6-40-15,0 0-49 0,0 0-53 16,0 0-72-16,0 0-62 0,0 0-173 0,0 0-353 16,-16-4 157-16</inkml:trace>
  <inkml:trace contextRef="#ctx0" brushRef="#br0" timeOffset="115483.22">4147 6990 14 0,'0'0'179'0,"0"0"-26"0,0 0-18 16,0 0-14-16,0 0-17 0,0 0-5 0,0 0 5 16,0 0 2-16,-4 24-6 0,4-13-10 0,-4 5-6 0,3 0-7 15,-1 4-1-15,2-1-12 0,-2-1-11 0,3 0 1 16,-2 1 8-16,1-1-8 0,1-1-4 15,-2 0-10-15,1 2 2 0,1-2-3 0,0-1-2 16,1 3-9-16,-2-7-31 0,1 2-34 0,-1-1-37 0,1-3-36 16,2 0-51-16,-6 2-103 0,3-6-285 0,-2 1 126 15</inkml:trace>
  <inkml:trace contextRef="#ctx0" brushRef="#br0" timeOffset="115655.99">4185 6791 28 0,'0'0'135'16,"-1"-10"-42"-16,1 10-40 0,0 0-32 0,-3-8-17 16,3 8-32-16,0 0-23 0,0 0-56 0,0 0 25 15</inkml:trace>
  <inkml:trace contextRef="#ctx0" brushRef="#br0" timeOffset="115830.85">4576 7151 54 0,'-8'23'119'0,"-1"2"-20"0,-1-2-7 16,-4 0-12-16,-1-1-4 0,-4-3-9 0,2 1-36 15,-3 1-31-15,-1-2-37 0,1-2-61 0,-7-2-104 16,0-2 47-16</inkml:trace>
  <inkml:trace contextRef="#ctx0" brushRef="#br0" timeOffset="116045.04">3793 7078 18 0,'0'0'229'16,"0"0"-29"-16,-13 8-18 0,8 2-20 0,-3 0-13 15,0 9-11-15,1 5-14 0,0 4-27 16,2-2-6-16,3 0-6 0,3 3-16 0,8 0-3 16,1 2-10-16,8-3-20 0,-1 0-32 0,7-2-44 0,10 7-42 15,7-5-50-15,-11-4-110 0,16-3-263 0,2 1 117 16</inkml:trace>
  <inkml:trace contextRef="#ctx0" brushRef="#br0" timeOffset="116411.73">5529 7286 191 0,'0'0'265'0,"0"0"-30"15,-3-12-17-15,3 12-27 0,0 0-19 0,-9 0-12 16,9 0-17-16,-13 12-7 0,4-5-11 0,1 4-13 16,2 0-7-16,-2 2-13 0,3 2-10 0,-1 0-6 15,6-2-9-15,2 2-7 0,2-1-5 0,1-3-6 16,2 2-4-16,0-2-2 0,2-2-4 0,1-1 0 16,5 1-7-16,-3-3-1 0,0-3-4 0,-1 0 1 15,2-2 1-15,-3-1-4 0,-1-1-2 0,-9 1 1 16,18-6-2-16,-9 0 2 0,1-3 6 0,-3-1-1 15,0-3 2-15,-1-3 0 0,-1-2 0 0,-2 1-3 16,-3 0 0-16,0-7-1 0,-5 6-4 0,-2-5-3 16,0 4 0-16,1 2-2 0,-2 2-6 0,-2-2-4 15,0 4-3-15,-2 4-4 0,3 3-6 0,-4 1-16 16,1 3-16-16,-1 4-20 0,-6 2-30 0,1 5-40 16,-6 5-42-16,-1 2-29 0,5 2-47 0,1 2-149 15,5-7-427-15,2 0 190 0</inkml:trace>
  <inkml:trace contextRef="#ctx0" brushRef="#br0" timeOffset="116644.86">5840 7123 16 0,'2'-15'305'0,"0"3"-10"0,0 2-4 15,-3-2-14-15,4 5-23 0,-2 0-26 0,-1 7-26 16,2-7-24-16,-2 7-20 0,0 0-17 0,0 0-9 15,10 20-12-15,-8 6-5 0,1 2-7 0,-3 6-3 16,0 1-19-16,0 1-6 0,2 10-10 0,-4-13-5 16,-2 3 0-16,3-3-10 0,-1 0-6 0,2-1-1 15,0-1-22-15,-1 3-31 0,0-2-43 0,-2-4-48 16,3 1-43-16,0-4-53 0,4-9-55 0,-4 3-210 16,3-6-496-16,-2-2 220 0</inkml:trace>
  <inkml:trace contextRef="#ctx0" brushRef="#br0" timeOffset="116858.93">6124 7496 2382 0,'9'-24'97'0,"-3"-1"-9"15,-2 9 3-15,0 4 1 0,-3 0 2 0,1 2-9 16,-2 4-16-16,3 0-15 0,-3 6-14 0,4-8-7 16,-4 8-1-16,0 0-5 0,0 0 6 0,1 23 0 15,-1-8 2-15,-2 5-3 0,-2 10 2 0,1 0-3 16,-1 3-6-16,1-1 1 0,1 1-1 0,-1-1 3 15,0-1-7-15,2-1-9 0,-3-11-17 0,5 5-20 16,-1-6-19-16,0 0-30 0,1-1-30 0,-1 0-38 16,0-6-47-16,2 0-47 0,-1 0-214 0,-1-5-488 15,0-6 216-15</inkml:trace>
  <inkml:trace contextRef="#ctx0" brushRef="#br0" timeOffset="117077.99">6212 7299 148 0,'11'-4'178'0,"0"2"-3"0,3 2-16 16,-4 3-6-16,1 1-11 0,-2 2-7 0,-1 2-9 0,1 0-13 16,-3 2-9-16,-2 3-10 0,0-1-8 15,-4 2-7-15,-3 4-5 0,-3-3-8 0,-4 3-6 16,-2-3-11-16,-4 5-25 0,0-7-35 0,-7 5-43 15,-1-2-49-15,1-1-49 0,-4 1-123 0,3-6-297 16,5-1 132-16</inkml:trace>
  <inkml:trace contextRef="#ctx0" brushRef="#br0" timeOffset="117612.76">7282 7487 2288 0,'-8'-19'-17'0,"-4"-3"18"0,5 5-2 16,-3 3 27-16,3 4-1 0,1 0 13 0,-1 2 9 16,2 1 4-16,1 1-3 0,4 6-9 0,-5-7-2 15,5 7-8-15,-4-6-6 0,4 6-4 0,0 0-1 16,0 0-3-16,0 0 4 0,-3 25-2 0,4-8 0 0,-1 3-3 15,5 5 1-15,0 4-1 0,-1-2 2 16,4 2-5-16,-3-3 2 0,2 0 0 0,-1-6-2 16,0-3 4-16,1-1-6 0,0 2 4 0,-1-4-1 15,0-3 0-15,-3-2 3 0,0-3 3 0,2 1 6 0,-1-4 3 16,1 0 3-16,-5-3 5 0,9 4 3 16,-9-4 0-16,11-3-4 0,-4-4-3 0,2 0 1 15,2-6-7-15,2-5 3 0,1-5-6 0,1-1-1 16,-2 1-4-16,2-4 0 0,-3 1 0 0,1-1-2 15,-3-1-1-15,-1-2-1 0,2 4-14 0,0 0-2 0,-2 8-4 16,-3 4-18-16,-3 2-22 0,2 2-48 0,-4 1-55 16,0 2-53-16,-1 7-43 0,0-8-195 15,0 8-476-15,0 0 210 0</inkml:trace>
  <inkml:trace contextRef="#ctx0" brushRef="#br0" timeOffset="117896.96">7553 7590 95 0,'1'1'176'0,"-1"-1"-3"0,0 0 5 15,6 8 5-15,-1-4-2 0,-5-4-7 16,9 6-13-16,-1-5-7 0,5 1-13 0,-1-1-4 16,6-1-15-16,0-1-6 0,1-2-9 0,1-1-9 15,-1-2-9-15,0-1-5 0,-1 2-7 0,-2-1 1 0,-5 1 3 16,-1-1 0-16,-1-1 0 0,0-1-5 0,-5 0-8 15,-2-1-6-15,0 0-6 0,-5-1-2 0,-1 1-12 16,-2-1 2-16,-5-2-6 0,-4 1-5 0,0 2-9 16,-3 2 0-16,-1 1-7 0,2 1-6 0,-2 3-17 15,1 1-26-15,0 3-25 0,-1 3-20 0,1 1-29 16,2 1-44-16,1 0-47 0,1 4-49 0,-1-1-162 16,7-2-441-16,1-1 195 0</inkml:trace>
  <inkml:trace contextRef="#ctx0" brushRef="#br0" timeOffset="118134.22">7953 7328 118 0,'2'-9'327'0,"1"0"-20"0,2 1-23 15,-4 3-26-15,-1 5-31 0,4-8-24 0,-4 8-21 16,0 0-24-16,0 0-14 0,0 0-8 0,9 13-15 15,-8 0-10-15,2 4-8 0,-1 2-12 0,1 6-9 16,-3 3-3-16,1 3-11 0,-1-5-5 0,1 0-8 16,1 0-5-16,-4 2-34 0,2-1-29 0,-1-3-40 15,0-4-40-15,2 0-44 0,2-2-51 0,0-1-51 16,-3 2-171-16,3-10-445 0,-2 2 197 0</inkml:trace>
  <inkml:trace contextRef="#ctx0" brushRef="#br0" timeOffset="118358.22">8274 7409 2477 0,'8'-31'71'0,"0"5"55"0,-3 9-24 15,-1 0-4-15,0 5-12 0,-2 2-5 0,-2 3-12 16,3 0-16-16,-1 2-7 0,-2 5-14 0,0 0-3 16,0 0 0-16,0 0 3 0,0 0 5 0,0 34 10 15,-1-7-2-15,-4 2-5 0,-1-3-1 0,1 5-10 16,1-6 3-16,-1 5-3 0,1 0-5 0,-2-1-1 15,3 0-1-15,-2-3 0 0,3-6-24 0,0-1-23 16,-1-2-51-16,1-1-42 0,0 0-45 0,1-7-54 16,0 4-36-16,-2-4-225 0,3-9-517 0,-6 13 228 15</inkml:trace>
  <inkml:trace contextRef="#ctx0" brushRef="#br0" timeOffset="119505.07">8154 7499 115 0,'9'-4'194'0,"4"0"-16"16,5 0-24-16,4 2-12 0,10-4-16 0,1 5-13 15,0-3-9-15,0 3-13 0,2-2-5 0,-2 3-8 16,-1-3-9-16,0 3-2 0,-2 0-12 0,-2 0-8 16,-7 0-5-16,-3-2-1 0,-4 2-3 0,-2-1-5 15,-1 1 1-15,-3 1-3 0,0-1 6 0,-8 0 15 16,11 0 6-16,-11 0 5 0,8-2-8 0,-8 2 1 15,0 0 3-15,0 0 6 0,0 0-2 0,0 0-2 16,0 0-9-16,0 0-3 0,0 0-8 0,0 0-3 16,-31 15-1-16,16-6-6 0,2 0-4 0,-2 4-1 0,6 0-4 15,-2 0-2-15,4-3-1 0,-1 2-3 16,3-1-2-16,1-1 1 0,2 0-4 0,0 1 2 16,4-1-3-16,-1-1 3 0,3-2-2 0,0-1-2 15,1-2-1-15,2 1 3 0,1 0 0 0,2-5 0 16,2 1-3-16,-5-1-3 0,2 0 2 0,2-2 4 15,1-2-5-15,-1-1 1 0,-2-2 1 0,2-3-2 16,-3 3 2-16,-1-1 1 0,1-3-1 0,-2 2-2 16,0-2-2-16,-1-1 5 0,-1 1-2 0,-1 0-1 15,0 2-1-15,1-1 7 0,-3 5 5 0,-1 5 0 0,2-13 3 16,-2 13-5-16,3-6-4 0,-3 6-1 0,0 0-7 16,0-8 6-16,0 8-6 0,0 0-1 15,0 0-2-15,0 0 3 0,-11 22 0 0,7-13-4 16,3 0 1-16,-2-1 0 0,3 1-1 0,0 1-2 15,1-3-2-15,3 2 0 0,2 2-1 0,3-2 3 0,2-2-4 16,4 1 5-16,3-2-1 0,4-3 3 0,6-1-2 16,-7-2-5-16,5-2 1 0,3 1-1 15,0-2-1-15,-1-2 0 0,-7 1-1 0,7-1 3 16,-7 0-1-16,-1-3 0 0,-2 3 4 0,-1-3 1 0,-1 1 0 16,-4 1 1-16,-2-2 3 0,-1 1 5 0,-1 0-1 15,-2 0 2-15,3-2 8 0,-8 3 10 0,4-3 1 16,-2 0 3-16,-2 2 3 0,-1 7 6 0,3-12 5 15,-3 12 2-15,1-9-2 0,-1 9 1 16,-4-7-14-16,4 7-4 0,0 0 0 0,-4-8-5 0,4 8-8 16,0 0-1-16,-19 5-1 0,13 3-1 0,-3-3-2 15,-1 4 9-15,0 3-14 0,-1 2-6 16,4-4-12-16,0 0-3 0,2 0-2 0,4-1-10 16,-2-3-4-16,2 1-6 0,1 1-10 0,0-8 0 15,3 14-3-15,-1-10 1 0,3 1 5 0,0-2 3 0,4-2 6 16,-9-1 2-16,18 1 6 0,-9-2 1 0,3 0 2 15,-2-2 5-15,1-2 2 0,-2 0 5 0,-1-1 8 16,2-3-4-16,-1 3 8 0,-1 0 14 0,-4 0 10 16,0-1 4-16,-2-2-2 0,-1 2 0 0,-1 7 1 15,4-12 6-15,-1 7-1 0,-3 5-1 0,0-10 2 16,0 10-8-16,0 0-6 0,1-9-4 0,-1 9-5 16,0 0-1-16,0 0-1 0,0 0-3 0,0 0 2 15,5 34-3-15,-5-16 2 0,3 9 2 0,1 5-1 16,1 0 2-16,-3 2-4 0,2 2 3 0,-1-3 1 15,2 15-1-15,-4-14-1 0,-2 3 3 0,1-2-2 16,1-2 0-16,-1-2 0 0,0 0 1 0,-5-1 1 16,-1-2 1-16,-2 0-2 0,-1-5 2 0,-5 1-2 15,0-3 1-15,-2-8-2 0,2 0 4 0,-1 0-6 16,0-2 6-16,-3-3-6 0,4 2 3 0,1-6-3 16,3-1-1-16,-1 0-3 0,1-2 5 0,3-2-6 15,7 1-6-15,-12-6-4 0,7 0-4 0,4-2-4 16,1-3-4-16,3-4-8 0,4-4-4 0,6-5-1 15,3-4-2-15,7 0-10 0,8-8-6 0,3-3-1 16,4 4 0-16,-3-1-1 0,4 0 1 0,-2 1 0 16,0-2 2-16,0 3 3 0,-3-1 1 0,-7 9 5 15,5-9 9-15,-8 7 2 0,-6 1 5 0,0 1 14 16,-4 0 1-16,-1 2 13 0,-7 6 5 0,-3 1 11 16,-2-4 5-16,-1 5 0 0,-1 3 10 0,-3 2-1 15,2 1 5-15,-5 1-4 0,1 4-3 0,-2 3-5 16,-2-1-1-16,-5 7 0 0,-3 2-2 0,0 3 6 15,-6 5-3-15,8-2-4 0,-4 8 2 0,7-4-3 16,4-1 1-16,0 2-3 0,4 2 2 0,2-1-5 16,5 1-5-16,2-1-25 0,2 0-26 0,4-4-33 15,3 3-53-15,11-3-47 0,4 0-75 0,3-6-141 16,1-3-424-16,-1-3 188 0</inkml:trace>
  <inkml:trace contextRef="#ctx0" brushRef="#br0" timeOffset="119650.25">9903 7673 184 0,'6'-1'347'0,"-6"1"-22"0,0 0-9 16,0 0-2-16,0 0-4 0,0 0-25 0,0 0-27 15,13-3-20-15,-13 3-37 0,0 0-31 0,0 0-59 16,6-4-59-16,-6 4-72 0,0 0-84 0,0 0-90 16,0 0-272-16,0 0-505 0,0 0 225 0</inkml:trace>
  <inkml:trace contextRef="#ctx0" brushRef="#br0" timeOffset="128618.93">7963 8311 81 0,'-5'-8'200'0,"5"8"-7"15,-3-8-9-15,3 8-6 0,-5-8-6 0,5 8-6 16,-1-6-13-16,1 6-6 0,0 0-17 0,0-9-7 16,0 9-13-16,0 0-13 0,0 0-12 0,0 0-7 15,0 0-10-15,-3-8-9 0,3 8-6 0,0 0-8 16,0 0-3-16,0 0-3 0,0 0-7 0,0 0-3 0,0 0-6 16,0 0-5-16,0 0 3 0,0 0-2 15,17 18-1-15,-14-13-2 0,4 4-3 0,-1-1-3 16,1 3 2-16,2-1-2 0,-2 0-2 0,2 5-1 15,2-2 1-15,0 3-2 0,-2 0-1 0,0-1 3 0,5 0-2 16,-5 1-4-16,0 0 7 0,2 1-4 0,-2-1 1 16,0-3-1-16,1 2-1 0,-1-1-1 0,-1 1-3 15,1-1 0-15,-1 0 3 0,-1 0-5 16,-1-3 5-16,0-3 1 0,0 3-1 0,-1-2 0 16,1 0-2-16,-1-3 0 0,-1 3-1 0,1-3 3 0,-2 0 0 15,-3-6 3-15,5 9-8 0,-2-5 6 0,-3-4-2 16,4 8 1-16,-4-8 5 0,0 0-1 0,4 2 7 15,-4-2 12-15,0 0 3 0,0 0-3 16,0 0-3-16,0 0-1 0,9-18-7 0,-4 9 2 0,0-4-3 16,1-2 1-16,-2-3-2 0,1 0 0 0,2 0-3 15,-1-7 1-15,2-2-6 0,1-2 2 16,1 3 2-16,3 0 4 0,-3 0-4 0,3-1 8 16,-3 0-10-16,0 3-1 0,0-1 1 0,-2 1-3 0,-3 7 2 15,2 1 9-15,-4 5-3 0,4-1-2 0,-6 4 0 16,1 2 0-16,0-1-2 0,-2 7-5 0,4-10 2 15,-4 10-1-15,2-9-8 0,-2 9-4 0,1-5-13 16,-1 5-9-16,0 0-16 0,0 0-15 0,0 0-18 16,0 0-14-16,0 0-41 0,-1 29-29 0,1-20-41 15,-4 9-184-15,0-2-421 0,-3-1 186 0</inkml:trace>
  <inkml:trace contextRef="#ctx0" brushRef="#br0" timeOffset="129072.1">8505 8575 183 0,'-4'-7'182'0,"4"7"-15"0,-5-4-14 0,5 4-17 16,0 0-14-16,-6-6-7 0,6 6-16 0,0 0-12 16,0 0-11-16,0 0-10 0,0 0 0 15,0 0 6-15,0 0 8 0,7 38 5 0,-4-21 0 0,-2 9-6 16,-1-2-1-16,0 5-2 0,-4-2 5 0,4-1-3 16,-4 0-4-16,0-1 0 0,-1 1-12 0,3-5-3 15,-1-3-7-15,1 0-1 0,0 2-5 16,-2-4-2-16,2 0-6 0,1-3-1 0,-1-2-8 0,2-2 0 15,0-2-2-15,0-7-4 0,0 12 0 0,0-12 1 16,2 10 5-16,-2-10 14 0,1 6-3 0,-1-6-1 16,9 4 7-16,-9-4-7 0,15-3 3 0,-5-1-5 15,3-2 1-15,2 1-2 0,-2 0-6 0,4-2 0 16,-4 3-4-16,1-1-5 0,-3 2 1 0,2 0-5 16,0-3 2-16,0 3-7 0,1-1 2 0,-3 1-8 15,4 0-18-15,-3 3-25 0,2-3-31 0,-1-1-36 16,-2 3-40-16,5-1-37 0,-1-2-27 0,-1 1-34 15,0 1-166-15,3-3-442 0,-4 1 195 0</inkml:trace>
  <inkml:trace contextRef="#ctx0" brushRef="#br0" timeOffset="129277.66">9223 8613 92 0,'0'0'227'0,"0"0"-15"16,0-9-20-16,0 9-15 0,0 0-18 0,0 0-19 16,7-4-14-16,-7 4-11 0,11-1-11 0,-2 1-10 15,3 1-11-15,0 2-26 0,7-3-22 0,-1 3-24 0,1-3-35 16,-1 3-25-16,-1-4-29 0,-3 4-24 16,-1 0-27-16,-4 3-112 0,-2-1-260 0,-3 1 116 15</inkml:trace>
  <inkml:trace contextRef="#ctx0" brushRef="#br0" timeOffset="129422.26">9282 8768 137 0,'-7'5'193'0,"7"-5"-5"15,0 0 1-15,-2 4-7 0,2-4-11 0,0 0-12 16,0 0-16-16,0 0-10 0,0 0-13 0,0 0-14 0,0 0-6 16,20 2-16-16,-10-3-35 0,4-3-45 0,3 1-58 15,3-3-70-15,-2 1-173 0,3-1-322 0,6-2 143 16</inkml:trace>
  <inkml:trace contextRef="#ctx0" brushRef="#br0" timeOffset="130296.68">9953 8377 60 0,'0'0'230'0,"1"-13"-10"0,-1 13-5 0,-3-8-10 16,3 8-13-16,-1-9-17 0,1 9-21 0,0 0-17 16,0 0-18-16,0 0-10 0,0 0-11 0,0 0-6 15,17 16-6-15,-10 1-7 0,1 0-8 0,1 7-5 16,0 0-4-16,1 0-2 0,-1-1 1 0,1 2-5 15,0-1-3-15,2 0-1 0,-6-5-5 0,1 0 0 0,0-2-6 16,1 2-1-16,0-3-5 0,-2 0 6 0,1-2-13 16,-2-4-3-16,0 2 4 0,0-1-7 15,0 0-6-15,-1-5 0 0,2 2 0 0,-3 0 2 16,-1-2-7-16,2-2 0 0,-4-4 7 0,4 7 10 0,-4-7 14 16,4 5 10-16,-4-5 3 0,0 0-3 0,0 0-6 15,11-14-4-15,-7 6-9 0,1-2-3 16,2-6 2-16,2 0-1 0,-4-3-6 0,2 0-7 0,1-5-1 15,2 0 0-15,-1 0 1 0,-1-1-3 0,0 0-2 16,2-2-3-16,-3 2 2 0,1 2-2 0,-1 4 1 16,1 2-6-16,-1 1 4 0,-1 0-8 0,-1 6 0 15,-1 1 3-15,1 1-4 0,-1 0 0 0,-3 2-17 16,-1 6-20-16,4-7-21 0,-4 7-32 0,3-7-29 16,-3 7-22-16,0 0-13 0,0 0-19 0,0 0-18 15,0 0-11-15,9 23-21 0,-8-14-167 0,2 4-422 16,2 1 187-16</inkml:trace>
  <inkml:trace contextRef="#ctx0" brushRef="#br0" timeOffset="130725.14">10370 8671 43 0,'0'0'208'0,"0"0"-9"0,-2 7-15 0,2-7-10 16,0 0-14-16,0 0-16 0,0 0-19 0,0 0-8 15,0 0-14-15,14 1-6 0,-4-1-10 0,3 1-14 16,5-2 0-16,1 1-8 0,1 0-6 0,0-1-9 16,-1 1-2-16,0 0-4 0,-6 0-7 0,0 1-2 15,2-1-1-15,-6 1-6 0,-1 0-2 0,0-1-4 16,-8 0 0-16,12 4-2 0,-7-3-3 0,-5-1 1 0,8 9 3 16,-6-7 0-16,-2-2 1 0,-1 16 12 15,-3-5 6-15,-1 0 0 0,-3 5-1 0,-1 1 5 16,-4 3-4-16,-4 1 1 0,-1-1-2 0,1 1-4 0,-1 1-4 15,-1-3 0-15,1-1-3 0,4-2 5 0,2-2-12 16,0-3 0-16,-1 0-3 0,2 3 4 0,-2-2-2 16,5-3 1-16,1-1-1 0,-1 2 0 15,0-2 4-15,3-2-3 0,-1 2 2 0,2-4-2 0,4-4-4 16,-5 6-1-16,5-6-2 0,-7 3-2 0,7-3-4 16,0 0 2-16,0 0 2 0,-2 8 0 0,2-8-4 15,0 0 7-15,13 2-2 0,-2-2 0 0,2 0-3 16,5 0 1-16,5-1 0 0,8 0-8 0,0-4-14 15,4 0-20-15,2-2-34 0,1 2-29 0,-2-4-41 16,1 4-40-16,-1-5-29 0,-1 3-27 0,-2 0-160 16,-3 0-423-16,1-3 188 0</inkml:trace>
  <inkml:trace contextRef="#ctx0" brushRef="#br0" timeOffset="130928.07">11128 8728 90 0,'0'0'214'0,"3"-5"-17"0,-3 5-15 16,7-4-20-16,-7 4-11 0,11-2-16 0,-3 1-13 15,3 0-10-15,0 0-13 0,-1 0-13 0,3 1-15 16,-1 1-26-16,-2 0-29 0,2 1-23 0,-2 0-27 16,-2 1-11-16,-1-1-23 0,1 2-6 0,-6 1-13 15,1 0-9-15,-3-5-7 0,1 9-4 0,-1-9-71 16,-6 12-191-16,-1-4 85 0</inkml:trace>
  <inkml:trace contextRef="#ctx0" brushRef="#br0" timeOffset="131064.69">11242 8782 613 0,'-10'8'-42'0,"-5"-1"17"0,-2 1 30 0,4-1 15 16,3-1 20-16,0 0 5 0,0-1 12 0,1 1 1 16,2-2 12-16,2 0 12 0,-3 0-1 0,2-2 1 15,1 2 4-15,5-4 4 0,-8 5-2 0,8-5-2 16,-5 3 0-16,5-3 0 0,0 0 9 0,0 0-5 0,0 0-6 16,0 0-7-16,23 6-4 0,-6-6-14 0,2-4-14 15,10 1-38-15,2-2-43 0,4-1-36 16,0-1-53-16,4 1-12 0,12-4-33 0,-16 4-97 15,18-1-289-15,-14-1 129 0</inkml:trace>
  <inkml:trace contextRef="#ctx0" brushRef="#br0" timeOffset="131593.1">12027 8449 33 0,'-4'-11'273'0,"2"1"-11"0,0 0-1 0,2 5-10 16,0 5-22-16,-4-12-19 0,4 12-22 0,-1-8-22 16,1 8-18-16,0 0-20 0,0 0-10 0,0 0-10 15,0 0-11-15,0 0-7 0,3 35-10 0,-1-17-7 16,-2 1-1-16,0-1-11 0,0 8-4 0,0-7 0 16,-4 1-7-16,3 3-4 0,0-4-4 0,3-1-3 15,-3-4-7-15,0-1 1 0,2 3-4 0,2-6-2 16,-1 2-7-16,0-2 2 0,0 0-1 0,2-2-2 15,0 2 1-15,0-3-9 0,1 0 6 0,1-3-1 16,2 2-1-16,2-2-3 0,3-2 16 0,-1-2-18 16,8-2-2-16,0 1 1 0,-2-2-3 0,4-6-6 15,3 2 0-15,-4-1 0 0,3-4 0 0,-1-1-3 16,0-4-1-16,1 2 1 0,-6-2-4 0,0-2 7 16,-5 4 0-16,1-1-3 0,-3 3 5 0,-2-1 2 15,-2 0 7-15,-1 3 5 0,-1 0 7 0,-1-1 12 16,-1 4 4-16,-2 1 8 0,2 3 4 0,-3 4-7 15,2-10 2-15,-2 10 6 0,5-8-16 0,-5 8-7 16,0 0-7-16,0 0-8 0,0 0 9 0,0 0-9 16,0 0 2-16,0 35 5 0,-5-20-1 0,0 5 3 15,1 6 6-15,-4-1-1 0,3 1-2 0,1-1-7 16,-4 2 26-16,2-2-18 0,3 0-3 0,-3 0-5 0,2-1 13 16,-2-7-20-16,4 0 6 0,0 1-7 15,0 0 17-15,0-1-17 0,0 0-1 0,-2-2-10 16,3-3-6-16,1 0-24 0,0 0-21 0,0-1-25 15,-2-3-25-15,2 0-35 0,-2-2-42 0,2-6-42 0,0 12-44 16,0-12-34-16,-2 8-210 0,2-8-548 0,-3 5 243 16</inkml:trace>
  <inkml:trace contextRef="#ctx0" brushRef="#br0" timeOffset="132155.04">12639 8584 61 0,'0'0'264'0,"-3"-10"-7"0,3 10-10 15,0-10-15-15,0 10-16 0,0 0-21 16,0 0-20-16,-2-8-19 0,2 8-16 0,0 0-16 0,0 0-9 16,0 0-14-16,0 0-11 0,0 0-8 0,0 0-9 15,0 30-5-15,0-20-11 0,2 0-2 0,0-1-7 16,4 3-2-16,-2 0-5 0,3 3 0 15,4-1-4-15,-5 0-3 0,6 1-3 0,-1-3-5 0,-3 0 0 16,3 0-4-16,1 1-4 0,-5-2 1 0,2-1-1 16,0-1-3-16,-2-1 4 0,-3 1-1 15,2 1-7-15,-2-3 1 0,-2 0-4 0,0 0 4 0,0-2 0 16,0 3-5-16,-2-8 5 0,-10 11 2 0,4-4-4 16,-4-1 2-16,-4 2-5 0,1-5 3 0,-1 3 0 15,0-1 0-15,3-3-5 0,-2-1 2 0,1 0-3 16,1 1 4-16,3-4-5 0,8 2 1 0,-19-3-4 15,15 1 0-15,-2-3 0 0,0 0 4 0,2 0-6 16,0-4-3-16,4 9-1 0,0-13 0 0,2 1-3 16,2 3 2-16,4-5-2 0,1 0 3 0,3 0-7 15,-2 0 4-15,3 0 1 0,-2-1 1 0,5 1-1 16,-3 0 3-16,1 0 1 0,-1 0 1 0,1 0-6 16,-3 0 5-16,2 0-1 0,-1-2 6 0,-5 5-4 15,1-3-1-15,-2 0 2 0,-2 2 1 0,0 1 1 16,-3-1 3-16,3 0 5 0,-4 1 4 0,0 0 5 15,-4 1-9-15,3 2 0 0,-3-1 6 0,0-2-3 0,-2 6 0 16,4 0-2-16,-4 0-2 0,6 5-3 0,-13-4 2 16,1 7 0-16,3-1-2 0,-7 4-1 0,3-2 1 15,-2 5 3-15,0 2-5 0,1-2-4 16,4-1-18-16,-1 4-33 0,4-3-51 0,0 1-51 0,2 0-48 16,3 0-68-16,2-3-155 0,0-7-460 0,0 0 203 15</inkml:trace>
  <inkml:trace contextRef="#ctx0" brushRef="#br0" timeOffset="137648.7">13021 8529 14 0,'0'0'152'0,"0"0"-7"0,0-7 2 0,0 7-11 16,0 0-1-16,2-7-9 0,-2 7-4 0,0 0-8 0,2-6-5 15,-2 6-3-15,0 0-4 0,0 0-6 0,0-10 1 16,0 10-3-16,0 0-2 0,0 0-6 0,0 0-3 15,5-6-11-15,-5 6-3 0,0 0-10 0,0 0-8 16,0 0 0-16,0 0-8 0,0 0-1 0,0 0-8 16,0 0-1-16,0 0-9 0,0 0-1 0,0 0-1 15,0 0-3-15,0 0-4 0,0 0 4 0,18 16 2 16,-14-10 2-16,1 1 2 0,1 3-8 16,1 0-6-16,0-1 6 0,0 3-3 0,-1-2 1 0,-1 1-3 15,5 5 5-15,-4-2-3 0,1 1-1 0,1-1-2 16,-4 4 0-16,4-2-2 0,-1-3-2 0,-1 0 2 15,-2-1 3-15,1 2-2 0,-3-2-2 0,3-2-3 16,0 6 3-16,-3-6-2 0,2 1 4 0,-2-2-5 16,1 0 2-16,1-3-3 0,-4 1 3 0,4 0-4 15,-4-7 2-15,5 9-3 0,-5-5 6 0,0-4 7 16,5 8 13-16,-5-8 10 0,0 0 10 0,4 4 5 16,-4-4 5-16,0 0-8 0,0 0-1 0,0 0-5 15,16-14-5-15,-9 5-3 0,-1-5-8 0,3 0-2 16,2-4 1-16,1 3-5 0,5-10-2 0,0 0-2 15,-2 0-3-15,3 1-5 0,1-2 5 0,-4 2-2 0,3-1-4 16,-1 0-3-16,0 2-6 0,-2 0-11 0,-1 2 1 16,-5 6-8-16,2 3-4 0,-4 2-5 15,0 0-7-15,-3 2-16 0,2 3-18 0,-3 0-24 16,-3 5-29-16,6-7-49 0,-6 7-33 0,5-6-44 0,-5 6-165 16,0 0-447-16,0 0 198 0</inkml:trace>
  <inkml:trace contextRef="#ctx0" brushRef="#br0" timeOffset="149774.87">4366 10307 25 0,'-2'-10'79'0,"-1"0"-15"0,-2-1-3 0,4 2-4 15,0 1 2-15,-2-1-1 0,-1-1 0 0,3 2-5 16,1 8-8-16,-3-14-6 0,1 7-5 0,2 7 0 0,-4-14 2 15,3 11-5-15,1 3 1 0,-4-13-3 0,3 9 4 16,1 4 9-16,-3-10 3 0,3 10 3 0,-2-9 4 16,2 9-2-16,-3-7 2 0,3 7-7 15,0 0 2-15,-2-7-5 0,2 7 3 0,0 0-6 0,0 0-5 16,0 0-5-16,-3-7 0 0,3 7 1 0,0 0 0 16,0 0-4-16,0 0-4 0,0 0-5 0,0 0 0 15,0 0-7-15,0 0 5 0,0 0-1 0,0 0 4 16,0 0-4-16,-3 22-3 0,5-12 4 0,-1 2-2 15,2 4 1-15,0 1 1 0,1 1 1 0,-1 1-2 16,-1 1-2-16,-1-1-2 0,2 1 3 0,1-1-1 16,-2 1 2-16,1-1-4 0,-2-1-2 0,2-1 3 15,-2 1 0-15,0 0-5 0,2-2-3 16,-2 0-12-16,3-5-30 0,-1 3-40 0,-2-3-35 0,1 1-41 16,0 5-88-16,-2-6-261 0,0-1 116 0</inkml:trace>
  <inkml:trace contextRef="#ctx0" brushRef="#br0" timeOffset="150021.34">4570 10250 40 0,'0'0'140'0,"0"0"-11"16,0 0-8-16,0 0-8 0,0 0-6 0,0 0 8 15,0 0-14-15,8 22 0 0,-8-9-9 0,2-2-11 16,0 3-3-16,-2 2-10 0,3 3-7 0,-2-2-3 16,1 0-8-16,0 3-5 0,-1-4-2 0,2 2-4 15,0-1-5-15,-1-2-10 0,-1 2-20 0,1-5-25 16,-1 4-33-16,1-3-23 0,-2 3-28 0,0-4-127 16,-2 1-250-16,2-2 111 0</inkml:trace>
  <inkml:trace contextRef="#ctx0" brushRef="#br0" timeOffset="150247.41">4773 10243 86 0,'0'0'169'0,"13"8"-20"0,-7-1-8 0,-1 3-14 16,-1 0-8-16,0 3-13 0,0 6-11 0,-2 0-9 15,0 0-6-15,-1 6-7 0,-2-6-12 0,-2 8 1 16,-2-2-7-16,0-6-6 0,-2-1-20 0,-2 6-25 16,2-7-20-16,-5 4-11 0,1-4-31 0,-2 4-26 15,0-5-23-15,-2-1-94 0,-6 2-216 0,0 0 97 16</inkml:trace>
  <inkml:trace contextRef="#ctx0" brushRef="#br0" timeOffset="150482.81">4125 10333 6 0,'0'0'143'16,"0"0"-19"-16,-22 10-5 0,15-2-14 0,-4 5-6 15,1 4-4-15,-1 5-2 0,-2 2 4 0,1 3-8 16,5 0-9-16,0 1-8 0,3-1-8 0,7-1-6 15,-1 2-7-15,4-3-6 0,4 3-2 0,6-4-5 16,2 1-14-16,7-3-19 0,0-1-33 0,6-5-28 16,2-2-41-16,3-1-115 0,-2-5-229 0,5 0 102 15</inkml:trace>
  <inkml:trace contextRef="#ctx0" brushRef="#br0" timeOffset="150678.31">4597 10026 1624 0,'-8'-19'37'0,"1"0"3"0,0-5-6 0,-1 7-7 16,4 6-21-16,-1 1-1 0,3 1-2 0,-1 3-17 16,3 6-6-16,-3-6-9 0,3 6-9 0,0 0-19 15,0 0-27-15,0 0-16 0,-11 18-26 16,7-1-92-16,0-2-237 0,3 1 105 0</inkml:trace>
  <inkml:trace contextRef="#ctx0" brushRef="#br0" timeOffset="192890.65">7294 10233 20 0,'0'0'56'0,"0"0"-12"16,0 0 2-16,0 0-7 0,0 0-1 0,0 0-3 0,0 0-1 15,0 0-11-15,0 0 2 0,0 0-3 0,0 0-1 16,0 0-2-16,0 0-7 0,0 0 0 0,0 0 3 16,0 0-3-16,0 0-10 0,0 0 6 15,0 0-4-15,0 0-9 0,0 0-4 0,0 0-4 0,0 0-9 16,0 0-8-16,0 0-38 0,0 0-74 0,0 0 32 16</inkml:trace>
  <inkml:trace contextRef="#ctx0" brushRef="#br0" timeOffset="196445.1">8080 9986 35 0,'0'0'73'0,"0"-9"5"0,0 9-5 15,0 0 12-15,0 0-10 0,0 0-7 0,0 0-1 16,0 0-3-16,0 0 2 0,0 0-6 16,0 0 1-16,0 0-2 0,0 0 3 0,0 0-5 0,0 0 1 15,0 0-11-15,0-9 2 0,0 9 1 0,0 0 1 16,0 0-8-16,0 0-8 0,0 0 5 0,0 0-4 15,-2-9-2-15,2 9-2 0,0 0 2 0,0 0-7 16,0 0 3-16,-4-7 0 0,4 7-8 0,0 0 4 16,0 0-5-16,0 0 1 0,0 0-2 0,0 0-7 15,0 0 4-15,0 0 0 0,0 0 2 0,0 0-1 16,0 0 1-16,0 0 1 0,0 0 2 0,0 0-2 16,0 0-3-16,0 0 4 0,0 0-3 0,0 0 2 15,0 0-3-15,0 0-3 0,0 0 1 0,0 0-2 16,0 0-5-16,0 0-2 0,0 0-1 0,0 0 3 15,0 0-4-15,0 0-4 0,0 0 3 0,0 0 3 16,0 0-5-16,0 0-5 0,0 0 5 0,0 0-2 16,0 0-2-16,0 0 1 0,9 20 6 0,-5-13-6 15,-2 4 5-15,1-1-1 0,-1 0-1 0,1 0-1 16,-1 1-3-16,2 1 5 0,-1-2-1 0,2 2 1 0,1 2-2 16,-2-2 3-16,0 0 0 0,-1 0-3 15,0 0 2-15,3 3 0 0,-3-3-2 0,4 2 5 16,-5-1-5-16,2-2 2 0,0 1 1 0,1 2 0 15,0 1-4-15,0-2 5 0,-1-1-1 0,4-1 0 0,-6-2 3 16,4 3 0-16,-1-3-3 0,0 1-2 0,-1-1 1 16,1-1-5-16,-3 2 4 0,1-3 2 15,-1-1-3-15,2-1 1 0,-4-5-1 0,3 10 0 16,-1-7 2-16,-2-3-2 0,4 8 1 0,-4-8 3 0,4 4-2 16,-4-4-1-16,0 0 2 0,0 0-1 0,4 6-5 15,-4-6 7-15,0 0-2 0,0 0 1 16,0 0 19-16,0 0 3 0,0 0 2 0,0 0 12 15,0 0 6-15,0 0 6 0,0 0 0 0,0 0-3 0,0 0-3 16,0 0-8-16,0 0-7 0,6-18 3 0,-3 9-7 16,-2-1-3-16,3-1-3 0,-2 0-1 15,1-1 0-15,2-3-3 0,0-1-3 0,1 1 0 0,0-2-3 16,1-1-1-16,-1 2 1 0,2-2 0 0,-3 2 0 16,2-3 1-16,-6 2-5 0,3-2 0 0,0 1-2 15,2-1 0-15,3-5-1 0,-2 7 2 0,-2-1-3 16,0 0 1-16,4 3 1 0,-6-2-1 0,3 6 0 15,-2-2-2-15,-2 2 1 0,2 0 3 0,0 1-4 16,-2 3 1-16,1 1 8 0,-3 6-5 0,4-10 0 16,-3 4 0-16,-1 6 1 0,4-5-4 0,-4 5 0 15,2-6-3-15,-2 6 0 0,0 0-7 0,0 0 8 16,3-8-5-16,-3 8-3 0,0 0 8 0,0 0-4 16,0 0-1-16,0 0-3 0,0 0 4 0,0 0-3 15,0 0-7-15,0 0-18 0,5 16-16 0,-5-16-26 16,1 13-28-16,-1-6-23 0,2-2-33 0,-2 9-33 15,0-4-153-15,-2 1-372 0,2-1 165 0</inkml:trace>
  <inkml:trace contextRef="#ctx0" brushRef="#br0" timeOffset="197021.29">8681 10233 96 0,'1'-7'155'15,"-1"7"-5"-15,2-8 0 0,-2 8-5 0,0 0 0 0,1-9-10 16,-1 9-5-16,0 0-7 0,0 0-12 0,-3-10-5 16,3 10-6-16,0 0-4 0,0 0-5 0,-6-5-6 15,6 5-11-15,0 0-7 0,-10 0-8 0,10 0-4 16,0 0-8-16,-21 7 1 0,11-1-3 0,1 1-9 16,0-2-2-16,-2 4-3 0,2-2-3 0,1 1-5 15,1 0-1-15,-1 0-6 0,4 2 2 0,-1-1-4 16,1 0-2-16,3 0 1 0,-1 2-3 0,2-3 0 15,2 3-3-15,0-4 4 0,3 3-2 0,0 0-2 16,3-1 1-16,-2 1 2 0,2-1-5 0,1-1 3 16,1 0-4-16,0 0 2 0,0 2-3 0,5 1 6 15,-2-2-10-15,-2-2 6 0,1 1 0 16,-2-2-5-16,2 1 4 0,-3-2 0 0,1 2-2 0,1-1-2 16,-5 1 2-16,1-1 0 0,-2-1-6 0,0 0 4 15,-1 0 0-15,-3 0 1 0,-1-5 1 0,-1 12-1 16,1-12 2-16,-10 14-4 0,-1-8 0 0,2 1 3 15,-2-1-1-15,-2-1 1 0,0 0 0 0,1-2 0 16,0 0 1-16,-6 0-2 0,4 0 0 0,0-2 1 16,-3 2-2-16,2-2-6 0,2 0-10 0,-1 0-8 15,3-2-10-15,-1 1-14 0,2-1-19 0,10 1-26 16,-14-1-11-16,8-2-33 0,6 3-49 0,-11-4-130 16,11 4-341-16,-2-7 150 0</inkml:trace>
  <inkml:trace contextRef="#ctx0" brushRef="#br0" timeOffset="197851.01">9277 10291 83 0,'0'0'108'0,"0"0"-2"0,0 0-6 0,0 0 1 16,0 0-6-16,0 0-1 0,0 0-4 0,0 0 0 0,0 0-2 15,-27 5-7-15,27-5 8 0,0 0-4 0,0 0-3 16,-9 1-3-16,9-1-2 0,0 0-6 0,-11-1-4 16,11 1-1-16,-12-1 7 0,12 1-7 15,-10 1 0-15,10-1-6 0,-10 0-2 0,10 0-2 0,0 0-3 16,0 0-4-16,-11-1-2 0,11 1-5 0,0 0-9 16,0 0-4-16,0 0-2 0,0 0-4 0,0 0 0 15,0 0-3-15,0 0-1 0,0 0 2 0,35 1-1 16,-18 0-5-16,5-1 1 0,-1 2-4 0,6-1 2 15,1 0 2-15,1-2-3 0,-7 4-1 16,4-3-1-16,1 1 2 0,-6-1 0 0,-1 0-1 0,-3 0-1 16,-3 1-5-16,-1-1-2 0,-1 2 4 0,-1-2 0 15,-5 0-2-15,1 2 0 0,-7-2 3 0,10 1 6 16,-10-1 4-16,0 0 4 0,10-1 8 0,-10 1 4 16,0 0 7-16,0 0 5 0,9 1 2 15,-9-1 0-15,0 0-6 0,0 0-1 0,0 0-5 0,0 0-6 16,0 0-3-16,0 0 0 0,0 0-5 0,0 0 1 15,0 0-14-15,0 0-14 0,0 0-32 0,0 0-32 16,0 0-48-16,0 0-44 0,0 0-36 0,0 0-25 16,0 0-183-16,0 0-435 0,0 0 192 0</inkml:trace>
  <inkml:trace contextRef="#ctx0" brushRef="#br0" timeOffset="199198.93">9972 10084 120 0,'-5'-5'139'0,"5"5"-12"15,0 0-5-15,0 0-5 0,0 0-10 0,0 0-1 0,0 0-16 16,0 0-5-16,0 0-6 0,0 0-6 0,0 0-14 16,0 0-3-16,0 0-7 0,0 0-4 15,0 0-7-15,0 0-1 0,0 0-2 0,0 0 1 16,0 0-2-16,0 0-5 0,0 0 4 0,0 0-4 16,0 0-2-16,0 0 2 0,0 0-1 0,0 0-1 15,-3 20 0-15,3-20 3 0,0 0-10 0,0 0 3 0,0 0 3 16,0 0-2-16,0 0-2 0,0 0 3 15,0 0 0-15,0 0 1 0,0 0 5 0,0 0 3 0,0 0-3 16,0 0 3-16,0 0 1 0,0 0-1 16,0 0 4-16,0 0-2 0,0 0-1 0,0 0 4 0,0 0-1 15,0 0 4-15,0 0-1 0,0 0-2 0,0 0 4 16,0 0-4-16,0 0 3 0,0 0-5 0,0 0-1 16,0 0-2-16,0 0 0 0,0 0-1 0,0 0 1 15,0 0-4-15,0 0-1 0,0 0-1 0,0 0-3 16,0 0-4-16,0 0-1 0,0 0 1 0,0 0-4 15,0 0 1-15,0 0 0 0,0 0-2 0,0 0 1 16,0 0-3-16,0 0 1 0,0 0-4 0,0 0-2 16,0 0 2-16,0 0 1 0,0 0-7 0,0 0 10 15,0 0-10-15,0 0 2 0,0 0-2 0,0 0-2 16,0 0-1-16,0 0-2 0,0 0 1 0,0 0-2 16,0 0 2-16,0 0-4 0,0 0-1 0,0 0 0 15,0 0 4-15,0 0 0 0,0 0-5 0,0 0 0 0,0 0 3 16,0 0-3-16,9 7 2 0,-9-7 1 15,1 7 2-15,-1-7 5 0,5 9-10 0,-5-9 6 16,3 11-5-16,-2-7 2 0,3 1 0 0,-1 4 4 16,-1-1-5-16,5 0 2 0,-5 0 1 0,-1-3 0 0,2 5-1 15,1-1 0-15,0-1 0 0,0 0 1 16,1 1-1-16,0 0 2 0,0 1-4 0,0 1 3 0,0 0 1 16,-1 0-3-16,1 1 2 0,1-1 4 15,-2 0-5-15,1 1 5 0,0-2-4 0,1 3-3 16,-1-4 6-16,2 2-1 0,0 1-2 0,-3-2 2 15,2 0-3-15,-1 1 3 0,0 0 0 0,1-2-4 0,-2 2 2 16,2-3 3-16,-3 1-2 0,1-1-2 0,-1 0 1 16,1-2 1-16,-1-1 4 0,0 0-8 0,-3-5 4 15,4 11 5-15,-3-6-2 0,-1-5-5 0,4 9 0 16,-3-5 2-16,-1-4-5 0,5 6 8 0,-5-6-2 16,0 0 3-16,2 7-5 0,-2-7 0 0,0 0 3 15,0 0 4-15,0 0-2 0,2 6 3 0,-2-6 3 16,0 0 0-16,0 0 6 0,0 0 1 0,0 0 3 15,0 0 0-15,0 0-6 0,0 0 1 0,0 0-1 16,5-18-1-16,-5 18-1 0,4-13-1 0,-3 4-1 16,2-2 2-16,1 1-2 0,-2-3-3 0,5-4-3 15,-1 2 3-15,-1-2-6 0,4-2 3 0,0-3-2 16,-1 4-1-16,4-7-1 0,0 3 2 0,-3 5 0 16,1 1 3-16,-2-1-6 0,0 0-1 0,-1 0 3 15,1 1 7-15,-2 3-8 0,2-3 1 0,-3 1-1 16,1 4-2-16,-2 1 1 0,0-1 0 0,0 2-1 15,0-2-1-15,-2 4 0 0,0 0 4 0,0 0-2 16,-2 7 0-16,4-9 3 0,-3 3-2 0,-1 6 2 16,4-8-3-16,-4 8-1 0,1-7 3 0,-1 7-1 15,0 0-2-15,0 0-1 0,3-9 12 0,-3 9-16 16,0 0 3-16,0 0 0 0,0 0 4 0,0 0-6 0,0 0 2 16,0 0-2-16,0 0 1 0,4-5-10 15,-4 5-13-15,0 0-18 0,0 0-9 0,0 0-20 16,0 0-34-16,0 0-28 0,0 0-36 0,0 0-21 15,0 22-31-15,1-15-184 0,-1-7-441 0,0 12 196 0</inkml:trace>
  <inkml:trace contextRef="#ctx0" brushRef="#br0" timeOffset="200412.4">5522 9995 42 0,'0'0'98'0,"0"0"-1"0,-13-1 1 0,13 1-11 15,-7-1-2-15,7 1 5 0,0 0-2 0,0 0 1 16,-11 0-15-16,11 0-2 0,0 0-3 0,0 0-14 15,0 0 1-15,0 0-11 0,0 0 6 0,0 0-14 0,0 0 1 16,0 0-3-16,0 0-5 0,0 0 9 0,0 0-12 16,0 0 8-16,0 0-2 0,43-5-15 15,-23 4 14-15,1-1-8 0,1 0-3 0,7 1-1 16,-2-4-15-16,-6 2-14 0,-1 3-10 0,3-2-32 16,-2 1-22-16,-2 1-18 0,0 0-12 0,-4 0-16 0,-3 0-69 15,1 1-203-15,-3-2 90 0</inkml:trace>
  <inkml:trace contextRef="#ctx0" brushRef="#br0" timeOffset="200838.72">5724 9974 92 0,'0'0'130'0,"0"0"-13"0,0 0-6 16,0 0-4-16,-6 11 14 0,6-1-9 0,-1 5 6 15,2 1-8-15,-2 3-6 0,2 0-10 0,-2 0-5 16,1 1-5-16,-1 4-3 0,1 1-11 0,0 0-3 16,0-6 0-16,0 0-8 0,1-1-5 0,-2 0-7 15,1 0-4-15,1-2-2 0,0-1-6 0,1-2-1 16,-1 0-5-16,0-2 0 0,2-2-2 0,-2 1 1 16,1-1-8-16,-1-1-2 0,0-2-2 0,-1-6-2 15,0 12 2-15,1-7 0 0,-1-5-1 0,0 0 1 16,2 7-1-16,-2-7 5 0,0 0 0 0,0 0-3 15,0 0-1-15,-9 4-2 0,9-4 0 0,0 0-2 16,0 0-2-16,-18-8-3 0,13 5 1 0,5 3 2 16,-12-6-4-16,6 5 1 0,6 1 1 0,-12-6 3 15,7 4 3-15,5 2 1 0,-8-6-1 0,8 6-3 16,-11-3 3-16,11 3-2 0,0 0-5 0,-5-3 1 16,5 3 0-16,0 0-3 0,0 0-3 0,0 0-2 15,0 0 0-15,0 0 0 0,0 0 3 0,0 0-2 16,0 0 1-16,28 4-2 0,-18 0-11 0,3-4-23 15,5 1-36-15,1 0-26 0,3-1-33 0,6-1-41 0,-8 0-24 16,3-1-113-16,4-2-332 0,3-2 148 16</inkml:trace>
  <inkml:trace contextRef="#ctx0" brushRef="#br0" timeOffset="201098.21">6129 10082 51 0,'0'0'230'16,"0"-11"-7"-16,0 11-24 0,1-9-18 0,-1 9-23 0,0 0-16 16,0 0-13-16,0 0-11 0,0 0 0 0,0 0 2 15,-2 38-4-15,0-20-5 0,-2 6-13 16,-1 1-8-16,0 2-9 0,1 0-7 0,1-2-3 16,-1 0-5-16,2-1-8 0,1-5-7 0,0-1 9 0,1 0-4 15,1 1-5-15,-1-3-3 0,-2 2-5 0,3-6-4 16,-2 1-16-16,1 1-27 0,1-4-28 0,-1 1-23 15,1 1-25-15,-1-4-39 0,1 0-26 0,-1-8-34 16,2 12-27-16,-2-12-126 0,-2 7-357 16,2-7 158-16</inkml:trace>
  <inkml:trace contextRef="#ctx0" brushRef="#br0" timeOffset="201434.74">6177 9977 150 0,'5'-3'159'0,"2"0"-9"0,-7 3-13 16,13-2-4-16,-4 4-7 0,0 1-8 0,-2 2-19 15,0 6-6-15,-1-1-8 0,0 5-10 16,-3 1-4-16,-2 1-7 0,-1 0 0 0,-2 2-14 0,-2-2-6 16,0 2-3-16,-4-2-3 0,3-2-1 0,-4 1-5 15,2-1-2-15,-2-1-5 0,-2-1 1 0,5-4-7 16,-2-2 0-16,1 0-1 0,2-1 4 15,1-2-7-15,-1 0 2 0,5-4 1 0,-8 5-3 16,8-5-2-16,-9 3-4 0,9-3 6 0,-6 2 5 0,6-2 6 16,0 0 1-16,-5 3-3 0,5-3-4 0,0 0-6 15,0 0 0-15,0 0-4 0,0 0 2 0,0 0-2 16,0 0-3-16,0 0 0 0,12 15 2 0,-4-11-1 16,1 0 0-16,0 3 1 0,4-3-12 0,-4 2-29 15,0 1-32-15,1-2-26 0,-1 1-33 0,1-1-21 16,-1 1-21-16,2 1-108 0,-3-2-294 0,1 0 131 15</inkml:trace>
  <inkml:trace contextRef="#ctx0" brushRef="#br0" timeOffset="201763.18">6448 10288 28 0,'0'0'237'15,"2"-6"-4"-15,-2 6 3 0,0 0-36 0,0 0-16 16,0 0-24-16,0 0-15 0,0 0-12 0,0 0-13 15,-26 13-14-15,15-4-11 0,3 1-10 0,0 0-7 16,-2 3-8-16,2 1-9 0,-1 0-5 0,3 0-6 16,1-2-5-16,2 0-5 0,3 0-3 0,2-1-6 15,1 0-4-15,0-1-1 0,2 1-5 0,1-1-3 16,1 0-1-16,3-1-5 0,-1 1 0 0,-1-2 4 16,2 0-7-16,0-2-1 0,-1 1 0 0,0-1 0 15,-3-2-4-15,-1 1-2 0,1 0-1 0,-3-1 2 16,-3-4-1-16,7 5 0 0,-7-5 0 0,5 7 2 15,-5-7 1-15,1 7 4 0,-1-7 2 0,0 0 1 16,-11 10 1-16,3-6-4 0,0-1 1 0,-3 1 1 16,-1-1-3-16,-2-1 1 0,2 3-5 0,-1-2-18 15,0 1-25-15,0-3-27 0,2 3-24 0,1-2-47 16,3-1-42-16,7-1-189 0,-15 2-399 0,15-2 176 16</inkml:trace>
  <inkml:trace contextRef="#ctx0" brushRef="#br0" timeOffset="201992.04">7098 10300 44 0,'0'0'287'0,"-4"-13"-5"15,4 13-3-15,-3-6-7 0,3 6-23 0,0 0-21 16,0 0-25-16,0 0-24 0,0 0-22 0,4-9-12 0,-4 9-11 15,0 0-14-15,23 4-14 0,-9-3-10 16,4 0-30-16,4-1-30 0,-2 1-32 0,-1 3-35 16,2-1-52-16,-3 1-47 0,1-3-51 0,-1 4-41 15,-8-1-152-15,-1 0-404 0,-3-1 179 0</inkml:trace>
  <inkml:trace contextRef="#ctx0" brushRef="#br0" timeOffset="202160.13">7159 10410 26 0,'-6'3'232'0,"6"-3"-5"0,0 0-3 0,0 0-11 16,-8 1-10-16,8-1-14 0,0 0-22 15,0 0-15-15,0 0-9 0,0 0-13 0,21 5-18 16,-9-3-7-16,6 0-15 0,0-2-35 0,2 3-43 16,1-2-62-16,1 0-76 0,6 1-70 0,-9 0-122 0,7-1-345 15,-9 1 152-15</inkml:trace>
  <inkml:trace contextRef="#ctx0" brushRef="#br0" timeOffset="203177.17">10423 10464 160 0,'0'0'196'0,"0"0"-7"0,1-6-16 16,-1 6-12-16,0 0-12 0,0 0-17 15,0 0-18-15,0 0-8 0,0 0-14 0,0 0-8 0,0 0-9 16,0 0-9-16,19 4-4 0,-10-3-3 0,4 1-13 16,-1 1 5-16,5 0-10 0,-4 1-1 0,2-4-4 15,2 3-5-15,-4-1-5 0,0 0 1 16,2 1-6-16,-5-2-2 0,-1 3 3 0,3-3-4 0,-3 2-1 15,-2-1-7-15,0-1-3 0,0 2 7 0,-7-3-6 16,9 4-2-16,-5-1 0 0,-4-3-4 0,5 7 6 16,-5-7-4-16,2 7 3 0,-2-7-4 0,-3 11 0 15,3-11 1-15,-6 14-2 0,-1-5 2 0,0 1 1 16,-2 0-5-16,-2 2 4 0,1 1 0 16,-3 0 1-16,3 1 1 0,-4 0-3 0,3-1 3 0,-3 0 1 15,2-1 2-15,2-4-2 0,-2 6 1 0,0-5 0 16,3 2 1-16,0-4-1 0,2 0-6 0,0-2 5 15,0 0-2-15,3-1 1 0,-2 0-1 0,6-4-2 16,-6 5 4-16,6-5-3 0,-5 5-5 0,5-5 3 16,0 0 1-16,-6 8-1 0,6-8-2 0,0 0 6 15,0 0-1-15,0 0-2 0,0 0 6 0,12 9-2 16,-6-9 0-16,7 1 0 0,0-2 0 0,6 2-3 16,-1-1-13-16,4 0-21 0,6-3-27 0,4 2-37 15,0-4-26-15,4-2-36 0,-1 4-37 0,3-1-113 16,1-4-330-16,-2-2 146 0</inkml:trace>
  <inkml:trace contextRef="#ctx0" brushRef="#br0" timeOffset="203364.76">11388 10487 179 0,'2'-6'192'0,"-2"6"-12"0,0 0-25 15,5-3-14-15,-5 3-11 0,0 0-18 0,13 0-14 0,-4 0-33 16,-9 0-25-16,17 0-40 0,-6 2-24 0,-3-1-27 16,0 1-26-16,1 1-22 0,-1-1-75 15,-2 1-188-15,1 0 84 0</inkml:trace>
  <inkml:trace contextRef="#ctx0" brushRef="#br0" timeOffset="203525.14">11422 10603 98 0,'-6'4'162'0,"6"-4"-8"16,0 0-5-16,-3 5-5 0,3-5-8 0,0 0-11 0,0 0-4 16,0 0-2-16,0 0-7 0,0 0-13 0,11 12-6 15,-4-10-9-15,2-2-19 0,4 0-35 0,-2 0-37 16,3-2-58-16,3 1-65 0,4-2-119 0,-1 0-268 16,7-1 118-16</inkml:trace>
  <inkml:trace contextRef="#ctx0" brushRef="#br0" timeOffset="204000.78">12584 10203 202 0,'2'-9'211'0,"-2"9"1"16,4-8 1-16,-4 8 3 0,0-8-9 0,0 8-10 16,0 0-18-16,0 0-14 0,0-10-22 0,0 10-16 15,0 0-15-15,0 0-13 0,0 0-20 0,0 0 3 16,0 0-2-16,0 26-16 0,0-10-5 0,0 2-3 16,0 0-3-16,-2 7-6 0,2-1-7 0,-2-4 2 15,2 0-5-15,-1 5-2 0,1-6-4 0,0 2-1 16,3-4-5-16,-5 2-2 0,1-3-4 0,1 3 1 15,-1-2-2-15,1-1 0 0,0 1-2 0,1-5 1 16,-1 1-3-16,0 3-4 0,0-4-6 0,0 0-11 16,-1-1-27-16,0 0-36 0,-2 0-40 0,3-1-44 15,0-3-35-15,0-7-29 0,-2 12-186 0,0-6-436 16,2-6 193-16</inkml:trace>
  <inkml:trace contextRef="#ctx0" brushRef="#br0" timeOffset="204381.2">12931 10240 154 0,'17'-3'183'16,"6"3"-8"-16,-2 3-9 0,-4 3-5 0,4-1-15 15,-5 4-13-15,-3 2-8 0,0 3-16 0,-3-3-9 0,-4 2-10 16,-1-2-10-16,-1 4-6 0,-4 1-4 15,0 0-9-15,-4 0-3 0,-1 0-6 0,-3-1-4 16,-2-2-2-16,-3 2-5 0,0-3-5 0,-4 1-2 16,4-3-6-16,-3-1 0 0,-2-1-3 0,3 1-5 0,-2-2-2 15,7-3 4-15,-1 1-2 0,-1-1-5 0,3 1 2 16,1-3-1-16,3 1 1 0,5-3 5 0,-10 2 7 16,10-2 5-16,-8 2 1 0,8-2 2 0,-7 2-3 15,7-2-5-15,0 0 4 0,0 0-11 0,0 0 1 16,0 0-3-16,0 0-1 0,0 0 1 0,25 3-2 15,-16-3 2-15,9-3-4 0,-5 1 3 0,6 2-2 16,0-2-3-16,0 0 0 0,2 2-2 0,2 0-11 16,2-3-12-16,2-1-23 0,2 2-31 0,-2 1-26 15,-9 0-46-15,11-3-31 0,-8 2-30 0,-1-1-161 16,-3 0-389-16,-2 0 173 0</inkml:trace>
  <inkml:trace contextRef="#ctx0" brushRef="#br0" timeOffset="204744.83">13423 10394 192 0,'2'-7'205'0,"-2"7"-4"0,0 0-12 0,2-5-16 15,-2 5-21-15,0 0-10 0,0 0-16 0,0 0-14 16,0 0-3-16,0 0-7 0,0 0-2 0,-13 27-6 16,6-16-10-16,0 4-10 0,1-4-3 0,1 1-7 15,3 1-5-15,0-2-4 0,2 3-8 0,-2-3-5 16,4-1-1-16,2 1-5 0,1 0-3 0,3 0 2 15,1-3 1-15,5 2 0 0,5-2 0 0,-2-2-3 16,4-1 0-16,0-2-3 0,2-2-4 0,-2 1-1 0,1-5-1 16,0 1 4-16,-2 0 4 0,1-5-5 15,-3 0 4-15,-2-1-4 0,-1-2 4 0,-1 1 3 16,-3 0-4-16,-3-1 7 0,0 0 2 0,-4-1-6 0,-1-4-4 16,-1 0-1-16,-4 2-2 0,2 1-1 0,-5-3-7 15,0 2 8-15,-2-1-6 0,1 3-5 16,-3 1 0-16,0 1-4 0,0 3-1 0,-2-1-1 0,1 3-2 15,-1 1 6-15,1 1-8 0,-5 1-2 0,2 1-6 16,-7 5-14-16,7-1-22 0,-3 0-30 0,5 3-23 16,-2 0-28-16,3 0-50 0,1 1-32 0,0 0-45 15,-2 2-165-15,8 0-445 0,-3-2 197 0</inkml:trace>
  <inkml:trace contextRef="#ctx0" brushRef="#br0" timeOffset="205185.12">14045 10472 132 0,'0'0'245'0,"0"0"-5"0,-4-9-13 0,4 9-12 15,0 0-3-15,-5-5-21 0,5 5-15 0,0 0-13 16,-4-7-15-16,4 7-14 0,0 0-15 0,0 0-10 15,0 0-10-15,0 0-8 0,-5-5-8 0,5 5-7 16,0 0-9-16,0 0-5 0,0 0-6 0,0 0 6 16,0 0-13-16,0 0-1 0,0 0-8 0,0 0-2 15,0 0-3-15,0 0-4 0,0 0 9 0,0 0-13 0,0 0-3 16,0 0-3-16,0 0 4 0,0 0 2 0,0 0 4 16,24 1-1-16,-7-1-5 0,4 0 5 15,9 0-4-15,-1 0 2 0,2-1 0 0,-2 0-4 16,1-2 2-16,-1 1-3 0,0 1-2 0,-8-1 1 0,2 1 3 15,-8 1-2-15,-1 0 1 0,-3 0-8 0,0-1 4 16,-2 1-4-16,-9 0 21 0,13 1-15 16,-13-1 5-16,7 0 5 0,-7 0 0 0,7 1-2 15,-7-1-2-15,0 0 3 0,0 0 3 0,9-2-8 0,-9 2-5 16,0 0 1-16,0 0-8 0,0 0-3 0,0 0 2 16,0 0-11-16,0 0-4 0,0 0-20 15,0 0-30-15,3 7-40 0,-3-7-51 0,0 0-55 0,-11 10-59 16,11-10-58-16,-8 7-194 0,3-2-551 0,5-5 244 15</inkml:trace>
  <inkml:trace contextRef="#ctx0" brushRef="#br0" timeOffset="206094.11">14834 10240 5 0,'0'0'230'0,"2"-11"-7"0,-2 11-3 16,2-7-7-16,-2 7-9 0,0 0-19 0,0-7-14 15,0 7-26-15,0 0-18 0,0 0-12 0,0 0-13 16,0 0-10-16,0 0-4 0,0 24-9 0,-4-11-8 16,4 3-5-16,-4 2-9 0,2 1-5 0,1-1 3 15,1 1-11-15,-3-1-4 0,6 0-4 0,-2-2 1 16,3 0-8-16,-2 1-1 0,2-5-3 0,0 0 2 15,3 1-7-15,1-2 1 0,0-3-2 0,1 1 1 16,2-2-1-16,2-1 0 0,-3-1-3 0,4-1 2 16,1-1-3-16,-2-3 1 0,5-1-1 0,0-1-3 15,-5-2 1-15,-1-1 0 0,2-1 3 0,-4-2 0 16,0-1-2-16,-1 0 0 0,3-3 2 0,0-2 5 16,-3 2 4-16,0-4-1 0,-4 1 8 0,2 0-3 0,-1 4 2 15,-1-5 4-15,-1 5 4 0,-1 2 14 16,2-2 1-16,-4 4 2 0,3 2 12 0,0-1-7 15,-4 6-4-15,3-10-9 0,-3 10-6 0,3-6-6 16,-3 6-6-16,0 0-6 0,0 0-7 0,0 0 7 0,0 0-9 16,0 23 0-16,-1-11 2 0,-1 4-3 15,-3 0-1-15,-1 2-3 0,1-1 0 0,-1 1 1 0,3-2-2 16,-2 2 5-16,2-2-7 0,1 2 2 16,-1 0-3-16,1-2 1 0,2 0-1 0,-2-4 1 15,1-1-4-15,0 2-2 0,2-1 18 0,-1 0-16 0,0 0 3 16,0-1-11-16,3 0 4 0,-5-1-11 0,1-1-34 15,1-2-23-15,-2 3-42 0,3 0-43 0,-1-10-40 16,-5 11-40-16,5-3-39 0,-2-2-226 16,2-6-538-16,-3 8 238 0</inkml:trace>
  <inkml:trace contextRef="#ctx0" brushRef="#br0" timeOffset="206635.16">15404 10444 177 0,'2'-5'191'0,"-2"5"-20"0,0 0-15 0,0 0-15 15,0 0-12-15,0 0-3 0,0 0-15 0,0 0-4 16,0 0-6-16,5 20-8 0,0-11-5 0,1 1 5 16,3 4 2-16,0-1-10 0,5 1 2 0,-2 2-9 15,3-1-4-15,-4 0-6 0,7 5-9 0,-6-6-2 16,-2 0-5-16,1 2-8 0,-1-2-3 0,-4 2 0 15,0-2-3-15,-2-3-7 0,-1-1 2 0,-2 3-10 16,-1-2 3-16,-1-1-3 0,-2-2 1 0,-3 0-7 16,-1 1 1-16,-3-4-2 0,-1 1-2 0,-2-2 0 15,-6 3 1-15,1-4 0 0,4-3 1 0,1 2-6 16,-1-4 4-16,5 2-1 0,-3-3-6 0,2-3 2 16,1 1 1-16,2-1-1 0,0-3-6 0,2-1-1 15,-1 0 1-15,6 0-4 0,-3-2 1 0,6-1 0 0,-3-2 5 16,6 0-5-16,-1-1-1 0,0 0 2 15,2-1-4-15,0 2 0 0,4 1 3 0,-2-1 0 0,0-2-6 16,1 2 6-16,0-1 1 0,2 0 6 16,-2 3 3-16,0-1 6 0,-2 5 9 0,-1-1-1 0,1-1 2 15,-2 1-3-15,-2 2 3 0,1-1-1 16,0 0 7-16,-2 0-3 0,-3 4 1 0,5-1-5 0,-5 6-2 16,1-12-4-16,-1 12 0 0,0-10 0 15,0 10 4-15,-2-8-8 0,2 8-3 0,-9-6-2 0,9 6-3 16,-9-5-1-16,4 3 1 0,5 2-4 0,-14 3 0 15,5 1-3-15,-2 2 0 0,-1 1 6 0,-1 4-4 16,-1-1-2-16,3 2 0 0,1 1 2 0,-2 0-2 16,5-1-2-16,2 0-9 0,-1 2-21 0,2-4-23 15,1 3-34-15,2-3-39 0,2 2-42 0,4-1-53 16,1 0-215-16,3-3-474 0,8-1 210 0</inkml:trace>
  <inkml:trace contextRef="#ctx0" brushRef="#br0" timeOffset="206843.24">16110 10553 40 0,'0'0'305'16,"7"-3"-13"-16,-7 3-20 0,7-3-20 0,-7 3-21 15,9-2-27-15,-9 2-22 0,13-4-19 0,-2 3-4 16,-1 0-28-16,1 2-25 0,1-1-22 0,0 1-39 15,-2 1-37-15,3 0-46 0,-2-1-52 0,1 0-49 16,-3 1-35-16,-2 1-166 0,0-2-366 0,-7-1 162 16</inkml:trace>
  <inkml:trace contextRef="#ctx0" brushRef="#br0" timeOffset="206999.98">16121 10658 134 0,'0'0'206'0,"-6"4"5"0,6-4 1 15,0 0-9-15,0 0-11 0,0 0-16 0,0 0-9 16,-5 3-16-16,5-3-17 0,0 0-11 0,0 0-11 16,0 0-16-16,23 4-29 0,-14-4-49 0,1 2-66 15,5-4-69-15,3 1-68 0,0 0-124 0,1-1-335 16,-1-1 148-16</inkml:trace>
  <inkml:trace contextRef="#ctx0" brushRef="#br0" timeOffset="207528.34">17099 10358 91 0,'-3'-5'255'0,"3"5"-5"0,0 0-2 16,0 0-24-16,-2-7-17 0,2 7-16 0,0 0-19 15,0 0-21-15,0 0-13 0,9-5-14 0,-9 5-16 16,18 1-6-16,-5 0-11 0,6 1-8 0,2-1-8 15,0 1-7-15,8 0-8 0,-2 2-7 0,0-3-4 16,-7 2 4-16,-2-1-14 0,4 0-4 0,-3 1-3 16,-2-1-5-16,-5 0 2 0,0 0-6 0,0-1-1 15,-2 2 1-15,-4-3-6 0,0 3-6 0,-6-3 0 16,10 3-2-16,-10-3 0 0,8 2 1 0,-4 1-3 16,-4-3 4-16,4 8 3 0,-3-1 0 0,1 0 0 0,-2 3 10 15,-3 0 5-15,0 6 3 0,0-1 4 0,-1 3 0 16,-4-3 4-16,-2 7 5 0,2-4-4 15,1 1-1-15,-2-1-4 0,1-2-1 0,0 2-7 16,1-3 1-16,-1 2-2 0,3 2 11 0,0-2-13 0,-3-2-6 16,4 0 2-16,-1-2-5 0,3 0 2 15,0-3-6-15,-2 0-10 0,3 1-14 0,0-5-27 0,0 2-32 16,1-8-43-16,-2 10-42 0,2-10-53 16,-1 10-34-16,1-10-41 0,-3 5-159 0,3-5-477 0,0 0 211 15</inkml:trace>
  <inkml:trace contextRef="#ctx0" brushRef="#br0" timeOffset="207688.02">17248 10697 159 0,'-3'-7'218'0,"3"7"1"16,0 0-4-16,0 0-12 0,0 0-15 0,0 0-19 16,0 0-17-16,7-7-11 0,-7 7-17 0,19 0-9 15,-6-1-16-15,6 0-32 0,9 2-50 0,2-2-67 16,3-1-64-16,-1 1-66 0,-4 0-111 0,-1-1-315 15,-8-4 141-15</inkml:trace>
  <inkml:trace contextRef="#ctx0" brushRef="#br0" timeOffset="207978.34">17629 10452 19 0,'12'-2'217'16,"-12"2"0"-16,14 1-8 0,-1 4-10 0,-2 0-10 15,-1 2-12-15,0 3-14 0,1 3-9 0,-5-3-14 16,3 5-14-16,-4 1-13 0,-4-1-9 0,-1 2-8 16,-2 1-11-16,-6-3-6 0,1 1-6 0,-1 0-5 15,-2 0-6-15,-4-3-3 0,0 1-3 0,0-2-2 16,-1-2-3-16,-1 1-5 0,2-1-7 0,1 0 3 16,4-3-3-16,0 0-4 0,3-4-2 0,-2 1-4 15,3-1-6-15,0 1-1 0,5-4-4 0,-8 5 1 16,8-5-3-16,0 0 1 0,0 0-2 0,0 0 1 15,0 0-2-15,18 11-5 0,-3-9-18 0,12-6-22 16,1 0-36-16,4 0-44 0,4 1-34 0,4-4-65 16,12 0-31-16,-16 0-147 0,4-2-421 0,9-2 186 15</inkml:trace>
  <inkml:trace contextRef="#ctx0" brushRef="#br0" timeOffset="208382.78">18119 10436 50 0,'-3'-6'261'0,"3"6"-1"0,-1-10-9 16,1 10-15-16,-1-7-20 0,1 7-26 0,0 0-20 15,0 0-17-15,0 0-9 0,0 0-13 0,0 0-8 16,0 0 1-16,23 22-14 0,-14-13 5 0,1 5-16 16,-1-1-6-16,1 2-1 0,-2-2-2 0,1 2-8 15,2 0-6-15,-3 1-3 0,2-1-2 0,-2-1-5 16,-1 2-4-16,2-1 6 0,-2-3-20 0,-2-2 7 15,0 2-10-15,0-1-7 0,0 1 1 0,-1-2-9 16,2 1 0-16,-1-3 11 0,1 2-14 0,-3-3-1 16,0-1-4-16,0-1-6 0,0-1 2 0,-3-4 1 15,7 9 3-15,-7-9 11 0,5 4 6 0,-5-4 4 16,9 0-3-16,-9 0 5 0,10-7-6 0,-1-1 0 16,0 0 0-16,4-5-2 0,1-2-10 0,1 1 6 15,2-7-8-15,1 0-3 0,1 0 3 0,2 0-9 16,-1-2-2-16,1-1 4 0,1-2 6 0,2 3-16 15,-4 0 1-15,0-1-3 0,-10 7-8 0,3 4 11 16,-5 0-4-16,-1 3-3 0,0 1 1 0,-3 2 0 16,1 3-14-16,-2-2-22 0,1 2-31 0,-4 4-44 0,0 0-54 15,0 0-58-15,0 0-51 0,0 0-55 16,0 0-222-16,-28 11-594 0,18-4 262 0</inkml:trace>
  <inkml:trace contextRef="#ctx0" brushRef="#br0" timeOffset="208543.01">18756 10615 140 0,'0'0'261'0,"7"-3"-23"16,-7 3-24-16,5-4-18 0,-5 4-29 16,6-3-46-16,-6 3-51 0,0 0-46 0,4-11-71 15,-4 11-65-15,0 0-100 0,0 0-230 0,-10-11 101 0</inkml:trace>
  <inkml:trace contextRef="#ctx0" brushRef="#br0" timeOffset="209381.24">4287 11640 137 0,'-5'-10'206'0,"0"0"-9"16,0 0 5-16,2 0-5 0,-2 1-7 0,1 4-5 0,4 5-11 15,-5-11-13-15,3 8-16 0,2 3-11 0,-3-7-18 16,3 7-14-16,0 0-13 0,0 0-6 0,0 0-11 16,0 0-6-16,0 0-1 0,-2 19-2 15,2-3-6-15,-2 1-3 0,2 2 0 0,0 0 15 0,0-1-9 16,0 1 0-16,-1 0-3 0,1 0-9 0,0 0-2 15,1-1-4-15,-1-2-8 0,-1 2 2 0,1-1-6 16,0 1-1-16,1-3-2 0,-2-1-2 0,0 0-22 16,-2-2-27-16,2 0-33 0,-2-1-35 0,2 0-46 15,-1-1-46-15,2-4-38 0,-2 2-34 0,2-8-135 16,0 9-423-16,0-9 188 0</inkml:trace>
  <inkml:trace contextRef="#ctx0" brushRef="#br0" timeOffset="209611.24">4466 11635 135 0,'1'-7'236'0,"-1"7"-9"15,3-10-6-15,-3 10-10 0,3-8-22 0,-3 8-20 16,0 0-16-16,1-9-20 0,-1 9-11 0,0 0-12 16,0 0-3-16,0 0-9 0,2 27-5 0,-2-15-5 15,2 2-6-15,-4-3-6 0,2 7-6 0,2-2-8 16,-4 2-3-16,2-2-9 0,-1 3 1 0,1-2-6 15,-1 0-5-15,1 0-6 0,-1-1-3 0,1 0-12 16,-2-2-25-16,1 2-32 0,0-4-33 0,1 0-37 16,-2 0-46-16,1-2-37 0,0 0-200 0,0-3-423 15,1-7 187-15</inkml:trace>
  <inkml:trace contextRef="#ctx0" brushRef="#br0" timeOffset="209829.02">4671 11642 140 0,'0'0'203'0,"0"0"-18"0,0 0-10 0,0 0 20 15,0 0 13-15,0 0-15 0,3 20-9 0,-4-7-9 16,1 2-14-16,1 0-15 0,-2 3-15 0,1-2-17 16,0 0-6-16,0 1-13 0,1-1-7 0,-1 1-9 15,3 0-4-15,-2 0-13 0,1-2-7 0,-2-2-31 16,2-1-38-16,-2 0-39 0,0-2-47 0,0 0-42 15,1 1-26-15,-2-3-40 0,1-8-145 0,-2 11-380 16,-1-7 169-16</inkml:trace>
  <inkml:trace contextRef="#ctx0" brushRef="#br0" timeOffset="210055.16">4893 11673 137 0,'0'0'197'0,"12"0"-8"0,-1 3-11 16,-3 4-9-16,-2 1-3 0,1 4-1 0,0 3-15 16,-1 2-8-16,0 2-13 0,-3 0-11 0,-3 2-11 15,0 3-13-15,0-5-5 0,-2 6-9 0,-2-6-8 16,-2 0-2-16,-4-1-7 0,-1-1-8 0,2-2-7 16,-7 7-5-16,3-8-18 0,-2-1-27 0,-8 2-36 15,1 1-40-15,1-7-44 0,5 1-38 0,-5-4-40 16,0 1-115-16,1-5-341 0,-1 0 152 0</inkml:trace>
  <inkml:trace contextRef="#ctx0" brushRef="#br0" timeOffset="210289.04">3979 11681 123 0,'-11'6'186'15,"-3"6"6"-15,2 3-7 0,-2 7-10 0,3 4-17 16,5 0-5-16,0 0-11 0,1 3-12 0,2-1-11 16,5 2-7-16,1 2-15 0,3-3-8 0,-1 0-6 15,5-3-7-15,3-3-8 0,1 2-3 0,1-2-7 16,3-3-6-16,2-2-4 0,3-1-7 0,3-4-26 16,-3 0-25-16,4 0-26 0,1-4-53 0,0 1-66 15,0-2-192-15,-7-4-375 0,-1-2 167 0</inkml:trace>
  <inkml:trace contextRef="#ctx0" brushRef="#br0" timeOffset="210503.37">4591 11440 2990 0,'2'-19'19'16,"-4"-1"40"-16,2 2-19 0,0 7-15 0,-2 0-4 0,1 3-5 15,1 8-5-15,0-14 1 0,0 14-4 16,-2-12-2-16,2 12 3 0,0 0-10 0,-1-9-2 16,1 9-25-16,0 0-29 0,0 0-21 0,0 0-21 15,0 0-40-15,0 0-58 0,0 0-58 0,0 0-139 0,9 27-425 16,-9-27 188-16</inkml:trace>
  <inkml:trace contextRef="#ctx0" brushRef="#br0" timeOffset="-200152.28">6952 11719 26 0,'0'0'123'0,"0"0"-11"0,0 0-7 15,-3-8-15-15,3 8 0 0,0 0-6 16,0 0-1-16,-5-7-3 0,5 7-12 0,0 0 0 15,0 0-5-15,-6-4 2 0,6 4-4 0,0 0-13 16,-8-3 2-16,8 3-8 0,-9-3 0 0,9 3-6 0,-6-3 3 16,6 3-1-16,0 0-7 0,-13-1 0 0,13 1-11 15,-8-3 9-15,8 3 1 0,0 0-7 0,0 0 9 16,-7-4-7-16,7 4 4 0,0 0-5 16,0 0-2-16,20-3-4 0,-1-1 2 0,11 1-2 15,4-2-2-15,3-2-3 0,2 1 3 0,14-2-5 0,-2 1 1 16,-15 4-2-16,1-1-2 0,-5-1-13 0,-1 3-12 15,-8-2-24-15,-5 4-27 0,-2-1-23 0,-4 2-13 16,-1-1-20-16,0 1-110 0,-6 1-253 0,-5-2 113 16</inkml:trace>
  <inkml:trace contextRef="#ctx0" brushRef="#br0" timeOffset="-199674.36">7211 11663 145 0,'0'0'161'16,"-7"-2"-19"-16,7 2-5 0,0 0-21 0,0 0-12 15,0 0-9-15,-3 11 1 0,3-11-5 0,-3 16-1 16,1 1 2-16,-1 2-4 0,-2 7-7 0,2 0-8 16,0 2-4-16,-2 0-3 0,1 2-6 15,0-3-5-15,3-2-5 0,-2 0-2 0,1 0-4 0,0-6-7 16,0 1-4-16,2-4 2 0,-3 1-5 0,3 1-4 15,-2 0-1-15,2 0-8 0,0-5 3 0,0-2-4 16,0 1 2-16,-1-1-2 0,1 0 1 0,0-1-3 16,0-3-4-16,0-7-1 0,-2 17 2 0,2-10-3 15,0-7 5-15,2 11-5 0,-2-11-2 0,0 5 5 16,0-5 1-16,0 0-5 0,0 10 1 0,0-10 0 16,0 0 1-16,0 0-1 0,0 0 1 0,0 0-4 15,0 0-1-15,0 0 4 0,-22-12-3 0,15 7-4 0,2-1 5 16,-2-1-1-16,1 1-2 0,0-2-1 15,-1 0 2-15,-1 3-6 0,0-2 6 0,3 2-3 16,-4 0-1-16,4 0 0 0,-1 1-4 0,6 4 7 16,-10-8-5-16,7 5 0 0,3 3 1 0,-8-3-2 0,8 3 4 15,0 0-6-15,-8-4-2 0,8 4 1 16,0 0 1-16,0 0 2 0,0 0 0 0,0 0 1 16,0 0 2-16,0 0-2 0,13 21 1 0,-1-17 6 15,-3 0-3-15,8 1 1 0,3 0-2 0,7 0-7 0,3-1-29 16,1 1-23-16,-2-3-46 0,3 0-37 0,-1 2-44 15,-3-4-120-15,-6-2-331 0,1 2 146 0</inkml:trace>
  <inkml:trace contextRef="#ctx0" brushRef="#br0" timeOffset="-199278">7553 12027 25 0,'0'0'180'0,"2"-8"-10"0,-2 8-15 0,4-5-14 16,-4 5-9-16,5-3-13 0,-5 3-13 0,6-6-11 15,-6 6-11-15,0 0-8 0,9-1-9 0,-9 1-1 16,12 1-10-16,-12-1-5 0,11 6 0 0,-7-4-7 16,0 2-1-16,1 1-7 0,-2 0-6 0,-1 1 0 15,2 4-2-15,-3 1-3 0,-1-1 3 0,-2 3 3 16,-1 4-2-16,-4 0 1 0,-2 1-1 0,-4 7 3 15,-2-4-3-15,-3 0 0 0,-2 0-4 0,1-1 0 16,0 0 3-16,-4 1 0 0,3-4-2 0,5-3 2 16,-1-1-3-16,2-2-2 0,4-3-4 0,2 1-3 15,0-4-2-15,3 0-1 0,-1 0 0 0,2-1-1 16,4-4-3-16,-5 7 5 0,5-7 5 0,0 0 10 16,1 10 2-16,-1-10 5 0,14 2-2 0,-2-2-1 15,6-1-3-15,7 0 2 0,8-3-6 0,1-1-1 16,1 0-5-16,1-1-1 0,-1-1-21 0,1-2-26 15,-2 2-29-15,3 1-39 0,-3-1-25 0,2-2-32 16,-2-1-20-16,0 2-24 0,-3 0-115 0,-1-4-338 16,1 2 149-16</inkml:trace>
  <inkml:trace contextRef="#ctx0" brushRef="#br0" timeOffset="-199094.49">8226 12003 177 0,'1'-6'186'0,"-1"6"-21"0,0 0-15 16,0 0-12-16,7-3-19 0,-7 3-9 15,0 0-10-15,16 3-7 0,-8-1-15 0,2 2-23 16,4-2-35-16,3 4-28 0,1-1-43 0,-2 0-20 16,-4 1-25-16,-1-3-99 0,1 3-210 0,-2-2 94 0</inkml:trace>
  <inkml:trace contextRef="#ctx0" brushRef="#br0" timeOffset="-198947.48">8293 12153 107 0,'-8'1'182'16,"8"-1"-7"-16,0 0-15 0,0 0-11 0,0 0-21 0,0 0-7 16,0 0-13-16,0 0-11 0,0 0-15 15,21 2-43-15,-2-4-56 0,7-3-49 0,6 0-146 16,2 2-227-16,17-3 100 0</inkml:trace>
  <inkml:trace contextRef="#ctx0" brushRef="#br0" timeOffset="-198063.02">7607 12091 112 0,'0'0'121'0,"0"0"-14"16,0 0 5-16,-3-8-2 0,3 8-7 0,0 0-9 16,0 0-15-16,-6-5-2 0,6 5-12 15,0 0-8-15,-10-2-5 0,10 2-9 0,0 0 8 16,-16 3-11-16,8-1-1 0,-1-1-3 0,0 2-5 0,-2-1-6 16,-1 1 1-16,1 1-3 0,0 0-14 15,0-1-11-15,1 3-28 0,2-3-19 0,-2 0-24 16,3 1-29-16,1-2-91 0,-1 1-209 0,7-3 93 0</inkml:trace>
  <inkml:trace contextRef="#ctx0" brushRef="#br0" timeOffset="-197611.62">9775 11683 169 0,'0'0'191'0,"-8"-3"-15"0,8 3-15 15,0 0-19-15,-2-5-20 0,2 5-5 0,0 0-16 16,20-4-4-16,-2 4-13 0,4 0-11 0,6 0 1 16,5 1-11-16,-1-1-17 0,0 1-20 0,0 2-24 15,-4 1-49-15,0-1-26 0,-7 1-27 0,-6 0-22 16,-2 0-95-16,-2 1-236 0,-6-2 105 0</inkml:trace>
  <inkml:trace contextRef="#ctx0" brushRef="#br0" timeOffset="-197201.12">9950 11749 95 0,'0'0'144'15,"0"0"-13"-15,-9-2-14 0,9 2-14 0,0 0-11 16,0 0 11-16,-1 11 7 0,2-1 5 0,0-1-2 16,-1 8-3-16,0 0-10 0,-1 2-5 0,1-1-13 15,-1 6 1-15,-1-4-7 0,0 5-8 0,-3-6-4 16,2-1-5-16,2 1-2 0,0-2-9 0,-3 1-3 15,3 1-3-15,-2-3-7 0,2 1-2 0,1-1-3 16,-3-4-1-16,2 0-1 0,1 0-6 0,-1-1 1 16,1-1-7-16,-2 0 2 0,2-2-4 0,-1-1 0 15,1-7-6-15,-3 13-5 0,2-7-8 0,1-6 0 16,-2 9-4-16,2-9 0 0,-4 5-5 0,4-5-8 16,-6 4-4-16,6-4-1 0,0 0-3 0,0 0 3 15,-18-10 1-15,11 6 1 0,2-4 6 0,-1 0 1 16,-1-1-1-16,1 1 4 0,-2-3 0 0,2 3 1 15,1-3 1-15,-2 3 2 0,2-1 12 0,3 3 17 16,-3 1 5-16,5 5-3 0,-4-9-3 0,4 9-3 16,-4-6-2-16,4 6-2 0,0 0-4 0,0 0 4 0,0 0-2 15,0 0-2-15,19-3 4 0,-9 6 1 0,2-1-6 16,2 2 3-16,6-2-7 0,0 1-9 16,3-1-22-16,7 1-22 0,6 2-27 0,-1-3-27 15,0 0-20-15,4 2-27 0,-5-1-114 0,-2-3-290 0,0 0 128 16</inkml:trace>
  <inkml:trace contextRef="#ctx0" brushRef="#br0" timeOffset="-196895.36">10484 11998 61 0,'3'-8'144'0,"-6"-2"2"0,3 10-10 16,-4-15-8-16,2 7 7 0,-1 2 0 0,3 6-1 16,-6-10-2-16,3 6-11 0,3 4-11 15,-7-5-14-15,7 5-14 0,-12 1-8 0,12-1 1 0,-15 7-11 16,5 2-4-16,1-2-7 0,-2 5-7 0,5 0-2 15,-2-1-7-15,3 3-1 0,1 2-2 0,4-1-4 16,3 1-5-16,0-2 1 0,0 3-5 0,5-2-3 16,0-1-1-16,2 0 2 0,3 1-3 0,-2-3-2 15,2 0-5-15,0 2 0 0,0-3-4 0,-3-3 6 16,-3 2-3-16,1-3-5 0,0 1 3 0,-3-3-1 16,0 2-2-16,-1-2 5 0,-3 0-1 0,-1-5-5 15,0 9 6-15,0-9-2 0,-6 8 5 0,-1-4 0 16,1-1-8-16,-6 3 3 0,0-3 1 0,-1-1-2 15,-4 1-2-15,-1-1-7 0,1 0-18 0,-1 0-16 16,0-4-26-16,-1 5-31 0,8-3-32 0,2 0-31 16,-2-1-159-16,3-1-342 0,8 2 152 0</inkml:trace>
  <inkml:trace contextRef="#ctx0" brushRef="#br0" timeOffset="-196723.47">10857 12091 174 0,'7'-3'230'16,"3"0"-12"-16,-1 0-17 0,2-1-19 0,2 1-18 0,-1 0-16 15,2 2-15-15,2-1-15 0,2 2-31 16,3 0-46-16,-5 0-51 0,6 0-60 0,-2 0-68 16,-8 0-109-16,3-1-267 0,-3-2 119 0</inkml:trace>
  <inkml:trace contextRef="#ctx0" brushRef="#br0" timeOffset="-196044.53">11750 11787 101 0,'-3'-9'222'16,"3"9"-22"-16,0 0-22 0,9-9-12 0,-2 5-20 16,4 1-13-16,9-1-13 0,7-1-10 0,2 1-13 15,3 0-8-15,-1 2-11 0,1 0-24 0,-5 1-25 16,-7 1-31-16,0 1-27 0,-7-1-18 0,0 2-20 16,-1-4-16-16,-6 4-5 0,-6-2-5 0,13 0 3 15,-13 0 12-15,9 0-1 0,-9 0-1 0,0 0 4 16,0 0 4-16,0 0 10 0,0 0 4 0,0 0 9 15,0 0 2-15,0 0 6 0,-36-6 11 0,27 5 15 16,-5-2 3-16,3 0 24 0,0-1 13 0,-1 0 5 0,1-1 17 16,0 2 9-16,2-2 10 0,0 3 18 15,3-2-5-15,-2 1-4 0,2 0 12 0,6 3 4 16,-9-6-3-16,9 6-5 0,-8-3-4 0,8 3-7 16,0 0-14-16,-9-1 1 0,9 1-9 0,0 0 1 0,-4 12 0 15,4 0 0-15,-2 3 3 0,0 2 7 0,6 8-5 16,-4-2-6-16,0 3-3 0,2 0 1 15,-2-2-5-15,1 1 3 0,-2 1-4 0,1-7-4 0,0 1-5 16,1-2-2-16,-1 1-2 0,2 0-3 0,-3-2-5 16,1-1 5-16,1 0-5 0,1-1-2 0,-2-4-1 15,3 1-1-15,-3-2-2 0,0 1 0 16,0-3-5-16,2-1 2 0,-2 0-3 0,0-7 2 0,0 10-7 16,0-10 4-16,-2 9-10 0,2-9-3 0,-6 9-4 15,6-9-8-15,-8 6-17 0,2-5-11 0,6-1 5 16,-15 1 2-16,4-1-8 0,0-2 4 0,-1 0-5 15,2 2 9-15,-1-3 4 0,-1 2 5 0,3-3 2 16,-1-1 2-16,2 5 5 0,-1-3 3 0,9 3 6 16,-10-3 4-16,5 2-3 0,5 1 7 0,0 0 0 15,-13-1-2-15,13 1 0 0,0 0 5 0,-6-3-2 16,6 3 10-16,0 0 4 0,0 0 6 0,0 0-4 16,0 0 3-16,32 9-8 0,-21-6 10 0,8 1-5 15,3-2-3-15,5 4 6 0,2-4-4 0,3-1-5 16,-6 3-18-16,3-2-34 0,-6 0-25 0,4 1-40 15,-4-1-41-15,-5-1-30 0,4-1-98 0,-4 0-301 16,2-1 133-16</inkml:trace>
  <inkml:trace contextRef="#ctx0" brushRef="#br0" timeOffset="-195683.41">12309 12003 57 0,'0'0'235'15,"2"-11"-2"-15,-2 11-11 0,3-9-14 0,-3 9-22 0,2-5-18 16,-2 5-20-16,0 0-15 0,0 0-12 0,0 0-14 16,0 0-5-16,0 0 2 0,9 19-11 15,-8-9 1-15,1 1-9 0,1 4 0 0,-3-2-9 16,0 3-2-16,2 0-6 0,-2-4-7 0,0 5-2 0,3-5-5 16,-6 4-3-16,3-3-6 0,0 2-2 0,0 3 1 15,0-5-9-15,-2-2 0 0,2 2-7 0,0-1-2 16,2-1-1-16,-4 1-3 0,4-3-2 15,-2 1-1-15,0-4-2 0,3 2-4 0,-3-8 1 0,0 13-2 16,0-8 2-16,0-5-5 0,1 10 0 0,2-6 0 16,-3-4 2-16,3 6 4 0,-3-6-6 0,2 6 1 15,-2-6 2-15,0 0 1 0,8 3-1 16,-8-3-2-16,10-1-1 0,-10 1-4 0,22-4 1 0,-3-1 0 16,0-2-9-16,8-1-14 0,-2-2-20 0,9-1-21 15,1 2-16-15,1 0-27 0,1-2-37 0,1-1-30 16,-2 3-21-16,2-2-25 0,-5 3-183 0,2-3-431 15,1 5 191-15</inkml:trace>
  <inkml:trace contextRef="#ctx0" brushRef="#br0" timeOffset="-186675.53">25706 3877 11 0,'0'0'34'15,"-9"-11"-6"-15,9 11 2 0,0 0-5 0,0 0 2 16,0 0-5-16,-9-2-9 0,9 2 6 0,0 0-7 16,0 0 3-16,0 0-1 0,-11 0-8 0,11 0-1 15,0 0 4-15,0 0 1 0,0 0 5 0,-9-1 5 16,9 1-7-16,0 0-2 0,0 0 3 0,0 0-1 16,0 0 3-16,-9 2 1 0,9-2-6 0,0 0 5 15,0 0 5-15,0 0-3 0,0 0 1 0,0 0 3 16,0 0-8-16,0 0 12 0,-8 2-10 0,8-2-1 15,0 0-3-15,0 0 8 0,0 0-10 0,0 0 1 16,0 0 0-16,0 0-2 0,0 0-1 0,0 0 5 16,0 0 1-16,0 0-3 0,0 0-2 0,0 0 9 15,0 0 3-15,0 0-4 0,0 0-4 0,0 0 3 16,0 0 19-16,0 0-10 0,0 0 8 0,0 0 0 16,0 0 0-16,0 0-6 0,0 0-7 0,0 0 5 15,0 0-5-15,0 0 0 0,0 0 0 0,0 0-4 16,0 0-2-16,0 0-5 0,0 0 6 0,0 0 4 15,0 0-5-15,0 0-9 0,0 0-4 0,0 0 7 16,0 0-16-16,0 0 19 0,0 0-11 0,-9 0 0 16,9 0 6-16,-8 5-4 0,1 0-7 0,7-5 4 15,-10 10-2-15,5-6 4 0,0 1-5 0,0 0 4 16,1-1-6-16,4-4 5 0,-4 5-5 0,4-5 9 16,-7 7-2-16,7-7 6 0,0 0-14 0,0 0 17 15,0 0-6-15,0 0 3 0,0 0-1 0,0 0-7 16,13 3 6-16,-13-3-1 0,0 0 5 0,17-6-1 15,-11 3 5-15,-1-1 3 0,3 0-9 0,-3-1 5 16,0 0-5-16,0 1 2 0,-1-2 2 0,0 0 1 16,0 1-6-16,-2-1 1 0,1-4-11 0,-3 10 8 15,7-8 4-15,-5 3 0 0,-2 5 0 0,1-9-13 16,-1 9-1-16,0 0 20 0,0 0-11 0,0 0-2 16,0 0-2-16,-3-10 4 0,3 10-8 0,0 0 2 15,0 0-3-15,0 0 1 0,0 0 4 0,0 0 1 16,-20 14-6-16,15-7 2 0,1-2 6 0,0 0 12 15,2 2-17-15,2-7-2 0,-6 10 5 0,4-5 15 16,-2 1-20-16,4-6 5 0,-1 8 15 0,1-8-17 16,-1 9 4-16,1-9 3 0,0 0-3 0,0 0 3 15,0 9 5-15,0-9-3 0,0 0 8 0,0 0 2 16,6 5 0-16,-6-5 6 0,0 0 5 0,0 0 2 16,0 0-18-16,0 0 2 0,0 0 4 0,12-16 0 15,-12 16 2-15,0-7-7 0,0 7 6 0,0 0-8 16,2-10-4-16,-2 10 3 0,0-9-9 0,0 9-3 15,0 0 3-15,0 0 1 0,-4-12-2 0,4 12-2 16,0 0 3-16,-2-7-2 0,2 7 0 0,0 0-2 16,0 0-3-16,0 0-12 0,0 0 20 0,-21 12-5 15,12-6-1-15,4-2 1 0,2 2-3 0,-1-2-1 16,0 2 5-16,4-6 0 0,-4 9 4 0,1-4-3 16,3-5-1-16,0 0-1 0,0 9 3 0,0-9-1 15,0 0 5-15,5 9-1 0,-5-9 4 0,6 4-5 16,-6-4 3-16,7 1 1 0,-7-1-3 0,10-1 6 15,-10 1-3-15,0 0-13 0,13-4-1 0,-13 4 12 16,8-6 4-16,-8 6-4 0,6-7 2 0,-4 3-3 16,-2 4-3-16,2-10-4 0,-2 3 2 0,0 7 2 15,-4-12-3-15,4 12 1 0,-5-8-1 0,5 8 1 16,-3-10-1-16,3 10-1 0,-6-6-4 0,6 6-2 16,-5-1-1-16,5 1 9 0,0 0 0 0,-20 7-7 15,13-2 14-15,-2 1-10 0,3-1 1 0,-3 4-1 16,0-1 5-16,4 0-6 0,-1 0-6 0,3-2 6 15,-1 0 4-15,3 1-7 0,1-7 8 0,0 10-2 16,0-10-1-16,6 9 9 0,0-5-2 0,0-1 2 16,3-3 8-16,-1 3 6 0,-8-3 1 0,15 0 3 15,-6-1-6-15,2-1 3 0,-2 2 2 0,-2-2-5 16,-7 2 7-16,14-5-3 0,-7 1-2 0,-1-1-1 16,-1 1 0-16,1 1-5 0,-6 3 0 0,7-10 0 15,-7 4-5-15,0 6 1 0,2-9-4 0,-2 9 2 16,0 0 0-16,-2-14-3 0,2 14 1 0,-2-7-7 15,2 7 1-15,-5-6-2 0,5 6 0 0,-6-5 3 16,6 5-3-16,-9 0 4 0,9 0-1 0,-13 2-3 16,13-2 1-16,-17 8 3 0,11-3-6 0,-1 0 0 15,0 0 4-15,2-2 0 0,1 2-3 0,4-5-1 16,-8 7-1-16,8-7 3 0,-3 7-3 0,3-7 3 16,-4 7 1-16,4-7 0 0,0 0 3 0,0 0 2 15,0 0-3-15,8 11 8 0,-8-11-2 0,11-1 0 16,-11 1-3-16,15-3 3 0,-5 1-2 0,-5-2 5 15,3 1-7-15,-2 1 2 0,-6 2 0 0,11-6 2 16,-7 2-2-16,0-1-3 0,-4 5-2 0,7-8 6 16,-4 0-4-16,-1 1 2 0,-2 7-4 0,2-16-3 15,0 10 0-15,-2 6 1 0,-2-10 1 0,2 10 3 16,0 0-5-16,-2-13 1 0,2 13-3 0,-5-6-1 16,5 6 1-16,0 0-3 0,-6-3 3 0,6 3 2 15,0 0-1-15,-21 10-3 0,12-5-5 0,0 1 8 16,-1 1 1-16,-1 0 0 0,3 4-8 0,-3 0 6 15,3-1 5-15,2-2-3 0,0 0 1 0,2-2 1 16,3 1-1-16,1-7 1 0,1 12 3 0,1-5 1 16,-2-7 5-16,6 7-8 0,-2-1 3 0,1-2-2 15,2-2-1-15,0-1 1 0,-7-1 5 0,12 0-2 16,-12 0 2-16,11 2 0 0,-11-2-2 0,10-2 5 16,-5-1-11-16,-5 3 7 0,9-7-3 0,-5 4 3 15,1-3 1-15,-5 6 0 0,5-9-5 0,-3 3 2 16,-1-1-8-16,-1 7 8 0,0-12-6 0,0 12-3 15,-3-12-4-15,2 2 4 0,-3 4 0 0,0 0 6 16,4 6-6-16,-5-9-1 0,5 9 2 0,-5-5-6 16,5 5 4-16,-9-3-1 0,9 3 0 0,0 0 3 0,-18 7 4 15,12-4-3-15,1 2 2 0,-4 2-12 16,3-2 6-16,-2 4 13 0,2-2-7 0,3-2-2 16,-1 0-3-16,4-5 4 0,-4 9 1 0,4-9 0 15,0 6-4-15,0-6 2 0,0 0 0 0,5 8 8 16,-5-8 0-16,12 3-3 0,-12-3 2 0,12-3 0 15,-12 3-3-15,13-6 9 0,-9 4-4 0,1-3-1 16,4 0 1-16,-4 0-1 0,-1 0-1 0,0 0 3 16,-1-2-2-16,1-2-1 0,-2 3 5 0,-2 6-3 15,0-13-3-15,0 13-1 0,-2-11-4 0,0 4 2 16,2 7-4-16,-5-9 9 0,5 9-4 0,-6-6-3 16,6 6 5-16,-9-3-8 0,9 3 4 0,-13 3-4 15,13-3 6-15,-16 9-3 0,5-3-7 0,4 1-27 16,0 3-18-16,-1-1-24 0,3 2-24 0,0 2-20 15,5-2-87-15,4 0-227 0,1-1 101 0</inkml:trace>
  <inkml:trace contextRef="#ctx0" brushRef="#br0" timeOffset="-181283.52">13454 11998 117 0,'0'0'163'0,"0"0"-10"0,0 0-10 0,0 0-12 16,0 0-10-16,0 0-8 0,0 0-12 0,0 0-6 0,36-3-11 15,-23 3-7-15,1 0-8 0,2 0-6 0,2 3-4 16,-5-2-6-16,5 1-4 0,1-2-10 0,-6 3-20 15,0-2-31-15,1 2-40 0,-3-2-36 16,1 1-38-16,-6 1-103 0,0 0-248 0,-1-1 111 0</inkml:trace>
  <inkml:trace contextRef="#ctx0" brushRef="#br0" timeOffset="-181102.47">13448 12167 79 0,'0'0'184'0,"0"0"-18"0,0 0-12 16,-8 2-14-16,8-2-14 0,0 0-10 0,0 0-9 15,0 0-12-15,25 8-9 0,-11-7-22 0,6-1-35 16,-2 1-41-16,11-1-55 0,-3-2-52 0,-7 2-73 16,4-2-207-16,-3-1 92 0</inkml:trace>
  <inkml:trace contextRef="#ctx0" brushRef="#br0" timeOffset="-159651.75">6783 13346 73 0,'-9'-3'169'0,"-1"1"-4"15,10 2-3-15,-14-2-6 0,8 0-11 0,6 2-16 16,-8-3-13-16,8 3-9 0,0 0-15 0,0 0-6 16,0 0-11-16,0 0-2 0,0 0-7 0,27-1-8 15,-8 2-4-15,9-2-3 0,5 0-6 0,6-1-6 16,0 2-3-16,11-1-4 0,-13-1-7 0,-3 2-23 15,-2 2-18-15,-1 0-26 0,-10-1-21 0,-2 1-36 16,-1 3-33-16,-6-1-24 0,-2 0-86 16,-2-1-261-16,-3 0 115 0</inkml:trace>
  <inkml:trace contextRef="#ctx0" brushRef="#br0" timeOffset="-159270.56">6957 13456 163 0,'-4'15'174'0,"0"4"-7"0,2-1-13 0,-3 8-18 15,0 0-5-15,2 0-12 0,-2 0-4 0,1-1-13 16,3-5-8-16,-3 5-9 0,1 1-9 16,2-7-7-16,0 1-4 0,-2-3 2 0,3 1-12 0,-1-1-7 15,0-2-7-15,-1-3-5 0,4-1 1 0,-4-1-7 16,2-2-4-16,0 3 0 0,-1-6-5 0,1-5 0 15,-2 10 0-15,-2-5 0 0,0-1-4 0,4-4-1 16,-8 3-4-16,8-3 0 0,-12 0-2 0,12 0-6 16,-15-3-2-16,6-1 2 0,1 0 0 0,0 1-3 15,0-1 0-15,2 0 1 0,6 4-2 0,-13-11 1 16,8 8 4-16,5 3-1 0,-7-5 1 0,7 5 1 16,-5-3 3-16,5 3-3 0,0 0 2 0,0 0 1 15,0 0-1-15,0 0-1 0,0 0 2 0,0 0-5 16,27 1 4-16,-13-1-2 0,3 2 1 0,3 0-1 15,2-1-19-15,5 3-17 0,2-3-27 0,-1-1-33 16,3 0-26-16,-5 0-33 0,3 0-8 0,-1-1-124 16,-6 0-303-16,0 0 135 0</inkml:trace>
  <inkml:trace contextRef="#ctx0" brushRef="#br0" timeOffset="-158968.02">7375 13707 134 0,'0'0'175'15,"0"0"-9"-15,2-9-9 0,-2 9-10 0,0 0-17 16,0 0-12-16,0 0-13 0,-14 0-1 0,14 0-11 16,-11 10-8-16,3-3-7 0,1 0-10 0,-1 3-3 15,-2 2-10-15,1-1-4 0,4 0-4 0,-1-2-7 16,5 3-3-16,-1 0-6 0,3 0-3 0,1 2-5 16,2-3-8-16,3 0 1 0,0-1-2 0,6 1-1 15,-1-2-3-15,3 0 3 0,-1 3-5 0,1-5-4 16,-3 1 4-16,-2 2-1 0,3-1 0 0,-4 2-1 15,0-5-2-15,-4 3-2 0,-3-2 2 0,1-1 3 16,0 2-4-16,-3-8 2 0,-3 15 4 0,-5-7 4 16,-3 1 0-16,1-2 3 0,-7 3 1 0,2-2-17 15,-1 0 0-15,4-2 4 0,1-3-1 0,0 1-5 16,1 1-15-16,-1-1-29 0,4-2-48 0,2 1-41 16,5-3-50-16,-11 1-96 0,11-1-302 0,0 0 134 15</inkml:trace>
  <inkml:trace contextRef="#ctx0" brushRef="#br0" timeOffset="-158669.39">7877 13751 23 0,'10'0'126'0,"4"0"-15"15,-1-1-7-15,0 2-11 0,2-1-12 0,-3 2-2 16,0 0-21-16,0-1-22 0,-2 0-29 0,0 1-15 15,-10-2-7-15,12 5-16 0,-8-1 0 0,-4-4 0 16,4 5 4-16,-4-5-4 0,2 6 7 0,-2-6 4 16,0 0 7-16,0 0 7 0,-3 12 12 15,3-12 10-15,-6 7 1 0,6-7 6 0,-4 9 8 0,1-5 4 16,3-4 3-16,-4 6 4 0,4-6 9 0,-7 9 3 16,7-9-2-16,-6 4-9 0,6-4 2 0,-2 7 8 15,2-7-2-15,0 0-3 0,0 0-2 0,10 10-3 16,0-8-2-16,2-4-13 0,9 2-35 0,11-4-40 15,5-2-37-15,14-1-101 0,-12 4-199 0,17-8 88 16</inkml:trace>
  <inkml:trace contextRef="#ctx0" brushRef="#br0" timeOffset="-158170.78">8066 13793 33 0,'0'0'90'0,"-11"1"-5"15,11-1 0-15,-12-2 7 0,12 2-10 0,-7 1-5 16,7-1 1-16,0 0-8 0,0 0-9 0,-9 1 2 16,9-1-9-16,0 0-8 0,0 0 0 0,0 0-10 15,0 0 2-15,0 0-3 0,0 0-3 0,35 1-4 16,-18 1 2-16,3 1-17 0,0 1-33 0,0 0-35 15,1-1-39-15,-1 0-74 0,-2 2-181 0,0-1 80 16</inkml:trace>
  <inkml:trace contextRef="#ctx0" brushRef="#br0" timeOffset="-158002.91">8184 13957 110 0,'0'0'160'16,"0"0"-17"-16,0 0-15 0,0 0-13 0,0 0-10 16,29 2-13-16,-7-1-36 0,10-3-39 0,4 1-54 15,1 2-112-15,-4 0-160 0,4-3 71 0</inkml:trace>
  <inkml:trace contextRef="#ctx0" brushRef="#br0" timeOffset="-157334.89">9535 13527 16 0,'0'0'148'0,"0"0"-5"0,0 0-14 0,0 0 0 15,-13-13-2-15,13 13-5 0,0 0-7 0,-8-2-1 16,8 2-1-16,0 0-8 0,0 0-1 0,-9-3-2 16,9 3-11-16,0 0-8 0,0 0-7 0,0 0-7 15,0 0-9-15,0 0-3 0,0 0 2 0,0 0-4 16,28-2-2-16,-7 0-6 0,10 1-4 0,3-2-2 15,7 1-6-15,-1 0-2 0,-2-1-6 0,0 0-2 16,-3 1-2-16,-3-1-2 0,-3-1-2 0,-8 3 0 16,-4 0-5-16,1-2 1 0,-4 3 1 0,-3 0-8 15,0 2 6-15,-3-2-3 0,-2 1-1 0,-6-1-2 16,12 0-2-16,-6 2-1 0,-6-2-1 0,8 3-1 16,-8-3 1-16,5 7 3 0,-5-7 0 0,1 12 3 15,-2-2 8-15,2 2 0 0,-5-1 10 0,2 7 4 16,-5 2 1-16,0 3 0 0,-1 4-1 0,-2-3 10 15,2 3-1-15,-1-2-4 0,0 2-1 0,4-1-5 16,1-3-1-16,0-2-5 0,-1 3-1 0,3-5-2 16,-1 6 1-16,2-6-5 0,1 0 2 0,0-2-3 15,1-2-2-15,-1-2-1 0,-1 3-6 0,2-4-28 16,-1 0-12-16,0-2-29 0,2 2-26 0,0-3-45 16,-2-1-43-16,0 0-16 0,0-8-21 0,-2 14-160 15,-2-6-403-15,-1-2 178 0</inkml:trace>
  <inkml:trace contextRef="#ctx0" brushRef="#br0" timeOffset="-157155.18">9753 13886 151 0,'0'0'167'0,"0"0"-13"15,0 0-10-15,10-10-14 0,-1 7-11 0,4-1-9 16,5 3-13-16,5-1-6 0,5 2-10 0,4-1-11 15,3-1-22-15,1 2-34 0,-1 0-38 0,3-3-43 16,1 1-32-16,-3 4-99 0,-3-2-214 0,-1-3 95 16</inkml:trace>
  <inkml:trace contextRef="#ctx0" brushRef="#br0" timeOffset="-156843.02">10432 13605 67 0,'8'-7'175'0,"-3"5"-15"16,2-1-4-16,3 3 0 0,1 1-3 0,-1 3-11 15,1 2-1-15,0 3-7 0,-1 4-8 0,-1 2-9 16,-1 3-6-16,-5 2-15 0,0 5-3 0,-6 1-10 16,-3 1-7-16,-2 1-6 0,-4-4-3 0,-4 1-6 15,1-2-8-15,-3-1-5 0,0-1-5 0,0 0-6 16,5-6 2-16,1-1-7 0,-1-2-7 0,3 1-2 15,2-4 2-15,0 1-5 0,3-2-1 0,-1-3-2 16,4 1-19-16,0-1 1 0,2-5-1 0,0 0 4 16,5 12 0-16,2-9-3 0,6-2 2 0,5-1 0 15,12 0-3-15,3-3 2 0,4-1 2 0,16-2-14 16,-1 3-14-16,1-4-27 0,0 3-36 0,-12 1-44 16,11-3-51-16,-14 4-161 0,-4 1-374 0,0-2 166 15</inkml:trace>
  <inkml:trace contextRef="#ctx0" brushRef="#br0" timeOffset="-156453.53">9402 14402 123 0,'-8'0'147'0,"8"0"-5"16,0 0 3-16,0 0-4 0,0 0-5 0,50 7 3 15,5-5-11-15,42-9-12 0,9 5-20 0,9-7-3 16,6-2-4-16,6 2-5 0,5-5-8 0,-2 2-9 15,2 4 8-15,-6-1 0 0,-3-1 3 0,-7-1-4 16,-6 1-5-16,-7 1-6 0,-12 1-3 0,-27 3-6 16,3-2-5-16,-7 4-3 0,-5-2-1 0,-5 1-8 15,-17 1-3-15,1-1-4 0,-13 3-5 0,-8 0 1 16,5-1 2-16,-7 0-14 0,-5 2-9 0,2-1-19 16,-8 1-13-16,8-3-39 0,-8 3-47 0,0 0-28 15,0 0-43-15,0 0-160 0,0 0-373 0,-28-10 164 16</inkml:trace>
  <inkml:trace contextRef="#ctx0" brushRef="#br0" timeOffset="-150250.04">10199 14589 70 0,'0'0'84'0,"0"0"-19"16,0 0 16-16,0 0-4 0,0 0-13 0,0 0-4 15,0 0-8-15,4-14 1 0,-4 14-3 0,0 0 0 16,0 0-7-16,0 0-3 0,0 0 1 0,0 0-4 15,0 0 4-15,0 0-1 0,0 0-14 0,0 0 14 16,-2-12-10-16,2 12 1 0,0 0-2 0,0 0 1 16,0 0-2-16,0 0 6 0,0 0-1 0,0 0-6 15,0 0-2-15,0-9 1 0,0 9 1 0,0 0 1 16,0 0-10-16,0 0 0 0,2-6 1 0,-2 6-3 16,0 0-2-16,0 0 16 0,0 0-12 0,0 0-6 15,1-7-2-15,-1 7 3 0,0 0 3 0,0 0 2 16,0 0-8-16,0 0 5 0,0 0-3 0,0 0-3 15,0 0 4-15,0 0-4 0,0 0 0 0,0 0 2 16,0 0 3-16,0 0-2 0,3-7-2 0,-3 7 0 16,0 0-3-16,0 0 2 0,0 0-3 0,0 0-3 15,0 0-3-15,0 0 3 0,0 0 0 0,0 0-4 16,0 0 3-16,0 0 0 0,0 0 0 0,0 0-1 16,0 0 0-16,0 0 1 0,0 0-6 0,0 0-1 15,0 0 0-15,0 0-2 0,0 0 1 0,0 0-2 16,0 0 4-16,0 0 0 0,0 0 2 0,0 0-2 15,0 0-4-15,0 0 0 0,0 0 6 0,0 0-3 0,0 0-1 16,0 0 1-16,0 0 2 0,0 0-4 16,0 0 7-16,0 0-6 0,0 0-1 0,0 0 4 15,0 0 7-15,0 0 4 0,0 0-12 0,0 0 2 16,0 0 3-16,0 0-2 0,0 0 4 0,0 0 9 0,0 0-12 16,0 0 1-16,5-4 3 0,-5 4-5 0,4-6 3 15,-4 6-4-15,0 0 0 0,5-7 2 0,-5 7 12 16,1-6-7-16,-1 6 6 0,0 0 3 0,4-7-7 15,-4 7 9-15,3-6 7 0,-3 6 1 0,0 0 3 16,2-7 0-16,-2 7 5 0,0 0-4 0,0 0 2 16,0 0-2-16,0 0-3 0,0 0-5 0,0 0 0 15,0 0-8-15,0 0 12 0,0 0-12 0,0 0 0 16,0 0-4-16,0 0 1 0,0 0-1 0,-20 20 0 16,13-14-2-16,2 1 2 0,1 1 7 0,1 1-13 15,-1 2 3-15,0-2-4 0,0-1 6 0,0 4-4 16,4 0-2-16,0-1 10 0,4-2-9 0,-1 0 3 15,-1 2 0-15,2-3-2 0,0 3 2 0,4-2 0 16,3 5-7-16,-3-6 3 0,3 0 7 0,3 1-6 16,0 0 1-16,2 0-1 0,-4 0-15 0,6-2 2 15,-6 0 2-15,4 1 1 0,-2 0 1 0,-3-2-2 16,0 0 2-16,-2-2 1 0,-2 4 1 0,0-3 0 16,0 0 1-16,-2-1 1 0,-3 0-1 15,-2-4 0-15,4 9-2 0,-3-3 6 0,-1-6 0 0,0 0 1 16,-9 12-4-16,4-8 3 0,-2 1 2 0,-4-1 0 15,2 0-3-15,-2-2 1 0,1 2 0 0,-2-3 5 16,1 2-6-16,-1-1-3 0,-2 0-12 0,1-2-8 16,3-2-24-16,-4 1-19 0,3 0-24 0,-3-3-20 15,2 0-26-15,2 2-130 0,-2-4-289 0,3 0 129 16</inkml:trace>
  <inkml:trace contextRef="#ctx0" brushRef="#br0" timeOffset="-150087.58">10316 14462 135 0,'5'-5'186'0,"4"-2"-8"0,1 0-27 0,-1 1-17 0,2 1-12 15,3 1-6-15,3-1-13 0,0 0-11 0,2 4-9 16,-3-1-8-16,2 2-20 0,0 0-33 0,1 2-44 16,-1-1-45-16,0-2-43 0,-3 3-100 0,-3 1-226 15,1-2 101-15</inkml:trace>
  <inkml:trace contextRef="#ctx0" brushRef="#br0" timeOffset="-148861.25">10654 14528 126 0,'0'0'144'15,"0"0"-5"-15,0 0-3 0,0 0-6 0,-2-9-2 0,2 9-6 16,0 0-6-16,0 0-4 0,0 0-1 0,0 0-6 16,0 0-5-16,0 0-8 0,0 0-7 0,0 0-8 15,0 0-4-15,0 0-8 0,0 0-8 16,0 0-7-16,0 0-2 0,0 0-4 0,0 0-1 16,0 0-1-16,0 0-2 0,18 11-5 0,-10-5 3 0,-1 3 3 15,2 0-3-15,1 0-1 0,-2 1-4 0,1-1-5 16,1 4 0-16,4 0-1 0,-2-3-7 0,0 3 2 15,-2 0-3-15,-1-3-1 0,3 2 0 0,-3-2-3 16,-1-3-2-16,2 4-1 0,-3-3-2 0,1 1-1 16,1-2-2-16,-3 2-11 0,2-2-28 0,-3-2-27 15,-1 0-40-15,0 0-46 0,-1-1-32 0,-3-4-30 16,2 8-115-16,-2-8-348 0,0 0 153 0</inkml:trace>
  <inkml:trace contextRef="#ctx0" brushRef="#br0" timeOffset="-148651.55">10857 14489 211 0,'0'-10'216'0,"0"10"-17"0,0 0-20 0,0 0-13 16,-7-6-3-16,7 6-2 0,-14 13-6 0,1 1-12 15,-2 8-12-15,-2-1-11 0,2 2-10 0,-3 1-9 16,4 1-12-16,-2 0-25 0,4 0-5 0,1-3-9 15,0 2-14-15,2-5-24 0,4-1-35 0,-3 6-39 16,2-7-41-16,3-2-55 0,1 1-179 0,0-5-365 16,5 1 163-16</inkml:trace>
  <inkml:trace contextRef="#ctx0" brushRef="#br0" timeOffset="-148431.55">11110 14531 107 0,'4'-5'229'16,"-1"0"-18"-16,-3 5-18 0,6-6-14 0,-6 6-3 15,0 0-8-15,0 0 11 0,0 0-7 16,4 25-1-16,-6-8-28 0,0 1-10 0,-2 1-14 0,2 5-11 16,-3 3-14-16,2-9-6 0,-1 9-8 0,-1 0-20 15,-1-4-28-15,1 3-37 0,1-6-44 0,1-4-48 16,1 2-42-16,2-3-47 0,-2 0-175 0,1-3-392 15,1-1 174-15</inkml:trace>
  <inkml:trace contextRef="#ctx0" brushRef="#br0" timeOffset="-148153.66">11282 14740 1 0,'4'-6'183'0,"-4"6"-11"16,5-4-9-16,-5 4 0 0,0 0-5 15,0 0-10-15,0 0-12 0,0 0-13 0,0 0-13 16,11 9-6-16,-11-9-10 0,5 5-5 0,-5-5-2 0,5 3-6 16,-5-3 0-16,11 2 2 0,-11-2-4 0,7 0 3 15,-7 0 0-15,8-6-7 0,-8 6-7 16,9-6 4-16,-4 0-4 0,-5 6-4 0,5-9-1 16,-4 5-6-16,-1 4-7 0,3-13-6 0,-3 13-6 15,-3-11-4-15,3 11-4 0,-6-14-1 0,1 9-6 0,0-1-4 16,0 2-14-16,-2 0-12 0,7 4-16 0,-19-3-17 15,9 4-22-15,0 3-33 0,-3-1-34 0,1 0-49 16,1 1-46-16,2 3-143 0,1-1-397 0,8-6 175 16</inkml:trace>
  <inkml:trace contextRef="#ctx0" brushRef="#br0" timeOffset="-147763.59">11613 14345 91 0,'6'-5'207'0,"2"4"-7"0,-8 1-7 0,13-2-15 0,-5 2-10 16,-8 0-16-16,16 7-6 0,-7-1-14 16,-4-2-10-16,3 5-15 0,-5 1-4 0,1 1-10 15,-3-1-11-15,1 3-8 0,-2-2-4 0,-2 5-8 16,1-6-6-16,-3 0-4 0,1 2-4 0,-1-2-9 15,-1 0-1-15,1 2-4 0,2-5-3 0,-3 3-10 0,1-3-6 16,4-7-10-16,-2 10-6 0,0-5-9 0,2-5-1 16,-3 11-6-16,3-11 3 0,5 10-3 15,-5-10 5-15,0 0 0 0,8 9-1 0,-8-9 0 16,11 4 1-16,-11-4 1 0,15 4 0 0,-8-2 2 16,-7-2 1-16,10 4-3 0,-10-4 3 0,9 4-1 0,-9-4 1 15,6 6 4-15,-6-6 4 0,2 8 2 16,-2-8 11-16,-3 10-2 0,3-10-1 0,-14 9-3 15,5-5 4-15,0 2-4 0,-2-3-2 0,2 2 5 16,-4-1-12-16,1-1-21 0,0 1-25 0,-1 1-33 16,3-4-39-16,-1 0-38 0,1-1-168 0,10 0-352 15,-15 0 156-15</inkml:trace>
  <inkml:trace contextRef="#ctx0" brushRef="#br0" timeOffset="-147586.72">12288 14250 118 0,'12'-3'160'0,"1"1"-15"0,-1 0-29 0,0-2-43 16,0 2-54-16,-1 0-56 0,-4 2-62 0,-7 0-108 15,0 0 48-15</inkml:trace>
  <inkml:trace contextRef="#ctx0" brushRef="#br0" timeOffset="-147427.81">12307 14356 61 0,'0'0'172'0,"2"7"-7"0,-2-7-5 0,3 3-15 0,-3-3-12 15,10 3-11-15,-1-3-12 0,1 0-18 0,5 0-39 0,-1-3-50 16,6 0-60-16,2-1-137 0,-5-2-209 0,9-3 93 15</inkml:trace>
  <inkml:trace contextRef="#ctx0" brushRef="#br0" timeOffset="-146933.22">13457 13845 49 0,'0'-12'230'0,"2"1"-4"0,-2 5 1 0,0 6-11 15,0-12-18-15,0 12-22 0,0-7-20 0,0 7-16 16,0 0-13-16,0 0-10 0,0 0 1 0,4 25 9 16,-4-7-4-16,-2 8-10 0,0-1-7 15,0 2-13-15,-1 2-8 0,-1 0-1 0,2-1-13 0,0 1-5 16,2-1-6-16,-6-2-4 0,4 1-9 0,2-2-1 16,-2 0-8-16,2-6-2 0,0 0-13 15,0 1-21-15,-2-2-30 0,0 0-34 0,2-3-39 0,-2-2-52 16,2-4-39-16,0 0-63 0,0 0-140 15,0-9-427-15,0 0 190 0</inkml:trace>
  <inkml:trace contextRef="#ctx0" brushRef="#br0" timeOffset="-146541.53">13722 13834 213 0,'0'0'208'15,"0"0"-21"-15,0-9-8 0,0 9-5 0,0 0-6 16,0 0-10-16,0 0-9 0,-7 33-11 0,6-18-12 16,-1 2-10-16,2 2-12 0,0-2-12 0,2 1-7 15,-1 0-9-15,3-1-7 0,6 2-5 0,-4-4-5 16,5 0-8-16,1-3-19 0,-1 1-5 0,3-3 6 16,1-1-13-16,1-4 10 0,1-2-10 0,-2-2-2 15,-2 0-1-15,0-3 2 0,5-1-5 0,0-3 0 16,-7-2-4-16,-2 0 5 0,3-3-6 0,-3 1 10 15,2-6-6-15,-2 2-3 0,-2 0 3 0,-1 0-1 16,-1-2 5-16,-3 4 13 0,4 0 6 0,-6 1 5 16,5 4-1-16,-4 0 4 0,-1 7-3 0,2-11-7 15,-2 11-9-15,2-6 0 0,-2 6-4 0,0 0 0 16,0 0 2-16,0 0 1 0,-2 31-2 0,2-15 3 16,-3 2-3-16,-2 2-8 0,3 5 3 0,-2 1 0 15,3 0-3-15,-1 1 1 0,2-8-5 0,-4 9-5 16,4-5-21-16,-4-4-24 0,4 1-39 0,0-3-43 15,-2 4-58-15,1-6-58 0,1 2-208 0,-1-4-481 16,0-2 214-16</inkml:trace>
  <inkml:trace contextRef="#ctx0" brushRef="#br0" timeOffset="-146363.72">14177 14122 198 0,'0'0'243'0,"2"-8"-5"16,-2 8-25-16,2-7-20 0,-2 7-18 0,0 0-19 16,4-6-23-16,-4 6-32 0,0 0-26 0,0 0-41 15,0 0-52-15,0 0-55 0,0 0-60 0,0 0-124 16,-1 24-276-16,1-24 123 0</inkml:trace>
  <inkml:trace contextRef="#ctx0" brushRef="#br0" timeOffset="-145935.39">14369 13917 162 0,'0'0'221'0,"4"-6"-22"0,-4 6-18 0,0 0-12 0,0 0 2 16,0 0-10-16,0 0-15 0,4 23-5 0,-4-11-7 15,1 4-9-15,-2 1-13 0,2 2-12 0,1-2-8 16,0-1-7-16,0 1-9 0,2-2-9 0,3-1 2 15,3 0-11-15,-1-1-3 0,1-3-3 0,5-2-4 16,2 0-6-16,-1-3-2 0,1 0-3 0,2-2-5 16,-1-3-1-16,0-2-2 0,0 0-6 0,-5-2 3 15,-1-1-6-15,3-2-2 0,-5-1-3 0,0 1 1 16,-1-3-2-16,-2-1-3 0,3 1-2 0,-4-4 1 16,2-2-1-16,-3 0 0 0,4 2-4 0,-6-2 4 15,3-1-1-15,-1 6-2 0,-1 0-1 0,0 1 2 16,-1 1 11-16,-1 0 9 0,0 5 1 0,-2 4 0 15,5-9-7-15,-5 9-1 0,3-7-6 0,-3 7 4 16,0 0 3-16,0 0 1 0,4 17-1 0,-4-8 5 16,0 3 0-16,0 5-3 0,0 4 3 0,0-2-1 15,0 6 2-15,-3 2-3 0,3-3-4 0,0-7 0 16,-1 8-1-16,1-5-3 0,-1-1 3 0,2-2-5 16,0 1-8-16,2-1-18 0,-3-1-22 0,4-3-27 15,-4-1-36-15,3 1-34 0,-1-1-44 0,0-2-55 16,0-1-44-16,-2-3-155 0,0 2-464 0,0-8 206 15</inkml:trace>
  <inkml:trace contextRef="#ctx0" brushRef="#br0" timeOffset="-144674.54">15009 14041 89 0,'0'0'158'0,"0"0"0"16,0 0-12-16,0 0-3 0,0 0-1 0,0 0-8 15,0 0-8-15,0 0-8 0,0 0-9 0,0 0-12 16,0 0-8-16,0 0-6 0,0 0-9 0,0 0-7 15,0 0-4-15,0 0-1 0,0 0-3 0,0 0-3 0,0 0-5 16,-11 17 0-16,10-9-6 0,1-8-3 16,-4 11-3-16,1-5-3 0,1 2-4 0,-1-1-4 15,2 0-1-15,-4-1-3 0,3 1-2 0,2-7 1 16,-3 13-4-16,0-7 0 0,3-6-3 0,-3 10 1 16,1-5 1-16,2-5 0 0,-3 7 0 0,3-7 2 15,-2 7-10-15,2-7 8 0,0 0 9 0,0 0 11 0,0 0 7 16,-2 7 4-16,2-7-1 0,0 0-1 15,0 0-4-15,0 0-3 0,0 0 2 0,0 0 1 16,0 0-7-16,-10-23 3 0,10 17-7 0,1-4 5 16,-1 10-10-16,3-20-4 0,0 7-3 0,2-1-1 0,0 0-5 15,0-2 3-15,1 0-5 0,2 0 4 16,0-1-3-16,1 1-1 0,-2 0-4 0,4 2-3 16,-2-1 2-16,2 7-4 0,2-4-2 0,-3 6 3 15,4 0-2-15,1 0 2 0,3 2-4 0,-4 4 1 16,3 0 1-16,1 4-4 0,-2 2-1 0,0 4-2 0,-2 1 1 15,-3 3 10-15,1 1-8 0,-2 1-2 16,-3 1 2-16,-1 0 1 0,0 1-2 0,-1-3 3 0,-2 3-2 16,-3-2-1-16,0-4 0 0,0 1 2 15,2-3-3-15,-2-1 6 0,-2-1-4 0,2-8 1 16,-3 13 6-16,3-13 2 0,-1 7-1 0,-4-3-2 0,5-4 3 16,-7 2-2-16,7-2-1 0,0 0-2 0,0 0 0 15,0 0 1-15,-7-13 2 0,7 13-1 0,1-14-4 16,-1 14 3-16,4-18 1 0,-2 5 1 15,4 2-1-15,2-4 0 0,0 0 0 0,3 0-3 16,1 0 3-16,0 2-2 0,1 0 2 0,2 4-2 0,-1-1 2 16,1 3 5-16,-3 1-10 0,1 1 2 0,-3 3-1 15,-2 1-4-15,4 2 0 0,-3 1 2 16,0 2-2-16,-1 3 4 0,3 0-1 0,-3 2-1 16,-1 0-3-16,-4 2 5 0,-1 0 0 0,0 0 0 15,-1 5-2-15,-2-3-22 0,-1 3-32 0,-2-3-37 0,-1 3-44 16,-3-2-43-16,7-4-49 0,-3 2-217 0,-1-2-481 15,0-4 214-15</inkml:trace>
  <inkml:trace contextRef="#ctx0" brushRef="#br0" timeOffset="-144208.49">15775 14022 44 0,'4'-5'209'0,"-4"5"-9"15,0 0-3-15,0 0 3 0,0 0-9 16,0 0-5-16,2 19-6 0,-4-9-13 0,-2-1-14 16,1 2-10-16,1 0-10 0,-1 1-8 0,-1-1-9 0,2 1-12 15,-2-1-7-15,1 0-6 0,1 2-5 16,-1-6-7-16,1 1-10 0,1-3-4 0,1-5-6 16,-3 12-3-16,0-8 10 0,3-4 6 0,0 0 13 15,-3 7-1-15,3-7-13 0,0 0-3 0,0 0-12 16,0 0 2-16,0 0-9 0,0 0-8 0,-7-20-2 0,7 20 2 15,0-18-8-15,3 7 1 0,1-5-10 16,1-1-2-16,1-2 1 0,3 1-4 0,-3-2-4 16,2-5-1-16,4 1 4 0,0 1-5 0,0-2 0 15,-1 10-3-15,-2-3-4 0,2 1 2 0,0 3-3 16,-1 1-2-16,1 1-1 0,-1 2 0 0,-4 2 1 0,-1 2-3 16,0 1 3-16,-5 5-3 0,8-6-6 0,-8 6-3 15,0 0 10-15,17 10-5 0,-11-1 1 0,-1 1 4 16,3 3 2-16,-3 4-6 0,0-1 4 0,-1 1-2 15,0 1 4-15,-3 0-5 0,2-1 3 16,-1-1 0-16,3 2-3 0,-2-1 1 0,-1 0 4 16,1-2 0-16,-3 2-1 0,1-2 3 0,0-3-5 0,1 0-6 15,0 0-15-15,-2-3-21 0,1 1-14 16,1-2-22-16,-2-1-27 0,0-7-28 0,2 12-19 16,-2-7-23-16,0-5-18 0,0 0-19 0,-2 9-22 15,2-9-189-15,-7 3-458 0,7-3 203 0</inkml:trace>
  <inkml:trace contextRef="#ctx0" brushRef="#br0" timeOffset="-143977.28">15788 14059 99 0,'0'0'185'0,"-8"-4"3"0,8 4-9 0,-4-6-12 0,4 6-9 16,0 0-8-16,0 0-8 0,13-12-3 0,-4 11-8 15,4-2-5-15,1 0-5 0,7-1-1 0,-3 2-10 16,3-1-14-16,-1 0-8 0,1 2-9 15,0 1-5-15,-3-2-4 0,1 0-10 0,-1 2-4 16,-7 2-9-16,-1-4-5 0,0 4-6 0,-4-2-2 16,-6 0-6-16,12 3-1 0,-6-3-6 0,-6 0-17 0,8 4-14 15,-8-4-18-15,5 5-20 0,-5-5-28 16,0 0-36-16,0 0-40 0,0 0-36 0,-8 13-173 16,8-13-391-16,-17 7 174 0</inkml:trace>
  <inkml:trace contextRef="#ctx0" brushRef="#br0" timeOffset="-141593.29">6623 15394 111 0,'-6'-3'170'0,"0"2"-11"0,6 1-15 16,-11-3-17-16,11 3-11 0,0 0-10 0,0 0-6 16,0 0-5-16,25-2-7 0,-4 0-9 0,7 2-17 15,4 0 5-15,4 2-8 0,3-4-11 0,10 2-23 16,-10 0-19-16,-5 3-25 0,1-4-28 0,-2-1-33 16,-5 5-34-16,-6-4-103 0,-9 2-236 0,-1-2 105 15</inkml:trace>
  <inkml:trace contextRef="#ctx0" brushRef="#br0" timeOffset="-141157.22">6811 15411 65 0,'0'0'143'0,"0"15"6"0,-1 2-4 0,0 1-6 16,-2 6-3-16,3 0-14 0,-2-3-9 0,0 6-10 15,2-1-5-15,0 2-7 0,-2-3-14 0,2 1 2 16,-2-5-14-16,2-2-6 0,-1 5-13 0,2-6 5 16,1-1-6-16,-2-1 0 0,0 1-3 0,1 0 15 15,-1-6-10-15,-1 5 1 0,-1-4-8 0,4-2-3 16,-4 0-4-16,4-3-1 0,-4 2-8 0,1-1-7 16,0 1-11-16,1-9 2 0,-1 10-7 0,-4-5-2 15,5-5-2-15,-8 8-5 0,3-5 1 0,5-3-7 16,-11 5 4-16,3-4 1 0,-1 1 1 0,0-1 5 15,-3-1-3-15,2 1-1 0,0-2 2 0,-3 1 2 16,0 0 2-16,3-1-4 0,-3-2 2 0,3 3 2 16,0-2 10-16,1 1 3 0,9 1 2 15,-14-2 9-15,14 2 2 0,-9-2 2 0,9 2-4 16,0 0-3-16,-9 0-1 0,9 0-5 0,0 0 3 0,0 0 1 16,0 0 3-16,0 0 2 0,0 0 0 0,33-2 2 15,-19 3-3-15,7-2 1 0,7 2-2 0,-1-1-3 16,3-2 0-16,2 2-5 0,-2 2-22 0,-2-2-29 15,1 1-15-15,-7-1-49 0,6-1-38 16,-9 2-35-16,2-2-155 0,-2-3-358 0,-3 0 158 16</inkml:trace>
  <inkml:trace contextRef="#ctx0" brushRef="#br0" timeOffset="-140817.92">7123 15819 25 0,'5'-2'177'16,"-5"2"-3"-16,13-4 1 0,-5 3-6 0,2 0-14 16,1-1-9-16,0 1-17 0,-4 0-10 0,-7 1-12 0,19 1-10 15,-10-1-9-15,3 3-7 0,-6-1-12 16,3 1-2-16,-4-1-11 0,-5-2-3 0,9 7 0 16,-6-2-1-16,-3-5-1 0,1 13-4 0,-1-4-2 15,-3 1 2-15,0 0-4 0,-4 1-4 0,2 0-3 16,-5 3-2-16,0-1 1 0,-3 1-5 0,1 0-2 15,1 0 1-15,-1 0-5 0,0 2-3 0,2-1 3 0,1-8-7 16,-2 8 0-16,2-5 0 0,2 0 1 0,0-2 0 16,1-2-6-16,2 0-1 0,-1-1 2 15,1 0-4-15,4-5 1 0,-2 8 3 0,2-8-6 16,0 11 5-16,0-11 4 0,7 6-4 0,2-6 0 16,3 0-6-16,2-2-11 0,5-1-22 0,8-2-31 15,1 0-35-15,3 1-37 0,1-2-39 0,2-3-36 16,3 4-138-16,-4-7-373 0,4 2 165 0</inkml:trace>
  <inkml:trace contextRef="#ctx0" brushRef="#br0" timeOffset="-140653.65">7680 15880 146 0,'0'0'177'0,"14"-3"3"0,-3 3-11 0,0 0-11 16,1-1-18-16,7 2-12 0,-8-1-14 0,1 0-16 15,2 2-39-15,-4-1-38 0,4 2-59 0,-4-2-42 16,1 1-30-16,-6 0-84 0,1 1-210 0,-6-3 93 16</inkml:trace>
  <inkml:trace contextRef="#ctx0" brushRef="#br0" timeOffset="-140495.35">7689 16041 54 0,'0'0'154'0,"0"0"4"0,0 0 2 0,1 9 1 16,-1-9-19-16,0 0-6 0,9 6-16 0,-2-6-9 16,3 0-12-16,-10 0-26 0,21-3-36 0,-2 1-57 15,0-4-57-15,1 1-49 0,8-4-71 0,7 0-214 16,2 2 94-16</inkml:trace>
  <inkml:trace contextRef="#ctx0" brushRef="#br0" timeOffset="-139721.39">9290 15577 197 0,'0'0'223'16,"0"-13"-6"-16,0 13-10 0,-1-6-17 0,1 6-20 16,0 0-20-16,0 0-16 0,0 0-14 0,0 0-11 15,0 0-10-15,0 0-8 0,0 0 0 0,4 36-9 16,-3-17 1-16,-1 7-5 0,-2 1-5 0,-2 0-7 15,0 0-7-15,3 0-4 0,-3-2-4 0,2 0-5 16,5 0-2-16,-4-6-8 0,-1-1-3 0,2-1-3 16,2 0-3-16,-2-1-1 0,0 0-3 0,0-1-2 15,0-2-6-15,1-1-15 0,1-2-20 0,-1 1-30 16,-1-2-35-16,0-9-36 0,4 13-39 16,-3-6-40-16,0-2-169 0,-1-5-399 0,0 0 177 15</inkml:trace>
  <inkml:trace contextRef="#ctx0" brushRef="#br0" timeOffset="-139303.25">9581 15618 176 0,'2'-5'191'0,"-2"5"-22"15,0 0-2-15,0 0-11 0,0 0 2 0,0 0-7 16,8 16-9-16,-8-5-10 0,1 6-5 15,2 2-9-15,-3 6-12 0,0-8-11 0,1 2-10 16,0-2-6-16,3 0-7 0,1-2-5 0,3 1-9 16,-2-2-5-16,3-1 2 0,1-1-7 0,3-1-7 15,3-3-3-15,-1-2-3 0,2-1-1 0,-5-1-5 16,2-3-1-16,4-1-3 0,-4 0-3 0,-1-3 3 16,5-1-6-16,-5-2-3 0,1-3 0 0,0 0 4 15,-3-2 2-15,-3 1-1 0,1-5-2 0,-2 5-2 16,1-8 0-16,-1 3 3 0,-3-4-3 0,1 2 2 15,0 2 5-15,-1-1 5 0,-2 3 3 0,2 4 12 16,-2 2 7-16,0 1-1 0,-2 6-7 0,1-10-6 16,-1 10-4-16,1-7-10 0,-1 7 0 0,0 0-1 15,0 0 6-15,0 25 1 0,-2-11-5 0,0 5 6 16,0 1-8-16,1 5-1 0,-6-2 3 0,4 2-3 16,0-5-6-16,0 0-1 0,1-2 0 0,1 2-4 15,-1-2-3-15,2 1-26 0,0 0-43 0,2-1-42 16,-4 0-41-16,1-1-57 0,0-2-59 0,-1-3-203 15,1-2-503-15,0 1 223 0</inkml:trace>
  <inkml:trace contextRef="#ctx0" brushRef="#br0" timeOffset="-139134.28">10102 15896 23 0,'4'-6'222'0,"-4"6"-16"0,0 0-20 0,4-6-21 0,-4 6-16 16,0 0-25-16,0 0-25 0,0 0-39 16,0 0-36-16,0 0-54 0,0 0-44 0,0 0-119 15,0 0-208-15,0 0 93 0</inkml:trace>
  <inkml:trace contextRef="#ctx0" brushRef="#br0" timeOffset="-138705.25">10266 15753 76 0,'0'0'236'15,"2"-6"-19"-15,-2 6-22 0,0 0-16 0,0 0-16 0,0 0 1 16,0 0-6-16,0 0-12 0,0 0-3 16,5 26-7-16,-5-18-10 0,0 5-8 0,2-3-16 15,-2 2-5-15,1-2-12 0,0 2-5 0,0-2-6 16,3 1-7-16,0-1-8 0,0-3-7 0,1 2-1 15,0-4-5-15,4 2-2 0,0-2-6 0,0-2-1 16,2 0-4-16,1-2-5 0,2-1-2 0,-2-1-3 16,0-1-1-16,2-1-2 0,-3 0-6 0,-1-2 0 15,1-1 3-15,-2-3-2 0,0 2-2 0,1-6 0 16,1 0 0-16,-4-2-4 0,1 5 1 0,0-5-5 16,-3 5 1-16,0-6 0 0,1 5-1 0,1 0 4 15,-5 2 12-15,2 0 14 0,-1 3 3 0,-1 0 0 16,-2 6-6-16,5-9-4 0,-5 9-6 0,4-3 2 15,-4 3-1-15,0 0 14 0,0 0 0 0,5 20 3 0,-3-9 4 16,-2 1-7-16,1 3 2 0,-1 2-5 16,0 0 0-16,0 0 0 0,2 2-3 0,-2-1-15 15,2 2 17-15,-1-4-12 0,0 3-3 0,2-2-2 16,-1 1-10-16,-2-1-26 0,2 0-31 0,-2 0-37 16,0 0-50-16,-2-4-49 0,4-2-53 0,-2 1-60 15,-6 2-184-15,5-5-525 0,0 0 232 0</inkml:trace>
  <inkml:trace contextRef="#ctx0" brushRef="#br0" timeOffset="-138228.22">11148 15922 146 0,'0'0'180'0,"-11"0"-5"16,11 0-4-16,0 0-5 0,0 0-15 16,0 0-9-16,0 0-18 0,0 0 0 0,-9-2-12 15,9 2-13-15,0 0-2 0,0 0-10 0,23-2 24 0,-4 0-13 16,3 1-4-16,6-1-6 0,4 1-4 0,5 0-4 16,-1-4-2-16,0 4-1 0,-2-4 1 15,1 3 0-15,1 0 0 0,-7 1 3 0,-2-1-3 16,-5-1-3-16,-6 3-1 0,-3 0-5 0,-1 0-7 15,-3-1-2-15,-9 1-3 0,12 0-6 0,-12 0 3 16,8 0 7-16,-8 0-21 0,0 0-1 0,9 1-9 0,-9-1-1 16,0 0-1-16,0 0-2 0,0 0-9 0,0 0-14 15,0 0-36-15,-22 8-31 0,22-8-39 16,-18 5-47-16,9-3-63 0,3 1-65 0,-8-3-191 0,3 0-508 16,11 0 226-16</inkml:trace>
  <inkml:trace contextRef="#ctx0" brushRef="#br0" timeOffset="-131597.41">19061 13201 8 0,'20'-1'129'0,"-1"0"-9"0,2 1-14 0,-3-1-7 15,1-2-14-15,-4 2-7 0,-3 1-19 0,-2 0-6 16,1 0-19-16,-2 0-20 0,-9 0-26 0,13-2-29 16,-5 4-81-16,-8-2-133 0,7 0 59 0</inkml:trace>
  <inkml:trace contextRef="#ctx0" brushRef="#br0" timeOffset="-131093.66">19174 13222 70 0,'0'0'162'0,"0"0"-12"0,0 0-8 15,0 0-4-15,0 0 2 0,-2 8 12 0,2-8-6 16,-4 10-5-16,4-3-10 0,-4 1-7 0,2 3-4 0,-4 4 0 15,5 0 16-15,-1 0-7 0,-2 3-16 0,-1-1 0 16,1-1-6-16,1 3-7 0,2-4-12 0,0 0-6 16,-2 0-8-16,2-4-7 0,0 3-4 15,-1-2-5-15,2 0-10 0,2-4-3 0,-4 2-3 0,4-4-12 16,-2-6-11-16,0 12-9 0,0-12-13 16,0 0-13-16,0 0-17 0,-3 8-27 0,3-8-18 15,0 0-24-15,0 0-8 0,0 0-17 0,0 0-11 16,-14-20-3-16,10 12 3 0,2-2-10 0,-2 1-1 15,1-2-3-15,-2-1 1 0,1 0 0 0,0 0 16 0,-1 1-70 16,0-2 175-16,0 2-136 0,0 0 157 0,1-1-32 16,-5-2 2-16,2 4 16 0,-1-1 10 0,-2-2 20 15,1 3 10-15,-1 2 10 0,-2-3 5 16,-3 0 1-16,4 4 14 0,-1-3 0 0,-5 0 17 0,3 1 1 16,0 3 5-16,2 2 11 0,0-2 5 0,0 2 5 15,2-1 7-15,0 1 0 0,3 1 1 0,1 1 0 16,6 2-11-16,-8-5-9 0,8 5-6 0,0 0-6 15,0 0-2-15,0 0-5 0,26-3-6 16,-7 5-5-16,14-2-5 0,8 1-2 0,9-2-8 0,5-1 1 16,-1 4-5-16,-6-2-2 0,-8 2-5 0,-3 0-3 15,-3-1-8-15,-4 2-13 0,-9-3-22 0,-1 0-25 16,0 1-25-16,-3 1-32 0,-3 0-21 0,-3-1-30 16,-3 0-22-16,0-1-132 0,-8 0-335 0,0 0 149 15</inkml:trace>
  <inkml:trace contextRef="#ctx0" brushRef="#br0" timeOffset="-130634.1">19179 13212 105 0,'-6'-1'205'0,"6"1"-10"0,0 0-6 0,0 0-21 15,0 0-18-15,0 0-18 0,0 0-9 0,-4 8 3 16,4-8 1-16,-3 12 10 0,0-2-4 0,-2 1-14 15,1 6-7-15,-3 0 2 0,2 2 7 0,-1 5-7 16,1-5-11-16,-1-1-3 0,2 2-3 0,0-1-9 16,-1-1-8-16,0 0-6 0,0 2 2 0,2-2-4 15,-1-2-8-15,2 0-8 0,-2 0-6 0,1-3-6 16,2-3 0-16,0 3-6 0,-1-3-6 0,1 0 1 16,0-3-7-16,-2 3 0 0,2-3-2 0,1-7 1 15,-1 14-6-15,0-8-2 0,1-6-6 0,-3 10-6 16,3-10-7-16,-3 9-11 0,3-9-7 0,-5 7-3 15,5-7-19-15,-10 2-3 0,2 0-11 0,8-2-8 16,-14-2-4-16,4 0 11 0,-1-1-10 0,0 1 9 16,0 0 6-16,1-1 4 0,-2 1 7 0,4 0 3 15,0-1 1-15,8 3 4 0,-12-2 14 0,12 2-6 16,-10-2-2-16,10 2 4 0,-10 0 2 0,10 0-1 16,0 0 2-16,-11 2 4 0,11-2 1 0,0 0 0 15,-6 3 2-15,6-3 6 0,0 0-1 0,0 9 6 16,0-9 9-16,0 0 6 0,11 12 0 0,0-8-2 15,5 0 0-15,3 1-2 0,2-3 0 0,7 2 0 16,1-2 4-16,2-2-32 0,1 1-29 0,-1 1-44 16,-2-2-50-16,-1 0-33 0,-6 0-36 0,-4-2-121 15,-4 1-357-15,3-3 158 0</inkml:trace>
  <inkml:trace contextRef="#ctx0" brushRef="#br0" timeOffset="-130387.89">19394 13585 42 0,'4'-3'163'0,"-4"3"-10"16,0 0 3-16,0 0 0 0,0 0 1 0,0 0 4 16,12 8 1-16,-11-2 4 0,1 0-6 0,0 4-1 0,-2 0 13 15,-2 2-11-15,0 0-8 0,1 0 0 0,-1-1-12 16,0 2-8-16,-2 4-7 0,0 1-9 16,-1-4-5-16,2-2-4 0,2-1-14 0,0-2-8 15,-2 1-6-15,1 1-6 0,3-3-10 0,3-2-2 16,-4-6-4-16,1 13-4 0,4-6-11 0,-1-2-2 0,6 0-9 15,3-3-13-15,-1-1-40 0,7 1-30 0,-3-5-33 16,2 1-38-16,0-1-38 0,1-4-40 16,2 0-24-16,4-6-36 0,-4 5-173 0,2-7-469 15,2-1 208-15</inkml:trace>
  <inkml:trace contextRef="#ctx0" brushRef="#br0" timeOffset="-130226.18">19995 13571 97 0,'0'0'170'0,"0"0"0"0,16 1-10 0,-16-1-11 0,13 1-15 16,-6 1-12-16,4-1-14 0,-1-1-8 15,-2 1-17-15,0 1-29 0,2 1-30 0,-1 0-42 0,2 0-29 16,-6-1-43-16,-1 2-31 0,-4-4-62 16,0 0-197-16,0 11 87 0</inkml:trace>
  <inkml:trace contextRef="#ctx0" brushRef="#br0" timeOffset="-130097.54">20065 13722 49 0,'-2'10'140'16,"2"-10"-11"-16,0 12-2 0,0-5-3 0,0-7-3 16,0 13-5-16,3-6-9 0,0-3-6 0,2 0-9 15,3 1-11-15,2-3-12 0,5-2-27 0,3 0-31 16,4 0-38-16,11-4-44 0,4 2-132 16,3-3-217-16,10-7 96 0</inkml:trace>
  <inkml:trace contextRef="#ctx0" brushRef="#br0" timeOffset="-129495.14">21264 13137 126 0,'-1'-16'200'16,"-1"2"-2"-16,0 2-3 0,1-1-13 0,1 3 1 15,-2 0 0-15,2 10-3 0,0-14-6 0,2 9-5 16,-2 5-11-16,-2-12-9 0,2 12-9 0,0-8-17 0,0 8-12 15,0 0-9-15,-1-9-15 0,1 9-11 0,0 0-8 16,0 0-9-16,0 0 1 0,0 0-10 0,0 0-1 16,0 0-4-16,0 0 4 0,1 30-1 15,1-12-1-15,0-1 4 0,-1-1-10 0,1 4 0 0,1 5 7 16,0 1 2-16,-2 0-1 0,-1-2-10 0,-1-5 8 16,2 5-11-16,-1 2 0 0,0-7-3 0,0-1-6 15,0 1 7-15,1-3-7 0,1 0-6 16,-2-4 2-16,1 1-2 0,0-2-4 0,1 0 7 0,-1-1-6 15,0 0-2-15,2 0-4 0,-2-2-2 0,0 0 0 16,1-1-15-16,-1-1-21 0,-1-6-21 0,1 11-25 16,1-7-29-16,-2-4-23 0,0 0-33 0,1 8-32 15,-1-8-50-15,0 0-34 0,0 0-179 0,0 0-489 16,0 0 217-16</inkml:trace>
  <inkml:trace contextRef="#ctx0" brushRef="#br0" timeOffset="-128634.18">21465 13154 57 0,'0'0'187'0,"0"0"-4"0,0 0-12 0,0 0-13 16,0 0-8-16,0 0-12 0,-2-9-11 0,2 9-16 16,0 0-8-16,0 0-6 0,0 0-8 0,0 0-4 15,0 0-6-15,0 0-4 0,0 0-8 0,0 0 5 16,0 0-6-16,0 0-2 0,0 0-2 0,0 0 4 16,0 0 2-16,0 0-1 0,0 0 1 15,0 0-3-15,0 0 2 0,0 0-5 0,0 0-3 0,0 0 3 16,0 0-9-16,0 0 0 0,0 0-3 0,0 0-3 15,0 0-6-15,0 0-4 0,0 0-1 0,0 0-4 16,0 0-2-16,0 0-1 0,0 0-3 0,0 0 2 16,0 0-5-16,0 0-1 0,0 0-1 0,0 0-2 15,0 0 0-15,0 0-3 0,0 0-2 0,0 0-1 16,0 0 0-16,0 0-3 0,0 0 0 0,0 0 1 16,0 0-6-16,0 0 3 0,0 0-3 0,0 0 6 15,0 0-7-15,0 0 3 0,0 0-4 0,0 0 0 16,0 0-4-16,0 0 1 0,0 0 0 0,0 0 0 15,0 0 1-15,0 0 0 0,0 0-5 0,0 0 4 16,0 0 1-16,0 0-2 0,0 0 0 0,0 0 0 16,0 0 3-16,0 0-2 0,0 0-5 0,0 0 2 0,0 0 5 15,0 0-2-15,0 0 0 0,0 0-3 0,0 0 0 16,0 0 3-16,0 0 3 0,0 0 3 0,0 0-10 16,0 0 4-16,0 0 1 0,0 0-5 15,0 0 6-15,0 0-1 0,0 0-1 0,0 0 1 0,0 0-5 16,0 0 3-16,0 0 5 0,0 0-3 0,0 0-3 15,0 0 1-15,0 0 4 0,0 0-3 0,0 0 0 16,0 0 1-16,0 0 0 0,0 0-2 0,0 0 1 16,0 0 1-16,0 0-1 0,0 0 3 0,0 0 0 15,0 0 2-15,0 0-2 0,0 0 1 0,0 0-1 16,0 0 2-16,0 0-4 0,0 0 5 0,0 0-4 16,0 0-2-16,0 0 0 0,0 0 2 0,0 0-2 15,0 0-2-15,0 0 2 0,0 0 0 0,0 0 0 16,0 0 1-16,0 0-3 0,0 0 2 0,0 0 3 15,0 0-2-15,0 0 0 0,0 0 1 0,0 0 0 16,0 0 2-16,0 0-1 0,0 0-2 0,0 0 2 16,0 0-3-16,0 0 5 0,0 0-4 0,0 0 1 15,0 0 2-15,0 0-2 0,0 0-4 0,0 0 1 16,0 0 2-16,0 0 1 0,0 0-4 0,0 0 1 16,0 0-1-16,0 0 2 0,0 0 0 0,0 0 1 15,0 0-4-15,0 0-4 0,0 0-1 0,0 0-6 16,0 0 2-16,0 0-10 0,0 0-3 0,0 0-11 15,0 0-8-15,0 0-20 0,0 0-19 0,0 0-24 16,0 0-19-16,0 0-20 0,0 0-11 0,0 0-12 16,0 0-11-16,0 0-14 0,0 0-154 0,0 0-376 15,0 0 167-15</inkml:trace>
  <inkml:trace contextRef="#ctx0" brushRef="#br0" timeOffset="-127693.95">21218 13062 30 0,'0'0'43'0,"0"0"-1"0,0 0-1 16,0 0 3-16,0 0-6 0,0 0-1 15,-5 4 6-15,5-4-8 0,0 0 0 0,0 0-2 16,0 0-3-16,0 0 5 0,0 0-7 0,0 0 18 16,0 0-4-16,0 0-12 0,0 0 0 0,0 0 12 15,0 0 0-15,0 0 3 0,0 0 0 0,0 0-1 16,0 0-5-16,0 0 6 0,0 0-7 0,0 0-3 15,0 0-13-15,0 0 7 0,0 0-11 0,0 0 7 16,0 0-5-16,0 0-1 0,0 0 0 0,0 0-3 16,0 0-6-16,0 0 1 0,0 0-1 0,0 0 7 0,0 0 0 15,0 0 8-15,0 0 1 0,0 0 10 0,0 0 4 16,0 0 6-16,0 0 0 0,0 0 5 0,0 0-6 16,0 0 0-16,0 0-2 0,0 0 0 15,0 0 0-15,0 0 4 0,0 0-4 0,0 0 1 0,0 0 0 16,0 0 13-16,0 0-17 0,0 0-5 0,0 0-1 15,0 0-9-15,0 0-2 0,0 0-1 0,-10 5 3 16,5 3 3-16,-2-1 7 0,-1 3-2 0,-4 3-2 16,-1 0 0-16,-5 6 0 0,4-3-3 15,-5 3 0-15,3 0-2 0,-5-2-1 0,3 1-2 0,2-5-1 16,2 1-2-16,2-2-2 0,-3 2-2 0,3-2 0 16,-1-2-1-16,5-1-4 0,-2-1 2 0,2 0-2 15,2-2-2-15,1-1-2 0,0-2 2 0,0 1-1 16,5-4-2-16,-5 6 0 0,5-6 1 0,-6 5 2 15,6-5-1-15,0 0 3 0,0 0-3 0,0 0 1 16,0 0 2-16,16 3 1 0,-5-3 2 0,1-2 3 16,2 1-6-16,3-1 3 0,3-1 0 0,0 0-3 15,-2 1 3-15,4 0-8 0,7-1 1 0,1 3 0 16,-2-1-4-16,-1-1-9 0,0 1-19 0,-6 0-17 16,1-2-19-16,5 3-22 0,1-4-18 0,-7 2-37 15,8-2-12-15,-7 3-24 0,-1-1-23 0,-1 0-123 16,-3-1-347-16,-4 0 153 0</inkml:trace>
  <inkml:trace contextRef="#ctx0" brushRef="#br0" timeOffset="-127158.02">21684 13164 81 0,'-2'-7'239'15,"2"7"-5"-15,0 0-10 0,0 0-17 0,-1-11-17 16,1 11-20-16,0 0-12 0,0 0-23 0,0 0-14 16,0 0-9-16,0 0-7 0,0 0-10 0,-21 15-13 15,16-10-4-15,0 4-8 0,0-3-6 0,1 4-2 16,1 2-3-16,3-1 0 0,2 3-8 0,-1-2-5 16,3 3-2-16,1 2-8 0,3-1 3 0,3-1-3 15,-1 0-7-15,3-1 1 0,-3-2-6 0,4 3-4 16,-1-2 0-16,-4 0-4 0,-1-2 3 0,-1-2-4 15,2 1 1-15,-2 0-5 0,-3-5 0 0,-1 2 1 16,0-1 0-16,-2 0-1 0,-1-6 2 0,-2 10-5 16,2-10 4-16,-12 10-1 0,1-6-4 0,-1-2 2 15,-1-1-1-15,-1 0-3 0,-4-1 7 0,4-1-9 16,2 0-2-16,0-2 2 0,3 0 1 0,0-2 0 16,4 0 1-16,-2 1-5 0,3-4 0 0,1 2 3 15,3 6-3-15,-1-16 0 0,3 8-3 0,5-2 3 16,0-2-1-16,4-1-1 0,1-1 2 0,4 0-3 15,-2 0 2-15,6-3 1 0,2-1-1 0,-7 6 2 16,6-5-6-16,-7 4 9 0,2 0-5 0,4-4 1 16,-9 3 0-16,1 0 2 0,-1 3-1 0,-3 0 7 15,-2 3 4-15,3-6 2 0,-6 3 3 0,2 4 5 16,-3-3 1-16,-2 10 1 0,-1-12-5 0,1 12 2 16,-1-13-7-16,-4 9 1 0,5 4-4 0,-12-4 1 15,4 2-5-15,-5 2 4 0,-2 3-5 0,1-1 2 16,-1 4-7-16,1 0 2 0,-1 4-10 0,-1-2-17 15,3 2-25-15,2 2-31 0,2 1-40 0,1 0-55 16,5 0-50-16,0 1-227 0,0-4-490 0,2 2 218 0</inkml:trace>
  <inkml:trace contextRef="#ctx0" brushRef="#br0" timeOffset="-126703.46">20958 13845 97 0,'-6'-5'188'0,"6"5"-17"0,0 0-14 15,15-7-10-15,5 4-13 0,9 1-10 0,11-3-7 16,18-1-8-16,33 0-6 0,-26 2-3 0,30-2-7 15,-4 0-4-15,-28 3 5 0,4 2-3 0,-1-3 1 16,-2 1 1-16,-5-1-6 0,-4 0-2 0,-3 1 0 16,-15 1-10-16,-3 0-8 0,-4-1-5 0,-2 1-5 15,-11 1-6-15,-4-1-9 0,-2 2 1 0,-4 0-8 0,-7 0-13 16,13-2-18-16,-13 2-20 0,0 0-13 16,6 4-34-16,-6-4-39 0,0 0-36 0,-33 13-32 15,7-4-45-15,-7-2-116 0,0 0-357 0,-2 1 158 16</inkml:trace>
  <inkml:trace contextRef="#ctx0" brushRef="#br0" timeOffset="-126451.59">21452 13967 97 0,'14'-12'249'0,"-14"12"-6"0,0 0-1 0,0 0-10 0,0 0-14 16,6-5-24-16,-6 5-19 0,0 0-21 15,0 0-10-15,0 0-9 0,3 12-9 0,-3-2 2 0,-1 2 2 16,-1 3-10-16,1 3-12 0,-2 6-3 0,1-4-5 16,-1 5-7-16,1-4-4 0,-1 2-9 15,-1-3-8-15,-1-1-5 0,3 0-8 0,-1-2-7 16,1 1-3-16,0 0-11 0,0-4-25 0,-1 1-28 16,2-3-37-16,0 0-37 0,1-3-41 0,-3 1-44 0,3-3-51 15,0-7-37-15,-1 11-166 0,1-11-463 0,0 8 205 16</inkml:trace>
  <inkml:trace contextRef="#ctx0" brushRef="#br0" timeOffset="-126159.54">21663 14158 117 0,'0'0'195'16,"6"-6"-12"-16,-6 6-3 0,0 0-9 0,0 0 1 15,0 0 2-15,0 0-4 0,0 0-13 0,-1 25-18 16,1-17-12-16,0-8-20 0,1 16-13 0,0-8-3 15,1 0-3-15,3 0-4 0,1-1-7 0,6 1-1 16,-1-3-3-16,1 0-6 0,0 0-1 0,5-3 0 16,3 0-9-16,0-4-1 0,-1-1-3 0,0 0-5 15,-1-1-2-15,1 1 10 0,-1-6-14 0,-1 1 6 16,-3 0-5-16,-4-2 1 0,3 2 1 0,-6-3-15 16,0 0 2-16,-4-1 3 0,-1 2-12 0,-2-2-2 15,-4 2-7-15,0 0-3 0,-5 0-11 0,0 2-11 16,-5-1-14-16,-2 0-26 0,-2 2-20 0,-2 2-27 15,1 1-38-15,1 2-33 0,4-3-33 0,1 3-37 16,0 2-157-16,2-1-429 0,11 1 189 0</inkml:trace>
  <inkml:trace contextRef="#ctx0" brushRef="#br0" timeOffset="-125969.77">22498 13828 84 0,'0'0'189'16,"13"-2"-4"-16,-5 2-19 0,-8 0-11 0,19 1-14 15,-11-1-20-15,2 3-18 0,3-3-25 0,-4 1-40 16,1 4-36-16,0-4-43 0,0 2-38 0,-4 0-36 16,0-1-57-16,-1 2-185 0,-5-4 82 0</inkml:trace>
  <inkml:trace contextRef="#ctx0" brushRef="#br0" timeOffset="-125850.52">22554 13969 52 0,'0'0'101'15,"0"10"-7"-15,0-10-16 0,6 8 5 0,-1-4-15 16,1-3-26-16,6 1-34 0,2-4-45 0,6 2-45 16,10-2-89-16,9-4 41 0</inkml:trace>
  <inkml:trace contextRef="#ctx0" brushRef="#br0" timeOffset="-125329.14">23691 13411 35 0,'4'-13'276'0,"-3"1"-12"0,-1 2-4 0,4 3-13 0,-3 0-12 16,3 2-7-16,-4 5-35 0,2-10-20 0,-2 10-20 16,0 0-17-16,0 0-14 0,0 0-9 0,0 0-6 15,0 0-8-15,2 30-12 0,-2-12 6 0,-2 1-22 16,-1 0-4-16,0 1-3 0,-1-2-5 0,4 0-9 16,0 0 0-16,3-1-2 0,-1 0-1 0,2-1-3 15,0-5-4-15,2 3-4 0,1-2-5 0,2-4-1 16,0 2 0-16,2-4-1 0,3 2 1 0,-1-3-9 15,4 0 5-15,-1-4-8 0,3 2-2 0,-2-6 2 16,1-2-1-16,0 2-6 0,-2-4 6 0,0-1-6 16,-2-2 3-16,0 1-5 0,-3 0 27 0,1-2-6 15,-1-2 3-15,0 0-8 0,-2-2 0 0,1 0 1 16,-1 1 4-16,-5 3-4 0,1-1-2 0,-1 3-3 16,-1 0 7-16,-1 2 4 0,1 1-5 0,0 2-8 15,-3 4-3-15,2-8 3 0,-2 8-10 0,0 0 4 16,0 0-7-16,0 0 5 0,0 0 3 0,-10 33 5 15,5-18-1-15,-1 3 1 0,1 0 3 0,-3 6-2 16,0 0-5-16,3-5 8 0,-1 5-5 0,-1-1 4 16,4-5 5-16,1 0-21 0,-1 0 16 0,0 2-5 15,3 6-3-15,0-9 6 0,1 2-4 0,3-2-4 16,-3 0-10-16,2-2-23 0,-2-3-34 0,0-1-41 16,2-1-36-16,-3 1-41 0,-1-2-57 0,1-9-53 15,0 11-38-15,-2-4-212 0,2-7-578 0,-5 5 257 16</inkml:trace>
  <inkml:trace contextRef="#ctx0" brushRef="#br0" timeOffset="-125119.64">24198 13694 2 0,'0'0'296'0,"4"-9"-3"15,-4 9-2-15,3-6-5 0,-3 6-5 0,0 0-24 16,5-7-21-16,-5 7-20 0,0 0-21 0,4-6-26 15,-4 6-18-15,0 0-17 0,0 0-12 0,0 0-16 0,0 0-19 16,0 0-31-16,0 0-33 0,0 0-41 0,0 0-32 16,0 0-40-16,0 0-46 0,-3 24-40 15,3-24-35-15,0 8-32 0,0-8-137 0,0 0-411 16,0 0 182-16</inkml:trace>
  <inkml:trace contextRef="#ctx0" brushRef="#br0" timeOffset="-124385.33">24528 13494 137 0,'0'0'204'0,"0"0"-16"0,0 0-4 15,0 0-9-15,0 0-5 0,0 0-10 16,0 0-6-16,0 0-10 0,-23 0-10 0,23 0-9 16,0 0-9-16,0 0-11 0,-14 3-7 0,14-3-7 0,-7 3-3 15,7-3-3-15,-6 4-2 0,6-4-7 0,-5 5 0 16,5-5-6-16,-6 5 3 0,6-5-11 15,-5 7-6-15,5-7-2 0,-4 7-4 0,4-7-4 16,-2 8-1-16,2-8 0 0,-1 9-6 0,1-9-4 0,3 10-2 16,-1-3 1-16,1 0-1 0,3-3-7 0,-1 4 2 15,2 0-6-15,0-1 9 0,1 1-11 16,6 1-2-16,-1 1-3 0,-3-2-2 0,2 1 1 16,-1-1 2-16,-1 1-7 0,1-3 0 0,-4 4 1 15,4-3 2-15,-3 2-6 0,0-1 3 0,0-1-4 0,-1 0-3 16,2 2 1-16,-5-1 3 0,-1-2-3 0,1 4-2 15,-1-1 1-15,-1-3 5 0,-1 1-4 16,-1-7 3-16,0 14-2 0,-4-5 6 0,0-4-4 16,-5 1 0-16,-1-1-6 0,0 1 4 0,-4-3 0 15,1-3 0-15,-4 4-1 0,3-3 1 0,2 1-3 0,0-2 7 16,-1 0-11-16,3-3 6 0,1 2-3 16,-1 0 3-16,10 1-5 0,-13-5 1 0,8 2-2 15,1-4-8-15,4 7 2 0,-6-14 1 0,5 6-7 16,2-2 6-16,2-1-1 0,3 0-1 0,0 1 0 0,4-4 1 15,3 0 0-15,1 2 7 0,0-3 1 0,5-4-4 16,-1 6-2-16,3-3 4 0,-5 5-1 0,6-5 2 16,-1 0-3-16,-5 4 1 0,1-1 4 15,-1 0-3-15,-3 1-1 0,2 1 6 0,-4-5-1 16,-2 7 0-16,-2-1 3 0,-2 1 5 0,1 0-2 0,-4-2 0 16,1 4 10-16,-4 1-1 0,1 6 1 15,-2-14-1-15,-4 7-3 0,1 3-2 0,-6-1-2 16,2 2 1-16,-3 1-7 0,-4-1 5 0,3 3-2 0,-5 3-2 15,-3 0-1-15,2 1 1 0,-2 1-7 0,2 1-15 16,4 2-19-16,-1 2-16 0,1-1-35 0,2 3-43 16,3-5-47-16,5 4-52 0,0-2-246 0,-3 1-517 15,4-3 229-15</inkml:trace>
  <inkml:trace contextRef="#ctx0" brushRef="#br0" timeOffset="-114448.31">22036 14114 58 0,'0'0'88'0,"0"0"4"0,0 0 5 16,-4-10-19-16,4 10 3 0,-4-5-9 0,4 5 4 16,-4-6-15-16,4 6 11 0,-2-7-1 0,2 7 3 15,-5-5-3-15,5 5-9 0,-6-5-1 0,6 5 2 16,0 0-6-16,-7-7 16 0,7 7-1 0,0 0-10 16,-5-3-4-16,5 3-3 0,0 0-9 0,0 0-4 15,0 0-2-15,0 0-2 0,0 0 5 0,0 0 0 0,0 0 3 16,0 0-9-16,0 0 2 0,12 16 2 15,-8-9-1-15,2-3 0 0,-1 5 11 0,0 1-5 16,1-2-3-16,-1 0-5 0,2 0 1 0,-1 3-2 16,-1-4-4-16,0 2-1 0,2 0-4 0,-2-2 0 0,0 2-3 15,-1-1-3-15,0 1 0 0,-1-3-7 0,0 1 7 16,4 0-7-16,-4-1-2 0,2 3-12 0,-1-4-16 16,0 0-26-16,1 2-34 0,-5-7-31 15,8 9-34-15,-6-7-26 0,-2-2-19 0,5 8-121 0,-2-5-330 16,-3-3 146-16</inkml:trace>
  <inkml:trace contextRef="#ctx0" brushRef="#br0" timeOffset="-114223.71">22167 14069 189 0,'0'0'190'0,"0"0"-20"0,0 0-18 0,-3-7-2 0,3 7-7 15,0 0-8-15,-13 15-4 0,5-3-16 16,-2-1-6-16,1 5-5 0,-2-2-14 0,-1 3-9 0,1-2-10 16,0 0-6-16,1 1-4 0,-1 0-5 0,-1 0-9 15,-1-1-11-15,4 0-25 0,-1-1-29 16,-1 3-38-16,2-2-31 0,4-4-35 0,-1-3-43 16,3 2-112-16,-4-1-299 0,7-9 133 0</inkml:trace>
  <inkml:trace contextRef="#ctx0" brushRef="#br0" timeOffset="-114001.73">22231 14069 207 0,'3'-5'217'0,"-3"5"-25"0,4-5-17 15,-4 5-8-15,0 0-12 0,0 0-11 16,0 0-3-16,5 18-9 0,-5-8-13 0,0 2-3 15,0 0-19-15,-1 7-5 0,-2-8-13 0,-1 5-9 16,2 2-9-16,-1-1-19 0,0-2-24 0,0 1-32 0,0-3-31 16,-1-1-37-16,3-1-33 0,0-1-32 0,-2 0-31 15,2 1-97-15,-2-3-295 0,3-8 130 16</inkml:trace>
  <inkml:trace contextRef="#ctx0" brushRef="#br0" timeOffset="-113742.28">22371 14241 26 0,'0'0'166'0,"0"0"-7"15,0 0-11-15,7-4-1 0,-7 4-17 0,0 0-4 0,0 0-7 16,0 0-3-16,11 0-4 0,-11 0-7 0,0 0-5 16,11-2-5-16,-11 2-11 0,10-3 2 0,-6 0-18 15,-4 3-4-15,7-5-2 0,-7 5-2 0,5-8-1 16,-5 8-6-16,2-9-4 0,0 4-4 15,-2 5-4-15,-2-9-6 0,2 9-7 0,-6-7-1 0,6 7-1 16,-9-7-6-16,4 4-4 0,5 3-6 0,-16-1-13 16,7 2-17-16,-3 0-26 0,0 1-32 0,3 2-25 15,-1-1-18-15,4 0-33 0,-1 2-30 16,1-1-96-16,-1-1-301 0,7-3 134 0</inkml:trace>
  <inkml:trace contextRef="#ctx0" brushRef="#br0" timeOffset="-113361.55">22582 13937 131 0,'0'0'178'0,"3"-5"-17"16,-3 5-20-16,0 0-13 0,0 0-7 0,0 0-7 15,0 0 6-15,0 0-11 0,0 0-10 16,17 11-8-16,-16-7-6 0,-1-4-9 0,3 10-6 0,-3-4-6 15,0-6-7-15,-3 14-6 0,2-7-6 0,-5 0-1 16,-1 1-4-16,3 1-7 0,-1-2-4 0,-1 3-3 16,-2-2-12-16,3-2-6 0,-1 3-8 15,1-3-8-15,1 1 1 0,2-2-3 0,0 4-4 16,1-2 0-16,-1 1-5 0,1 0 1 0,1-8 1 0,1 13 0 16,1-7 2-16,-1 0-1 0,0 1 0 0,2-1 3 15,-3-6 6-15,4 12-2 0,-2-8-1 0,-2-4 6 16,3 10-7-16,-3-10 5 0,6 7 9 0,-6-7-11 15,3 4 13-15,-3-4 9 0,0 0 6 0,0 0 0 16,0 0 5-16,-8 12-3 0,8-12 2 0,-6 1-3 16,6-1-6-16,-11 3-1 0,11-3-6 0,-12 4-19 15,7-3-6-15,5-1-56 0,-9 0-39 0,9 0-44 16,-12 1-114-16,12-1-292 0,0 0 129 0</inkml:trace>
  <inkml:trace contextRef="#ctx0" brushRef="#br0" timeOffset="-112743.88">22670 13955 8 0,'-12'-6'104'0,"6"4"-14"15,0-2 7-15,6 4-6 0,-16-9-4 0,10 5-6 16,-3 1-7-16,0 0 0 0,2 0 3 0,0 1-16 15,-3 0-2-15,-1-1-9 0,0 2-2 0,-2-1-6 16,1 3-4-16,-1-1-2 0,0 1-2 0,0-1-5 16,3 2-2-16,-2 1-5 0,2 0-10 0,2-1-26 15,3 1-16-15,1 2-41 0,4-5-33 0,-4 9-67 16,4-9-185-16,0 7 83 0</inkml:trace>
  <inkml:trace contextRef="#ctx0" brushRef="#br0" timeOffset="-112089.54">22541 13905 53 0,'-6'-7'132'15,"6"7"-7"-15,-5-5-2 0,5 5 3 0,-3-5-5 16,3 5-1-16,0 0-11 0,0 0-6 0,0 0-12 0,0 0-3 15,0 0-5-15,0 0-6 0,12-6-6 0,-12 6-1 16,16 1-8-16,-7-1-2 0,0 3-2 0,1-1-10 16,0 0-3-16,-2 2-3 0,-2-2-5 15,1 0-1-15,-2 2-2 0,1 2-7 0,-4-2-1 16,1 3 9-16,0-1-10 0,-3 3-2 0,0-9 5 0,-3 16-3 16,-1-6 0-16,-2-2 1 0,0 3-4 0,-2-5 1 15,1 3-2-15,-3-2 1 0,1-1-2 0,-1 0 0 16,0-1-2-16,-2-1-1 0,2 1 4 15,-1-1-4-15,0-1 1 0,5-3 0 0,-2 3-4 0,2 0-3 16,6-3 2-16,-8 3-3 0,8-3 1 0,-6 3-2 16,6-3-2-16,0 0 1 0,0 0 1 0,0 0-3 15,0 0-2-15,0 0 2 0,23 3 0 16,-12-3-3-16,3 1-2 0,-2 0 1 0,1 1 0 0,-1 1 2 16,0-2 0-16,2 4 0 0,-4-1-6 0,1-2 3 15,0 3 2-15,-5-1-5 0,1 0 2 0,-1 1 0 16,-3 1 0-16,2 0 0 0,-3-2 0 0,-2-4 4 15,0 13-3-15,0-13-1 0,-6 11 1 0,1-6 1 16,0-1-2-16,-4 1 3 0,-1 2-1 0,-1-4 1 16,2-1 1-16,-3 0 1 0,1 2-1 0,1-3-2 15,4 0 4-15,-3 1-5 0,-1-1 3 0,2 0-6 16,8-1-16-16,-13 2-18 0,13-2-36 0,-10 0-47 16,10 0-43-16,0 0-50 0,-7-6-113 0,7 6-351 15,0 0 156-15</inkml:trace>
  <inkml:trace contextRef="#ctx0" brushRef="#br0" timeOffset="-111695.66">23090 13720 8 0,'-16'-13'230'0,"16"13"1"16,-9-3-18-16,9 3-8 0,-9 0-6 0,9 0-6 15,0 0-4-15,-12-3-10 0,12 3-10 0,0 0-9 16,0 0-8-16,-7-2-15 0,7 2-10 0,0 0-11 16,0 0-9-16,0 0-12 0,0 0-9 0,24-8-11 15,-11 6-2-15,6-3-10 0,2 3-7 0,0-1-5 16,6 0-9-16,-6 0-8 0,0-2-21 0,-1 5-28 16,-2-5-28-16,-2 1-36 0,-2 3-34 15,-4 0-30-15,0-1-34 0,-1 1-31 0,-9 1-18 0,10-1-141 16,-10 1-397-16,7-2 176 0</inkml:trace>
  <inkml:trace contextRef="#ctx0" brushRef="#br0" timeOffset="-111534.1">23114 13797 100 0,'0'0'161'0,"-5"5"3"0,5-5-4 0,0 0 0 15,0 9-8-15,0-9-7 0,0 0-12 0,13 3-10 16,-3-1-14-16,-1-1-10 0,4-2-10 0,0 2-28 15,1-2-31-15,3 1-47 0,0 0-45 0,0-2-50 16,3 2-138-16,-7-3-269 0,5 1 119 0</inkml:trace>
  <inkml:trace contextRef="#ctx0" brushRef="#br0" timeOffset="-107951.59">24868 13721 5 0,'7'-23'155'0,"-7"23"-6"15,3-4 6-15,-3 4-8 0,0 0-7 0,0 0 1 16,4-5-10-16,-4 5-11 0,0 0-12 0,0 0-10 16,5-4-6-16,-5 4-6 0,0 0-8 0,0 0-4 15,0 0-7-15,0 0-3 0,14 9-6 0,-14-9 1 16,0 0-7-16,4 5-7 0,-4-5-3 0,4 6-1 16,-4-6-8-16,4 6 5 0,-4-6-10 0,0 0-2 15,3 7 3-15,-3-7-4 0,0 0 4 0,4 4 4 16,-4-4 5-16,0 0 6 0,0 0 5 0,0 0 5 15,0 0-1-15,0 0-4 0,0 0-5 0,0 0-2 16,0 0-1-16,0 0-7 0,0 0-1 0,0 0-4 16,0 0-4-16,-5-24-2 0,5 24-2 0,3-11-2 15,-1 4 14-15,-2 7 0 0,2-15-5 0,1 7-2 16,6-2-6-16,-6-1-2 0,3 1-5 0,2 2 3 16,-1-1-4-16,2 1-4 0,-1 2-2 0,2 0 1 15,2 3-2-15,-3 0-1 0,0 2-3 0,2 1-1 16,0 3 0-16,-2 0 3 0,1 2-5 0,-4 2-1 15,2 0 2-15,-3 3 1 0,-3 0-2 0,0 0-1 0,-1 2 8 16,-1-1-5-16,0-2-1 0,-1 4 2 0,-1-3 2 16,0-1-3-16,-2 1 0 0,2-3-2 15,-1-3 4-15,3-4 0 0,-4 12 1 0,0-10 3 16,4-2-2-16,-5 5-1 0,5-5 0 0,0 0-1 0,0 0 1 16,0 0 2-16,0 0-1 0,-7-19-4 15,9 10-1-15,1 0-1 0,2-1-4 0,1 0-1 16,-2-1 2-16,1 0-1 0,4-3-1 0,0 3 4 15,-1 0-5-15,2-1 2 0,-1 3-1 0,-2 2 2 0,2 2-4 16,-1 0 1-16,-3 2-2 0,4 1 1 0,-2 1 2 16,-7 1 2-16,11 6-1 0,-4-3 2 15,-3 2-3-15,3 1 4 0,-3 1-2 0,-2 5 4 16,2-2-4-16,-1 0 4 0,-3 2-3 0,0 1-18 0,0-2-29 16,0 2-27-16,-3-2-47 0,2-1-43 0,-2 1-40 15,1 1-32-15,0-2-122 0,0-3-393 0,2-1 174 16</inkml:trace>
  <inkml:trace contextRef="#ctx0" brushRef="#br0" timeOffset="-107522.58">25385 13685 220 0,'0'0'241'0,"2"-6"-18"15,-2 6-23-15,0 0-21 0,6-4-14 0,-6 4-17 16,0 0-7-16,0 0-12 0,0 0-4 0,0 0-10 15,6 14-10-15,-6-14-10 0,4 10 0 0,-6-4-4 16,2-6-8-16,0 12-6 0,0-12 0 0,-2 10-11 16,2-10-5-16,0 10-3 0,0-10-7 0,-2 6-3 15,2-6 3-15,0 0 11 0,0 0 6 0,0 0-6 16,0 0-4-16,0 0-2 0,0 0-5 0,0 0-7 16,0 0-4-16,0 0-8 0,0 0 1 0,-10-20-5 15,10 20-2-15,0-12-4 0,0 12-4 0,0-13 6 16,2 2-6-16,0 3-7 0,4-5 2 0,-4 2-3 15,4-1 3-15,1-2-5 0,1-2-2 0,5 1-4 16,-3-2 0-16,3 4 3 0,-1-1 0 0,-1 3-7 16,-1 1 5-16,-4 3-6 0,3 2-3 0,-2-2 2 15,0 5-1-15,0 1-3 0,-7 1 3 0,11 1 5 16,-3 4-4-16,-4 0-2 0,0 3 4 0,2-1-1 16,-5 3-1-16,3 2 0 0,-4 0 4 0,2 3-1 15,-4-3 9-15,1-1-6 0,2 7 2 0,-2-5-5 16,0 0 1-16,-1-3-1 0,2 4-5 0,-1-4-17 0,1 1-22 15,-2-1-33-15,2 0-39 0,-2-3-40 16,2-7-39-16,0 14-31 0,0-6-32 0,-5 0-144 16,5-8-434-16,-5 3 192 0</inkml:trace>
  <inkml:trace contextRef="#ctx0" brushRef="#br0" timeOffset="-107368.48">25412 13690 120 0,'0'0'207'0,"0"0"-15"16,0 0-21-16,9-15-16 0,-1 13-15 16,2 0-17-16,-1-1-26 0,1 1-32 0,2-1-37 15,-1 2-48-15,6-2-42 0,1 1-44 0,-1-2-79 16,2 1-201-16,-2 0 88 0</inkml:trace>
  <inkml:trace contextRef="#ctx0" brushRef="#br0" timeOffset="-104413.53">12475 15618 187 0,'0'0'191'0,"2"-7"4"0,-2 7-5 0,0-9-5 15,0 9-7-15,0 0-11 0,0 0-11 0,0-10-12 16,0 10-16-16,0 0-9 0,0 0-14 0,0 0-10 0,0 0-12 16,0 0-13-16,0 0-2 0,0 0-7 15,0 0-4-15,0 0-1 0,2 28-9 0,-2-17-1 16,0 1-5-16,0 3-3 0,2 0 0 0,0 0-5 15,1 2-1-15,0-5-3 0,2 3-3 0,-1-3-3 16,4 3-2-16,-1-4-3 0,3 0 0 0,-1 0-1 0,1-1-2 16,4 0 0-16,-3-4 0 0,5 1 0 15,-3-2-1-15,0-1 0 0,-1 0-4 0,1-1 1 16,-1-3-1-16,1 0 0 0,-4 0-4 0,1-1 3 16,0-3-2-16,-1-1 3 0,1 0 23 0,-3 0 2 15,3-3-3-15,-3-1-6 0,3 0 0 0,-2 0-4 0,-3-1 4 16,5-5-5-16,-4 2-3 0,-2 2 0 0,2 0 6 15,-1 0 6-15,-1 2 9 0,-2 2 4 16,1 2 9-16,-3 5-7 0,3-11-1 0,-1 5-10 16,-2 6-6-16,0 0-2 0,0 0-5 0,0 0-1 15,0 0-1-15,0 0-1 0,2 24 3 0,-4-9-6 16,0 1 0-16,-1 3-13 0,0-1 11 0,3 1 2 16,-2 0-3-16,0-1-2 0,0 0 4 0,0 0-1 15,2 0-3-15,0 1-4 0,0-1-15 0,0 1-5 16,0 0-23-16,0-3-30 0,0 1-38 0,-2-4-35 15,-1 2-52-15,3-2-42 0,-2-1-51 0,2 0-180 16,-2 0-503-16,-2-3 223 0</inkml:trace>
  <inkml:trace contextRef="#ctx0" brushRef="#br0" timeOffset="-104231.47">12866 15943 1889 0,'7'-11'182'16,"-5"0"-63"-16,2 2-27 0,1 0-38 0,-1 3-8 15,-1-1-1-15,1 2 5 0,-4 5 3 0,2-9 2 16,-2 9-1-16,5-5-6 0,-5 5-6 0,0 0-7 16,4-5-4-16,-4 5-5 0,0 0-13 0,0 0-24 15,0 0-39-15,0 0-41 0,0 0-32 0,0 0-41 16,9 10-53-16,-9-10-146 0,0 0-394 0,0 10 174 16</inkml:trace>
  <inkml:trace contextRef="#ctx0" brushRef="#br0" timeOffset="-103748.39">13126 15786 169 0,'0'0'208'15,"4"-5"-5"-15,-4 5-4 0,3-6-7 0,-3 6-12 16,0 0-17-16,5-5-13 0,-5 5-17 0,0 0-15 16,0 0-7-16,0 0-16 0,0 0-6 0,0 0-10 15,7 11-3-15,-7-11-5 0,6 9-2 0,-4-2-6 16,3 1 1-16,-1 2-5 0,3-3 1 15,0 5-1-15,-1-3-3 0,3 4-5 0,1-3-5 0,-3 0-2 16,3-1-8-16,0 1-2 0,-4 0-3 0,1 0-3 16,0-1 1-16,-3-1-3 0,0 1-4 0,2-1 0 15,-4 1 0-15,-2-1-1 0,-5-1-4 0,0 3-1 16,1-3-8-16,-5 1-14 0,2 0-13 16,-4-3-3-16,-2-3-9 0,4 0-2 0,-3 1-1 15,5-3 2-15,-6-3-4 0,4-1-1 0,0-1-2 16,0 2 7-16,5-3-2 0,-1 1-2 0,2-6 0 0,-1 0 5 15,4 0 1-15,2 0 6 0,0-5 4 0,-1 4-2 16,4-3 2-16,-1-1 3 0,1-1 3 0,3-1 2 16,1 0-3-16,1-1 7 0,-4 1 2 15,3 0 8-15,-1 3 4 0,0-1 2 0,-1-3-3 16,1 4 9-16,-3 0-2 0,0 2-1 0,-3 4 2 16,0-2 0-16,-2 0 1 0,2 5-1 0,-2 6-1 0,-2-17-3 15,-2 10 3-15,1 2-3 0,-2-1 3 16,5 6-4-16,-10-7 2 0,1 5-3 0,-3 0-2 15,1 2 1-15,0 3 0 0,-1 1-1 0,-1 0 0 16,1 2-1-16,-3 4-2 0,3-2 1 0,2 1-14 16,-1 1-14-16,1 1-21 0,3-1-31 0,3 2-39 15,4-2-36-15,0-1-48 0,2 3-146 0,3-3-374 0,4 2 166 16</inkml:trace>
  <inkml:trace contextRef="#ctx0" brushRef="#br0" timeOffset="-103572.34">13650 15827 115 0,'0'0'245'16,"11"-1"-20"-16,-11 1-18 0,11-4-23 0,-11 4-18 16,11 0-36-16,-1 0-45 0,-10 0-40 0,13 0-59 15,-2 0-51-15,-1 2-44 0,-4-1-94 0,-6-1-219 16,11 4 97-16</inkml:trace>
  <inkml:trace contextRef="#ctx0" brushRef="#br0" timeOffset="-103416.34">13744 15950 53 0,'0'0'146'0,"0"0"-2"0,2 7-8 0,-2-7-7 15,0 0-4-15,2 8-17 0,-2-8 5 0,0 0-13 16,14 3-10-16,-9-3-15 0,7 0-30 0,0-1-45 15,6-5-52-15,9-1-58 0,0 0-74 0,0-2-199 16,0 0 88-16</inkml:trace>
  <inkml:trace contextRef="#ctx0" brushRef="#br0" timeOffset="-102843.83">14937 15625 95 0,'-11'-4'208'16,"-1"-1"-3"-16,-1 2-11 0,-6 1-11 0,-2 4-9 0,-7 1-7 16,6-1-11-16,-1 1-7 0,-2 7-17 15,-4 0-14-15,12 0-8 0,0-2-12 0,3 3-9 16,-1 2-11-16,6-4-4 0,-2 3-8 0,6-1-7 16,-1-1-10-16,6 0 2 0,5 2-6 0,-1-3-4 15,1-2-4-15,5 2-1 0,2-2-3 0,2 0-3 16,-1-3-7-16,1 0-1 0,-1-1-2 0,1-2 0 0,5-2-2 15,-5-1-1-15,2-3 2 0,-3 1-2 16,3-3 13-16,0-2-2 0,-5 0 11 0,1-2 1 16,1-2 1-16,0 1 3 0,-2-4-1 0,-2 2 6 15,0 0-3-15,-1-1 0 0,-2 0 6 0,-2 1-4 16,-1 4 3-16,-1-4 13 0,0 4 0 0,1-1 3 16,0 4 11-16,-3 7 4 0,1-12 2 0,-1 12-5 15,0 0-21-15,2-12-13 0,-2 12-4 0,0 0 1 16,0 0-11-16,0 0-3 0,0 0 6 0,-4 33 2 15,-3-12-13-15,2 3-4 0,-1 1 4 0,0 0 5 16,0 1-7-16,1-1 3 0,0 1-4 0,0-2 0 16,3 1-1-16,-1-2-4 0,-1 2 0 0,-1-8-3 15,5 1 0-15,-2 0-1 0,2 0-25 0,-1-1-20 16,0 0-56-16,-2-1-49 0,-1 0-46 0,0-4-45 16,2-2-74-16,-3 1-278 0,-3-3-630 0,3 1 279 15</inkml:trace>
  <inkml:trace contextRef="#ctx0" brushRef="#br0" timeOffset="-102672.29">15049 15859 160 0,'2'-5'252'0,"-2"5"-17"0,5-4-26 15,-5 4-11-15,0 0-30 0,4-10-28 0,-4 10-29 16,0 0-44-16,0 0-47 0,0 0-60 0,0 0-52 15,0 0-146-15,0 0-259 0,0 0 115 0</inkml:trace>
  <inkml:trace contextRef="#ctx0" brushRef="#br0" timeOffset="-102323.18">15487 15629 22 0,'3'-7'269'0,"-3"7"0"0,0-9-7 0,0 9-13 16,0 0-20-16,0 0-19 0,-7-6-12 0,7 6-2 16,-15 11-11-16,1 2-10 0,-5 7-17 0,1 2 2 15,-2-1-11-15,1 3-21 0,0-1-7 0,4 0-6 0,2 1-13 16,3-7-14-16,5 2 1 0,0 0-23 16,4-1 3-16,2-2-10 0,-1 2-4 0,1-5-1 15,6 1-8-15,-1-2-2 0,2-1-7 0,-1-2-4 16,7 3 1-16,-2-6-5 0,-2-1 1 0,7 2-4 15,-4-5-5-15,1 1-6 0,-3-3 1 0,-1 0 2 16,-1-2-3-16,-1-1 3 0,2-4-9 0,-5 2 8 0,2 0-10 16,-5-1 1-16,1-4 2 0,1 0 3 15,-6 1 1-15,2 9-9 0,-2-14-4 0,-1 5-3 16,1 3 1-16,-7 1-1 0,1 1-14 0,-1 1-10 16,-5 3-26-16,3-1-36 0,-5 2-44 0,0 2-37 15,3 1-50-15,1 0-61 0,1 2-246 0,4-2-571 16,7-4 253-16</inkml:trace>
  <inkml:trace contextRef="#ctx0" brushRef="#br0" timeOffset="-101587.18">16033 15876 134 0,'0'0'195'0,"0"0"-11"15,0 0-2-15,0 0-8 0,0 0-10 0,0 0-12 16,0 0-14-16,3 24-9 0,-3-24-12 0,-3 15-5 16,3-8-12-16,0-7-6 0,0 12-8 0,0-12-6 15,-1 10-4-15,1-10 6 0,0 0 14 0,-3 7 13 16,3-7 6-16,0 0 9 0,0 0 3 0,0 0-11 15,0 0-7-15,-4 5-4 0,4-5-18 0,0 0-19 16,0 0 11-16,0 0-8 0,-6-19-13 0,6 19-4 16,0-11 2-16,0 11-6 0,1-13-9 0,2 3-8 15,1 1 3-15,2-1-10 0,-1-1-1 0,3-2-5 16,2-2 0-16,0 2-7 0,-1 5-1 0,-1 1-1 16,2-2 3-16,2 3-3 0,-2 1 0 0,1 2-5 15,1 1 0-15,-1 2-3 0,2 0-2 0,0 1 6 16,-2 4-6-16,1-1 0 0,-3 3-2 15,4 1 0-15,-2 2 3 0,-2 1-18 0,1-4 17 0,-3 2-2 16,-1 0 2-16,-1 0 2 0,-1-4-3 0,1 2 9 16,-4-1-14-16,3 0 9 0,-4-6 1 0,4 7-2 15,-4-7 8-15,3 6-8 0,-3-6 4 0,0 0 0 16,0 0 1-16,0 0-2 0,0 0 4 0,0 0-5 16,0 0-15-16,0 0 19 0,1-23-1 15,1 16-4-15,4-1-1 0,-1-1-1 0,2 0-7 0,1 0 2 16,1-1 0-16,1 0 1 0,2 2 8 0,-2 0-11 15,1 2 3-15,0 1-7 0,-4 0 1 0,2-1 5 16,0 6 2-16,-1 0-4 0,2 0-2 16,-1 4 0-16,0 0 4 0,-4 1 0 0,4 1 4 15,-3 2-9-15,-1 1 7 0,1 1-4 0,-1-1 1 16,-1 2-3-16,0-2-28 0,-2 0-32 0,1 1-40 0,0 0-49 16,-1-3-54-16,1 2-58 0,0 0-245 15,-2-6-554-15,-1-3 246 0</inkml:trace>
  <inkml:trace contextRef="#ctx0" brushRef="#br0" timeOffset="-101033.77">16981 15784 92 0,'0'0'259'16,"0"0"-13"-16,0 0-16 0,0 0-10 0,0 0-10 15,0 0-1-15,0 0-9 0,0 0-9 0,0 18-17 16,0-18-12-16,-5 13-14 0,1-7-3 0,-1 3-9 16,0-1-8-16,4 1-10 0,-3 2-7 0,0-4-21 15,2 3 5-15,-1-2-8 0,1-1-10 0,0 0-10 16,2-7-1-16,-4 11-6 0,3-6-14 0,1-5 5 16,-2 9-12-16,2-9 3 0,-3 7-2 0,3-7-1 15,0 0-2-15,-3 8 8 0,3-8 0 0,0 0 9 16,0 0 1-16,0 0 4 0,0 0-1 0,0 0-15 15,0 0-7-15,0 0 2 0,0 0-3 0,0 0-8 16,7-28 7-16,-5 18 2 0,1 1-20 0,0-4 9 16,0 3-11-16,4-6 2 0,-2-1-5 0,3-1 3 15,-3 0-3-15,4-7 2 0,1 2-20 0,-2 0 19 16,1 0-5-16,-2 5-2 0,1 0 1 0,-2 3 3 16,2-2-3-16,-2 4-2 0,1 3 1 0,-2 0 6 15,0 1-10-15,0 5-20 0,-2-1 26 0,-1 0-19 16,-2 5 4-16,0 0 9 0,0 0-8 0,18 5 2 15,-12 2 6-15,2 2-4 0,-2 1 1 0,-1-1 8 16,3 6-5-16,-1 1-1 0,-3-1 0 0,-1 4 3 16,2-1-1-16,-1 0 17 0,-3 1-15 0,2-1 4 15,-2 0 3-15,1 0 6 0,-2 0-8 0,2-1-3 16,1-3-7-16,-2 4 7 0,0-3 6 0,1-1-10 16,0-4-1-16,-1 2 1 0,1-2 4 0,-1 0-2 15,1-1-4-15,1 3-7 0,-3-7-11 0,1 3-24 16,-1-8-25-16,3 10-30 0,-2-5-25 0,-1-5-29 15,0 0-20-15,0 0-29 0,0 0-58 0,0 0-45 16,0 0-230-16,0 0-576 0,0 0 255 0</inkml:trace>
  <inkml:trace contextRef="#ctx0" brushRef="#br0" timeOffset="-100870.04">16966 15834 19 0,'0'0'219'0,"0"0"2"0,0 0-21 16,0 0-13-16,0 0-17 0,0 0-18 16,0 0-11-16,25-8-16 0,-13 7-33 0,6-2-39 15,0 2-63-15,2-4-74 0,8 0-61 0,0-3-79 0,-1 2-241 16,-1-2 106-16</inkml:trace>
  <inkml:trace contextRef="#ctx0" brushRef="#br0" timeOffset="-100746.64">17362 15757 123 0,'0'0'126'16,"0"0"-11"-16,7 3-14 0,-7-3 0 0,3 4-11 16,-3-4-7-16,0 0-10 0,0 0-23 0,3 6-36 0,-3-6-33 15,0 0-45-15,0 0-69 0,0 0-142 16,-17 2 63-16</inkml:trace>
  <inkml:trace contextRef="#ctx0" brushRef="#br0" timeOffset="-99939.52">14869 16348 142 0,'-31'2'136'15,"4"2"1"-15,6-1-9 0,-6-1-10 0,7 1 8 16,1-1-7-16,3 1-8 0,-2 1-7 0,6-2-6 16,-1 2-12-16,2-1-6 0,5 0-9 0,-2-3-8 15,3 3-3-15,5-3 4 0,0 0 2 0,0 0 1 16,0 0 4-16,14 9-4 0,6-5-1 0,12 0 0 16,9-2 0-16,17 0-3 0,5 2-4 0,31-3-1 15,7-4 1-15,4-1-4 0,11 4-4 0,7-5 1 16,7 3 3-16,7-3-6 0,5 2-2 15,6 3 3-15,4 0-4 0,4 0 8 0,0 0-7 0,-3 0 1 16,-1-1 11-16,-7-2 15 0,-5 1 5 0,-3 2-3 16,-14 4 11-16,-7-4 6 0,-10 0-3 15,-11-2 4-15,-30 2 6 0,24 0-6 0,-31 2 1 16,-7-4-12-16,-14 4-3 0,-4-2-8 0,-3 2-12 16,-10-2-1-16,-7 2-11 0,-2-4-18 0,-2 4-20 15,-2-2-51-15,-1 1-26 0,-6-1-68 0,0 0-87 0,5 5-142 16,-5-5-213-16,0 0-625 0,0 0 278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6T10:42:47.5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20713 5399 73 0,'0'0'84'0,"0"0"1"0,0 0 2 16,0-11-5-16,0 11 15 0,0 0-9 0,0 0-5 15,-1-9-6-15,1 9-6 0,0 0 0 16,0 0 0-16,0 0-4 0,0 0-2 0,0-9 1 16,0 9-8-16,0 0 0 0,0 0-7 0,0 0-7 0,0 0 0 15,0 0-3-15,0 0-4 0,0 0-1 0,0 0-7 16,0 0-4-16,0 0 4 0,0 0-5 0,0 0-3 15,0 0-1-15,0 0-1 0,0 0-4 0,0 0-1 16,0 0-6-16,0 0 0 0,0 0 1 16,0 0-2-16,0 0 0 0,0 0-1 0,0 0-3 0,0 0 0 15,0 0-2-15,0 0 5 0,0 0-5 0,0 0 2 16,0 0-2-16,0 0 3 0,-5 28-5 0,5-28 2 16,0 11 1-16,1-5 1 0,-1-6 3 0,-1 14-6 15,2-6 3-15,-1-1 0 0,0-7-6 0,1 16 6 16,2-10-1-16,-2 2 2 0,-1-8 4 0,1 15-3 15,1-8-2-15,-1 2 0 0,0-1 0 0,0 0 4 16,2 0 2-16,0 1 6 0,-1 0-2 0,-1-2 2 16,1 0-5-16,-1 0 0 0,-1-7 4 0,1 10-5 15,1-5 0-15,-2-5 2 0,2 10-2 0,-2-10 3 16,1 6 1-16,-1-6 9 0,0 0 12 0,4 7 7 16,-4-7 10-16,0 0 4 0,0 0-1 0,0 0 3 15,0 0-5-15,4 5-7 0,-4-5-1 0,0 0-6 16,0 0 0-16,0 0-7 0,0 0-2 15,0 0-1-15,4-23-4 0,-2 14-2 0,2 1-5 0,3-3-1 16,2-6-7-16,7-7-19 0,6 0-25 0,12-14-33 16,2-1-62-16,27-20-55 0,-22 17-196 0,32-23-411 15,5-8 183-15</inkml:trace>
  <inkml:trace contextRef="#ctx0" brushRef="#br0" timeOffset="2600.71">29093 5243 30 0,'0'0'68'0,"0"0"-9"0,0 0-3 15,0 0-5-15,0 0 9 0,0 0-16 0,0 0 0 16,0 0-6-16,0 0 5 0,0 0-4 0,0 0 5 16,0 0 2-16,0 0 0 0,0 0 0 0,0 0-9 15,0 0-3-15,0 0 6 0,0 0-3 0,0 0 1 16,0 0-9-16,0 0-4 0,0 0-1 0,0 0 3 16,0 0-11-16,0 0 4 0,0 0-1 0,0 0 5 15,0 0-3-15,0 0-5 0,0 0-2 0,0 0 4 16,0 0-3-16,0 0 4 0,0 0-10 0,0 0 6 15,0 0-2-15,0 0-1 0,0 0 4 0,0 0-7 16,0 0-1-16,0 0-6 0,0 0 13 0,0 0-10 16,0 0-5-16,0 0 7 0,0 0-2 0,0 0 0 15,0 0 0-15,0 0-1 0,0 0-7 0,0 0 6 16,0 0-4-16,0 0-1 0,0 0 3 0,0 0 3 16,0 0-5-16,0 0 6 0,0 0-5 0,0 0 6 15,0 0-7-15,0 0-1 0,0 0-1 0,0 0 0 16,5 14 6-16,-5-14-8 0,0 0 0 0,2 6 8 15,-2-6-5-15,0 0 5 0,5 7-3 0,-5-7 1 16,3 4 1-16,-3-4-3 0,0 0-4 0,0 0 5 16,0 0-5-16,0 0 6 0,4 7 3 0,-4-7-1 15,0 0 6-15,0 0 10 0,0 0-8 0,0 0 3 16,0 0 4-16,4 4 7 0,-4-4-9 0,0 0 4 0,0 0 2 16,0 0 9-16,0 0 5 0,0 0 6 0,0 0 5 15,0 0 1-15,0 0-5 0,0 0-3 16,11-12-4-16,-2 5-6 0,8-5-5 0,6-4 1 15,6-1-4-15,6-2-10 0,17-6-25 0,3-5-28 16,33-9-46-16,5-2-65 0,1 1-118 0,13-9-292 0,11-8 130 16</inkml:trace>
  <inkml:trace contextRef="#ctx0" brushRef="#br0" timeOffset="15721.38">26461 6178 89 0,'0'0'78'0,"0"0"-1"0,0 0-5 16,0 0-6-16,0 0-12 0,0 0-8 0,0 0 9 16,0 0-23-16,0 0 6 0,0 0 2 0,-7-10 2 15,7 10-16-15,0 0 19 0,0 0-13 0,0 0-2 16,0 0 3-16,0 0-1 0,0 0 2 0,0 0-3 16,0 0-9-16,0 0 2 0,0 0 11 0,0 0-10 15,0 0 3-15,0 0 0 0,0 0 0 0,0 0 5 16,0 0-5-16,0 0-3 0,0 0 8 0,0 0-6 15,0 0 1-15,0 0 1 0,0 0-8 0,0 0 8 16,0 0 0-16,0 0-5 0,0 0 1 0,0 0 0 16,0 0 3-16,0 0 0 0,0 0 4 0,0 0-2 15,0 0-8-15,0 0 4 0,0 0-1 0,0 0 0 16,0 0 2-16,0 0 0 0,0 0-5 0,0 0 0 16,0 0-5-16,0 0 1 0,0 0-2 0,0 0-3 0,0 0-1 15,0 0 1-15,25 4 0 0,-2-4-4 16,13 1-1-16,22-2 2 0,9-2 0 0,28 1-13 0,3-4-36 15,1 11-40-15,-2-11-38 0,-5 3-169 0,2 0-310 16,-31-6 138-16</inkml:trace>
  <inkml:trace contextRef="#ctx0" brushRef="#br0" timeOffset="21348.81">17848 5037 90 0,'0'0'117'0,"6"-3"-14"0,-6 3-6 0,0 0-9 16,0 0-15-16,5-3-5 0,-5 3-8 0,0 0-8 15,0 0-10-15,0 0-22 0,0 0-21 0,0 0-9 16,0 0-21-16,0 0-23 0,0 0-65 0,0 0-130 16,-30 11 58-16</inkml:trace>
  <inkml:trace contextRef="#ctx0" brushRef="#br0" timeOffset="22933.1">18551 6518 15 0,'0'0'66'0,"0"0"-10"0,0 0-10 15,0 0 6-15,0 0-7 0,0 0-6 0,0 0-4 16,0 0-2-16,0 0-3 0,0 0-5 0,0 0 1 16,0 0-4-16,0 0 0 0,0 0-1 0,0 0 2 15,0 0 3-15,0 0-1 0,0 0-8 0,0 0 6 0,0 0 0 16,0 0-3-16,0 0-2 0,0 0 0 15,0 0-1-15,0 0 1 0,0 0-8 0,0 0 3 16,0 0-11-16,0 0 11 0,0 0 1 0,0 0-11 16,0 0 3-16,0 0-3 0,0 0 0 0,0 0 5 0,0 0 1 15,0 0 3-15,0 0-11 0,0 0 5 0,0 0-11 16,0 0 9-16,0 0-3 0,0 0 2 16,0 0-6-16,0 0 2 0,0 0 10 0,0 0-3 15,0 0-15-15,0 0-9 0,0 0-11 0,0 0-19 16,0 0-81-16,0 0-140 0,0 0 62 0</inkml:trace>
  <inkml:trace contextRef="#ctx0" brushRef="#br0" timeOffset="30834.17">27698 3825 7 0,'-2'-6'16'0,"2"6"-2"0,0 0 0 0,0 0 3 16,0 0 2-16,0 0-13 0,0 0 9 0,-2-8-8 15,2 8 4-15,0 0-5 0,0 0 5 0,-3-6-3 16,3 6-2-16,0 0 3 0,0 0-3 0,-6-5 3 15,6 5-7-15,0 0 3 0,0 0-2 0,0 0 8 16,0 0-11-16,0 0 0 0,0 0 0 0,0 0 2 16,0 0 2-16,0 0-4 0,0 0 4 0,0 0-7 15,0 0 7-15,0 0-1 0,0 0 3 16,0 0-5-16,0 0-2 0,0 0 1 0,0 0 1 0,0 0-1 16,0 0-1-16,0 0 0 0,0 0-2 0,0 0 3 15,0 0 1-15,0 0-1 0,0 0 3 0,0 0 1 16,0 0-5-16,0 0 0 0,0 0 8 15,-6 14-8-15,6-14 2 0,0 0 7 0,0 0 0 0,0 0 0 16,0 0-4-16,0 0 1 0,0 0 9 0,0 0 6 16,0 0-2-16,0 0 5 0,0 0-9 0,0 0 4 15,0 0 8-15,0 0 0 0,0 0-6 0,0 0 2 16,0 0 5-16,0 0 4 0,0 0-8 0,0 0-1 16,0 0 1-16,0 0-6 0,0 0-1 0,0 0-1 15,0 0 10-15,0 0-14 0,0 0 0 0,0 0 1 16,9-22 1-16,-9 22 1 0,1-7-13 0,-1 7 16 15,0 0-10-15,0 0 4 0,0-10-2 0,0 10-7 16,0 0 6-16,0 0-3 0,0 0-7 16,0 0-2-16,0 0 10 0,0 0-9 0,-6-7 6 15,6 7-3-15,0 0 2 0,0 0-1 0,0 0-6 16,0 0 16-16,0 0-11 0,-14 14 0 0,14-14 8 0,-2 6-9 16,2-6 0-16,0 0 0 0,-7 7 1 0,7-7-5 15,0 0 6-15,-6 3-6 0,6-3 3 0,0 0 3 16,0 0 9-16,-2 7-17 0,2-7 7 0,0 0-1 15,0 0 0-15,0 0-9 0,0 0 13 0,0 0-3 16,0 0 4-16,0 0-7 0,0 0 7 0,0 0-3 16,0 0 10-16,0 0-13 0,0 0 2 0,0 0 4 15,0 0-4-15,0 0-4 0,0 0 5 0,0 0 5 16,0 0-4-16,0 0 0 0,0 0 3 0,0 0-3 16,0 0 7-16,0 0-7 0,0 0 1 0,0 0 0 15,0 0-3-15,0 0 4 0,0 0-5 0,-7 1 0 16,7-1-5-16,0 0 20 0,0 0-21 0,-10 3 3 15,10-3-6-15,-8 5 11 0,8-5-7 0,-7 5 6 16,7-5 2-16,-6 6-4 0,6-6-2 0,-3 6 4 16,3-6 2-16,0 0-5 0,0 0 4 0,0 10 4 15,0-10-7-15,0 0 4 0,5 9-6 0,-1-6 12 16,3-1 0-16,-7-2-11 0,13 4 9 0,-6-4-3 16,-7 0 5-16,14 1 0 0,-8-1-2 0,-6 0 3 15,12 2-13-15,-12-2 11 0,12 1-6 0,-12-1 6 16,0 0-4-16,10-3 5 0,-10 3 4 0,0 0-4 15,7-3 2-15,-7 3 3 0,0 0 3 16,4-5-4-16,-4 5-2 0,0 0-1 0,0 0-2 0,2-9 6 16,-2 9-4-16,0 0-7 0,0 0 7 0,-8-13-5 15,8 13-4-15,-3-3-3 0,3 3-1 0,0 0 6 16,0 0-2-16,-7-7-2 0,7 7 4 0,0 0 2 16,0 0-7-16,0 0 17 0,-13 5-21 0,13-5 14 15,-5 6-10-15,5-6 2 0,0 0 2 0,-9 7 11 16,9-7-12-16,-2 7-6 0,2-7 6 0,0 0 2 15,-2 7-1-15,2-7-1 0,0 0-5 0,0 0 3 16,0 0-2-16,4 10 15 0,-4-10-17 0,8 3 9 16,-8-3 14-16,0 0-19 0,0 0 7 0,0 0-8 15,8 0 9-15,-8 0-9 0,0 0-2 16,0 0 8-16,0 0-5 0,9-8 10 0,-9 8 1 0,0 0-6 16,4-7 3-16,-4 7-9 0,0-8 0 0,0 8-4 15,0 0 7-15,-2-12 0 0,2 12 2 0,-2-10-2 16,2 10-8-16,0 0 9 0,-3-6-3 0,3 6-2 15,0 0-1-15,-8-4 0 0,8 4 2 16,0 0-4-16,-19 4 8 0,11-1 0 0,0 3-4 0,0-2 1 16,3 0-1-16,1 1 6 0,4-5 1 0,-8 9 1 15,5-7-5-15,3-2 3 0,-4 6-8 0,4-6 0 16,0 10 8-16,0-10-8 0,0 0 7 0,6 8-3 16,-6-8 3-16,7 3-3 0,-7-3 8 15,9 1 2-15,-9-1-6 0,9 0 7 0,-9 0-3 16,0 0 4-16,11-4-13 0,-6 0 10 0,-5 4 0 0,4-4-4 15,-4 4-2-15,5-10 1 0,-5 10 2 0,3-10-4 16,-3 10-5-16,0-9 6 0,0 9-6 0,0-9 4 16,0 9-3-16,0 0 0 0,-6-8 3 15,6 8-2-15,-4-3 2 0,4 3-3 0,-7-4-5 16,7 4 7-16,0 0-10 0,-13 7 9 0,13-7-1 0,-8 6 0 16,4-1-3-16,2 1 12 0,2-6-15 0,-7 9 4 15,6-2 2-15,1-7 5 0,-1 7-4 0,1-7 2 16,2 10 6-16,-2-10-4 0,3 8-4 15,-1-4-1-15,-2-4 5 0,6 5 1 0,-6-5 2 16,5 3 17-16,-5-3 6 0,0 0-7 0,11 1 4 0,-11-1-2 16,0 0-1-16,0 0-12 0,9-9 2 0,-6 4 1 15,-3 5-1-15,2-8-6 0,-2 8 0 0,2-10 3 16,-2 10-3-16,-4-10-2 0,4 10-1 16,-7-10-4-16,3 5-8 0,-1 1-8 0,5 4-1 0,-12-7-6 15,4 6-1-15,8 1-5 0,-13-2-1 0,13 2-14 16,-17 4-15-16,7 0-15 0,0 2-19 0,1 0-49 15,1 3-154-15,-1-3 69 0</inkml:trace>
  <inkml:trace contextRef="#ctx0" brushRef="#br0" timeOffset="32417.04">27861 6974 55 0,'0'0'105'0,"0"0"-9"0,0 0-7 15,0 0-13-15,0 0 2 0,0 0-6 0,0 0-1 0,0 0-8 16,0 0-1-16,0 0-3 0,0 0 10 0,0 0-10 16,0 0 0-16,0 0-1 0,0 0 0 0,0 0-4 15,-12-2 0-15,12 2-2 0,0 0-1 0,0 0-1 16,0 0-2-16,-9 5-3 0,9-5 0 0,-6 4-6 15,6-4-2-15,-7 2-1 0,7-2-6 0,-8 6-1 16,8-6 2-16,-6 4-7 0,6-4 3 0,-4 6-4 16,4-6-3-16,-3 7-3 0,3-7 0 0,0 0 3 15,-3 7 4-15,3-7-3 0,0 0-2 0,0 0-5 16,0 0 1-16,-1 8-5 0,1-8 2 0,0 0-5 16,0 0 6-16,0 0-5 0,6 4-1 0,-6-4 0 15,0 0-1-15,0 0 3 0,0 0-3 0,11 0 1 16,-11 0-4-16,0 0 1 0,0 0 5 0,5-10-4 15,-5 10 3-15,5-9-4 0,-5 9 2 0,1-7-5 16,-1 7 6-16,0-8 3 0,0 8 5 0,0 0-2 16,0 0-1-16,0 0-2 0,-10-9 2 0,10 9-3 15,0 0 2-15,-9-1-3 0,9 1 3 0,0 0 0 16,-13 2-2-16,13-2-1 0,-10 2 4 0,10-2-7 0,-6 6 4 16,6-6 1-16,-7 6-3 0,3-2-2 0,4-4 2 15,-2 8 0-15,2-8-4 0,0 0 3 16,2 9-1-16,-2-9 1 0,0 0-3 0,8 7 2 15,-8-7-2-15,9 2-3 0,-9-2 3 0,12 1 1 0,-5 2-3 16,-7-3 1-16,12-4 0 0,-12 4 0 0,11-6-5 16,-5 3 3-16,2-1 0 0,-3-1-6 0,-1 1 7 15,4-4-4-15,-4 0 1 0,-1 2 2 0,1 0 0 16,0-1-4-16,-4 7-1 0,2-9 6 0,-2 9 1 16,2-7 0-16,-2 7-1 0,0 0 1 0,1-10 4 15,-1 10-4-15,0 0 2 0,0 0-2 0,0 0 1 16,0 0 3-16,-14 0-1 0,14 0 1 0,-16 3-1 15,16-3-1-15,-11 7 4 0,5-5 0 0,2 1-5 16,4-3 0-16,-10 5 0 0,9 1 4 0,1-6 0 16,-6 5-7-16,6-5 3 0,-4 7-1 0,4-7-2 15,0 0 1-15,0 0-5 0,0 0 3 0,7 9 2 16,-7-9-1-16,6 2-3 0,-6-2-4 0,0 0 4 16,16-2 0-16,-16 2 0 0,11-2 0 0,-11 2-2 15,12-6 3-15,-6 4-2 0,-2-4-7 0,-4 6 5 16,5-10-4-16,-3 6 1 0,1-3 3 0,-3 7-3 15,3-9 2-15,-3 9 1 0,1-11 1 0,-1 11-3 16,-1-9 3-16,1 9-2 0,0 0 1 0,0 0 4 16,-10-3-4-16,10 3 2 0,-11 0 6 0,11 0 2 0,-12 3-2 15,8 3 2-15,4-6 3 0,-11 6-9 16,7-4-7-16,4-2-13 0,-5 6-5 0,5-6-26 0,-3 6-33 16,3-6-45-16,0 0-64 0,0 0-102 15,0 0-322-15,0 0 143 0</inkml:trace>
  <inkml:trace contextRef="#ctx0" brushRef="#br0" timeOffset="33787.24">27885 7113 87 0,'0'0'99'0,"0"0"-7"0,0 0-4 0,0 0-2 0,0 0-11 15,0 0-8-15,0 0-6 0,0 0-2 0,0 0-22 16,0 0-6-16,0 0-14 0,0 0-20 0,0 0-10 16,0 0-14-16,0 0-25 0,0 0-66 0,0 0-127 15,0 0 57-15</inkml:trace>
  <inkml:trace contextRef="#ctx0" brushRef="#br0" timeOffset="35801.65">26252 5379 85 0,'0'0'79'16,"0"0"-11"-16,0 0-8 0,0 0 2 0,0 0-8 0,0 0 1 16,0 0-10-16,0 0 4 0,0 0-15 0,0 0-4 15,0 0 5-15,0 0-4 0,0 0-10 0,0 0-2 16,0 0-3-16,0 0 5 0,0 0 0 0,0 0-6 16,0 0 1-16,0 0 0 0,0 0-4 15,0 0-3-15,0 0 9 0,5-6-6 0,-5 6-8 0,0 0 4 16,0 0-17-16,0 0 24 0,0 0-9 0,0 0 7 15,0 0-1-15,0 0-7 0,0 0 1 0,0 0 8 16,0 0-10-16,0 0 2 0,0 0 4 16,0 0-1-16,0 0 3 0,0 0-9 0,0 0 6 0,0 0-11 15,0 0 3-15,0 0 4 0,0 0-13 0,0 0 2 16,4-6 0-16,-4 6-11 0,0 0-5 0,0 0-1 16,1-6-1-16,-1 6 5 0,0 0-14 0,0 0-1 15,0 0-5-15,4-8-15 0,-4 8-68 0,0 0-132 16,6-3 59-16</inkml:trace>
  <inkml:trace contextRef="#ctx0" brushRef="#br0" timeOffset="38001.11">14322 8441 141 0,'0'0'196'0,"-5"-6"-25"16,5 6-13-16,0 0-16 0,0 0-12 0,0 0-13 16,0 0-11-16,0 0-9 0,0 0 8 0,0 0-4 15,0 0-8-15,0 0-3 0,18 22 0 0,-11-12-3 16,-3-3-8-16,5 5-3 0,-2-3-1 0,-3 2-7 16,3-2-6-16,-2 0-8 0,-1-2-3 0,0 0-9 15,0-2 0-15,-1 0-3 0,1-2-3 0,-4-3-4 16,5 7 1-16,-5-7-3 0,5 3-3 0,-5-3-4 15,13-6-1-15,-5-2-3 0,7-10-7 0,9-10-20 16,14-19-34-16,21-21-34 0,12-9-40 0,13-6-50 16,6-10-47-16,7-17-125 0,17-8-366 0,12-14 162 15</inkml:trace>
  <inkml:trace contextRef="#ctx0" brushRef="#br0" timeOffset="44283.71">25057 4707 12 0,'0'0'25'0,"0"0"-3"16,0 0 3-16,0 0-2 0,0 0-3 0,0 0 5 15,0 0-1-15,0 0-1 0,0 0 1 0,0 0-2 16,0 0 2-16,0 0 0 0,0 0-2 0,0 0-1 16,0 0-7-16,0 0 2 0,0 0-8 0,0 0 4 15,0 0 6-15,0 0-3 0,0 0-7 0,0 0 3 16,0 0 3-16,0 0-8 0,0 0-2 0,0 0-1 15,0 0-1-15,0 0 4 0,0 0-3 0,0 0 2 16,0 0 1-16,0 0 0 0,0 0 2 0,0 0-4 16,0 0 0-16,0 0-1 0,0 0-2 0,0 0 4 15,0 0 3-15,0 0-8 0,0 0 0 0,0 0-3 16,0 0 6-16,0 0-7 0,0 0-13 0,0 0-7 16,0 0-19-16,0 0-30 0,0 0-80 0,0 0 36 15</inkml:trace>
  <inkml:trace contextRef="#ctx0" brushRef="#br0" timeOffset="46234.11">24970 4763 4 0,'0'0'86'16,"0"0"-9"-16,0 0 0 0,0 0-5 0,0 0-11 15,0 0 1-15,0 0-11 0,0 0 1 0,8 1-6 16,-8-1-2-16,0 0-3 0,0 0 1 0,0 0-6 15,0 0 1-15,0 0-15 0,0 0 6 0,0 0-2 16,0 0 0-16,0 0-1 0,0 0-3 0,0 0-2 16,0 0-6-16,0 0 10 0,0 0-8 0,0 0 0 15,0 0-6-15,0 0 2 0,0 0 1 0,0 0 3 16,0 0 15-16,0 0-19 0,0 0 2 0,0 0-1 16,0 0-1-16,0 0 4 0,0 0-1 0,0 0-2 15,0 0-1-15,0 0 5 0,0 0 0 0,0 0-7 16,0 0 0-16,0 0-5 0,0 0 6 0,0 0-5 15,0 0 2-15,0 0-6 0,0 0-8 0,0 0-14 16,0 0-18-16,0 0-18 0,0 0-11 0,0 0-21 16,0 0-84-16,0 0-185 0,0 0 82 0</inkml:trace>
  <inkml:trace contextRef="#ctx0" brushRef="#br0" timeOffset="48624.16">21397 5682 33 0,'0'0'82'0,"0"0"0"16,0 0-14-16,0 0-6 0,0 0-5 0,5 4-8 15,-5-4-3-15,0 0-7 0,0 0 1 0,0 0-9 16,0 0 1-16,0 0-2 0,0 0 6 0,0 0-7 16,0 0 1-16,0 0-5 0,0 0 0 0,0 0 1 15,0 0 5-15,0 0-14 0,0 0 4 0,0 0-3 16,0 0 2-16,0 0-9 0,0 0 5 0,0 0 2 16,0 0-1-16,0 0-4 0,0 0-2 0,0 0 4 15,0 0 2-15,0 0 2 0,0 0 4 0,0 0-13 16,0 0 6-16,0 0-4 0,0 0 4 0,0 0-7 15,0 0-2-15,0 0 5 0,0 0-7 0,0 0 9 16,0 0-4-16,0 0-2 0,0 0 2 0,0 0 0 16,0 0 1-16,0 0-11 0,0 0 4 0,0 0 0 15,0 0 0-15,0 0 2 0,0 0 1 0,0 0-2 16,0 0 12-16,0 0-15 0,0 0 8 0,0 0-8 16,0 0 10-16,0 0-9 0,0 0 8 0,0 0-8 15,0 0 6-15,0 0-4 0,0 0 0 0,0 0 1 16,0 0 0-16,0 0-5 0,0 0 3 0,0 0 0 15,0 0-5-15,0 0 4 0,0 0-3 0,0 0 1 16,0 0 6-16,0 0-12 0,0 0 8 0,0 0-3 16,0 0 2-16,0 0-1 0,0 0 0 0,0 0 2 15,0 0-5-15,0 0 3 0,0 0 4 0,0 0-7 0,0 0-2 16,0 0 2-16,0 0 4 0,0 0 0 16,0 0 2-16,0 0-4 0,0 0 0 0,0 0 0 15,0 0-1-15,0 0-1 0,0 0-1 0,0 0 3 16,0 0 1-16,0 0-2 0,0 0 2 0,0 0 0 0,0 0 10 15,0 0-15-15,0 0-1 0,0 0 5 0,0 0-2 16,0 0 2-16,0 0-4 0,0 0 4 16,0 0-4-16,0 0 4 0,0 0-2 0,0 0 3 15,0 0-2-15,0 0-2 0,0 0 11 0,0 0-8 0,0 0 5 16,0 0-4-16,0 0 1 0,0 0-4 0,0 0 0 16,0 0 10-16,0 0-7 0,0 0-6 15,0 0 7-15,0 0-3 0,0 0 6 0,0 0-8 16,0 0 7-16,0 0-6 0,0 0-1 0,0 0 4 15,0 0-3-15,0 0 5 0,0 0-3 0,0 0 2 0,0 0-1 16,0 0-7-16,0 0-3 0,0 0-13 0,0 0-5 16,0 0-19-16,0 0-6 0,0 0-18 0,0 0-24 15,0 0-84-15,0 0-194 0,0 0 86 0</inkml:trace>
  <inkml:trace contextRef="#ctx0" brushRef="#br0" timeOffset="55505.11">14749 10823 42 0,'0'0'62'0,"0"0"-9"0,0 0-19 15,0 0-16-15,0 0-8 0,0 0-47 0,0 0-40 16,0 0 19-16</inkml:trace>
  <inkml:trace contextRef="#ctx0" brushRef="#br0" timeOffset="57400.93">5542 10759 51 0,'0'0'63'16,"0"0"-1"-16,0 0-5 0,0 0-4 0,0 0-3 16,0 0-3-16,0 0 3 0,0 0-5 0,0 0 0 15,0 0 2-15,0 0-6 0,0 0 15 0,0 0-8 16,0 0 0-16,0 0-3 0,0 0 1 0,0 0 5 15,0 0-9-15,0 0-4 0,0 0 10 0,0 0-3 16,0 0 0-16,0 0-2 0,0 0 2 0,0 0-1 16,0 0-4-16,0 0 5 0,0 0-6 0,0 0 4 15,0 0-4-15,0 0-7 0,0 0 0 0,0 0-9 0,0 0 5 16,0 0-6-16,0 0 2 0,4 6 8 16,-4-6-13-16,14 0 5 0,-1-1 1 0,7-1-7 15,6 1 10-15,5-2-6 0,4-2 1 0,5 2-1 16,12-3 7-16,1-1-10 0,2 0 2 0,2 5 1 0,3-1-1 15,-1 0 4-15,-2 1-10 0,-1 2 2 16,-3 1-1-16,-2 1-4 0,-14-2 5 0,1 3-10 0,1-1 7 16,-6 0-5-16,0 3 2 0,-2-3-2 15,-12 0-1-15,3-1 0 0,-2-1 2 0,-1 0-1 0,-6 2 9 16,-1-4 6-16,-6 1 13 0,-6 1 13 0,14 0 12 16,-14 0 7-16,11-2 6 0,-11 2-4 0,6-1-5 15,-6 1-4-15,0 0-2 0,0 0-7 16,0 0-7-16,0 0 0 0,0 0 3 0,-17-16-7 0,11 14 4 15,-2-2-10-15,8 4-3 0,-11-7-4 0,4 1-4 16,1 5 1-16,6 1 5 0,-10-6-15 0,10 6-2 16,-7-4-5-16,7 4-20 0,0 0-20 0,-7-3-28 15,7 3-21-15,0 0-18 0,0 0-40 0,0 0-16 16,0 0-26-16,0 0-28 0,0 0-171 0,24 13-410 16,-18-12 182-16</inkml:trace>
  <inkml:trace contextRef="#ctx0" brushRef="#br0" timeOffset="58487.63">17353 10955 39 0,'0'0'59'0,"0"0"3"16,-10-4-8-16,10 4 0 0,0 0 2 15,0 0-3-15,0 0-4 0,-1-6-5 0,1 6-2 16,0 0 3-16,0 0-7 0,-4-8 12 0,4 8 3 0,0 0-7 15,0 0 1-15,-5-5 10 0,5 5-5 0,0 0 2 16,0 0 0-16,-4-6 0 0,4 6 0 0,0 0 1 16,-3-7-6-16,3 7 6 0,0 0 1 15,0 0 3-15,-5-6 0 0,5 6-1 0,0 0-5 0,0 0 3 16,0 0-3-16,0 0-5 0,0 0 0 0,0 0-6 16,0 0-2-16,-2-8-14 0,2 8 6 0,0 0-6 15,0 0 5-15,12-2-6 0,-1-2-3 0,7 0-3 16,2 0-2-16,11-1 5 0,3 0 3 0,3-2-7 15,2 4-2-15,14-4-1 0,-3 1 1 0,3 1-4 16,-2 3-1-16,-14-2 2 0,1 2-1 0,-1 0 1 16,-1-2-3-16,1 2-3 0,-4 0 2 0,-3 3-2 15,-2-4-6-15,-8 3 7 0,8-4-1 0,-9 3-1 16,-6 1-2-16,1 0 2 0,-2-2 3 0,-3 2 6 16,0-2 12-16,-9 2 4 0,11 0 13 0,-11 0 13 15,8-1 1-15,-8 1 1 0,9-1-6 0,-9 1-5 16,0 0-4-16,0 0-5 0,7-5 3 0,-7 5-10 15,0 0-4-15,0 0-6 0,2-7-1 0,-2 7-5 16,0 0-15-16,0 0-30 0,0 0-44 0,0 0-56 16,0 0-50-16,0 0-46 0,0 0-158 0,0 0-414 15,0 0 183-15</inkml:trace>
  <inkml:trace contextRef="#ctx0" brushRef="#br0" timeOffset="61739.52">11662 6460 40 0,'0'0'51'0,"0"0"-10"0,0 0-13 16,0 0-14-16,0 0-22 0,0 0-20 0,13 16-30 15,-9-13 14-15</inkml:trace>
  <inkml:trace contextRef="#ctx0" brushRef="#br0" timeOffset="62800.17">18506 6408 36 0,'0'0'41'0,"0"0"-3"0,0 0-2 0,0 0-7 15,0 0-1-15,0 0 2 0,0 0-8 0,0 0 2 16,0 0-2-16,6 2-4 0,-6-2 5 0,0 0 1 15,0 0-10-15,0 0 14 0,0 0-13 0,0 0 2 16,0 0 3-16,0 0 4 0,0 0-8 0,0 0-1 16,0 0-6-16,0 0-4 0,0 0 9 0,0 0-2 0,0 0-2 15,0 0-3-15,0 0-2 0,0 0 1 0,0 0-3 16,0 0-2-16,0 0-1 0,0 0 4 16,0 0 6-16,0 0-5 0,0 0-5 0,0 0 6 15,0 0 0-15,0 0-5 0,0 0 0 0,0 0 1 16,8-5-4-16,-8 5 3 0,0 0 3 0,0 0 2 15,0 0-3-15,0 0-4 0,9-3 3 0,-9 3-2 16,0 0 0-16,0 0 0 0,0 0-4 0,0 0 2 0,8-3 4 16,-8 3 2-16,0 0-4 0,0 0 1 15,0 0-3-15,0 0 4 0,0 0-7 0,0 0 0 0,0 0 1 16,0 0-7-16,0 0-4 0,0 0 5 0,0 0-8 16,0 0-1-16,0 0-1 0,0 0-5 15,0 0-12-15,0 0-2 0,0 0-34 0,5-4-77 0,-5 4 34 16</inkml:trace>
  <inkml:trace contextRef="#ctx0" brushRef="#br0" timeOffset="66830.87">25678 4642 19 0,'0'0'28'0,"0"0"-2"0,0 0-4 16,0 0-1-16,0 0 0 0,0 0-1 0,0 0-8 15,0 0 2-15,0 0 0 0,0 0 3 0,0 0-11 16,0 0-2-16,0 0-3 0,0 0-7 15,0 0-1-15,0 0-8 0,0 0-19 0,0 0-35 16,0 0 16-16</inkml:trace>
  <inkml:trace contextRef="#ctx0" brushRef="#br0" timeOffset="67651.13">25021 4523 11 0,'0'0'74'0,"0"0"-6"16,0 0 6-16,0 0-14 0,0 0-13 0,0 0-3 15,0 0-5-15,0 0-8 0,14-3-18 0,-14 3-1 16,0 0-19-16,0 0-13 0,0 0-12 0,0 0-37 16,0 0-75-16,0 0 33 0</inkml:trace>
  <inkml:trace contextRef="#ctx0" brushRef="#br0" timeOffset="71933.17">7402 12382 33 0,'0'0'34'0,"0"0"-5"0,14 12-24 16,-8-8-23-16,3 3-18 0,0-2 9 0</inkml:trace>
  <inkml:trace contextRef="#ctx0" brushRef="#br0" timeOffset="79129.12">24828 4781 21 0,'0'0'98'0,"0"0"4"0,-4-7-13 15,4 7-2-15,0 0-15 0,0 0-3 0,-3-5-9 0,3 5 1 16,0 0-11-16,0 0-6 0,0 0-18 16,0 0-17-16,0 0-18 0,0 0-18 0,0 0-14 15,0 0-14-15,0 0-7 0,0 0-37 0,0 0-108 16,-9-4 48-16</inkml:trace>
  <inkml:trace contextRef="#ctx0" brushRef="#br0" timeOffset="82727.11">18302 10585 45 0,'0'0'81'0,"0"0"-10"0,-8-2-9 0,8 2-6 15,0 0-3-15,0 0-16 0,-8-2-2 0,8 2-14 16,0 0-9-16,0 0-19 0,0 0-24 0,0 0-42 16,-13 4-79-16,13-4 36 0</inkml:trace>
  <inkml:trace contextRef="#ctx0" brushRef="#br0" timeOffset="85714.25">17820 10618 5 0,'0'0'105'16,"0"0"-10"-16,0 0 11 0,0 0-1 0,0 0-3 16,6 2-6-16,-6-2 5 0,0 0-1 0,0 0-2 0,0 0-2 15,0 0-10-15,0 0-9 0,0 0-2 0,0 0-10 16,0 0-9-16,0 0-6 0,0 0-2 16,0 0-6-16,0 0-3 0,0 0-7 0,0 0-2 0,0 0-1 15,0 0-2-15,0 0-3 0,0 0-16 16,0 0-5-16,0 0-23 0,0 0-22 0,0 0-11 15,0 0-21-15,0 0-21 0,13-7-24 0,-9 2-98 16,-4 5-233-16,5-15 103 0</inkml:trace>
  <inkml:trace contextRef="#ctx0" brushRef="#br0" timeOffset="87848.64">7722 14122 59 0,'0'0'78'0,"0"0"-6"0,0 0-10 0,0 0-4 15,0 0-5-15,0 0-19 0,0 0-16 0,0 0-11 16,27 11-21-16,-18-7-24 0,2 3-28 0,-1-1-70 16,1-2 32-16</inkml:trace>
  <inkml:trace contextRef="#ctx0" brushRef="#br0" timeOffset="88846.7">10680 14973 53 0,'0'0'62'16,"0"0"-9"-16,0 0-2 0,0 0-8 0,0 0-7 16,0 0-2-16,0 0-2 0,0 0-4 0,0 0 0 15,0 0-1-15,0 0-10 0,0 0-1 0,0 0 4 16,0 0 1-16,0 0-7 0,0 0-3 15,0 0 0-15,0 0-7 0,0 0-5 0,0 0-8 0,0 0-10 16,0 0-19-16,0 0-45 0,0 0-89 0,0 0 39 16</inkml:trace>
  <inkml:trace contextRef="#ctx0" brushRef="#br0" timeOffset="89178.87">10772 13991 15 0,'0'0'88'0,"4"-6"-7"16,-4 6-12-16,0 0-7 0,0 0-7 0,0 0-8 0,0 0-9 15,0 0-17-15,0 28-37 0,-2-17-61 0,-2 2-84 16,2 4 38-16</inkml:trace>
  <inkml:trace contextRef="#ctx0" brushRef="#br0" timeOffset="89565.49">10804 14841 39 0,'0'0'103'0,"0"0"-7"15,0 0-5-15,0 0-4 0,0 0-11 0,0 0 3 0,0 0-7 16,0 0-9-16,0 0-2 0,0 0-8 0,0 0-11 15,0 0-4-15,0 0-2 0,0 0-4 0,0 0-4 16,6 3 0-16,-6-3-5 0,0 0-3 16,0 0-4-16,0 0 8 0,0 0-16 0,0 0 5 0,0 0 2 15,0 0-4-15,0 0-2 0,0 0 0 0,0 0-1 16,0 0-3-16,0 0-1 0,0 0-1 0,0 0-17 16,0 0-9-16,0 0-11 0,0 0-14 0,0 0-11 15,0 0-12-15,4-15-87 0,-4 15-170 16,0 0 76-16</inkml:trace>
  <inkml:trace contextRef="#ctx0" brushRef="#br0" timeOffset="92259.26">13764 14600 19 0,'0'0'56'0,"0"0"-13"15,0 0-9-15,0 0-13 0,0 0-15 0,0 0-37 16,0 0-31-16,7-13 14 0</inkml:trace>
  <inkml:trace contextRef="#ctx0" brushRef="#br0" timeOffset="96672.78">28521 6121 76 0,'0'0'95'0,"2"-8"1"16,-2 8 0-16,0 0-15 0,0 0 7 16,0 0-12-16,0 0 4 0,0-11-8 0,0 11-5 15,0 0-16-15,0 0 7 0,0 0 11 0,0 0-14 0,0 0-5 16,0 0 5-16,0 0-8 0,-3-6 2 0,3 6 1 16,0 0-2-16,0 0-2 0,0 0 4 0,0 0-3 15,0 0 2-15,0 0-3 0,0 0 1 16,0 0 0-16,0 0 2 0,0 0-6 0,0 0 3 0,-8-3 2 15,8 3 1-15,0 0 0 0,0 0 0 0,0 0-4 16,0 0 0-16,0 0 0 0,-2-7 2 0,2 7 0 16,0 0-2-16,0 0-1 0,0 0-4 15,0 0-5-15,13-7-3 0,1 5-4 0,10-3-5 0,17 3-2 16,24-5-6-16,40 3-1 0,14-1-16 0,11 1-38 16,13 4-50-16,14 1-57 0,8 2-77 0,4-2-118 15,5-5-369-15,4-3 163 0</inkml:trace>
  <inkml:trace contextRef="#ctx0" brushRef="#br0" timeOffset="97638.37">19874 14460 74 0,'26'-10'84'0,"1"4"-13"0,3-2 11 0,3 6-22 0,-1-5-8 15,0 2-14-15,1 1 0 0,0 2-34 0,2 1-36 16,-1 2-47-16,-1-1-85 0,-2-1 38 16</inkml:trace>
  <inkml:trace contextRef="#ctx0" brushRef="#br0" timeOffset="98066.06">24725 14081 19 0,'2'-4'170'0,"-2"4"-7"15,0 0-7-15,0 0-4 0,0 0-6 0,2-8-6 16,-2 8-4-16,0 0-5 0,0 0-6 0,0 0-13 16,0 0-8-16,0 0-8 0,0 0-8 15,0 0 7-15,0 0-6 0,0 0 0 0,10 0-1 0,1 0-8 16,10 0-10-16,18-3-3 0,25 3-10 0,36-5-12 16,3-1-42-16,5 1-45 0,11 1-48 0,3-3-62 15,-3 2-205-15,4-3-385 0,-2 4 170 16</inkml:trace>
  <inkml:trace contextRef="#ctx0" brushRef="#br0" timeOffset="99112.77">7337 16538 90 0,'0'0'141'0,"5"-4"-12"0,-5 4-1 15,0 0-7-15,0 0-5 0,0 0-14 0,0 0 2 16,5-4-18-16,-5 4-9 0,0 0-6 0,0 0-8 15,0 0-13-15,0 0-22 0,0 0-22 0,0 0-10 16,0 0-26-16,0 0-15 0,0 0-17 16,0 0-14-16,0 0-7 0,0 0-86 0,11 5-183 15,-11-5 81-15</inkml:trace>
  <inkml:trace contextRef="#ctx0" brushRef="#br0" timeOffset="100019.93">17871 15870 70 0,'6'-3'96'15,"3"-2"-6"-15,-1 3 2 0,1-4-6 0,2 3-6 16,-3-3-5-16,1 2 3 0,0 1 6 0,-3 1 1 16,1 0-4-16,-7 2-12 0,9-4-3 0,-9 4-9 15,6-3-9-15,-6 3 5 0,0 0-10 16,9-2-10-16,-9 2 7 0,0 0 12 0,0 0 10 0,0 0-5 16,8 6-6-16,-8-6-8 0,0 0 1 0,2 9 2 15,-2-9-4-15,3 4 5 0,-3-4 0 0,4 8 2 16,-4-8 13-16,2 7-1 0,-2-7 0 0,4 3 3 15,-4-3 1-15,9 4-4 0,-3-3-1 16,6-1-5-16,7-2-6 0,4-1 23 0,13-3-6 16,16-3-7-16,7-4-10 0,7-3-4 0,35-4-9 0,-4-5-12 15,3 4-20-15,0-6-30 0,3 1-30 0,2-1-46 16,9-5-71-16,-7-3-228 0,2-7-433 16,2-3 191-16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4T05:36:35.1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2397 3195 135 0,'0'0'149'0,"-5"-8"-9"16,2 3-9-16,3 5-8 0,-6-6-13 0,6 6-16 15,0 0-7-15,-2-6-9 0,2 6-10 0,0 0-9 16,0 0-8-16,0 0 1 0,-8 15-14 0,5 0 0 16,-1 4-3-16,-2 9 2 0,-3 6-7 0,-1-2-29 15,1 14 5-15,-9-3 2 0,5 2 2 0,-1 0-2 16,3-12-5-16,2 1 5 0,-1-2-7 0,2 1 6 16,1-2 3-16,1-1-14 0,5-4 10 0,-3 2 2 15,3-1-4-15,2-1 5 0,3-1-2 0,-1-8-1 16,3 1-4-16,-4-6 5 0,6 3 2 0,-2-5-6 15,2 6 11-15,0-8-8 0,1 0 5 0,7-2 3 16,-3-3 2-16,7-3 1 0,3-2 3 0,6-3 6 16,2-5 10-16,4-2 1 0,-4-5-1 0,4 0 7 15,9-8 6-15,-15 7-5 0,-1-2 2 0,-1-5-5 16,1 3 2-16,-5-2-4 0,-2 1 2 0,-1-2-4 16,-3-5-6-16,-1 2-2 0,-3-4-1 15,1-13-9-15,-2 0-5 0,-6 10-5 0,1 2-5 16,-4-17-3-16,-3 5 3 0,-2-1-5 0,-2 12-2 15,-6-14-5-15,1 15 0 0,-6-11 2 0,0 11-3 16,1 6 6-16,-3-3-5 0,-1 8 1 0,-2 0 0 16,3 10-3-16,0 3 3 0,-2 0-4 0,-9 3-2 15,0 5 4-15,6 2 0 0,-11 6-2 0,3 7 2 16,0 5 1-16,-11 7 5 0,2 7-6 0,2 4 6 16,6 0-2-16,10-8 3 0,-1 0-1 0,8 3 4 15,0 0-3-15,4-2-3 0,6-2-10 0,1 1 12 16,5-3-1-16,7 0 5 0,0-4-3 0,8 2 3 15,8-3 1-15,1-2-1 0,6-1-2 0,2-2 2 16,0 0 1-16,16 2 3 0,-17-3-3 0,2-3 3 16,-2 1-4-16,-1 0 0 0,0 2-2 0,-4-4-3 0,0 1 4 15,-1 3 0-15,-6-1-1 0,-5-4 5 16,0 2-2-16,-5 1 1 0,-1 0-4 0,-2 3 7 16,-2 1-6-16,-1-2 0 0,-2 2 2 0,-2-7-4 15,-1 6-21-15,-2-1-24 0,0 2-18 0,0-4-33 16,-1-3-22-16,1 0-31 0,2-10-125 0,-3 19-298 15,3-19 132-15</inkml:trace>
  <inkml:trace contextRef="#ctx0" brushRef="#br0" timeOffset="176.29">3094 3625 1861 0,'3'-12'21'15,"-1"0"41"-15,-1 2-10 0,-2 1-15 0,1 9-14 0,0-12-4 16,1 6-2-16,-1 6-6 0,0-9-3 0,0 9 1 15,2-6 2-15,-2 6-10 0,0 0-3 0,0 0 0 16,0 0 0-16,0 0-5 0,0 0-18 0,0 0-30 16,0 0-48-16,15 16-50 0,-10-4-145 15,2 2-321-15,0 1 142 0</inkml:trace>
  <inkml:trace contextRef="#ctx0" brushRef="#br0" timeOffset="339.97">2571 4234 202 0,'0'0'225'0,"-3"4"-22"0,3-4-20 0,0 0-19 16,27 0-35-16,-5-4-47 0,15-5-55 0,17-2-69 16,3-5-70-16,-1 2-66 0,6-6-191 0,-1 1 85 15</inkml:trace>
  <inkml:trace contextRef="#ctx0" brushRef="#br0" timeOffset="456.38">3510 4085 2339 0,'7'0'98'0,"0"2"-31"0,1-2-49 0,-8 0-1 15,10 1-12-15,-10-1-13 0,8 0-33 0,-8 0-38 16,0 0-64-16,12-3-80 0,-12 3-119 0,0 0-370 16,0 0 164-16</inkml:trace>
  <inkml:trace contextRef="#ctx0" brushRef="#br0" timeOffset="9399.19">20230 3628 8 0,'-8'0'68'16,"-1"2"-5"-16,2 1-1 0,-2 0-7 0,-3-2-8 16,2 0-4-16,0 0-6 0,-3 1 10 0,0 0-6 15,2 1-8-15,-2 0-2 0,3-1-2 0,-3 0 1 16,3-2 4-16,2 3 1 0,0-2-5 0,8-1-1 15,-15 4 4-15,10-2-1 0,5-2 3 0,-9 0-4 16,9 0-3-16,-8 3-3 0,8-3-5 0,0 0 6 16,-7 3-4-16,7-3 7 0,0 0-7 0,0 0 4 15,0 0 1-15,0 0 3 0,0 0-7 16,0 0-3-16,-8 1-2 0,8-1-1 0,0 0 12 0,0 0 0 16,0 0 5-16,0 0 5 0,0 0 4 0,22 7-1 15,-15-9 0-15,6 1-6 0,0 2 0 0,4 1 4 16,2-4-6-16,1 2 1 0,2 0-5 0,5-2 1 15,2 2 1-15,3 0 1 0,-2 0-2 0,1-3 0 16,3 2-1-16,-4 0-2 0,5-2 2 0,-2 3 3 16,0-2-8-16,1 2 0 0,0-3-2 0,0 2-4 15,1-1 3-15,0 2 24 0,-1-2-7 0,1 2 2 16,0 0-8-16,-3-2 7 0,5 2-7 0,-3-3-4 16,-1 3-4-16,0-1 1 0,-1-1-2 0,1 1-1 15,-3 1-2-15,0 0-2 0,0 0 0 0,-4 1-2 16,4-1-4-16,-1 0 3 0,-7-1-2 0,8 1-1 15,-4 0-1-15,5 0 0 0,-4 1-2 0,1-1-4 16,-1 0 2-16,0 0 1 0,-6 0-4 0,1 0 0 16,5 0 0-16,1 0 0 0,-8 0 3 0,0 2-3 15,1-4 0-15,1 4 1 0,-1-1-3 0,2-1 0 16,-3 0 0-16,-1 0 1 0,2 0-3 16,-2 1 0-16,0-2 2 0,1 1-2 0,-2-1 0 15,5 3 0-15,-1-2 0 0,-2 0 0 0,1 0 2 16,2 2-2-16,-3-2 1 0,10-2 0 0,-11 2 0 0,3-1-3 15,7 0 3-15,-7 1 0 0,8 0 2 0,-4-2-4 16,-4 4 8-16,-1-1-10 0,2-1 2 0,-2 1 0 16,1-1-1-16,1 0 2 0,-4-1 0 15,1 1-1-15,1 1 1 0,-2-1-2 0,1 0 0 16,1 0 0-16,-3 2 3 0,2-2-2 0,-2 0 1 16,4 2-2-16,-3-2 1 0,3-2 1 0,-2 4 2 15,2-2-1-15,-2-2 2 0,2 2-5 0,6 0 0 0,-6 2 0 16,-3-1-2-16,1-2 6 0,9 2 0 0,-8 0-1 15,6-2-2-15,1 1 2 0,-1 0-1 16,0 0-2-16,-5 1 4 0,-1-2 1 0,9 0-1 0,-3-1-2 16,-7 2 2-16,2 0-1 0,-3 0 3 15,9 0-2-15,-6 0 1 0,-3 0 0 0,-1 0 0 16,1 0 1-16,-1-2-1 0,1 4-2 0,-1-4 3 16,-1 1 1-16,0 0 0 0,-5 2 0 0,2-2-2 0,-2 1 0 15,-5 0-2-15,5 0 4 0,-3-3-3 16,1 4 3-16,-10-1 2 0,14-1 0 0,-14 1-2 15,10 0 0-15,-2 1 3 0,-8-1-2 0,0 0 5 16,11 0-4-16,-11 0 3 0,0 0 6 0,8 0 1 16,-8 0 1-16,0 0 4 0,0 0 2 0,0 0 1 15,0 0-1-15,0 0 1 0,0 0 1 0,0 0-2 16,0 0 3-16,0 0-4 0,0 0-1 0,0 0 1 16,0 0 1-16,10-1-2 0,-10 1-2 0,0 0 0 15,0 0-1-15,0 0 1 0,0 0-8 0,0 0-2 16,0 0-5-16,0 0-9 0,0 0-25 0,0 0-20 15,0 0-28-15,0 0-36 0,0 0-47 0,0 0-66 16,0 0-228-16,0 0-489 0,0 0 218 0</inkml:trace>
  <inkml:trace contextRef="#ctx0" brushRef="#br0" timeOffset="12631.27">20097 3657 72 0,'0'0'80'0,"0"0"-13"16,0 0-5-16,0 0 0 0,-10-4-12 16,10 4-7-16,0 0 1 0,0 0-7 0,0 0-5 15,0 0-1-15,-7-2-6 0,7 2-1 0,0 0-2 16,0 0-6-16,0 0-5 0,0 0 8 0,0 0-3 16,0 0-7-16,0 0 1 0,0 0-2 0,0 0 0 0,0 0 1 15,0 0-3-15,0 0-4 0,0 0 2 0,0 0 1 16,0 0 3-16,0 0-1 0,0 0-2 15,0 0-5-15,0 0-3 0,0 0 10 0,0 0-9 16,0 0 19-16,0 0-19 0,0 0 2 0,0 0 11 16,0 0-10-16,0 0-8 0,0 0 14 0,0 0-2 15,0 0-7-15,0 0 3 0,0 0-3 0,0 0 0 16,0 0 1-16,0 0 1 0,0 0 5 0,0 0-5 16,0 0 6-16,0 0-6 0,0 0 0 0,0 0-2 15,-5 9 5-15,5-9 11 0,0 0 4 0,0 0 0 16,0 0 12-16,0 0-2 0,0 0 7 0,0 0 9 15,0 0-4-15,0 0 2 0,0 0-20 0,0 0 18 16,0 0-6-16,0 0-2 0,0 0 5 0,0 0-5 16,0 0-1-16,0 0-2 0,0 0-6 0,0 0-2 15,0 0 0-15,0 0-5 0,0 0-2 0,0 0-8 16,0 0 5-16,0 0-1 0,-4 5-10 0,4-5 9 16,-1 7-12-16,1-7 6 0,-1 10 7 0,0-3-8 15,-1 3 7-15,1-3 5 0,1 3-12 0,0-1 10 16,-2 4 2-16,2-1 3 0,-3 4 0 0,3-1-4 15,-1 2 5-15,1-1 1 0,1 4-3 0,-1-1 2 16,0 0 7-16,0 0 4 0,0-1-3 0,1 6 1 16,1-6 2-16,-2 1 1 0,2 0-2 0,-2 1-3 15,1-2 3-15,-1 1-4 0,2 1-3 0,-4-3-3 16,4 2 7-16,-2-1-2 0,-2-1-2 0,4 1-2 16,-1-1 4-16,0 0 4 0,-1 1-3 0,0-2-6 15,1 0 0-15,-1-4-2 0,2 3 5 0,-1-2 3 16,0-1-1-16,2-1-3 0,-1 2-1 0,-2-4 3 15,0 7 4-15,0-5-4 0,2 1 4 0,-1-1-1 16,-1 0-1-16,1-1-6 0,-1 1-1 0,2-3 1 16,-1 1 1-16,0 1 1 0,1-1 1 0,-2 1 0 15,0-1-2-15,0 0 2 0,0-9-7 0,1 14 5 16,-1-9-2-16,0 4-3 0,0-9 3 0,1 10-3 16,-1-10-3-16,4 15 2 0,-4-15 2 0,-3 11 1 15,3-11-1-15,0 10 0 0,0-10-2 0,3 13 1 16,-3-6-2-16,0-1-1 0,0-6-3 0,0 12 2 15,0-6-1-15,0-6-2 0,1 13-2 0,0-8 6 16,-1-5-5-16,-1 12 1 0,1-12-1 0,1 12 7 16,1-8-11-16,-2-4 5 0,1 9-3 0,-1-9 0 15,2 12-1-15,0-8 4 0,-1 3-4 0,-1-7-2 16,3 9-1-16,-3-9 2 0,1 12 1 0,0-7-1 16,0 1-1-16,-1-6-1 0,-1 12-1 0,1-12-1 15,-1 13-5-15,-2-7 0 0,3 1-1 0,-4-1-2 16,4-6-3-16,-5 11 1 0,3-4-5 0,2-7-2 15,-4 10-3-15,4-10 3 0,-1 9 0 0,-2-4 1 16,3-5 3-16,-1 9-2 0,1-9 5 0,0 0-1 16,1 13 2-16,-1-13 1 0,-1 8 2 0,1-8 1 15,1 7 0-15,-1-7-3 0,2 9 4 0,-2-9 0 16,2 6 0-16,-2-6 1 0,1 7 0 0,-1-7 2 16,0 10 1-16,0-10-2 0,0 11 2 0,0-11 1 15,-1 13 4-15,1-7 1 0,0-6 0 0,-1 12 2 16,1-12-1-16,0 7 3 0,0-7 4 0,0 9 0 15,0-9 2-15,-3 10 0 0,3-10-3 0,-1 9 6 16,1-9-2-16,0 7 3 0,0-7 0 0,0 0-2 16,0 0-2-16,1 8-1 0,-1-8-1 0,0 0-2 15,0 0 1-15,0 0 3 0,-1 9-7 0,1-9-2 16,0 0 5-16,0 0-2 0,0 0-4 0,0 0 1 16,0 0 3-16,-1 7-4 0,1-7 0 0,0 0 2 15,0 0-13-15,0 0-13 0,0 0-23 0,0 0-25 16,0 0-43-16,0 0-50 0,0 0-42 0,0 0-189 15,0 0-423-15,0 0 187 0</inkml:trace>
  <inkml:trace contextRef="#ctx0" brushRef="#br0" timeOffset="13342.84">20135 4582 67 0,'-5'-12'88'0,"5"12"-1"16,-2-9-14-16,2 9 3 0,-5-8-2 0,5 8-2 16,0 0-4-16,0 0-1 0,0 0 1 0,-5-12 2 15,5 12 1-15,0 0-1 0,0 0-2 0,0 0 8 16,0 0 3-16,0 0-5 0,0 0-3 0,0 0 6 0,0 0-4 15,0 0-1-15,-2-10-7 0,2 10-2 16,0 0-1-16,0 0-6 0,0 0-4 0,0 0-3 16,0 0-7-16,0 0-1 0,0 0-4 0,0 0-6 15,0 0-4-15,0 0-2 0,0 0 1 0,0 0-3 16,0 0 2-16,0 0-8 0,0 0 8 0,0 0-14 16,0 0 0-16,0 0 2 0,0 0 0 0,0 0 2 0,0 0-10 15,0 0 6-15,0 0-3 0,0 0-2 16,0 0 1-16,-2-6-5 0,2 6 5 0,0 0-4 15,0 0 3-15,0 0-8 0,0 0 4 0,0 0 2 16,0 0-1-16,-4-5-4 0,4 5-7 0,0 0 7 16,0 0-2-16,0 0 0 0,0 0-2 0,0 0-1 15,0 0-2-15,0 0 6 0,0 0-1 0,0 0-2 16,0 0-4-16,0 0 3 0,0 0 4 0,-1 29 1 0,1-29-4 16,2 17 2-16,-3-5 4 0,2-2-4 15,-1 4 7-15,-1-2 8 0,2-1-3 0,-2 5 1 16,1 0 0-16,1 3 2 0,0-2 3 0,1-1 0 15,-2 0 2-15,1 0 2 0,0 0 0 0,-1 1 0 16,2 0 7-16,-2-1 0 0,1 1-1 0,0 0-2 0,0-2 2 16,-1 2 4-16,2-1 5 0,-1 1 2 15,0-2 0-15,2 2-2 0,-7 1 2 0,5-3-7 16,-1-1 2-16,0-3-7 0,3 2 1 0,-3-1-1 16,0 1-4-16,0-1-4 0,0-1 17 0,0-1-15 15,-3 1 2-15,3-1-5 0,-1 1 2 0,1-11 1 16,-1 24 2-16,-1-13 1 0,2-1-3 0,-1 1 0 15,1-11 7-15,-1 15-9 0,1-15-1 0,0 13-5 16,0-13 3-16,-1 12-5 0,1-12 4 0,1 9-3 16,-1-9 1-16,0 0-7 0,0 12 6 0,0-12-1 15,0 0-1-15,0 0-4 0,0 0-2 0,1 12-8 16,-1-12-20-16,0 0-32 0,0 0-36 0,0 0-41 16,0 0-57-16,-11 5-58 0,11-5-166 0,0 0-451 15,-23 2 200-15</inkml:trace>
  <inkml:trace contextRef="#ctx0" brushRef="#br0" timeOffset="14112.76">19738 5142 48 0,'-10'-1'94'0,"2"-1"-4"0,8 2 4 0,-19-1-9 16,10 1 0-16,0-1 0 0,-1 1-8 0,10 0 2 16,-17 0-8-16,10 0 8 0,7 0-15 0,-18-1-2 15,10 1-7-15,0 1 14 0,8-1-15 0,-11 1 1 16,11-1-1-16,-14 1-9 0,14-1-5 0,-8 0-2 15,8 0-6-15,0 0-4 0,0 0 3 0,-9 0-13 0,9 0 7 16,0 0-3-16,0 0-4 0,0 0-1 16,0 0-1-16,0 0 6 0,0 0-2 0,0 0 14 15,0 0 0-15,24 7 8 0,-6-6-3 0,9-1 6 16,4-1-2-16,3 0-1 0,3 1-1 0,18-3-3 16,-2 2-1-16,2-2-3 0,4 1-3 0,-1-3-4 0,-2 2-1 15,5 0-4-15,-4-1 2 0,-1 1-2 16,-3-2-3-16,-12 3 0 0,-6 0 2 0,4-1 5 15,-3 2-9-15,-3-1 5 0,-3 0-5 0,-3-1-1 16,-6 1 0-16,-3 1 1 0,-4-1 6 0,-4 1-1 16,-4 0 7-16,-6 1 4 0,14 0-1 0,-14 0 1 0,11-2 4 15,-11 2-9-15,0 0-2 0,10 0-2 16,-10 0-6-16,0 0 1 0,0 0-10 0,0 0-17 16,7 0-17-16,-7 0-27 0,0 0-29 0,0 0-26 15,0 0-34-15,0 0-30 0,-19 16-39 0,8-11-121 16,-2 2-357-16,-2 1 158 0</inkml:trace>
  <inkml:trace contextRef="#ctx0" brushRef="#br0" timeOffset="14636.94">20013 5379 11 0,'0'0'146'16,"0"0"-10"-16,0 0-2 0,5-5-6 0,-5 5-12 15,0 0-8-15,0 0-4 0,0 0-14 0,0 0-11 16,0 0-2-16,0 0-7 0,0 0-5 0,0 0-6 16,0 0-11-16,0 0-1 0,0 0-5 0,0 0-1 15,0 0 0-15,-26 5 0 0,26-5-3 0,-13 0 1 16,13 0-7-16,-8 2 6 0,8-2 1 0,-7 2 1 16,7-2-5-16,0 0-1 0,0 0-3 0,-9 0-3 15,9 0 1-15,0 0-2 0,0 0 4 0,0 0 0 16,0 0 8-16,0 0-3 0,30-1 6 0,-17 1-2 15,9-3 2-15,5 1-1 0,4-1-1 0,-3-2 1 16,3-1-1-16,-5 3-6 0,5 2 2 0,-4-3-2 16,-1-1 1-16,-6 3-3 0,-1 0 3 0,1 1-7 15,-3-1 1-15,1 0-3 0,-4-1-1 0,-1 3-2 16,-3 0 2-16,2-1-6 0,-6 1 2 0,-6 0-7 16,13-1 1-16,-13 1-2 0,8-2-3 0,-8 2-3 15,0 0-9-15,10 0-13 0,-10 0-21 0,0 0-24 16,0 0-23-16,9 2-25 0,-9-2-20 0,0 0-33 15,0 0-34-15,-5 12-154 0,5-12-376 0,0 0 166 16</inkml:trace>
  <inkml:trace contextRef="#ctx0" brushRef="#br0" timeOffset="15723.06">20093 5383 35 0,'4'-9'139'0,"-4"9"-7"0,0 0-5 0,0 0-14 16,0 0-7-16,0 0-10 0,0 0-19 0,0 0-2 16,0 0-5-16,0 0-16 0,0 0-3 0,0 0-1 15,0 0-9-15,0 0 0 0,0 0-2 0,0 0-8 16,0 0-5-16,0 0 0 0,0 0 0 0,0 0-5 15,0 0-2-15,0 0 4 0,0 0-11 0,0 0 2 16,15 12-5-16,-15-12 4 0,0 0-1 0,4 5 4 16,-4-5-4-16,0 0-3 0,0 0 2 0,3 7-9 15,-3-7 6-15,0 0 9 0,0 0-5 0,2 5-10 16,-2-5 3-16,0 0-6 0,0 0 4 0,0 0 1 16,4 6-6-16,-4-6 12 0,0 0 0 0,0 9 0 15,0-9 0-15,0 0 2 0,0 10 1 0,0-10-2 16,-1 10 9-16,1-10 5 0,-1 15 2 0,1-7-3 15,-2 3 7-15,1-1-5 0,1 1 6 0,0 5 2 16,-1-1 1-16,1 1-3 0,-1 0 3 0,-2-1 2 16,3 2 2-16,0 0 0 0,-1 2 0 0,1-1 3 15,-2 0 3-15,1 1-5 0,1 1 3 0,0-2-1 16,0-1-8-16,0 0 0 0,-1 0 1 0,1 0 1 16,1 0-3-16,-2-1-2 0,0-2 6 0,2 1-11 15,-2 1 3-15,-1-1-3 0,1 2 3 0,2-5-8 16,-2 0 5-16,2 5-3 0,-1-3 2 0,2-3-4 15,-2 6 1-15,0-6 1 0,1 1-1 0,0 0-6 16,-1 3 4-16,-1-2-6 0,0 3 3 0,1-3 0 16,0-1-2-16,0 3 1 0,0-3-1 0,0 0-2 15,1-1 1-15,-1-1 0 0,0 2-1 0,-1-2-1 16,2 0 4-16,-1 1-1 0,0-1-3 0,0 1 0 16,1 1 8-16,-2-2-9 0,1 0 1 0,2-1 0 15,-2 1 0-15,0 0-4 0,2 0 0 0,-2 1 4 16,-2 0 2-16,2 0 3 0,0-1-2 0,2 1 8 15,-4 0-2-15,2 0-8 0,2 0-1 0,-2 0-1 16,-2 1-2-16,4-2 0 0,-2 2-3 0,0-3 7 16,0 2-2-16,1 0 8 0,-1 0-14 0,0-2 0 15,0 1 1-15,-1-1-1 0,2-2 4 0,-1 3-2 16,0-2-3-16,1-1 3 0,-1-7 0 0,-1 13-1 16,1-13-1-16,1 12 1 0,-1-7-3 0,0-5 5 15,2 9-5-15,-2-9 2 0,0 9 0 0,0-9 1 16,1 6 2-16,-1-6-4 0,0 0-1 0,0 9-2 15,0-9 0-15,0 8 3 0,0-8-1 0,0 0-2 16,0 7 1-16,0-7 3 0,0 0 0 0,0 0-3 16,0 11-1-16,0-11-1 0,2 5 0 0,-2-5 4 0,0 0 0 15,0 0-1-15,3 5 0 0,-3-5-6 16,0 0-16-16,0 0-18 0,0 0-27 0,0 0-35 16,0 0-47-16,0 0-43 0,0 0-46 0,0 10-228 15,0-10-501-15,0 0 222 0</inkml:trace>
  <inkml:trace contextRef="#ctx0" brushRef="#br0" timeOffset="17134.59">20143 6504 37 0,'0'0'61'0,"0"0"8"0,-4-8 0 0,4 8 7 0,0 0-5 16,0 0 4-16,0 0 6 0,-1-8-18 0,1 8-2 15,0 0-1-15,0 0-8 0,-4-7-7 0,4 7 2 16,-2-6-19-16,2 6-7 0,-4-6 9 0,4 6-12 15,0 0 6-15,-8-8-15 0,8 8-7 0,0 0 6 16,-4-4-2-16,4 4 2 0,0 0-6 0,0 0 1 16,0 0 1-16,0 0-9 0,-5-5 4 0,5 5 1 15,0 0-2-15,0 0-5 0,0 0 12 0,0 0 17 16,0 0-8-16,0 0 0 0,0 0 16 0,0 0-3 0,0 0 1 16,0 0-6-16,0 0 3 0,0 0 3 15,0 0-8-15,0 0-3 0,0 0-4 0,0 0-4 16,0 0 5-16,0 0 0 0,0 0-2 0,0 0 1 15,-6 15 7-15,6-15 0 0,-2 16 6 16,1-6-4-16,0 7 5 0,0 0 9 0,-2-1 12 0,-1 4 3 0,3 0-2 16,-1-1-6-16,-2 4 3 0,1 6-1 15,2-11 0-15,-1 9-9 0,1-3 14 0,2-5-7 16,-2 2-2-16,0-3-1 0,1 3-5 0,0-1 3 0,0-2-4 16,0 1 4-16,1-1-4 0,0 0-2 15,2-3-4-15,-3-1 1 0,0 0-1 0,1-1 1 0,-1-1-5 16,2 0 1-16,-1 1-4 0,0-4 3 15,-1 0-3-15,2 1 2 0,-2-1-1 0,0 1-6 0,1-4 3 16,-1-6-3-16,1 15-5 0,0-7 7 0,-1-8-3 16,3 11 0-16,-3-4-2 0,0-7 1 0,1 10-5 15,-1-10 5-15,3 10-3 0,-2-6-3 16,-1-4 1-16,1 8-1 0,-1-8-2 0,0 8 1 16,0-8 1-16,0 0-4 0,1 7 2 0,-1-7 2 0,0 0-1 15,0 0 0-15,2 9-4 0,-2-9 3 0,0 0-4 16,0 0 3-16,2 7-4 0,-2-7 5 0,0 0-1 15,4 5 1-15,-4-5-3 0,0 0 3 0,3 6-1 16,-3-6 1-16,4 3 0 0,-4-3-4 0,5 4 1 16,-5-4 0-16,10 4 3 0,-5-4 3 0,-5 0-4 15,12 4-2-15,-7-2-1 0,2-1 6 0,1 2-5 16,2-2 3-16,3 1 0 0,-3-1-3 16,0 0 0-16,3-1 2 0,-1 2-6 0,2-3 5 0,0 1 0 15,-1 0 1-15,4 0-1 0,5 0 0 0,-4-1-1 16,4 0 1-16,1 2 3 0,6-3 2 0,3 1-4 15,1 1 5-15,3-1-3 0,-3 1 1 0,2-1-4 16,1-2 0-16,2 2 3 0,-1-1-3 0,3 1 0 16,-2 1 2-16,2-1-3 0,10-1 2 0,-11 0 3 15,-1 0-2-15,0-1 0 0,13 2-3 0,-13-1-2 16,-1 1 3-16,1-1 0 0,1 4-2 0,-4-4-1 16,1-1 1-16,0 3 1 0,-1 0 0 0,-1 0-1 15,2-1-1-15,0 1 2 0,-2 0-1 0,-1-1 2 16,2 1 1-16,1-3-2 0,-3 3 3 0,2-1-3 15,-4-1-2-15,3 1 2 0,0 1 3 0,-2 0 1 16,2 1 0-16,1-1-2 0,0 2 2 0,0-4-2 0,1 2 2 16,0 2 3-16,2-4 1 0,1 2-2 15,-4 2 3-15,3-2-4 0,0 0-2 0,-1-2 0 16,0 1 1-16,1 2-1 0,-2-1 1 0,4 2-3 16,-5-4 7-16,3-1-8 0,0 3 3 0,-2-2-3 15,3 2 3-15,0-2 0 0,-1 0-1 0,-1 3 1 16,0-4-3-16,-1 3-2 0,-2-3 11 0,0 3-4 15,0-1-2-15,-1 0-2 0,-3-1 0 0,-1-1 0 16,-7 2 3-16,1-2-2 0,-4 3 2 0,1-1-3 0,-2-1-3 16,-2 1 1-16,-3 0 0 0,0 0 0 0,-2 1 1 15,-1-1-1-15,-1 1 4 0,-9 0-6 16,13-1 5-16,-13 1-6 0,12-1 3 0,-12 1 1 16,11-1-4-16,-11 1-3 0,7 0-6 0,-7 0-10 15,0 0-10-15,8-2-17 0,-8 2-14 0,0 0-20 0,9-1-31 16,-9 1-22-16,0 0-36 0,0 0-16 0,8-3-35 15,-8 3-157-15,0 0-410 0,0 0 181 16</inkml:trace>
  <inkml:trace contextRef="#ctx0" brushRef="#br0" timeOffset="27458.14">19767 5705 59 0,'-9'3'90'0,"-1"2"8"0,3 0-27 15,-1-2-4-15,-1 1-2 0,4-2-10 0,5-2 0 16,-8 5-4-16,3-3 2 0,5-2-2 0,-6 5 7 15,6-5 0-15,0 0 16 0,-8 3-5 0,8-3 6 16,0 0 8-16,0 0 8 0,0 0 5 0,0 0 7 16,0 0-12-16,0 0-5 0,0 0-14 15,0 0-6-15,20-31-7 0,-7 18-7 0,8-6-3 0,0-3-8 16,4 2 0-16,4-3-2 0,12-8-2 0,-3 1-3 16,2-2-6-16,6 3-1 0,-4-2 2 0,7-5 0 15,-6 0 0-15,8 2 0 0,-5-2-3 0,3 3-4 16,-3-3 2-16,2 1-4 0,-2 2 1 0,0-3-2 15,-3 1-4-15,0 3 1 0,-3 0-3 0,-1 0-2 16,-9 9-1-16,0-1-1 0,0 2 0 0,0 0-2 16,-3 2-2-16,1-1 0 0,0 2 2 0,-3 1-4 15,-1 2 3-15,-5-1-2 0,5 3 4 0,-6 3-3 16,-1 1 2-16,1-2-1 0,-3 2-1 0,-2 1 3 16,4-1-2-16,-7 4 1 0,0-1-4 0,-1 0 5 15,0 0 2-15,1 2-2 0,-2 0 2 16,-8 5 8-16,13-5-7 0,-13 5 1 0,7-7-1 15,-7 7 5-15,0 0-3 0,8-5 0 0,-8 5-3 0,0 0 1 16,6-5 0-16,-6 5-1 0,0 0-1 0,0 0-4 16,0 0 4-16,0 0-2 0,0 0 0 0,7-7-4 15,-7 7 5-15,0 0 1 0,0 0 4 0,0 0 0 16,0 0 11-16,0 0-10 0,0 0 3 0,0 0-3 16,0 0 3-16,0 0-1 0,0 0 1 0,0 0 1 15,0 0 0-15,0 0-4 0,0 0-1 0,0 0 1 16,0 0-3-16,0 0-2 0,0 0-1 0,0 0-2 15,0 0 4-15,0 0-6 0,0 0 2 0,0 0-1 16,0 0 0-16,0 0-4 0,0 0-1 16,0 0 0-16,0 0 0 0,0 0 0 0,0 0-3 0,0 0-2 15,0 0 7-15,0 0-4 0,0 0 2 16,0 0-2-16,0 0-3 0,-12 24 2 0,11-18 0 16,-2 2 2-16,1 1 0 0,-2 1 8 0,-1 2-8 0,0 3-1 15,1 0 4-15,-2 0-2 0,0 1 1 0,0 0 0 16,1-5-3-16,0 4 1 0,0 1 1 0,0-2 0 15,1-2 1-15,0-2 1 0,1 1-1 0,1-2 1 16,-2-1 1-16,0 0-3 0,3-2 2 16,1-6-6-16,-4 10-5 0,4-10-12 0,0 9-21 0,0-9-16 15,-3 7-25-15,3-7-24 0,0 0-34 0,0 0-23 16,0 0-7-16,0 0-23 0,-3 7-153 16,3-7-377-16,0 0 167 0</inkml:trace>
  <inkml:trace contextRef="#ctx0" brushRef="#br0" timeOffset="27686.94">21091 4669 163 0,'-4'-12'181'0,"-1"6"-2"0,-2-4-10 0,-2 2-3 15,0 0-11-15,-4 3-4 0,-1-4-13 0,-4 0-12 16,-1 3-13-16,-3-1-10 0,-5 1-7 0,6 3-9 0,0 0-9 15,2 0-10-15,0-1-3 0,6 2-9 0,3 2-2 16,-2-2-6-16,6 0-8 0,6 2-14 0,0 0-27 16,-17-1-27-16,17 1-34 0,0 0-31 15,0 0-34-15,0 0-35 0,0 0-137 0,0 0-323 16,25-17 144-16</inkml:trace>
  <inkml:trace contextRef="#ctx0" brushRef="#br0" timeOffset="28342.01">18776 4523 117 0,'0'0'157'0,"0"0"-1"16,0 0-11-16,0 0-3 0,0 0-9 0,0 0-7 16,0 0-8-16,0 0-6 0,0 0-3 0,0 0-6 15,0 0-6-15,0 0-8 0,0 0-7 16,0 0-7-16,0 0-7 0,0 0-8 0,0 0-4 15,0 0-2-15,0 0-4 0,0 0 1 0,0 0-6 0,0 0-1 16,35 2-7-16,-22 0-2 0,2-4-1 16,4 1-3-16,-2 0-5 0,0-1-4 0,1 0-5 0,0 2-12 15,-7-1-25-15,1 1-27 0,0 0-27 0,-1 2-17 16,-2-2-32-16,0 0-38 0,-9 0-23 16,12 0-99-16,-12 0-306 0,7-2 135 0</inkml:trace>
  <inkml:trace contextRef="#ctx0" brushRef="#br0" timeOffset="28567.44">18847 4423 146 0,'0'0'194'0,"0"0"-4"15,-8-2-19-15,8 2-17 0,0 0-13 0,0 0-19 0,0 0-15 16,0 0-10-16,0 0-5 0,0 0-13 15,-7 13-4-15,7-7-6 0,0-6-1 0,0 16-9 16,0-5-2-16,-3 1-6 0,2 1-7 0,2 0 0 16,1 3-3-16,-1 2-6 0,1 0-22 0,0 0-25 0,-2 2-44 15,2-2-54-15,1 0-55 0,-5 8-120 16,4-7-308-16,-2-2 137 0</inkml:trace>
  <inkml:trace contextRef="#ctx0" brushRef="#br0" timeOffset="29067.21">18892 5946 117 0,'0'0'208'0,"0"0"-5"0,0 0-5 15,0 0-6-15,0 0-7 0,0 0-5 0,0 0-15 16,22 0-14-16,-8-1-9 0,4-2-15 0,1 1-13 16,-1 2-13-16,3-4-19 0,0 4-30 0,7-2-40 15,-9 2-52-15,3-3-60 0,5 1-60 0,-9 2-162 16,-1-4-349-16,3 2 156 0</inkml:trace>
  <inkml:trace contextRef="#ctx0" brushRef="#br0" timeOffset="31195.03">17182 5381 43 0,'0'-11'210'16,"-3"4"0"-16,2-1-1 0,1 8-4 0,-1-14-6 16,-1 9-11-16,2 5-7 0,0-12-5 0,0 12-7 15,-1-10-10-15,1 10-14 0,0 0-14 0,0 0-10 0,-1-8-15 16,1 8-12-16,0 0-13 0,0 0-15 16,0 0-8-16,0 0-4 0,0 0-4 0,0 0 3 15,4 23-5-15,-4-7-4 0,2 0-1 0,1 2-4 16,-3 2 1-16,1 4-2 0,1-5-7 0,-4 0-3 0,1-2-1 15,1 1-4-15,1 0-1 0,-1-1-3 16,0 1 1-16,2-3-4 0,-4 0-2 0,4-1 2 0,-4-2-6 16,5-2-18-16,-3 3-27 0,1-3-37 15,-1-1-42-15,0 0-43 0,1-2-50 0,2-1-58 16,-3-6-157-16,-1 10-456 0,1-10 202 0</inkml:trace>
  <inkml:trace contextRef="#ctx0" brushRef="#br0" timeOffset="31579.03">17467 5438 106 0,'4'-4'247'0,"-4"4"-17"0,0 0-10 16,0 0-14-16,2-7-16 0,-2 7-19 0,0 0-14 15,0 0-15-15,0 0-11 0,0 0-10 0,-12 22-6 0,4-14-12 16,0 3-11-16,2 0-9 0,1 1-9 0,0-1-7 15,-1 0-8-15,1-1-6 0,0 1-4 0,3 0-5 16,1 0-2-16,2-1-4 0,-1-1-1 0,1 1-4 16,5-2-2-16,-2-1-3 0,0-2-1 15,4 1-3-15,2 0 2 0,0-4-1 0,0 2-5 0,4-3-1 16,-3-1 3-16,2-1-8 0,0-1 2 0,-1-1-4 16,2-1 2-16,1-3-1 0,-6 2-3 15,4-1 1-15,-3-2-2 0,-1-1 0 0,3 1 1 16,-6-2-3-16,2 0 3 0,1-4-1 0,-3-2-2 0,-2 4-4 15,-3-1 1-15,-1 0-1 0,-2-4 0 0,-1 2-5 16,1 5-1-16,-5-6 3 0,2 5-1 0,0 0-2 16,-1 3-2-16,-1-1-4 0,-2 5-13 15,0-1-15-15,0 4-26 0,-2 1-29 0,-1 0-31 0,3 3-30 16,-1 1-36-16,0-1-39 0,2 4-150 0,-1-1-409 16,4-3 181-16</inkml:trace>
  <inkml:trace contextRef="#ctx0" brushRef="#br0" timeOffset="31922.99">17742 5466 3 0,'0'0'233'0,"0"0"-24"0,0 0-18 16,8 3-11-16,-8-3-8 0,0 0-3 15,0 10-6-15,0-10-9 0,-2 13-11 0,2-6-10 0,0 3-17 16,0-1-11-16,-1 1-7 0,1 0-8 0,3-1-12 15,-3-2-4-15,3-1-4 0,5 2-8 0,-3-1-5 16,-1 0 3-16,6-1-4 0,0 1 5 0,1-4-4 16,-1 1-1-16,4-2-3 0,-1-2-2 0,1 1-1 15,2-1-5-15,-3-3-3 0,1 3-3 0,1-4-1 16,-4 1 3-16,0-3-1 0,-1 2-3 0,-1-3-4 16,-1-1-2-16,-2-1 2 0,1 1 1 0,-3-2-9 15,-2 1-5-15,-1-2-1 0,-2-1 0 0,0 0-2 16,-3 2-1-16,-1-1-9 0,0 2 1 0,1 0-3 15,-1 2-4-15,0 3-1 0,-2-3-9 0,0 2-16 16,-1 2-21-16,-1 0-23 0,-1 1-27 0,-2 5-42 16,2-1-45-16,0 2-47 0,4 0-220 0,-1-2-487 15,2 1 215-15</inkml:trace>
  <inkml:trace contextRef="#ctx0" brushRef="#br0" timeOffset="32145.88">18153 5523 41 0,'0'0'281'16,"0"0"-6"-16,0 0-2 0,0 0-12 0,-13-17-16 16,13 17-20-16,0 0-24 0,0 0-14 0,0 0-25 15,0 0-22-15,0 0-26 0,0 0-14 0,0 0-19 16,0 0-29-16,17-1-29 0,-17 1-37 0,18 0-46 15,-8 0-55-15,6 0-48 0,-5-1-51 0,0 1-136 16,1-2-378-16,2-1 168 0</inkml:trace>
  <inkml:trace contextRef="#ctx0" brushRef="#br0" timeOffset="32518.77">18331 5306 145 0,'6'-4'226'16,"-6"4"-10"-16,12-7-7 0,-5 5-12 0,3 2-11 15,-10 0-8-15,20 3-12 0,-10 1-17 0,3 1-13 16,0 5-12-16,1 0-10 0,-5-1-12 0,-3 3-10 16,1 2-8-16,-1-2-6 0,-4 4-8 0,-3-1-3 15,-3 2-8-15,2-1-8 0,-6-1-7 0,0 0-1 16,-2 1-4-16,-1-3-4 0,-2 0-4 0,-2-2-3 15,0-1-3-15,-1 1 0 0,2-2 1 0,1-2-4 16,3-3-1-16,2 2 1 0,2-2-6 0,-1-1 7 16,2 0 2-16,5-3-2 0,-9 2 7 0,9-2-2 15,-6 3 5-15,6-3 7 0,0 0-2 0,-8 2-2 16,8-2-10-16,0 0-1 0,0 0-1 0,0 0-4 16,0 0-8-16,0 0 0 0,0 0-2 0,0 0 1 15,0 0 0-15,30 0-3 0,-22 2 2 0,3-2-13 16,-1 2-24-16,4-1-24 0,-4 0-37 0,2 1-39 15,1-1-51-15,6-1-41 0,-8 1-42 0,2 1-159 16,-3-2-454-16,3-2 200 0</inkml:trace>
  <inkml:trace contextRef="#ctx0" brushRef="#br0" timeOffset="33090.58">18636 5485 53 0,'0'-10'277'0,"0"10"0"15,2-6-2-15,-2 6-11 0,0 0-16 0,0 0-21 16,1-6-20-16,-1 6-17 0,0 0-24 0,0 0-16 0,0 0-16 16,0 0-15-16,0 0-10 0,0 0-2 15,-8 20-15-15,6-12-11 0,-2 2-11 0,0-2-6 16,1 1-3-16,1-2-8 0,1 1-7 0,-2-1-4 16,3-7-2-16,0 13-3 0,1-7-9 0,-1-6 1 15,2 11 1-15,4-5-4 0,-2-3 1 16,1 1-5-16,-5-4 2 0,10 5 1 0,-5-4-6 0,-5-1-1 15,18 2 1-15,-9-4-2 0,-9 2-2 0,17-2-1 16,-10 0 1-16,2-1-2 0,-1-1 5 0,-2 1-5 16,1-2-7-16,1-1 2 0,-5-1-1 0,1 3 1 15,1-6 0-15,-2 1-3 0,-1 2-5 0,2-2 6 0,-3 0-6 16,1-1 3-16,0 2 6 0,-2 8-7 0,2-12-2 16,0 6-4-16,-2 6 2 0,2-9-6 15,-2 9 0-15,3-7-3 0,-3 7-3 0,4-4 3 16,-4 4 5-16,10-3-8 0,-10 3 4 0,14 1-3 0,-6 3 0 15,-2-2 2-15,5 4-2 0,-4-3-1 0,1 5 5 16,-2 0-1-16,1-3 0 0,-1 3 4 16,2 1-1-16,-3 1-1 0,0-1 3 0,1 0-1 15,-2-1 3-15,1 1-2 0,-2-4 6 0,2 1-5 16,-1 0 1-16,-4-6-6 0,6 9 3 0,-2-7-2 0,-4-2-1 16,7 8 4-16,-4-6 0 0,-3-2 1 0,10 0 1 15,-10 0 0-15,0 0 1 0,15-5 1 0,-9 1-4 16,2 0 5-16,-3 0 2 0,-1-2 2 15,1-2 2-15,0-1-6 0,-1 0-1 0,-2 0-1 0,1 1 2 16,-1-2 1-16,0 0-2 0,-1 1 3 0,-1 2 0 16,0 7-1-16,-3-19 3 0,2 13-5 0,-3-3 3 15,3 2-7-15,1 7-1 0,-4-10-14 0,0 5-25 16,4 5-26-16,-10-2-35 0,10 2-46 16,-15 0-47-16,7 2-54 0,-2 3-197 0,0-3-487 0,1 1 215 15</inkml:trace>
  <inkml:trace contextRef="#ctx0" brushRef="#br0" timeOffset="33492.87">19095 5367 15 0,'0'0'295'0,"3"-7"-15"0,-3 7-17 0,2-7-24 0,-2 7-23 16,4-3-27-16,-4 3-19 0,0 0-16 15,0 0-19-15,0 0-12 0,0 0-7 0,14 17-12 0,-9-10-6 16,2 3-9-16,-1-1-8 0,2 3-4 0,-2 0-9 16,-1-2-4-16,0 2-8 0,1 2-4 15,1-4 0-15,-3 2-8 0,1-2-2 0,0-2-4 0,-2 1-3 16,2 0-5-16,-4-2-2 0,3-2 2 0,0 1-7 16,-2-1 0-16,-2-5-3 0,7 7 0 0,-5-3-1 15,-2-4 2-15,0 0 6 0,0 0 14 0,2 7 13 16,-2-7 10-16,0 0 4 0,0 0 0 0,0 0-4 15,0 0-9-15,0 0 0 0,14-14-3 0,-9 9-1 16,-4-3-1-16,3 1-1 0,-2-3 1 0,2-1-13 16,0 0-15-16,1-1 3 0,-3-1 1 0,3-2 0 15,-2 0-7-15,-1 3 2 0,-1 0-6 16,1-4-2-16,0 4 7 0,0 0-33 0,0 4-3 16,-1-1-17-16,-1 1-19 0,0 8-24 0,0-11-37 0,0 11-41 15,1-7-45-15,-1 7-35 0,0 0-19 0,0 0-30 16,0 0-194-16,0 0-515 0,0 0 229 0</inkml:trace>
  <inkml:trace contextRef="#ctx0" brushRef="#br0" timeOffset="33714.58">19401 5302 63 0,'3'-6'266'0,"-3"6"-11"0,3-4-19 0,-3 4-19 15,0 0-24-15,0 0-17 0,8-3-17 0,-8 3-7 16,0 0-7-16,9 16-13 0,-4-4-12 0,0 5-11 16,1 0-11-16,-3 4-2 0,-1 5-10 0,0-1-10 15,-5 2-5-15,4-2-4 0,-6 1-10 0,0-3-13 16,-1-4-36-16,-6 7-50 0,-3 0-65 0,1-6-70 16,-9 5-71-16,-7-2-128 0,4-5-406 0,-6-1 179 15</inkml:trace>
  <inkml:trace contextRef="#ctx0" brushRef="#br0" timeOffset="34274.74">16843 5253 171 0,'-16'20'178'0,"0"6"3"0,0 3-5 0,2 3-7 16,0 0-10-16,-3 12-14 0,7-12-10 0,2 1-5 15,3-2-16-15,1 1-13 0,2 0-9 16,4 0-3-16,5-3-10 0,4 0-10 0,-1-4-16 15,6 2-33-15,4-4-35 0,7-2-46 0,6-2-52 16,16-1-35-16,2 1-140 0,-1-5-311 0,2-5 138 0</inkml:trace>
  <inkml:trace contextRef="#ctx0" brushRef="#br0" timeOffset="41034.11">23067 3659 8 0,'0'0'67'0,"-8"-3"0"0,8 3-3 16,0 0-11-16,0 0 3 0,0 0 0 0,0 0-7 15,0 0-5-15,0 0 0 0,0 0-9 0,0 0-3 16,0 0 2-16,0 0-9 0,-10-1 5 0,10 1-2 16,0 0-2-16,0 0-6 0,0 0-6 0,0 0-6 15,0 0 5-15,0 0 2 0,0 0 5 16,0 0 5-16,0 0-3 0,0 0 5 0,23 8 6 15,-15-8-3-15,3 5 1 0,1-4 3 0,2 0-2 0,-1-1-4 16,6 2-1-16,-2 0 1 0,-2-1-3 0,2 1-7 16,0-2 8-16,1 0-5 0,1 1 4 15,-1-1-3-15,0 0-6 0,-5 0-3 0,-1 2 5 0,0-3-9 16,1 4 5-16,-1-3-1 0,-1 0-3 16,2 2 7-16,-3-2-2 0,2 1-6 0,-3 1-6 15,-2-2 4-15,-7 0 11 0,17-2-3 0,-9 4 1 0,-8-2 4 16,12-2-5-16,-12 2 0 0,12 2-3 0,-12-2 5 15,9 0 6-15,-9 0 4 0,0 0-2 0,9-2 5 16,-9 2 2-16,0 0 4 0,0 0 5 0,0 0 1 16,10 0 1-16,-10 0-1 0,0 0-3 15,0 0 2-15,0 0-6 0,0 0 2 0,0 0-4 16,0 0-2-16,0 0-6 0,0 0 1 0,0 0-6 0,0 0 0 16,0 0-1-16,0 0-2 0,0 0 0 0,0 0-3 15,0 0-1-15,0 0-2 0,0 0-1 0,4-5-1 16,-4 5 2-16,0 0-2 0,0 0 0 15,0 0-2-15,0 0 4 0,0 0 1 0,0 0-4 16,0 0 0-16,0 0-2 0,0 0 1 0,0 0 0 16,0 0 3-16,-7-14-4 0,7 14-1 0,0 0 0 15,0 0 0-15,-1-10-1 0,1 10 1 0,0 0 4 0,0-10 1 16,0 10-7-16,0 0-1 0,1-12 0 16,-1 12-3-16,2-7 4 0,-2 7 2 0,2-12 21 15,-1 7 1-15,-1 5-4 0,3-10-2 0,-3 10 5 16,3-9 0-16,-3 9 0 0,3-6-4 0,-3 6-2 0,4-7-3 15,-4 7-3-15,4-7 0 0,-4 7-4 0,4-6 5 16,-4 6-9-16,0 0-1 0,6-3-1 0,-6 3-2 16,0 0-1-16,0 0-2 0,11 0 1 15,-11 0-2-15,11 8 0 0,-5-4 1 0,-1 1-1 16,4 1 2-16,-2 1-2 0,-2 2-2 0,3-1 3 16,-3-2-1-16,1 4 2 0,1-2 0 0,-2 2 1 15,1 0-2-15,2-2 3 0,-1 0-3 0,-1 0 1 16,-1 0 1-16,1-2-2 0,-4-1 2 0,4 0 3 15,0-4-4-15,-6-1 2 0,5 8-1 0,-5-8 6 16,5 5-2-16,-5-5-1 0,5 5 4 0,-5-5 2 16,5 1 0-16,-5-1 4 0,0 0-8 0,0 0 0 15,13-8 2-15,-13 8-1 0,5-7-4 0,-1 2 1 16,3 0 2-16,-2-2-4 0,4 0 3 0,-3-1-4 16,2 0 0-16,-1-1 2 0,1 1 3 0,0-2-6 15,2 1 3-15,-4 2-2 0,1-1-4 0,1 0 1 16,0 2 0-16,0 0 3 0,-2 0-3 0,0 2 0 15,0 1-2-15,0-1-3 0,-6 4 1 0,9-3-1 16,-9 3-1-16,9 0 2 0,-9 0 1 0,13 6-3 16,-8 0 5-16,0-2-3 0,2 3 0 0,-3-2 3 15,2 2 1-15,0 0-2 0,-2 0 2 0,0-1-1 16,2 1 3-16,-1 2 1 0,2-4 0 0,-3 0 0 16,-2 2-1-16,-2-7 0 0,7 10 3 0,-2-6-4 15,-3 1 4-15,-2-5-2 0,7 3 2 0,-7-3-4 16,6 7 4-16,-6-7 2 0,0 0-1 0,5 4 2 15,-5-4 1-15,0 0 2 0,0 0 0 0,0 0 0 16,16-4-4-16,-16 4 1 0,12-8 1 0,-3 3 2 16,-1 0-2-16,5 1-1 0,-4-3 1 0,2 0-6 15,2 0 2-15,-2 0 1 0,3-3-2 0,2 2 1 16,-6 1 1-16,4-4-3 0,-2 3 2 0,-1 2-3 16,-2 1 0-16,1-1 4 0,0 2-6 0,-2-1-2 15,-2 2 1-15,1 1-2 0,-7 2 2 0,11-1-1 16,-11 1 0-16,12 3-4 0,-7 1 2 0,1 0-1 15,1 2 4-15,0 2 0 0,-1-1-1 0,-1 1 1 16,1 0 0-16,0 1 4 0,-1 0-3 0,1 0 1 16,0 0 0-16,-2 1 1 0,0-2 0 0,2-2-3 15,-2 2 4-15,-2-2-3 0,2-1 4 0,0 0-1 16,-4-5 4-16,5 7-3 0,-1-3 1 0,-4-4-2 16,8 2 4-16,-8-2 2 0,5 3 2 0,-5-3 3 15,0 0-3-15,11-1 2 0,-11 1-3 0,12-7-2 16,-12 7 2-16,11-4-1 0,-3 3 3 0,-4-4-5 15,6-2 4-15,-5 3-4 0,4-2 1 0,-4 1-3 16,4-3 0-16,-1 1 0 0,0 1 0 0,-3-1 0 16,0 2 0-16,-1 0-1 0,2 1 0 0,-6 4-2 15,6-7 1-15,-6 7-6 0,7-5 1 0,-7 5-3 16,5-5 0-16,-5 5 1 0,0 0 1 0,0 0-2 16,0 0 2-16,16 9-2 0,-11-5 3 0,-3 2 0 15,0 2 0-15,-2-8-2 0,7 11 4 0,-7-11-3 16,9 13 2-16,-8-6 1 0,-1-7 4 0,5 12-7 15,-2-4 4-15,-3-8-1 0,7 12 1 16,-7-12-1-16,4 6 2 0,-4-6-1 0,7 6 2 0,-7-6 1 16,9 4 3-16,-9-4 7 0,0 0 5 15,9 9 2-15,-9-9 1 0,11 4 3 0,-11-4-4 0,14 0 1 16,-14 0-6-16,19-2 3 0,-6 0-3 0,6-1-3 16,3-1 3-16,0 1 2 0,6-2-6 15,1 1 0-15,-1-2-1 0,2-1-2 0,2 1 0 0,0 1-1 16,1 2 2-16,1-1-2 0,0 1-2 15,1 3 0-15,1-3-1 0,0 2 0 0,1 0-2 16,-3-2 2-16,2 2-1 0,0-1-2 0,-1 1 4 16,3 1-3-16,-1 1-1 0,-1-1 4 0,0-1-4 15,2 2 2-15,-1-1-5 0,2-1 6 0,-5-1-5 16,4 2 4-16,2 2 0 0,1-4-2 0,-3 2 2 16,14 0 3-16,-16 0 0 0,0 0-1 0,1 0 0 15,-5 0-3-15,3 2 4 0,-5-2-5 0,1 1 8 16,0-1-6-16,-1 0 11 0,-9 0-4 0,7 0 3 15,-7 0-5-15,-3 0 7 0,2 0 1 0,-4 2 7 16,-2-2 5-16,-4 0-3 0,-10 0 0 0,23-2-3 0,-23 2 5 16,13 0-3-16,-13 0 4 0,12 2 0 15,-12-2-1-15,11 0-4 0,-11 0 4 0,0 0 1 16,0 0-12-16,13 0 13 0,-13 0-3 0,0 0 2 16,0 0-3-16,0 0-1 0,0 0 0 0,12 1-4 15,-12-1 3-15,0 0-2 0,0 0-3 0,0 0-3 16,0 0-2-16,0 0 4 0,0 0-9 0,0 0 0 15,0 0-15-15,0 0-15 0,0 0-27 0,0 0-46 16,0 0-54-16,0 0-72 0,0 0-69 0,-38-4-230 16,19 2-563-16,-10-2 250 0</inkml:trace>
  <inkml:trace contextRef="#ctx0" brushRef="#br0" timeOffset="41807.89">23638 3092 180 0,'0'0'177'0,"0"-7"-10"0,0 7-13 0,0 0-19 16,0 0-12-16,0 0-12 0,0 0-10 0,0 0-15 16,0 0-7-16,0 0-9 0,0 0-7 0,0 0-5 15,0 0-6-15,-19 14-3 0,17-9-3 0,2-5-2 16,-7 9-11-16,5-5-1 0,2-4-3 0,-4 8-4 15,4-8-2-15,-1 12 4 0,1-12 3 0,2 10 2 16,3-2 3-16,-1-3 0 0,1 3 0 0,3 2 1 0,1-5-3 16,2 4 3-16,0-3-2 0,0 2-2 15,2 1-7-15,-3-1 2 0,3-1 2 0,0 2 24 16,-3-1-10-16,3-2-1 0,-4 0-7 0,0 1-4 16,-1 0-2-16,-1 1-3 0,-2-4-3 0,-1 0-1 15,-4-4-3-15,9 6-1 0,-9-6-1 0,2 5 0 16,-2-5-2-16,0 7 3 0,0-7-3 0,0 0-2 15,-14 7-1-15,8-4 2 0,-4 0-2 0,-3 0-2 16,4-1-5-16,-1-2-19 0,-2 2-24 0,1-2-11 16,-1 0-21-16,2 0-29 0,10 0-24 0,-14-6-46 15,6 5-35-15,2-2-131 0,6 3-362 0,-12-10 160 16</inkml:trace>
  <inkml:trace contextRef="#ctx0" brushRef="#br0" timeOffset="41984.32">23678 3102 37 0,'8'-8'189'15,"-8"8"-12"-15,9-9-14 0,1 4-6 0,5-3-8 16,0 2-17-16,4 0-11 0,0-3-16 0,1 4-7 16,1 0-13-16,-4 1-30 0,11-3-32 0,-8 4-45 15,0 0-44-15,-2 0-51 0,-6 2-98 0,-2 1-232 16,-10 0 103-16</inkml:trace>
  <inkml:trace contextRef="#ctx0" brushRef="#br0" timeOffset="43059.94">24243 3037 130 0,'-1'-7'141'0,"1"7"-7"16,0 0-3-16,0 0-6 0,-2-10-3 0,2 10-1 15,0 0-9-15,-1-10 3 0,1 10-5 0,-1-9-3 16,1 9-1-16,0 0-8 0,-3-7 3 0,3 7-5 16,0 0-2-16,-1-11-3 0,1 11-1 0,0 0-3 15,0 0-1-15,-1-9 0 0,1 9-3 0,0 0-8 16,0 0-6-16,0 0-13 0,0 0-1 0,-3-5-13 15,3 5-5-15,0 0-6 0,0 0-1 0,0 0-4 16,0 0-6-16,0 0 0 0,0 0-1 0,3 29 0 16,-3-17-3-16,1 5 5 0,-1-1-6 15,1 1-1-15,-2 0 1 0,1 0 5 0,-3 0-4 16,3 0-2-16,0 0 2 0,2 0 1 0,-1-1-3 0,-1-3-5 16,1 1 2-16,-1-2 1 0,2 0-1 15,-1-3-3-15,-1 1 0 0,1-2-2 0,-1 2 1 16,0-2-2-16,0-8 3 0,1 11 1 0,-1-11-4 15,0 9 0-15,0-9 0 0,0 7 1 0,0-7-2 16,0 0 5-16,0 9-10 0,0-9-10 0,0 0-17 16,0 0-15-16,2 7-19 0,-2-7-23 0,0 0-29 15,0 0-53-15,0 0-66 0,0 0-172 0,0 0-438 0,0 0 193 16</inkml:trace>
  <inkml:trace contextRef="#ctx0" brushRef="#br0" timeOffset="43364.5">24510 3017 67 0,'0'0'167'0,"0"0"-18"0,0 0-16 0,0 0-6 16,0 0-5-16,0 0-9 0,0 0-12 0,-29 13-8 16,11-4-3-16,2 3-8 0,-1-2-9 0,2 2-5 15,-4 0-2-15,3 1-13 0,0-5-6 0,3 3-4 16,3-4-3-16,1-1-3 0,2 1-5 0,0-4-1 15,2 2-2-15,0-1-8 0,5-4 0 0,-6 8 1 16,6-8-2-16,-3 5 2 0,3-5 1 0,-1 8 5 16,1-8 4-16,0 0 0 0,8 13 5 0,-2-5 2 15,2-4-2-15,-1 3 3 0,2 0-7 0,3-1 1 16,-2 0-3-16,9 2 3 0,-7-3-6 0,4 2-3 16,1 0-2-16,1-2-15 0,-3 1-27 0,-1-1-34 15,-2-3-38-15,4 3-45 0,2-2-46 0,-6 0-130 16,-1-1-338-16,-1-2 149 0</inkml:trace>
  <inkml:trace contextRef="#ctx0" brushRef="#br0" timeOffset="43821.3">24564 3284 104 0,'0'0'200'0,"0"0"-12"0,0 0-10 15,0 0-11-15,0 0-8 0,0 0-9 0,0 0-14 16,24-3-9-16,-24 3-16 0,15-3-4 0,-6 0-14 0,-2 3-1 16,3-2-13-16,-2 0-5 0,-1 0-1 15,0-1-7-15,-7 3-3 0,15-4-3 0,-8-1 1 16,-2 1-4-16,2-1-2 0,-2 0-4 0,-1-1 0 16,0-1-7-16,0 0-3 0,0-2-10 0,-2 0 5 15,1-1-8-15,-1-2 0 0,1 2-7 0,-6-1 0 16,3 1-3-16,0-2-3 0,0-3-1 0,-2 5 0 0,2-1-3 15,-3-2 0-15,1 4-1 0,0-3 0 16,4 3 0-16,-1 0-3 0,-1 9-2 0,6-13 1 0,-2 8-5 16,1 1 3-16,0-1-2 0,4-1-4 15,3 2 0-15,-2 2 2 0,2 3-3 0,0 2 3 16,0-1-3-16,-1 4 2 0,3 5-2 0,-2 0 2 16,-1 3 0-16,-2-1-1 0,-1 2 3 0,-1 0-2 15,-3-4-2-15,-2 2 4 0,0-1-1 0,-2-1-1 16,-1 0 3-16,-2 3-1 0,-1-3 0 0,1 0 6 15,-1-2-1-15,4 1-9 0,-4-2 6 0,2 1-3 16,-1-2 0-16,3-7 2 0,0 12 1 0,3-5 1 16,1-2 0-16,5 1 2 0,3-2-8 0,7 2-15 15,2-4-28-15,8 2-38 0,3-2-60 0,1-3-65 16,3-2-194-16,-1 1-434 0,-1-2 192 0</inkml:trace>
  <inkml:trace contextRef="#ctx0" brushRef="#br0" timeOffset="47435.18">26189 3673 14 0,'0'0'45'0,"0"0"4"0,-11-1-5 0,11 1-2 0,0 0-4 16,0 0-3-16,-9 1-4 0,9-1 8 15,0 0-9-15,0 0-3 0,-9 2-2 0,9-2 5 16,0 0-13-16,0 0 8 0,0 0 10 0,0 0 4 0,0 0-3 16,0 0 13-16,16 10 1 0,-5-8-2 0,1-1 1 15,7-2 1-15,2 1-3 0,10 0-1 0,1-2-4 16,1 2 0-16,7-1 2 0,17-1-2 16,-1-1-4-16,7 1-1 0,2 0-3 0,0 0-2 15,27-2 0-15,-31 3-8 0,7-1 2 0,-3 1-5 0,-2-1-4 16,4 0 5-16,-2-2-8 0,0 8 6 0,25-5-2 15,-27 2-2-15,1 1 6 0,1-2-8 0,1-2-2 16,-1 1 2-16,1 1-5 0,-6 3 1 0,3-3-3 16,-2 0 9-16,-1 0 8 0,-6-2-13 15,0 2-5-15,-14 0 1 0,-1 2 1 0,12-4-2 0,-17 1-6 16,3 1 12-16,-6-4-16 0,0 1 10 0,-1 5-2 16,-3-2 1-16,-4 0-3 0,4 0 1 0,-4 0 3 15,-3 0 5-15,7 2 1 0,-5-3 1 0,0 1-6 16,-3 1-1-16,4-1 9 0,-3-1 2 15,-2 1-2-15,-2 0 4 0,-3 1-7 0,2-2 3 16,-2 2 0-16,-2-1 5 0,1 0 0 0,0 2-7 0,0-2 0 16,-1 0-1-16,2 1-5 0,1-1 4 0,4 1 4 15,0-1-3-15,2 0-2 0,-2 0 10 16,2 0-6-16,-1 0 1 0,-5 0-2 0,-3 2-2 0,1-2 1 16,-2 0 2-16,-2 0-2 0,-8 0 4 15,12 0 3-15,-6 2 5 0,-6-2 3 0,9 1-1 0,-9-1 2 16,0 0 1-16,7 0 1 0,-7 0 2 0,0 0-5 15,0 0 3-15,0 0-3 0,0 0-2 0,10 0 0 16,-10 0-3-16,0 0-3 0,0 0-5 16,0 0 0-16,0 0 1 0,0 0-7 0,0 0 5 15,0 0-6-15,0 0 1 0,0 0 1 0,0 0-2 16,0 0 1-16,0 0-2 0,0 0 1 0,0 0-2 0,0 0-1 16,0 0 3-16,0 0-3 0,0 0 3 0,0 0 0 15,0 0-2-15,0 0-3 0,0 0 2 0,0 0 1 16,0 0-3-16,0 0-3 0,0 0 7 0,0 0 4 15,0 0-9-15,0 0 1 0,0 0 2 16,0 0 2-16,0 0-1 0,0 0-1 0,0 0 3 16,0 0 2-16,0 0-3 0,0 0-1 0,0 0-1 15,0 0 1-15,0 0-2 0,0 0 6 0,0 0-8 0,6 6-2 16,-6-6-1-16,0 0-2 0,0 0 4 16,0 0-2-16,0 0-2 0,0 0-3 0,0 0 4 15,0 0-7-15,0 0 12 0,0 0-8 0,0 0 1 16,0 0 0-16,-3 12 6 0,3-12-7 0,-4 9 5 15,4-9-2-15,-9 13 0 0,9-6 1 0,-2 0 1 16,2-7-1-16,-3 21-1 0,-1-11 4 0,2 2 1 16,-1 0-1-16,1-2-1 0,0 6-2 0,-2-3 0 15,2-3 7-15,1 2-3 0,-2-1-1 0,2 1 1 16,-3-2-1-16,3-1 0 0,-3 2 1 0,1 1 1 16,1-3-2-16,0 2 1 0,-3-2 2 0,3 3 1 15,-1-1 6-15,1-1 4 0,-1 2 0 0,2-2-3 16,-4 3 2-16,2-1 1 0,1-1-1 0,-1 2 3 15,0 3-4-15,-2-2 1 0,1 1 0 0,2-2 5 16,-2-3-4-16,3 5-2 0,-4-1 0 0,5-3-3 16,-1 0 1-16,-1 2 1 0,1-1-4 0,1 1 2 15,0-1 0-15,-2-1-2 0,1 2 9 0,-1-2-8 16,1 4 7-16,-2-2 2 0,2-1 1 0,-2-1-4 0,1 1 1 16,2-2 4-16,-2 2-12 0,0 0 5 15,0-1-3-15,0 2 1 0,-1-3 4 0,2 0-6 16,-1 2-5-16,0-2 6 0,0 0-8 0,-1 2 6 15,3-1-2-15,-1 1-1 0,-2-3-2 0,3-9-1 16,2 20 2-16,-2-20 1 0,-2 23 6 0,0-14-7 16,0 4-1-16,0 1 2 0,2-14 0 0,-4 25 1 15,0-14 1-15,2 1-3 0,1 1 2 0,-1-2-1 16,0 1 4-16,2-2-2 0,-3 0-2 0,3-10-3 16,-1 19 4-16,-1-8-1 0,-1-2-3 0,1 1 2 15,2-10 0-15,-2 22-2 0,-1-14 3 0,0 0 0 16,3-8 7-16,-1 15-14 0,1-15 6 0,0 15 2 15,-1-5-3-15,1-10 2 0,-1 16-1 0,1-16 2 16,-4 15-1-16,4-15-1 0,1 15 5 0,-2-6-7 16,1-9 1-16,0 21 5 0,-1-11 6 0,0 2-9 15,1-2-1-15,0-10 3 0,-3 18-2 0,3-10 0 16,0-8-3-16,0 15 1 0,1-6-1 0,-1-9 4 16,-1 16 0-16,1-16-4 0,-2 14 3 0,2-14-1 15,2 13-3-15,-2-13 4 0,-2 15 0 0,2-15-1 16,-1 12-1-16,1-12 4 0,1 13 0 0,-1-13 0 15,0 11 4-15,0-11-2 0,0 11-4 0,0-11 4 16,2 12-3-16,-2-12 0 0,0 0-1 0,-3 15 0 16,3-15 2-16,0 10 1 0,0-10-5 0,0 0-1 15,-1 14 1-15,1-14 1 0,0 0 1 0,0 14-5 16,0-14 1-16,0 0 0 0,0 14 2 0,0-14 0 16,0 0-1-16,-2 12-3 0,2-12 5 0,0 0-3 15,0 0 3-15,-3 10 3 0,3-10-4 0,0 0 2 16,0 0-3-16,0 0-2 0,0 0 2 0,0 0-3 15,0 0 6-15,0 0-1 0,0 0-5 0,0 0 4 16,-1 14 3-16,1-14 0 0,0 0-1 0,0 0 1 16,0 0 2-16,0 0 4 0,0 0 5 0,0 0 5 15,0 0 1-15,0 0 5 0,0 0 1 0,0 0-1 16,0 0 7-16,0 0-4 0,0 0 1 0,0 0-4 16,0 0 6-16,0 0-12 0,0 0 3 0,0 0-7 15,0 0 4-15,0 0 6 0,0 0-8 0,0 0-4 16,0 0 3-16,0 0 0 0,0 0-2 0,0 0-5 15,0 0 0-15,0 0 2 0,0 0-2 0,0 0-13 16,0 0-10-16,0 0-24 0,0 0-25 0,0 0-27 16,0 0-29-16,0 0-42 0,0 0-62 0,0 0-61 15,0 0-37-15,0 0-175 0,-30-18-534 0,20 13 237 16</inkml:trace>
  <inkml:trace contextRef="#ctx0" brushRef="#br0" timeOffset="48929.07">28717 5213 27 0,'0'0'115'0,"0"0"-5"0,0 0-3 0,0 0 4 15,0 0 0-15,0 0-3 0,0 0-3 0,0 0-1 16,0 0-6-16,0 0-5 0,0 0-1 0,0 0-6 15,0 0-5-15,0 0-2 0,0 0-3 0,0 0-4 16,0 0-6-16,0 0-6 0,0 0-10 16,0 0-5-16,0 0-6 0,9 3-2 0,-9-3-5 0,8 2 2 15,-8-2-7-15,11 3 4 0,-1-3-3 0,-2 3-5 16,1 0-5-16,0-2-3 0,1 3 2 0,-1-1-5 16,1 0-1-16,0 1 0 0,3 0 0 0,0 0 1 15,-3-1-1-15,2 1-2 0,-1 2 2 16,1 0-3-16,-1-1-3 0,1 0 1 0,-2 1 0 0,1-2 4 15,0 2-1-15,-2-2-2 0,-4 1-4 0,1-2 4 16,-1 1-3-16,-1 0-2 0,0 2-3 16,-1 0 8-16,-1-1-2 0,1 1 1 0,-3-6-4 0,-4 12 2 15,3-5-3-15,-5 3 0 0,1 0 6 16,-2-1 6-16,-1 1 1 0,0 0 1 0,1-1-4 0,-6 3 4 16,-1 0 1-16,2-1-4 0,5-2-2 0,-1-2 0 15,3 2-3-15,-3-1 1 0,2 0 1 0,-1 2-2 16,4-5 3-16,-3 3-9 0,3-1 3 0,1 1 4 15,1 0-4-15,1-8-2 0,0 14 8 0,3-6-4 16,0 0 3-16,1-2-3 0,0-1-1 0,1 2 0 16,4 1 3-16,-4-1-3 0,0-1 1 0,2 2-3 15,-1-1 0-15,-1-1 3 0,0 1-2 0,0-3-1 16,-1 3-5-16,-1-1 1 0,-1-1 0 0,0 3 2 16,-2-8-2-16,2 13 1 0,0-4 0 0,-1-3 1 15,-2 3 0-15,1-9 0 0,-4 16 1 0,-3-8 2 16,5 1-1-16,-5 1 2 0,2-1-1 0,-2 1-2 15,1-1-1-15,3-1 0 0,-6 1-2 0,-1 1 4 16,3-1-2-16,-1 1-2 0,2-1 1 0,0 1 0 16,1 0-1-16,-1 0 3 0,-1 1 2 0,3 0-3 15,0 1 1-15,0-1-3 0,1-1 1 0,1 1-2 16,1 0 5-16,-2 0-2 0,3-11-3 0,0 19 6 16,-1-7-4-16,1-12-3 0,1 15 3 0,1-3 2 15,-1 0 2-15,0 1 4 0,-1 0-6 0,2-1-4 16,-1 3 5-16,1-1-3 0,-4 0 8 0,2-1-7 15,-1 2 0-15,1 3-2 0,-4-3 1 0,2 4-3 16,2-2 6-16,0 1-3 0,-2 2-2 0,-1-3 6 16,3 4-6-16,-1-2 3 0,0 4 0 0,-1 2 0 15,4 0-3-15,-5-6 2 0,4 6 0 0,-2-6 4 16,-2 6 2-16,5 4-3 0,-1-10-1 0,2 1 2 16,-2 1-3-16,-1-4 1 0,1 2 2 0,0-2 2 15,2 1-1-15,0 0-2 0,-3 0 4 0,0 0 0 16,1-7 4-16,0 6 5 0,1-6 2 0,-1 5-2 15,5-1-1-15,-3-3-3 0,2 4 0 0,1 0 4 16,-1 0-4-16,0 0 4 0,0-1-2 0,-1 1 4 16,0-3-3-16,-1-1 1 0,1 0-5 0,-3 0 4 15,2-1 2-15,2 1 1 0,-4 0-3 0,1 1 1 16,2-4-2-16,-1 1 0 0,-2 1-1 0,-1-11 1 16,0 21-4-16,2-12-1 0,1-3 2 0,-3-6-1 15,3 15 0-15,-3-15 4 0,0 9-6 0,0-9-2 16,0 0 3-16,0 15-2 0,0-15-1 0,0 0 0 15,0 0 3-15,0 12 3 0,0-12-9 0,0 0 1 16,0 0 0-16,0 0-9 0,0 0-17 0,1 10-26 16,-1-10-36-16,0 0-47 0,0 0-57 0,0 0-64 15,0 0-151-15,0 0-435 0,0 0 193 0</inkml:trace>
  <inkml:trace contextRef="#ctx0" brushRef="#br0" timeOffset="50501.17">23098 7221 28 0,'0'0'45'0,"-9"-4"-4"16,9 4-1-16,0 0-11 0,-5-5 1 0,5 5 2 16,-5-6-6-16,5 6-2 0,0 0 1 0,-4-6-10 15,4 6 0-15,0 0-12 0,-5-8-7 0,5 8-3 16,0 0-13-16,-4-8-10 0,4 8-19 0,0 0-53 15,-3-5 24-15</inkml:trace>
  <inkml:trace contextRef="#ctx0" brushRef="#br0" timeOffset="52290.31">25718 3742 72 0,'-3'-5'77'0,"3"5"-14"0,-4-5 2 16,4 5-1-16,-5-7 0 0,5 7 6 0,-4-5-9 15,4 5 2-15,0 0-7 0,-7-7 3 0,7 7 2 16,-3-6-6-16,3 6-2 0,-4-5 1 0,4 5 0 16,-4-6 1-16,4 6 0 0,-2-8 10 0,2 8-5 15,-5-6 0-15,5 6 8 0,-4-8 6 0,4 8 7 16,0 0 0-16,-2-8-5 0,2 8-6 0,-3-6-7 16,3 6-2-16,0 0-2 0,-6-5-2 0,6 5 2 15,0 0 0-15,0 0-5 0,-3-8 1 0,3 8-10 16,0 0-1-16,0 0-2 0,0 0-2 0,-2-6-4 15,2 6 0-15,0 0-5 0,0 0 6 0,0 0-15 16,0 0 0-16,0 0-4 0,0 0 0 0,0 0-2 16,0 0-4-16,0 0-2 0,0 0-5 15,0 0 1-15,0 0-6 0,0 0 0 0,0 0 0 0,0 0-5 16,0 0 4-16,0 0-1 0,0 0 0 0,0 0-4 16,-3 19 6-16,4-9-4 0,-2 2 2 0,-2 3 3 15,2 3 1-15,-1 2-4 0,0 5 4 0,-2 2-3 16,-1 0 4-16,4 0 0 0,1 2 1 0,-2-3 1 15,0 1 0-15,0 0 1 0,2-3 2 0,0 4-1 16,-2-3 1-16,4 1 0 0,0-1 1 0,-2-5 1 16,2 5 4-16,0-1 1 0,-1 0-1 0,-1-4 5 15,7 6 1-15,-7-6 5 0,2-1-7 0,-2 2-2 16,4 3 2-16,-4-4-2 0,3-1 2 0,-2 7 1 16,0-7 0-16,1 7-2 0,0-8 0 0,-2 0-1 15,0 1 2-15,0 0-2 0,0-1-2 0,2 2 0 16,-1 3 0-16,0-3-1 0,-1-3-1 0,1 2 1 15,0 0 1-15,2 0-2 0,-3 0-1 0,0-1 2 16,3 0-4-16,-3 1 3 0,0-2-4 0,2-3-2 16,-2 1 4-16,0-3 2 0,-2 4 7 0,2-3 7 15,-3-1-4-15,3 0 4 0,3 0-4 0,-3 4-1 16,-3-3 1-16,3 3-3 0,0-5 0 0,0 1-4 16,-3-1 0-16,3 1 2 0,-1-1 2 0,1 1 2 15,-1-3-6-15,0 4 1 0,1-1 2 0,-1-2 8 16,1 2-15-16,0 5 4 0,-2-4 8 0,4 3 6 15,-4-2 2-15,2-2-7 0,-2 0 0 16,2 0 2-16,-2-1-4 0,0 2 3 0,2-1 1 0,-3 0-4 16,3-2-1-16,0 2-1 0,-2-2 1 0,2-10-8 15,-2 19 4-15,0-10-2 0,2 1 2 0,0-10 3 16,-2 21-7-16,2-21-1 0,-1 15 2 0,1-15 6 16,-4 18-14-16,4-18 5 0,-1 12-3 0,1-12 2 15,0 0-3-15,-2 18 1 0,2-18 7 16,0 12-9-16,0-12 2 0,0 0-5 0,0 0 1 15,0 0-19-15,-2 14-17 0,2-14-27 0,0 0-31 0,0 0-33 16,0 0-34-16,0 0-37 0,0 0-45 0,0 0-34 16,0 0-218-16,0 0-532 0,0 0 236 0</inkml:trace>
  <inkml:trace contextRef="#ctx0" brushRef="#br0" timeOffset="55222.25">25338 5234 10 0,'0'0'159'0,"0"0"-9"0,0 0-2 0,0-7-4 0,0 7-8 16,0 0-4-16,0 0-5 0,0 0 1 15,0 0-4-15,0 0-11 0,0 0-12 0,0 0-5 16,0 0-10-16,0 0-8 0,0 0-9 0,1-9-6 16,-1 9-5-16,0 0-8 0,0 0-4 0,0 0-6 15,0 0-6-15,0 0-1 0,0 0-4 0,0 0-6 0,0 0-3 16,0 0 3-16,0 0-2 0,0 0 1 0,8 22-2 16,-8-15-2-16,4 2 2 0,-4 1-2 15,3 1-2-15,1 0 4 0,-4 1-2 0,2-1-1 16,1-1 0-16,-3 3 0 0,0-1-3 0,1-3 1 0,1 3 0 15,-1-2-3-15,-1-3 4 0,3 0-3 0,-3-7-3 16,2 10 3-16,-2-10-6 0,0 9 2 16,0-9-1-16,2 8-2 0,-2-8 3 0,0 0-1 15,0 0 3-15,0 7 3 0,0-7 3 0,0 0 5 16,0 0 7-16,5 6 1 0,-5-6-1 0,0 0 2 0,12-2-1 16,-12 2-4-16,21-4-1 0,-9 3-5 0,6-4 0 15,4 1-3-15,-3 0 0 0,8-4-1 16,-6 6-7-16,2-1 3 0,4-3-2 0,2 3 1 15,-9 2-1-15,7-3-1 0,0 2-2 0,0 1-2 0,-6-2 0 16,1 3-2-16,-2-1 1 0,2 0-1 0,-2 1 1 16,3 0-3-16,-4 0 1 0,2-2 1 15,-3 2-1-15,3-1 0 0,1 1 1 0,-4-1-2 16,-1 1-1-16,2 0 1 0,-1 1 3 0,-5-1-4 16,-2 1 1-16,3 2 2 0,-1-3-4 0,-3 2 3 0,3-2-1 15,-4 2 3-15,-2-1-3 0,-7-1 1 0,17-1 0 16,-10 1-1-16,-7 0 1 0,12 0-1 0,-12 0-1 15,9 1 0-15,-9-1 2 0,0 0-1 0,13 0 4 16,-13 0-3-16,9 0 2 0,-9 0 0 0,9 1 2 16,-9-1-2-16,6 0 1 0,-6 0 4 0,0 0-1 15,10 1-2-15,-10-1 1 0,0 0 0 0,0 0 2 16,9 2-3-16,-9-2 7 0,0 0-2 0,0 0 0 16,0 0 1-16,0 0 1 0,0 0-1 15,0 0 3-15,0 0-1 0,0 0 0 0,4 3 3 0,-4-3-4 16,0 0 5-16,0 0-2 0,0 0-1 0,0 0-1 15,0 0 0-15,0 0 0 0,0 0-4 0,0 0-1 16,5 3-6-16,-5-3 1 0,0 0-2 0,0 0-2 16,0 0 0-16,0 0 0 0,0 10 0 15,0-10 2-15,0 11 2 0,0-4-1 0,0 2 2 0,0-1-2 16,0 2-2-16,2 3 4 0,0-1 3 0,0 3 6 16,0 0-8-16,-1 1 5 0,1 0 0 0,1 0 4 15,1 0-2-15,-4-5 2 0,4 1-2 0,-3 1 3 16,3-1-2-16,-4-2-3 0,2 0 0 0,2-1-1 15,-2-2 2-15,-2-1-4 0,1 1 0 0,-1-7 0 16,4 9 2-16,-4-9 1 0,2 7 0 0,-2-7-5 16,3 7 1-16,-3-7 2 0,2 5-1 0,-2-5 1 15,0 0 0-15,0 0 0 0,0 0-2 0,0 0-15 16,2 8-23-16,-2-8-27 0,0 0-27 0,0 0-37 16,0 0-60-16,0 0-58 0,0 0-40 0,-22-11-179 15,17 6-496-15,-6 0 220 0</inkml:trace>
  <inkml:trace contextRef="#ctx0" brushRef="#br0" timeOffset="55714.51">25619 5442 121 0,'0'0'204'0,"0"0"-6"0,-2-10-16 16,2 10-17-16,0 0-19 0,0 0-13 0,0 0-15 15,0 0-14-15,0 0-12 0,0 0-9 0,0 0-7 16,0 0-2-16,-12 28-2 0,3-11-2 0,5 2 0 16,-5 6 3-16,-5 0 5 0,3-2-5 15,-7 1-4-15,7-2-7 0,-2 0-3 0,3-4 1 0,2-3-1 16,1 3-2-16,-3-3-7 0,4 2-2 0,-3-3-4 15,0-5-7-15,2 1 1 0,0 0-3 0,1 0-2 16,0-1-5-16,3 0-5 0,-1-3 0 0,0-1-2 16,0-1-4-16,4-4 2 0,-4 9-3 0,4-9-4 15,-5 6-14-15,5-6-12 0,-4 7-17 0,4-7-18 16,-2 5-24-16,2-5-29 0,0 0-46 0,0 0-38 16,0 0-41-16,0 0-125 0,0 0-381 0,0 0 169 15</inkml:trace>
  <inkml:trace contextRef="#ctx0" brushRef="#br0" timeOffset="56045.28">25623 5474 172 0,'0'0'204'0,"3"-10"-9"0,1 7-18 15,-4 3-13-15,0 0-19 0,6-8-14 0,-6 8-7 16,0 0-3-16,0 0-11 0,14 11-6 0,-7-2 3 16,1 0-6-16,2 4-8 0,1 3 0 0,0 0 9 15,-2 2-4-15,5 5-10 0,0 0-2 0,-5 0-7 16,2-1 0-16,-5-3-19 0,1-1-9 0,0 0-3 16,2-1-1-16,-1-1 1 0,2 1-4 0,-4-2 0 15,3-1-2-15,1-1-6 0,-4-1 1 0,1-2-8 0,-3 0-4 16,1-1 2-16,-1 0-2 0,2-1-2 15,-3 0-4-15,0-3-10 0,-1 0-15 0,2 2-19 16,-4-7-33-16,1 9-35 0,-1-9-36 0,0 8-36 16,0-8-44-16,0 0-208 0,-10 10-452 0,10-10 200 15</inkml:trace>
  <inkml:trace contextRef="#ctx0" brushRef="#br0" timeOffset="56413.27">25383 5897 173 0,'0'0'164'15,"0"0"-14"-15,0 0-6 0,0 0-8 0,0 0-4 16,0 0-8-16,0 0-11 0,35-2 1 0,-22 0-2 16,4 4-9-16,1-2-3 0,0 0-7 0,2-2-8 15,3 2-1-15,-1 2-5 0,0-2-6 0,6 0-6 16,0 1-8-16,2-1-7 0,1 1-2 0,-3 2-3 15,1-3-7-15,0 2-6 0,-9-2-21 0,2 3-24 16,-5-2-31-16,0 2-40 0,-1-3-44 0,-3 2-40 16,-3-1-153-16,-4 0-347 0,1 0 154 0</inkml:trace>
  <inkml:trace contextRef="#ctx0" brushRef="#br0" timeOffset="58598.88">22941 7146 59 0,'0'0'104'0,"0"0"9"16,0 0 0-16,0 0-1 0,10 5-1 0,-10-5-5 15,18 3 1-15,-7-4 2 0,3 2 0 0,6-2-4 16,8-1 0-16,1 0-11 0,2 0-1 0,2 0-5 15,3-1-16-15,2 1 6 0,-1-3-7 0,3 2-9 16,-1 0-4-16,2-1-7 0,9 1-3 0,-12 2-12 16,1-1 4-16,11-2-7 0,-11 3 1 0,0 0-2 15,13-1-2-15,-1 0-4 0,1-1-3 0,1 2-3 16,2-4-1-16,1 4 0 0,0-1-1 0,3-2-1 16,-1 0 2-16,2-2-3 0,1 1 5 0,-1 1-4 15,0-5-1-15,3 7 0 0,-3-4 2 0,0 2-5 16,0 2 2-16,-3-4-3 0,0 3 0 0,-2-1-2 15,0 3 1-15,-2-4-2 0,-3 4-1 0,-10-3 0 16,-1 1-3-16,1 0 3 0,12 0-1 0,-13 3 1 16,17-3-2-16,-9 1-1 0,-10 1 3 0,2-1-2 15,14-3 1-15,-1-1 2 0,-14 4-5 0,14 0 2 16,-11-3-4-16,-3 3 3 0,12-3 0 0,3 1-3 16,-14 2 2-16,1 0-2 0,10-1 4 0,-9-2-4 15,-4 2 1-15,2 3-1 0,-2-3 3 0,4 2-4 16,-3-2 0-16,14 2 2 0,-12 2-3 0,-1-4 0 0,12 2 5 15,-13-3-4-15,2 2 3 0,2 1-3 0,8-1 2 16,2 1 0-16,-14 1-4 0,14-2 3 0,-14-1-1 16,17 3-2-16,-20 1-3 0,5-1 3 15,-1-1 4-15,2 1-7 0,-4 0 6 0,1 0-2 0,3 0 2 16,-3 0-2-16,-2 0 3 0,-4 0 0 0,3 0-3 16,-5 0-2-16,3 0 3 0,-3 0 0 15,-10 0-1-15,1 0 1 0,0 0 3 0,2-3-2 0,-2 0 1 16,2 2-4-16,-4 1 3 0,10 0-1 0,-8 0 1 15,-2-4-3-15,4 4 3 0,6-2-1 0,1-1 3 16,-3 1-4-16,2 2 2 0,0-1 1 0,-2 2-2 16,4-1 4-16,-11 0-6 0,10-2 3 0,-2 2-2 15,0 2 2-15,3 0-2 0,1-4 0 0,-5 2 5 16,2 2-3-16,3-4 1 0,-4 4-1 0,2 1 0 16,1-1 2-16,0-4 0 0,1 6-1 0,0-4 0 15,-1 2-2-15,2-2 2 0,-4 0 1 0,1 1-3 16,0 1 0-16,0-1 3 0,-2-2-3 0,4 2 3 15,-2 1 2-15,0-1-2 0,0 2-2 0,-2-2 1 16,1-2 3-16,-1 2 0 0,-9 1-3 0,1-2 3 16,-2 0 1-16,3 0 0 0,-1-1 0 0,-2 1 0 15,1 0 3-15,0 0 4 0,-3-1 0 0,0 0-3 16,1-2 2-16,1 3 6 0,-1 0-8 0,-4-3 0 16,2 3-2-16,2 0 3 0,0-1-2 0,2 1 2 15,-1 0-1-15,0 0-3 0,0-2-1 0,-1 2 6 0,2 2-6 16,0-2 1-16,-3-2-1 0,4 1 1 15,-1 1-4-15,1-2 4 0,1 4-2 0,-2-1 5 16,4-1-6-16,-4-1 1 0,0 2-3 0,1 1 2 0,1-1 0 16,-4-1-6-16,2 2 5 0,-6-2-3 15,-3 0 1-15,3 0 3 0,-7-2 0 0,2 1-5 16,-8 1-8-16,12-2-10 0,-12 2-14 0,9 0-26 16,-9 0-39-16,0 0-41 0,4-7-62 0,-4 7-44 0,0 0-142 15,0 0-418-15,-28-9 185 0</inkml:trace>
  <inkml:trace contextRef="#ctx0" brushRef="#br0" timeOffset="62861.14">25636 5932 64 0,'-2'-8'116'0,"2"8"-8"0,0 0 0 0,0 0-9 0,0 0-3 16,0-11-13-16,0 11-5 0,0 0 1 0,-2-7-1 15,2 7-3-15,0 0-2 0,0 0-5 0,0 0-6 16,0-10-1-16,0 10-9 0,0 0 0 0,0 0-3 16,0 0-11-16,0 0-5 0,0 0-1 0,0 0-8 15,0 0 5-15,0-8-7 0,0 8 3 0,0 0-11 16,0 0-3-16,0 0-3 0,0 0-4 0,0 0-4 16,0 0 5-16,0 0-2 0,0 0 1 0,0 0 0 15,0 0-7-15,0 0 1 0,0 0 5 0,0 0 0 0,0 0-2 16,-2 27 1-16,2-27 11 0,-3 13-1 15,2-7-4-15,1 3 10 0,-2 1 1 0,1 0-14 16,1-1 15-16,-2 1 1 0,0 0-1 0,-2 3-3 0,4-1 3 16,-1 0-4-16,0 1 1 0,-2 2 0 0,-2 1 1 15,5-3-3-15,-5 3 0 0,4 1 4 16,0-4-4-16,-1 0 1 0,2-2-1 0,-2 0 4 16,2 0-1-16,0 2 0 0,-2-2-1 0,0-1-1 0,1 0 5 15,2 2-1-15,-1-3 1 0,-1 1-2 0,1 1-1 16,1-1 0-16,-1 0-4 0,2 2 1 0,0-2 1 15,-2 2 6-15,2-3 4 0,-2 4 1 0,0-2-5 16,2 1 6-16,-1-1-7 0,2 0 14 0,-2 0-1 16,1 1-2-16,-2-1-2 0,0 1-4 0,0-2 1 15,0 3-3-15,2-3-2 0,1 0-2 0,-3 2-1 16,0-5-2-16,0 5-4 0,0-3 3 0,-3 1-3 16,6-2-1-16,-6 2-2 0,3-1-2 0,-2 0 2 15,2 1 2-15,0 0 0 0,-2-3 6 0,4 3-6 16,-2-10 2-16,-2 16-2 0,1-9-3 0,1-7-1 15,0 14 3-15,1-7 2 0,-1-7-1 0,-1 13 2 16,1-4 4-16,0-9 3 0,1 14 1 0,-1-9 1 16,0 2-3-16,0-7-1 0,-3 17 2 0,3-9 1 15,0-1-4-15,0-7-5 0,-2 14 4 0,2-7 0 16,-2 2-2-16,2 1 1 0,0-10-5 0,-2 12 3 16,2-12-3-16,-2 12-2 0,2-5 0 0,0-7-1 15,-2 12 0-15,2-12-2 0,-1 10 5 0,1-10-1 16,-2 11 0-16,1-5-1 0,1-6 4 0,-1 9 0 15,1-9 1-15,-2 10-3 0,2-10 0 0,0 9 0 16,0-9 3-16,-2 8-8 0,2-8 5 0,-2 11 0 16,-1-6-1-16,3-5-3 0,-1 8 1 0,1-8 4 15,-3 10-3-15,3-10-4 0,-1 11 1 0,1-5 2 16,0-6-2-16,-2 9-1 0,2-9 3 0,-2 11-3 16,0-5 3-16,2-6-1 0,-3 11-4 0,3-11 5 0,-1 8-3 15,1-8-6-15,0 9 6 0,0-9-3 0,0 0-1 16,-2 9 3-16,2-9-1 0,2 7 0 15,-2-7 0-15,0 0 2 0,0 0-1 0,-2 11-1 16,2-11 2-16,0 0-5 0,0 7 1 0,0-7 0 16,0 0 3-16,0 9-1 0,0-9 0 0,0 0 3 0,0 0-4 15,0 0-2-15,0 9-11 0,0-9-17 0,0 0-13 16,0 0-19-16,0 0-15 0,0 0-18 16,0 0-18-16,0 0-10 0,0 0-20 0,0 0-14 0,0 0-24 15,0 0-19-15,0 0-13 0,-3 8-148 0,3-8-390 16,0 0 173-16</inkml:trace>
  <inkml:trace contextRef="#ctx0" brushRef="#br0" timeOffset="63014.23">25554 7063 25 0,'0'0'128'0,"0"0"-11"0,0 0-8 15,0 0-13-15,0 0-7 0,0 0-14 0,0 0-11 16,0 0-2-16,0 0-25 0,0 0-23 0,0 0-25 15,0 0-28-15,0 0-89 0,0 0-139 0,0 0 62 16</inkml:trace>
  <inkml:trace contextRef="#ctx0" brushRef="#br0" timeOffset="64677.32">26551 5624 16 0,'0'0'270'0,"6"-5"-16"16,-6 5-15-16,0 0-13 0,5-4-20 0,-5 4-14 16,0 0-19-16,0 0-21 0,0 0-14 0,0 0-16 15,0 0-14-15,0 0-10 0,0 0-12 0,0 0-8 16,0 0-9-16,0 0-5 0,-3 19-6 0,3-19-7 15,0 16-7-15,-2-7-2 0,4 1-4 16,-2 0-7-16,0 0-1 0,6 0 0 0,-2 0-4 0,1 1-2 16,1 0-3-16,3 2-4 0,0 0 5 0,0-3-7 15,0-2-1-15,1 2-1 0,-2-2 1 16,1 1-2-16,0 0 1 0,2-2-7 0,-4 2 3 0,0-1-3 16,-1-1 4-16,2 0-5 0,-4-2-2 0,0 0-2 15,0 0 0-15,-3 0 1 0,-1-5-1 0,4 8 3 16,-4-8 2-16,0 0 2 0,-5 10-5 0,5-10 0 15,-8 6 3-15,-2-3-1 0,4-2-4 0,-5 1-16 16,0 1-18-16,-3-1-24 0,1-2-27 0,3-2-37 16,-3 2-32-16,4-5-24 0,-2 1-54 15,2 0-139-15,-4-2-399 0,3-1 177 0</inkml:trace>
  <inkml:trace contextRef="#ctx0" brushRef="#br0" timeOffset="64814.3">26672 5602 30 0,'13'-4'141'0,"1"1"-12"0,-3-1-15 16,1 2-10-16,1 1-17 0,-2 0-29 0,1 1-37 15,1 1-35-15,1 2-37 0,-1-1-53 0,-1 0-112 16,1 1 50-16</inkml:trace>
  <inkml:trace contextRef="#ctx0" brushRef="#br0" timeOffset="65137.64">26928 5682 137 0,'0'0'152'15,"0"0"-7"-15,0 7-9 0,0-7-3 0,0 0-9 16,-4 12-9-16,4-12-1 0,-5 10-5 0,3-1-5 16,-2 0-10-16,1 0-9 0,-1-1-5 0,4 2-6 15,-4 0 0-15,4 1-4 0,0-5-7 16,0 4-6-16,2-2-3 0,0-3-2 0,2 2-6 0,1-1-1 15,4 0-3-15,0 0-2 0,2 0-6 0,0-3-2 16,3-2-4-16,-5 0 0 0,4 0-1 0,-1-2 4 16,0 0 2-16,-3-2 8 0,3 0 5 0,-3-1 0 15,-1-3 5-15,2 1-7 0,-5-3-4 0,-1-1-8 16,-4-2 1-16,2 3 4 0,0-2-6 0,-6-3-2 16,2 0-3-16,-5-1-7 0,1-1-3 0,0 6-1 15,0 0-2-15,-1 0-6 0,-1 2-19 0,-2 2-21 16,3-1-26-16,-3 1-32 0,3 3-33 0,-1 2-41 15,-2 1-41-15,10 0-160 0,-19 3-396 0,19-3 175 16</inkml:trace>
  <inkml:trace contextRef="#ctx0" brushRef="#br0" timeOffset="65478.32">27169 5661 95 0,'0'0'264'0,"8"-5"-19"0,-2 2-22 16,-6 3-23-16,0 0-16 0,0 0-19 0,0 0-7 16,15 7-8-16,-9 0-11 0,0 0-6 0,0 3-9 15,1 2-12-15,1 1-8 0,-3 2-10 0,6-2-9 16,-4-3-6-16,-1 0-5 0,1 3-3 0,0-3-11 16,-2 1-3-16,-1-3-6 0,5 2-2 0,-5-1-3 15,4-3-6-15,-4 1-4 0,0-3-3 0,-4-4 1 16,5 10 0-16,-3-6 12 0,-2-4 12 0,6 5 12 15,-6-5 7-15,0 0 2 0,7 2 4 0,-7-2-2 16,0 0-7-16,12-7-6 0,-8 3 8 0,3-3-8 16,-1 0-12-16,4-3-1 0,-2 3-12 0,1-6-3 15,-4 3-4-15,6-7 2 0,-4 2-18 0,4-2-3 16,-1 0-21-16,-2 1-19 0,-1-1-21 0,3 1-29 16,-4 0-33-16,1-1-34 0,-1 1-48 15,-2 3-45-15,1-2-45 0,0 3-245 0,-2 0-566 0,-2 1 250 16</inkml:trace>
  <inkml:trace contextRef="#ctx0" brushRef="#br0" timeOffset="66180.07">25475 4467 178 0,'0'0'173'0,"0"0"-14"0,0 0-9 0,0 0-16 0,0 0-8 16,0 0-16-16,0 0-11 0,0 0 3 0,0 0-11 16,0 0 3-16,0 0 0 0,16 16-5 0,-10-11-2 15,1 5 3-15,0-2-5 0,3 5-2 16,-4-2-7-16,2-2-9 0,1 5-7 0,1-4 0 0,-1 2-6 15,1-2-3-15,0 1-3 0,1 1-2 0,-5-2-5 16,4-3-17-16,-3 1 2 0,-1-1-6 0,3-1 0 16,-4 0 2-16,4-1 0 0,-1 1 1 0,-1-3-3 15,0-1 9-15,-2 1-10 0,1 0 1 0,-6-3 0 16,11 3 2-16,-6-1 7 0,-5-2 5 0,10-1-4 16,-10 1 3-16,11-5-1 0,-5 1 4 0,-1-1-8 15,4-3 2-15,-2-1-6 0,4-3-3 0,0 0 1 16,0 0-3-16,-2-2-5 0,2-1-2 0,-1-1 0 15,2 0-3-15,-2 0-6 0,1-1-5 0,-2 1-1 16,1 0-17-16,-2 1-14 0,-3 5-10 0,3 0-17 16,-6 5-23-16,3-4-34 0,-2 4-48 0,-3 5-42 15,4-7-189-15,-4 7-431 0,0 0 191 0</inkml:trace>
  <inkml:trace contextRef="#ctx0" brushRef="#br0" timeOffset="66808.75">26113 4392 188 0,'0'0'192'0,"4"-7"-28"0,-4 7-16 0,7-6-13 16,2 4-21-16,2-1-5 0,1-1-15 0,2 2-9 15,5-2-4-15,2 6-13 0,-1-5-2 0,-2 4-21 16,0-1-24-16,-3 0-25 0,-1 2-28 0,-1-2-18 16,-3 0-23-16,-2 2-9 0,-1-2-5 0,-7 0-6 15,13 0-1-15,-7 1 13 0,-6-1 6 16,0 0 9-16,6 2 4 0,-6-2 15 0,0 0 9 16,0 0 6-16,0 0 18 0,0 0 6 0,0 0 18 0,0 0 9 15,0 0 1-15,-27-1 15 0,27 1-10 0,0 0 18 16,-11-2 9-16,11 2 2 0,0 0 2 0,0 0-4 15,-8-2-6-15,8 2-3 0,0 0-1 0,0 0-7 16,0 0-7-16,-6 9 9 0,4-3 4 0,2 4 8 16,0 0 3-16,-2 6 2 0,-1 1 6 0,1 1 6 15,0 5-1-15,-2 3 4 0,4-7-3 0,-3 0-1 16,1-1-5-16,2 0-4 0,-5 0 2 0,5-1-5 16,-2 0-5-16,2-4-4 0,2-1 2 0,-2 0-10 15,0-2 0-15,0 1-6 0,2-4 0 0,-2-7-3 16,3 12-4-16,-3-6-2 0,0-6 2 0,0 8 0 15,0-8-2-15,0 0-3 0,0 10 2 0,0-10 3 16,0 0 0-16,0 0-2 0,0 0-9 0,-9 3-2 16,9-3-5-16,0 0-8 0,0 0 1 0,-20-10-2 15,11 4-4-15,4 2-1 0,-1-1 1 0,-1 1 0 16,-2 0 3-16,4 1 1 0,-2-1 0 0,-1-2-5 16,8 6 3-16,-12-6-1 0,10 4-1 0,2 2 4 15,-9-2-1-15,9 2-3 0,0 0 2 0,-8-5 0 16,8 5 1-16,0 0 0 0,0 0-2 0,-5-2 2 15,5 2 3-15,0 0-4 0,0 0 3 0,0 0 6 16,0 0-3-16,31 3 0 0,-20-1 3 0,8-1-20 16,0 0-14-16,2-1-30 0,1 0-50 0,5 0-32 15,2-1-38-15,-2 3-126 0,-9-2-332 0,0 0 148 16</inkml:trace>
  <inkml:trace contextRef="#ctx0" brushRef="#br0" timeOffset="67141.23">26565 4589 95 0,'0'0'196'0,"0"0"-8"15,0 0-11-15,6-2-17 0,-6 2-11 0,0 0-10 16,0 0-17-16,0 0-8 0,16 6-2 0,-12-3-10 16,-4-3-7-16,7 8-4 0,-2-3-7 0,-1 1-8 15,-2 0 0-15,0 0-11 0,-1 2 0 0,1 0-5 16,-4 1 1-16,2-9 1 0,-1 17-6 0,-5-8-2 15,4-2-4-15,-3 3-2 0,-2 0-3 0,0-3 0 16,1 2 3-16,2-2-6 0,-3-1 1 0,0 1-5 16,2-2 1-16,-1 0-5 0,1 1-7 0,1 0 1 15,-2-2 1-15,6-4-5 0,-6 7 0 0,6-7-6 16,-4 8-4-16,4-8 4 0,0 0 2 0,0 9 1 16,0-9 7-16,12 5-4 0,-2-3 0 0,9 1-2 15,0-2 1-15,9-1-6 0,3 0 0 0,-2 0-6 16,3-3-19-16,-1-1-28 0,0 0-32 0,-3 1-43 15,-1-2-47-15,-7 0-54 0,-2 1-227 0,2-1-473 16,-7 1 210-16</inkml:trace>
  <inkml:trace contextRef="#ctx0" brushRef="#br0" timeOffset="68528.64">24763 3614 74 0,'0'-7'129'16,"0"7"7"-16,0 0 2 0,0 0-5 0,0 0-12 16,0 0-2-16,0 0-12 0,0-9-7 0,0 9-6 15,0 0-4-15,0 0-5 0,0 0-7 0,0 0-4 16,0 0-7-16,0 0-4 0,0 0-6 0,0 0-8 16,0 0-1-16,0 0-6 0,0 0-2 0,0 0-5 15,0 0-5-15,0 0 3 0,0 0-4 0,0 0-4 16,0 0-3-16,0 0-3 0,0 0-1 0,0 0-3 15,0 0 3-15,0 0-6 0,0 0 2 0,0 0-4 16,0 0-1-16,0 0 3 0,0 0-4 0,0 0 1 16,0 0-1-16,0 0 7 0,0 0-3 0,0 0 2 15,0 0 4-15,0 0-2 0,0 0 10 0,0 0-3 16,0 0 2-16,0 0-1 0,0 0 0 0,0 0-4 16,0 0 6-16,-5-7-6 0,5 7-3 0,0 0 1 15,0 0-3-15,0 0-2 0,-8-4 0 0,8 4-2 16,-6-4 1-16,6 4-5 0,-8-4 2 0,8 4-1 15,-7-4-2-15,7 4 0 0,0 0 9 0,-8-3-2 16,8 3 1-16,0 0 1 0,-8-3 0 0,8 3 3 16,0 0-7-16,-7-4 0 0,7 4 0 0,0 0-4 15,0 0 3-15,0 0-6 0,-8-1 1 0,8 1-7 16,0 0 7-16,0 0 0 0,0 0 26 0,0 0-3 16,0 0-6-16,0 0-3 0,0 0-1 0,0 0-4 15,0 0-3-15,0 0-6 0,0 0 2 0,0 0-2 16,0 0-2-16,0 0 2 0,0 0 0 0,0 0 0 15,15 11 1-15,-5-8-2 0,1 2 5 0,0 0-4 16,3-1 2-16,-2 0-3 0,4 1-3 0,-2 1 0 16,-2-3 4-16,-2 0-2 0,0 1 2 0,1 3-7 15,-4-4 3-15,2 2-4 0,-1-3 2 0,-3 3 2 16,2-1-1-16,-4 0-3 0,2 2 2 0,-5-6-2 16,8 8 3-16,-3-3-1 0,-2 1-4 0,0 1 3 15,-3-1-1-15,0 5 3 0,0-1 1 0,-5 1 1 16,2 5-1-16,-3 1 4 0,-4 1-2 0,0-1-4 15,-6 4-10-15,-4 0-31 0,2-3-46 0,0 1-60 16,2-6-75-16,-8 3-182 0,3 2-439 0,6-5 194 16</inkml:trace>
  <inkml:trace contextRef="#ctx0" brushRef="#br0" timeOffset="68953.89">23778 4101 69 0,'0'0'176'0,"0"0"-17"0,0 0-8 0,0 0-9 16,19-5-14-16,-8 4-7 0,9 1-17 0,-2-2-6 16,10 0-12-16,0 0-6 0,0 1-24 0,-1 2-26 15,-6-2-39-15,-1 1-21 0,-3 1-28 0,-4-1-26 16,0 0-15-16,-5 2-11 0,-8-2-59 0,11 2-182 16,-7 0 81-16</inkml:trace>
  <inkml:trace contextRef="#ctx0" brushRef="#br0" timeOffset="69339.03">23963 4101 6 0,'0'0'136'0,"-10"0"-2"0,10 0-16 0,0 0-11 15,0 0-18-15,0 0-4 0,-7 8 4 0,5-3 2 16,-1 5 16-16,1 2-2 0,-1 4-1 0,1-1-2 16,-1 2 2-16,2 1-4 0,0 0 2 0,-1-1 2 15,1-1-3-15,1-1-5 0,0 0-3 0,-1 0 3 16,2-2-14-16,-1-3-10 0,1 2-6 0,2-3-5 15,-2 1-5-15,-1-3-9 0,0-7-1 0,4 12-2 16,-4-6-4-16,0-6-5 0,1 8-2 0,-1-8-5 16,3 10 2-16,-3-10-3 0,0 0-1 0,0 0-2 15,-1 7-1-15,1-7-5 0,0 0-2 0,0 0-6 16,0 0-11-16,-12 2-10 0,12-2-12 0,-15 0-2 16,15 0-8-16,-14-2 0 0,6 1 5 0,8 1 3 15,-13-1 0-15,13 1 8 0,-9-2 3 0,9 2 0 16,-9-2-3-16,9 2 1 0,0 0 3 0,-10-1-6 15,10 1 6-15,0 0-2 0,0 0-1 0,0 0 0 16,0 0 3-16,0 0 0 0,0 0 2 0,0 0 6 16,0 0-2-16,0 0 0 0,0 0 2 0,0 0-6 15,24 6 2-15,-12-5-2 0,2-1-24 0,-1-1-17 16,6 1-22-16,1-1-27 0,-2-1-30 0,4 2-16 16,-3-3-16-16,2 0-118 0,-1 0-305 0,-3-1 136 15</inkml:trace>
  <inkml:trace contextRef="#ctx0" brushRef="#br0" timeOffset="69652.98">24320 4279 152 0,'0'0'180'0,"0"0"-14"0,0 0-10 0,0 0-20 16,0 0-9-16,6-4-11 0,-6 4-15 0,0 0-6 16,0 0-8-16,0 0-1 0,0 0 3 0,0 0-8 15,-15 21-2-15,11-16-7 0,0 0 0 0,-1 2-13 16,2-3-2-16,3-4-3 0,-6 10-8 0,3-5-4 15,3-5 0-15,-5 10-6 0,4-3-2 0,1-7-2 16,0 11 1-16,1-5-5 0,3 1 1 0,-1-2-2 16,0 2 1-16,4-1-3 0,-6-1-1 0,4 0-4 15,3 3 2-15,-2-2-1 0,1 2-8 0,-2-3 3 16,-1 0 1-16,0 0-9 0,-4-5 7 0,6 8 0 16,-2-4 0-16,-2 1 4 0,-2-5 3 0,0 11 5 15,0-11-3-15,-6 12 0 0,1-7-2 0,-3 1 2 16,-2 0-2-16,-3-1-4 0,3 1 0 0,-3-3-8 15,-1-1-17-15,-3 1-36 0,0 2-30 0,0-3-56 16,5 0-51-16,0-1-213 0,-1-2-424 0,13 1 189 16</inkml:trace>
  <inkml:trace contextRef="#ctx0" brushRef="#br0" timeOffset="69807.14">24482 4417 139 0,'0'0'173'16,"0"0"-41"-16,0 0-55 0,0 0-58 0,0 0-61 15,0 0-41-15,0 0-91 0,0 0 41 0</inkml:trace>
  <inkml:trace contextRef="#ctx0" brushRef="#br0" timeOffset="72176.67">29466 5282 2 0,'0'0'245'0,"-2"-7"-4"0,2 7-3 16,0 0-5-16,-2-11-11 0,2 11-17 0,0 0-8 15,0-8-24-15,0 8-16 0,0 0-16 0,0 0-17 0,0 0-11 16,0 0-20-16,0 0-8 0,0 0-12 0,0 0-7 16,0 0-6-16,0 0-3 0,0 0-5 0,1 31-5 15,-2-16 3-15,0 1-7 0,1-3 2 16,0 2-4-16,-2 0-7 0,-1 1 0 0,0 0-1 16,2 0-1-16,1 0-1 0,0-3-6 0,1 2-2 0,-2-2 0 15,2-1-4-15,-2-1-1 0,0 2-1 0,1-2-19 16,0-3 1-16,0 4 5 0,1-4-4 15,-1 0-3-15,0 0 4 0,1-1 6 0,-1-7-17 16,-1 13-15-16,2-7-30 0,-1-6-25 0,-2 12-23 16,2-12-33-16,2 7-20 0,-2-7-31 0,0 0-32 0,0 9-170 15,0-9-419-15,0 0 186 0</inkml:trace>
  <inkml:trace contextRef="#ctx0" brushRef="#br0" timeOffset="72508.64">29651 5451 139 0,'0'0'165'0,"0"0"-11"16,0 0-21-16,0 0-9 0,0 0 2 0,0 0-6 15,0 0 0-15,0 0-10 0,-2 23-7 16,2-23-7-16,-4 15 0 0,5-9-14 0,-6 1-4 16,5 2-7-16,0-9-1 0,0 14-6 0,2-7 1 0,4 1 1 15,-3-2-4-15,0 0-2 0,2-1-2 0,-1-1-5 16,1 1-5-16,3-2 3 0,-2 1 0 0,1-3-6 15,3 1 3-15,0-1-8 0,0-1 7 0,-1 0-10 16,0-2 2-16,-1 0 1 0,-2-1 2 16,-1-1 4-16,3-1 0 0,-2 1-6 0,1-2-2 0,-1-3 5 15,-2 1-11-15,-3 1-6 0,1-2-2 0,-1-1-4 16,-1-1-4-16,0 1 2 0,-3 0-4 0,-2-1-4 16,1 1-5-16,-1 1-3 0,-1 4 3 0,-2-1-10 15,0 2-2-15,1-1-18 0,-6 3-18 0,1 2-23 16,0-1-27-16,12 1-43 0,-25 1-35 0,15 2-34 15,-3 1-185-15,4 2-422 0,0-3 187 0</inkml:trace>
  <inkml:trace contextRef="#ctx0" brushRef="#br0" timeOffset="72767">29939 5315 83 0,'1'-5'284'0,"2"0"-16"0,-3 5-20 16,3-7-25-16,-3 7-20 0,0 0-24 16,0 0-22-16,0 0-13 0,0 0-19 0,0 0 4 0,0 0-15 15,7 25-12-15,-7-14-4 0,2 6-3 0,-3 2-11 16,1-1-4-16,-1-1-9 0,1 1-1 16,0-3-12-16,-2 2 4 0,0 0-17 0,2-2 2 15,-3 0-1-15,2 1-1 0,0-6-17 0,1 0-12 16,-1 2-23-16,1-5-21 0,-3 4-35 0,2-1-34 0,-1-1-37 15,1-3-39-15,1-6-44 0,0 11-181 0,0-11-431 16,-1 7 191-16</inkml:trace>
  <inkml:trace contextRef="#ctx0" brushRef="#br0" timeOffset="73004.92">30129 5369 98 0,'3'-6'207'0,"-3"6"-6"0,0-10-15 15,0 10-15-15,1-6-18 0,-1 6-15 0,0 0-17 16,0 0-13-16,0 0 0 0,0 0-6 16,-24 18-2-16,14-9-11 0,-1 3-3 0,0 1-6 15,2-3-7-15,0 2 1 0,1-1-12 0,4 1-3 0,-2-3-3 16,1 1-3-16,2-1-5 0,2 1-1 0,1-3-8 16,0 3-3-16,4-1-1 0,-1-2-12 0,4-1-16 15,2 0-30-15,1-1-29 0,4 1-37 16,3-3-35-16,2 2-26 0,-1-4-22 0,0 1-22 15,0-1-99-15,-2-1-318 0,2 1 142 0</inkml:trace>
  <inkml:trace contextRef="#ctx0" brushRef="#br0" timeOffset="73414.66">30436 5567 110 0,'0'0'201'0,"0"0"-4"0,0 0-5 16,0 0-4-16,0 0-9 0,11-1-8 0,-11 1-6 15,0 0-16-15,0 0-9 0,0 0-11 0,0 0-13 16,0 0-4-16,9-3-15 0,-9 3-2 16,8-6-10-16,-8 6-2 0,8-5-6 0,-1 3-9 15,-2-2-3-15,-1-2 2 0,-4 6-7 0,8-11 4 0,-3 3-2 16,-2 3-6-16,2-2-5 0,-3-1-6 0,1-4-7 16,-1 2-4-16,2-3 2 0,1 2-3 15,-2-5-9-15,2 5-1 0,-4 0-5 0,6 0 4 0,-2 0-5 16,-3 2-8-16,3 0 4 0,2 1-4 15,-2-1-2-15,4 2-3 0,-1 2-3 0,1 2-2 0,2-1 2 16,-5 1-3-16,5 5-2 0,-1 0-1 16,-1 3-2-16,0-1 7 0,-3 5-6 0,2 0 1 15,-3 0-1-15,0 2 3 0,-2 5-1 0,-2-4 5 0,0 5-5 16,-2-6 1-16,0 1 2 0,1 1 9 16,-6 3-14-16,4-3 4 0,1-2 4 0,-2 0 4 0,2-1-8 15,-3-1-4-15,3 2 6 0,2-2-5 0,-1-1-1 16,4-1-6-16,-2-1-7 0,3 2-5 0,2-4-11 15,1 2-3-15,2-3-17 0,0 1-25 0,3 0-21 16,-1-3-16-16,3-1-29 0,-1-1-27 16,-2-3-30-16,2 0-173 0,-3 1-405 0,0-1 180 0</inkml:trace>
  <inkml:trace contextRef="#ctx0" brushRef="#br0" timeOffset="74323.07">28281 3502 8 0,'0'0'153'0,"0"0"-2"0,0 0-5 15,0 0-5-15,0 0-14 0,0 0-13 0,0 0-11 16,0 0-10-16,0 0-9 0,0 0 0 16,0 0-1-16,0 0-5 0,38 2-10 0,-27-1-5 15,2-1-3-15,3 0-6 0,-2 1-3 0,0-2-13 16,-1 2 0-16,1-1-3 0,-1 1 11 0,-3 1-23 0,0-1 1 16,1 1-6-16,-2 0-2 0,-2 1-1 0,2 1-4 15,-3 2-1-15,0-2 0 0,-1 2-3 16,1 0-1-16,-2 4 2 0,-2-1 2 0,0 3 1 15,-2 2 1-15,-4 3 2 0,1 1-3 0,-4 0 3 16,-4 6-2-16,4-7 1 0,-7 11-4 0,1-4 4 16,0-1-1-16,-2-1 2 0,3 1-8 0,-2-1-19 15,4-4-16-15,-5 3-25 0,5-5-33 0,-2 1-41 0,1 0-34 16,2-3-112-16,0-4-298 0,-2-1 132 16</inkml:trace>
  <inkml:trace contextRef="#ctx0" brushRef="#br0" timeOffset="74562.81">28004 4017 141 0,'0'0'166'15,"0"0"-12"-15,0 0-10 0,0 0-16 0,0 0-8 16,0 0-18-16,34-2-4 0,-7 1-12 0,4 2-9 16,3-1-12-16,-1 1-29 0,2-1-39 15,-2 1-39-15,-2-2-38 0,-10 2-32 0,-1 0-68 0,-9 1-195 16,2-2 86-16</inkml:trace>
  <inkml:trace contextRef="#ctx0" brushRef="#br0" timeOffset="74944.02">28271 4013 4 0,'0'0'158'0,"0"0"-21"0,0 0-10 0,0 0-7 15,-1 10 10-15,2-1-5 0,-5 1 6 0,4 3-2 0,0 3-5 16,0 2-6-16,0 2-7 0,0 4-4 0,0-5-6 16,0 0-8-16,0-2-1 0,0 0-11 15,-2 1-4-15,2-3-10 0,0-2-1 0,0-1-8 16,0 0-6-16,0 0-6 0,0-2-5 0,2-1 4 15,-4-1-9-15,2-8-2 0,2 13-3 0,-2-8-6 16,0-5-3-16,0 0-1 0,-4 13-1 0,0-9-1 0,4-4-4 16,-8 6-8-16,8-6-1 0,-11 2-3 0,4 0-12 15,-2-2-1-15,9 0-1 0,-13 0 2 0,13 0 1 16,-18-3-1-16,18 3 3 0,-13-1 1 16,13 1 2-16,-13-2-3 0,13 2 1 0,0 0 1 15,-11-1-4-15,11 1 3 0,0 0 1 0,0 0 2 16,-10-1 0-16,10 1-2 0,0 0-4 0,0 0 2 15,0 0-1-15,0 0 0 0,0 0 9 0,0 0-1 0,0 0 4 16,0 0 3-16,0 0-3 0,26 8 1 16,-14-8-2-16,2 0 3 0,3 1-14 0,1-1-35 15,-2 1-34-15,2-1-37 0,4 0-34 0,-6-1-31 16,2 0-142-16,-4 1-345 0,-1-2 152 0</inkml:trace>
  <inkml:trace contextRef="#ctx0" brushRef="#br0" timeOffset="75206">28456 4266 102 0,'0'0'221'0,"4"-7"-3"16,-4 7-8-16,0 0-14 0,0-6-16 0,0 6-23 15,0 0-20-15,0 0-13 0,0 0-16 0,0 0-7 16,0 0-2-16,0 0-7 0,7 22 4 0,-7-12 1 16,1 1-3-16,-1 0-10 0,0 2-2 0,-1-2-5 15,1-1 2-15,-3 2-1 0,2-2-8 0,1 0-5 16,-3-1-6-16,1 0-3 0,2-2-9 0,0-7 3 15,0 9-3-15,0-9-4 0,0 10-8 0,0-10 3 16,2 7-2-16,-2-7 2 0,0 0-1 0,0 0 2 16,0 0-6-16,10 9-5 0,-10-9 5 0,17 3-7 15,-6-2-8-15,9-4-29 0,-1 0-36 0,7 0-51 16,4-2-59-16,6-3-81 0,-2 3-243 0,2-5-519 16,1 3 230-16</inkml:trace>
  <inkml:trace contextRef="#ctx0" brushRef="#br0" timeOffset="81536.33">4888 3220 25 0,'0'0'204'0,"-3"-10"-9"16,3 10-6-16,-2-9-14 0,2 9-10 16,0 0-23-16,-3-6-11 0,3 6-28 0,0 0-5 15,0 0-11-15,0 0-9 0,0 0-5 0,0 0-12 0,4 35-1 16,-2-10-5-16,0 3 18 0,0 0-4 0,0 4-3 16,-1-3-7-16,3-2-6 0,-3 1-9 0,2-2-2 15,-2-1-6-15,0-5 0 0,2-1 0 16,-2-2-7-16,0 2-3 0,2-3 1 0,-3 2-5 15,0-2-6-15,-1-4-20 0,1 0-23 0,-3-2-30 16,-1-1-28-16,4-9-30 0,-2 19-29 0,-1-14-55 0,-3 3-109 16,-1-4-332-16,7-4 147 0</inkml:trace>
  <inkml:trace contextRef="#ctx0" brushRef="#br0" timeOffset="82091.06">4847 3278 89 0,'20'-5'151'0,"9"3"-6"0,0 2-1 15,2 3-14-15,2 4-12 0,0 3-1 0,-2 2-6 16,1 4-7-16,-5 2-6 0,-3 0-8 0,-4 1-12 16,1 3-3-16,-5-1-13 0,-3 1-1 0,-4 2-9 15,-1-6 0-15,-5 1-7 0,0 0-3 0,-4 0-4 16,-3-1-4-16,-2-1-1 0,-2 1-5 0,-2-2-8 0,-4-2-3 15,0 1-11-15,-2-4 3 0,-2-1-4 16,-5 2 5-16,4-3-4 0,0-3 0 0,-3-2 0 16,-1-1-3-16,4-1 2 0,0-2 3 0,2 0 4 15,5-1 6-15,0-2 4 0,-1 3 8 0,6-1 5 16,7 1 2-16,-12-3-3 0,6 3-7 0,6 0 0 16,0 0-4-16,-9-3-2 0,9 3-4 0,0 0-4 15,0 0-1-15,0 0 1 0,24-2 0 0,-10 1-4 16,4 0 0-16,2-2 3 0,7 1 3 0,3-1 3 15,0-1-5-15,2-1 1 0,0 1-2 0,1-2 1 16,1 1-2-16,0 1 1 0,1-2-2 0,-5-2-6 16,1 4 5-16,0-3-2 0,-6 0-5 0,-3 2 5 15,-3-2 0-15,0 0-7 0,-2 1 6 0,-2-2-1 16,-3 2-1-16,-2 0 0 0,-2-2-1 0,-2 0 4 16,-1 0-3-16,-2 1 0 0,-1-2 2 0,1-1 2 15,-3 0 1-15,-1 2 4 0,-2-2 1 0,-1 2 2 16,-1 2 3-16,1 1 5 0,-1 0 0 0,5 5-2 15,-11-6-2-15,3 5-5 0,8 1-1 0,-18 3-4 16,7 4-2-16,0 2 0 0,2-1 0 0,-3 4-1 16,4 0-4-16,-2 4 3 0,2-5-2 0,2 4 0 15,2-2-3-15,3 2-2 0,1 0-16 0,1-2-25 16,4-3-18-16,0 2-38 0,4-3-35 0,1-1-37 16,1-1-37-16,1-1-145 0,-2 0-380 0,2-3 168 15</inkml:trace>
  <inkml:trace contextRef="#ctx0" brushRef="#br0" timeOffset="82317.13">5698 3387 42 0,'3'-15'259'0,"-3"3"0"0,0 1 7 0,1 3-11 16,-1 1-19-16,3 1-25 0,-3 6-22 15,0-8-27-15,0 8-18 0,0 0-14 0,0 0-14 16,0 0-3-16,3 32-12 0,-1-12-3 0,-2 5-7 15,1 1-8-15,-2 0-10 0,-1 0-4 0,4 0-6 16,-1 1-5-16,0-2-17 0,2-6 12 0,-1 0-14 16,-2-1-14-16,0 1-38 0,1-1-36 0,2 1-47 0,-3-2-45 15,3-4-62-15,-1 2-53 0,-2-4-147 16,0-11-438-16,-4 20 194 0</inkml:trace>
  <inkml:trace contextRef="#ctx0" brushRef="#br0" timeOffset="82472">5531 3547 1951 0,'-4'-10'34'15,"1"4"-12"-15,3 6-28 0,-2-11-43 0,2 11-15 16,0 0 23-16,9-8 11 0,1 5-5 0,0 1-27 16,4 1-29-16,3 4-44 0,-3-1-114 0,-1 1-270 15,4 3 119-15</inkml:trace>
  <inkml:trace contextRef="#ctx0" brushRef="#br0" timeOffset="82999.07">5818 3753 235 0,'8'-6'235'0,"3"0"-14"0,2-3-20 15,-2 0-18-15,2-1-20 0,-1-4-16 0,2 0-12 16,0 2-7-16,-1-1-17 0,1-1-10 0,-4 0-13 15,2-1-8-15,-3 1-6 0,-3-1-9 16,-1-1-7-16,-2 4 0 0,-2 0-12 0,-1 0-5 16,-1 1-4-16,-1 1-5 0,-1 2-2 0,-1 2-8 0,0 0-3 15,-1 2-4-15,-2 0-1 0,-1 0-2 0,-2 3 2 16,10 1-9-16,-19 3 0 0,10 3 2 0,-1 1-3 16,-6 5 1-16,3-1-4 0,-5 9 0 0,5-6 0 15,0 1 0-15,4-1-1 0,3 2 0 0,1-2-2 16,1-1 3-16,4-2 1 0,1 2 1 0,0 2-1 15,2-3 2-15,1-2-1 0,4 0 2 16,-1-2 0-16,5 0 2 0,-3-1 0 0,2 0 0 0,6-1-2 16,-2-1 0-16,3-3 5 0,-5-1-2 15,7 0 0-15,-2-1 1 0,-1-3 1 0,1 2 1 16,-5-1-2-16,-1-2 0 0,-1-1 0 0,0 0-2 16,0-1 1-16,-2-1-4 0,0-1 2 0,0 1 0 15,-2-3 0-15,-2 0-5 0,-1-2-4 0,-2 2-2 16,0-2-1-16,-1-1 3 0,0 2-1 0,-1 1 0 15,0-1 4-15,1 2-4 0,2 1-1 0,2-1 0 0,-3 2 1 16,4 0-3-16,0 0 4 0,-1 3-6 16,5 0 1-16,-2 1 0 0,2 3 7 0,-10 0 0 15,22 5 2-15,-12-1 2 0,2 1 3 0,-3 3 1 16,0 2 3-16,-2-2 1 0,2 2-3 0,-2 0 1 16,-1 1 2-16,1 3-2 0,-2-4 3 0,0 3-5 15,-2-2-2-15,0 0-27 0,-2 1-32 0,-1-1-48 0,2 0-64 16,-2-11-50-16,-3 19-156 0,3-19-402 15,-4 9 177-15</inkml:trace>
  <inkml:trace contextRef="#ctx0" brushRef="#br0" timeOffset="83734.88">6369 3579 247 0,'0'0'223'15,"0"0"-23"-15,0 0-13 0,0 0-15 0,0 0-13 16,-8 21-4-16,8-14-15 0,0-7-13 0,-2 16-11 16,2-7-4-16,2 1-12 0,1-1-5 0,-2 1-7 15,-1-3-10-15,1-1-10 0,-1-6 0 0,2 11-11 16,-1-5-4-16,-1-6-4 0,0 0-3 0,0 8 0 16,0-8 10-16,0 0 15 0,0 0 3 0,0 0-9 15,0 0-5-15,0 0-3 0,0 0-6 0,0 0-4 16,0 0-6-16,0 0-1 0,-11-27-3 0,9 16-13 15,2 0 5-15,2 0-5 0,3-5-3 0,0 0-7 16,0 0 3-16,3-1-6 0,3 0-7 0,1 5 3 16,2-3-1-16,1 5-4 0,0 1-3 0,-2 4 1 15,5 1-3-15,-4 3 0 0,-1 2 2 0,3 6-3 16,1-2 0-16,-6 2 1 0,4 2-3 0,-4 0 4 16,-3 1-1-16,2 4 1 0,-2-4 1 0,-2 0-2 15,0 0 0-15,-2-1 1 0,0 2-1 0,-1-1 5 16,-1-3 1-16,-2-7 3 0,2 14 0 0,-2-14-2 15,0 11 6-15,0-11-3 0,0 0 2 16,0 0-3-16,-3 11 6 0,3-11-3 0,0 0 1 0,0 0-7 16,0 0-3-16,0 0 1 0,0 0-4 15,0 0-1-15,-12-24 0 0,12 24 1 0,4-17-3 0,-1 7-1 16,3 0-1-16,6-4-3 0,-2-3-6 16,2 5-5-16,1-2 4 0,0 3-5 0,4 1 5 15,-7 2-3-15,2 3 2 0,-2 2 0 0,-2 2 1 16,-2 1 1-16,-6 0 0 0,19 5-2 0,-11 1 7 15,-2 2 0-15,3-1 1 0,-4 4 1 0,0-1 1 16,4 4 1-16,-4-4-2 0,3 0 0 0,-3 1 2 0,2-2 4 16,-1 1 0-16,2-1 2 0,-2 0 1 15,-1-4 0-15,4 1 3 0,-1-1 1 0,2-1 0 16,-2 0 2-16,-2-4 2 0,-6 0-4 0,19-3 3 16,-10-1-1-16,3 1 1 0,-1-4-1 0,-3 0-1 15,2 0 1-15,-2-1-3 0,-2-1 0 0,2-1-1 16,-3-2 3-16,0 2 2 0,0-6-4 0,-1 6 5 15,-2-1 5-15,0-1 3 0,-1 3-4 0,-1 1 8 16,0 8 3-16,1-13 2 0,-1 13-6 0,0-9-1 16,0 9-16-16,0 0 9 0,0 0-4 0,0 0-2 15,0 0 1-15,0 0 2 0,0 0-2 0,-1 36 1 16,2-25-2-16,-1 0 3 0,2 7-2 0,0-4-2 16,-1 3-21-16,2-6-20 0,-2 3-41 0,2-3-48 15,-2 0-56-15,3-1-56 0,1 1-196 0,-3-3-470 16,-2-8 207-16</inkml:trace>
  <inkml:trace contextRef="#ctx0" brushRef="#br0" timeOffset="84324.43">7169 3718 207 0,'0'0'246'0,"0"0"-16"15,0 0-3-15,0 0-10 0,0 0 1 0,9-12-15 16,-9 12-9-16,5-14-19 0,-2 4-12 0,1 2-14 0,3-3-19 16,2-3-14-16,-2 3-9 0,3-3-12 15,1 3-10-15,-3 4-12 0,1-1-5 0,1 2-13 16,0 3-6-16,-3 1-5 0,2 2-4 0,-9 0-7 16,15 4-5-16,-7 0 1 0,1 3-6 0,0 1-3 15,-2 3-4-15,0-2 3 0,3 4-2 0,-4-1-3 16,-1-1 3-16,3 0-4 0,-2-3-1 0,-2 2-4 15,3-3 5-15,-2 2-5 0,0 0 4 0,1-5 1 0,2 2-4 16,-8-6-3-16,22 2 3 0,-8-1-4 16,4-4-1-16,-1-2-1 0,4 0 1 0,-3-1-4 15,0-2 6-15,0-1-4 0,1 0 2 0,-5-2-4 16,1 0 2-16,-2 1-1 0,1 0 2 0,-4-3-1 16,-1 4-2-16,-1-2 1 0,0-4-2 0,-5 4-5 15,-1-2 4-15,0 2 1 0,0-2 7 0,-4 4-2 16,1 2 7-16,0-3-3 0,1 10 6 0,-4-9-3 15,4 9 1-15,-7-3-4 0,7 3 1 0,0 0-2 16,-20 7 4-16,11 1-3 0,-5 1-1 0,6 1-2 16,-1-3-10-16,4 5 11 0,1 0-1 0,1 0-20 15,-1-3-46-15,5 3-40 0,0 2-41 0,4-4-49 16,2-1-61-16,3 1-215 0,8-4-507 0,-7-2 225 16</inkml:trace>
  <inkml:trace contextRef="#ctx0" brushRef="#br0" timeOffset="84697">8149 3359 183 0,'3'-8'249'16,"-1"4"3"-16,2 0-27 0,-4 4-22 0,5-6-29 16,-5 6-15-16,0 0-8 0,8 14 1 0,-5-2-4 15,-2 7 19-15,3 8-17 0,-2 2-7 0,-2-1-10 16,1 1-10-16,-1 0-10 0,-1 0-3 0,1-1-9 15,-1-2-9-15,1-6-7 0,0 4-5 0,-1-6-13 16,1 0-2-16,0 1-13 0,1-2-2 0,-5 0-9 16,7-6-6-16,-3 1-19 0,-3-1-35 0,2-4-39 15,1-7-39-15,-3 17-47 0,3-17-48 0,-3 7-52 16,0-2-218-16,3-5-499 0,-10 5 222 0</inkml:trace>
  <inkml:trace contextRef="#ctx0" brushRef="#br0" timeOffset="85244.71">8022 3679 2119 0,'2'-13'100'0,"-1"7"-50"0,-1 6-34 16,3-10-16-16,-1 4-2 0,2 1 5 0,4-4-3 15,1 4-6-15,5-6 4 0,0 2 4 0,3-1-1 16,-1 2-5-16,1-2 4 0,-2 2 3 16,2 1 3-16,-2-3 2 0,1 0 5 0,-2 1 5 0,-3 1 5 15,-1 0 8-15,-1 0 3 0,0-1 1 0,0 0 0 16,-1-1 3-16,-3 3 8 0,1-1-1 0,-1 1 1 15,-1 0-7-15,-4 7 3 0,7-9-4 0,-5 7-4 16,-2 2-9-16,0 0-6 0,0 0-2 16,0 0-1-16,0 0-2 0,10 18 1 0,-10-2-6 0,3 4 2 15,-2-1-3-15,0 1 3 0,-2 5-4 16,1 0 5-16,-1 0-6 0,1-7 5 0,0 1-5 0,0 0 1 16,-1-4 0-16,-1 2 2 0,2-7-4 0,-2 3 4 15,6-5-5-15,-4-8-2 0,1 15-5 0,-1-15-5 16,4 10-1-16,-4-10-3 0,0 0-1 15,1 10 2-15,-1-10 5 0,0 0-3 0,9 3 4 0,-9-3 2 16,0 0-3-16,20-9 7 0,-8 4 1 0,1 0 1 16,-2 1 4-16,1 1 3 0,-1 1-2 0,2 1 4 15,-3 2-4-15,4 0 3 0,-2 1 4 0,2-2 4 16,-1 4 0-16,1-2 1 0,4 1-1 16,1 2 1-16,-3-1-2 0,-3-1-3 0,1-1 2 15,4-2 0-15,-1 2-4 0,2-5 3 0,0 3-4 0,-1-4-2 16,-4 1 5-16,1-2-4 0,-3-1-1 15,-1 0 0-15,0 0 4 0,-2-2-5 0,-2 0-3 0,1-2 2 16,-4 1 1-16,-2-1-2 0,2 1-2 16,-1-2-3-16,-2 2-3 0,0-1 4 0,-1-1-1 15,-2 3 1-15,2 8-2 0,-3-11-1 0,3 11-3 16,-6-9-2-16,6 9-2 0,-11-2 3 0,11 2-2 16,-16 9 0-16,4-1 3 0,-2 3-6 0,2 4-3 15,1 0-32-15,0-1-46 0,2 1-45 0,2 0-53 16,4-4-69-16,0 5-176 0,4-3-467 0,4-4 207 15</inkml:trace>
  <inkml:trace contextRef="#ctx0" brushRef="#br0" timeOffset="85887.71">9192 3666 106 0,'0'0'187'0,"0"0"-10"0,9 12-4 16,-6-5-15-16,-1 5-11 0,1-2-9 0,-1 4-7 0,-2 2-7 15,4 0-10-15,-2 2-12 0,0-6-10 0,-2 5-6 16,0-5-8-16,1 0-5 0,1-2-9 15,1-1-2-15,0-2-6 0,-3-7 0 0,1 10 9 16,-1-10 9-16,1 7 13 0,-1-7-2 0,0 0-6 16,0 0-5-16,0 0-8 0,0 0-7 0,0 0-7 15,0 0-3-15,-10-27 4 0,9 11-6 0,2 3-8 0,1-3 0 16,3-1 2-16,-3-1-9 0,2 0-3 16,2-1 0-16,2-6-4 0,5 0-2 0,1-1-3 15,2 2-4-15,3 2-5 0,1 2-3 0,0 1 34 16,2 3-7-16,-4 6-2 0,-1 4-9 0,0 3-6 0,3 1-3 15,-8 5-4-15,8 3 0 0,-2 2-5 0,-2 3 0 16,-3 5-8-16,3 3 10 0,-3-2-2 16,-4 1 4-16,3 3 0 0,-5-2-1 0,0-3 3 15,-1 2-4-15,-1-6 11 0,-4-1-7 0,2 4-1 16,-4-1 4-16,1-4-1 0,-2-3 0 0,1 1 4 16,1-8 4-16,-5 11 0 0,1-9 0 0,4-2-4 0,-9 1-3 15,9-1 5-15,0 0 1 0,-15-9-3 16,10 6 0-16,5 3-3 0,-6-13-4 0,3 5 5 15,2-5-4-15,1 3-2 0,2-2-2 0,1-1-6 16,5-6 5-16,2 1-4 0,5-2-4 0,3-3-1 16,0 5-1-16,2 0-4 0,-2 8 2 0,1 0-2 15,1 3 1-15,-4 0 0 0,2 7-2 0,-4 2-2 16,3 2 1-16,-6 2 5 0,2-1-2 0,0 6-1 16,-1 2-3-16,-1 2 4 0,-2-1 2 0,-2 2-1 15,-2-2-1-15,-1 2 0 0,-1 2 6 0,2-2-17 16,-5 0-28-16,0-4-40 0,0-1-51 0,-3 2-48 15,2-3-72-15,-1 0-246 0,-2 0-543 0,4-10 239 16</inkml:trace>
  <inkml:trace contextRef="#ctx0" brushRef="#br0" timeOffset="86082.4">9969 3646 82 0,'1'-4'280'0,"-1"4"-20"0,4-8-22 15,-4 8-26-15,0 0-22 0,0 0-11 0,0 0-2 16,0 0 2-16,9 15-12 0,-9-3-11 0,2 4-11 16,-1-1-15-16,-4 3-9 0,2 7-11 0,1-5-12 15,-1-1-15-15,2 0-38 0,-4 0-50 0,2-3-49 16,0 2-53-16,2-7-73 0,-1 2-65 0,-1-2-133 16,1-11-408-16,0 0 182 0</inkml:trace>
  <inkml:trace contextRef="#ctx0" brushRef="#br0" timeOffset="86238.47">9962 3433 1743 0,'12'-22'54'0,"-4"6"-49"16,0 5-42-16,-2 1-59 0,3 4-19 0,-1 4 2 15,-1 2-2-15,3 6-6 0,-1 2-81 0,1 7-217 16,-2 1 97-16</inkml:trace>
  <inkml:trace contextRef="#ctx0" brushRef="#br0" timeOffset="86483.53">10126 3823 51 0,'0'0'257'15,"0"0"6"-15,0 0 16 0,0 0-8 0,-2-35-27 16,4 26-16-16,1-1-17 0,3 0-10 0,2-7-14 0,2 5-8 15,-1-1-25-15,3 1-17 0,-1 4-12 0,1 0-23 16,-1 4 0-16,3-1-10 0,-2 5-8 16,0 2-13-16,1 1-4 0,0 1-5 0,-1 4-5 15,0 2-2-15,1 1-7 0,-4 3-5 0,-1 0-6 16,-1-1 2-16,-2 1-8 0,-1-2-1 0,-1-2-4 16,-1 1-20-16,1 0-38 0,-2 1-44 0,-1-12-62 15,-1 18-81-15,0-12-86 0,1-6-191 0,-8 12-535 16,8-12 237-16</inkml:trace>
  <inkml:trace contextRef="#ctx0" brushRef="#br0" timeOffset="87289.04">10993 3613 136 0,'0'-15'227'16,"1"9"-8"-16,-1 6-4 0,3-10-5 0,-3 3-9 15,0 7-14-15,4-5-20 0,-4 5-18 0,0 0-16 16,0 0-21-16,0 0-10 0,3-6-11 0,-3 6-8 16,0 0-1-16,0 0-17 0,0 0-6 0,-5 27-5 15,0-15 1-15,-3 2-6 0,0 3-3 0,-3 2-6 0,-2 2-5 16,-2 4 1-16,4-3-4 0,-2-5-2 16,-1 4-1-16,4-5-4 0,-2 1-3 0,6 0 6 15,-3-2-10-15,2-2-3 0,0 2 0 0,4-4-3 16,-1-1-2-16,3 2 0 0,-3-2 0 0,2 0-1 15,3-5-1-15,-1-5-3 0,1 11-4 0,3-5-1 16,-4-6 0-16,4 7-3 0,0-3-4 0,-4-4 3 16,0 0 2-16,19-1-7 0,-19 1 4 0,15-7 0 15,-5 1 3-15,-4-3-3 0,1 0 0 0,-2-2 4 16,2-5-2-16,-3 1 0 0,-3-3 1 0,-1-1 3 16,-5-6-3-16,-2 1 2 0,-2-1 0 0,-2 2-2 15,-3 0 0-15,-4 3 3 0,0 2 5 0,-5 2 2 16,8 4-1-16,-3 1 4 0,0 2-6 0,0 2-2 15,0 1-3-15,5 3 2 0,2-1-16 0,-3 3-29 16,2 3-40-16,-2 1-43 0,5 0-53 0,-1 3-45 16,0 3-168-16,5-2-422 0,5-7 186 0</inkml:trace>
  <inkml:trace contextRef="#ctx0" brushRef="#br0" timeOffset="87953.36">11754 3696 55 0,'0'0'137'0,"0"0"-12"15,0 0 5-15,-7 13 5 0,7-2 0 0,0 2-3 16,-4 5-13-16,3 0 3 0,0 6-2 0,1-5-4 16,-3 0-10-16,1 0 0 0,-2-2-12 0,2 3-9 15,0-4-5-15,-1 0-6 0,1-5-8 0,-1 0-2 16,2-2-3-16,-2-2 0 0,1-1 9 0,2-6 14 16,-1 7 9-16,1-7 20 0,-2 8 7 0,2-8 2 15,0 0-13-15,0 0-9 0,0 0-14 0,0 0-12 16,-13-19-4-16,11 7-8 0,-1 1-11 0,-1-5 0 15,1-3-6-15,1 2-6 0,2 0-2 0,3-8-6 16,-1 0-6-16,5 0 3 0,-1-3-13 0,3 3 1 16,0 1-5-16,3 1-2 0,3 1-3 0,-1 1-2 15,-1 6-2-15,-1 4 0 0,1 1-1 0,3 2-6 16,-5 3-1-16,2 3 1 0,5 2 0 0,-2 5 6 16,0 3-11-16,0 2 2 0,-3 3 3 0,0 2-4 15,-1 1-1-15,1 6 4 0,-1 2 4 0,-6-5-2 16,1-2 2-16,-2 9-2 0,-1-8 1 0,-2-3 4 15,-2 2-2-15,5-6 1 0,-3-2 0 0,-1 1 2 16,-1-4-2-16,0-6 0 0,1 10 8 0,-1-10 2 16,3 8 10-16,-3-8 0 0,0 0-3 0,0 0-4 15,0 0-3-15,0 0-2 0,0 0 2 0,-17-24 0 16,15 13 4-16,0 2-4 0,2-4-15 0,0 3-2 16,0-9-6-16,2 2 0 0,3-2-4 0,4-6-1 15,2 1-4-15,-2 7-4 0,7-3 1 0,-3 6 0 16,1 2 3-16,-1 2 23 0,-2 4 6 0,1 0-2 15,-4 5 0-15,4 1-5 0,-1 3-4 0,0 4 8 16,1 1-6-16,1 3 5 0,-4 3-6 0,1 3 4 16,0 7 1-16,-6-5 0 0,5 5-1 0,-3 0-15 15,-2-4-42-15,0-1-26 0,0-2-37 0,-1-1-39 16,-1-2-42-16,3 2-40 0,-1-5-198 0,-4-2-475 16,5 0 210-16</inkml:trace>
  <inkml:trace contextRef="#ctx0" brushRef="#br0" timeOffset="88314.88">12437 3716 233 0,'-6'-5'250'0,"0"1"-15"16,6 4-14-16,-15 0-14 0,15 0-13 0,-23 8-14 16,10 1-16-16,-3 2-12 0,1 5-5 0,0-1-13 15,1 6-9-15,5-6-12 0,-3 0-5 0,3 2-12 16,2-1-11-16,5-4-11 0,-1 3-4 0,3-3-2 15,3-1-5-15,0-2-10 0,3-1-12 0,1 0-2 16,1-3-5-16,4 1-3 0,-3-4-8 16,2 1-1-16,1-3 1 0,-4-3-4 0,3-1-4 0,-3 0-2 15,0-2 3-15,1-3-2 0,-2 2-5 0,0-3 3 16,4-3-1-16,-6 2-3 0,1 1-2 0,0-6 1 16,-2 1-4-16,2 3 4 0,-2-2-3 0,1 5 0 15,-3 2 6-15,0 1 0 0,2 0-2 0,-4 6-8 16,6-5-3-16,-6 5 4 0,0 0 1 15,0 0 4-15,13 15 2 0,-11-6-5 0,2 3-1 0,1-2 4 16,2 6 0-16,-4 0 2 0,-1 2-3 0,6-1-23 16,-3-2-26-16,1 0-32 0,0 0-31 0,-2-1-45 15,2-4-46-15,3-3-50 0,-4 3-179 0,4-3-464 16,-9-7 206-16</inkml:trace>
  <inkml:trace contextRef="#ctx0" brushRef="#br0" timeOffset="88519.04">12682 3764 141 0,'2'-9'276'0,"0"1"2"0,0 2-11 15,-2 6-18-15,3-8-25 0,-3 8-23 0,0 0-11 16,0 0-9-16,0 0-11 0,0 0-13 0,18 17-15 16,-11-5-8-16,3 0-14 0,-3 3-25 0,1-2 2 15,2 4-5-15,-1 0-12 0,1 0-10 0,3 0-22 0,-2-2-36 16,1 1-50-16,0-4-36 0,1 2-44 15,-3-5-49-15,-1-2-45 0,-3 1-44 0,0-2-138 16,-2 0-425-16,-4-6 188 0</inkml:trace>
  <inkml:trace contextRef="#ctx0" brushRef="#br0" timeOffset="88694.42">12910 3769 266 0,'-1'-7'274'16,"1"7"-1"-16,-1-12-14 0,1 12-25 0,-2-8-26 15,2 8-12-15,0 0 6 0,0 0 5 0,-33 26-6 16,12-7-10-16,-1 1-14 0,-3 4-19 0,-2 0-15 16,2 3-8-16,-1-4-19 0,2-1-13 0,3-2-49 15,1 1-51-15,2 2-64 0,0-4-77 0,9-6-90 16,-1 3-268-16,1-6-537 0,5-3 238 0</inkml:trace>
  <inkml:trace contextRef="#ctx0" brushRef="#br0" timeOffset="89060.81">13821 3572 1978 0,'-5'-12'71'0,"5"12"-6"15,-5-7 32-15,5 7-34 0,0 0-18 16,0-11 4-16,0 11-10 0,0 0-9 0,10-9-8 15,-4 5 0-15,5-1-1 0,8-2-3 0,1 4-4 0,9-4-3 16,0 2 3-16,-2 1-7 0,0 1-10 0,-7 1-22 16,3 2-24-16,-8-2-33 0,4-1-42 15,-6 2-40-15,0-1-39 0,-8 2-117 0,3-2-345 16,-8 2 152-16</inkml:trace>
  <inkml:trace contextRef="#ctx0" brushRef="#br0" timeOffset="89439.93">13913 3556 59 0,'0'11'177'15,"-4"5"10"-15,-2-1-6 0,4 4-5 0,-2 1 2 16,2 4-10-16,-1-5-11 0,5 0-4 0,-2 0-5 16,0 8-13-16,0-10-10 0,0 0-8 0,0 2-6 15,1 0-12-15,0-2-8 0,0-3-5 0,1 3-10 16,-2-1-9-16,0-8-2 0,2 4-9 0,0-4-2 15,-2 0-10-15,3-1 0 0,-3-7-8 0,0 12-3 16,0-12 1-16,0 10-1 0,0-10-7 0,2 7 3 16,-2-7-4-16,0 0-2 0,0 0-4 0,-5 10-3 15,5-10-2-15,0 0-5 0,-11 0-6 0,11 0-1 16,0 0 2-16,-17-4-1 0,17 4-2 0,-10-4 4 0,10 4-4 16,-6-5-3-16,6 5 4 0,0 0-1 15,-9-1 2-15,9 1-1 0,0 0 0 0,0 0 8 16,0 0-3-16,-12 0 4 0,12 0 3 0,0 0 0 15,0 0-1-15,0 0 1 0,0 0-6 0,0 0 7 16,0 0-2-16,0 0 0 0,0 0-1 0,33-3-3 16,-20 3-10-16,6 0-14 0,1-2-26 0,8-4-38 0,1 4-46 15,2-2-41-15,1 4-48 0,-1-5-218 16,-10 2-468-16,8-2 207 0</inkml:trace>
  <inkml:trace contextRef="#ctx0" brushRef="#br0" timeOffset="89846.54">14196 3774 198 0,'0'0'253'0,"-5"-3"-7"16,5 3-14-16,0 0-10 0,-6-5-16 0,6 5-13 16,0 0-16-16,0 0-12 0,0 0-15 0,0 0-16 15,0 0-13-15,0 0-19 0,0 0-3 0,19-2-10 16,-19 2-11-16,18 0-6 0,-9-1-8 0,-9 1-2 15,21 3-11-15,-10-3-3 0,-11 0-6 0,16 0-3 16,-16 0-8-16,13 2-1 0,-13-2-8 0,11 3 0 16,-11-3-1-16,10 5 0 0,-10-5 1 15,6 9 3-15,-4 1 5 0,-2-10-3 0,-4 19 12 0,0-5 6 16,-1 3 6-16,-2 1-23 0,0-2 21 0,-6 6 2 16,3-4 4-16,-1-1-10 0,-4 3-2 15,2-4 1-15,2-3 1 0,-2 4-6 0,1-3 4 16,1 0 9-16,1-2-11 0,2-2-1 0,-1 0-2 0,5-3-2 15,-2-1-1-15,2-2-15 0,-1 2 15 0,5-6-12 16,-4 8 2-16,4-8-4 0,-4 5 0 0,4-5 1 16,0 0 0-16,2 11 1 0,-2-11-6 0,15 5 2 15,4 0 2-15,1-1-12 0,9-3-27 16,-7-1-22-16,14-1-52 0,3-1-41 0,0-2-45 16,0 2-47-16,0-2-47 0,-2-1-27 0,-3 1-224 0,-4 0-566 15,-2-2 251-15</inkml:trace>
  <inkml:trace contextRef="#ctx0" brushRef="#br0" timeOffset="89980.97">14752 4042 154 0,'0'0'259'15,"0"0"-11"-15,0 0-3 0,0 0-7 0,10 0-10 16,-10 0-23-16,0 0-14 0,0 0-23 0,0 0-20 0,0 0-35 16,0 0-46-16,0 0-56 0,0 0-76 0,0 0-88 15,0 0-191-15,0 0-370 0,0 0 163 0</inkml:trace>
  <inkml:trace contextRef="#ctx0" brushRef="#br0" timeOffset="90950.77">13009 3787 153 0,'0'0'204'0,"0"0"-21"0,0 0-14 15,0 0-10-15,0 0-10 0,0 0-1 0,-13 17-13 16,9-9-4-16,-3 0-12 0,2 3-10 0,1 0-4 15,2 0-8-15,-1 1-7 0,3-3-8 0,-2 2-5 16,2 0-5-16,2 0-2 0,0-1-5 0,1 0-3 16,1-3-4-16,-1 2-3 0,2-3-3 0,1-2-3 15,1 3-2-15,-1-4-4 0,6-1-6 0,-5-1 2 16,5 2-6-16,-4-2-1 0,3-2-1 0,-2-2-3 16,-9 3-3-16,16-3 0 0,-10-3-7 0,-1 0 5 15,3-1-6-15,-2-1-4 0,0-1-4 0,-2-3 1 16,-3-1-11-16,1-2-1 0,0-1-3 0,-4 2-2 15,2-1-3-15,-3 0 0 0,-1 2 1 0,-4-3 1 16,2 6-1-16,0 0 0 0,1 2 0 0,-1 0 1 16,2 2-1-16,3 0 8 0,1 6-8 0,-7-8 0 15,7 8-1-15,-4-4 3 0,4 4-5 0,0 0 2 16,-5-6-10-16,5 6-3 0,0 0 3 0,0 0 0 16,0 0-1-16,16-8 4 0,-5 5 1 0,8 2-6 15,-2-2 0-15,1-1 0 0,2-2 4 0,1 0 0 16,1 0 3-16,-4-4 1 0,2 4 5 0,-4-4-2 15,-5 4 0-15,2-8 6 0,-1 2 1 0,-3-1 4 16,-3-2 1-16,1-1 13 0,0 1 3 0,-4 0 5 16,-1-2-2-16,-2 1 3 0,0 3 38 0,0 2 1 15,0 2 3-15,0 1 12 0,0 8-6 0,-2-11-8 16,2 11-10-16,0 0-9 0,-2-9-7 0,2 9-6 16,0 0-1-16,0 0-2 0,-10 31 0 0,5-6 6 15,-3 3 4-15,3 3-5 0,-4 2 4 0,4 16 2 16,1-4 8-16,0-10 6 0,-1 1 1 0,3-1-7 15,-2 1 2-15,4-1-3 0,-2-2-4 0,2-1 0 16,0 0-6-16,4-2-1 0,-4-2-7 0,2 3-1 16,0-5-12-16,-2-7-31 0,2 0-14 0,-2-4-41 15,0 3-43-15,-2-2-39 0,2-5-55 0,-2-1-49 16,2-3-44-16,0-7-176 0,-4 12-517 0,4-12 229 16</inkml:trace>
  <inkml:trace contextRef="#ctx0" brushRef="#br0" timeOffset="91110.53">13189 3977 2386 0,'2'-5'103'0,"-2"5"-56"15,4-9-35-15,-4 9-7 0,4-4-11 16,-4 4 2-16,8-3 0 0,-8 3 1 0,13-1 4 16,-3-1-1-16,3 2 2 0,8 0-16 0,-4-2-30 15,15 2-47-15,1-4-62 0,6 1-70 0,10-2-113 0,1-4-364 16,2 3 161-16</inkml:trace>
  <inkml:trace contextRef="#ctx0" brushRef="#br0" timeOffset="151613.29">3594 5134 94 0,'3'-5'187'0,"-3"5"-14"0,0 0-13 16,0 0 3-16,1-9-6 0,-1 9-13 0,0 0-12 15,0 0-13-15,0-9-15 0,0 9-11 0,0 0-12 16,0 0-9-16,0 0-9 0,0 0-8 0,0 0-5 16,0 0-7-16,18 13 0 0,-9-3-8 0,3 3-2 15,-1 3-4-15,5 6-2 0,-2 1-3 0,2 0 2 16,-2-1-2-16,0 2-6 0,-2 1 1 0,2-3 0 15,-5 4 1-15,1-2-6 0,-1-6 4 0,-1-1-6 16,2 5-1-16,-4-6-4 0,2 0 2 0,-3-5-3 16,3 2 6-16,-2-1-5 0,-1-3 3 0,0-1-5 15,0-3 2-15,-2 1 1 0,1 0-2 0,-4-6 0 16,5 8 0-16,-4-3 2 0,-1-5 5 0,4 5 9 16,-4-5 20-16,0 0 2 0,0 0 3 0,0 0-7 15,0 0-2-15,11-17-1 0,-5 6-3 0,-2-6-6 16,2 0-1-16,3-9-4 0,2 0-3 0,1-2 1 15,1-3-4-15,2 1 0 0,1 0-3 0,-3-2-5 16,-2 2 5-16,0 1-6 0,-2-1 1 0,1 2-2 16,2 3 1-16,-3 0-1 0,-3 8 1 0,-1 0-1 15,0 5 1-15,0 2-2 0,-2-2-4 0,-2 6-2 16,2-1 1-16,-1 3-13 0,-2 4-17 0,3-9-21 16,-3 9-12-16,0 0-17 0,0 0-14 0,0 0-17 15,0 0-29-15,10 25-30 0,-6-8-35 0,-4 0-128 16,-5 4-360-16,2-2 160 0</inkml:trace>
  <inkml:trace contextRef="#ctx0" brushRef="#br0" timeOffset="151953.06">4360 5296 2 0,'0'0'203'0,"0"0"-20"0,0 0-20 15,-17-8-10-15,17 8-7 0,-20 7-15 0,8-4-7 16,-5 5-16-16,3 1-9 0,-2 1-9 0,2-1-11 16,3 0-6-16,-2 3-5 0,3 3-14 0,1-1-3 15,1-3-1-15,3 1-5 0,1 4-7 0,3 0 0 16,0 0-6-16,3-5-8 0,2 5 1 0,1-5-3 16,4 4-5-16,0-2 4 0,3-1 0 0,0 0-8 15,-3-3 2-15,0 0-5 0,2-1 3 0,0-1-4 16,-1 2 5-16,0-3-6 0,-5-1 2 0,2-1-8 15,-2 0 3-15,-2 1 2 0,-3-5 1 0,8 7-4 16,-6-2-9-16,-2-5 15 0,2 6-6 0,-2-6 2 16,0 0 0-16,-10 8 1 0,5-4 3 0,-4 0-8 15,-3-1-20-15,1-1-20 0,-2 1-38 0,0-3-48 16,3 2-57-16,-3 0-117 0,13-2-321 0,-19 0 143 16</inkml:trace>
  <inkml:trace contextRef="#ctx0" brushRef="#br0" timeOffset="152495.04">4498 5523 199 0,'0'0'194'0,"7"-2"-17"0,-7 2-22 0,0 0-8 0,1 14-14 15,-1-14-7-15,-3 16-17 0,1-6-9 0,-1 3-10 16,2-1-11-16,-3 0-7 0,3 0 2 0,-2-1-11 15,3-1-2-15,-3-1-12 0,3-2 0 16,-1-1-5-16,1-6-2 0,0 0-2 0,0 14 9 16,0-14 7-16,0 0 9 0,0 6 11 0,0-6 6 0,0 0-11 15,0 0-1-15,0 0-13 0,0 0-4 0,1-26-8 16,1 15-2-16,0-4-5 0,1-2-4 0,2 0-5 16,0-2-3-16,5-6-4 0,-1-2 0 0,3 0-5 15,3 4-1-15,-2-1-4 0,1 2-1 16,-2 8-3-16,-2 1-1 0,0 4-1 0,0 2-2 0,1 3-4 15,0 3-3-15,0-1 6 0,1 4-7 0,1 3 4 16,1 4-1-16,1 1-1 0,-3 3 4 0,0 1-4 16,-1-3 4-16,-2 2-1 0,-2 3 0 0,1-2 2 15,-4-2-4-15,1-2-2 0,0 0 7 0,-2-3-4 16,0-2 3-16,0 2 0 0,-3-7 0 16,5 9 3-16,-5-9 5 0,2 5 2 0,-2-5 6 0,3 7 5 15,-3-7-2-15,0 0 0 0,0 0 0 0,0 0-5 16,0 0-2-16,0 0-1 0,0 0-4 0,-5-26-1 15,5 17 1-15,1-1-3 0,3-2-5 0,1 2-2 16,2-8-3-16,2 3 4 0,1 0-9 16,0 1 0-16,-1 4 0 0,0 3 8 0,0 2-11 0,0-2-1 15,3 4-4-15,-5 1 5 0,3 5 2 0,3-1 0 16,-3 3-2-16,1 5-1 0,-3-3 1 0,1 4 3 16,-1 2-3-16,0 3-6 0,-1-1-14 15,-3 6-34-15,1-5-36 0,-3 2-36 0,-2-1-44 0,0 0-37 16,-3 1-159-16,2-2-407 0,2-3 181 15</inkml:trace>
  <inkml:trace contextRef="#ctx0" brushRef="#br0" timeOffset="152868.94">5151 5407 51 0,'-5'-11'226'16,"1"1"0"-16,0 5-10 0,-1 0-21 0,-1-1-20 0,6 6-11 15,-13 0-21-15,4 6-15 0,-4 6-11 16,3 2-12-16,0 3-11 0,-3 8-8 0,4 0-9 16,1 1-9-16,3-6-5 0,-1-2-9 0,2 1 1 15,6-2-8-15,-4 1-5 0,4-1-10 0,1 0-4 16,2-2-12-16,0-5-10 0,2-1-8 0,1 1-14 0,-3-5-4 16,5-1 6-16,-4-2 0 0,2-1-1 15,-8-1 2-15,16-3 4 0,-9-1-3 0,1-2 0 16,-3-2 1-16,4-1 3 0,-3-2 1 0,-1 0 3 0,0 0 3 15,-1-5 5-15,-1 4 0 0,3-4 9 16,-6 0-1-16,4 4 6 0,-2 2 4 0,1-1 7 16,0 4 6-16,-2-1-5 0,-1 8-9 0,2-9-1 0,-2 9-4 15,6-2-2-15,-6 2-2 0,0 0 2 16,13 10 4-16,-9-1-5 0,2 0-3 0,1 2 2 16,1 2-5-16,1 4 6 0,0-3-10 0,-1 1-15 15,2 2-39-15,0-2-22 0,-1 1-45 0,1-4-54 16,0 2-34-16,-1 1-122 0,-1-6-354 0,3-1 156 0</inkml:trace>
  <inkml:trace contextRef="#ctx0" brushRef="#br0" timeOffset="153073.12">5385 5439 109 0,'0'0'227'16,"0"-11"-26"-16,0 11-9 0,3-4-9 0,-3 4-9 15,0 0-16-15,0 0-8 0,16 17-1 0,-6-5-15 16,2 1-9-16,1 3-11 0,-1 1-13 0,1-2-10 16,5 6-9-16,-6-5-15 0,0 0-28 0,0-1-27 15,2-1-34-15,-4 1-43 0,-1-5-45 0,1 0-36 0,-2-3-39 16,-2 3-112-16,-2-5-322 0,-4-5 143 16</inkml:trace>
  <inkml:trace contextRef="#ctx0" brushRef="#br0" timeOffset="153253.26">5578 5485 129 0,'-3'-7'218'0,"2"1"-2"0,1 6-16 0,-2-11-15 15,2 11-21-15,0 0-10 0,0 0-12 0,0 0 7 16,-25 24 1-16,11 0 1 0,-5 2-13 0,0 5-8 16,-8 7-13-16,5-8-10 0,-3 9-13 0,4-11-7 15,5-1-9-15,-2 1-15 0,1-5-40 0,1 2-41 16,3-5-51-16,4-6-60 0,4 0-56 0,0-3-198 15,2-1-414-15,3-10 183 0</inkml:trace>
  <inkml:trace contextRef="#ctx0" brushRef="#br0" timeOffset="153454.84">6037 5367 151 0,'8'-2'307'0,"-8"2"-28"16,10-4-27-16,-10 4-31 0,14 4-18 16,-5-3-22-16,3-1-15 0,5 4-17 0,2-4-26 15,2 2-32-15,1-1-39 0,6-4-45 0,1 6-43 16,-10 1-35-16,2 0-46 0,0-2-42 0,0 3-142 0,-10-2-324 16,1 2 144-16</inkml:trace>
  <inkml:trace contextRef="#ctx0" brushRef="#br0" timeOffset="153603.04">6152 5521 211 0,'-13'3'212'0,"3"2"1"0,2-2-3 0,2-1 1 0,-1 1-11 15,7-3-12-15,-7 3-19 0,7-3-13 16,0 0-17-16,0 0-13 0,0 0-12 0,0 0-5 16,0 0-28-16,25 6-39 0,-3-9-47 0,10-2-71 15,4-4-68-15,1 1-216 0,14-4-389 0,-14 2 172 0</inkml:trace>
  <inkml:trace contextRef="#ctx0" brushRef="#br0" timeOffset="155446.22">7747 4987 108 0,'0'0'183'0,"-5"-8"-3"15,5 8-12-15,0 0-3 0,0 0-16 0,6-13-15 16,-2 8-8-16,-4 5-16 0,13-11-14 0,-3 6-6 16,3 0-8-16,3-1-9 0,3 2-5 0,1-1-10 15,-2 3-1-15,-1 2-10 0,-2 0-1 16,4 5-7-16,-7 0-5 0,4 3-2 0,-5 3-4 15,1 1 1-15,-3 1-2 0,-3 3-1 0,-2 1-2 0,-3 0-1 16,-1 1-1-16,-5 1-4 0,-4-2-2 0,-4 7 1 16,-1-2-2-16,-5 0 2 0,1-5-4 0,-3 2-1 15,-1-2-1-15,-4-3 3 0,2-1 0 16,-3-2-1-16,2-1-1 0,3-4 1 0,4-1-6 16,-3 0 6-16,4-2-5 0,3-2 4 0,2-1 6 0,1 1 6 15,4-1 1-15,7 0 3 0,-13-2 2 16,13 2 0-16,-11-3 2 0,11 3-5 0,-7-2-1 0,7 2-7 15,0 0-2-15,0 0-8 0,0 0 5 0,0 0-6 16,0 0 1-16,26-1 0 0,-13 2-2 0,1 1-2 16,4-2 4-16,5 5-3 0,5-3-7 15,3 2-23-15,-1-2-31 0,1 1-42 0,0-2-50 0,1 1-53 16,-1-2-180-16,-1 0-411 0,2-2 182 0</inkml:trace>
  <inkml:trace contextRef="#ctx0" brushRef="#br0" timeOffset="156233.57">8325 5043 109 0,'-3'-9'210'0,"3"9"-16"0,0 0-19 0,-3-6-19 16,3 6-18-16,0 0-5 0,0 0 3 0,-21 14 0 15,9-1-7-15,3 2-7 0,-4 3-9 0,2 4-1 16,-1 2-16-16,3-7 0 0,4 0-18 0,0 2-8 0,1-1 1 15,2 0-13-15,2-3-2 0,1 3-10 16,0-1-2-16,2-5-2 0,-1 1-5 0,4-2 2 16,1-1-4-16,1-1-2 0,1-1 0 0,1-1-5 15,4-2-3-15,3-3 2 0,1 1 0 0,2-3-2 16,-1-2-3-16,0-1-1 0,2-3-2 0,5-2 1 0,-2-5-6 16,-5 6 0-16,-4-2 0 0,2-1-2 0,0-4 2 15,-5 2-5-15,2-3 1 0,-2-1 1 16,-3 2-5-16,-2-4-2 0,-1 1-6 0,-1-2 0 15,-4 2-1-15,0 0-3 0,-1 0 1 0,-2-1 0 16,-2 2 0-16,-1 0 4 0,-4 0-2 0,1 3 4 16,-5 0-3-16,0 0-2 0,-2 3 3 0,0-1-1 15,-2 3 3-15,1 4-2 0,-5 0-1 0,2 3 3 0,6-1-5 16,0 1 1-16,2-2-1 0,2 4 1 16,1-2-6-16,8 1 1 0,-11 0 0 0,11 0 2 15,-7 5 0-15,7-5 2 0,0 0 1 0,0 0 1 16,8 16 0-16,3-12 0 0,1 0 5 0,7 1-1 0,8-2 2 15,1 1-6-15,4-1 8 0,0 0-2 0,0-3-1 16,-4 0 0-16,0-2-1 0,1 2 2 16,-9 0-4-16,-2 0 4 0,-4-1-7 0,-3 1 9 15,2 0-6-15,-3-2-1 0,-3 2 2 0,-7 0-1 16,12 0-2-16,-12 0 1 0,9 2-1 0,-9-2-1 0,7 4-2 16,-5-1 5-16,-2-3-3 0,7 12 2 0,-5-5 0 15,0 3 3-15,-1 1 7 0,-4 5-7 16,1 2 0-16,-3-2 1 0,1 4 2 0,-1-4 1 15,0 3 0-15,2 1-2 0,-2-1-2 0,1-3 5 16,-1 1-3-16,1 1-1 0,4-3 2 0,0-1 1 0,2 1 0 16,-1-1-3-16,1-4 2 0,3 0 2 0,-1 1 2 15,3-3-5-15,0 0 0 0,1-2 1 16,2 0-2-16,0-1 5 0,1-5-3 0,1 1 1 16,1-1-2-16,1-2 3 0,3-2-2 0,-2-3 0 15,2 0-1-15,-2-2 1 0,1 2-1 0,-1-4 3 16,-4-2-2-16,2 0-3 0,-3-5 3 0,-3 1-2 0,-1-2 0 15,-1 1 2-15,-1-1-1 0,-3 0-2 0,0 0 8 16,-2-2 3-16,-4 2-10 0,1 2 5 0,-1 0 3 16,0 3-4-16,-1-1-3 0,-1 6 3 15,-1-1-2-15,0 3 1 0,-3 2-8 0,-1 0 2 16,-5 3-1-16,-2 3-1 0,0 3 3 0,1 2-23 0,-1 0-26 16,1 1-25-16,0 2-34 0,3 0-43 15,3-3-49-15,4 2-36 0,-1 2-161 0,3-2-427 16,2-1 190-16</inkml:trace>
  <inkml:trace contextRef="#ctx0" brushRef="#br0" timeOffset="156699.1">9274 5196 64 0,'0'0'213'0,"0"0"-12"0,0 0 1 0,0 0-8 16,0 0-10-16,8 1-13 0,-8-1-10 16,0 0-8-16,0 0-12 0,0 0-8 0,0 0-6 15,0 0-9-15,0 0-4 0,0 0-7 0,0 0 3 16,0 0-14-16,0 0-3 0,0 0-1 0,0 0-1 16,0 0-4-16,0 0-3 0,2 5-6 0,-2-5-9 15,0 0 4-15,0 0-11 0,0 0 2 0,0 0-8 16,0 0-4-16,0 0-4 0,0 0-4 0,0 0-7 15,0 0-2-15,0 0-7 0,0 0 2 0,0 0-10 16,10 0 2-16,-10 0-6 0,15 0 5 0,-4 0-1 16,6 0-3-16,2 0-3 0,1 0-1 0,3 0-5 15,5-1 8-15,-6-1-6 0,7 2 3 0,-1 0 3 0,-7-2 0 16,1 2-9-16,-4-1 0 0,1 0-1 16,-1-1-3-16,-4 2-7 0,-2 2 10 0,-1-2-3 15,-2-2-1-15,-2 4-5 0,-7-2 9 0,12-3 1 16,-12 3 2-16,9 1 1 0,-9-1 5 0,6 2 2 15,-6-2 8-15,0 0-5 0,0 0 2 0,9 1-1 16,-9-1 3-16,0 0-4 0,0 0 1 0,0 0-3 16,0 0-1-16,0 0-7 0,0 0-15 0,0 0-33 15,8-4-28-15,-8 4-42 0,0 0-55 0,0 0-61 16,0 0-58-16,0 0-258 0,0 0-584 0,0 0 258 16</inkml:trace>
  <inkml:trace contextRef="#ctx0" brushRef="#br0" timeOffset="157854.34">9987 5072 44 0,'0'0'164'0,"0"0"0"0,1-7-7 16,-1 7-5-16,0 0-9 0,0 0-10 0,0 0-6 15,0 0-9-15,0 0-6 0,0 0-12 0,0 0-6 16,0 0-4-16,0 0-8 0,0 0-11 0,0 0-1 16,0 0-7-16,0 0-6 0,0 0-6 0,0 0-2 15,0 0-4-15,0 0-3 0,0 0-3 0,0 0-5 16,0 0-2-16,0 0-4 0,0 0-5 0,0 0 1 16,0 0 0-16,0 0-2 0,0 0-3 15,-19 8 2-15,19-8-1 0,-7 5-2 0,3 0 2 16,4-5-5-16,-7 6 1 0,5 0-3 0,2-6 2 0,-7 8-5 15,5-3 0-15,2-5 2 0,-3 10-4 0,3-10-1 16,-2 10 2-16,2-10-2 0,0 10 1 0,0-3 4 16,0-7 1-16,3 10 1 0,3-2-1 15,-4-1-2-15,2 0 2 0,1 1 0 0,5-1-2 0,-3 0 1 16,2-1-2-16,0 3 2 0,1-2 1 0,0 1-2 16,0 0-1-16,3 0 2 0,-4-2 5 0,1 0-2 15,0 3-3-15,2-2 3 0,-4-3-5 0,2 2 10 16,-2 0-10-16,-3 0-3 0,0-2-1 0,-1 1 3 15,-2 0-1-15,2 0 2 0,0 0-3 0,-4-5 3 16,4 9 3-16,-4-9 3 0,0 0 2 0,-3 9 1 16,3-9-2-16,-13 8 6 0,6-5-6 0,-5 0-2 15,-1 2-2-15,-2 0 0 0,1-1-1 0,-1-2 0 16,1 0-10-16,1-1-19 0,-5-1-22 0,4 0-30 16,2 2-43-16,0-5-42 0,0 1-38 0,2-2-44 15,-2 0-146-15,3-4-414 0,-1 0 184 0</inkml:trace>
  <inkml:trace contextRef="#ctx0" brushRef="#br0" timeOffset="158014.28">9959 5096 180 0,'6'-7'231'0,"3"4"-23"0,-2-2-22 16,2-2-14-16,2 3-13 0,-2-2-17 0,3 1-11 15,0-1-17-15,4 1-9 0,3 0-14 0,0-1-25 16,2 0-29-16,-1 4-31 0,2-3-40 0,5 2-43 0,-6 0-24 15,1 3-31-15,0-1-116 0,-6 3-267 16,3 0 118-16</inkml:trace>
  <inkml:trace contextRef="#ctx0" brushRef="#br0" timeOffset="158394.26">10489 5084 58 0,'0'0'172'0,"0"0"-3"0,0 0-18 0,0 0-17 16,0 0-13-16,0 0-5 0,0 0 4 0,-10 17 1 16,5-9-2-16,0 3-11 0,0 0-11 0,-2 0-6 15,1 0-7-15,0 4-5 0,2-1-10 0,0-3-2 16,3 2-1-16,-2-1-11 0,3 1-3 0,3-4 0 16,-1 2-2-16,2-2 0 0,1 0-2 0,2-2-1 15,3 2-1-15,0-1-4 0,3-2-4 0,0-1 4 16,3 0-7-16,2-2 2 0,1-1-6 0,1-2 2 15,0 0-1-15,0 0-4 0,-2-2 2 0,0-3-1 16,-5 2-5-16,1-1 7 0,-3-1 2 0,6-3 3 16,-4-3 0-16,-3-1-3 0,3-1 1 0,-7-3-1 15,1-1 0-15,-1 1-3 0,-3-3 2 0,-3 2 2 16,-2-3 2-16,0 1-1 0,-1 0 5 0,-2-5-6 16,-1 7 1-16,-1 1-5 0,-3 1-3 0,-1 2 1 15,2 4-6-15,-4-3-2 0,-1 5-3 0,0 1-3 16,-3 0-13-16,-1 4-22 0,-2 2-32 0,-2 4-37 15,-7 4-51-15,-2 1-54 0,2 3-58 0,0 7-196 16,1-2-487-16,2-1 215 0</inkml:trace>
  <inkml:trace contextRef="#ctx0" brushRef="#br0" timeOffset="166784.07">11367 5325 108 0,'-6'-4'184'0,"1"-2"8"0,1 1-5 0,4 5-13 16,-10-8-14-16,5 5-8 0,5 3-8 0,-5-4-13 0,5 4-15 15,0 0-14-15,-7-7-12 0,7 7-9 0,0 0-12 16,0 0-5-16,0 0-8 0,0 0-5 15,0 0-13-15,0 0-25 0,26-2-25 0,-15 3-31 16,1 1-27-16,7 2-49 0,-6-2-32 0,-1 2-136 16,-3 1-310-16,-1-3 138 0</inkml:trace>
  <inkml:trace contextRef="#ctx0" brushRef="#br0" timeOffset="166968.44">11245 5482 1697 0,'-5'4'189'0,"-1"-1"-102"0,6-3-48 0,-7 6-21 16,2-4-7-16,5-2-5 0,-3 5-6 0,3-5 3 16,0 0-2-16,0 0 3 0,0 0 1 15,0 0-4-15,0 0 4 0,25 0-2 0,-4-1 0 16,6-3-3-16,4 2-20 0,0-1-22 0,4 3-25 0,2-1-45 16,-2-1-32-16,-1 0-138 0,-3 2-304 0,1-4 134 15</inkml:trace>
  <inkml:trace contextRef="#ctx0" brushRef="#br0" timeOffset="167248.1">12181 5182 31 0,'2'-5'240'0,"-1"-2"-10"0,-1 7-19 0,1-7-10 16,-1 7-14-16,0 0-17 0,3-10-20 0,-3 10-18 0,0 0-18 15,0 0-12-15,0 0-16 0,0 0-6 0,0 0-10 16,0 0-6-16,9 25-6 0,-7-8-1 16,2 1-7-16,-2 2-6 0,0 4 0 0,-1 4-3 15,1-9-4-15,-2 0-1 0,0 0-5 0,2 0-2 16,-2 6-4-16,0-6-1 0,0-1-5 0,0 1-1 0,0-2-1 16,-2-3 0-16,2 2-9 0,0-3-22 15,0-1-25-15,0-1-31 0,-2 2-27 0,2-2-44 0,0-1-27 16,0 0-23-16,2-1-127 0,-4-1-343 15,2-8 152-15</inkml:trace>
  <inkml:trace contextRef="#ctx0" brushRef="#br0" timeOffset="167564.91">12540 5314 209 0,'0'0'203'0,"4"-12"-15"16,-4 8-9-16,0 4-16 0,0 0-14 0,3-7-13 0,-3 7-18 15,0 0-13-15,0 0-12 0,0 0-14 0,0 0-6 16,0 0-9-16,0 0-7 0,0 0-8 16,0 0-6-16,0 0-1 0,9 28-7 0,-7-18 4 15,1 6-11-15,1-5 5 0,0 2-3 0,3 4-6 16,-3-2-1-16,1 1 2 0,4-2-8 0,0 0-3 0,-3 1 1 16,2-1-2-16,-1-3 0 0,1 3 3 15,-4-4-5-15,4 0-5 0,-2 0 4 0,-3-5 1 16,3 4-2-16,-3-2 0 0,1-1-6 0,-4 1 0 15,0-7-6-15,0 10 11 0,0-10-4 0,2 9 5 16,-2-9-2-16,-6 7-5 0,1-3-5 0,5-4-21 0,-19 3-10 16,7-1-22-16,1-2-26 0,-3-2-22 0,1-1-24 15,1-1-6-15,-4-2-20 0,0-2-121 0,5 1-297 16,-2-4 132-16</inkml:trace>
  <inkml:trace contextRef="#ctx0" brushRef="#br0" timeOffset="167693.67">12569 5310 71 0,'15'-12'91'0,"0"3"5"0,3 2-18 16,1-1-12-16,2 0 5 0,6 2-10 16,0-2-2-16,2 3-16 0,-2 0 0 0,0 3-18 15,-5 0-12-15,-1-1-18 0,-2 5-24 0,0-1-24 16,-1 1-52-16,-1 1-114 0,0 1 50 0</inkml:trace>
  <inkml:trace contextRef="#ctx0" brushRef="#br0" timeOffset="168007.04">13025 5291 87 0,'0'0'85'0,"0"0"-3"0,0 0-15 16,0 0 5-16,0 0-2 0,-8 13-1 0,8-13 5 0,-6 14 1 15,2-5 0-15,0 0-12 0,-1 2-2 16,1 1-6-16,0-1-5 0,1 1-2 0,1 1-1 16,0-3 0-16,4 0 2 0,-2 2-5 0,3 0 0 15,1-1-2-15,2-1 3 0,1-1-14 0,3 0 5 16,2 0-2-16,0-1-4 0,6-2 0 0,-3-2-1 0,3 1 0 15,-5-2 0-15,2-2-7 0,-2-1 3 0,1-1 4 16,-1-3 6-16,1 0 2 0,-4-2 7 16,-1 0-1-16,1-2 4 0,-1-2 3 0,-3-1-3 15,1-6 2-15,-2 6-4 0,-1-5 1 0,-4-2-5 16,0 2-4-16,-2 0 0 0,0 2-2 0,-1 3-3 0,-2 0-9 16,1 0-2-16,-2 0-4 0,-1 4 0 0,0 2-9 15,0 1-13-15,0 3-28 0,-1-1-26 16,-2 2-20-16,10 0-33 0,-15 3-27 0,8 3-31 15,-4 3-129-15,6-2-323 0,1 0 144 0</inkml:trace>
  <inkml:trace contextRef="#ctx0" brushRef="#br0" timeOffset="168393.2">13427 5307 1711 0,'11'-12'62'16,"-5"0"-2"-16,-2 3 26 0,-4-2 2 0,2 5-12 15,2 0-2-15,-1 0-11 0,-1 1-10 0,-2 5-11 16,6-7-6-16,-6 7 0 0,3-6-11 0,-3 6-8 16,0 0-1-16,7-3-3 0,-7 3 1 0,7 11-5 15,1-1 4-15,1 5-1 0,1 2 3 0,-2 6-2 16,3-5-4-16,1 5 2 0,-1 0-3 0,0-1 4 0,-4-5-3 16,0 0 0-16,2-1-1 0,-1-1 0 15,0 0 3-15,0 1-1 0,-3-6 0 0,1 0-6 0,-1 1 6 16,2-3-4-16,-2 0 1 0,1 1-2 0,-2-4 2 15,1-1 2-15,-5-4 1 0,4 10 1 16,-4-10 8-16,5 4 18 0,-5-4 16 0,5 5 13 0,-5-5 5 16,0 0 1-16,0 0-13 0,13-14-7 0,-4 4 5 15,0-4-13-15,2-1 4 0,5-7-15 16,-3-3-2-16,3 1-5 0,-2-1-4 0,4-1 1 16,-3 1-8-16,3-3 1 0,-2 4 3 0,0-1 1 15,-1 4 0-15,-3 4-26 0,-3 3-1 0,-1 2-14 0,-3 3-21 16,2 1-26-16,-3 2-33 0,-1 1-56 0,1 0-61 15,-4 5-22-15,0 0-13 0,0 0-147 16,0 0-433-16,0 0 192 0</inkml:trace>
  <inkml:trace contextRef="#ctx0" brushRef="#br0" timeOffset="173884.71">5045 5866 8 0,'0'0'23'0,"0"0"-4"0,0 0 0 0,0 0-1 16,0 0-2-16,0 0-3 0,0 0 1 0,0 0-5 15,0 0-1-15,0 0 5 0,0 0-2 0,0 0-5 16,0 0-4-16,0 0 2 0,0 0-1 0,0 0-10 15,0 0-24-15,0 0-31 0,0 0 14 0</inkml:trace>
  <inkml:trace contextRef="#ctx0" brushRef="#br0" timeOffset="189460.27">7711 5587 28 0,'0'0'50'0,"0"0"0"16,0 0-6-16,0 0 0 0,0 0-9 0,0 0 3 16,0 0-5-16,0 0-4 0,0 0-1 15,0-11-9-15,0 11 7 0,0 0-9 0,0 0 2 16,0 0-4-16,0 0 1 0,0 0-5 0,0 0 1 0,0 0 7 16,-2-8-4-16,2 8-3 0,0 0-3 0,0 0 1 15,0 0-1-15,0 0-4 0,0 0 5 0,0 0-2 16,0 0-4-16,0 0 4 0,0 0-9 0,0 0 6 15,0 0-3-15,0 0 9 0,0 0-9 0,1-11 2 16,-1 11-4-16,0 0 4 0,0 0 2 0,0 0-1 16,0 0-1-16,0 0-6 0,0 0 6 0,0 0 0 15,0 0-5-15,0 0-5 0,0 0 0 0,0 0-10 16,0 0-15-16,0 0-11 0,0 0-14 0,0 0-30 16,11 0-93-16,-11 0 42 0</inkml:trace>
  <inkml:trace contextRef="#ctx0" brushRef="#br0" timeOffset="203487.67">3949 6777 87 0,'0'0'107'15,"-8"-3"-5"-15,8 3-16 0,0 0-2 0,0 0-17 16,0 0 0-16,0 0-11 0,0 0-1 0,0 0-21 0,0 0 5 15,0 0 8-15,0 0-8 0,0 0 8 0,0 0-10 16,33 0-5-16,-20-1 0 0,2-1-6 16,4 1 4-16,2-2-6 0,-1-1-2 0,3 0 1 15,5-1-3-15,-2 3-1 0,-3 0-5 0,-1-1 2 0,4-2-12 16,-6 2-2-16,-1 1-13 0,0 0-11 16,-2 2-12-16,-2-2-10 0,-2 1-6 0,-3 1-10 0,3-1-8 15,-6 2-3-15,-7-1-12 0,16 0-47 16,-11 0-139-16,-5 0 62 0</inkml:trace>
  <inkml:trace contextRef="#ctx0" brushRef="#br0" timeOffset="204637.97">4148 6767 36 0,'0'0'43'0,"0"0"-1"0,0 0 1 16,0 0 2-16,0 0 0 0,0 0-4 0,0 0 3 15,0 0-3-15,0 0 2 0,0 0-3 0,0 0-2 16,0 0-1-16,0 0 5 0,0 0-6 16,0 0 2-16,0 0-5 0,0 0-4 0,0 0 9 15,0 0-6-15,0 0-7 0,0 0 4 0,0 0-6 16,0 0-2-16,0 0 3 0,0 0-8 0,0 0 0 0,0 0 0 16,0 0-3-16,0 0 3 0,0 0-5 0,0 0 1 15,0 0 3-15,0 0-3 0,0 0 6 16,0 0-3-16,0 0 2 0,0 0 2 0,0 0-6 15,0 0 16-15,0 0-10 0,0 0-7 0,0 0 2 0,0 0-3 16,0 0-1-16,0 0 5 0,0 0-5 0,0 0-3 16,0 0 7-16,0 0-3 0,0 0 0 0,0 0 4 15,0 0-6-15,0 0 1 0,0 0-4 16,0 0 3-16,0 0-8 0,0 0 5 0,0 0 6 0,0 0 0 16,0 0-3-16,-8 3-4 0,8-3-1 0,0 0-3 15,0 0-3-15,0 0-1 0,0 0-1 0,0 0 5 16,-2 8-1-16,2-8 3 0,-3 9-4 0,2-3 0 15,0 3 0-15,-3 3 4 0,1-1-4 16,2 2 2-16,-2 2 4 0,1 0 3 0,-1 4-1 0,-1 0 3 16,3-3 2-16,-4 3 3 0,3-1-7 0,0 0 4 15,0 1 1-15,-1 0 12 0,1 4 1 0,-1-2 1 16,0-2-7-16,1 0 3 0,0-1-4 0,1 2 5 16,-1-4-10-16,-2 3 0 0,3-3 4 0,-1 1-4 15,1-2-1-15,1-4-2 0,-1 1-1 0,1 1 0 16,0-2 0-16,-1 1 1 0,1-3-5 0,-2 2 4 15,1-2-4-15,1-2-2 0,0-7 1 0,0 12 1 16,0-12-3-16,1 10 5 0,-1-10-8 0,-1 11 3 16,1-11 3-16,3 8 0 0,-3-8-4 0,0 0 7 15,-2 7-4-15,2-7 6 0,0 0-4 0,0 0 1 16,0 0 3-16,0 0 9 0,-1 9 5 0,1-9 6 16,0 0 1-16,0 0 4 0,0 0-2 0,0 0 11 15,0 0-21-15,0 0 2 0,0 0-7 0,0 0 0 16,0 0-4-16,0 0 2 0,-18-10-4 0,18 10-3 15,-9-3 3-15,9 3-4 0,-6-5-1 0,6 5-1 16,-8-3-2-16,8 3 3 0,-9-2-5 0,9 2 1 16,-10-4-2-16,10 4-2 0,-12-2-2 0,7-1 6 15,5 3-6-15,-15-2 1 0,9-1 2 0,6 3-3 16,-16-2 3-16,10-1-4 0,6 3 2 0,-14-1 2 16,14 1-4-16,-15 0 2 0,15 0-1 0,-12 0 3 15,12 0-3-15,-9-2 2 0,9 2 0 0,-11-2 0 16,11 2-5-16,-11 0 5 0,11 0-1 0,-9 0 1 15,9 0-5-15,0 0 0 0,-11 0 1 0,11 0 2 16,0 0 2-16,0 0-4 0,0 0-1 0,0 0 2 16,-10 0-4-16,10 0 3 0,0 0-3 0,0 0 2 15,0 0-3-15,0 0 3 0,0 0 1 0,0 0 1 16,0 0 1-16,0 0 8 0,16 14-9 0,-8-12 0 0,-8-2 7 16,18 4-4-16,-7-2 3 0,1-1 1 15,-1-1-1-15,3 0-2 0,3 1-6 0,1-1-13 16,0 1-24-16,0-1-27 0,2 0-23 0,3 0-23 15,-4-2-31-15,2 2-143 0,-8-1-313 0,7-3 139 16</inkml:trace>
  <inkml:trace contextRef="#ctx0" brushRef="#br0" timeOffset="205023.15">4405 7227 121 0,'0'0'174'16,"0"0"-8"-16,-12-6-4 0,12 6-12 0,0 0-13 15,-16 3-12-15,16-3-9 0,-16 5-14 0,5 3-7 16,2-2-7-16,-3 2-15 0,0 2-4 0,3-1-9 16,0-1-6-16,1 0-2 0,0 1-10 0,3 0-1 15,1 0-3-15,2 0-4 0,-1-3-7 0,3 4 0 16,1-1-1-16,1-1-6 0,3 2 1 0,0-2-3 15,2 0 3-15,1 1-2 0,0-3-4 0,1 2-2 16,3 1 1-16,-1-3-3 0,-1-1 1 0,-1 2-2 16,0-3-1-16,-2 2 0 0,0-2-1 0,0 0-1 15,-1-1-2-15,-2 0-1 0,-4-3-3 0,8 6 1 16,-5-3-2-16,-3-3 4 0,4 6-1 0,-4-6 6 16,0 0-3-16,0 0 4 0,-10 16-4 0,2-12 2 15,-3 2-3-15,1-1 3 0,-2-1-4 0,1 0 2 16,-1 1-1-16,-2-1-2 0,2 0-10 0,1-2-29 15,0 1-28-15,11-3-25 0,-15 2-33 0,15-2-23 16,-12 2-157-16,12-2-328 0,0 0 146 0</inkml:trace>
  <inkml:trace contextRef="#ctx0" brushRef="#br0" timeOffset="205598.62">4548 7380 44 0,'11'2'127'0,"-11"-2"-10"0,6 5-5 0,-6-5-8 16,5 8 17-16,-5 0-3 0,0-8-13 0,1 12 8 15,-1-5-19-15,1 2-6 0,-1-9-9 0,0 11-3 16,0-11 4-16,0 12-4 0,0-12-4 0,-1 10-3 16,1-10 1-16,1 6 1 0,-1-6 0 0,0 0 7 15,-1 9 8-15,1-9 8 0,0 0 11 0,0 0 1 16,0 0 1-16,4 7 4 0,-4-7-8 0,0 0-10 15,0 0-10-15,0 0 0 0,0 0-9 0,0 0-11 16,0 0-5-16,0 0-9 0,-4-29-5 0,8 19-12 16,-1 0-4-16,1-2 0 0,0 2-3 0,3-5-9 15,0 1-9-15,3-1 1 0,2 4-2 0,-4 0-4 16,2 1-2-16,0 3-2 0,-1 0-3 0,1 1 2 16,1 1-2-16,0 4-2 0,-2 1 0 0,1 1-3 15,-1 2-1-15,3 1 3 0,-2 4 1 0,-1 1-3 16,2 0 1-16,-3-1 3 0,1 7 4 0,0-3-1 0,0 1-3 15,-3-2-1-15,-2 0 7 0,1-1-4 0,-2-2 1 16,1-1 0-16,-3-2 1 0,1 2 7 16,-2-7-1-16,3 6-1 0,-3-6 5 0,0 0 5 15,4 5-3-15,-4-5-3 0,0 0 2 0,0 0-3 16,0 0 2-16,0 0-4 0,0 0 3 0,0 0-1 0,-9-23-5 16,9 23 1-16,0-18-4 0,2 8-4 0,1-2-3 15,1-4-1-15,0 0-3 0,2 0-6 0,1 1 7 16,1 1-8-16,-3 4 3 0,7-5-3 15,-6 8 4-15,3 0 2 0,0 0-2 0,-4 4 2 16,2 1-6-16,-7 2 5 0,12 0-2 0,-3 4-1 16,-3 0 3-16,3 3 3 0,-2 3-1 0,1 0 4 15,-2 4-2-15,2 0 2 0,-3-2 1 0,-2 0 2 16,3 1-4-16,-3 0-9 0,2 3-19 0,-3-5-25 16,1-1-29-16,1 3-37 0,1-3-37 0,0 0-36 15,-3 0-167-15,1-1-398 0,-3-9 176 0</inkml:trace>
  <inkml:trace contextRef="#ctx0" brushRef="#br0" timeOffset="205954.5">5201 7318 70 0,'-8'-5'188'0,"8"5"-18"0,-10 0-9 0,10 0-16 15,-10 6-9-15,3 2-13 0,-4 0-3 0,3 2-14 16,2-1-8-16,-2 7-10 0,-1-1-5 15,3 0-13-15,1-4-4 0,1 3-9 0,3-1 0 16,1-3-6-16,0 2-7 0,1-2-4 0,0-1-2 0,2-1-4 16,-1-2-11-16,1-2-1 0,-3-4-10 15,4 8-3-15,-4-8-1 0,7 4 0 0,-7-4 2 16,7 1-3-16,-7-1 0 0,0 0-4 0,11-10 2 16,-7 5-1-16,-1-2-1 0,1 1 3 0,1-6-3 0,-3 3 0 15,2 0 1-15,-1-1-3 0,-1 5 2 0,1-3 0 16,-2 1 8-16,3 2 4 0,-4 5 0 0,2-8-4 15,-2 8-4-15,4-6-3 0,-4 6-3 0,0 0 1 16,0 0 0-16,0 0-1 0,0 0 0 16,10 12 3-16,-7-5 4 0,1 2-5 0,-2 1 4 0,2-2 2 15,1 3-3-15,2-3-13 0,-2 3-34 0,1 5-46 16,2-7-48-16,0 5-57 0,-2-4-97 0,2-2-314 16,1 0 139-16</inkml:trace>
  <inkml:trace contextRef="#ctx0" brushRef="#br0" timeOffset="206173.14">5440 7370 7 0,'2'-9'268'0,"-2"9"-27"0,4-3-22 0,-4 3-26 15,0 0-20-15,0 0-14 0,18 10-16 0,-8-4-14 16,-2 0-11-16,-1 3-11 0,3-1-8 0,-1 1-15 15,2 4-17-15,-1-4-18 0,3 4-21 0,-5-5-33 16,0 0-36-16,2 0-28 0,-3-1-25 16,2 0-31-16,-2 0-14 0,-3-4-20 0,-1 1-83 0,1 0-263 15,-4-4 117-15</inkml:trace>
  <inkml:trace contextRef="#ctx0" brushRef="#br0" timeOffset="206344.16">5637 7371 7 0,'0'-8'181'0,"1"2"9"15,-1 6-11-15,0-9-7 0,0 9-25 0,0 0-18 16,0 0-10-16,0 0-9 0,0 0 8 0,-15 17 11 16,3-2-8-16,-2 7-3 0,-2-2-7 0,-1 4-14 15,-2 0-10-15,-2 1-9 0,2 0-4 0,-1 0-9 16,3 0-6-16,0 1-21 0,1-4-36 0,4-5-44 16,2-2-51-16,4-5-62 0,-2 5-186 0,6-4-368 15,0-5 163-15</inkml:trace>
  <inkml:trace contextRef="#ctx0" brushRef="#br0" timeOffset="206538.89">6115 7276 291 0,'6'-5'278'16,"-6"5"-28"-16,5-4-27 0,-5 4-21 0,8-2-20 15,-8 2-26-15,14-1-31 0,-3 1-33 0,4 1-48 16,2 1-49-16,4-1-44 0,-1 4-43 0,2 0-41 16,-2 0-128-16,-4 3-283 0,0-2 125 0</inkml:trace>
  <inkml:trace contextRef="#ctx0" brushRef="#br0" timeOffset="206699.2">6244 7437 194 0,'0'0'245'15,"-9"5"-4"-15,9-5 9 0,0 0-8 0,0 0-7 16,0 0-18-16,0 0-16 0,0 0-22 0,0 0-18 16,0 0-15-16,0 0-13 0,0 0-24 0,34-4-29 15,-14 1-33-15,0 1-41 0,2 2-54 0,-2-2-56 16,10-1-72-16,-2 3-217 0,-7-1-426 16,-1-1 188-16</inkml:trace>
  <inkml:trace contextRef="#ctx0" brushRef="#br0" timeOffset="210794.75">7750 6938 157 0,'0'0'158'0,"0"0"-15"0,0-13-13 0,0 13-11 16,0 0-14-16,0 0-10 0,0 0-11 0,0 0-13 15,0 0 0-15,0 0 2 0,17 26-6 0,-12-12-9 16,4 4 4-16,3 5-11 0,-2 2 6 0,3-2-7 16,-3 1-2-16,-2 0-6 0,3-1-3 0,1 2-5 15,-3-8 1-15,-1-2-6 0,0 2 2 0,1-2-5 16,-2-1 0-16,-1-3-8 0,-1 2 1 0,1-4-1 15,0 1 3-15,-3-4-2 0,5 0-2 0,-4 0 2 16,0 0 1-16,0-2 4 0,-4-4 15 0,5 7 15 16,-5-7 28-16,5 2 0 0,-5-2-11 0,0 0-2 15,10-9-10-15,-6-1 0 0,1-1-6 0,0 0 1 16,3-6-9-16,1-1-3 0,-3-4-7 0,3-5-2 16,1 1-4-16,2-3-2 0,-2 0-2 0,0-1-5 15,2 1-1-15,-5 3-3 0,4 3-1 0,-4-3-3 0,2 4-1 16,-1 4 0-16,-3 3-2 0,4 5-1 15,-5-1-5-15,0 7-8 0,1-5-16 0,-3 3-22 16,-2 6-20-16,9-3-24 0,-9 3-23 0,0 0-31 16,22 3-31-16,-13 3-39 0,0 4-151 0,-1 0-390 0,-2 1 173 15</inkml:trace>
  <inkml:trace contextRef="#ctx0" brushRef="#br0" timeOffset="211141.11">8386 7199 64 0,'0'0'237'0,"0"0"-6"0,0 0-14 0,0 0-12 16,0 0-10-16,0 0-25 0,0 0-17 0,0 0-18 0,-22-6-9 16,22 6-12-16,-13 9-16 0,9-5-8 0,-3 2-8 15,3 4-10-15,-2-4-8 0,1 3-6 16,2 1 4-16,0 0-15 0,2 0-5 0,0 1-1 15,1-2-9-15,4 0-3 0,2 1-13 0,0-1 0 0,1-1-7 16,0 1-1-16,2-2 3 0,1 2-6 0,-2-3 2 16,4 1-2-16,-2-1-1 0,-2-2 0 0,-1 2 1 15,2-1-3-15,-2-1 0 0,-5 0-4 16,-2-4 3-16,8 3 0 0,-4 1-2 0,-4-4 1 0,5 7-3 16,-5-7 5-16,0 0-3 0,0 0 4 0,-7 11-3 15,2-6-1-15,-1-2 2 0,-2-1-3 0,-1 2-9 16,-2-2-15-16,-2 2-23 0,3-1-32 0,-2-2-37 15,1 1-32-15,1-1-41 0,3-1-148 0,7 0-367 16,-12-1 164-16</inkml:trace>
  <inkml:trace contextRef="#ctx0" brushRef="#br0" timeOffset="211660.03">8553 7342 138 0,'0'0'177'15,"9"4"-25"-15,-9-4-7 0,5 3-14 0,-5-3-3 16,2 5-14-16,-2-5-9 0,2 11-1 0,-2-11-3 16,1 9-15-16,-1-9-5 0,3 9-6 0,-3-9-5 15,1 8-5-15,-1-8 3 0,3 6 8 0,-3-6 14 16,1 7 13-16,-1-7 8 0,0 0 10 0,0 0 4 16,0 0 3-16,0 0-16 0,0 0-9 0,0 0-7 15,0 0-13-15,0 0-4 0,0 0-10 0,0 0-4 16,-5-27-8-16,6 18-6 0,-1 2-6 0,4-3-5 15,-2 0 2-15,2 1-10 0,0-2-3 0,1 0-3 16,2 0-6-16,2 1-12 0,-2 2-4 0,4 1 1 16,1 0-3-16,-1 4-1 0,0 0-1 0,0 3 3 15,2 0-6-15,-2 4 3 0,3-1-2 0,-1 3 0 16,-2 0-1-16,-1 1-4 0,-1 2 7 0,1-2-6 16,-2 1 0-16,0 1-2 0,-2-2 0 0,-1-2 4 0,0 1-6 15,-2-1 0-15,1 0 3 0,-4-5 1 16,2 9 0-16,-2-9 2 0,3 6 6 0,-3-6-2 15,0 0 4-15,0 0-2 0,0 0 3 0,0 0-2 16,0 0 1-16,0 0-3 0,0 0 4 0,0 0-4 16,0 0 5-16,0 0-9 0,-13-21-3 0,14 11 2 15,-1 10 2-15,5-15-6 0,1 2 2 0,0 2-5 16,4-1 3-16,2 1-2 0,-3 2 2 0,2 2-4 16,-2-1 1-16,3 3 2 0,-1 0-3 0,-1 3 0 15,1 2 3-15,-3 1-3 0,1 2 2 0,0 5-4 0,0-2 4 16,-1 3 1-16,0 1-1 0,-1 5-2 0,-2-5 1 15,-1 5-5-15,-1-3-11 0,-2 4-27 16,-2-4-33-16,-2 2-37 0,1-3-45 0,-1 2-51 16,1 0-196-16,-1-4-450 0,2 2 200 0</inkml:trace>
  <inkml:trace contextRef="#ctx0" brushRef="#br0" timeOffset="212042.55">9251 7261 47 0,'0'0'222'0,"-15"0"-16"0,4 4-11 15,0 1-12-15,-5 2-17 0,4-1-12 0,0 7-13 16,1 0-16-16,-1-1-9 0,2 3-11 0,4-2-11 16,-1-1-10-16,4-3-6 0,-1 2-9 0,2-1-7 15,1-4-5-15,0 3-7 0,2 0-7 0,-1-9-10 16,1 10-10-16,-1-10-8 0,3 7-3 0,-3-7-3 15,10 3 1-15,-10-3 1 0,9-2-3 0,-9 2-1 16,9-5 1-16,-4 0-2 0,0 1 1 0,-2-4 0 16,1 0 3-16,-1-2-6 0,0-1 2 0,0 2-4 15,0-3 0-15,1 2 6 0,-1 1 6 0,1 0 5 16,1 3 9-16,-2 0 5 0,-3 6-6 0,3-7-8 16,-3 7-4-16,0 0 0 0,3-6-8 0,-3 6 1 15,0 0 7-15,0 0 5 0,13 13 6 0,-8-5 1 16,1 1-3-16,2 4-2 0,-5-3-1 0,4-1-1 15,1 4-1-15,-3-3-3 0,2 1-2 0,-2 0-1 16,1-1-13-16,-1 2-40 0,2-2-50 0,1-2-60 16,0 2-51-16,-2-2-187 0,2 0-420 0,-5-3 186 15</inkml:trace>
  <inkml:trace contextRef="#ctx0" brushRef="#br0" timeOffset="212249.03">9366 7321 50 0,'0'0'251'0,"3"-8"-23"16,-3 8-16-16,0 0 0 0,6-3-13 0,-6 3-9 15,0 0-16-15,15 9-7 0,-10-5-15 0,4 5-14 16,3 0-14-16,-1 2-10 0,0 4-11 0,0-6-7 16,2 2-13-16,0 2-17 0,-6-3-28 0,1 0-34 15,1-1-30-15,-2 1-43 0,0-2-38 0,-1-1-37 16,1-1-33-16,-3-2-20 0,1 0-117 0,-5-4-340 15,3 6 151-15</inkml:trace>
  <inkml:trace contextRef="#ctx0" brushRef="#br0" timeOffset="212416.81">9549 7348 227 0,'-2'-11'216'0,"2"11"-12"0,0 0-17 0,-1-10-22 15,1 10-14-15,0 0 1 0,0 0-4 0,-16 14-1 16,5-3-5-16,-2 4-8 0,1-1-17 0,-5 5-12 15,-2 3-10-15,-1-3-7 0,0-3-7 0,8 0-27 16,-5 4-41-16,7-6-46 0,1-3-60 0,4 2-55 16,0-5-67-16,1 1-109 0,0-3-349 0,4-6 156 15</inkml:trace>
  <inkml:trace contextRef="#ctx0" brushRef="#br0" timeOffset="213857.01">8041 8029 178 0,'-11'2'186'0,"5"-2"-8"0,6 0-6 0,-13 1-7 16,13-1-8-16,-7 1-18 0,7-1-6 0,0 0 0 15,0 0 0-15,0 0-4 0,48 9-3 0,5-5-10 16,11-4-10-16,40 1-3 0,11-2-7 0,11-3-11 16,10 0 0-16,4 1-5 0,3 3-4 0,4-3 0 0,1 3-2 15,0 3-9-15,2 0 1 0,-7 3 5 16,4-3-9-16,-3 1-2 0,-3 3-3 0,-4-1 0 15,-5-5-5-15,-4 5-6 0,-13-1-2 0,4-2-4 16,-9-2-2-16,-6 2-3 0,-2-3-4 0,-9 3 6 16,-33-2-13-16,4-1-2 0,-8 0 1 0,-3 0-5 0,-14 0-1 15,-6-1-4-15,-3 2 10 0,-11-1-10 16,-5 0-4-16,-2 0-9 0,-4-1 0 0,-2 0-6 16,-6 1-26-16,0 0-40 0,0 0-45 0,0 0-59 15,-42-9-58-15,2 9-268 0,-16-5-545 0,-5 1 241 0</inkml:trace>
  <inkml:trace contextRef="#ctx0" brushRef="#br0" timeOffset="-214301.82">9186 8419 73 0,'0'0'174'0,"-3"-13"2"0,3 13-1 16,-4-7-6-16,4 7-2 0,0 0-3 0,-1-9-4 15,1 9-7-15,0 0-7 0,0 0-11 0,0 0-13 16,0 0-13-16,-1-7-7 0,1 7-13 0,0 0-15 15,0 0-8-15,0 0-7 0,0 0-7 0,0 0-4 16,0 0-6-16,4 26 1 0,0-14-3 0,-1 5 1 16,4 0-2-16,-6 2 1 0,1 8 1 0,0-1 0 15,-2-6-11-15,-4 4 1 0,4 2-3 0,0 0 4 16,-1-8-3-16,1-1-4 0,1 2 3 0,-2-4-4 16,1 2-4-16,-3-5 0 0,3 0 1 0,4-2-2 15,-4 1-3-15,-1 0-2 0,-2-2-1 0,3-1-1 16,-2 3-3-16,0-3 0 0,2 0 2 0,-2-2 0 15,2-6 0-15,-3 14-2 0,2-8 1 0,1-6-1 16,-1 12-3-16,1-12-9 0,-3 8-11 0,3-8-17 16,-1 8-24-16,1-8-14 0,0 0-23 0,-4 6-20 15,4-6-22-15,0 0-18 0,0 0-17 0,0 0-27 16,0 0-164-16,0 0-390 0,0 0 172 0</inkml:trace>
  <inkml:trace contextRef="#ctx0" brushRef="#br0" timeOffset="-213109.61">9262 8383 127 0,'0'0'123'16,"0"0"-7"-16,0 0-4 0,0 0-13 0,0 0-12 15,0 0-5-15,0 0-6 0,0 0-10 0,0 0-6 16,0 0-6-16,0 0-10 0,0 0 0 0,0 0-9 16,0 0 0-16,0 0-1 0,0 0 0 0,0 0-6 15,0 0 10-15,0 0-7 0,0 0-13 0,0 0 0 16,0 0 3-16,0 0-1 0,0 0-9 0,0 0 3 15,0 0 3-15,0 0-6 0,0 0 4 0,0 0-5 16,0 0 4-16,0 0-6 0,0 0-1 0,0 0 1 16,0 0-4-16,0 0-9 0,0 0 3 0,0 0 11 15,0 0-2-15,0 0-3 0,0 0-5 0,0 0-3 16,0 0 10-16,0 0-1 0,0 0-1 0,0 0-1 16,0 0-6-16,0 0 8 0,0 0-1 0,0 0 2 15,0 0-6-15,0 0 3 0,0 0 1 0,0 0-4 16,0 0-1-16,0 0-3 0,0 0 2 0,0 0 1 15,0 0 2-15,0 0-3 0,0 0 2 0,0 0-1 16,0 0 4-16,0 0-2 0,0 0 1 0,-3-6-8 0,3 6 8 16,0 0-1-16,0 0-3 0,0 0 4 0,0 0-2 15,0 0 4-15,0 0-5 0,0 0-1 0,0 0 4 16,0 0-3-16,0 0-1 0,0 0-6 16,0 0 6-16,0 0-1 0,0 0 4 0,0 0 0 0,0 0 0 15,0 0-5-15,0 0 0 0,0 0 2 0,0 0-1 16,0 0 5-16,0 0 3 0,0 0-8 0,0 0 7 15,0 0-5-15,0 0 2 0,0 0 6 0,0 0-13 16,0 0 9-16,0 0 3 0,0 0 1 0,0 0-5 16,0 0-5-16,0 0-1 0,0 0 1 0,0 0 0 15,0 0 2-15,0 0 1 0,0 0-3 0,0 0 3 16,0 0 4-16,0 0-1 0,0 0-2 0,0 0 0 16,0 0-1-16,0 0 2 0,0 0 0 0,0 0-4 15,0 0 8-15,0 0-1 0,0 0 3 0,0 0-5 16,0 0 6-16,0 0 7 0,0 0-5 0,0 0-1 15,0 0 0-15,0 0 7 0,0 0 2 0,0 0 0 16,0 0 0-16,0 0 12 0,0 0-2 0,0 0 0 16,0 0 1-16,0 0-2 0,0 0 6 0,0 0-1 15,0 0-3-15,0 0 2 0,0 0 4 0,0 0 1 16,0 0 2-16,0 0 4 0,0 0 0 0,0 0-4 16,0 0 2-16,0 0-7 0,5-12 1 0,-5 12 1 15,7-7-6-15,-1 4-6 0,0-2-2 0,3-1-6 16,-3 3 3-16,1-2-4 0,2 2-3 0,-2 1-3 15,-7 2 1-15,16 0-4 0,-7 2 1 0,2 0-5 16,-1-1 3-16,2 4-4 0,-6-2 1 0,2 4-3 16,0 0 3-16,-2 0-1 0,0 2 1 0,-2 2-5 15,-3 0 9-15,1 3-5 0,-2-1 0 0,-2-1 0 0,1 3 1 16,-3-4 3-16,-3 3-4 0,-2 3 1 0,-3-6 0 16,-3 3-5-16,1-3-5 0,-4-1-3 15,1 0-5-15,-3-3 1 0,1 1-2 0,-1-4 6 16,8 0-3-16,-1-4 6 0,1 0-1 0,12 0 3 0,-15-1-2 15,9-2-1-15,-2 0 2 0,-1-1-1 0,4-1-2 16,0 0 3-16,5 5 2 0,-4-8-2 0,4 8 4 16,-1-9-6-16,1 9 6 0,0 0-3 0,5-9 4 15,-5 9-5-15,6-3 0 0,-6 3 4 0,0 0 5 16,22 6 1-16,-12-2 10 0,2 1 0 0,-3 2-4 16,2 0-3-16,2-1 1 0,0 5 2 0,2-1 2 15,-1 0-3-15,3 0-1 0,-3 1 2 0,1 0-8 16,-1-1-36-16,0 3-32 0,0-1-43 0,2-3-38 15,-2 2-55-15,-3 0-112 0,3-6-341 0,-4 0 152 16</inkml:trace>
  <inkml:trace contextRef="#ctx0" brushRef="#br0" timeOffset="-212756.42">9853 8571 11 0,'4'-4'243'0,"-4"4"-11"0,4-4-17 16,-4 4-21-16,0 0-18 0,0 0-20 0,0 0-9 16,0 0-11-16,0 0-14 0,-22 14-7 0,14-5-15 15,-3 4-9-15,-1-1-8 0,3 2-7 0,0 0-8 16,3 1-6-16,-2-1-3 0,4-2-8 0,3-2-9 16,1 4-3-16,1-3 1 0,2 0-7 0,2 1-2 15,1 4 1-15,1-6-7 0,1 0-3 0,-1-2 0 16,6 6-4-16,-4-4-1 0,-1-2 1 0,0 0-4 15,0-1-3-15,-1 3-2 0,-1-3-2 0,-1-3 5 0,-1 1-4 16,0 1 3-16,-2 0 1 0,-2-6 9 16,2 7 6-16,-2-7 7 0,0 0 2 0,-8 13 8 15,2-10-2-15,-3 0-2 0,-2 0-5 0,0 0 5 16,-2-2-6-16,0 2-2 0,1-3-3 0,-3 0-2 0,0 0-6 16,2 0-4-16,-2 0-11 0,0-3-33 15,1 2-36-15,1-1-48 0,3-1-61 0,-1-1-62 16,2 0-206-16,3 0-477 0,2-1 212 0</inkml:trace>
  <inkml:trace contextRef="#ctx0" brushRef="#br0" timeOffset="-212100.42">12174 7914 76 0,'0'0'199'0,"-4"-12"4"15,4 12-11-15,0 0-1 0,0 0-8 0,-9-5-8 16,9 5-9-16,0 0-8 0,0 0-9 0,0 0-12 16,0 0-12-16,0 0-10 0,0 0-10 0,0 0-13 15,8-7-10-15,-8 7-9 0,15 0-5 0,-5-3-14 16,3 2-23-16,5-2-27 0,-4 2-33 0,4-3-34 15,0 4-39-15,-5-1-29 0,-2 0-25 0,3-1-36 16,-5 4-126-16,0-2-344 0,-9 0 153 0</inkml:trace>
  <inkml:trace contextRef="#ctx0" brushRef="#br0" timeOffset="-211931.64">12185 7948 40 0,'-4'2'168'0,"4"-2"4"0,-11 4-8 0,11-4-5 15,-7 2-4-15,7-2-5 0,0 0-6 0,-3 5-11 16,3-5-8-16,0 0-7 0,14 7-13 0,-5-4-7 16,3-1-16-16,8-1-29 0,-1 2-34 0,4-2-56 0,6-2-50 15,3-2-46-15,-1 3-139 0,3-3-293 16,-3 0 129-16</inkml:trace>
  <inkml:trace contextRef="#ctx0" brushRef="#br0" timeOffset="-209532.23">13306 7264 33 0,'0'0'193'0,"0"-10"1"0,0 10-3 16,2-15-8-16,-2 10-10 0,0 5-8 0,2-11-2 0,-2 11-15 15,0-9-10-15,0 9-13 0,0 0-14 16,2-8-14-16,-2 8-12 0,0 0-9 0,0 0-11 16,0 0-6-16,0 0-5 0,12 21-1 0,-11-9-7 15,1 5-3-15,0 3-2 0,0-1-1 0,0-1-7 0,-2 1 2 16,0 0 0-16,-2 0-5 0,2 1-1 0,0-3 0 15,2 0-4-15,-2 0-2 0,0-4-2 16,0-2 2-16,0 0-3 0,0 1-3 0,-2 0 0 0,2 1-3 16,-2-4 0-16,2 0 0 0,0-1-1 0,2 1-2 15,-2-9-18-15,0 12-20 0,0-12-24 0,0 10-26 16,0-10-25-16,2 11-32 0,-2-11-23 0,0 0-16 16,0 7-13-16,0-7-142 0,0 0-355 0,0 0 157 15</inkml:trace>
  <inkml:trace contextRef="#ctx0" brushRef="#br0" timeOffset="-209213.97">13630 7323 11 0,'2'-9'187'16,"-2"9"-14"-16,0 0-7 0,0-8-16 0,0 8-10 16,0 0-13-16,0 0-15 0,0 0-12 0,0 0-13 15,0 0-9-15,0 0-10 0,0 0-5 0,0 0-2 16,-7 23-2-16,9-11-3 0,-2-1-4 0,3 2-4 15,-1 4-1-15,3-3-5 0,3 4-2 0,-1-1 2 16,2-2-7-16,0 0 2 0,0 1-1 0,3 2-5 16,-2-3 1-16,-3 2 1 0,4-5-1 0,-1-2-4 15,-4 2-5-15,5 4 5 0,-4-6 0 0,-2-2-5 16,-1 0-6-16,0-2 7 0,-3 0-7 0,3-1 1 16,-4-5 1-16,4 11 2 0,-4-7 0 0,0-4 2 15,0 0 2-15,0 0 2 0,-4 7-5 0,4-7 1 16,-13 2 0-16,13-2 1 0,-16-4-15 0,5 2-18 15,-1-1-19-15,1 0-26 0,0-4-31 0,-1 0-21 16,3-1-21-16,-1-6-33 0,2 5-20 0,2-4-127 16,-1-1-332-16,3-4 147 0</inkml:trace>
  <inkml:trace contextRef="#ctx0" brushRef="#br0" timeOffset="-209085.1">13676 7304 14 0,'11'-5'124'0,"-1"-1"-3"16,7 2 0-16,0-2-10 0,0 3-13 0,4 0-11 15,8 0-4-15,-2 0-15 0,0 2-18 0,-7 1-21 16,11-2-34-16,-10 1-28 0,2 2-22 16,-4 1-81-16,1-1-147 0,-5 2 65 0</inkml:trace>
  <inkml:trace contextRef="#ctx0" brushRef="#br0" timeOffset="-208767.64">14099 7342 59 0,'-4'8'121'0,"4"-8"0"0,-2 11 2 0,-4-2 2 16,2 2-6-16,0 1 2 0,-1 2-12 0,-3 3-3 16,6-4-14-16,-1-2-5 0,-2 2 1 0,5-2-12 15,0 5-7-15,0-4 3 0,2 1-3 16,1-4 0-16,0 2-7 0,-1-2-5 0,6-1 5 0,-3-3-9 16,5 1 7-16,0 1-9 0,1 1-7 0,3-5 4 15,4 1-2-15,-4-4-6 0,0 0-3 0,3-1-2 16,-2-2-5-16,5-2 4 0,-6-1 1 0,2-1 10 15,-1-1-3-15,-8 0 0 0,0-1-1 0,2-5-7 16,-5 2-3-16,0 1-4 0,-3-6-3 0,0 0-3 16,-3 0-2-16,-2 0 4 0,-5-8-10 0,1 10-6 15,-2-2 2-15,2 3 3 0,-1 1-3 0,-3 4-6 16,3 0-1-16,-2 3-7 0,-3 3-15 0,1 2-16 16,-1 0-25-16,1 3-27 0,2 1-42 0,-3 1-36 15,1 4-49-15,4-2-120 0,0 1-360 0,2-1 159 16</inkml:trace>
  <inkml:trace contextRef="#ctx0" brushRef="#br0" timeOffset="-197225.07">13630 8035 121 0,'-8'0'149'0,"8"0"-3"0,0 0-10 16,-15 0-20-16,15 0-10 0,0 0-2 0,0 0-3 15,0 0-7-15,30 7 3 0,3-3 1 0,26 0-7 16,37 0-6-16,9 3-3 0,12-3-12 0,9-2-2 0,9-2-1 15,11 0-14-15,2 6 1 0,5-3-9 0,-7 1-5 16,-6-3 2-16,-8 0-6 0,-4 3-2 16,-4-3-3-16,-13 1-4 0,-8-2-1 0,-12-2-3 15,-26 1-3-15,-1 1-2 0,-5-3 0 0,-2 2 0 0,-7-2 1 16,-15 1-2-16,-6 1 0 0,-7-1 4 16,-4 2 14-16,-7-1 10 0,-2 1 0 0,0 1 12 0,-9-1-7 15,11-1-2-15,-5-1-3 0,-6 2-2 16,0 0-10-16,11-3-4 0,-11 3-19 0,0 0-20 0,0 0-35 15,0 0-37-15,0 0-58 0,0 0-55 0,-29-7-182 16,15 7-407-16,0-1 180 0</inkml:trace>
  <inkml:trace contextRef="#ctx0" brushRef="#br0" timeOffset="-179598.8">14469 8393 109 0,'0'0'138'0,"0"0"-6"0,0 0-7 16,0 0-3-16,0 0-13 0,0 0-3 0,0 0-9 16,0 0-2-16,0 0-6 0,0 0-1 0,0 0-3 15,0 0-4-15,0 0-2 0,0 0-7 0,0 0-6 16,0 0 2-16,0 0-9 0,0 0-3 0,0 0-5 16,0 0-1-16,0 0-4 0,0 0-5 0,0 0-6 15,0 0 0-15,0 0-5 0,0 0 0 0,-11 0-7 16,11 0 1-16,0 0-9 0,0 0-3 0,0 0 1 15,0 0 1-15,0 0-7 0,0 0 1 0,0 0-2 16,0 0 2-16,-4 4-3 0,4-4 1 0,0 0 0 16,-7 6-3-16,7-6 2 0,-4 6-1 0,4-6 1 0,-5 8-4 15,1-4 3-15,4-4-1 0,-7 7 0 16,4-3-3-16,3-4 1 0,-4 6 2 0,4-6 0 16,-4 5-5-16,4-5 0 0,-5 6 5 0,5-6-6 15,0 0 3-15,-4 6 0 0,4-6 0 0,-2 8-2 0,2-8 4 16,-1 8 1-16,1-8-1 0,-4 4-2 0,4-4 3 15,-3 9-3-15,3-9-3 0,0 0 1 0,-2 9 0 16,2-9 4-16,0 0-2 0,5 13 5 0,-4-9-8 16,-1-4 5-16,4 9-2 0,0-1 3 0,0-2-4 15,1-1 2-15,1 4 1 0,2-3 0 0,1 2-2 16,-3-1-3-16,3-1 3 0,0 2 2 0,-2-1-3 16,3-1 1-16,-3-1-1 0,3 1 1 0,-1 1-8 15,-1-1 8-15,0 0-3 0,-2 0 2 0,-1-2-3 16,-1 0 2-16,1 2 0 0,-1-1-2 0,1 0 3 15,1 1 1-15,-3-2 0 0,-1 2-5 0,-2-6 2 16,4 10 6-16,-2-5-6 0,-2-5 5 0,1 11-4 16,-1-11 1-16,-3 12 5 0,1-6 1 0,2-6-1 15,-6 11-5-15,2-2 8 0,-4-5-3 0,3 0 1 16,-1 3 1-16,-2-3-1 0,-1 2 1 0,-1-1-2 16,1 1-2-16,-3-1 3 0,3-3-2 0,-2 2 2 15,-2 1 0-15,0-2-1 0,0-2-1 0,-1 3-1 16,3-3-11-16,-1 0-9 0,1-1-12 0,2-1-22 15,-5-2-33-15,5 3-13 0,1-3-21 0,3-1-33 0,-4-3-142 16,4-1-319-16,3-2 141 0</inkml:trace>
  <inkml:trace contextRef="#ctx0" brushRef="#br0" timeOffset="-179389.41">14404 8446 58 0,'0'0'147'0,"0"0"-6"0,0 0-9 0,1-8-1 0,-1 8-2 16,0 0-13-16,0 0-8 0,4-6-18 0,-4 6-8 15,13-4-6-15,1 0-8 0,4 1-7 0,2-2-6 16,7-1-4-16,3 3-9 0,-1-1 2 0,2 1-18 16,0 0-15-16,-1 2-29 0,3-3-32 0,-1 4-33 15,2-4-34-15,-3 3-100 0,1-1-235 0,0-3 104 16</inkml:trace>
  <inkml:trace contextRef="#ctx0" brushRef="#br0" timeOffset="-178783.61">14961 8501 28 0,'0'0'197'0,"0"-8"-11"0,0 8-2 0,0 0-13 15,0 0-11-15,0 0-14 0,0 0-16 0,0 0-12 16,0 0-17-16,0 0-8 0,0 0-10 0,7-6-10 15,-7 6-2-15,0 0-2 0,0 0-7 0,18 16-3 16,-13-9-4-16,3 2-1 0,1 1-12 0,1 0 0 16,1 4-10-16,-2-4 2 0,3 1-9 0,0 1 4 15,2 1-8-15,-7-3-2 0,4 3-17 0,0-2-20 16,-3-1-29-16,-3 2-32 0,3-4-31 0,-2 2-28 16,0-3-18-16,-1 0-134 0,-2-1-314 0,-1-2 139 0</inkml:trace>
  <inkml:trace contextRef="#ctx0" brushRef="#br0" timeOffset="-178589.2">15242 8438 76 0,'0'0'196'0,"1"-9"-12"0,-1 9-28 16,-2-7-18-16,2 7-18 0,0 0-11 0,0 0-9 0,0 0-1 15,-26 16-8-15,7 1-8 0,0 3-5 0,0 1-6 16,-3 2-6-16,3 3-7 0,-4 0-3 0,2-2-10 15,2 1-11-15,3-3-24 0,-1 1-33 0,5-6-39 16,5-2-25-16,-2 2-42 0,2-2-119 0,0-5-267 16,5 1 119-16</inkml:trace>
  <inkml:trace contextRef="#ctx0" brushRef="#br0" timeOffset="-178375.11">15358 8493 108 0,'3'-6'223'0,"-3"6"-25"0,4-8-18 16,-3 3-23-16,-1 5-13 0,0 0-14 0,0 0-12 15,0 0-3-15,0 0-10 0,6 19-5 0,-4-9-12 16,-5 6-7-16,0 2-8 0,1 1-4 0,-1 0-12 16,1 1 2-16,-1 5-21 0,0-4-26 0,-1-2-26 15,1-1-21-15,1-1-28 0,-1 1-36 0,0-2-31 16,4 0-33-16,-4 0-96 0,0-3-280 0,5-3 124 15</inkml:trace>
  <inkml:trace contextRef="#ctx0" brushRef="#br0" timeOffset="-178089.6">15509 8658 62 0,'0'0'181'0,"3"-7"-22"0,-3 7-15 0,0 0-14 0,0 0-12 16,7-2-5-16,-7 2-5 0,0 0-4 15,0 0-4-15,17 7-10 0,-6-3-4 0,0 0-8 0,0-1-2 16,3-1-3-16,-1 0 2 0,6-2-12 0,-2 0-2 16,-1-2 0-16,1-2-4 0,-6 2-7 0,2 0 2 15,-3-1 7-15,-1-1 0 0,0-1-3 0,-2-1-4 16,-3 2-8-16,-2-3-2 0,2 0 2 0,-4 7-4 16,3-12-3-16,-3 2-8 0,0-1-4 0,-3 2 1 15,-1-1-5-15,2 1-5 0,-1 3 0 0,-3-3-2 16,2 3-1-16,1 0-6 0,-2 1-5 0,-1 0-13 15,6 5-26-15,-13-3-21 0,13 3-32 0,-13 1-42 16,13-1-24-16,-13 2-38 0,6 2-134 0,0 1-355 16,1-2 157-16</inkml:trace>
  <inkml:trace contextRef="#ctx0" brushRef="#br0" timeOffset="-177535.61">15949 8317 76 0,'0'0'207'0,"1"-11"1"0,2 8-12 0,-3 3-11 0,3-10-16 16,-3 10-17-16,6-7-18 0,-6 7-10 15,3-2-15-15,-3 2-11 0,0 0-11 0,14 0-11 16,-14 0-5-16,12 4-9 0,-7 0-6 0,1 0-5 0,1 1-6 15,-2 0-1-15,-1 0-7 0,0 1-2 0,-2 0-4 16,-2-6-4-16,3 12-1 0,-5-5-3 0,2-7-4 16,0 11-4-16,0-11 1 0,-3 11-2 15,1-6 2-15,2-5-10 0,-4 10-3 0,4-10-7 0,-2 7-7 16,-1-3-1-16,3-4-6 0,0 0-2 0,2 13 4 16,-2-13 2-16,3 11-1 0,3-8 0 0,-3 3-1 15,4-1 8-15,-2 0-5 0,-1 0 5 0,2 0-4 16,-2 1 8-16,1-1-5 0,-2 1 0 0,-3-6 2 15,6 11-1-15,-5-7-3 0,2 3 8 0,-3-7-5 16,1 11 2-16,-1-11 0 0,-4 10 9 0,-2-6-7 16,6-4 0-16,-10 8 2 0,-1-4 0 0,1 1-7 15,3-3 9-15,-1 3-5 0,0-3-10 0,-1 0-12 16,3 0-26-16,-1 2-27 0,7-4-27 0,-9 1-31 16,9-1-149-16,-8 1-312 0,8-1 139 0</inkml:trace>
  <inkml:trace contextRef="#ctx0" brushRef="#br0" timeOffset="-177272.37">16857 8157 56 0,'0'0'183'0,"0"-8"-14"0,0 8-7 0,0 0-17 15,0 0-14-15,0 0-15 0,0 0-14 0,5-6-13 16,-5 6-6-16,13 0-7 0,-4 2-37 0,3-1-38 16,-2 1-20-16,3 1-41 0,1-2-25 0,-3 2-113 15,1 0-215-15,-3 0 95 0</inkml:trace>
  <inkml:trace contextRef="#ctx0" brushRef="#br0" timeOffset="-177121.49">16839 8239 154 0,'0'0'169'0,"0"0"5"0,0 0-8 0,-10 0-6 16,10 0-14-16,0 0-17 0,0 0-10 0,0 0-17 15,0 0-9-15,0 0-21 0,0 0-33 0,28 5-35 16,-6-3-48-16,6 0-46 0,2 0-143 0,-4-1-251 15,5-1 112-15</inkml:trace>
  <inkml:trace contextRef="#ctx0" brushRef="#br0" timeOffset="-156617.72">17585 7921 53 0,'0'0'126'0,"0"0"0"0,0 0-15 15,0 0-5-15,-4-15 0 0,4 15 4 0,-4-4-9 16,4 4-5-16,0 0-3 0,0 0-4 0,-4-6-5 16,4 6 3-16,0 0-10 0,0 0-8 0,0 0-5 15,0 0-4-15,0 0-2 0,-5-6-5 0,5 6-7 16,0 0 4-16,0 0-11 0,0 0 1 0,-5-4-4 15,5 4-1-15,0 0 6 0,0 0-1 0,0 0 5 16,0 0-4-16,-4-7 0 0,4 7-10 0,0 0 2 16,0 0-2-16,0 0-3 0,3-12-1 0,-3 12-8 15,3-9-3-15,4 5 4 0,-1 1-6 0,4-3-3 16,2 1 2-16,6 1-3 0,0 0 1 0,-2 0-5 16,5 3-2-16,-2-1 0 0,-4 2-2 0,3 6-3 15,-8-4 6-15,3 3-6 0,-1 2-1 0,-3 0 4 16,0 2-4-16,-1 1 0 0,-1 1 6 0,-5 0-4 0,1 2-1 15,-3 2 1-15,0 2 2 0,-4-5-4 16,1 1 3-16,-5 1-3 0,1 0 2 0,2-3 0 16,-3 2-3-16,-2-3 5 0,3 0-3 0,-2-3 0 15,0-2 1-15,0 2 1 0,4-1-2 0,1-2-3 0,4-4-6 16,-7 6-1-16,7-6-4 0,-6 4 3 0,6-4-4 16,0 0 0-16,0 0 7 0,0 0-5 15,0 0 0-15,10 13 10 0,-3-10-5 0,2-2-4 16,5 3 5-16,-3 0 2 0,6 0 1 0,-4 0 2 0,2 4-4 15,-4-3 4-15,0 1-1 0,0 3-3 0,-3-3 2 16,0 0-2-16,-2 2 1 0,-1-2 4 0,-1 3-6 16,-4-3 2-16,1 1 2 0,-1-7-1 0,-3 13 1 15,1-6 0-15,-3 0 3 0,-4 1 1 0,-1-1-2 16,-2-1 0-16,-6 1 3 0,-7 2-6 0,4-5 2 16,1 2 3-16,2-4-6 0,0 2 1 0,-1-3-4 15,6 0-11-15,-1-1-8 0,1 0-13 0,1 0-38 16,3-2-21-16,1 2-29 0,-4-4-28 0,12 4-106 15,-12-5-284-15,8 0 126 0</inkml:trace>
  <inkml:trace contextRef="#ctx0" brushRef="#br0" timeOffset="-156306.36">18101 8006 113 0,'0'0'137'0,"4"-6"3"0,-4 6-21 15,4-7-6-15,-4 7-6 0,0 0-11 0,2-6-2 16,-2 6 0-16,0 0-6 0,0 0-8 0,0 0-10 0,4-6-3 15,-4 6-6-15,0 0-10 0,0 0-5 0,0 0-5 16,0 0-13-16,0 0-19 0,0 0-18 16,0 0-22-16,0 0-23 0,0 0-10 0,0 0-3 15,0 0-10-15,0 0-14 0,0 0-12 0,0 0-74 0,0 0-191 16,0 0 85-16</inkml:trace>
  <inkml:trace contextRef="#ctx0" brushRef="#br0" timeOffset="-156056.58">18212 8000 59 0,'0'0'124'0,"-2"-11"2"0,2 11-2 0,0 0-11 0,-3-9-6 16,3 9 3-16,-3-6-11 0,3 6-9 15,0 0-7-15,-3-6-9 0,3 6-6 0,0 0-10 0,0 0-6 16,0 0-7-16,0 0 7 0,0 0-6 0,-18 6-4 16,13 0-6-16,-3 1 1 0,1 2-5 0,0 1 6 15,-1-1-9-15,2 0-4 0,-1 2 1 0,0 4-10 16,-1-4 2-16,3 2 3 0</inkml:trace>
  <inkml:trace contextRef="#ctx0" brushRef="#br0">18261 8251 1341 0,'11'0'62'0,"3"-1"-166"0,-1-2 349 0,0-2-204 0,5-1-44 0,-2-1-10 16,-4 2 56-16,3-5-50 0,-5 3-28 0,1 0 87 15,-3-2-26-15,0 1-50 0,-3-2 25 0,0-2-18 16,-3 2 30-16,-1-3 13 0,-1-2-50 16,-1-1 21-16,-3-2 22 0,-3 0-4 0,-2 1-61 0,1 0 70 15,-3 0-64-15,2 1 74 0,-5 1-50 0,3 0-18 16,1 6 62-16,1 0-34 0,0 2-28 0,1 0-28 15,2 2-33-15,-1 0-101 0,3 1-52 0,4 4 86 16</inkml:trace>
  <inkml:trace contextRef="#ctx0" brushRef="#br0" timeOffset="-151047.96">18135 8087 22 0,'0'0'39'0,"0"0"1"16,-4-5-9-16,4 5-3 0,0 0-2 15,0 0-1-15,0 0 0 0,0 0-5 0,0 0 0 0,0 0-4 16,0 0 4-16,0 0-3 0,0 0 5 0,0 0-3 15,0 0 1-15,6-9 2 0,-6 9 2 0,0 0 1 16,0 0-1-16,0 0-7 0,0 0 7 0,0 0-1 16,0 0-8-16,0 0 7 0,0 0-4 0,0 0 10 15,0 0 0-15,0 0 0 0,0 0 3 0,0 0-4 16,0 0-4-16,0 0-1 0,2-8 4 0,-2 8 1 16,0 0 3-16,0 0-1 0,0 0-3 15,0 0-15-15,0 0 14 0,0 0-5 0,-6-7-8 0,6 7 10 16,0 0-2-16,0 0-10 0,0 0 0 0,-19 6 6 15,10-3-7-15,1 3 1 0,-2 0-8 0,1 1 3 16,0-2-5-16,-1 1 20 0,5 1-10 0,-2-2-4 16,3 3 2-16,-2-1-1 0,2 0 1 0,-2 0 3 15,2 0-10-15,3-1 1 0,-3 1 8 0,4-7-5 16,-1 12 0-16,-1-6 4 0,2-6-5 0,0 14 5 16,2-8-9-16,0 1 8 0,1-1-7 0,2-3 6 15,5 2 5-15,0-2 1 0,3 1-3 0,7-3 7 16,2-1-3-16,5-1 2 0,1-1-1 0,-1-1-2 15,-7 1-3-15,1-2 1 0,-3-2-9 0,0 2 11 16,-6 1 5-16,0-4-1 0,-1 4-2 0,0-4 10 0,-3 1 4 16,0-1-5-16,-1-2-4 0,-2 2 1 15,1-1 1-15,-1-2-4 0,-2 0-5 0,-1 0 3 16,0 0-4-16,-4 0-2 0,0-1 1 0,-1 0-3 16,-2 1-3-16,1 0 2 0,-2-2 2 0,0 2-2 0,-1 0 0 15,-1-2-1-15,-2 1-5 0,3 1-1 0,-2 1 3 16,-2 0 4-16,2 3-4 0,-1-2 4 15,-2 2 2-15,-1 3-8 0,-5 0-3 0,0 0 7 0,-3 3-5 16,2 0 0-16,0 3 0 0,3-1-6 0,-1 1 6 16,-1 2 1-16,5 1 0 0,-3 3 5 0,1-1-14 15,0 3-22-15,0-1-22 0,2 2-14 0,0 1-31 16,2 0-29-16,-1 0-101 0,5-3-243 0,1-3 107 16</inkml:trace>
  <inkml:trace contextRef="#ctx0" brushRef="#br0" timeOffset="-150335.72">18698 8045 73 0,'0'0'143'0,"0"0"-20"0,4-7-7 16,-4 7-19-16,0 0-16 0,0 0-2 0,0 0-9 15,0 0-11-15,0 0 1 0,0 0-6 0,0 0-9 16,0 22-3-16,0-22-1 0,-3 14-6 0,2-6 5 0,-1 0-14 16,0 1 3-16,2-1 4 0,0 1-13 0,-1-2 1 15,1-7-2-15,0 13 1 0,0-13-1 16,0 11-6-16,0-11-3 0,1 8 5 0,-1-8 0 15,0 0-12-15,-1 9 9 0,1-9 4 0,0 0 9 0,0 0 9 16,-3 9 3-16,3-9 5 0,0 0-7 0,0 0-8 16,0 0-4-16,0 0 5 0,0 0-6 15,0 0 2-15,-23-13-8 0,19 8 4 0,4 5 3 16,-6-13-10-16,3 6-13 0,2-3 6 0,2 1 3 0,0-3 4 16,5-1-5-16,0-2 5 0,2 0-5 0,1 1-6 15,1 0-1-15,0 0 1 0,4 1-4 0,-2 0 6 16,-3 6-5-16,2 0 1 0,-1 1-3 15,3 1 0-15,-1 4 2 0,-1 1-1 0,-1 0 2 0,1 1-4 16,-2 4-10-16,1 1 15 0,-1 1-4 0,-2 0-2 16,0 4 3-16,2 0-5 0,-4-1 9 0,0 2-1 15,-1 1-1-15,-2-2 3 0,0-1-2 0,-1 1-5 16,0 0 2-16,-1-3 7 0,0 2-16 0,0-10 16 16,-1 13-2-16,1-13-3 0,0 9 6 0,0-9-5 15,-1 8 1-15,1-8 5 0,0 0 3 0,-7 2 3 16,7-2 4-16,0 0-2 0,0 0 2 0,0 0-3 15,-14-8 0-15,14 8 0 0,-5-11-3 0,5 11 1 16,0-15 4-16,1 6-11 0,3-2-2 0,0 3 6 16,4-6 0-16,-3 4-5 0,1-1-1 0,4 0 2 15,-2 3-4-15,1 1 3 0,-1 0 0 0,0 0-3 16,2 3-2-16,-4 1-3 0,2 0 1 0,0 2-1 16,-8 1 2-16,16 7-1 0,-7-3-1 0,-2 3-1 15,0-1 0-15,1 2 5 0,-3 2 0 0,0-2-3 16,-2 3 3-16,1 0 0 0,-1-1 0 0,0 0-2 0,-2 0-4 15,-1 0-20-15,1 1-22 0,-1-1-13 16,3 0-15-16,-3-2-22 0,2 1-11 0,0-3-25 16,0 1-107-16,1-1-261 0,2-1 116 0</inkml:trace>
  <inkml:trace contextRef="#ctx0" brushRef="#br0" timeOffset="-149864.85">19255 8095 85 0,'0'0'134'15,"3"-6"-10"-15,-3 6-13 0,0 0-7 0,5-4-17 16,-5 4-12-16,0 0 0 0,0 0-10 0,0 0-3 16,0 0-10-16,0 0-12 0,3 19 0 0,-3-10 8 15,-1-2-1-15,1 4-8 0,0-3 0 0,0 1-5 16,0 2-4-16,0-2-7 0,0 1 3 0,0-1-4 16,0-3-2-16,0-6-3 0,0 14 5 0,0-7-13 15,0-7 3-15,3 8 3 0,-3-8 7 0,1 6 20 16,-1-6 11-16,0 0 4 0,0 0 7 0,0 0-6 15,0 0-9-15,0 0 10 0,0 0-9 0,0 0-5 16,0-25-1-16,1 14-3 0,0-2-5 0,6-5-7 16,-1 2 1-16,6-10-4 0,-2 3-2 0,2 1-6 15,0-4 0-15,-1 3-1 0,-1-2-1 0,5 3-5 16,-3-2 0-16,-2 7 0 0,4-5 3 0,-4 6-5 16,2 1 2-16,-3 2 6 0,-2 2 0 0,2 3-5 0,0-1-4 15,-4 4-1-15,-1 0 0 0,1 0-4 16,3 4-1-16,-8 1-4 0,13 1 1 0,-8 3 2 0,2 2-1 15,2 2 2-15,-2 3-4 0,0 6 5 16,0-1-2-16,-2 0 1 0,2 5-2 0,-1-2 0 0,1 5 2 16,-4-5-10-16,0-2 11 0,-1 2-3 0,1 0-6 15,-1-2 7-15,-2-2-1 0,0 0 2 16,1-1-2-16,1-2 6 0,-2-1-6 0,0 0 0 0,0 1 0 16,0-3 2-16,-2 1-5 0,1-1-13 0,1 0-18 15,0-9-18-15,-2 15-21 0,2-8-20 16,0-7-14-16,-3 12-31 0,1-6-14 0,-2-1-12 15,4-5-98-15,-8 9-284 0,3-7 127 0</inkml:trace>
  <inkml:trace contextRef="#ctx0" brushRef="#br0" timeOffset="-149725.89">19310 8155 58 0,'-7'-6'164'0,"7"6"-21"0,0 0-10 16,0 0-15-16,12-11-8 0,1 8-11 0,5 0-17 15,11-4-41-15,6 2-38 0,18 0-46 0,0 3-109 16,0-6-163-16,1-1 72 0</inkml:trace>
  <inkml:trace contextRef="#ctx0" brushRef="#br0" timeOffset="-143589.52">4433 9707 47 0,'-8'-2'110'0,"8"2"6"0,-14 0-3 15,14 0-1-15,-10-1-1 0,10 1-8 0,0 0-7 16,-10-1-14-16,10 1-9 0,0 0-6 0,0 0-4 16,0 0 4-16,0 0-6 0,0 0 0 0,39-3-3 15,-11 2-2-15,0-3-8 0,6 0-6 0,-2 1 0 16,2-2-7-16,-1 1-2 0,2 1-7 0,-4 3 10 15,-3-2-30-15,-7 2-22 0,-1 0-36 0,0 0-23 16,0 0-30-16,-3 2-24 0,-3-2-86 0,-4 0-232 16,2 0 103-16</inkml:trace>
  <inkml:trace contextRef="#ctx0" brushRef="#br0" timeOffset="-143140.4">4699 9642 132 0,'0'0'117'0,"0"0"-13"15,0 0 0-15,0 0-10 0,-8 15-6 0,7-5 5 16,0 1-3-16,-2 5-6 0,0 3-2 0,-2 7-1 16,1 0-4-16,-1 1-7 0,-1 3-3 0,2-2-7 15,-1 0-6-15,1 1-1 0,-1-3-9 0,2-2-2 16,1-4-2-16,2-1-4 0,-1 0-2 0,1-1-1 15,0-1-9-15,0-2 3 0,0-2-5 0,1 0-1 16,-1-1-2-16,0-1 1 0,0 0-4 0,0-1 0 16,0-3-6-16,0-7 1 0,-1 12 1 0,1-12-1 15,0 9 1-15,0-9 0 0,-2 8-1 0,2-8 0 16,-1 7-2-16,1-7-3 0,-7 3-2 0,7-3-4 16,-12 1 0-16,4 0-2 0,8-1-9 0,-24 0-3 15,14-1 1-15,-4 1 2 0,1-1-3 0,-5 1 0 16,5-1 4-16,1-1 5 0,3 1 4 0,-2-1 2 15,2 2 9-15,9 0 3 0,-11-4 8 0,4 4 1 16,7 0 1-16,-10-2-6 0,10 2-1 0,0 0-3 0,0 0 0 16,0 0-4-16,-9-1 3 0,9 1-6 0,0 0-1 15,0 0 4-15,0 0-8 0,0 0 3 16,34-3 2-16,-14 3-1 0,2 0 1 0,7-1-15 16,-2 0-24-16,4 1-30 0,-4-2-27 0,-5 0-23 15,7 2-16-15,-8-1-21 0,0 1-98 0,-3-2-268 0,1 0 119 16</inkml:trace>
  <inkml:trace contextRef="#ctx0" brushRef="#br0" timeOffset="-137865.55">5226 10154 88 0,'0'0'105'16,"0"0"-7"-16,0 0-13 0,0 0-5 0,-3-10 12 0,3 10-8 15,0 0-2-15,0 0-2 0,-4-7-5 0,4 7-4 16,0 0-9-16,0 0-7 0,0 0-2 0,-4-9 3 16,4 9-9-16,0 0-1 0,0 0 1 15,-1-8-1-15,1 8-8 0,0 0-1 0,-1-9 1 0,1 9 3 16,0 0-8-16,-3-8 7 0,3 8 2 15,-1-9-3-15,1 9 0 0,-2-8 1 0,2 8-7 0,0-9 0 16,0 9 4-16,-1-10-7 0,1 10 1 0,0-9-2 16,0 9-4-16,-1-10 1 0,1 10-1 0,0-9 0 15,0 9 1-15,-1-10 3 0,1 10-3 0,0 0-3 16,0-10-1-16,0 10 0 0,0 0-3 0,-2-7-2 16,2 7-2-16,0 0-1 0,0 0-6 0,0 0-1 15,0 0 1-15,0 0-4 0,0 0-1 0,0 0 1 16,0 0-4-16,0 0 7 0,0 0-2 0,2 29-5 15,-4-20 1-15,2 3-4 0,2 0 4 0</inkml:trace>
  <inkml:trace contextRef="#ctx0" brushRef="#br0">5198 10354 1554 0,'2'4'79'0,"-2"0"-209"0,1-1 406 0,-1-1-540 0,0-1 273 0,0 2-4 0,1-2-3 0,-1-1 42 0,0 0-63 16,2 6 36-16,-2-6-24 0,0 0 24 0,0 0-11 15,0 0-6-15,1 8 25 0,-1-8 38 0,0 0-75 16,0 0 15-16,6 1-8 0,-6-1 13 0,0 0 4 16,0 0-40-16,12 2 49 0,-12-2-42 0,7 0 38 15,-7 0-55-15,12-2-78 0,-12 2 5 0,14-2-79 16,-5 1-60-16,4-2-8 0,3-1 51 0</inkml:trace>
  <inkml:trace contextRef="#ctx0" brushRef="#br0" timeOffset="-136396.04">5177 10100 9 0,'0'0'110'0,"0"-9"0"0,0 9-10 16,0 0-8-16,0 0 11 0,0-10-15 0,0 10-1 0,0 0-7 15,0 0-6-15,0 0 5 0,0 0-5 16,0 0-6-16,0 0 5 0,0 0-6 0,0-10-1 0,0 10-3 16,0 0-6-16,0 0-4 0,0 0-3 15,0 0-5-15,0 0-2 0,0 0 1 0,0 0-18 16,0 0 10-16,0 0-1 0,0 0-5 0,0 0-7 15,0 0 1-15,0 0-1 0,0 0 0 0,0 0-6 0,0 0 1 16,0 0-6-16,0 0 0 0,0 0 0 0,0 0-6 16,0 0-1-16,0 0-1 0,0 0 1 0,0 0-3 15,0 0 2-15,0 0 3 0,0 0-2 16,0 0-3-16,-9 23 0 0,6-13 2 0,2-1 0 0,-2 1-2 16,-2 2 0-16,3-1 0 0,-1 4-5 0,-1 2 6 15,0-1 3-15,3-1-9 0,-1 2 7 0,-1-2-5 16,0 2 0-16,1-1 0 0,-1 0 1 0,1-5 4 15,-1 1-4-15,3-2 0 0,-1 2 2 0,0-1-3 16,0-1 3-16,-1-2-2 0,1 1 0 0,1-9 2 16,-1 17-4-16,1-11 5 0,0-6 4 0,-3 13-8 15,3-8 2-15,0-5 1 0,-1 9-5 0,1-9 4 16,-1 7 6-16,1-7-4 0,0 0 0 0,0 0-3 16,0 10-1-16,0-10 10 0,0 0 0 0,0 0 3 15,0 0-2-15,0 0 0 0,-2 7 4 0,2-7 1 16,0 0 0-16,0 0-4 0,0 0 4 0,0 0-5 15,0 0 1-15,0 0-2 0,0 0-4 0,0 0 3 16,0 0-4-16,0 0 4 0,13-1-2 0,-13 1 4 16,14-1-8-16,-2 0 3 0,-1-1-1 0,2 2-3 15,-2-3-6-15,3 3-5 0,4-2-6 0,1 1-4 0,3-2-12 16,-1 2-5-16,7-2-21 0,1 0-18 16,2 2-22-16,0-3-17 0,1 2-7 0,0 0-10 15,1-2-118-15,-4-1-271 0,1 0 121 0</inkml:trace>
  <inkml:trace contextRef="#ctx0" brushRef="#br0" timeOffset="-136169.66">6125 10150 14 0,'0'0'160'0,"0"0"-13"0,0 0-10 0,0 0-27 0,0 0-3 16,5-6-7-16,-5 6-11 0,0 0-12 16,12 0-2-16,-12 0-10 0,17 0-26 0,-6 2-15 0,1-2-33 15,3 1-19-15,1 3-24 0,-2-1-29 0,-1-1-82 16,-2 0-176-16,0-2 79 0</inkml:trace>
  <inkml:trace contextRef="#ctx0" brushRef="#br0" timeOffset="-135990.39">6092 10294 8 0,'0'0'144'0,"0"0"-6"16,0 0 2-16,-8 2-5 0,8-2-13 0,0 0-15 16,0 0-9-16,0 0-6 0,0 0-10 0,21 9-7 15,-8-7-7-15,7 1-10 0,3-3-7 0,6 2-32 16,-1-1-31-16,4 0-24 0,0 0-26 0,-1 1-28 15,0-1-100-15,-5-1-206 0,2-3 92 0</inkml:trace>
  <inkml:trace contextRef="#ctx0" brushRef="#br0" timeOffset="-134363.83">8505 9988 30 0,'0'0'98'15,"0"0"4"-15,-2-10 0 0,2 10-7 0,0 0-4 16,0 0-2-16,0-9-17 0,0 9 11 0,0 0-4 15,0 0-3-15,0-12-8 0,0 12-3 0,0 0 2 16,-1-7 1-16,1 7-8 0,0 0 3 0,0 0-6 16,0 0-9-16,0 0 3 0,0 0-9 0,0 0-1 15,0-10-5-15,0 10-8 0,0 0-1 0,0 0-4 16,0 0-2-16,0 0 3 0,0 0-10 0,0 0 3 16,0 0-4-16,0 0-1 0,0 0-2 0,0 0-6 15,12 21 7-15,-10-14 1 0,2 1-1 0,-2 4-8 16,1-1 10-16,0 0-1 0,0-1-3 0,1 7 2 15,0-1-3-15,1 0-4 0,2 1 4 0,-2 1 3 16,1 0-7-16,1 0-1 0,-1 0 1 0,3-1 0 16,-1 2-11-16,-3-2 12 0,1 0-1 0,2 0 1 15,-2-3-2-15,-1 1-6 0,2-4 6 0,-3-1 1 0,1 2 1 16,0-4-2-16,-2 3 2 0,1-4-4 0,0-1-5 16,-1 0 14-16,-1-2-8 0,-2-4 1 0,4 6 5 15,-4-6 7-15,0 0 1 0,0 0 2 16,11-1-5-16,-11 1 4 0,6-9-3 0,-4 1 3 0,2-3-7 15,1-5 1-15,3-1 2 0,-1-1 9 0,1 0-2 16,1-6 2-16,0-2-3 0,1 0-4 0,1 1 6 16,1 0-10-16,-1 1 5 0,1-2-4 0,0 3 1 15,-3 4-2-15,-1 0 0 0,-1 3-4 16,-1 2 0-16,0 3-1 0,-3 3-3 0,0-1 1 0,1 5-4 16,-4 4-6-16,4-11-13 0,-4 11-18 0,6-5-2 15,-6 5-9-15,0 0-7 0,0 0-24 16,0 0-9-16,15 13-12 0,-9-7-18 0,-3 4-7 0,5-3-13 15,-2 5-107-15,0-2-263 0,1 0 117 0</inkml:trace>
  <inkml:trace contextRef="#ctx0" brushRef="#br0" timeOffset="-134013.34">9035 10186 76 0,'-2'5'101'0,"2"-5"-5"0,-4 12-5 16,1-8-7-16,0 6-4 0,1-1-10 0,1 1-4 16,-2 0-9-16,0 1 0 0,3-1-6 0,-1 0-3 15,1 1-9-15,1-2 6 0,1 1-7 0,0-2 4 16,1 0-1-16,-1-2-9 0,4 0 5 0,1 0-3 16,0-1 0-16,-2-3 6 0,1 0-1 0,4-1 3 15,1-1 1-15,0 0-3 0,-1-3 3 0,0 1 3 16,1-5-1-16,-1 1-1 0,0-1 2 0,0 0 2 15,1-2 7-15,-5 2 8 0,-1-5-5 0,-2 3-6 16,2-2-5-16,-4-1-9 0,-1 0-5 0,-2 1 1 16,0 1-7-16,0 0-1 0,-3-1-3 0,-3 0 1 15,-1 3-5-15,0 0-6 0,0 1-6 0,0 0-5 16,0 4-11-16,3 0-9 0,-3 3-18 0,9 0-19 16,-13 0-30-16,13 0 3 0,-13 3-11 0,8 0-13 0,5-3-16 15,-6 11-18-15,6-5-105 0,0-6-266 16,0 11 117-16</inkml:trace>
  <inkml:trace contextRef="#ctx0" brushRef="#br0" timeOffset="-133391.45">9335 10196 70 0,'7'-2'108'0,"-7"2"-5"0,0 0-5 15,0 0 2-15,9 3-11 0,-9-3-1 0,1 10-7 16,0-3-4-16,0 0-10 0,1 4 12 0,-1-1-19 0,2 2 3 15,-2-1-9-15,1 1-11 0,2-2 5 16,0 0-6-16,1 2-6 0,3-2 5 0,-2-2 0 16,3 1-8-16,0-2 16 0,4-1-15 0,-1-2-6 15,4 1 3-15,1-2 1 0,1-3-7 0,-6 0 3 0,8-1-11 16,-3-3 2-16,-1-1 3 0,0-1-1 0,0-2 0 16,-5 2 0-16,6-3-4 0,-8 1 0 0,2 1 7 15,-3-5-4-15,-2 3-3 0,2-1 3 0,-2 1 7 16,-1-1-4-16,-2 2-4 0,0 0 3 0,-2 2 2 15,-1 6-1-15,4-11-4 0,-4 11 1 0,2-7-7 16,-2 7-7-16,0 0 1 0,0 0 0 0,0 0-2 16,0 0-1-16,0 0-4 0,0 0 5 0,0 0 0 15,-5 32-1-15,3-23-1 0,0 4 0 0,1-3 0 16,1 0 5-16,0 0 0 0,1 1-8 0,2-1 3 16,-2-1-2-16,3 1 1 0,1-2 1 0,0-1 1 15,3-1-3-15,2 1 3 0,0-1-2 0,4-3 1 16,-1-2-2-16,1 1 1 0,5-4 2 0,1 0-3 15,-4 0 3-15,2-4 1 0,0-1 1 0,-3 1-5 16,2-4 6-16,-4 0-5 0,1-2-3 0,-3 0 4 16,-2 0-6-16,1-3 2 0,-1-1 4 0,-2 1-3 15,-3 0-3-15,1-3 6 0,-4 0-2 16,2 1 2-16,0 0 1 0,-3-1 1 0,2 3 0 0,-2 2-3 16,0 1 3-16,-2 2 2 0,1 0 7 0,1 2 7 15,0 8 0-15,-2-10-4 0,2 10-4 0,0 0-2 16,0 0-1-16,0 0-1 0,0 0 0 0,0 0 0 15,0 0 2-15,3 24-2 0,-1-8 3 0,-1 0-2 16,0 1-4-16,-1 1 2 0,0-1 0 0,0 2-2 16,1-2 4-16,2 2-3 0,-3-1-1 0,3-1 2 15,-3 0 0-15,1 0-5 0,1-2 2 0,-3-2-3 16,1 0-8-16,0-1-18 0,1-1-17 0,-1 2-22 16,0-4-10-16,-1 3-17 0,-1-4-26 0,-1 0-20 15,2-2-27-15,-3-1-133 0,-2 4-319 0,1-6 141 16</inkml:trace>
  <inkml:trace contextRef="#ctx0" brushRef="#br0" timeOffset="-133220.72">9983 10269 92 0,'0'0'89'0,"12"-1"1"0,-12 1-18 0,20 1-13 15,-6 1-14-15,-1-1-27 0,5 4-28 0,0-3-27 16,-2 1-33-16,-1-2-75 0,2 2 32 0</inkml:trace>
  <inkml:trace contextRef="#ctx0" brushRef="#br0" timeOffset="-132785.34">8590 10771 58 0,'-9'0'116'0,"9"0"-6"16,0 0 3-16,0 0-4 0,35 6-3 0,-1-5-12 16,25 2-1-16,32-2-15 0,5 3-6 0,2-4-7 15,7-3-4-15,5-2-5 0,0 2-3 0,-3 1-8 16,-7-2-5-16,-9-2-3 0,-26 5-4 0,-1 1-10 15,-4-3 5-15,-5 2 2 0,0 1 1 0,-4 0-15 16,-16 1 8-16,-1-1-5 0,-2 2-8 0,-6-2-1 16,-5 0 2-16,-1 2 1 0,-8-1 5 0,2 2-20 15,-6-3-13-15,-1 1-10 0,-7-1-6 0,13 1-6 16,-13-1-19-16,4 3-17 0,-4-3-15 0,0 0-21 16,0 0-81-16,-24 11-205 0,2-7 90 0</inkml:trace>
  <inkml:trace contextRef="#ctx0" brushRef="#br0" timeOffset="-132473.81">9123 11005 32 0,'-5'-4'200'0,"5"4"-20"0,0 0-20 0,-5-7-17 16,5 7-17-16,0 0-20 0,0 0 0 0,0 0-11 0,0 0-13 16,-9 19 2-16,4-11-21 0,1 8-4 0,0 0 1 15,0 0-5-15,1 2-8 0,0 0-2 0,-1 0-13 16,0 2 8-16,2-1-10 0,-3 1-7 0,3-2 3 16,0 0-5-16,-1-1-1 0,1-1-1 15,-1-3-3-15,3 0-4 0,-2-1-11 0,0 0-26 0,1 0 0 16,0-3-24-16,-1 2-14 0,2-4-16 0,0-7-8 15,-1 13-10-15,1-13-10 0,1 9-4 0,2-6-3 16,-3-3-74-16,3 7-204 0,-3-7 91 0</inkml:trace>
  <inkml:trace contextRef="#ctx0" brushRef="#br0" timeOffset="-132155.85">9187 10986 101 0,'11'-1'102'0,"1"1"-4"0,1 0 5 0,-2 1-13 15,1 3-6-15,-1 0-14 0,-2 3-6 0,-1 3-5 16,-3 1 5-16,-2 2-19 0,-1-2 4 0,-3 4-7 16,0-3-3-16,-4 3 3 0,-1-3-12 0,-1-1 3 0,-3 2-1 15,1-2 0-15,-3 0 5 0,1-2 1 0,2 0 7 16,1-1-13-16,0-1 0 0,-1 0 4 15,2-2-7-15,2 0-3 0,1 0 2 0,-1-2-5 16,5-3-14-16,-9 6 12 0,9-6-2 0,-3 7 2 16,3-7 8-16,0 0-3 0,9 9-3 0,-3-8-3 15,5 1-1-15,8-1-4 0,-1 0 3 0,3-1-9 0,9 1-6 16,-9-2-19-16,0 1-32 0,1 0-25 16,-1 0-28-16,-4 0-23 0,-4 1-106 0,-2-1-248 0,1-1 110 15</inkml:trace>
  <inkml:trace contextRef="#ctx0" brushRef="#br0" timeOffset="-131903.83">9578 11188 135 0,'9'2'164'0,"-9"-2"-8"0,4 6-3 0,-4-6-7 0,5 9-2 15,-5-9-6-15,1 13-11 0,-1-4-4 0,-1 1-10 16,-3 2-2-16,0 1-10 0,-1 2-3 0,-1-1-3 15,-1 0-12-15,1 1-8 0,0-3-2 0,1 0-10 16,1 0-5-16,-1-1-7 0,2 0-6 0,0-2-5 16,3 1-1-16,2 0 0 0,0 0-7 0,3-4 5 15,2 1-9-15,4-4-4 0,7 1-15 0,3 0-17 16,8 1-26-16,3-5-26 0,0-3-28 0,2-4-42 16,4-1-23-16,-3 1-47 0,4-5-105 0,13-3-330 15,-5-1 146-15</inkml:trace>
  <inkml:trace contextRef="#ctx0" brushRef="#br0" timeOffset="-131638.02">11039 10728 106 0,'11'0'134'0,"-11"0"-18"0,13 1-8 0,0 0-15 0,-4 2-12 16,4 1-31-16,1-2-25 0,-3 1-29 0,7 2-28 15,-8-1-32-15,-1 1-39 0,-1-2-110 0,-2 0 49 16</inkml:trace>
  <inkml:trace contextRef="#ctx0" brushRef="#br0" timeOffset="-131486.22">11062 10878 156 0,'0'0'162'0,"0"0"-5"15,0 0-10-15,0 0-9 0,0 0-20 0,20 8-6 16,-6-6-18-16,6 0-34 0,8-2-31 0,4 0-53 15,0 0-47-15,1 0-109 0,1 0-195 0,1-7 86 16</inkml:trace>
  <inkml:trace contextRef="#ctx0" brushRef="#br0" timeOffset="-129109.58">12831 10377 2 0,'0'0'79'0,"0"0"-7"0,4-6-4 0,-4 6-3 15,0 0-9-15,0 0-7 0,0 0-1 0,0 0-6 16,0 0-15-16,0 0 8 0,0 0 2 0,0 0-4 16,0 0-6-16,0 0 0 0,0 0-1 0,0 0-1 15,0 0-6-15,0 0 4 0,0 0-6 0,0 0 0 16,0 0-4-16,0 0-6 0,0 0 10 0,0 0-8 15,0 0 3-15,0 0-13 0,0 0 5 0,0 0-1 16,0 0 3-16,0 0-4 0,0 0-1 0,0 0-3 16,0 0 15-16,0 0-6 0,0 0 1 0,0 0-3 15,0 0-8-15,0 0 0 0,0 0 12 0,4 15-5 16,-4-15 0-16,0 0-1 0,0 0-8 0,2 8 13 16,-2-8-4-16,0 0 0 0,0 0-3 0,0 0-2 15,2 6 3-15,-2-6 0 0,0 0 3 0,0 0-12 16,0 0 13-16,0 0-13 0,0 0 10 0,0 0-6 15,0 0 3-15,0 0-3 0,0 0 5 0,0 0-8 16,0 0 9-16,0 0-6 0,0 0 7 0,0 0 6 16,0 0-9-16,0 0-2 0,0 0-4 0,0 0 2 0,0 0 9 15,0 0-8-15,0 0 1 0,0 0 9 16,0 0-5-16,0 0-2 0,0 0-8 0,2 7 5 16,-2-7-4-16,0 0 0 0,0 0 0 0,0 0 8 15,0 0-4-15,0 0 5 0,0 0 2 0,0 0-5 0,0 0-3 16,0 0-1-16,0 0 9 0,0 0-2 15,0 0 1-15,0 0-1 0,0 0 3 0,0 0 1 16,0 0 3-16,0 0-7 0,0 0 1 0,0 0 2 16,0 0 2-16,0 0 4 0,0 0-2 0,0 0-4 0,0 0-1 15,0 0-9-15,0 0 7 0,0 0 3 0,0 0 5 16,0 0 1-16,0 0-1 0,0 0-9 16,0 0 10-16,0 0-4 0,-10-18 2 0,10 18 7 0,0 0 0 15,-3-7 3-15,3 7 19 0,0 0-2 16,-2-7 0-16,2 7-7 0,0 0 10 0,-2-10-4 0,2 10 1 15,-5-7 2-15,5 7 5 0,-2-8 7 0,2 8-3 16,-3-8-3-16,3 8-2 0,0 0-7 0,-2-9 2 16,2 9 1-16,0 0 4 0,0-10-3 0,0 10-7 15,0 0 6-15,0 0-3 0,-2-9-2 0,2 9 0 16,0 0-6-16,0 0-5 0,0 0 2 0,-2-7-5 16,2 7-4-16,0 0-4 0,0 0-3 0,0 0-2 15,0 0 2-15,0 0-7 0,0 0 2 0,0 0-1 16,0 0-6-16,6 24 6 0,-5-16 1 0,3 1-2 15,-4 1 0-15,5 1-1 0,-3 2 3 0,0-1-3 16,1-1-1-16,-1 2 2 0,2 1 2 0,-2-2-3 16,3 3-2-16,-3-2 7 0,4-3-5 0,-3 2 3 15,0-2 2-15,1 0-4 0,0-1 1 0,1 1-2 16,-3-1 2-16,0 0-4 0,2-2 1 0,-3-3 0 0,1 3-1 16,3-2 4-16,-5-5-2 0,4 8-2 15,-4-8 4-15,2 8 0 0,-2-8 1 0,3 6 0 0,-3-6 1 16,0 0 2-16,0 0 1 0,2 5 5 15,-2-5-4-15,0 0 1 0,0 0-3 0,0 0-2 0,8-13 2 16,-3 4 0-16,0 1-2 0,0-3 3 0,-1 1 0 16,0-5-3-16,3 1 7 0,-1-2-6 0,2 1-2 15,-2-2-1-15,-1-1-3 0,3 2 3 16,-1-1 1-16,3 0-2 0,-4 1-2 0,1 0 0 0,-1 5 3 16,-4 2-3-16,4-1 1 0,-4 4 0 0,-2 6-5 15,4-10-1-15,-2 7-15 0,-2 3-20 0,2-6-11 16,-2 6-4-16,0 0-29 0,0 0-25 0,0 0-25 15,0 0-17-15,0 0-139 0,0 0-313 0,7 19 138 16</inkml:trace>
  <inkml:trace contextRef="#ctx0" brushRef="#br0" timeOffset="-128759.58">13203 10483 128 0,'0'0'145'0,"9"4"0"0,-9-4-11 16,11 4-19-16,0-1 3 0,-4-1-13 0,4 2-10 15,1-1-2-15,-1 1-11 0,-1 0-9 0,-2 2-11 16,1-1-2-16,-1-1-5 0,-5 2-10 0,3-1-5 16,-1 3 3-16,-4-1-5 0,1 3-5 0,-2-1-4 15,-2 1 2-15,-1 0-8 0,-4 0 3 0,2 1-4 16,-1 1 3-16,-1-3-3 0,1 3-5 0,-2-2-3 15,0 0 5-15,-1 0-6 0,-1-2 2 0,4 0 0 0,-1 1-3 16,1-2-4-16,1-1 1 0,1-2 1 16,4-4-3-16,-5 5 2 0,5-5 1 0,-5 7 0 15,5-7-1-15,-4 4-2 0,4-4 1 0,0 0 4 16,0 0-2-16,0 0-5 0,11 6 2 0,1-8 1 0,1 2-5 16,7-2-8-16,1-1-19 0,0 0-26 0,7-1-14 15,-1 0-29-15,0 1-32 0,0-1-153 16,-4-1-300-16,-10 3 133 0</inkml:trace>
  <inkml:trace contextRef="#ctx0" brushRef="#br0" timeOffset="-128511.8">12742 10956 53 0,'0'0'150'0,"0"0"-16"0,16 12-12 15,-4-8-6-15,10-1-22 0,11 0-9 0,6-2-12 16,14 1-5-16,3-2-5 0,5-2-34 0,-2 4-8 16,1-6-26-16,-1 2-13 0,1 4-6 0,-3-1-14 15,1-1-18-15,-5 3-29 0,2 2-46 0,-14-2-141 16,-3-2 62-16</inkml:trace>
  <inkml:trace contextRef="#ctx0" brushRef="#br0" timeOffset="-128167.71">13097 11300 61 0,'-6'-6'142'0,"6"6"11"0,-1-7-8 0,1 7-8 16,0 0-10-16,-4-5-11 0,4 5-16 0,0 0-13 16,0 0-6-16,0 0-10 0,0 0-8 0,0 0-6 15,0 0-7-15,-8 18-5 0,7-8-7 0,-1 1-2 0,-1 4 0 16,-1 2-5-16,1 1 2 0,-1-1-4 15,0 2-2-15,-1 6-4 0,1-5-4 0,0-3 0 16,-2 9-1-16,2-2-5 0,0-7 4 0,-1 0 1 0,1 1-6 16,2-2 0-16,0 0-1 0,-1-5-9 15,0 2-12-15,1-1-10 0,0-4-26 0,0 3-14 16,2-5-26-16,0-6-21 0,0 12-29 0,0-12-92 0,-2 9-246 16,2-9 109-16</inkml:trace>
  <inkml:trace contextRef="#ctx0" brushRef="#br0" timeOffset="-127837.61">13232 11282 10 0,'9'4'97'0,"0"2"-2"16,0 0-13-16,-4 3-1 0,1-1-13 0,-4 2 0 15,-1-2-1-15,1 2-16 0,-2 0-3 0,-2 2 2 16,-1-1-3-16,-1 1-11 0,0-1 7 0,-4 0-6 16,1 2 19-16,-1-3-9 0,1 0 11 0,-5 2-6 15,2-5 4-15,1 2-1 0,-1-2-3 0,2 1 5 16,3-5-1-16,-1 2-10 0,1-1 0 0,0 1-1 16,5-5-2-16,-7 4-10 0,7-4 2 0,-4 5-7 15,4-5-1-15,0 0 10 0,0 0-6 0,0 0 1 16,13 11-2-16,-3-10-4 0,7-2-5 0,2 0-12 15,3 1-17-15,-2-1-21 0,3-2-35 0,-1-1-17 16,0 2-27-16,-3 0-19 0,1 2-11 0,-1-2-80 16,-2 1-235-16,3-3 105 0</inkml:trace>
  <inkml:trace contextRef="#ctx0" brushRef="#br0" timeOffset="-127577.02">13530 11443 4 0,'0'0'145'0,"3"-6"-8"0,-3 6-14 15,0 0-4-15,0 0-10 0,0 0 4 0,0 0 1 0,0 0 2 16,0 0-3-16,9 12-1 0,-5-6-4 0,-3 1-2 16,1 2-6-16,-2 2-12 0,0 0 2 0,0 3-8 15,-3-3-9-15,3 2-6 0,0-3-6 0,-2 7-5 16,0-6-7-16,0 2-5 0,2-1-4 0,-4-1-2 16,6-1-1-16,-2 1-7 0,0-1-6 0,0-3 0 15,2 1 1-15,0-1-4 0,0-1-1 0,0 1-1 16,1-3-1-16,1 2-3 0,2-2-6 0,-1-1-6 15,3 1-5-15,-2-2-19 0,3-2-17 0,5 0-23 16,-1 0-21-16,-2-2-16 0,9-4-18 0,-1 0-40 16,7-3-30-16,-6 0-96 0,5-3-306 0,2-1 135 15</inkml:trace>
  <inkml:trace contextRef="#ctx0" brushRef="#br0" timeOffset="-127322.84">14507 11088 118 0,'0'0'168'16,"0"0"-12"-16,5-8-10 0,-5 8-14 0,8-2-10 0,-8 2-12 15,17-1-9-15,-6 1-13 0,1-2-10 0,3 4-24 16,-3-1-32-16,1 1-37 0,1-1-22 16,-1 0-34-16,-4 2-37 0,-3-1-70 0,2-1-192 15,-4 3 86-15</inkml:trace>
  <inkml:trace contextRef="#ctx0" brushRef="#br0" timeOffset="-127165.58">14514 11224 120 0,'0'0'153'0,"0"0"1"0,0 0-3 16,0 0-11-16,0 0-15 0,0 0-4 0,19 2-14 15,-6-2-18-15,7-2-25 0,8 0-21 0,0-1-56 16,4-2-33-16,1 1-48 0,-3-1-92 16,3 0-201-16,-2 1 89 0</inkml:trace>
  <inkml:trace contextRef="#ctx0" brushRef="#br0" timeOffset="-126003.7">16383 10745 12 0,'2'-8'176'0,"-2"8"1"0,1-9-8 0,-1 9-2 0,1-7-6 15,-1 7-14-15,0 0-13 0,0-8-13 16,0 8-9-16,0 0-16 0,0 0-11 0,0 0-10 15,0 0-3-15,0 0-8 0,0 0-9 0,0 0-2 16,-15 1-10-16,15-1-6 0,-10 9 0 0,4-3-6 0,1 1 0 16,1 1-5-16,2-1-4 0,-2 3 1 0,-1-2 0 15,4 3-6-15,-2-1-1 0,3-1 3 16,3 2-6-16,2 0-5 0,-1-2 0 0,3 6-1 0,1-7-4 16,0 3 9-16,3-4-1 0,-2 3-7 0,5 2 4 15,-2 0-2-15,-3-4-4 0,5 3 1 0,-4 0 0 16,-1-1-4-16,0-1 2 0,-3-1 1 0,-1 1 0 15,0-3-1-15,-1 1 3 0,0-1-1 0,-1 1-4 16,0-3 1-16,-3-4 5 0,3 13-4 0,-3-7-5 16,0-6 5-16,-1 10-7 0,1-10 6 0,-5 9 0 15,1-4 3-15,-1-2 0 0,-3 1-3 0,-1 0 2 16,-2-1-3-16,0 2 1 0,0-4 2 0,-2 2-2 16,1-2-13-16,1 0-22 0,0-1-16 0,-1-2-28 15,2-1-26-15,0-2-18 0,1 1-20 0,-2-1-29 16,2-2-93-16,2-3-285 0,0-1 126 0</inkml:trace>
  <inkml:trace contextRef="#ctx0" brushRef="#br0" timeOffset="-125526.41">16594 10690 39 0,'31'-3'88'0,"-3"2"-7"0,2 0-9 0,-1 1-9 15,-4 1 2-15,-3-1-14 0,0 0 2 0,-2 1-17 16,6 3 2-16,-6-1 0 0,0 2-4 0,-3-3-5 0,0 4-10 16,-6-4 12-16,3 0-7 0,-3 2-13 15,-1-1 6-15,0 0 9 0,-4-1-11 0,1 1 5 16,-3 0 6-16,-4-3-3 0,9 4 11 0,-9-4 1 16,6 3 8-16,-6-3 8 0,0 0-2 0,4 4 5 0,-4-4 2 15,0 0 2-15,-2 10 0 0,2-10-1 16,-7 9-7-16,3-3 1 0,0 1-11 0,-1 2 1 15,0 0 4-15,-4 5 0 0,3-2 0 0,-2 1-7 16,0 1 0-16,2 2-7 0,-2-3 0 0,2 2-2 16,-1-1-3-16,2 0-1 0,3-3-2 0,3 0-2 15,0 0 1-15,2-3 1 0,3 1-9 0,2 1 5 16,6-1 5-16,-1-3-9 0,5-2-2 0,3 2-1 16,5-3 1-16,-4-2-2 0,7-4 2 0,-7 1-6 0,5-6-1 15,-8 1 3-15,3 1 2 0,-3-4-3 0,-4 0-3 16,-1-2 1-16,-2-1 3 0,-5-1-1 0,1-2-2 15,-4 0 0-15,-4-3-1 0,-4 0 5 0,-4-1-6 16,-2-2-2-16,-4 0 8 0,-1 0-8 0,1 8 1 16,-6-5-1-16,0 3 2 0,3 5-3 0,-3 2-2 15,2 4-1-15,-1 1-1 0,-3 3 1 0,1 3-12 16,-6 2-13-16,6 3-19 0,-6 3-27 16,8 0-24-16,-4 3-29 0,3 4-46 0,2-3-114 0,4 2-310 15,0-2 138-15</inkml:trace>
  <inkml:trace contextRef="#ctx0" brushRef="#br0" timeOffset="-125161.75">16088 11428 66 0,'-2'-4'178'0,"2"4"-16"0,0 0-25 0,11-10-13 15,4 5-7-15,15 0-1 0,4 0-6 0,25 0-11 16,30-6-4-16,-23 6-16 0,33 2-2 0,0 0-4 15,-5-2-12-15,2-1 1 0,-3 0-7 0,-27 0 1 16,24 3-3-16,-30 0-3 0,-1 2-6 0,-3-2-8 16,-4 1 0-16,-17 1-7 0,-4 2 1 0,-2-1-7 15,-8 2-13-15,-3-2-21 0,-5 0-19 0,-3 1-20 16,-1 2-19-16,-3-1-18 0,-6-2-35 0,5 6-30 16,-5-6-92-16,0 0-262 0,-23 18 116 0</inkml:trace>
  <inkml:trace contextRef="#ctx0" brushRef="#br0" timeOffset="-124873.7">16473 11659 75 0,'0'0'203'0,"0"-8"2"0,0 8-13 16,0-8-7-16,0 8-4 0,0 0-14 0,0-10-10 15,0 10-17-15,0 0-17 0,0 0-12 0,0-10-16 16,0 10-6-16,0 0-15 0,0 0-2 0,0 0-10 0,0 0-6 16,-2 27-5-16,2-16-7 0,0 3-4 0,-1 2-6 15,1 0 0-15,0 0-5 0,0 1-2 16,-3 0-2-16,2 1-2 0,2-2-4 0,-2 3-1 0,1-3-3 16,-1 1 1-16,1-1-8 0,-1 0-16 0,-1-5-32 15,2 4-32-15,-2-1-16 0,1-3-28 0,1 2-21 16,-2-3-31-16,1-2-156 0,-3-1-350 0,4-7 154 15</inkml:trace>
  <inkml:trace contextRef="#ctx0" brushRef="#br0" timeOffset="-124549.34">16693 11754 84 0,'2'-5'169'0,"-2"5"-14"0,0 0-23 0,0 0-11 15,0 0-8-15,0 0-13 0,0 0-3 0,0 0-9 16,-1 26-7-16,2-19-5 0,0 1-9 0,-1 0-3 16,4 2-7-16,-1-1-2 0,-1 0-3 0,5 0 0 15,-2-1 9-15,2 0-9 0,-1-4-3 0,5 3-2 16,-1-4 0-16,1-3 0 0,0 3-7 0,1-2 0 16,-2-2 0-16,-1 0 0 0,0-3 2 0,-2 3-7 15,1-6-1-15,1 1 1 0,-5 0-3 0,-2-2-8 16,0-1-2-16,-2-2-2 0,-3 1-1 0,-2-2-4 15,0 0 0-15,-4 0-5 0,-1 1 3 0,-4-1-4 16,2 1-2-16,2 4 2 0,-2 0 0 0,3 0-5 16,-1 4-5-16,0-1-10 0,2 4-25 0,-2 0-10 15,10 0-21-15,-18 4-13 0,11-1-32 0,0 1-21 16,3 2-25-16,0 0-132 0,1 0-313 0,3-6 138 0</inkml:trace>
  <inkml:trace contextRef="#ctx0" brushRef="#br0" timeOffset="-124316.93">17119 11647 30 0,'4'-8'200'0,"-1"-1"1"0,-1 4-2 0,-2 5-4 16,3-12-7-16,-2 7-17 0,-1 5-18 16,3-7-18-16,-3 7-11 0,0 0-9 0,0 0-15 0,12 13-6 15,-8-4-6-15,0 4-9 0,0-2-11 0,0 6-3 16,-2 1-8-16,3 3-3 0,-2 3-9 0,-2-6-4 15,-1 6-3-15,-2-4-1 0,-2-1-3 0,3 0-14 16,-3 0-14-16,-3 0-18 0,1-3-40 0,0 1-20 16,-3-1-35-16,2-5-33 0,0 3-33 0,0-6-158 15,-2 1-357-15,6-4 158 0</inkml:trace>
  <inkml:trace contextRef="#ctx0" brushRef="#br0" timeOffset="-124083.31">17353 11646 50 0,'0'0'185'15,"3"-9"-9"-15,-3 9-19 0,0 0-5 0,-7-7-9 16,7 7-7-16,0 0-2 0,0 0-9 0,-20 15-7 16,10-6-4-16,3 0-13 0,-2 4-8 0,0 2-9 15,1-2-5-15,0 1-8 0,3 1-6 0,1 3-4 16,0-2-16-16,3-1 6 0,1-3-11 0,1-1-22 15,3 1-18-15,2 2-18 0,2-4-11 0,3-2-33 16,2 2-20-16,5-2-25 0,0 0-18 0,1-4-22 16,-1-1-125-16,1 0-293 0,0-2 129 0</inkml:trace>
  <inkml:trace contextRef="#ctx0" brushRef="#br0" timeOffset="-123698.36">17615 11863 119 0,'0'0'146'0,"0"0"2"15,0 0-7-15,0 0-2 0,0 0-7 0,8-1-4 16,-8 1-12-16,0 0-6 0,0 0-8 0,10-2 1 16,-10 2-11-16,12-2-8 0,-5 0-3 0,-7 2-8 15,16-3-5-15,-6-1-5 0,1 1-5 0,2-2 1 16,0 0-4-16,-2-1 1 0,-2-1 2 0,2 1 7 16,-4 0-6-16,0-1-4 0,0-1-6 0,-3 2 4 15,0-3-13-15,0 0-1 0,-3 4-4 0,2-3-3 16,-3-1-6-16,0-1 2 0,0 10-6 0,1-16-1 0,1 8-1 15,-2 8-3-15,0-17-5 0,0 10-1 0,3 0-2 16,-1 2-5-16,4 0-1 0,0 2-3 0,4 0-5 16,3-1 2-16,-1 3-1 0,-1 0-2 15,2 1 1-15,-2 1 0 0,2 3-2 0,-1 1-1 0,0 0 1 16,-1 2 2-16,-1 2-5 0,-4 0 2 0,2-1 1 16,-4 3-1-16,0-1 1 0,-2 1 3 15,-1-1-1-15,-1 1 3 0,0 0-1 0,-2 1-3 16,-1-3 5-16,1 2-1 0,0-3 4 0,0 0-4 0,1-1-3 15,-1 0 4-15,2-7 2 0,-2 12-5 0,2-6-15 16,0-6-18-16,1 10-22 0,-1-10-26 0,6 7-30 16,0-4-35-16,-6-3-56 0,16-4-117 15,-2 0-349-15,5-4 155 0</inkml:trace>
  <inkml:trace contextRef="#ctx0" brushRef="#br0" timeOffset="-123495.59">18572 11340 99 0,'0'0'154'0,"0"0"-16"16,-1-10-17-16,1 10-11 0,0 0-13 0,0 0-8 15,9-4-32-15,-9 4-22 0,15 0-34 0,-15 0-35 16,20 2-51-16,-10 2-46 0,-1-4-141 0,1 1 62 15</inkml:trace>
  <inkml:trace contextRef="#ctx0" brushRef="#br0" timeOffset="-123331.08">18479 11507 34 0,'0'0'204'0,"0"0"4"16,0 0-7-16,0 0-17 0,0 0-19 0,0 0-10 0,0 0-16 15,0 0-17-15,41-6-14 0,-11 1-27 16,-1 2-27-16,2-1-53 0,-1-2-32 0,1 2-47 16,1 0-36-16,-4 0-126 0,0-3-258 0,-1 1 115 15</inkml:trace>
  <inkml:trace contextRef="#ctx0" brushRef="#br0" timeOffset="-122357.48">19822 10990 65 0,'0'0'138'0,"4"-6"-4"0,-4 6-3 0,5-7-4 0,-5 7-4 16,5-8-5-16,-5 8-2 0,4-7 1 0,-4 7-5 15,3-4-4-15,-3 4-4 0,0 0-11 0,0 0-3 16,2-8-14-16,-2 8-8 0,0 0-7 0,0 0-6 16,0 0-5-16,0 0-7 0,0 0-3 0,0 0-8 15,0 0-1-15,-15 14-3 0,10-9-8 0,2 1 3 16,-4 4-1-16,3-1-1 0,-1 0-3 0,1 1-2 16,1 0 0-16,1 2-3 0,0-2-1 0,1 1-1 15,2 0 1-15,2 0-4 0,0 1-1 0,2 3 3 16,1-4-2-16,4 2-2 0,-3-2-4 0,4 1 3 15,-3-2 3-15,6 3 1 0,-5-5-6 0,4 4 2 16,-4-2-1-16,3-1-4 0,-1 0 1 0,-2 0 1 16,0 2-1-16,-1-5-2 0,-1 1 1 0,-1 2 0 15,-2-3-5-15,-1 0 5 0,-1-1 0 0,1 0-3 16,-3-5 2-16,0 10 1 0,0-10-1 0,-4 8 4 16,4-8-4-16,-6 8 2 0,-1-6-2 0,7-2 0 15,-16 4-3-15,5-2-6 0,1-1-17 0,-1 0-13 16,-1-2-19-16,-2 0-22 0,3 0-10 0,-1-2-17 15,1-1-30-15,2-1-24 0,-2-2-104 0,1-2-288 0,1 1 128 16</inkml:trace>
  <inkml:trace contextRef="#ctx0" brushRef="#br0" timeOffset="-122213.79">19974 11039 3 0,'20'-3'99'0,"0"-1"-19"0,2 2-2 15,-3 1-9-15,3 0-10 0,1 0-18 16,-3 0-23-16,3 1-26 0,4 0-31 0,-8 0-28 0,-2 0-72 16,4-1 31-16</inkml:trace>
  <inkml:trace contextRef="#ctx0" brushRef="#br0" timeOffset="-121663.24">20404 11114 77 0,'2'12'142'16,"-2"-6"-4"-16,0-6-8 0,2 9-4 0,-1-3-9 0,-1-6-5 16,1 12-6-16,-2-4-5 0,1-8-2 0,-1 11-6 15,-1-4-3-15,2-7-6 0,-2 10-4 0,2-10-5 16,-4 9-8-16,4-9 2 0,-2 6-2 0,2-6 5 16,0 0 3-16,-2 7 1 0,2-7 4 0,0 0-5 15,0 0-4-15,0 0-8 0,-5 3-5 0,5-3-8 16,0 0-2-16,0 0-5 0,0 0-2 0,-13-12-7 15,11 7-3-15,2 5-4 0,-3-12-3 0,1 4-2 16,4-2-5-16,-1 1-1 0,3-2-2 0,1 1-2 16,2-4 0-16,1-1-5 0,2 4-1 0,1-2-2 15,-2 4 1-15,8-1-2 0,-2 0 2 0,3 3-7 16,1 0 7-16,-1 4-3 0,1 2-2 0,-1 0 1 16,3 2-1-16,-4 3 0 0,1 2-3 0,-1 2 2 15,-2-1 1-15,0 3-3 0,-5-1 1 0,1 1 3 16,-2 0-4-16,-4 1 1 0,0 0 1 0,-1 0-2 15,0-1 3-15,-1-1-2 0,-2-1 2 0,-1-3 0 16,0-5 2-16,-1 13 1 0,-2-9-2 0,3-4 4 16,-5 6 0-16,5-6 1 0,-8 2 0 0,8-2 1 15,0 0 0-15,0 0-2 0,0 0-3 0,-15-9 0 16,14 3 3-16,1 6-2 0,0-15 4 0,2 5-6 16,1-2-3-16,3 0 4 0,2-3-1 0,1-2-1 0,3 1 0 15,5-5 1-15,-2 7-2 0,2-6-1 16,-1 9 3-16,1 1-4 0,1 1 2 0,-1 1-3 15,-1 2 1-15,-3 3 0 0,0 2 2 0,0 2-2 16,-1 1-1-16,0 2 0 0,-2 1-1 0,0 2 2 16,-2 1-1-16,-2 3 1 0,0-1-2 0,-3 3 2 0,0-1-1 15,-1 4 0-15,-4-1-13 0,2-4-19 16,-4 6-34-16,0-5-37 0,0 1-39 0,-2 0-65 16,-2-3-152-16,1 0-393 0,3-4 175 0</inkml:trace>
  <inkml:trace contextRef="#ctx0" brushRef="#br0" timeOffset="-121208.99">21319 11086 11 0,'4'-6'219'0,"-4"6"-27"0,5-3-17 0,-5 3-11 0,0 0-8 15,0 0-11-15,0 0-4 0,-3 18-15 0,3-18-8 16,-5 18-12-16,3-8-12 0,-4 2-4 0,3-1-10 15,-1 0-8-15,0 0-12 0,0-2 3 0,0 1-7 16,2-4-7-16,-2 4-4 0,1-6-4 0,3-4-3 16,-2 10-4-16,2-10 2 0,-4 7 3 0,4-7 10 15,0 0-3-15,0 0-3 0,0 0-10 0,0 0 1 16,0 0-5-16,0 0-1 0,-5-20-3 0,5 11-4 16,1-1 1-16,0-2-4 0,2 1-2 0,0-5 0 15,-1-1-2-15,5 2 1 0,-2-2-7 0,2-2 1 16,3-4-2-16,-2 7 1 0,2-3-3 0,2-2-2 15,-1 5 4-15,2 0-3 0,-3 3 1 0,2 0 0 16,-1 4-1-16,-2 1-4 0,-1 1 4 0,2 3-3 16,-3 1-5-16,-7 3 1 0,11 0 3 0,-11 0 2 15,15 7-2-15,-9 2 3 0,0 0-1 0,2 4 10 16,-1 3-2-16,-3-1 2 0,-1 2-3 0,-1 0 1 16,1-1 0-16,-1 1-4 0,0 0 2 0,0 1 2 15,0-2-3-15,-2-4 1 0,1 0-3 0,-2 0 0 16,2 1-2-16,-1-2 2 0,1 0-1 0,-1-4-4 15,0 1-18-15,0-8-14 0,-2 12-26 0,0-6-23 0,2-6-27 16,-2 9-27-16,2-9-29 0,-5 8-39 0,-1-6-156 16,6-2-390-16,-15 0 173 0</inkml:trace>
  <inkml:trace contextRef="#ctx0" brushRef="#br0" timeOffset="-121055.65">21300 11152 38 0,'0'0'170'0,"-5"-5"-9"0,5 5-2 0,0 0-9 0,0 0-15 16,0 0-11-16,0 0-15 0,0 0-1 0,11-10-23 16,-1 9-12-16,3 1-30 0,0 0-38 0,5-1-39 15,-2 1-45-15,3 0-37 0,-2-2-73 0,2 1-204 16,-6-2 90-16</inkml:trace>
  <inkml:trace contextRef="#ctx0" brushRef="#br0" timeOffset="-115416.66">18951 5483 2 0,'0'0'5'0,"0"0"-4"0,0 0 1 0,0 0 1 0,0 0-2 15,0 0 4-15,0 0 1 0,0 0-3 0,0 0-1 16,0 0 1-16,0 0 3 0,0 0-2 0,0 0-1 16,0 0 1-16,0 0-5 0,0 0 5 0,0-8-1 15,0 8-3-15,0 0 0 0,0 0 3 0,0 0-2 16,0 0 0-16,0 0 2 0,0 0-3 0,0 0 0 15,0 0 2-15,0 0-3 0,0 0 3 0,0 0-1 16,0 0 1-16,0 0-1 0,0 0-2 0,0 0 1 16,0 0 6-16,0 0-7 0,0 0-1 0,0 0 1 15,0 0 1-15,0 0 1 0,0 0 2 0,0 0-1 16,0 0 0-16,0 0-3 0,0 0 0 16,0 0 5-16,0 0 1 0,0 0-6 0,0 0 0 0,0 0 3 15,0 0-2-15,0 0-1 0,0 0-4 0,0 0 7 16,0 0-5-16,0 0 1 0,0 0 8 0,0 0-6 15,0 0 1-15,0 0-1 0,0 0-1 0,0 0 2 16,0 0-2-16,0 0 3 0,0 0-3 0,0 0 0 16,0 0-1-16,0 0 2 0,0 0-1 0,0 0-1 15,0 0 1-15,-5-7 1 0,5 7-3 0,0 0 2 16,0 0-5-16,0 0 1 0,0 0-6 0,0 0-11 16,0 0 5-16</inkml:trace>
  <inkml:trace contextRef="#ctx0" brushRef="#br0" timeOffset="-81295.49">8147 13098 48 0,'0'0'84'0,"0"0"-8"0,0 0-1 0,0 0-6 0,-13-19 0 15,13 19-2-15,-6-3-6 0,6 3 1 0,-9-1 1 16,9 1-12-16,-12-2 5 0,12 2-2 0,-9-2-5 16,9 2 0-16,-13 0-3 0,13 0 4 0,-14-2-3 15,9 1 0-15,5 1 3 0,-11-1-7 0,11 1-1 16,-12-1-7-16,12 1 4 0,-10-3-8 0,10 3 2 16,-13 2-8-16,13-2 3 0,-11 0-8 0,11 0 4 15,-12 1-9-15,12-1 6 0,-14 1-7 0,14-1 5 16,-7 0 4-16,7 0-4 0,-8 1-4 0,8-1 1 15,0 0 1-15,0 0-4 0,-10 1 0 0,10-1 4 16,0 0-3-16,0 0-1 0,0 0-5 0,0 0 3 16,0 0-1-16,0 0-5 0,0 0 4 0,0 0-8 15,0 0 4-15,0 0 0 0,0 0 5 0,0 0-3 16,0 0-2-16,0 0 6 0,27 0-7 0,-19 2 0 16,-8-2 1-16,18-2-1 0,-7 1 3 0,1 0 1 15,1-3 1-15,4 0-3 0,-1-2 2 0,3 2-1 16,2 1 0-16,2-7 1 0,5 5-2 0,-6 3 2 15,-1-2-5-15,0 1 7 0,1 0-7 0,1 1-2 16,-4-1 2-16,4 1 6 0,-4 1-4 0,-2-1 1 16,-2 1-4-16,-3 1-2 0,0-3-4 0,0 3-9 15,-2 0-15-15,-1 0-8 0,-1-1-19 0,-8 1-23 16,12-1-23-16,-12 1-30 0,12-2-119 0,-12 2-270 16,0 0 120-16</inkml:trace>
  <inkml:trace contextRef="#ctx0" brushRef="#br0" timeOffset="-80711.42">8206 13025 57 0,'0'0'120'0,"0"11"4"0,0-11-13 16,3 15-8-16,-1-6-2 0,-2 3 2 0,0 0-6 15,1 5 2-15,1 0-4 0,0 1-5 0,-2-1-2 16,0 6-10-16,0 2-9 0,-2-4-4 0,2 4-4 16,-1-1 12-16,-1 0-9 0,-1-5-9 0,1 6-2 15,0-7-3-15,-1-3-9 0,1 3 0 0,2-7-6 16,-1 6 1-16,0-5-6 0,1 2-2 0,-2-3-2 15,2 0-1-15,0-2-3 0,0 1-4 0,-1-2 4 16,0-1-9-16,1-7 2 0,-1 9 0 0,1-9-3 16,-2 8 1-16,2-8-3 0,0 0 2 0,0 0-1 15,2 10 1-15,-2-10-4 0,0 0 1 0,0 0 2 16,-4 7-4-16,4-7-1 0,0 0 1 0,0 0-2 16,-8 2 1-16,8-2-1 0,-10 0 0 0,10 0-2 15,-12 0 3-15,12 0-11 0,-14-2-1 0,14 2-4 16,-14-1 4-16,14 1-6 0,-16 0 7 0,8-2-4 15,0 4 1-15,8-2 4 0,-19 1-4 0,11 0 1 16,-1-1 2-16,-2 1-1 0,3 0 3 0,8-1-1 16,-13 0-1-16,13 0 6 0,-10 3-5 0,10-3 4 15,0 0 6-15,-9-1 1 0,9 1-2 0,0 0-3 16,0 0-1-16,0 0-2 0,0 0-1 0,0 0 7 16,0 0 5-16,0 0 5 0,0 0 3 0,25 6-1 15,-14-4 4-15,3-2-2 0,-1-2-1 0,6 1 2 16,2 2-3-16,-2-2-4 0,4 0 2 0,-4 1-3 15,1-2-22-15,1 4-23 0,-2-4-28 0,0 1-33 16,3-2-22-16,-3 3-29 0,-1-3-25 0,2 2-123 16,-3-2-316-16,-4 1 140 0</inkml:trace>
  <inkml:trace contextRef="#ctx0" brushRef="#br0" timeOffset="-80337.58">8655 13366 189 0,'0'0'188'0,"0"0"-9"0,0 0-14 15,0 0-16-15,0 0-16 0,0 0-6 0,0 0-12 16,0 0-9-16,0 0-11 0,0 0-7 0,-24 16-5 16,15-8-8-16,0 0-2 0,0 1-3 0,0-1-8 15,2 0-11-15,-1 1 0 0,0-2-7 0,3 1-2 16,1 1-7-16,1-3-4 0,1 0 0 0,1 1-7 15,1-7 0-15,4 15 1 0,-3-8-4 0,6 1-3 16,-1-1 2-16,1 0-6 0,1 1-2 0,0-2 1 16,1 1 1-16,0 0-5 0,0-2 0 0,-4 0-2 15,1 1-3-15,-1-1 0 0,-1-1 3 0,0 3-4 16,-4-7 1-16,5 7 1 0,-2 0 0 0,-3-7 3 16,0 9 6-16,0-9-4 0,-5 9 6 0,1-3-1 15,-4 0-1-15,-1-2-1 0,-1 3-2 0,0 0 0 16,-4-4-2-16,1 2 0 0,0 0-5 0,-4 0-23 15,3-1-21-15,2-1-32 0,0-1-27 0,-2-1-54 16,4 1-26-16,-2-2-154 0,12 0-361 0,-14-3 160 16</inkml:trace>
  <inkml:trace contextRef="#ctx0" brushRef="#br0" timeOffset="-79573.27">9195 13622 154 0,'3'8'169'0,"-3"-8"-3"0,0 0-9 15,0 0-14-15,-10 17-10 0,10-17-13 16,-3 8-14-16,3-8-4 0,-3 8-1 0,3-8-1 15,-4 5 1-15,4-5-1 0,-6 7-5 0,6-7-1 0,-8 4 4 16,8-4 4-16,-6 1 4 0,6-1-6 0,0 0-5 16,0 0-8-16,-13-1-8 0,13 1-9 15,-7-6-7-15,7 6-3 0,-6-7-6 0,2 1-6 16,4 6-5-16,-5-10-3 0,1 4-4 0,2-1 0 16,2 7-8-16,-3-16-4 0,4 6-2 0,-1 0 2 0,-1-1-5 15,4 0 0-15,1 0-5 0,0-2 0 16,-1 2-6-16,4 0 1 0,2-3-3 0,1 3-1 15,1 2 2-15,0 2-5 0,3-3 0 0,-3 5-1 16,2 3-2-16,1 0-1 0,-1 1 1 0,-3 4-2 0,4-2 1 16,-2 4 1-16,0 0-4 0,-1 2 3 0,-2 0-1 15,1 4 1-15,0 1 1 0,-4-4 1 0,2 2-4 16,0-1 3-16,-3 1 0 0,0-1 0 0,0-2-1 16,-1 0 3-16,-3-1-2 0,2-1 2 0,-3-5 1 15,1 8 1-15,-1-8 0 0,0 0 5 0,1 11 12 16,-1-11-5-16,0 0 1 0,3 5 2 0,-3-5-2 15,0 0 3-15,0 0-6 0,0 0-2 0,0 0 0 16,0 0 0-16,-13-20-6 0,13 20 2 0,-1-13-2 16,2 3-3-16,3-1-2 0,-2 1-2 0,5 0-1 15,0-3-5-15,1 4-1 0,2-1 3 0,3-1-2 16,1 2 4-16,-1 2-6 0,1-1 1 0,-1 6 1 16,-2 0 2-16,2 4-2 0,0-2-3 0,-2 4 2 15,1 0 0-15,1 2 0 0,-4 2 1 0,-2 2 0 16,2-3 0-16,-2 3 2 0,-2 1 0 0,1 1 1 15,-3-1 3-15,-1 0-3 0,2 1 1 0,-3-3-2 16,0 2-19-16,1 0-20 0,-4 0-28 0,1-3-48 16,1-8-46-16,-5 17-43 0,3-10-207 0,-1 0-451 15,3-7 200-15</inkml:trace>
  <inkml:trace contextRef="#ctx0" brushRef="#br0" timeOffset="-79161.23">9826 13482 59 0,'0'0'202'15,"-5"-2"-16"-15,5 2-10 0,0 0-9 0,0 0-12 0,-20 11-3 16,12-4-13-16,0 2-13 0,-1 0-11 0,-1 3-11 16,0 1-13-16,3-2-6 0,-1-1-11 0,0 4-6 15,3-4-9-15,2 2-1 0,0-5-8 16,1 3-5-16,2-2-3 0,0-8-6 0,2 11-2 0,1-5-2 15,0-2-1-15,-3-4-4 0,7 6-1 0,-1-3-1 16,-6-3-3-16,12 1-2 0,-12-1 1 0,12-4-4 16,-7 1 2-16,0-1-3 0,1-2-3 0,-2 0 3 15,0 0 1-15,-1 0 4 0,-2-4-3 16,-1 10-3-16,2-14-3 0,-2 5 2 0,0-1-1 0,0 3 1 16,0-2 14-16,0 9 3 0,0-10 4 0,0 10 3 15,2-10-9-15,-2 10-3 0,0 0-3 0,0-7-7 16,0 7-1-16,0 0 2 0,0 0-1 0,0 0 3 15,16 12 4-15,-8-5 0 0,-3 0-4 0,2 2-2 16,-2-1-2-16,2 1 0 0,0-1-3 0,0 1 1 16,-1 2-1-16,2-2 0 0,0 1-4 0,1 1-17 15,-1-3-30-15,0 1-21 0,0-1-35 0,0-3-25 16,-3 1-40-16,3-3-28 0,-8-3-39 0,9 9-139 16,-9-9-397-16,6 3 175 0</inkml:trace>
  <inkml:trace contextRef="#ctx0" brushRef="#br0" timeOffset="-78957.69">9985 13497 36 0,'0'0'186'0,"0"0"-9"0,15 4-4 16,-15-4-2-16,9 8-8 0,-4-3-11 0,1 2-14 15,2 0-9-15,0 0-15 0,-1 2-8 0,0-1-10 16,0 0-10-16,-2 0-5 0,3 0-10 0,-1-1-10 15,-4 1-23-15,5-1-26 0,-8-7-31 0,9 10-38 16,-9-10-27-16,6 7-20 0,-6-7-24 0,7 7-12 16,-5-5-103-16,-2-2-264 0,0 0 117 0</inkml:trace>
  <inkml:trace contextRef="#ctx0" brushRef="#br0" timeOffset="-78776.63">10129 13519 43 0,'-1'-7'201'0,"1"7"-11"15,0 0-19-15,0 0-14 0,0 0-6 0,-6-4 8 16,6 4 1-16,0 0 1 0,-19 18-6 0,12-9-6 16,-7 6-8-16,1-3-5 0,-2 2-10 0,-6 5-16 15,5-6-8-15,-5 4-10 0,-1 2-13 0,2-1-6 16,3 2-22-16,1-7-32 0,0 0-43 0,2 0-48 16,0-2-64-16,4-4-55 0,2 1-177 0,1 0-398 15,3-2 177-15</inkml:trace>
  <inkml:trace contextRef="#ctx0" brushRef="#br0" timeOffset="-78493.53">10986 13447 33 0,'0'0'238'16,"0"0"-8"-16,0 0-8 0,0 0-10 0,0 0-17 15,0 0-16-15,0 0-13 0,0 0-22 0,0 0-9 16,0 0-11-16,0 0-7 0,0 0-8 0,0 0-9 16,32 0-8-16,-17 0-12 0,-2 0-6 0,6 3-11 15,0 1-28-15,-3-1-34 0,-2-2-42 0,-1 0-30 0,1 2-44 16,-4-1-35-16,1 0-41 0,-3 1-140 0,-2-1-357 15,-6-2 158-15</inkml:trace>
  <inkml:trace contextRef="#ctx0" brushRef="#br0" timeOffset="-78333.88">10969 13568 121 0,'-6'1'180'0,"6"-1"-1"16,-6 7-6-16,6-7-3 0,-3 5-5 0,3-5-11 15,0 0-15-15,18 8-12 0,-6-7-9 0,5 2-11 16,3-1-24-16,3-1-46 0,6 1-64 0,5-4-62 16,0 1-185-16,-3-3-295 0,-1 1 131 0</inkml:trace>
  <inkml:trace contextRef="#ctx0" brushRef="#br0" timeOffset="-73661.72">12397 13175 55 0,'-6'0'134'16,"6"0"-3"-16,-14-2-4 0,7 1 0 0,7 1-5 15,-12 0-9-15,12 0-8 0,-9-1-8 0,9 1-8 16,0 0-7-16,0 0-5 0,-9-3-2 0,9 3-4 15,0 0-6-15,0 0-1 0,0 0-2 0,0 0 5 16,0 0-6-16,32-6-2 0,-13 2-3 0,13 2-7 16,1-1-5-16,4-6-7 0,14 2 0 0,-1 0-5 15,-10 2-10-15,-6 1-19 0,-3 0-19 0,1 2-33 16,-3 1-37-16,-9 0-15 0,-3-1-28 0,-4 2-24 16,0 0-103-16,-6 0-275 0,-7 0 122 0</inkml:trace>
  <inkml:trace contextRef="#ctx0" brushRef="#br0" timeOffset="-73242.71">12632 13111 101 0,'-8'4'140'0,"8"-4"-1"16,-3 7 7-16,3 1 7 0,-4-1-11 0,4 7-8 15,-2 1-5-15,0 6-8 0,2 0-8 16,-1 4-6-16,-4 2-6 0,5 1-6 0,2-1-5 0,-2-1-4 15,1-1-8-15,2-1-5 0,-3-6-8 0,2 1-4 16,-4-1-7-16,6 0-3 0,-4 1-6 16,0-2-2-16,0 0-4 0,4-2-2 0,-4 1-8 15,-2-4 0-15,2 0 2 0,-2-2-6 0,2-1-4 16,0-1-1-16,0-8-2 0,0 13 0 0,-4-7-1 0,4-6-5 16,-1 8 1-16,1-8 3 0,-3 6-4 0,3-6 0 15,-4 5 0-15,4-5-3 0,0 0-1 16,-8 4-3-16,8-4-3 0,-7 0-2 0,7 0-3 15,0 0 3-15,-16-3-1 0,16 3 0 0,-7-3-1 0,7 3 0 16,-9-2-1-16,9 2 4 0,-9-1-1 0,9 1-6 16,0 0 6-16,0 0-6 0,0 0 3 15,0 0-3-15,-9-2 1 0,9 2 1 0,0 0 0 16,0 0-2-16,0 0 4 0,0 0 2 0,0 0 0 0,0 0-1 16,0 0 4-16,25 5-3 0,-16-5 0 0,2 0-1 15,2 0-3-15,6 0-2 0,-2-3-20 0,6 2-41 16,-2-2-39-16,8 0-44 0,-9 1-28 0,2-3-167 15,1 2-372-15,-4-3 166 0</inkml:trace>
  <inkml:trace contextRef="#ctx0" brushRef="#br0" timeOffset="-72936.39">12938 13505 77 0,'0'0'157'0,"0"0"2"0,0 0-6 15,0 0-10-15,22 3-9 0,-22-3-7 0,16 4-10 16,-2-2-9-16,-4 2-8 0,1 0-11 0,3-2-6 16,-3 4-7-16,-1-2-8 0,-1 1-7 0,-1 1-4 15,-1-1-5-15,-2 2-4 0,-3-1-5 0,-1 3-3 16,-1-2-2-16,-1 3 2 0,-6-1 0 0,0 2 0 16,-1 3-2-16,-3-1 5 0,-3 0 0 0,1-2-2 15,-4 1 4-15,2-2-5 0,4-2-3 0,2 0-1 16,0-2-2-16,5-1 2 0,-4 0-8 0,6-1 0 15,-2 1 3-15,4-5-1 0,-3 8-3 0,3-8-3 16,0 0 1-16,9 10-3 0,3-10-2 0,5-2-1 16,4 0-5-16,10-3-22 0,-1 1-28 0,3-1-41 15,1 0-58-15,-1 1-57 0,3-2-186 0,-4-1-408 16,1 0 180-16</inkml:trace>
  <inkml:trace contextRef="#ctx0" brushRef="#br0" timeOffset="-72229.98">13482 13665 101 0,'0'0'169'0,"0"0"-13"15,0 0-7-15,0 0-6 0,0 0-5 0,4 14-12 16,-4-14-8-16,0 10-7 0,0-10-8 0,-4 12-9 16,4-2-5-16,-1-4 5 0,1-6-5 0,-4 14-4 15,2-11-9-15,2-3-2 0,-3 10-3 0,3-10-2 16,-2 7 4-16,2-7 5 0,-2 7 6 0,2-7 5 0,0 0 7 15,0 0-2-15,0 0-4 0,0 0-7 0,0 0-9 16,0 0-3-16,0 0-6 0,0 0-2 16,-14-13-8-16,14 13-6 0,-2-9-2 0,0 3-5 15,2 6-7-15,0-17-4 0,0 9 0 0,2-2-4 0,0 0-5 16,5 0-2-16,-1 0-2 0,-3-1-2 16,6 1-3-16,-2 2 0 0,-1-1-3 0,3 5 0 15,3-4-7-15,-5 5 3 0,3 0-3 0,2 1-3 16,1 2 2-16,-1 1 1 0,1 2 1 0,-2 3-5 15,5 2-1-15,-7 1 0 0,2 0 1 0,-1-1 0 0,0 4-3 16,-1-2 3-16,-4 1-3 0,2 2 2 0,-1-3 2 16,-1 5 2-16,-1-3-1 0,0-2 1 15,-3 1-3-15,2-3 8 0,-3 0-3 0,0-2 1 16,0-6 2-16,0 0 6 0,0 12-5 0,0-12 1 0,0 0-3 16,0 0 3-16,0 0 4 0,0 0-5 0,0 0-1 15,0 0 4-15,-12-23-7 0,12 14 2 0,4-1-2 16,-2-3 2-16,6-1-2 0,1-2 3 0,3-1-5 15,-2 3 3-15,-1-1-5 0,4 0-2 16,-1-1 6-16,1 3-3 0,3 3-1 0,-3 0-1 0,-2 2-4 16,3 3 0-16,-3 1-1 0,-1 2 0 0,1 2 0 15,-1 0 0-15,0 2-1 0,-1 3-1 0,0 2 2 16,-1 2 3-16,0 0-2 0,-2 2 3 0,1 5 1 16,-3-6 2-16,0 1-4 0,1-1-1 0,-2 2 0 15,1 0 5-15,-1 0-3 0,-3 1-4 0,2 3-14 16,-2-5-25-16,2 2-32 0,-2-4-40 0,0 1-37 15,0-3-49-15,0-7-40 0,0 11-202 0,0-11-481 16,0 8 213-16</inkml:trace>
  <inkml:trace contextRef="#ctx0" brushRef="#br0" timeOffset="-71825.55">14184 13643 17 0,'0'0'210'0,"-5"-11"0"0,5 11-8 0,0 0-8 0,-9-2-11 16,9 2-11-16,0 0-12 0,-20 10-5 0,13-3-16 16,-3 0-10-16,1 1-13 0,-1 5-9 0,-1-2-9 15,1 0-11-15,4-1-8 0,-2 0-12 0,3-1 0 16,3 2-11-16,-2-1 0 0,2-2-9 0,2 0-7 16,0 1-1-16,4-2-4 0,0-1-4 0,1-2-4 15,1-1 0-15,-6-3-6 0,14 2-2 0,-14-2-6 16,17-3-4-16,-7-1-5 0,-1 1 7 0,0-4-7 15,-5 3 2-15,6-1-1 0,-4-2-1 0,0-1 2 16,-3-1 0-16,-1 1 1 0,3-1-3 0,-1 2-1 16,-1-4 4-16,-1 1-5 0,0 1 2 0,0 1-3 15,0 2 1-15,-2 6-2 0,1-13 2 0,-1 13 8 16,2-6-10-16,-2 6 0 0,0-7-2 0,0 7-2 16,0 0 7-16,0 0 3 0,0 0 5 0,0 0 3 15,13 18 0-15,-8-7-3 0,0-4-1 0,-1 4 3 16,2-1-2-16,-1 1 1 0,-1-1-1 0,5 1-3 15,-4 0 0-15,2 0-1 0,-1-1-5 0,1-1-16 16,0 0-26-16,2-3-24 0,1 0-36 0,-4-2-35 16,5 0-30-16,-6 0-37 0,3-4-185 0,-8 0-417 15,0 0 185-15</inkml:trace>
  <inkml:trace contextRef="#ctx0" brushRef="#br0" timeOffset="-71621.84">14386 13604 104 0,'0'0'197'0,"0"0"-17"0,0 0-2 16,0 0 6-16,0 0 3 0,0 0-12 0,0 0-6 15,0 0-14-15,16 22-7 0,-9-14-17 0,-2 1-14 16,1 1-5-16,1-1-14 0,2 1-8 0,-2-3-7 16,2 1-12-16,0 3-6 0,4-2-15 0,-4-1-32 15,2-2-33-15,-4-1-38 0,2 0-43 0,-2 0-39 16,0-2-40-16,-1-1-24 0,-6-2-108 0,7 6-332 15,-7-6 147-15</inkml:trace>
  <inkml:trace contextRef="#ctx0" brushRef="#br0" timeOffset="-71436.3">14535 13619 78 0,'0'0'214'0,"0"0"9"16,0 0 5-16,-16 12-1 0,9 0 8 0,0-4-12 15,-4 6-13-15,-7 5-20 0,5-5-12 0,-5 6-16 16,1 3-14-16,-2-1-16 0,1 0-15 0,0-3-10 16,-2 0-16-16,7-6-42 0,1 1-44 0,-1-1-72 15,4-4-73-15,1-2-73 0,-2 0-187 0,3 1-433 16,3-4 192-16</inkml:trace>
  <inkml:trace contextRef="#ctx0" brushRef="#br0" timeOffset="-70703.25">15136 13562 24 0,'0'0'168'0,"0"0"-11"0,0 0-5 0,-8-3-9 16,8 3-5-16,0 0-6 0,0 0-1 0,0 0-8 15,-11 1-1-15,11-1-2 0,0 0-4 0,0 0-1 0,-9 2-4 16,9-2-2-16,0 0 3 0,0 0-13 0,0 0-2 16,-10 0-8-16,10 0-1 0,0 0-5 0,0 0-1 15,-9 0-6-15,9 0-1 0,0 0-4 16,0 0 0-16,0 0-9 0,0 0-3 0,0 0-1 16,-11 0-3-16,11 0-11 0,0 0-3 0,0 0-9 0,0 0 3 15,0 0-5-15,0 0-1 0,0 0-5 0,0 0-2 16,39 0-1-16,-18-2-2 0,-1 2-1 0,8-1 2 15,-7 1-4-15,7-2-2 0,0 2-1 0,1-2 1 16,-2 1-1-16,2 1 1 0,-2 0-5 0,0 0 2 16,-4 1-4-16,-4 1 2 0,-1-2-5 0,0-2 4 15,-4 2 1-15,-3 0-6 0,2 2 2 0,-3-1-2 16,-2-1-3-16,1 1 4 0,-9-1-3 0,11 0 3 16,-11 0-2-16,8 0-1 0,-8 0 2 0,0 0-1 15,11 0 0-15,-11 0 1 0,0 0 0 0,0 0-1 16,8-2-7-16,-8 2 2 0,0 0-8 0,0 0-3 15,0 0-16-15,0 0-7 0,0 0-19 0,0 0-18 16,0 0-22-16,0 0-34 0,0 0-24 16,-24 7-42-16,24-7-29 0,-14 4-196 0,2-3-454 0,0-1 201 15</inkml:trace>
  <inkml:trace contextRef="#ctx0" brushRef="#br0" timeOffset="-68099.29">15366 13454 37 0,'0'0'101'0,"0"0"-3"0,2-7-13 15,-2 7 10-15,0 0-5 0,3-6 4 0,-3 6-2 16,0 0-5-16,0 0-3 0,0 0 8 0,0 0-8 16,0 0 7-16,0 0-4 0,4-7-1 0,-4 7-4 15,0 0 0-15,0 0-4 0,0 0-2 0,0 0 11 16,0 0-10-16,0 0-5 0,0 0-6 0,0 0-9 16,0 0-3-16,0 0-10 0,0 0-6 0,0 0-6 15,0 0 1-15,0 0-2 0,0 0 6 16,0 0 5-16,9 15-5 0,-8-8 3 0,2 3 0 0,-1-1 3 15,1 3 4-15,-1 0 3 0,1 0-2 0,-2 3-5 16,0 2 0-16,-1-6-5 0,2 4-2 0,-2-1 1 16,1 3-7-16,-1-2 0 0,1-3 3 0,-1 4 0 15,0-4-4-15,0 1-1 0,2-2 0 0,-2 1-1 16,0 1-5-16,0-2-3 0,0-1 2 0,0 1-3 16,2 0-1-16,-1-2 0 0,-1 1-3 0,2 0 3 15,-2 0-6-15,0-1 0 0,1-2-1 0,-1 2-2 16,0-9-9-16,0 11-30 0,0-11-25 0,-1 8-34 15,1-8-24-15,-2 7-43 0,2-7-28 0,0 0-39 16,0 0-169-16,-3 7-426 0,3-7 188 0</inkml:trace>
  <inkml:trace contextRef="#ctx0" brushRef="#br0" timeOffset="-67815.61">16066 13283 149 0,'0'0'202'16,"-4"-7"-7"-16,4 7-13 0,0 0-18 0,0 0-12 15,0 0-16-15,0 0-12 0,0 0-11 0,8-5-4 0,-8 5-11 16,18 1-3-16,0-1-4 0,4-1-5 0,6-1-10 15,4 2-6-15,1 0-7 0,1 0-6 16,0 0-6-16,-2-1-3 0,-9 1-17 0,-4 0-26 16,0 0-33-16,1-2-32 0,-7 4-35 0,-1-2-29 0,-1 0-34 15,-4 0-148-15,-7 0-331 0,10-2 147 0</inkml:trace>
  <inkml:trace contextRef="#ctx0" brushRef="#br0" timeOffset="-67387.49">16264 13286 10 0,'0'0'154'0,"0"0"9"15,-2 10 25-15,-1-5-20 0,3 6-6 16,-1 2-6-16,2 3 2 0,-3 1-12 0,0 1-4 0,0 2-9 16,2-1-10-16,-4 0-5 0,4 1-2 15,0 1-11-15,-1-3-5 0,-2 1-11 0,3-1-9 16,-1-1-5-16,2 0-8 0,2-2-8 0,-6 1-4 15,7-6-7-15,-3 3-1 0,2-2-6 0,-3-1-2 0,0-3-6 16,1 0-2-16,0 2-6 0,-1-9-1 0,4 11-1 16,-4-5 0-16,0-6-5 0,3 8-1 0,-3-8 0 15,1 8 0-15,-1-8 0 0,0 0-3 0,0 0-1 16,-1 8 0-16,1-8-9 0,0 0-4 16,0 0-7-16,-12 0-1 0,12 0-2 0,0 0 1 0,-18-4 2 15,18 4 1-15,-10-2 0 0,10 2 0 16,-10-5 4-16,4 4-2 0,6 1 0 0,-9-2-1 0,9 2-1 15,-8-3 3-15,8 3 0 0,0 0-1 0,0 0-3 16,-11-2 1-16,11 2 0 0,0 0 3 0,0 0-6 16,0 0 4-16,0 0 7 0,0 0-5 0,0 0 0 15,0 0 0-15,0 0 1 0,0 0 3 0,26 3-1 16,-13-3 0-16,2 3-2 0,-2-2-15 0,5-2-28 16,2 1-34-16,-1 1-28 0,1-1-32 0,0-2-25 15,0 2-26-15,-1-2-13 0,-4 1-123 0,-1-1-352 16,3 0 156-16</inkml:trace>
  <inkml:trace contextRef="#ctx0" brushRef="#br0" timeOffset="-67100.31">16572 13586 99 0,'3'-9'191'0,"-3"9"-1"16,0 0-9-16,1-6-12 0,-1 6-18 0,0 0-13 15,0 0-10-15,0 0-10 0,0 0 3 0,0 0 1 16,0 0 9-16,7 23 16 0,-7-13-2 0,0-1-14 15,0 3-9-15,0 0-12 0,0-2-8 0,0 1-10 16,0-1-4-16,-2 2-9 0,2-1-5 0,2-1-2 16,-2 0-6-16,0 1-7 0,2 1 1 0,-1-3-9 15,-1-1-1-15,2 2-2 0,-1-3-10 0,1-2 5 16,-2-5-5-16,3 12-2 0,0-7 6 0,-3-5-8 16,5 8-3-16,-1-5 0 0,-4-3 0 0,11 4 5 15,-5-2-10-15,5-2-1 0,4-2-5 0,-3-1-3 16,0 1-27-16,8-4-18 0,-4 1-34 0,2-2-33 15,0 2-48-15,-4 3-44 0,2-4-46 0,0 0-45 16,-5 2-164-16,1 2-477 0,3-4 211 0</inkml:trace>
  <inkml:trace contextRef="#ctx0" brushRef="#br0" timeOffset="-66359.46">16851 13757 112 0,'0'0'145'0,"0"0"3"0,13 5-16 0,-13-5-16 16,3 7-1-16,1-3-8 0,-4-4 0 0,3 11-8 15,-2-5-4-15,1 1-12 0,0-2-4 0,-2-5-7 16,1 12-3-16,1-8 6 0,-2-4 3 0,2 9 4 16,-2-9 4-16,0 0 11 0,0 9 12 0,0-9 6 15,0 0 12-15,0 0-2 0,0 0-9 0,0 0-9 16,0 0-6-16,0 0-7 0,0 0-7 0,0 0-6 15,0 0-8-15,0 0-2 0,-10-22-9 0,10 22-3 16,0-17-9-16,0 9-4 0,0-2-5 0,3 0-7 0,-1 2-2 16,1-3-2-16,2 2-1 0,-1-2-7 15,1-1-5-15,2 2 3 0,0 0-4 0,-1 2-2 16,4-2 0-16,-2 2-4 0,1 2-2 0,0 2 2 16,1 0-6-16,0 0-2 0,-1 4 2 0,3-3-2 15,-2 6-2-15,0 1 0 0,0 0-3 0,-1 2 3 0,2 1 0 16,0 0-3-16,-4 1 3 0,0 0 3 0,0 3 0 15,-1-2-6-15,-1 0 3 0,0 1-2 0,-1 0 4 16,-1-3-4-16,-2-2 2 0,2 2 1 16,-3-7 0-16,3 9 6 0,-3-9 3 0,2 6 10 0,-2-6-1 15,0 0 1-15,0 0-5 0,0 0-3 0,0 0 3 16,0 0 2-16,0 0-13 0,-22-9 11 16,18 3-6-16,-1-1 0 0,5 7 2 0,-4-10-1 15,3 2-2-15,1 8-4 0,1-16 0 0,2 8-3 16,2-2 3-16,0 1-3 0,3-2 3 0,-1 1 6 0,5 1-9 15,-3 1-6-15,2-1 11 0,1 4-10 0,-1 2 6 16,1-1-3-16,4-1 0 0,-4 5-3 0,2 0 0 16,-1 2 1-16,-1 2-1 0,-1 0-7 15,-2 1 7-15,2 1-2 0,-1 2 1 0,-3 0 1 0,0 1 0 16,2 0 4-16,-4 0-3 0,1-2 0 0,-1 2-3 16,-1-1 2-16,-1 1 3 0,0 1 3 0,-2 0-1 15,0 0-10-15,1 0-13 0,-1-4-18 16,-2 3-26-16,1-9-38 0,-4 12-38 0,0-6-39 15,2 1-44-15,2-7-34 0,-7 7-198 0,7-7-496 0,-6 3 220 16</inkml:trace>
  <inkml:trace contextRef="#ctx0" brushRef="#br0" timeOffset="-66132.11">17493 13668 153 0,'5'-6'211'0,"-5"6"-15"0,0 0-15 0,4-5-20 15,-4 5-14-15,0 0-8 0,0 0 3 0,0 0 3 16,0 0 4-16,5 18-3 0,-5-18-10 0,-2 12-10 16,2 0-10-16,0 0-11 0,2-1-7 0,-2 4-8 15,-2-3-11-15,2-2-4 0,-1 3-10 0,2 1-1 16,-2-3-8-16,0-1-4 0,1 0-8 0,-1 1-18 16,-1-2-35-16,0 1-24 0,2-3-35 0,-3-1-42 15,1 0-37-15,2-6-30 0,-4 10-47 16,-2-5-132-16,6-5-386 0,-8 4 172 0</inkml:trace>
  <inkml:trace contextRef="#ctx0" brushRef="#br0" timeOffset="-65965.13">17432 13501 117 0,'0'0'150'0,"0"0"-15"0,3-4-14 0,-3 4-14 0,0 0-47 16,0 0-45-16,5 17-41 0,-3-9-88 0,-2-8-122 16,3 15 54-16</inkml:trace>
  <inkml:trace contextRef="#ctx0" brushRef="#br0" timeOffset="-65670.3">17632 13836 48 0,'0'0'237'0,"2"5"-1"0,-2-5 1 0,0 0 3 16,0 0-7-16,0 0-6 0,0 0-19 0,0 0-15 15,0 0-13-15,0 0-17 0,14-14-15 0,-10 5-7 16,3-2-16-16,0-1-2 0,4-3-16 0,0-1-17 16,3 2-7-16,3-4-9 0,-1 4-8 0,2-3-7 15,-2 6-3-15,-2 1-11 0,-2 3-4 0,0 2-4 16,1 0-4-16,-6 4-7 0,4 1-1 15,0 1-4-15,-3 4 3 0,2-1 2 0,-1 3 3 0,-1 3-11 16,-2-1 1-16,-1 4 0 0,2 1 1 0,-2 2-7 16,0 2 0-16,-4 0 2 0,0 0-2 0,-2-2-3 15,1 0-28-15,-1 0-26 0,-1-5-42 0,-1 1-48 16,-1-1-53-16,0-2-67 0,3 0-246 0,-4-3-542 16,5-6 241-16</inkml:trace>
  <inkml:trace contextRef="#ctx0" brushRef="#br0" timeOffset="-29222.58">28900 4091 42 0,'0'0'109'0,"0"0"-11"16,11-6-16-16,-1 6-10 0,2-4-3 0,7 4-10 15,11-3-19-15,1 0-20 0,4 2-29 0,3 0-33 16,15-1-48-16,-16 0-98 0,18-1 43 0</inkml:trace>
  <inkml:trace contextRef="#ctx0" brushRef="#br0" timeOffset="-25923.43">7812 13566 67 0,'1'-9'93'0,"-1"9"-17"0,0 0-12 0,0 0-9 16,0 0 3-16,9-2-4 0,-9 2-23 15,0 0-8-15,0 0-23 0,14 5-22 0,-10 1-62 16,-4-6-90-16,4 5 41 0</inkml:trace>
  <inkml:trace contextRef="#ctx0" brushRef="#br0" timeOffset="-21290.44">9034 13777 30 0,'0'0'31'0,"0"0"-12"16,0 0-5-16,0 0-13 0,0 0-6 0,0 0-10 16,0 0-17-16,0 0 7 0</inkml:trace>
  <inkml:trace contextRef="#ctx0" brushRef="#br0" timeOffset="-6568.39">29022 6570 36 0,'0'0'65'0,"0"0"2"0,0 0-13 0,0 0-6 0,0 0 1 16,0 0-8-16,0 0-7 0,0 0 2 0,0 0-9 15,0 0 1-15,0 0-1 0,0 0-5 0,0 0-5 16,0 0 1-16,0 0-1 0,0 0-10 0,0 0-9 16,0 0-8-16,0 0-13 0,0 0-12 0,0 0-53 15,0 0-94-15,0 0 42 0</inkml:trace>
  <inkml:trace contextRef="#ctx0" brushRef="#br0" timeOffset="4804.26">17370 5841 8 0,'0'0'42'0,"0"0"-8"0,0 0 0 15,0 0 0-15,0 0 1 0,0 0-6 0,0 0-4 16,0 0 1-16,0 0-9 0,0 0 3 0,0 0-2 16,0 0 0-16,0 0-8 0,0 0 1 0,0 0-1 15,0 0 1-15,0 0-2 0,0 0 8 0,0 0 5 16,0 0-10-16,0 0-11 0,0 0 3 0,0 0 0 16,0 0-3-16,0 0 7 0,0 0-6 0,0 0-1 15,0 0-4-15,0 0 1 0,0 0 1 0,0 0 2 16,0 0 2-16,0 0-4 0,0 0-2 0,0 0 5 15,0 0-3-15,0 0-1 0,0 0 7 0,0 0-5 16,0 0 1-16,9-18 0 0,-9 18-1 0,0 0 0 16,0 0 4-16,0 0-7 0,0 0 6 0,0 0-3 15,0 0 3-15,0 0-3 0,0 0 11 0,0 0-12 16,0 0-6-16,0 0 2 0,0 0 1 0,0 0 1 16,0 0-1-16,0 0 2 0,0 0 5 0,0 0-1 15,0 0-5-15,0 0 8 0,0 0-8 0,0 0 2 16,0 0 3-16,2-5-5 0,-2 5 6 0,0 0-2 15,0 0 11-15,0 0-5 0,0 0-9 0,0 0 2 16,0 0 2-16,0 0-5 0,0 0-1 0,0 0-7 16,0 0-3-16,0 0-10 0,0 0-8 0,0 0-34 15,0 0-71-15,0 0 32 0</inkml:trace>
  <inkml:trace contextRef="#ctx0" brushRef="#br0" timeOffset="13352.77">9535 13985 70 0,'-8'-3'76'0,"8"3"-14"16,0 0-3-16,0 0-6 0,-9-3-7 0,9 3-13 16,0 0-19-16,0 0-21 0,0 0-17 0,0 0-40 15,-8 8-69-15,8-8 31 0</inkml:trace>
  <inkml:trace contextRef="#ctx0" brushRef="#br0" timeOffset="25974.53">8875 14613 43 0,'-9'0'130'0,"9"0"-10"0,0 0 3 0,0 0-6 0,0 0-6 15,0 0-6-15,0 0-18 0,0 0 9 0,0 0-12 16,0 0-5-16,27-5-6 0,-14 5-8 16,15-6 0-16,-8 4-3 0,11-3-3 0,0 0-3 15,3 2-9-15,1-3-1 0,2 0-8 0,0 0-7 16,0 0-13-16,-4 4-23 0,-2 2-31 0,-2-2-24 0,-8 0-23 16,0 2-17-16,-1-1-14 0,-8 1-96 15,1-2-227-15,-4 2 101 0</inkml:trace>
  <inkml:trace contextRef="#ctx0" brushRef="#br0" timeOffset="26408.37">9135 14663 113 0,'0'0'147'0,"-9"9"-6"0,4-4-2 0,-1 4-15 0,3 3 7 15,-3 2-3-15,3 4-2 0,-2 1-10 16,2 8-9-16,-3-1-3 0,2 2-7 0,-1 0-5 16,1 0-10-16,1-1-7 0,2 0-7 0,0-1-8 15,-4-1-7-15,3 0-4 0,2-1-5 0,-1-5-6 16,0-1 1-16,1-1-7 0,-1 0-4 0,-1-5 3 16,1 3-4-16,-2 3-7 0,1-7-1 0,1 2 0 0,-3-3 1 15,2 0-3-15,-1-1-2 0,0 0-1 16,-2-2 2-16,-1 1-5 0,-1-6-2 0,1 4 1 15,-3 0-3-15,1-3 1 0,1-1-3 0,-1-1 3 16,8-1 1-16,-18 0-3 0,10-1 0 0,1-1 0 16,7 2-1-16,-16-5 0 0,10 3-1 0,-1 0 1 0,7 2 2 15,-11-4 0-15,11 4 3 0,-6-2 3 16,6 2-5-16,-8-2-1 0,8 2-2 0,0 0-4 16,0 0 2-16,0 0 1 0,0 0-2 0,0 0-2 15,0 0 2-15,0 0 1 0,0 0-5 0,0 0 8 16,22 12-3-16,-12-10 2 0,3 1-2 0,5-1-15 15,1-1-17-15,1 0-38 0,7-1-22 0,5-1-48 16,-1 1-27-16,3-3-34 0,1 0-107 0,2 0-329 16,13-4 145-16</inkml:trace>
  <inkml:trace contextRef="#ctx0" brushRef="#br0" timeOffset="26788.57">9530 15166 46 0,'0'0'191'0,"-11"-1"-4"0,11 1-7 0,-7-2-11 16,7 2-15-16,0 0-15 0,0 0-13 0,-9-2-12 15,9 2-13-15,0 0-8 0,0 0-5 0,0 0-4 16,0 0-5-16,28-3-9 0,-15 2-7 0,0-2 4 16,0 1-15-16,0 2-2 0,1 0-6 0,-2-2-4 15,-3 2-7-15,0 0-1 0,-9 0 3 0,12 2-7 16,-12-2-4-16,8 4-1 0,-8-4-4 0,5 9 1 15,-5-3 0-15,0-6 2 0,-7 20-5 0,1-8 0 16,-4 3-2-16,-5 4 3 0,-1 2-2 0,-1 2 2 16,0 0-1-16,-3-1 2 0,2 0-2 0,-2-2 1 15,1-2-3-15,5-5 1 0,-1 0-5 0,5 1 6 16,2-3-6-16,1-3 2 0,0 4-1 0,2-3-2 16,0 0-3-16,2-1 4 0,1-1-2 0,2-7 4 15,-3 12-3-15,3-12 2 0,5 10-1 0,0-5 5 16,3-4-5-16,6-1 1 0,4 0-2 0,11 0 2 15,3-2-12-15,2-3-20 0,5-3-25 0,14-1-29 16,-1 1-38-16,0-5-44 0,2 6-54 0,-2 0-155 16,-16 0-395-16,15-5 175 0</inkml:trace>
  <inkml:trace contextRef="#ctx0" brushRef="#br0" timeOffset="27673.43">9941 15472 73 0,'0'0'121'0,"1"13"-13"16,1-8-5-16,-4 3-8 0,2 1 0 0,2 1-9 16,-4-1-13-16,2-9 3 0,-1 15-9 0,0-7-1 15,1-8-13-15,0 11 6 0,0-11 10 0,0 7 13 16,0-7 14-16,0 0 11 0,0 0-3 0,0 0-14 16,0 0-7-16,0 0-4 0,0 0-7 0,0 0-4 15,-13-16-6-15,12 6-11 0,0-1 4 0,2-1-10 16,-1-4 3-16,2 4-4 0,1-5-2 0,1 1-6 15,2 0 0-15,-1-1-6 0,2 0-2 0,2 1-4 16,3-2 2-16,-1 4-4 0,1 2-7 0,-3 2-3 16,3 2 1-16,-1 1-2 0,1 3-2 0,1 2-1 15,2 2-2-15,-4 2-2 0,2 4 3 0,0-1-2 16,1 3 1-16,-1 4-4 0,0 0 1 0,-5-3-2 16,0 2 7-16,-1-1-5 0,0 0-3 0,0-2 1 15,-2 4 0-15,0-5-1 0,0 0 7 0,-1-1-5 16,-3-2-2-16,-1-4 5 0,5 9 0 0,-5-9 4 15,4 4 6-15,-4-4 2 0,0 0 2 0,0 0-7 16,0 0-1-16,0 0 1 0,0 0-1 0,0 0 2 16,0 0-1-16,0 0 2 0,0 0-8 0,0-27 0 15,4 17 1-15,0 1-2 0,1-1-1 0,0 2 5 16,1-1-7-16,4 1-3 0,-2 1-1 0,1-1 1 16,0 2 0-16,-4 2-3 0,2 2 2 0,-7 2 0 15,11 2 1-15,-11-2-2 0,14 6-1 0,-5 2 0 16,-2-1 2-16,-2 3-3 0,0-1 2 0,0 1-6 15,-1 1-9-15,-1 1-15 0,0 0-23 0,-2-1-29 16,3 2-18-16,0-4-30 0,1 2-23 0,-1-6-18 16,1 4-23-16,0-1-103 0,2-3-323 0,4-2 144 15</inkml:trace>
  <inkml:trace contextRef="#ctx0" brushRef="#br0" timeOffset="28032.34">10686 15394 20 0,'0'0'134'15,"-6"-17"6"-15,6 17-4 0,-14-7-9 0,3 7 5 16,0-2-11-16,-2 4-5 0,-3 1-4 0,-2 5-6 16,2 2-3-16,0 1-7 0,3 0-11 0,-1 2-5 15,1 1-9-15,3 0-7 0,2 2-6 0,3-1-3 16,3-4-6-16,0 1-2 0,4-2-10 0,0 2 3 16,1-4-6-16,3 1-5 0,2-2-1 0,1-1-1 15,0 0-1-15,1-2-1 0,1-4-6 0,2 2-2 16,-1-2 0-16,-1-3-1 0,1-2-1 0,0 0-1 15,0-1-2-15,-3-2-2 0,0 0 5 16,-2 0-2-16,0-1 1 0,-2 0-1 0,1 0 1 0,-1 0 0 16,-1-1-2-16,1 4 8 0,-2-1 3 0,-3 7-1 15,5-8 1-15,-5 8-5 0,3-8-4 0,-3 8-3 16,0 0 0-16,7-2-3 0,-7 2 9 0,0 0 5 16,9 11-6-16,-6-7-3 0,1 4 3 0,1 0-4 15,-1 0 1-15,-2 0-4 0,4 2 3 0,0 1-6 16,-1-2-4-16,1 0-19 0,-1 0-10 0,3-1-25 15,-2-1-30-15,1 0-35 0,-2-1-25 0,1-2-29 16,1-3-4-16,-2 2-128 0,-5-3-329 0,0 0 145 16</inkml:trace>
  <inkml:trace contextRef="#ctx0" brushRef="#br0" timeOffset="28392.54">10923 15421 55 0,'0'0'133'0,"1"-20"8"16,4 11 19-16,-5 9 4 0,1-12 0 0,-1 12-20 15,0 0-14-15,2-10-15 0,-2 10-1 0,0 0 6 16,11 2-4-16,-11-2-11 0,14 14-5 16,-5-7-16-16,3 5-4 0,0 1-8 0,-3-5-6 15,4 5-5-15,-4 0-8 0,1 1-5 0,-1 0-13 0,-3-4-24 16,1 2-23-16,-1-6-24 0,1 4-22 16,-2-3-34-16,0-2-27 0,0-1-2 0,-5-4-11 0,6 6-1 15,-6-6-6-15,7 1-1 0,-7-1-76 16,0 0-232-16,0 0 758 0,14-6-397 0,-10 1 13 15,-2-1 22-15,1-1 14 0,-3 7 7 0,6-19 17 16,-4 11-3-16,0-3 23 0,-1-1 10 0,-1 2-3 16,0 10 33-16,0-20 3 0,0 20 18 0,-1-15 3 15,1 15 19-15,-4-10-2 0,4 10 1 0,-5-5-3 16,5 5 6-16,-10 0 5 0,10 0 0 0,-18 8 2 16,8 1-5-16,-7 1-1 0,-2 5-10 0,-1 2-6 15,-2 0-8-15,6-2-6 0,-5 2-7 0,5-5-1 16,0 2-26-16,-1-1-24 0,4 0-36 0,2 0-43 0,1-4-39 15,2-1-41-15,2 0-155 0,-2-1-336 0,3-1 150 16</inkml:trace>
  <inkml:trace contextRef="#ctx0" brushRef="#br0" timeOffset="28574.42">11478 15315 137 0,'0'0'240'16,"7"-7"-13"-16,-7 7-14 0,6-4-25 0,-6 4-18 16,7-2-16-16,0-2-15 0,-7 4-17 0,0 0-22 15,18 0-36-15,-18 0-51 0,0 0-71 0,26 0-60 16,-19 1-148-16,-7-1-287 0,0 0 128 0</inkml:trace>
  <inkml:trace contextRef="#ctx0" brushRef="#br0" timeOffset="28735.38">11541 15437 70 0,'-9'7'216'0,"9"-7"10"0,-1 7 2 15,1-7-8-15,-5 3-18 0,5-3-16 0,0 0-17 16,0 0-14-16,0 0-17 0,10 10-11 0,-2-10-22 16,2 2-36-16,1-4-46 0,-11 2-52 0,24-1-46 15,-5-3-86-15,0 3-151 0,-2 0-337 0,3-1 149 16</inkml:trace>
  <inkml:trace contextRef="#ctx0" brushRef="#br0" timeOffset="34041.34">13199 15053 59 0,'0'0'95'0,"-17"0"8"16,9 1-5-16,-2-1-6 0,10 0 1 0,-19 0-3 16,10 0-7-16,-3-1 8 0,3 1-3 0,-3 0-1 15,12 0-2-15,-21 0-2 0,14 0-1 0,7 0-5 16,-12 0 4-16,12 0-2 0,-10 0 3 0,10 0-13 16,0 0-6-16,0 0-3 0,0 0-4 0,0 0-5 15,0 0-4-15,0 0-4 0,31-6 0 0,-2 2-4 16,5-1-6-16,4 4-5 0,14-2-1 0,-14 0-7 15,16-1-9-15,-16 2-15 0,-2-1-22 0,1 0-35 16,-9 5-31-16,1-5-37 0,-9 3-33 0,-7 0-116 16,-1-1-300-16,-5-1 133 0</inkml:trace>
  <inkml:trace contextRef="#ctx0" brushRef="#br0" timeOffset="34438.64">13378 14980 5 0,'0'12'180'0,"0"-2"-2"0,2 1-13 15,1 7 7-15,-1-1-8 0,-2 8-9 0,-2 3-10 0,-1-3-15 16,3 2-10-16,-3 3-11 0,3-5-11 16,-4 4-8-16,2-1-6 0,-2-4-10 0,4-6-6 0,-5 0-12 15,3 0 0-15,0 0-5 0,-2-3-9 16,-2 1-5-16,4-3-3 0,2-3-2 0,-4 3-2 15,0-2-5-15,1-3 2 0,3-1-4 0,-2 0-2 0,2-7-5 16,-4 9 4-16,4-4-9 0,0-5 2 16,0 0 2-16,-5 8 3 0,5-8-3 0,0 0-5 0,0 0 1 15,-7 3-1-15,7-3 1 0,0 0-5 16,0 0 0-16,0 0-4 0,-15-11 1 0,15 11 1 16,-9-3-1-16,9 3-3 0,-10-6 6 0,6 4-4 0,4 2-4 15,0 0 7-15,-9-3-3 0,9 3 1 0,0 0-2 16,-4-4 1-16,4 4-5 0,0 0 2 15,0 0-4-15,0 0 2 0,0 0-1 0,0 0 3 0,22-13 2 16,-4 13-1-16,0-4-3 0,4 1-11 16,7-1-20-16,-1 1-25 0,3-1-31 0,3 0-32 15,1 2-29-15,-2-3-41 0,-2 3-123 0,-3-2-339 0,4 0 150 16</inkml:trace>
  <inkml:trace contextRef="#ctx0" brushRef="#br0" timeOffset="34716.99">13909 15280 67 0,'0'0'157'0,"-8"-8"1"16,8 8-14-16,-9-1-3 0,9 1-10 0,-17 2-3 15,5 1-16-15,1 4-3 0,-1 0-8 16,1 1-11-16,3-2-7 0,-4 3-11 0,5 2-7 16,1 0-6-16,1-1-4 0,1-1-13 0,2 3-1 15,4-2 3-15,2 3-5 0,1-4-6 0,3 4 0 16,4 0-6-16,-5-3-2 0,6 0-1 0,-1-1-5 15,-3 0-1-15,1-3-5 0,-2 2 3 0,-2-3-2 16,1-1-2-16,-3 0 2 0,1 0-3 0,-5-4 0 16,4 5 3-16,-4-5 1 0,0 0 0 0,0 0-2 15,-13 10 0-15,4-6 2 0,-5-1-4 0,1 0-5 16,-1-3-17-16,-3 4-21 0,-2-2-34 0,8-2-41 16,-3 1-39-16,3 0-162 0,1-1-334 0,10 0 147 0</inkml:trace>
  <inkml:trace contextRef="#ctx0" brushRef="#br0" timeOffset="35560.43">14052 15457 102 0,'4'4'159'0,"-4"-4"-1"0,0 0-5 0,0 11-7 15,0-11-4-15,0 0-8 0,-4 11-8 0,4-11-4 16,-5 7-5-16,5-7 4 0,0 0 4 0,0 0 7 15,-2 6 6-15,2-6 5 0,0 0-12 0,0 0-4 16,0 0-21-16,0 0-8 0,0 0-6 0,0 0-8 16,-13-11-5-16,13 11-13 0,0-13-2 0,2 4-12 15,-2 9-5-15,2-14-1 0,3 2-7 0,1 3-5 16,1-1-4-16,0-1-7 0,2 0 4 0,-1 2-6 16,1-1-1-16,1 3-6 0,1 0-3 0,0 1 1 15,0 3-3-15,1 2 1 0,-12 1-5 0,20 5 1 16,-9 0-2-16,1 2 0 0,-3-1-3 0,-1 1 2 15,-2 2-2-15,2 1 2 0,-3-1-1 0,-1 2-4 16,0-3 3-16,-1-1-1 0,0 0 3 0,-2 0-3 16,-1-7 3-16,2 10 0 0,-2-10 4 0,2 6 0 15,-2-6 11-15,0 0-14 0,0 0 3 0,0 0-2 16,0 0-1-16,0 0 4 0,0 0-4 0,0 0-1 16,0 0-3-16,0 0 0 0,0 0 1 0,10-26 10 15,-2 16-11-15,1 1 0 0,1 0 4 0,-1 3-6 16,-1-2-3-16,4 2 5 0,-1-2-6 0,-2 4 3 15,0 0-2-15,-9 4 0 0,17 0-2 0,-7 4 5 16,-3-2-1-16,1 5 0 0,-3-1-4 0,3 2 1 16,-3 3-6-16,1-1-19 0,0 5-22 0,-4-4-23 15,2 1-22-15,-3 0-38 0,0-1-28 0,0-3-26 16,1 1-6-16,2 1 2 0,-1-5-5 0,4 3 12 16,-1-1 15-16,3-4 11 0,5 1 17 0,4-4 20 15,2 0 21-15,7-3 24 0,0 0 13 0,-1-5 17 16,-5 2 17-16,6-2 13 0,-6-1 20 0,-4-1 5 15,-1 2 20-15,-3-4 17 0,1 1-4 0,-5-3 11 16,-2 3 0-16,-1-4 11 0,-2 2 3 16,0 5 8-16,-4 8 0 0,-6-18 7 0,4 11-1 15,2 7 1-15,-11-10-7 0,5 7 0 0,-4 2-6 0,-1 1-1 16,0 4-4-16,-3 0 1 0,1 6-6 0,-1 2-3 16,-1 0-6-16,2 2 0 0,3 2-7 0,5-2-2 15,-3 1-7-15,6-3 0 0,1-1-3 0,2 1-2 16,1-1-3-16,2-2-1 0,1 0-2 15,1-1 0-15,4-3-6 0,1 2 4 0,-1-3-1 16,-3-4-1-16,7 0-8 0,1-2 8 0,-3-2-7 0,1-1 3 16,-1 1-4-16,-1-3 5 0,2-2-6 0,-2 1 1 15,-2 1 1-15,-2 0 2 0,-1-2 0 0,0 0 0 16,-2-1-2-16,-1 6 8 0,0-1-6 0,0-1 6 16,-3 6-7-16,6-6 0 0,-6 6-4 0,0 0-4 15,3-5 3-15,-3 5 4 0,0 0 8 0,0 0-3 16,12 18 0-16,-8-13-2 0,0 7 0 0,-1-3 4 15,1 1-2-15,3 0-4 0,0 0-2 0,-3 1 25 16,5 0-18-16,-1 0-31 0,-2-2-15 0,4 1-22 16,-1 0-40-16,-2-2-40 0,4-3-50 15,-4-1-44-15,-1 1-132 0,-1-2-390 0,-5-3 173 16</inkml:trace>
  <inkml:trace contextRef="#ctx0" brushRef="#br0" timeOffset="35733.31">14998 15435 55 0,'1'-11'150'0,"2"0"10"0,-3 2 12 16,0 9 14-16,2-12-6 0,-2 12-7 0,2-9-20 16,-2 9-14-16,6-7-10 0,-6 7-7 0,0 0-7 15,13 13-7-15,-9-7-16 0,5 4-4 0,-2 0-10 16,-2 1-6-16,3 4-9 0,-4-3-28 0,3 2-20 0,0 2-48 16,-3-5-42-16,2-2-56 0,-1 3-27 15,0-5-12-15,-2 0-117 0,1-2-310 0,-4-5 137 16</inkml:trace>
  <inkml:trace contextRef="#ctx0" brushRef="#br0" timeOffset="35902.82">15247 15394 156 0,'0'0'171'0,"1"-13"13"16,-1 13-5-16,0 0-8 0,0 0-5 0,-10-11 0 16,10 11 3-16,-19 7-5 0,9 1-12 0,-6 1-9 15,0 2-11-15,-2 2-7 0,-5 3-13 0,1 3-12 16,-1 0-6-16,3 2-10 0,-1-2-24 0,2-2-40 15,4 2-53-15,-1-5-50 0,9-4-79 0,-1 0-65 16,-2-3-114-16,6 1-369 0,4-8 164 0</inkml:trace>
  <inkml:trace contextRef="#ctx0" brushRef="#br0" timeOffset="36077.78">15632 15413 169 0,'0'0'259'0,"2"-5"-12"16,-2 5-6-16,0 0-20 0,2-7-21 0,-2 7-20 16,0 0-17-16,0 0-16 0,14 0-17 0,-7 1-27 15,5-1-40-15,-12 0-46 0,25 5-60 0,-4-4-75 16,11-1-73-16,2-3-107 0,20-3-324 0,3 2 144 16</inkml:trace>
  <inkml:trace contextRef="#ctx0" brushRef="#br0" timeOffset="36294.6">16778 15018 191 0,'0'0'235'0,"0"0"-22"15,0-10-24-15,8 5-18 0,7 1-15 0,4-1-14 16,12 0-15-16,4 1-14 0,-1-1-16 0,2 4-20 15,-3-3-26-15,-4 1-35 0,-3 3-27 0,-8-2-31 16,-5 1-28-16,1 1-40 0,-4 0-14 0,-4 0-18 16,-6 0-72-16,8-3-230 0,-8 3 102 15</inkml:trace>
  <inkml:trace contextRef="#ctx0" brushRef="#br0" timeOffset="36637.37">16933 14994 106 0,'0'0'105'0,"-7"8"35"15,5-1 10-15,-2 2 7 0,0 7 7 0,-1-2 3 16,2 4-7-16,1 2 1 0,-2 5-7 0,-1-2-12 16,-5 2-11-16,3 2-10 0,5-2-8 0,-3-1-11 15,2 2-8-15,0-7-7 0,2 6-10 0,-1-6-7 16,3-2-11-16,-2-1-1 0,1 0-9 16,0 2-4-16,0-5-4 0,-4-2-5 0,3-1 3 0,-1 0-8 15,1-1-3-15,-1 1-7 0,0-3-3 0,2-7-8 16,-6 9-3-16,3-6-14 0,3-3-6 0,-11 6-8 15,3-6-2-15,0 1-4 0,8-1 1 0,-14-3 1 16,14 3 1-16,-17-5 7 0,11 1 2 16,-1 2-2-16,-2-2 2 0,4 0 0 0,5 4 5 0,-8-4-2 15,8 4 5-15,-6-3-6 0,6 3 1 0,0 0 2 16,-7-4-4-16,7 4 7 0,0 0 6 0,0 0 2 16,0 0 0-16,0 0 1 0,28 12-1 0,-14-8 2 15,4 0-3-15,4-1-12 0,7 3-28 0,2-1-37 16,-2-3-31-16,3 0-27 0,-1-1-43 0,2-1-14 15,-5 0-105-15,2 0-321 0,-1-3 142 0</inkml:trace>
  <inkml:trace contextRef="#ctx0" brushRef="#br0" timeOffset="36886.9">17283 15396 59 0,'6'-10'120'0,"1"0"-1"16,-2 1 1-16,-3 1 13 0,2 2-6 0,-2 2 8 16,-2 4-3-16,5-9-2 0,-5 9-5 0,2-6-13 15,-2 6-10-15,0 0-12 0,0 0 0 0,0 0 13 16,0 0 16-16,0 0 12 0,2 19 15 0,-8-2-1 15,3 0 4-15,-4 1-12 0,-3 5-6 0,0 3-2 16,-1-3 2-16,0 2-23 0,1-1-14 0,2-6-3 16,0 0-4-16,1-1-12 0,0 0-10 0,1 0 1 15,3-7-6-15,2 2-9 0,0 0 2 0,2-5 6 16,2 0 6-16,2-2-8 0,5 2 12 0,3-4-22 16,3 0-3-16,6-3-3 0,8 0-9 0,-2-2 7 15,2-2-21-15,2-1-27 0,-1-2-36 0,3 0-46 16,-4-2-56-16,-1 0-54 0,4-2-56 0,-2-1-48 15,-3 4-209-15,0-1-557 0,4-2 248 0</inkml:trace>
  <inkml:trace contextRef="#ctx0" brushRef="#br0" timeOffset="37075.4">18486 15279 44 0,'3'-4'275'0,"4"1"-25"16,-7 3-28-16,16-5-20 0,-7 4-19 16,5 1-19-16,3 0-15 0,-3 4-17 0,5-2-17 0,0 2-33 15,-5-3-48-15,-1 3-54 0,0 0-62 16,0 1-44-16,-4-1-145 0,-4-3-293 0,-2 2 129 0</inkml:trace>
  <inkml:trace contextRef="#ctx0" brushRef="#br0" timeOffset="37232.98">18548 15420 98 0,'-6'2'225'0,"6"-2"-5"0,-8 6-4 0,8-6-9 0,-8 3-16 15,8-3-6-15,-5 4-21 0,5-4-6 0,0 0-17 16,0 0-10-16,17 6-11 0,-4-6-16 0,7-2-26 16,11-2-41-16,2-3-62 0,0 1-66 15,6-1-54-15,12-6-191 0,-13 5-364 0,17-1 161 16</inkml:trace>
  <inkml:trace contextRef="#ctx0" brushRef="#br0" timeOffset="39652.8">19821 15181 5 0,'0'0'40'0,"0"0"-4"16,0 0 4-16,0 0-3 0,0 0-2 0,0 0 8 16,0 0-4-16,0 0 6 0,0 0-5 0,0 0-4 15,0 0 5-15,0 0-5 0,0 0 5 0,0 0-9 16,0 0 2-16,0 0-3 0,0 0-2 0,0 0 6 16,0 0-14-16,0 0-5 0,0 0 12 0,0 0-9 15,0 0-1-15,0 0-10 0,0 0 16 0,0 0-9 16,0 0 0-16,0 0 0 0,0 0 4 0,0 0 0 15,0 0-5-15,0 0-7 0,0 0 0 0,0 0 12 16,0 0-1-16,0 0-9 0,0 0 9 16,0 0 2-16,0 0 3 0,0 0 0 0,0 0 8 0,0 0-2 15,0 0 8-15,0 0 1 0,0 0-12 0,-23 8-8 16,23-8-3-16,0 0 6 0,0 0 4 0,0 0 1 16,-9 4 3-16,9-4 2 0,0 0 2 0,-9 0 0 15,9 0 16-15,0 0-3 0,0 0 10 0,0 0 9 16,-8 1-7-16,8-1 5 0,0 0-4 15,0 0-7-15,0 0-6 0,0 0 0 0,-3-10-7 0,3 10 3 16,0 0-2-16,0 0-4 0,11-12-2 0,-7 9-6 16,5-1-2-16,-3 0 0 0,5 2-5 0,0 1 2 15,-1 1-7-15,-10 0-2 0,16 1-2 0,-6 1-2 16,-1 2 0-16,0 2 1 0,-2 2-3 0,1 2-3 16,-4 0 2-16,0 6-1 0,-3-1 1 0,-4 2 1 15,1-1-4-15,-3 2 3 0,0 1 0 0,-3-7-2 16,-2 10-1-16,-1-7 0 0,0 1 1 0,0-5-3 15,-1 3 5-15,-2-5-3 0,1 1 2 0,3-1-6 16,-2-2 1-16,3-1 3 0,3-2 0 0,-3 1 1 16,3-1-2-16,6-4 4 0,-9 4-6 15,9-4 5-15,-8 3 3 0,8-3 3 0,0 0-8 0,0 0 2 16,0 0 5-16,0 0 1 0,0 0 0 0,0 0 4 16,33-6-2-16,-21 5-1 0,1 1 1 0,1 0 1 15,2-1-4-15,4-1 4 0,0 4-4 0,1-2 0 16,-1 1-3-16,3-1-2 0,-3 0-18 0,2 0-30 15,-2 0-38-15,7 0-39 0,0 1-45 16,-6-2-43-16,-6 1-139 0,-4 0-375 0,2-3 167 0</inkml:trace>
  <inkml:trace contextRef="#ctx0" brushRef="#br0" timeOffset="39936.34">20253 15237 175 0,'0'0'168'0,"0"0"-11"16,0 0-23-16,2-4-1 0,-2 4-11 0,0 0-11 16,0 0 1-16,0 0 0 0,0 0 1 0,0 29-12 0,0-16-4 15,0-1-5-15,2 3-3 0,0 4-6 16,0-1-3-16,3-1-11 0,0 2-2 0,1-1-3 16,3 0 3-16,0-1-7 0,-1 0-3 0,5 1-5 15,-4-2-4-15,2 0-2 0,1-3-9 0,-3 1-3 0,1-1-6 16,-4-3 4-16,-2 0-5 0,-3-4-1 0,2 2-6 15,1-4 0-15,-4-4 1 0,-4 10-3 0,4-10 0 16,-7 9-17-16,0-5-12 0,-3-3-21 16,-3 0-25-16,13-1-31 0,-31-4-29 0,16 2-27 15,-1-5-41-15,-1 1-159 0,-3-3-370 0,5 0 163 16</inkml:trace>
  <inkml:trace contextRef="#ctx0" brushRef="#br0" timeOffset="40072.68">20295 15247 108 0,'18'-10'153'0,"8"1"-9"0,2 3-15 16,1-1-7-16,2-3-13 0,0 7-9 0,3-1-19 15,-1 0-42-15,2 3-33 0,-5-2-51 0,-4 4-46 16,-7-1-52-16,-1-1-154 0,0 4 68 0</inkml:trace>
  <inkml:trace contextRef="#ctx0" brushRef="#br0" timeOffset="40598.28">20817 15289 13 0,'2'11'163'0,"-2"-11"5"0,3 12-3 16,-5-6 1-16,1 3-2 0,0 1-3 0,-2 2-9 16,3-3-1-16,-2 3-7 0,0-1-10 0,0 1-13 15,-2-3-10-15,-1 0-11 0,0 1-8 0,2-5-7 16,0 2-7-16,3-7-7 0,-6 8 0 0,4-5 4 15,2-3 4-15,0 0 10 0,-5 8-14 0,5-8-8 16,0 0-2-16,0 0-8 0,0 0-3 0,0 0-6 16,0 0-8-16,-5-18 0 0,5 18-7 0,7-14 5 15,0 5-13-15,-1 0 2 0,3-1-4 0,2-2-3 16,2 0-6-16,1 0 0 0,-1-3 0 0,4 7-4 16,-4 0 2-16,4 1-5 0,-4 4-1 0,-1-3-4 15,-1 5 3-15,-11 1-2 0,17 0 0 0,-17 0 1 16,16 8-3-16,-8 0 1 0,0-2-1 0,-1 5 4 15,0-2-3-15,-2 4 1 0,-3-3-4 0,0 3 3 16,-1-3 1-16,-1 2 0 0,1-5 5 0,-2 3-2 16,0-2-8-16,1-8 6 0,-3 10 2 0,3-10 3 15,-1 8 0-15,1-8-1 0,0 0-1 0,0 0 3 16,0 0-3-16,0 0 1 0,0 0-1 0,0 0-1 16,-9-29-1-16,10 18 1 0,6-4-5 0,-4 4 1 15,5-4 3-15,5-2-7 0,2-3 15 0,3 0-10 16,1 0-2-16,-1 7-1 0,-1 3 5 0,7-6-4 15,-5 6 9-15,-2 1-10 0,-3 5-5 0,-2-1 4 16,0 5-2-16,1 1-1 0,0 2 3 0,-3 2-1 16,-1 3-1-16,-3-1 3 0,4 8 0 0,-2-1 0 15,-4 3 1-15,-1-1 1 0,-5 2-2 0,4 0-12 16,-4 0-30-16,0-3-34 0,-2 0-44 0,1 1-40 16,2-4-50-16,0-1-29 0,-1-1-186 0,1 0-461 15,1-10 205-15</inkml:trace>
  <inkml:trace contextRef="#ctx0" brushRef="#br0" timeOffset="41002.51">21487 15354 142 0,'6'-4'184'0,"-6"4"4"16,6-7-13-16,-6 7-17 0,0 0-9 0,0 0 2 16,7-2 6-16,-7 2-1 0,0 0-2 15,-3 18 4-15,0-7-13 0,0 0-10 0,0 1-11 16,-1 2-10-16,0-3-4 0,3 1-15 0,-4-1-6 0,2 1-11 15,1-1-8-15,1-5-2 0,1-6-7 0,0 13-3 16,0-13 4-16,-3 7 19 0,3-7-1 0,0 0-1 16,0 0-12-16,0 0-1 0,0 0-7 0,0 0-6 15,0 0-1-15,5-31-6 0,1 20-6 16,1-4-4-16,1 0-3 0,2-8 6 0,1 7-3 16,-1-7-9-16,3-2-10 0,3 2 3 0,-2-1 0 0,4-1-2 15,-1 3-5-15,0 0-1 0,0 1 0 0,-6 7-5 16,2 1-4-16,-2 2 2 0,-3 2 0 0,-1 2-3 15,-1 4-3-15,1 0 5 0,0 1 0 0,-7 2 1 16,0 0 4-16,22 15 3 0,-16-5-9 16,-1 2 10-16,0 2-4 0,-1 3 8 0,-1 2-1 15,-1-1-1-15,2 1 0 0,-1 1 0 0,-2 4 1 0,3-4 3 16,-2-3-8-16,0 2 0 0,0-3 6 0,2 2 4 16,-1-4-15-16,-1 0-16 0,1-4-21 15,0-1-35-15,-3 1-34 0,0-3-37 0,2 2-42 16,-2-9-46-16,0 0-40 0,-8 14-258 0,0-10-565 15,8-4 250-15</inkml:trace>
  <inkml:trace contextRef="#ctx0" brushRef="#br0" timeOffset="41147.17">21536 15391 79 0,'0'0'211'0,"-4"-6"-9"0,4 6-8 0,0 0-4 15,2-8-9-15,-2 8-15 0,11-5-13 0,1 1-15 16,10 1-14-16,8-4-10 0,3 2-17 0,2 1-35 15,3-2-48-15,0 0-77 0,1-1-82 0,-6-5-142 0,1 3-310 16,-3-2 138-16</inkml:trace>
  <inkml:trace contextRef="#ctx0" brushRef="#br0" timeOffset="42428.91">8599 16415 83 0,'-14'-4'190'0,"5"2"-10"0,9 2-16 15,-11-4-15-15,6 2-6 0,5 2-11 16,-9-1-5-16,9 1-14 0,-9-2-6 0,9 2-9 16,0 0-6-16,0 0-9 0,-9-1-2 0,9 1-7 0,0 0 0 15,0 0-4-15,0 0 2 0,42-4-13 0,-14 4-4 16,3-2-5-16,3 1-1 0,7-5-11 0,13 3-2 15,-16 0-2-15,2 0-2 0,11 2-16 16,-15-2-18-16,-2 1-29 0,-3 0-23 0,-2 0-42 16,-7 1-29-16,-3 0-33 0,-5 1-18 0,-5 1-118 15,-9-1-317-15,0 0 140 0</inkml:trace>
  <inkml:trace contextRef="#ctx0" brushRef="#br0" timeOffset="42857.56">8864 16393 68 0,'-3'6'180'15,"1"4"7"-15,0 3-9 0,0 5-6 0,-3 1-9 16,1 6-10-16,3 3-9 0,-3-1-13 0,1 0-12 16,-1-1-12-16,4 0-7 0,-1-1-8 0,0-6-9 15,-3 0-9-15,3 0-10 0,-2 0-4 0,4-4-4 16,-4 4-2-16,1-5-14 0,1 3 1 15,1-2-7-15,-1-1-3 0,0-3-1 0,2 0-4 0,-4 2-2 16,3-3-2-16,-1-2-5 0,-2-3 0 0,3-5-6 16,-2 10 0-16,-1-5-11 0,3-5 0 0,-4 7-8 15,4-7-4-15,-6 2-8 0,6-2-5 0,-11 6 2 16,4-5-1-16,7-1 3 0,-14 0 3 16,1 1 2-16,13-1 0 0,-14-1 2 0,4 1 2 0,2-3 2 15,-1 1-3-15,2-1 0 0,7 3 7 0,-13-2-1 16,13 2 2-16,-10-3 5 0,10 3 9 0,-7-4 0 15,7 4 5-15,0 0 5 0,-10 0-8 0,10 0-1 16,0 0 3-16,0 0-2 0,0 0 6 0,0 0 8 16,0 0-1-16,0 0-3 0,0 0 5 15,24 9-4-15,-10-6-2 0,4-3-2 0,0 2 1 16,10-2-5-16,-7 2-7 0,2-2-11 0,6 0-23 16,-1-4-37-16,3 2-34 0,0 1-19 0,2 0-40 0,-1-3-17 15,1 2-142-15,-1-1-342 0,-3-2 152 16</inkml:trace>
  <inkml:trace contextRef="#ctx0" brushRef="#br0" timeOffset="43188.11">9300 16790 87 0,'0'0'168'0,"0"0"-3"16,-8-6 2-16,8 6-7 0,0 0-9 0,0 0-16 15,0 0-20-15,0 0-1 0,0 0-14 0,0 0-6 16,0 0-13-16,0 0 0 0,0 0-6 0,0 0-1 15,0 0-8-15,28 7-12 0,-19-2 2 0,0 0-8 16,-4 1 4-16,-5-6-4 0,9 18-5 0,-5-9-4 16,-4 2 3-16,0 0-7 0,-2 4 3 0,-1-2-6 15,-4 1 2-15,0 0-9 0,-4 2-3 0,2-3 1 16,2-2-2-16,-3-1-4 0,0 3 1 0,0-4-1 16,4 1-5-16,-2-1 1 0,2-1-4 0,-2 0 0 15,6-3 1-15,-1 2-2 0,3-7-5 0,-5 10 5 16,2-6-7-16,3-4 5 0,0 0-1 0,0 12 3 15,0-12 0-15,0 0-1 0,12 3-2 0,-2-3 1 16,2 1-3-16,5-4-7 0,12 2-20 0,-9-2-17 16,13-2-20-16,3 1-28 0,5 0-49 0,10 1-25 15,2-4-33-15,0 0-121 0,-17 2-344 0,2 1 152 16</inkml:trace>
  <inkml:trace contextRef="#ctx0" brushRef="#br0" timeOffset="43747.94">9999 16930 150 0,'0'0'165'15,"0"0"-10"-15,0 0-10 0,0 0-12 0,0 0 6 16,0 0-9-16,9 13-13 0,-11-4-3 0,1 3-7 16,1-3-12-16,1 5-8 0,-1-3-11 0,-1 0-5 0,-2 2 0 15,3 3 5-15,-1-3 1 0,1 1 2 0,-1-2-10 16,0-1 0-16,-1-1-7 0,-3 0-3 0,-1-2 6 15,2 0 1-15,-1-2-2 0,1-3-2 0,4-3 8 16,-11 4-10-16,11-4-1 0,-11-2-3 16,11 2-3-16,-10-4 4 0,10 4-7 0,-8-10 0 15,6 4 0-15,1-2-6 0,1-2-6 0,3-1 0 0,1-3-4 16,4 0-4-16,0-1-2 0,4-2-5 16,-3 2 0-16,7-9 7 0,-2 12-14 0,5-6 7 15,-4 6-9-15,-1 2 0 0,2 2-4 0,-1 2-2 16,-4 3 2-16,2 1-1 0,0 2-2 0,-1 3-2 15,-2 1 1-15,2 2 2 0,-3 0 1 0,2 2 0 16,0 5-1-16,-3-4-1 0,2 5 1 0,-5-3 0 16,1 1 1-16,-2-1-2 0,0 0 2 0,0 0-4 15,-1-2 7-15,-2 0-7 0,-1-2 2 0,0-7 0 16,0 11-1-16,0-11 6 0,0 0 0 0,-1 8-1 16,1-8-2-16,0 0 1 0,0 0 0 0,-9 0 6 15,9 0-7-15,0 0-5 0,0 0 1 0,-4-16-1 16,4 16-1-16,4-16 2 0,1 5-3 0,3 0-1 15,-3 1 5-15,6-3-4 0,-2 4-3 0,5-3-4 0,0 2 5 16,0 2-2-16,3 1-1 0,-4 2 0 16,6 2 0-16,-8 3 9 0,3 3-13 0,-3 0-1 15,6 4 1-15,-6-1 4 0,3 6 1 0,-3-2-1 16,0 3 1-16,0 1 7 0,-2 0-5 0,-3-1 0 16,1 2 1-16,-1-3-9 0,-1 4-13 0,-2-5-4 15,-2 0-45-15,0 0-47 0,1 0-50 0,-1-2-44 16,0-3-60-16,-1-6-185 0,0 0-494 0,-1 16 218 15</inkml:trace>
  <inkml:trace contextRef="#ctx0" brushRef="#br0" timeOffset="43934.64">10607 17096 143 0,'8'-10'162'16,"-2"-2"-3"-16,0 3 8 0,0-1 10 0,-1 3-3 16,-2 0 0-16,2 4 3 0,-5 3-2 0,4-8-15 15,-4 8-14-15,3-6-20 0,-3 6-17 0,0 0 12 16,0 0-7-16,0 0-13 0,8 14-6 0,-7-7-10 15,2 3-4-15,-2 2-12 0,0 1-3 0,0 0-7 16,1 0-8-16,0-1-3 0,-1 0-22 0,1-1-32 16,-1 0-48-16,0 2-44 0,-1-13-49 0,4 18-61 15,-4-9-201-15,0-9-443 0,0 0 196 0</inkml:trace>
  <inkml:trace contextRef="#ctx0" brushRef="#br0" timeOffset="44323.37">10776 17173 2096 0,'7'7'119'0,"-2"-2"-44"0,-5-5-43 16,9 7-7-16,-9-7-7 0,11 5-5 0,-11-5 3 15,0 0 18-15,0 0 6 0,16-8 2 0,-16 8 8 16,9-10 3-16,-5 1-9 0,2 1 4 0,1 0-5 16,2-3 6-16,-2 1-2 0,1 3-1 15,7-4 2-15,-6 5-5 0,3-1 1 0,1 2-6 0,1 2 1 16,0 2-5-16,-2 2 1 0,1 0-5 15,-1 5 0-15,6 1-1 0,-8 3 4 0,1 2-4 16,0 1-6-16,-3 2 2 0,-1 0-5 0,-1 2-1 16,-2-1-2-16,0 0-2 0,5 2 0 0,-7-2-25 15,1-1-40-15,2 1-53 0,-2-4-48 0,1-2-72 0,-1 2-264 16,1-2-527-16,-4-10 233 0</inkml:trace>
  <inkml:trace contextRef="#ctx0" brushRef="#br0" timeOffset="44512.58">12084 17161 13 0,'12'-4'307'0,"-2"-1"-23"0,2 2-22 16,0-1-23-16,2 0-24 0,0 2-14 15,2-3-24-15,2 2-17 0,-5 2-17 0,-1-2-36 16,-12 3-45-16,19 0-59 0,-9-1-64 0,-10 1-66 15,0 0-60-15,11 4-113 0,-11-4-325 0,0 0 144 16</inkml:trace>
  <inkml:trace contextRef="#ctx0" brushRef="#br0" timeOffset="44660.43">12121 17247 84 0,'0'0'267'16,"-5"7"-27"-16,5-7-26 0,-3 5 1 0,3-5-13 15,0 0-4-15,-4 7-8 0,4-7-11 0,0 0-5 16,7 9-1-16,-7-9-20 0,14 1-18 0,-1 0-8 15,1-1-19-15,5-1-27 0,13 0-45 0,4 0-60 16,0-3-68-16,15-7-76 0,-10 8-248 0,12-5-449 16,-12 4 198-16</inkml:trace>
  <inkml:trace contextRef="#ctx0" brushRef="#br0" timeOffset="50284.33">13645 16530 24 0,'-4'-11'84'0,"4"11"-25"16,0 0-3-16,0 0-1 0,0 0-1 0,0 0-4 0,0 0 3 15,0 0-4-15,0 0-6 0,0 0-2 0,0 0-4 16,0 0-3-16,0 0-9 0,0 0 1 16,0 0-6-16,0 0-1 0,0 0-8 0,0 0 6 15,0 0-3-15,0 0-3 0,0 0 0 0,0 0-1 16,0 0 0-16,0 0 2 0,0 0-6 0,0 0 1 15,0 0 5-15,0 0-4 0,0 0-3 0,0 0-1 16,0 0 10-16,0 0-7 0,0 0-13 0,0 0 8 16,0 0 3-16,-4 25 4 0,4-25-12 0,0 0 6 15,0 0-3-15,0 0 5 0,0 0-2 0,0 0 0 16,0 0 8-16,0 0-8 0,0 0-3 0,0 0 9 16,0 0-5-16,0 0 8 0,0 0 5 0,0 0-3 15,0 0 15-15,0 0 2 0,0 0-2 0,0 0 2 16,0 0-6-16,0 0 7 0,0 0-7 0,0 0-3 15,0 0-4-15,0 0 0 0,0 0-3 0,0 0 0 16,0 0 1-16,0 0 5 0,0 0-7 0,0 0 2 16,0 0-7-16,0 0 3 0,0 0-4 0,0 0 1 15,0 0 2-15,0 0 3 0,0 0 0 0,0 0-2 16,0 0 3-16,4-32 2 0,-4 32-7 16,0 0 2-16,0 0 0 0,-4-11 2 0,4 11-7 0,0 0 10 15,0-8 1-15,0 8 0 0,0 0 5 0,0 0-3 16,0 0 4-16,0-10-6 0,0 10 3 0,0 0-4 15,0 0 1-15,0 0 2 0,0-9 0 0,0 9 2 16,0 0-3-16,0 0 1 0,4-8-7 16,-4 8 2-16,0 0-3 0,0-9 5 0,0 9 6 15,0 0-7-15,0-10 5 0,0 10 0 0,0 0-2 16,2-7-4-16,-2 7 4 0,2-7 0 0,-2 7 0 16,2-9 0-16,-2 9 1 0,0 0 2 0,3-7 1 15,-3 7 1-15,0 0 0 0,0-8-1 0,0 8-2 16,0 0-3-16,4-7 2 0,-4 7-3 0,0 0 2 0,0-10 1 15,0 10 0-15,2-6 2 0,-2 6 2 0,0 0-4 16,0-9 1-16,0 9 1 0,0 0-1 16,0 0 3-16,0-8-1 0,0 8-1 0,0 0-2 15,0 0-6-15,0 0 1 0,0 0-2 0,0 0-4 16,2-8 1-16,-2 8-6 0,0 0-1 0,0 0 1 16,0 0-3-16,0 0 2 0,0 0 0 0,0 0-3 15,0 0 0-15,0 0 2 0,0 0-5 0,0 0 7 16,6 23-1-16,-6-17 0 0,0-6-2 0,2 13 1 15,0-5-1-15,0 0-1 0,-2-1 4 0,0 1-2 16,2-1-2-16,-2 3 1 0,2 0-1 0,-1 1 8 16,1-2-7-16,0 3 4 0,-2-2 0 0,0 2 2 15,0-12 0-15,0 23 1 0,0-7 1 0,0-5 0 16,0 0-3-16,2 2 2 0,-2-1-2 0,2 0 2 16,-2 1 1-16,0-2-4 0,0 0 3 0,0 2-3 15,0-13 4-15,-4 22-2 0,6-12 3 0,-4 2-3 16,2-1 2-16,0-1-2 0,0-10 4 15,0 18-2-15,-2-10-2 0,2-8-1 0,-1 14 1 16,1-14 0-16,-2 11-1 0,2-11-1 0,-2 9 2 16,2-9-1-16,0 0 1 0,2 13 3 0,-2-13-8 0,0 0 9 15,0 0-8-15,0 0 10 0,-2 12-6 0,2-12 0 16,0 0 2-16,0 0 1 0,0 0-3 0,0 0 2 16,0 0-3-16,0 0 0 0,4 8 4 15,-4-8-2-15,0 0 1 0,0 0 0 0,0 0-1 16,0 0-3-16,0 0 1 0,0 0-14 0,0 0-15 15,0 0-18-15,0 0-30 0,0 0-32 0,0 0-33 16,0 0-28-16,0 0-34 0,9-25-185 0,-9 25-415 16,0 0 184-16</inkml:trace>
  <inkml:trace contextRef="#ctx0" brushRef="#br0" timeOffset="54624.96">24065 8460 98 0,'0'0'168'0,"0"0"2"15,-10 1-4-15,10-1-5 0,0 0-4 0,0 0-13 0,0 0-9 16,0 0-11-16,0 0-14 0,0 0-14 0,0 0-9 16,0 0-11-16,0 0-6 0,0 0-10 0,0 0 2 15,0 0-6-15,0 0-3 0,0 0-5 0,31 3-3 16,-12-3-6-16,8 1 2 0,2 1-5 0,6 0-6 16,0-2-1-16,3-1-14 0,0 1-25 0,1 1-15 15,0-2-35-15,-5 1-17 0,0 0-40 0,-3 0-29 16,-8-3-26-16,-6 5-107 0,-2-2-301 0,-4-3 134 15</inkml:trace>
  <inkml:trace contextRef="#ctx0" brushRef="#br0" timeOffset="55030.49">24325 8507 16 0,'-2'11'172'0,"0"2"1"0,-1 4-4 16,-3 0-13-16,3 7-9 0,0 1-15 0,0 2-9 16,0-1-6-16,1-1 1 0,2-4-13 0,0-2-8 15,0 6-7-15,0-1-11 0,0-4-5 0,1-2-9 16,0 0-6-16,3-1-3 0,-4-2-5 0,3 1-7 16,-1 0-6-16,0-6 0 0,0 2-5 0,2 0-2 15,-1-3-7-15,-3 1-11 0,1-3-10 0,-1 0-13 0,0-7-14 16,-1 13-11-16,-1-7-11 0,2-6 6 15,-7 10-13-15,3-8 3 0,-3 2-2 0,7-4 5 0,-15 2-9 16,2-2 8-16,3 0-1 0,-3-2 15 16,2 0 1-16,-1 2 5 0,1-2 13 0,1 0 10 0,-1 1 13 15,4-1 16-15,7 2 4 0,-9-1 13 0,9 1-3 16,-9-3 1-16,9 3 9 0,0 0-8 16,0 0 7-16,-12 0-3 0,12 0-3 0,0 0-7 0,0 0 1 15,0 0-6-15,24-7-5 0,-7 5 6 0,1-2-9 16,10-2 0-16,4 3-4 0,3-1-11 0,2 0-28 15,-3-1-29-15,3 1-36 0,3-1-24 0,-2 0-34 16,-1 1-22-16,-5 2-105 0,0-2-295 0,-1 0 131 16</inkml:trace>
  <inkml:trace contextRef="#ctx0" brushRef="#br0" timeOffset="55325.16">24773 8884 115 0,'0'-9'186'15,"0"9"-14"-15,0 0-11 0,0 0-8 0,0 0-18 16,0 0-4-16,0 0-6 0,-23 9-9 0,13-3-10 16,0-2-7-16,1 5-8 0,-1-3-14 0,1 3-2 15,0-1-14-15,1 2-5 0,1-2-2 0,2 3-8 16,1-2-3-16,2 2-2 0,4-1-7 0,0 1-5 0,3-2-3 16,2 0-3-16,4 3 6 0,3-2-6 0,0 0-7 15,0-1-3-15,2 1 1 0,-2-1-6 16,0-4 2-16,-4 2 2 0,-2-2 0 0,-1 1-6 15,1 0 0-15,-3-3-4 0,-1 1 5 0,0 1-6 0,-4-5 2 16,2 7-1-16,-2-7 1 0,-6 9 0 16,1-5-3-16,-3 0-3 0,-3 0-2 0,-1 0-24 15,-4-1-21-15,1 1-24 0,-1 0-19 0,4-4-46 0,-7 0-45 16,5 2-108-16,3-2-315 0,11 0 139 0</inkml:trace>
  <inkml:trace contextRef="#ctx0" brushRef="#br0" timeOffset="55850.64">25057 9043 45 0,'8'-1'225'0,"-8"1"-21"0,0 0-21 0,10-2-18 16,-10 2-5-16,0 0-6 0,0 0-4 0,4 11-8 15,-4-11-7-15,-2 10-15 0,0 0-10 0,2-10-8 16,-4 13-7-16,3-4-13 0,0-2-8 0,1-7-8 15,-2 13-3-15,1-6-15 0,1-7 5 0,-1 9-10 16,1-9 1-16,-3 8-4 0,3-8-2 0,0 0 2 16,0 8 0-16,0-8-2 0,0 0-8 0,0 0-2 0,0 0-2 15,0 0-1-15,-11-22-3 0,8 13-1 16,3 0-5-16,0-3-2 0,2 0 0 0,1 0-1 16,3-5-5-16,1 0 0 0,2 0-2 0,3 4 1 15,-2-2-2-15,1 3-3 0,1 3 1 0,-3 1-3 0,0 3 1 16,2 0 2-16,-2 1-5 0,0 4-2 0,0 2 7 15,0 3-6-15,1-1-2 0,-2 3 3 16,-1 1 2-16,2 0-1 0,-2 1 1 0,-1 1-4 16,-2 1 5-16,2-3-1 0,-2 5 0 0,-1-4 3 0,-1 2 1 15,0-4-3-15,0 2-1 0,-2-3-1 0,0-6 5 16,0 9-3-16,0-9 4 0,4 8-1 0,-4-8 5 16,0 0-3-16,1 6 1 0,-1-6 2 0,0 0-5 15,0 0 0-15,0 0-2 0,13-15 3 0,-9 10 1 16,1-3-6-16,1-1 3 0,3 1 0 0,-1-1-3 15,7-1-5-15,-1 0 3 0,-1 1 0 0,3 0 1 16,-2 3-1-16,-2 3-1 0,-2 0-4 0,-1 0 3 16,2 3-2-16,-2 3 4 0,-3 1-2 0,2 0 0 15,0 2 1-15,-2 3-2 0,0-1 1 0,-4 3 2 16,0 3-2-16,-2-4-11 0,0 3-25 0,0 2-34 16,-2-2-41-16,2-3-50 0,-2 4-40 0,-4 3-179 15,2-7-415-15,2 0 185 0</inkml:trace>
  <inkml:trace contextRef="#ctx0" brushRef="#br0" timeOffset="56047.77">25596 9049 27 0,'4'-9'264'0,"-1"2"-9"0,-1 2-6 16,-2 5-16-16,7-9-25 0,-6 5-15 15,-1 4-29-15,0 0-13 0,0 0-13 0,0 0-16 16,0 0-12-16,0 0-10 0,6 14-12 0,-6-3-8 15,2-1-6-15,-2-1-5 0,-2 4-10 0,2-1-12 0,0 0-28 16,0 1-35-16,0-2-36 0,-2 2-39 0,0-1-55 16,2-2-43-16,-3 2-171 0,1-4-389 15,-3 2 172-15</inkml:trace>
  <inkml:trace contextRef="#ctx0" brushRef="#br0" timeOffset="56210.75">25538 8767 133 0,'2'-4'137'0,"-2"4"-13"15,0 0-23-15,0 0-25 0,16 11-12 0,-9 1-22 16,1 5-44-16,6 9-18 0,-3 3-26 0,0-1-56 16,1 2-110-16,1-2 49 0</inkml:trace>
  <inkml:trace contextRef="#ctx0" brushRef="#br0" timeOffset="56422.18">25765 9178 126 0,'0'0'178'0,"0"0"-6"0,0 0-4 16,0 0-4-16,0 0-10 0,0 0 1 0,13-20-8 15,-11 11-7-15,5 1-13 0,-2-1-6 0,4-1-5 16,0 0-7-16,0 1-10 0,5-1 3 0,-4 3-5 16,2-1-3-16,-1 4-9 0,2 2-10 0,-1 1-9 15,-1-1-6-15,-1 4-2 0,1-1-7 0,1 3-4 0,-3-1-2 16,1 2-6-16,-2 2-2 0,1 2-4 15,-4 0-3-15,4 0-3 0,-4 2 0 0,1-1-15 16,-2 1-24-16,-2 0-36 0,1 1-43 0,-1-1-50 16,1-3-48-16,-3 3-225 0,0-5-448 0,0-6 199 0</inkml:trace>
  <inkml:trace contextRef="#ctx0" brushRef="#br0" timeOffset="56588.88">26369 9072 100 0,'4'-3'218'0,"0"-1"-19"0,-4 4-21 0,12-6-17 0,-7 4-20 15,-5 2-16-15,10-3-31 0,-10 3-38 0,12 1-52 16,-12-1-32-16,11 3-42 0,-6-1-37 0,-5-2-72 16,4 7-193-16,-4-7 86 0</inkml:trace>
  <inkml:trace contextRef="#ctx0" brushRef="#br0" timeOffset="56710.04">26396 9145 39 0,'0'0'172'0,"-5"9"-1"0,1-7 10 16,0 3 2-16,4-5-3 0,-6 6-16 0,6-6-7 16,-6 6-11-16,6-6-11 0,-4 6-11 0,4-6-6 15,0 0-8-15,6 11-7 0,-6-11-18 0,14 4-28 16,-1-2-46-16,1 1-88 0,13-8-63 0,-5 3-181 16,7-3-346-16,3-4 154 0</inkml:trace>
  <inkml:trace contextRef="#ctx0" brushRef="#br0" timeOffset="59522.53">17352 5840 35 0,'0'0'107'0,"1"6"-2"15,-1-6-1-15,0 0 9 0,0 0-14 0,0 0 6 16,0 0-8-16,0 0 0 0,0 0 1 0,12-1-8 0,-12 1-5 16,0 0-5-16,0 0-12 0,0 0 0 0,0 0-8 15,0 0-5-15,0 0-11 0,0 0-3 16,0 0-8-16,0 0-15 0,0 0-23 0,0 0-20 15,0 0-25-15,0 0-21 0,0 0-32 0,0 0-122 0,0 0-244 16,0 0 108-16</inkml:trace>
  <inkml:trace contextRef="#ctx0" brushRef="#br0" timeOffset="61368.81">27204 8542 59 0,'4'-7'190'16,"-4"0"-6"-16,2-2 4 0,0 2-3 0,0-1-4 16,-2 1-3-16,0 7-6 0,-2-11-9 0,4 3-13 15,-2 8-12-15,0 0-19 0,0 0-16 0,0-7-7 16,0 7-12-16,0 0-11 0,0 0-3 0,0 0-4 15,4 30-2-15,-4-13-2 0,0 1-9 0,0 7 1 16,0 0-3-16,0 0-5 0,-4 3-2 0,4 1 3 0,-4-4-8 16,4 1-5-16,0-6 0 0,0-1 1 0,0-1 3 15,-4-1-12-15,4-1-2 0,-2-3-1 16,4 2-2-16,-2-3-4 0,-2 0 0 0,2-2 4 16,2 0-15-16,-4-1-17 0,2-9-34 0,0 13-38 0,0-13-37 15,0 7-32-15,0-7-37 0,0 0-44 0,0 0-154 16,0 0-420-16,0 0 186 0</inkml:trace>
  <inkml:trace contextRef="#ctx0" brushRef="#br0" timeOffset="62007">27465 8695 168 0,'5'-5'174'0,"-5"5"-19"0,0 0-6 0,0 0-3 16,0 0-6-16,0 0 2 0,0 0-6 0,-7 24-5 15,5-15-15-15,-6 3-5 0,6-1-10 0,-2 0-6 16,1 0-10-16,2 0 0 0,1 1-9 0,-1 0-5 16,2-2-3-16,0 2-5 0,2-1-3 0,-1-1-7 15,2-2-1-15,4 1-4 0,-4-3-1 0,3 2-10 16,2-2 2-16,3-2-3 0,-2 1-2 0,3-3-6 16,-1 1 0-16,-1 0-1 0,5-3-4 0,-7-3 0 15,2 0-4-15,1 1 1 0,-3-1-5 0,-1-3-1 16,2 0 4-16,-2-2-8 0,-3-1 4 0,1-1-8 15,-1-1 3-15,0-4-2 0,-3 3 1 0,0-4-3 16,-1-1 0-16,-2 2-4 0,-1-2 2 0,0 5-1 16,-4-2 0-16,0 2-2 0,1 3 5 0,-3-1-3 15,3 1-2-15,-2 3 1 0,1-1 0 0,1 2 2 0,1 0-3 16,4 5-3-16,-4-8 3 0,4 8-4 16,0 0-1-16,0 0-1 0,0 0 4 0,0 0 2 15,19-8 0-15,2 9-2 0,8 1 3 0,3 2-4 16,3 1 3-16,-1-1-4 0,-3 2 5 0,1 1-4 0,-5 0-1 15,0 1 1-15,-7-1 6 0,-2 1-6 0,-2 2 0 16,-5-2 0-16,1 4 2 0,-3-4-1 0,-5 4 0 16,3-2 2-16,-6 0 3 0,0 1-1 0,1 0-1 15,-2 1 1-15,-2-2 1 0,1 0-2 0,0-3 6 16,-2 2-2-16,3 0 2 0,0-9-2 0,-2 15 2 16,2-8-4-16,2 0 2 0,-2-7 2 0,4 11 4 15,-1-7 2-15,-3-4 2 0,7 9 0 0,-2-6 3 16,-1 1 1-16,-4-4-5 0,20 3 2 0,-8-5 0 15,1 1-6-15,2-3 10 0,1 1-8 0,-2-6 0 16,-2 5 2-16,1-3 2 0,-4-1-2 0,-1-2 1 16,4-1-2-16,-3-2 3 0,-3 1 1 0,0-5-4 15,-3 0-2-15,1-1-2 0,-1 1 2 0,-3 2-4 16,-3 2-1-16,1 0 1 0,-3 3-3 0,1 1 1 16,-2 1-7-16,0-1 2 0,1 6-3 0,-5 0 0 15,0 0-11-15,-3 2-15 0,0 1-24 0,1 4-34 16,-1-1-37-16,1 3-64 0,0-2-35 0,1 1-206 15,2 1-464-15,0 0 206 0</inkml:trace>
  <inkml:trace contextRef="#ctx0" brushRef="#br0" timeOffset="62196.99">28437 8829 115 0,'0'0'240'0,"17"-4"-9"0,-4 1-12 16,4-1-19-16,-1 1-13 0,4 1-21 0,-1-1-14 16,1 3-18-16,0-4-13 0,2 3-29 0,-3 1-30 0,0-2-39 15,1 2-48-15,0-2-57 0,-3 1-52 0,-4-2-150 16,-1 3-307-16,-1-2 136 0</inkml:trace>
  <inkml:trace contextRef="#ctx0" brushRef="#br0" timeOffset="62561.08">28924 8622 214 0,'0'0'239'0,"3"-4"-11"0,-3 4-10 0,0 0-18 16,3-8-16-16,-3 8-17 0,0 0-10 0,0 0-24 15,0 0-14-15,0 0-10 0,0 0-11 0,0 0-8 16,-10 18-6-16,6-11-10 0,0 0-5 0,-1 1-8 15,0 3 0-15,2 1-9 0,1-2-3 0,1 2-9 16,2-1 0-16,1 1-4 0,-1 1 0 0,5-2-5 16,-1 1 0-16,2 2-2 0,2 0-1 0,2-1 0 15,1 1-1-15,-3-5-3 0,2 2 0 0,2 3-5 16,-5-6 2-16,2 1-4 0,-3-2 4 0,0 0-7 16,-1 1-2-16,0-4-1 0,-3 1 2 0,1-2-2 15,-2 4 0-15,-2-7 0 0,3 5 6 0,-3-5 3 16,0 0-1-16,0 0-1 0,-14 9 2 0,5-6-2 15,-3-2-5-15,-5-2-2 0,4 1 1 0,-1-2-4 16,2 1-5-16,1 0-16 0,-3-3-19 0,3 3-27 0,-1-2-35 16,-1 0-35-16,0-4-34 0,3 0-30 15,1 0-46-15,-1-1-158 0,2-1-429 0,0-1 190 16</inkml:trace>
  <inkml:trace contextRef="#ctx0" brushRef="#br0" timeOffset="63002.87">28907 8623 38 0,'13'-1'150'0,"5"-2"1"0,0-1-3 16,4 3-8-16,1 1-7 0,-4-1-10 0,3 1-13 15,-1 0-3-15,0 0-18 0,-1 1-3 0,-1 0-7 16,-3 2-7-16,-2-1-10 0,-4-3-8 16,0 2-12-16,-2-1 1 0,-3 2-1 0,-5-2 1 0,11 0 5 15,-11 0 5-15,0 0 7 0,11 0-5 0,-11 0 2 16,7 1-6-16,-7-1-4 0,0 0-7 0,8 2-6 15,-8-2-3-15,0 0-2 0,0 0-8 0,4 6 1 16,-4-6-3-16,0 0-3 0,-1 11-4 0,1-11 6 16,-4 19-4-16,1-11 2 0,-1 3-1 0,2-1 4 15,-3 3-1-15,1-2-1 0,1 0 5 0,1 2 2 16,-1-2 0-16,2-1 0 0,1-1-2 0,0 0 5 16,1 1 3-16,2-2 0 0,-1 0 3 0,2-2 7 15,5-1 5-15,0 0-5 0,4-2 3 0,1 3 0 16,3-5-6-16,2 1-2 0,1-1-2 0,-2 0 1 15,-3-1-3-15,-3-1 1 0,1-2 3 0,-2 0 5 16,-1-1-2-16,2-3 0 0,-3 2 1 0,-2-2-2 16,0-3-2-16,-2-1 8 0,1 0-14 0,-4-1-3 15,1-2 7-15,-4-3-10 0,-1 5-8 0,-1-4 3 16,-4 2-8-16,-1-1 3 0,0 4-5 0,0 1-3 0,-7-1 1 16,0 4-3-16,-3-2-14 0,-1 4-19 15,-7 0-28-15,4 2-24 0,-4 4-35 0,5 2-38 16,2 2-38-16,1-1-28 0,1 4-229 0,7-2-488 15,0 0 216-15</inkml:trace>
  <inkml:trace contextRef="#ctx0" brushRef="#br0" timeOffset="63433.07">27549 9139 53 0,'-19'0'217'0,"5"0"-2"0,3 2-11 15,3-1-9-15,8-1-9 0,-7 1-10 0,7-1-9 16,24 6-10-16,15-7-10 0,24 2-12 0,44 5-8 16,14-3-8-16,11-3-8 0,8 3-7 0,9 1-7 15,-6 0 1-15,-1-1-16 0,-8-2 1 0,-5 3-9 16,-13-3-3-16,-7 2-9 0,-8-1-6 0,-37-1-2 16,-4 1-2-16,-4 1-7 0,-20-1-10 0,-2-1 2 15,-6-1-1-15,-7 0-3 0,-8 1-1 0,-1 0-1 16,-1 1 6-16,-5-4-1 0,-6 2-1 0,13-2-2 15,-13 2 0-15,6-1-4 0,-6 1-4 0,0 0-7 0,0 0-5 16,0 0-21-16,0 0-32 0,0 0-35 16,0 0-44-16,-32-4-43 0,4 7-33 0,1-3-46 15,-6 2-211-15,-2 2-490 0,-2 0 218 0</inkml:trace>
  <inkml:trace contextRef="#ctx0" brushRef="#br0" timeOffset="64046.45">28081 9592 213 0,'0'-9'241'0,"0"9"-6"0,0 0-10 16,-1-10-6-16,1 10-11 0,0 0-11 0,-3-8-16 15,3 8-17-15,0 0-17 0,0 0-18 0,-3-7-10 16,3 7-12-16,0 0-13 0,0 0-9 0,0 0-8 16,0 0-9-16,0 0-5 0,0 0-8 0,0 0-2 15,0 0-2-15,0 0 5 0,-7 20-11 0,7-20 0 16,0 10-5-16,0-10-1 0,4 13-7 0,-1-7 2 16,-3-6-4-16,5 11-2 0,-3-3-6 0,0-2 1 15,3 1-1-15,-2-1 1 0,4 2-7 0,0-1 0 0,-2 1 0 16,1-2-1-16,1 2-3 0,-1 0 0 0,4-2-3 15,-3 3 6-15,2-2-5 0,-3-1 1 16,5 2-3-16,-2 1-2 0,-2-2 0 0,2 0 2 0,-2-1-2 16,0 1-3-16,-3-2 5 0,2 0-7 0,0 0-1 15,-3 1 7-15,0-2-3 0,-3-4-4 0,1 10 1 16,-1-10 3-16,-3 10 1 0,3-10-2 0,-9 6-2 16,6-1 1-16,-5-1 2 0,3 0 3 0,-8 1-3 15,3-1 0-15,-3-2 3 0,-1 1-3 0,1-1-2 16,-1 0 0-16,1 1 0 0,-1 0-1 0,1-2-6 15,-5-1-9-15,5 0-18 0,0-2-14 0,-1 3-31 16,3-4-36-16,-1 2-31 0,1-1-48 0,1-2-32 16,0 1-37-16,1-3-157 0,3 0-452 0,-3-1 201 15</inkml:trace>
  <inkml:trace contextRef="#ctx0" brushRef="#br0" timeOffset="64208.63">28033 9590 64 0,'3'-5'228'0,"-1"-2"-10"0,3 3-11 16,-5 4-14-16,12-10-17 0,0 4-9 0,9-1-21 16,5-2-14-16,2 2-14 0,3 3-13 0,2-1-12 15,-1 1-30-15,-3 2-46 0,2 0-35 0,-4-1-39 16,3 2-40-16,-1-2-25 0,-2 2-25 0,-7 1-101 0,-1 0-269 16,0 0 120-16</inkml:trace>
  <inkml:trace contextRef="#ctx0" brushRef="#br0" timeOffset="64422.68">28584 9509 137 0,'0'0'179'0,"0"0"3"0,0 0 13 16,0 0 2-16,-1-9 1 0,1 9-11 0,0 0-6 15,0 0-14-15,0 0-16 0,0 0-15 16,0 0-14-16,0 0 0 0,0 0 8 0,0 0 2 0,2 19-1 16,-3-7-1-16,1-1-11 0,1 2-9 0,-2-1-4 15,0 3 3-15,-2 0-9 0,3 2 6 0,-3 0-24 16,1-3-7-16,1 2-6 0,-1-3-10 15,1 3 5-15,0-5-15 0,1 1-7 0,-1-1-25 0,-1 0-35 16,1-1-45-16,1-1-55 0,-5-2-65 0,5-7-55 16,-1 12-63-16,-2-7-177 0,3-5-516 0,-7 8 228 15</inkml:trace>
  <inkml:trace contextRef="#ctx0" brushRef="#br0" timeOffset="64670.71">28763 9626 220 0,'1'-7'251'0,"-1"7"-12"0,0 0-6 15,0 0-6-15,0 0-9 0,0 0-12 0,0 0-12 16,0 0-14-16,0 0-14 0,0 0-11 0,-14 18-13 16,9-10-15-16,1-2-11 0,0 3-12 0,2 0-9 15,-1 0-7-15,1 1-11 0,3-2-4 0,0 3-10 16,1-4-10-16,1 2-20 0,3-1-32 0,-1 0-30 0,4-1-28 15,0 0-30-15,2-2-31 0,8 2-25 0,0 1-25 16,1-2-13-16,-1-3-8 0,1 1-2 16,-3 1-7-16,-1-2-119 0,1-1-344 0,-3 1 153 15</inkml:trace>
  <inkml:trace contextRef="#ctx0" brushRef="#br0" timeOffset="64973.09">28975 9807 924 0,'10'2'-45'0,"-3"-1"18"16,0 0 28-16,1 1 18 0,-8-2 24 16,10 0 11-16,-10 0 23 0,12-2 4 0,-12 2 7 15,10-2 15-15,-5 0 9 0,-5 2 9 0,9-7 2 16,-3 3 4-16,-6 4 9 0,8-7-7 0,-4 1 1 0,-1 1-18 15,-1-2-2-15,1-2-7 0,-1 0-2 0,2-1-6 16,0 0-5-16,-2 1-9 0,1-2-2 0,-1-1 7 16,4 1-16-16,-4 0-3 0,2 0-5 0,1 1-8 15,3-5 5-15,-3 5-17 0,0-2-6 0,1 4 1 16,2-2-8-16,1 3-1 0,0-1-6 0,0 2-3 16,2 2-5-16,1 3 5 0,0-1-4 0,1 4-8 15,-2-1 3-15,-1 6-4 0,1-2-1 0,-2 4 6 16,0 1-4-16,-1 2 4 0,1 2 1 0,-5 2 6 15,-2 0-3-15,1 0 6 0,-3 1-1 0,0-5-5 16,1 0 1-16,-1 0 2 0,0 1-7 0,0-2 3 16,0 0-3-16,2 0 2 0,-2-2 0 0,2 3 1 15,3-5 2-15,0 3-7 0,2-2-9 0,2 1-23 16,2-4-19-16,1 0-40 0,7 0-41 0,0-2-54 16,1 0-53-16,8-5-44 0,-11 0-221 0,-3 0-536 15,-2-3 237-15</inkml:trace>
  <inkml:trace contextRef="#ctx0" brushRef="#br0" timeOffset="65357.81">25659 10682 137 0,'0'0'297'0,"-4"-5"-11"16,4 5-13-16,-1-9-17 0,1 9-22 15,0 0-21-15,5-9-20 0,-5 9-28 0,16-6-21 0,-5 1-14 16,7 2-15-16,-2 0-10 0,5 0-27 0,7 0-41 16,-8 3-53-16,3 0-63 0,-3-3-79 0,0-1-54 15,-8 4-155-15,-1-2-397 0,0 1 176 0</inkml:trace>
  <inkml:trace contextRef="#ctx0" brushRef="#br0" timeOffset="65518.58">25657 10837 157 0,'-4'4'232'0,"4"-4"-7"16,-5 6-2-16,5-6-5 0,-2 7-6 0,2-7-15 15,0 0-19-15,8 14-13 0,-1-11-17 0,5 3-14 16,1-4-22-16,6 1-35 0,0 1-46 0,4 0-57 15,-1-3-73-15,8-1-61 0,-9 3-178 0,7-3-365 16,-1-1 161-16</inkml:trace>
  <inkml:trace contextRef="#ctx0" brushRef="#br0" timeOffset="66480.92">27751 10849 42 0,'0'0'216'0,"0"-14"4"0,0 14-11 0,2-9-2 0,-2 9-6 16,0-9-6-16,0 9-17 0,2-7-14 0,-2 7-19 15,0 0-15-15,0 0-16 0,0 0-5 0,0 0 2 16,0 0-3-16,14 18-4 0,-14-6 1 0,4 3-10 15,-2 4-7-15,3 4 0 0,-5-3-6 0,4-1 2 16,-4 0-11-16,0 7 9 0,0-8-11 0,0 2-13 16,2-2-1-16,-4-1-11 0,4 0-2 0,0-3-2 15,-2-2-2-15,0 2-3 0,-2-2-6 0,2 0-4 16,0 0-11-16,2-2-36 0,-4 0-35 0,0-4-42 16,2 2-42-16,0-8-38 0,-3 9-34 0,3-9-32 15,-1 6-204-15,1-6-483 0,0 0 215 0</inkml:trace>
  <inkml:trace contextRef="#ctx0" brushRef="#br0" timeOffset="66778.59">27975 11001 157 0,'0'0'186'0,"2"-4"-2"0,-2 4-5 16,0 0-1-16,0 0 3 0,11 13-8 0,-9-6-11 15,-1 1-5-15,1 2-16 0,0 0-10 0,0 1-13 16,4 1-10-16,-1 0-12 0,2-1-1 0,4 2-10 15,-2-3-4-15,6 0-7 0,-5-2-9 0,9-3-4 0,-2 1-4 16,2-6-4-16,-2 2-8 0,3-2-2 16,-2-4-1-16,-5 2-1 0,-2-2-1 0,2-2-1 15,-3-1-1-15,0-1-5 0,1-3 0 0,-5 2 6 0,1-7-7 16,-1 5-8-16,-4-5 4 0,-2-2-1 0,-1 3-4 16,-4-2-3-16,1 2-3 0,-3 0-2 0,-1 2-2 15,-4 0-2-15,1 1 9 0,-2 6-15 0,-2 1 3 16,-2-2-8-16,3 5-5 0,-3-1-26 0,-2 5-28 15,-1 0-37-15,3 2-45 0,-2 0-43 0,6 0-42 16,-3 3-210-16,5-1-473 0,2 0 209 16</inkml:trace>
  <inkml:trace contextRef="#ctx0" brushRef="#br0" timeOffset="67276.75">28368 11109 75 0,'7'5'232'16,"-7"-5"-10"-16,7 8-1 0,-7-8-2 0,2 4-4 16,-2-4-15-16,3 6-12 0,-3-6-6 0,0 0-18 15,3 7-7-15,-3-7-5 0,0 0 2 0,0 0 13 16,0 0-1-16,5 2 3 0,-5-2-14 0,0 0-12 16,0 0-2-16,0 0-17 0,0-18-6 0,0 18-21 15,0-13-4-15,0 4-5 0,2-1-7 0,1 0-11 16,-2-2-9-16,1 1-14 0,1-1-1 0,5-2-2 15,-2-1-6-15,2-1-5 0,1 1-4 0,4 1-1 16,-3 2-8-16,-1 3 10 0,1 1-9 0,-2 4-14 16,2 1 0-16,0 2-4 0,1 2 4 0,-1 2-11 15,1 4 9-15,-2 2-8 0,2 3 3 0,-1 2 0 16,-4 2 5-16,2 0-3 0,-3 0 9 0,-1 1-11 16,-3-1 1-16,4 0 2 0,-2-4-6 0,-3-2 9 0,0-1-5 15,1 0-2-15,-1-3 2 0,0-6 4 0,0 11 0 16,0-11 20-16,0 6-21 0,0-6 0 15,0 0 3-15,0 0-9 0,0 0 3 0,0 0-11 16,0 0 9-16,6-25-1 0,-1 16-3 0,-1-3-5 0,4-2 2 16,2 0-5-16,2-2-3 0,-3 1-6 0,2 1 5 15,5 1 3-15,0 1 0 0,-6 5 3 0,2 0 2 16,-5 1-6-16,1 4 9 0,-1 0-7 0,-7 2-2 16,12 2 12-16,-12-2-9 0,9 9-1 0,-3-2 3 15,-1 3 5-15,-3-1-4 0,2 3 1 0,-3 5-2 16,0-5-1-16,-1 4-20 0,1 0-33 0,-1-4-43 15,0 2-40-15,0 0-44 0,-1-1-51 0,2-3-48 16,-1-1-233-16,-2 0-565 0,2-9 250 0</inkml:trace>
  <inkml:trace contextRef="#ctx0" brushRef="#br0" timeOffset="67656.92">28997 11103 211 0,'2'-6'273'0,"-2"6"-15"0,4-6-15 0,-4 6-20 15,0 0-15-15,0 0-6 0,0 0-10 0,0 0-12 16,0 0-12-16,7 14-11 0,-7-14-14 0,-2 14-11 16,2-5-14-16,-1-1-5 0,0 2-12 0,-1-3-11 15,2-7-6-15,0 14-10 0,0-14 5 0,0 10-19 16,0-10-2-16,2 9 10 0,-2-9 10 0,0 0 18 16,0 0 0-16,0 0-8 0,0 0-8 0,0 0-7 0,0 0-10 15,0 0-9-15,0 0-4 0,1-31-5 16,0 19-5-16,2 1 2 0,-1-2-4 0,2-5-8 15,1 2-1-15,4-8-6 0,0 0-6 0,2 0 2 16,4 2-4-16,-4 6-9 0,2 3 3 0,-1-1 5 0,1 1-3 16,-1 2-5-16,-3 2-6 0,0 4 0 15,-1 2-4-15,-2 1 4 0,-6 2 0 0,12 3 4 16,-5 3 2-16,1 4 12 0,-3 1-4 0,-1 5 8 16,0 2-9-16,-2 2 11 0,1-2 0 0,-2 1 4 0,-1 1-13 15,0-1 6-15,0 2 5 0,2-4-10 0,-4-1-5 16,2 2 4-16,2-2-21 0,-1-5-24 15,0 1-43-15,-1-3-43 0,1 0-49 0,-1 1-64 0,3-4-58 16,-3-6-57-16,0 10-233 0,0-10-625 0,2 6 277 16</inkml:trace>
  <inkml:trace contextRef="#ctx0" brushRef="#br0" timeOffset="67806.73">29130 11135 168 0,'0'0'214'0,"0"-9"6"15,0 9-9-15,0 0-14 0,9-5-16 0,0 2-19 16,5 1-17-16,5-3-13 0,1 3-15 0,7-4-27 16,-4 2-49-16,4 2-72 0,0-1-76 0,-9 3-183 15,3-2-315-15,-4 1 140 0</inkml:trace>
  <inkml:trace contextRef="#ctx0" brushRef="#br0" timeOffset="74252.06">13652 16641 10 0,'-2'-10'69'0,"2"10"-1"0,0 0-7 16,0 0-7-16,0 0 7 0,0 0-23 0,0 0-12 15,2-6 6-15,-2 6-27 0,0 0-15 16,0 0-7-16,0 0-14 0,12-2-30 0,-12 2-67 0,0 0 30 15</inkml:trace>
  <inkml:trace contextRef="#ctx0" brushRef="#br0" timeOffset="74954.48">13701 16585 59 0,'0'0'59'0,"-2"-12"-9"0,2 12 13 15,2-7-4-15,-2 7 2 0,1-12-2 16,-1 12 2-16,0-7 13 0,0 7 6 0,0-8 11 16,0 8-4-16,0 0-11 0,2-8-3 0,-2 8-6 15,0 0-4-15,0 0-3 0,0 0-8 0,0 0-11 16,0 0-1-16,0 0-7 0,0 0-1 0,0 0-4 16,0 0-7-16,0 0 0 0,0 0 1 0,0 0-4 15,0 0-4-15,0 0-2 0,0 0-2 0,0 0 7 0,0 0-12 16,0 0 9-16,0 0-10 0,-7 20 0 15,7-20 3-15,-2 6 1 0,2-6-4 0,0 0 0 16,0 0 1-16,-2 9 5 0,2-9-10 0,0 0 0 16,0 0 3-16,0 0 3 0,0 0-1 0,0 7 6 15,0-7-3-15,0 0-4 0,0 0 0 0,0 0 2 16,0 0 2-16,0 0-8 0,0 0 1 0,0 0 5 16,0 0-14-16,0 0 10 0,0 0 0 0,0 0 2 15,0 0-2-15,0 0 2 0,0 0-5 0,0 0 3 16,-14-15 2-16,14 15-3 0,0 0 5 0,-2-7-8 15,2 7 2-15,0 0-2 0,0 0 8 0,0 0-2 16,-1-11 6-16,1 11-3 0,0 0 0 0,0 0 8 16,0 0 1-16,0 0 0 0,-2-6 9 0,2 6 1 15,0 0 3-15,0 0 4 0,0 0-5 0,0 0 4 16,0 0 3-16,0 0 4 0,0 0-4 16,0 0-1-16,0 0-3 0,0 0-3 0,0 0-7 0,0 0 1 15,0 0-4-15,0 0-8 0,0 0 6 0,0 0-3 16,0 0 0-16,0 0-4 0,0 0 4 0,0 0-3 15,0 0 0-15,1 29 7 0,-1-17 3 0,-1 6 4 16,-1-2 1-16,0 5 6 0,0 5 5 0,-2 1-1 16,1 1 0-16,-2 1 2 0,3-2-7 15,-2 1 0-15,4 1 0 0,0-12-3 0,-3 4 2 0,1-2-4 16,2 1 1-16,0-2-2 0,0-3-3 0,0-2 0 16,2-1-2-16,-2-5-4 0,3 3 4 0,-3-3 0 15,0-7-6-15,0 11-4 0,0-11 6 0,0 8-2 16,0-8 4-16,4 7 4 0,-4-7 3 15,0 0 1-15,2 8-2 0,-2-8 2 0,0 0 2 0,0 0-3 16,0 0 1-16,0 0-4 0,0 0-5 16,0 0 1-16,0 0-2 0,0 0-24 0,0 0-18 0,0 0-35 15,0 0-40-15,0 0-35 0,0 0-39 0,0 0-23 16,0 0-30-16,0 0-145 0,0 0-404 0,0 0 179 16</inkml:trace>
  <inkml:trace contextRef="#ctx0" brushRef="#br0" timeOffset="75320.95">13966 16771 154 0,'5'-5'191'0,"-5"5"-14"0,0 0-12 0,0 0-8 16,0 0-11-16,0 0-10 0,0 0-10 0,-24 13-2 15,17-3-11-15,-5-2-5 0,3 4-13 0,1 3-8 16,3-1-6-16,-2 0-8 0,2 2-2 0,1-7-12 15,2 4-1-15,2-2-1 0,2-1-3 0,2 1 7 16,1-4-6-16,5 2-2 0,0-3-2 0,1-2-5 16,1-3 1-16,5 2-6 0,2-3-2 0,3 0-1 15,0-4-1-15,6 1 0 0,-8-3-7 0,7-4 2 16,-8 3-1-16,0-2-7 0,-4 2 4 0,1-1-2 16,-3-4 2-16,-3 2 1 0,-5 0-5 0,1 0 5 15,0-1-9-15,-4 1-1 0,-2-1-3 0,-2 0 1 16,-4-5-2-16,0 5 0 0,-3-2-6 0,-5 2 6 15,1 2-10-15,-1 0 3 0,-4 3-4 0,6 1-2 16,-5-1-1-16,3 4-3 0,1 2-9 0,1 1-14 16,1 0-18-16,0 1-21 0,2 2-17 0,0-1-22 15,-2 2-36-15,11-5-57 0,-9 13-49 0,2-5-132 16,7-8-406-16,0 10 180 0</inkml:trace>
  <inkml:trace contextRef="#ctx0" brushRef="#br0" timeOffset="75498.03">14539 16825 97 0,'0'0'212'0,"9"-1"-3"0,-9 1-7 16,14-4-21-16,-5 3-19 0,1 2-17 0,4-2-12 16,5 3-14-16,-2-1-21 0,4 2-23 0,8-1-33 15,0 1-37-15,1 1-41 0,-1-1-60 0,-1-2-33 16,3 0-108-16,-8 1-256 0,-2-2 113 15</inkml:trace>
  <inkml:trace contextRef="#ctx0" brushRef="#br0" timeOffset="75832.38">15262 16725 163 0,'5'-6'204'0,"-2"-1"-7"0,1 1 4 0,-3 0-7 15,-1 6-6-15,1-8-9 0,-1 8-8 0,0 0-16 16,0 0-17-16,0 0-8 0,-6-8-10 0,6 8-10 15,0 0-6-15,-19 16-7 0,9-5-11 0,4-3-12 16,-5 6-1-16,5-4-12 0,1 2-3 0,-1-2-7 16,3 5-1-16,1-2-7 0,4 5-4 0,-2-3 0 15,1-3-2-15,1 4-8 0,4-5-5 0,1 1 0 16,1-2-6-16,2 0 2 0,0 2-4 0,4-1-1 16,0-1-1-16,-1 3 1 0,3-2-4 0,-5-1 0 15,6-1-4-15,-7-2 12 0,-2 0-11 0,0-1 1 16,-1-1-2-16,-2-1-2 0,0 1-1 0,-2 0-1 15,3 0 4-15,-6-5-3 0,4 8 4 0,-5 0-1 16,1-8-1-16,-12 10 3 0,7-5 0 16,-3 0 0-16,-1 0-4 0,-5 0 3 0,2 1-7 0,-2-2-7 15,-3 0-23-15,2-2-35 0,0-2-39 0,2 0-49 16,13 0-49-16,-21-3-53 0,4-2-161 0,7-1-448 16,-4-5 198-16</inkml:trace>
  <inkml:trace contextRef="#ctx0" brushRef="#br0" timeOffset="75991.52">15343 16719 151 0,'6'-3'189'0,"2"-2"-9"16,1 0-18-16,3 2-13 0,0 2-15 0,1-2-12 16,2 2-14-16,0 1-11 0,5-1-33 15,0 2-52-15,8-1-63 0,1 0-64 0,-9 1-86 16,3-1-217-16,-4 0 96 0</inkml:trace>
  <inkml:trace contextRef="#ctx0" brushRef="#br0" timeOffset="76177.89">16189 16845 163 0,'0'0'260'0,"0"0"-16"0,0 0-16 0,15-6-23 15,-7 4-23-15,0-1-19 0,2 1-16 0,-2 1-14 16,3 1-28-16,-1-2-43 0,-10 2-44 0,24-3-52 16,-13 3-56-16,-11 0-41 0,18-1-146 0,-18 1-298 15,9-1 132-15</inkml:trace>
  <inkml:trace contextRef="#ctx0" brushRef="#br0" timeOffset="76341.03">16229 16943 80 0,'-8'5'195'0,"0"-1"-3"0,3 0-10 0,0-1-5 16,0 1-20-16,5-4-3 0,-7 3-20 16,7-3-3-16,0 0-7 0,-1 9-9 0,1-9-7 0,9 5-10 15,-1-4-14-15,6 1-16 0,6-2-32 16,10-3-50-16,3 2-49 0,5-5-54 0,-1 4-49 16,2 0-114-16,-3-1-302 0,4 1 134 0</inkml:trace>
  <inkml:trace contextRef="#ctx0" brushRef="#br0" timeOffset="78000.47">17581 16873 109 0,'6'-10'158'0,"-6"10"-12"0,0 0-8 16,0 0 3-16,4-9-14 0,-4 9-7 0,0 0-7 0,0 0-3 15,3-5-8-15,-3 5-6 0,0 0-3 0,0 0-7 16,0 0-9-16,0 0-10 0,0 0-4 0,0 0-7 15,0 0 1-15,0 0-9 0,-21 8-4 0,21-8-6 16,-13 6-1-16,8-2-8 0,-3 2 2 0,3 0-3 16,-2 2 2-16,0-1-6 0,3 2 3 0,2-1-10 15,-1 0 0-15,3 1-1 16,-2 0 2-16,2-1 2 0,0 3-3 0,1-4-1 0,3 1 1 16,0 4-3-16,2-2 4 0,7 0-8 0,-5 2 5 0,4-2-2 15,2 1-3-15,1-2 1 0,1 4 4 16,0-4-2-16,0 1-1 0,-6 0-1 0,3-3-2 15,-5 1-1-15,-1-1 0 0,2 0 0 0,-2 1 2 0,-4-1 4 16,0-1-7-16,-2 0 4 0,-1 2-2 16,0-8 2-16,-5 12 1 0,1-5-3 0,-4-1 7 15,-1 2 26-15,-3-2-6 0,-6 1-2 0,3-1-5 16,-3 0-2-16,1-3 0 0,-1 2-3 0,4-1-3 16,2-2 1-16,0 1-9 0,-1-1-26 0,3-1-21 0,10-1-33 15,-15-1-23-15,15 1-40 0,-13-5-17 16,13 5-45-16,-8-10-177 0,8 10-398 0,-7-14 176 15</inkml:trace>
  <inkml:trace contextRef="#ctx0" brushRef="#br0" timeOffset="78814.65">17532 16866 64 0,'0'0'157'0,"0"0"-5"15,0 0 1-15,15-3-12 0,-15 3-20 0,18 2 3 16,-18-2-14-16,29 1-4 0,-10 0-11 0,0-1-8 16,-8 1-10-16,7-2-3 0,-18 1-18 0,27 0 0 15,-16 3-5-15,-11-3-11 0,15 0 3 0,-15 0-9 16,0 0 0-16,17 3-4 0,-17-3-5 0,0 0 2 16,0 0-1-16,13 0-6 0,-13 0-3 0,0 0-5 15,0 0 10-15,0 0-10 0,0 0 4 16,0 0-6-16,0 0 4 0,0 0-13 0,0 0 13 15,0 0-6-15,14 2 4 0,-14-2 0 0,0 0-11 0,0 0 11 16,0 0 0-16,0 0 5 0,0 0-3 0,0 0 0 16,0 0 3-16,0 0-3 0,0 0 5 0,0 0-7 15,0 0-5-15,0 0 10 0,0 0 1 16,0 0 1-16,0 0-6 0,0 0 8 0,0 0-7 16,0 0 4-16,0 0 1 0,0 0-4 0,0 0 4 15,0 0-4-15,0 0 2 0,0 0-1 0,0 0 0 16,0 0 0-16,0 0-1 0,0 0 4 0,0 0-4 15,0 0 2-15,0 0-1 0,0 0-1 0,0 0-2 16,0 0 3-16,0 0-2 0,0 0 1 0,0 0-2 16,0 0 0-16,0 0-5 0,0 0 2 0,0 0 1 15,0 0 0-15,0 0 0 0,0 0-2 0,0 0 1 16,0 0-1-16,0 0 3 0,0 0-1 0,0 0-5 16,0 0-1-16,0 0-1 0,0 0 0 0,0 0-1 15,0 0-1-15,0 0 3 0,0 0-3 0,0 0 1 16,0 0 0-16,0 0-3 0,0 0 2 0,0 0 1 15,0 0-3-15,0 0 4 0,0 0-5 0,0 0 3 16,0 0-3-16,0 0-1 0,0 0 1 0,0 0-1 16,0 0 1-16,0 0 0 0,0 0-1 0,0 0 4 15,0 0-2-15,0 0 0 0,0 0-4 0,0 0 5 16,0 0-6-16,0 0 7 0,0 0 0 0,0 0-3 16,0 0 3-16,0 0-2 0,0 0-1 0,5 11 3 15,-5-11-3-15,0 0 5 0,0 0-5 0,0 0 1 16,0 0 5-16,7 7 2 0,-7-7-2 0,0 0 7 15,0 0 2-15,13 5-1 0,-13-5 2 16,0 0-2-16,16 1 6 0,-16-1-3 0,12 3 1 16,-12-3-4-16,15 0-7 0,-15 0 6 0,0 0-8 0,23 1 11 15,-23-1-6-15,10 0 5 0,-10 0-4 0,9 1 2 16,-9-1 3-16,0 0-7 0,0 0 5 0,0 0-6 16,16 2 3-16,-16-2-1 0,0 0-3 15,0 0-7-15,0 0 8 0,0 0 0 0,10 0 1 16,-10 0-3-16,0 0 0 0,0 0 0 0,0 0-2 15,0 0 2-15,11 5-3 0,-11-5 2 0,9 2 0 16,-9-2-2-16,9 5-7 0,-9-5-19 0,8 4-10 16,-8-4-23-16,13 5-19 0,-13-5-22 0,16 6-38 15,-3-4-38-15,0 1-47 0,-2 2-163 0,3-1-414 16,-2-2 184-16</inkml:trace>
  <inkml:trace contextRef="#ctx0" brushRef="#br0" timeOffset="79478.68">18287 17072 26 0,'6'8'176'0,"-6"-8"-15"0,2 8-7 16,-2-8-12-16,0 0-5 0,0 15-1 0,0-15 1 15,-2 12-7-15,-1-8-5 0,-1 3-7 16,3-1-10-16,1-6-7 0,-8 9-1 0,6-5-4 16,2-4 2-16,-5 9-5 0,1-6 2 0,4-3-3 15,-8 4-5-15,8-4-1 0,-9 5-6 0,9-5-5 16,-11-1-6-16,11 1 0 0,-11-2-7 0,11 2-2 15,-12-3-3-15,5 0-2 0,7 3-4 0,-5-6-4 16,5 6-3-16,-4-10-10 0,4 10 4 0,-2-16-8 16,2 16-1-16,4-16 0 0,-2 6-6 0,3 0-2 15,0 0-7-15,3 0-7 0,-2-1 9 0,2 5-3 16,2-5 2-16,3 1-2 0,-3 4-5 0,-1 0 1 16,4 0-1-16,-4 2 2 0,2 2-6 0,0 1 2 15,-11 1-4-15,21 5-2 0,-10-1 2 0,-2 3 3 16,1 4 3-16,-4-3-9 0,3 8 5 0,-2-4 3 15,-2 3-13-15,1 0 12 0,-2 1-4 0,0 0 3 16,-3-3-1-16,0-1-1 0,-2-1-1 0,1-1 5 16,0 0-5-16,0-10 3 0,-4 11-3 0,1-6 4 15,3-5 3-15,-3 6-2 0,3-6 3 0,0 0-7 16,-8 2 8-16,8-2-5 0,0 0 1 0,0 0 3 16,0 0-11-16,-5-24 7 0,5 24-3 0,8-19-9 15,-1 8 12-15,1-2-3 0,1 0 6 0,4-3-6 16,-1 2 0-16,1 1-2 0,4 1 0 0,-2-2-9 15,2 3 8-15,-4 1 1 0,-1 5 2 0,1-1-4 16,1 3 4-16,-2 2-9 0,-12 1 6 0,15 3 0 16,-15-3-4-16,10 9 4 0,-3-2-3 0,-3 3 4 15,-1-2 1-15,-1 3-4 0,-1 2-1 0,-1-13-11 16,-6 26-21-16,3-15-32 0,-1 4-27 0,-1-5-34 16,-1 4-24-16,3-4-37 0,2-3-48 0,1-7-200 15,-4 15-472-15,4-15 209 0</inkml:trace>
  <inkml:trace contextRef="#ctx0" brushRef="#br0" timeOffset="79864.78">18788 17141 6 0,'0'0'196'0,"6"-9"-13"0,-6 9-20 0,0 0-13 16,0 0 1-16,0 0-1 0,0 0 6 0,0 0-3 15,-2 20-11-15,-2-10-5 0,-1-1-15 0,1 3-2 16,1-5-14-16,-4 2 2 0,4 1-6 0,-1-2-9 15,1 1-5-15,0-4-13 0,3-5-2 16,-1 9-18-16,1-9 20 0,-5 9 9 0,5-9 5 0,0 0-2 16,0 0-11-16,0 0-6 0,0 0-9 0,0 0-16 15,0 0 10-15,0 0-3 0,0 0-18 0,6-37 14 16,0 26-8-16,-1 0-8 0,4-6-3 0,-2 4 1 16,4-4-3-16,1-5-8 0,2 2 1 0,0-4-3 15,0 5 0-15,2 4-2 0,-5 1-5 0,3 1 4 16,0 0-4-16,-6 8 3 0,1-1-5 0,-3 1-4 15,-6 5 2-15,12-4 1 0,-12 4 4 0,14 9 3 16,-6-1-16-16,-2 3 12 0,-1 0 0 16,-1 6 4-16,-1 1-2 0,-1-1-1 0,0 3 0 0,0 5-3 15,-1-7-2-15,-1 1 2 0,3-2 1 16,-2 2 0-16,0-2-1 0,1 0 0 0,1-2-3 0,-1-2-28 16,-1-3-31-16,2 1-36 0,-1-2-37 0,-2-9-44 15,1 13-30-15,1-8-51 0,-2-5-225 0,0 0-515 16,0 0 228-16</inkml:trace>
  <inkml:trace contextRef="#ctx0" brushRef="#br0" timeOffset="80021.47">18951 17163 63 0,'0'0'183'0,"6"-9"-4"16,-6 9-8-16,0 0-9 0,14-2-17 0,-7 2-8 15,-7 0-13-15,19 4-10 0,-8-3-17 0,3 0-7 16,-2 2-18-16,1 1-36 0,1-1-44 0,-3 0-62 15,1 1-53-15,-3 1-106 0,-9-5-248 0,10 7 110 16</inkml:trace>
  <inkml:trace contextRef="#ctx0" brushRef="#br0" timeOffset="80380.8">17887 17506 1669 0,'-61'9'91'0,"6"1"-26"15,17-2-29-15,-1-3-2 0,9 2 2 0,4 2-12 16,10-2 8-16,4-2 25 0,8 0 18 0,4-5 17 16,0 0 1-16,0 0 4 0,36 12-6 15,2-12 7-15,24 1-5 0,4-4-3 0,33-1 0 16,1 6 0-16,7-7 14 0,0-2 1 0,4 4-3 15,0-2 7-15,8 4-2 0,-6-6-9 0,0 1 9 16,-5 3-14-16,-6 2-17 0,-6 1 13 0,-34 1 0 16,4 1-2-16,-4-5-3 0,-2 2 0 0,-5 2-3 15,-18 0-5-15,-5-3-5 0,-4 1 2 0,-10 0-10 16,-6 1-1-16,-3 1-6 0,-9-1 3 0,15 1-11 16,-15-1-3-16,0 0-2 0,12 0-10 0,-12 0 6 15,0 0-20-15,0 0-35 0,0 0-48 0,0 0-62 16,0 0-97-16,0 0-150 0,-30-20-337 0,15 12-767 15,-9-6 340-15</inkml:trace>
  <inkml:trace contextRef="#ctx0" brushRef="#br0" timeOffset="-68120.13">8969 13801 11 0,'0'0'22'0,"0"0"-1"0,0 0 0 0,0 0-5 16,0 0-3-16,0 0 1 0,0 0-3 0,0 0-3 15,0 0 4-15,0 0-1 0,0 0-3 0,0 0 1 16,0 0-2-16,0 0 1 0,0 0-3 0,0 0 0 15,0 0-1-15,0 0 0 0,0 0 1 0,0 0-3 16,0 0 1-16,0 0-2 0,0 0 0 0,0 0-1 16,0 0 0-16,0 0 0 0,0 0-2 0,0 0 5 15,0 0 2-15,0 0-4 0,0 0-2 0,0 0 1 16,0 0-1-16,0 0-1 0,0 0 5 0,0 0-6 16,0 0 3-16,0 0 1 0,0 0-2 0,0 0 3 15,0 0-5-15,0 0-4 0,0 0 1 0,0 0-6 16,0 0-2-16,0 0-18 0,0 0-32 0,0 0 14 15</inkml:trace>
  <inkml:trace contextRef="#ctx0" brushRef="#br0" timeOffset="-58607.52">8745 13759 32 0,'0'0'37'0,"0"0"0"15,0 0-5-15,0 0-3 0,0 0-6 0,0 0-2 16,0 0 5-16,0 0-13 0,0 0 5 0,0 0-5 16,0 0 0-16,0 0-2 0,0 0 1 0,9-6-4 15,-9 6 2-15,0 0-2 0,0 0 0 0,0 0-3 16,0 0 4-16,0 0-19 0,0 0-5 0,0 0-13 15,0 0-24-15,0 0-57 0,0 0 25 0</inkml:trace>
  <inkml:trace contextRef="#ctx0" brushRef="#br0" timeOffset="-46697.53">17204 5829 13 0,'0'0'23'16,"0"0"-3"-16,0 0 2 0,0 0 1 0,-9-2-3 0,9 2 4 15,0 0-3-15,0 0-2 0,0 0 3 16,0 0-4-16,0 0-1 0,0 0-3 0,0 0-6 16,0 0 3-16,0 0-2 0,0 0 3 0,0 0-7 15,0 0 6-15,0 0-5 0,0 0-3 0,0 0 8 16,0 0-4-16,0 0 10 0,29-2-5 0,-11 1 5 0,1 0-3 16,3-3 1-16,5 1-2 0,2 2-2 0,1 0-1 15,0-2-2-15,-2 1 2 0,0 1-1 16,-7-1-1-16,7 1 3 0,-1 0-7 0,-7 1-1 15,2-2 0-15,-3 2-1 0,0 0 2 0,-2-1-2 16,1 1 1-16,-5 0-1 0,1-2-2 0,-4 2 1 0,-1 0 1 16,-2-2-1-16,-7 2 3 0,12-1 0 0,-12 1-3 15,0 0 0-15,12 0 4 0,-12 0 1 16,0 0 4-16,0 0 8 0,0 0-4 0,0 0 8 16,0 0-6-16,0 0-1 0,0 0-8 0,0 0 1 15,0 0-2-15,0 0 0 0,-34-3 0 0,24 5 0 0,-1-2-1 16,-1 0 1-16,-1 1 0 0,-1-1-3 0,-2 1-3 15,-2-1 7-15,1 2-9 0,-1-2 5 0,0 0-4 16,0 0 5-16,-1 2-2 0,3-2-3 16,-3 1 1-16,-1-1 0 0,1 0 3 0,-1 2-2 15,3-2 0-15,-2 4 3 0,6-3 1 0,0-1-4 0,2 0 2 16,1 0 1-16,1 0-6 0,9 0 0 0,-12 0-5 16,12 0 8-16,-9 0 1 0,9 0 0 15,0 0-6-15,-11-1 2 0,11 1 2 0,0 0 1 16,0 0-5-16,0 0-2 0,0 0 3 0,0 0 1 15,0 0 1-15,0 0 2 0,0 0 0 0,0 0 7 0,29 5-15 16,-10-5 9-16,-1 0-2 0,10 0 1 0,1 0-1 16,1 0 7-16,1 0-5 0,-2-2 0 0,1 1 3 15,-1 0-3-15,0 1 0 0,-2-3 4 0,-4 1-7 16,7 0 0-16,-2-1 5 0,-8 1-8 16,2 1 4-16,-2-2-3 0,0 2 1 0,-3-2 0 0,0 3 3 15,-4 0 1-15,-3-2-4 0,-1 1 9 0,0 0-7 16,-9 1 4-16,11 0-5 0,-11 0 7 15,8-2-2-15,-8 2 4 0,0 0-5 0,0 0 4 0,0 0-5 16,0 0 4-16,0 0-5 0,0 0 6 16,-28-4-6-16,15 4-4 0,-6 0 6 0,-2 0-3 15,1 0 1-15,-1 0-5 0,-8 1 2 0,4-1 2 0,2 2-5 16,-5-2 5-16,1 0-5 0,6 0 6 0,2 0-5 16,-1 1-1-16,2-2 6 0,0 1-3 0,3 0-3 15,2 0 8-15,0 1-8 0,2 1 6 0,3-2-6 16,8 0-3-16,-14 1 4 0,14-1-2 0,-10 0-1 15,10 0 0-15,-6 3-3 0,6-3-2 0,0 0 8 16,0 0-4-16,0 0 1 0,0 0 0 0,29 6-1 16,-12-8 9-16,1 4-2 0,10-4 1 0,1 1-5 15,0 2 5-15,0-2-4 0,2 0 3 0,0-1-2 16,-1-1 1-16,-7 0 3 0,-2 2 3 0,1 1-5 16,-2-3 5-16,-3 3-6 0,-3-2 1 15,-2 0-1-15,-1 1 2 0,-2 0-2 0,-9 1 5 0,11-1-3 16,-11 1 5-16,9-2-4 0,-9 2 7 0,0 0-9 15,0 0 7-15,0 0-3 0,0 0-2 0,0 0 0 16,0 0-2-16,0 0 2 0,-37 0-2 0,22-2 0 16,-7 4 1-16,2-2 2 0,-8 0-2 0,-1 2 2 15,4 0-3-15,-5-1 6 0,3 2-4 0,-2-2-3 16,2-1 1-16,6 0 0 0,1 0 1 0,2 1 0 16,4-1 6-16,2 0-6 0,1 2 5 0,5-2-2 15,6 0 2-15,-11 0-4 0,11 0-4 0,0 0-4 16,0 0 11-16,0 0-1 0,0 0-5 0,0 0 7 15,0 0-2-15,34-3 0 0,-15 1-1 16,3 2 0-16,6-4-1 0,-6 3-1 0,7-1 4 0,3-1-2 16,-10 2 1-16,-1-2 1 0,8 3-3 0,-4-2-1 15,-3 0 3-15,-4 2-3 0,-1-2 1 0,-4 1 1 16,-1-2 4-16,-2 3-6 0,2 0 4 0,-6 0-4 16,-6 0-1-16,0 0 8 0,13-2-3 0,-13 2 4 15,0 0 2-15,8-1 1 0,-8 1 1 0,0 0-6 16,0 0-2-16,0 0-2 0,0 0 6 0,-27-3-5 15,13 3 3-15,1-1-2 0,-6 4-5 0,1-3 6 16,-3 0 1-16,1 2-8 0,1-2 6 0,-2 2-6 16,1-2 8-16,3 2 8 0,-2-2-12 0,6 0 0 15,2 1 3-15,-2-2-6 0,4 1 4 0,-1 1-4 16,10-1 8-16,-10 0-13 0,10 0 4 0,0 0-5 16,0 0 2-16,0 0 1 0,0 0 0 0,0 0 3 15,0 0-5-15,0 0 2 0,34-3 3 0,-16 3-1 16,4-2 4-16,3 0-4 0,-2 2 0 0,4-4 1 15,1 3-2-15,-7 1 2 0,-1-1 3 0,1-1-5 16,-2-1 1-16,-3 3 3 0,-3-1-4 0,-1 1-2 16,-2-3 4-16,-4 3-4 0,-6 0 5 0,12 0 2 15,-12 0 2-15,0 0-6 0,9 0-2 0,-9 0 7 16,0 0-2-16,0 0-4 0,0 0 2 0,0 0 0 16,0 0 1-16,-31 0 2 0,18 0-6 0,-1 2 6 15,-2-1-6-15,-2 0 3 0,-3-1 3 0,5 1-6 16,-3 2 13-16,2-2-10 0,4 1 2 0,2-2-5 15,2 0 9-15,0 0-12 0,9 0 3 0,-13 0-6 16,13 0-3-16,-10 0-9 0,10 0-17 0,0 0-3 16,-12 2-4-16,12-2-12 0,0 0-37 0,-4 3-100 15,4-3 44-15</inkml:trace>
  <inkml:trace contextRef="#ctx0" brushRef="#br0" timeOffset="-42296.73">17967 5874 16 0,'0'0'48'0,"0"0"-3"15,0 0 2-15,0 0 6 0,0 0-3 0,0 0-2 16,0 0 1-16,0 0-6 0,0 0-5 0,0 0 6 16,0 0-6-16,0 0-1 0,0 0-5 0,0 0 5 15,0 0-8-15,0 0 2 0,0 0-2 0,0 0 5 16,0 0-1-16,0 0-4 0,0 0 8 0,0 0-8 15,0 0-2-15,0 0-9 0,0 0 6 0,0 0-2 16,0 0 1-16,0 0-3 0,0 0 3 0,0 0-4 16,0 0-10-16,0 0 5 0,0 0 0 0,0 0-3 15,0 0 4-15,0 0-3 0,0 0 5 0,0 0 0 16,0 0 2-16,0 0 6 0,0 0-4 0,0 0 3 16,0 0 5-16,0 0-4 0,0 0-6 0,0 0 1 15,0 0-6-15,0 0 4 0,0 0 1 0,0 0-4 16,0 0-3-16,0 0-2 0,0 0 0 0,0 0 3 15,0 0-6-15,0 0-1 0,0 0 4 0,0 0-4 16,0 0-1-16,0 0-7 0,0 0 5 0,0 0-9 16,0 0-1-16,0 0-18 0,0 0-13 0,0 0-16 15,0 0-12-15,0 0-7 0,0 0-16 0,0 0-12 16,0 0-71-16,0 0-186 0,0 0 83 0</inkml:trace>
  <inkml:trace contextRef="#ctx0" brushRef="#br0" timeOffset="-41169.71">17702 5763 34 0,'0'0'41'0,"0"0"-7"0,0 0-5 0,0 0 1 16,0 0-4-16,0 0 5 0,0 0-9 0,0 0-5 16,0 0-4-16,0 0 5 0,0 0-3 0,0 0 2 15,0 0-4-15,0 0 7 0,0 0-2 0,0 0 1 16,0 0 2-16,0 0-4 0,0 0-3 0,0 0 1 15,0 0 4-15,0 0-5 0,0 0 2 0,0 0-5 16,0 0-3-16,0 0 0 0,0 0 1 0,0 0 5 16,0 0-7-16,0 0 3 0,0 0-5 0,0 0 4 15,0 0 0-15,0 0 3 0,0 0-8 0,0 0 1 16,0 0 0-16,0 0 4 0,0 0-6 0,0 0-1 16,0 0 0-16,0 0 10 0,0 0-6 0,0 0 2 15,0 0-9-15,0 0 2 0,0 0 0 0,0 0 3 16,0 0-8-16,0 0 2 0,0 0-1 0,0 0 4 15,0 0-5-15,0 0 3 0,0 0-1 0,0 0-2 16,0 0 3-16,0 0 2 0,0 0-2 0,0 0-1 16,0 0 4-16,0 0 6 0,0 0-2 0,0 0-7 15,0 0-2-15,0 0 3 0,0 0-1 0,0 0 0 16,0 0-2-16,0 0 0 0,0 0-1 0,0 0 1 16,0 0 0-16,0 0 4 0,0 0-6 0,0 0 4 15,0 0-3-15,0 0 4 0,0 0-5 0,0 0 2 0,0 0 0 16,9-7-6-16,-9 7 5 0,0 0 0 0,0 0 1 15,8-5-7-15,-8 5 8 0,0 0-1 16,0 0 1-16,0 0 2 0,0 0-1 0,0 0-3 16,0 0 6-16,4-5 1 0,-4 5-5 0,0 0-2 15,0 0 2-15,6-5-1 0,-6 5 1 0,0 0 0 0,0 0 6 16,4-4-3-16,-4 4 0 0,0 0-3 16,0 0-4-16,0 0 3 0,0 0-1 0,0 0 5 15,0 0 2-15,0 0 1 0,0 0-9 0,0 0 2 16,0 0-3-16,0 0 4 0,0 0-7 0,0 0 4 15,0 0-8-15,0 0-1 0,0 0 2 0,0 0-2 0,0 0 2 16,0 0-3-16,0 0 6 0,0 0-3 16,0 0-2-16,0 0 2 0,0 0-4 0,0 0 1 15,0 0 1-15,0 0-3 0,0 0-2 0,0 0-6 16,0 0-2-16,0 0-21 0,0 0-51 0,0 0 22 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8T04:52:59.8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25621 7121 4 0,'0'0'-1'0,"0"0"1"0,0 0-1 0,0 0 4 0,0 0-5 16,0 0 0-16</inkml:trace>
  <inkml:trace contextRef="#ctx0" brushRef="#br0" timeOffset="101.03">25621 7121 1 0,'0'0'2'0,"0"0"2"0,0 0-6 0,0 0 3 0,0 0-2 16,0 0 3-16,0 0-4 0,0 0-1 15</inkml:trace>
  <inkml:trace contextRef="#ctx0" brushRef="#br0" timeOffset="25891.36">31085 3587 5 0,'0'0'6'0,"0"0"2"0,0 0-5 15,-11 0-1-15,11 0 1 0,0 0 6 0,0 0-9 16,-12-2 8-16,12 2-5 0,0 0-4 0,0 0 5 16,-11 0 5-16,11 0-7 0,0 0 2 15,0 0-3-15,-12 0-3 0,12 0 4 0,0 0-2 0,0 0-3 16,-8 3 1-16,8-3 3 0,0 0 1 16,0 0-2-16,0 0-1 0,0 0 3 0,0 0 2 0,0 0 1 15,0 0-5-15,0 0-1 0,0 0 5 0,0 0-4 16,0 0 7-16,0 0-8 0,0 0 8 15,0 0-2-15,0 0 2 0,0 0 2 0,0 0 4 0,40-4-7 16,-27 2 5-16,6-1-5 0,0 1 5 16,0-1 2-16,2 0-6 0,-2 1 5 0,9-2-1 0,-6 1 2 15,-1 1-3-15,-1-1-4 0,-2 2-1 16,3-3 4-16,7-1-1 0,-7 3 1 0,1-1-9 16,-1-1-2-16,-1 2 3 0,0 0 1 0,-2-1-1 15,-5 3 2-15,4-3 4 0,0 2-7 0,-5-2 2 16,0 2 6-16,-1-1 0 0,-5 1-1 0,-6 1-3 15,13-1 15-15,-13 1-16 0,9-2-2 0,-9 2-3 16,8 0 5-16,-8 0-5 0,0 0 4 0,7-3 1 16,-7 3 1-16,0 0 4 0,0 0-3 0,0 0 2 15,0 0-8-15,0 0 3 0,0 0 4 0,9 0-16 16,-9 0-2-16,0 0-8 0,0 0-4 0,0 0-25 16,0 0-54-16,0 0 24 0</inkml:trace>
  <inkml:trace contextRef="#ctx0" brushRef="#br0" timeOffset="26375.83">31333 3589 15 0,'0'0'43'0,"0"0"1"16,0 0-11-16,0 0 1 0,0 0-6 0,0 0 3 15,0 0-9-15,0 0-1 0,0 0-5 0,13 18-4 16,-13-6 3-16,0-12 9 0,-2 25-13 0,1-6 3 16,0-2-3-16,-3 2 2 0,4 6-3 15,-5 3-2-15,3 5-1 0,-1-4-3 0,-1 0-3 16,0 1 4-16,2 0 1 0,-2 0-4 0,-1 2 4 0,2-2-9 16,-2 0 11-16,3 4-5 0,0-4-2 0,-2 2 13 15,4 0-12-15,0 0-4 0,-2 2 6 0,1-3-5 16,-1 2 0-16,1 1-3 0,0-1-3 0,-3 2 5 15,0 1-7-15,0-1-4 0,3 12 12 0,-1 1-5 16,-1-1 1-16,0 0-4 0,1 1-5 0,-2-12-3 16,3 16-3-16,-5-5 0 0,4 4-2 15,-2-2 6-15,0 0-10 0,2 1 12 0,-1-4-29 0,1 2-46 16,0-12 20-16</inkml:trace>
  <inkml:trace contextRef="#ctx0" brushRef="#br0" timeOffset="27473.07">31311 5101 4 0,'0'0'21'0,"0"0"0"16,0 0-9-16,0 0-1 0,0 0-2 0,0 0-1 15,0 0 2-15,0 0 2 0,0 0-5 16,0 0-3-16,0 0 5 0,0 0-5 0,0 0 0 16,0 0-4-16,0 0 8 0,0 0-9 0,0 0 3 15,0 0 0-15,0 0 4 0,0 0-4 0,0 0 1 16,0 0-1-16,0 0 0 0,0 0 0 0,0 0-1 16,0 0-2-16,0 0 0 0,-27 16-1 0,27-16 3 0,0 0-7 15,-6 7-1-15,6-7-2 0,0 0 6 16,-7 7-2-16,7-7-2 0,0 0 7 0,-8 5-2 15,8-5 0-15,0 0 0 0,0 0-4 0,0 0 6 16,-11 2-1-16,11-2 0 0,0 0-1 0,0 0-1 16,0 0 6-16,0 0-3 0,0 0 3 0,0 0-3 15,-15-10 3-15,15 10 0 0,0 0 0 0,-5-5 6 16,5 5 8-16,0 0-3 0,0 0 2 0,0 0-2 16,0 0 0-16,0 0-6 0,0 0 3 0,0 0-5 15,0 0 0-15,0 0 2 0,0 0-3 0,0 0 0 16,0 0 2-16,0 0-4 0,0 0 3 0,0 0-1 15,0 0 4-15,0 0-1 0,5 30 4 0,-5-30 14 16,8 21-3-16,-7-8-2 0,2 6 0 0,0 0 4 16,1 1-2-16,1 4 7 0,-1 3 3 0,0-2-6 15,0 4-1-15,2-1 1 0,-6 0 6 0,3 0-12 16,-2 1 7-16,-3 1-3 0,-1-2-4 0,3 3 7 16,-4-4-7-16,2 1 9 0,1 1-9 0,-2-1 0 15,-1-1 2-15,1 2-2 0,2-3-2 0,0 2 0 16,0 0-2-16,-1-2-1 0,-2 2-3 15,2-2-5-15,-1-6 14 0,-3 6-5 0,6 1-1 0,-4-3-2 16,2 3 0-16,-1-1 1 0,1-1-9 16,-2 0 3-16,1 4 5 0,0 1-8 0,2-1-4 0,1-3 7 15,-1 2-4-15,0-1 4 0,-1 0-6 16,1-3 6-16,-3 1-3 0,2-1 0 0,2-5-2 16,0 2-5-16,0-3 5 0,-1 2-3 0,3-2 9 15,-1 2-11-15,3-1 10 0,-3-3-5 0,2 1 0 16,-2-1 0-16,0-3-4 0,-1 0 2 0,0-13-10 15,3 25 1-15,-3-16-14 0,0-9-8 0,-1 16-3 0,1-16-5 16,-4 14-9-16,4-14-20 0,-8 11-6 16,8-11-75-16,-9 7-157 0,9-7 70 0</inkml:trace>
  <inkml:trace contextRef="#ctx0" brushRef="#br0" timeOffset="27910.9">30988 6528 106 0,'0'0'123'0,"0"0"-26"0,0 0 4 0,0 0-10 0,0 0-4 15,0 0-7-15,0 0-10 0,0 0-4 16,0 0 3-16,43 13-18 0,-36-4 5 0,-1-2-5 16,1 1 0-16,-1 0-13 0,-6-8 1 0,13 16-6 15,-7-5-2-15,-1-3-6 0,0 3 0 0,3-3 5 16,-3 4-1-16,0-4-10 0,0 2 0 0,-5-10 0 0,13 17 1 16,-8-9-5-16,0 1 0 0,3-1 0 15,-8-8-3-15,8 11-4 0,-1-3 2 0,-7-8-1 16,9 10-2-16,-9-10-6 0,8 9 9 0,-8-9-1 15,8 5-1-15,-8-5 2 0,0 0 9 0,7 9 6 16,-7-9 10-16,0 0 7 0,0 0 7 0,0 0-1 16,0 0-5-16,0 0-5 0,0 0 1 0,0 0-7 15,22-16-7-15,-14 8-8 0,-3-4-5 0,0 1-7 16,4-4-10-16,0 0-25 0,0-3-10 0,5-3-10 16,1-4-28-16,1 1-11 0,3-3-23 0,-3-1-28 15,3-1-100-15,-1 0-260 0,0-2 115 0</inkml:trace>
  <inkml:trace contextRef="#ctx0" brushRef="#br0" timeOffset="95948.95">30028 5629 25 0,'0'0'24'0,"0"0"0"0,0 0-2 0,0 0-8 16,0 0 3-16,0 0-5 0,0 0-4 0,0 0 5 15,0 0-12-15,0 0 11 0,0 0-4 0,0 0-5 16,0 0 1-16,0 0 1 0,0 0 0 0,0 0-3 0,0 0 6 16,0 0-5-16,0 0 2 0,0 0 1 15,-27-1-5-15,27 1-3 0,0 0 2 0,-10 0 2 16,10 0 1-16,0 0-9 0,-13 0-3 0,13 0-10 15,-9 0 0-15,9 0-10 0,-10 1-32 0,10-1 15 16</inkml:trace>
  <inkml:trace contextRef="#ctx0" brushRef="#br0" timeOffset="139054.96">31231 6982 2 0,'0'0'20'0,"0"0"-4"0,0 0-8 0,0 0-6 16,0 0-10-16,0 0-9 0,0 0 3 0</inkml:trace>
  <inkml:trace contextRef="#ctx0" brushRef="#br0" timeOffset="180126.26">31255 6759 5 0,'0'0'25'0,"0"0"1"16,0 0 2-16,0 0 2 0,0 0-2 0,0 0-6 16,0 0 1-16,0 0-2 0,0 0 1 0,0 0 1 15,0 0-6-15,0 0 4 0,0 0-2 0,0 0 1 16,0 0-4-16,0 0 2 0,0 0 0 0,0 0 0 15,0 0-1-15,0 0-6 0,0 0 3 0,0 0-12 16,0 0 8-16,0 0 2 0,0 0-1 0,0 0-1 0,0 0 4 16,0 0-13-16,0 0 10 0,0 0-11 15,0 0 7-15,0 0-4 0,0 0-4 0,0 0 7 16,0 0-7-16,0 0 1 0,0 0 7 0,0 0-2 16,0 0-3-16,0 0 0 0,0 0 2 0,0 0-5 15,0 0 0-15,0 0-1 0,0 0 8 0,0 0-4 16,0 0 2-16,0 0-2 0,0 0-2 0,0 0-3 15,0 0 5-15,0 0 2 0,0 0-4 0,0 0-2 16,0 0 1-16,0 0 6 0,3 6-10 0,-3-6 3 16,0 0 1-16,0 0 2 0,0 0-4 0,0 0-2 15,0 0 12-15,0 0-4 0,0 0 4 0,0 0-11 16,0 0-2-16,0 0 8 0,0 0-4 0,0 0 1 0,0 0-1 16,0 0 0-16,0 0-4 0,0 0 9 15,0 0-7-15,0 0-1 0,0 0 8 0,0 0-6 16,6 3 8-16,-6-3-8 0,0 0 13 0,0 0-7 15,0 0-12-15,0 0 6 0,0 0 5 0,0 0-10 16,0 0 13-16,0 0-8 0,0 0 6 0,0 0-5 16,0 0 1-16,0 0 3 0,0 0-3 0,0 0 4 15,0 0-9-15,0 0 11 0,0 0-6 0,0 0 4 16,0 0-6-16,0 0 2 0,0 0-2 0,0 0 1 16,0 0 5-16,0 0-3 0,0 0 3 0,0 0 2 15,0 0-5-15,0 0 5 0,0 0 1 0,0 0-9 16,0 0-5-16,0 0 5 0,0 0-5 0,0 0 8 15,0 0-6-15,0 0 0 0,0 0-5 0,0 0 0 16,0 0 4-16,0 0 1 0,0 0-9 0,0 0 1 16,0 0 0-16,0 0 1 0,0 0 1 0,0 0 0 15,0 0-12-15,0 0 0 0,0 0 1 0,5 3-33 16,-5-3-61-16,0 0 28 0</inkml:trace>
  <inkml:trace contextRef="#ctx0" brushRef="#br0" timeOffset="190867.97">23705 4618 16 0,'32'3'29'0,"0"-3"-4"0,2 0-2 0,0 0 3 15,-1 2 1-15,1-2-1 0,2 0-10 0,1 1 1 0,-1-4 8 16,-2 3-6-16,-2 2-3 0,0-2-4 0,-1 0-2 16,0 0 4-16,-5 0-6 0,3-2 3 15,-9 4-5-15,3-4 5 0,-5 2-8 0,-1-1 8 16,0 1-8-16,-4-2 0 0,1 2-5 0,-6-2 1 15,0 1 4-15,-8 1 3 0,12-2-2 0,-5 0 1 0,-7 2 0 16,6-2-6-16,-6 2 2 0,0 0-4 0,0 0-8 16,0 0-10-16,0 0 3 0,0 0-9 15,0 0-2-15,0 0-16 0,-24-4-49 0,12 7 22 0</inkml:trace>
  <inkml:trace contextRef="#ctx0" brushRef="#br0" timeOffset="192235.59">23849 12313 93 0,'0'0'118'0,"-11"0"1"0,11 0-2 16,-12-2-5-16,12 2-11 0,0 0-14 0,-10 0-1 15,10 0-8-15,0 0-4 0,0 0-9 0,0 0-1 16,0 0-6-16,0 0-4 0,0 0-4 0,0 0-12 15,0 0 2-15,22-11-12 0,-9 6 4 0,1 4-12 16,2-7-14-16,3 3-21 0,1 0-22 0,-4 4-23 16,-2-2-19-16,-2 2-10 0,-2 1-21 0,-1-2-65 15,-9 2-191-15,11-3 85 0</inkml:trace>
  <inkml:trace contextRef="#ctx0" brushRef="#br0" timeOffset="192631.24">23923 12261 62 0,'-1'5'130'0,"1"-5"0"0,-1 16-16 0,2 1 15 15,-1 2-4-15,-2 6-1 0,2 3-18 16,-3 4-7-16,2-4-4 0,-3 4-8 0,1-3-10 16,0 1-12-16,1-3 1 0,0 2-8 0,-2-6-12 15,3-3-3-15,-1-2-1 0,2-2-3 0,-1 0-3 0,-2-4-4 16,2-1-6-16,0-1 1 0,0-3-4 15,1 1 0-15,0-8-4 0,-2 11-4 0,2-11 2 16,-1 7-3-16,1-7 2 0,0 0 3 0,-1 7-3 16,1-7 1-16,0 0-9 0,0 0-11 0,0 0 2 0,0 0-1 15,0 0-9-15,0 0 9 0,-17-15-6 0,17 15-2 16,-8-7 5-16,6 3-4 0,2 4 7 0,-9-6-1 16,9 6 0-16,-8-4-5 0,8 4 6 15,0 0 0-15,-5-4-4 0,5 4 1 0,0 0 0 0,0 0-1 16,0 0 4-16,0 0-1 0,0 0-4 0,0 0 3 15,0 0 3-15,0 0-4 0,0 0 7 0,0 0-5 16,0 0 5-16,18 18-1 0,-9-14-15 0,0-1-11 16,4-2-31-16,-2 0-12 0,2 0-16 0,1 0-2 15,0-2-6-15,5 1-7 0,-1-2 0 0,0-2-12 16,1 1-72-16,1-2-199 0,0-1 88 0</inkml:trace>
  <inkml:trace contextRef="#ctx0" brushRef="#br0" timeOffset="192887.47">24199 12626 42 0,'9'-8'36'0,"-1"3"16"0,0-1 12 0,-3 0 8 15,-1 3 16-15,-4 3-4 0,6-6-1 0,-6 6 2 16,0 0-11-16,0 0 7 0,0 0-3 0,0 0 6 16,0 0 2-16,0 0-2 0,0 0-1 0,-27 13-4 15,21-7-5-15,-2-1-10 0,-1 2-6 0,3 0-8 16,1-1 0-16,1 3-5 0,1-2 0 0,1 0-5 16,2-7-8-16,2 14-1 0,0-5-7 0,1-2-2 15,3 0 1-15,0 2-2 0,3-2-6 0,0 0 1 16,0 1-4-16,0-1 0 0,-2 2-1 0,-1-6 5 15,0 6-7-15,-2-2 0 0,0-3 2 0,-1 1 2 16,1 0 1-16,-4-5-1 0,4 8-2 0,-4-8 4 16,-3 10-7-16,3-10 3 0,-5 7-2 0,-1-3 1 15,1 2-2-15,5-6-4 0,-10 4-13 0,3-1-26 16,0 0-48-16,7-3-49 0,-13 2-169 0,13-2-325 16,-13-3 144-16</inkml:trace>
  <inkml:trace contextRef="#ctx0" brushRef="#br0" timeOffset="193097.28">24545 12587 1740 0,'12'-5'-6'15,"1"1"23"-15,-4-2-14 0,0 2-3 0,0 1-2 16,-9 3 3-16,11-1-3 0,-11 1 2 0,8 0-9 16,-8 0 1-16,9 2-7 0,-9-2-12 0,4 9-4 15,-4-9-26-15,2 7-26 0,-2 0-2 0,0-7 5 16,0 11-8-16,0-11 2 0,4 13 6 0,-4-8 8 15,0-5 5-15,2 12 5 0,0-9 2 0,-2-3 10 16,9 10 7-16,-3-8 4 0,2 0-7 0,3 1-12 16,1-3-44-16,3-1-109 0,5-2 50 0</inkml:trace>
  <inkml:trace contextRef="#ctx0" brushRef="#br0" timeOffset="193610.71">25491 12192 124 0,'0'0'181'0,"-8"-5"-16"0,8 5-15 0,0 0-18 16,0 0-9-16,0 0-16 0,21-8-10 0,-4 4-10 15,2-2-11-15,10 2-18 0,0-2-39 16,-1 2-18-16,-1-1-26 0,-5 1-29 0,-2 2-6 15,0 1-14-15,-8-1-6 0,1 0 4 0,-6 0 9 16,1 1-1-16,0-2 15 0,-8 3 8 0,7-2 1 16,-7 2 6-16,0 0 3 0,0 0 1 0,0 0 2 15,0 0 5-15,0 0 8 0,0 0 3 0,-27-5 7 0,27 5 6 16,-15 1 12-16,15-1 12 0,-8 3 3 0,8-3 6 16,-9 6-5-16,5-1 11 0,4-5 28 0,-5 13 12 15,2-4 5-15,1 3 9 0,0 7 12 16,2-2-15-16,-3 4 0 0,6 4 1 0,-6 0-10 15,3 1-4-15,3-6-8 0,-3-1-1 0,2 6-8 0,-2-1-3 16,0-5-9-16,0-1 0 0,-2 2-4 0,4-4-3 16,-2 0-8-16,-2-3-2 0,2-2-4 15,-4-1-7-15,1-1-2 0,-1 0-2 0,-1-2-5 16,1-1-4-16,0-1-2 0,4-5 9 0,-12 4-11 0,7-2-6 16,5-2 6-16,-10 0-3 0,10 0 2 0,-10-5 2 15,10 5-1-15,-7-5 0 0,7 5-3 0,-4-5-2 16,4 5-1-16,0 0 1 0,-4-6-2 0,4 6 2 15,0 0 0-15,0 0 2 0,0 0-5 0,15-3-2 16,-3 3-19-16,1-1-12 0,6 0-29 0,2-2-20 16,0 1-26-16,1-1-26 0,1 2-99 0,-6 0-260 15,4-2 116-15</inkml:trace>
  <inkml:trace contextRef="#ctx0" brushRef="#br0" timeOffset="193833.31">25985 12475 70 0,'0'0'124'0,"7"-3"7"0,-7 3-4 0,0 0-2 16,0 0 0-16,11 3-10 0,-11-3-3 0,11 4 4 16,-6-1-13-16,1 0-7 0,-1 2-11 0,-1 1 4 15,0 3-7-15,0 1-5 0,-2 1 0 0,0 2-13 16,-2 2 2-16,-4-3-7 0,2 1-3 0,-6 2-4 16,3 0 2-16,1-5-1 0,0 2-5 0,-1 0-5 15,1-5-5-15,-1 1-4 0,2 0-6 0,1-1 0 16,2-7 3-16,0 12-7 0,0-12-4 0,5 10-9 15,4-7-26-15,0-1-42 0,2-4-55 0,10-1-39 16,1-3-187-16,7-1-367 0,3-4 163 0</inkml:trace>
  <inkml:trace contextRef="#ctx0" brushRef="#br0" timeOffset="194178.93">26385 12371 1897 0,'-8'-2'154'0,"8"2"-60"15,-10-1-46-15,10 1-11 0,0 0-27 0,0 0-4 16,0 0 1-16,0 0 1 0,0 0-2 0,27-4 1 16,-5 4-4-16,5-2 1 0,1 0-2 0,-2 0-29 15,3 1-19-15,-9-1-27 0,3 2-17 0,-5-1-17 16,-4 0-1-16,1-2-9 0,-5 3-5 0,3-3 2 16,-2-1 6-16,0 0 10 0,-4 0 8 0,1-1 12 15,-5 1 9-15,3-3 14 0,-6 2 5 0,0 5 13 16,0 0 5-16,0-19 15 0,0 19 7 0,-8-12 4 15,8 12 14-15,-7-8 13 0,7 8 21 0,-9-9 7 16,9 9 11-16,-9-5-1 0,6 2-5 0,3 3-6 16,0 0 14-16,0 0 23 0,-15 13 10 0,11-6 11 15,0 5 0-15,-2 2 0 0,2 1-3 0,0 2-5 0,3 1-6 16,-3-1-6-16,2 2-8 0,2-1-6 16,-2 1-4-16,2 0-4 0,0-3-8 0,2 3-9 15,-2-2-25-15,2-1-30 0,0-4-43 0,0-1-56 16,5-3-58-16,-3 1-152 0,4-6-349 0,3-2 155 15</inkml:trace>
  <inkml:trace contextRef="#ctx0" brushRef="#br0" timeOffset="194866.83">27236 12095 150 0,'7'-4'180'0,"4"1"-18"0,2 0-16 0,-1 0-10 16,5-1-17-16,4 1-13 0,-1-1-12 0,-2 2-8 16,-4 2-8-16,-3-3-9 0,2 2-13 15,-2 0 0-15,1-1-2 0,-1 2-14 0,0-2 6 0,-5 1-11 16,-6 1-3-16,15 0-5 0,-15 0-1 0,11-1-10 16,-11 1 5-16,6 1-1 0,-6-1-7 0,7 3 0 15,-7-3-1-15,2 13 2 0,1-3 3 0,-3 1 0 16,-3 7 3-16,3 8 6 0,-2-3 4 15,-2-4-2-15,1 7 1 0,-1-1 2 0,2 1-2 0,0-5 2 16,2 3-6-16,-1-5-2 0,-1-1 1 0,2 0-3 16,-2-2-6-16,4-3 2 0,-2 0-2 0,2-2-2 15,-1 1 0-15,1-1 11 0,0-2-1 0,-2 1-1 16,0-2 0-16,0-8-2 0,0 11-3 0,0-11-2 16,-5 12-2-16,-1-5-13 0,-2-1-8 0,-1 0-6 15,-1 1-2-15,-2-3-2 0,1 0 3 0,4-1 0 16,1 0 3-16,6-3 1 0,-14 3 14 0,14-3-11 15,-8 2 2-15,8-2-2 0,-5 5-5 0,5-5 1 16,-5 2-1-16,5-2 5 0,0 0-1 0,0 0 3 16,0 0-2-16,0 0 7 0,18 6-3 0,-9-8-1 15,11-2 2-15,1 4 2 0,6-4 1 0,2-1-5 16,3-2-7-16,-1 3-12 0,-2-5-14 0,3 2-32 16,-3 0-27-16,-3-2-20 0,-4 3-2 0,-3-1-1 15,-2 0 7-15,-1 0-7 0,-2 0 9 0,-2 2 8 16,-2-1 14-16,-1-2 19 0,-1 2 15 0,-2 1 13 15,0-4 16-15,1 2 17 0,-7 7 0 0,9-12 16 16,-6 6 19-16,-3 6 19 0,3-11 3 0,-2 4 12 16,-1 7 2-16,3-9 3 0,-3 9-3 0,0-5 4 15,0 5-11-15,0 0 1 0,0 0-10 0,0 0 16 16,0 0 17-16,0 0 17 0,0 0 0 0,4 23-10 16,-6-12-8-16,0 3-8 0,2-3-7 0,0 7 19 15,-2-1 2-15,1 1-6 0,0 2-4 0,0-3-4 16,1 0-6-16,2-1-5 0,1 0-6 0,-1-5 0 15,4 1-3-15,-1-2-6 0,6-2 1 0,3 1-1 16,4-3-7-16,4-2 2 0,9-4-2 0,1-2-10 16,4-4-23-16,0-2-18 0,2-3-53 0,0 0-64 15,10-6-65-15,-15 6-237 0,-2-4-467 0,-4 1 207 0</inkml:trace>
  <inkml:trace contextRef="#ctx0" brushRef="#br0" timeOffset="198364.16">23807 12969 70 0,'0'0'69'0,"0"0"4"0,0 0-4 16,0 0-5-16,22 3 3 0,-16-3-5 0,-6 0 5 15,21-3 0-15,-9 3-17 0,1-3-4 0,5 3 4 16,1-3-11-16,1 0 2 0,0 2-2 0,0-1-9 16,0-1-4-16,-1-1-10 0,-3 3 4 0,-2 1 6 15,-1-3-4-15,1 3-6 0,-2 0-3 0,-3-1 1 16,-2 2-11-16,-7-1 11 0,14-1 0 0,-14 1-10 16,7 1 9-16,-7-1-8 0,0 0 1 0,11 1-3 0,-11-1-1 15,0 0 1-15,0 0 0 0,0 0 0 16,0 0-2-16,0 0-1 0,0 0 1 0,-15 13 10 15,7-7-14-15,-3-3 7 0,-1 1-1 0,1 2 4 16,-2-2-3-16,0 1-1 0,-3 0-9 0,0 0 12 0,-2 1-7 16,2 2 2-16,-2-1 6 0,2-2-9 15,0 1 2-15,-2-2 4 0,-2 3-6 0,2-2-2 16,2-1 10-16,-1 0-11 0,4 0 11 0,-6 0-8 16,7-1-1-16,-2-1 9 0,4 0-6 0,-1 1 3 0,5-3-6 15,-1 3-1-15,7-3 12 0,-9 2-1 0,9-2-5 16,0 0 4-16,0 0-7 0,0 0 10 15,0 0-14-15,0 0 18 0,0 0-4 0,24-8-1 16,-11 4 2-16,6-2 3 0,-3 1 2 0,5-3 2 0,0 3-5 16,-1 0 7-16,1-2-8 0,0 1 5 0,-3 0-7 15,2 0 4-15,-4 0-5 0,-4 5-3 0,0-3 3 16,-3 2-2-16,0-1-9 0,-2 3 5 0,-7 0 2 16,11-2-3-16,-11 2-2 0,10-2 3 0,-10 2 10 15,0 0 1-15,8-2-9 0,-8 2-2 0,0 0 6 16,0 0-1-16,0 0-2 0,0 0-3 0,0 0 1 15,0 0 1-15,-27 6-15 0,18-3 19 0,-4-1-6 16,1 2-1-16,-5 3-6 0,0-1 4 0,-2 1 12 16,3-1-8-16,-3-2-6 0,3 5 6 0,-4-6-3 15,5 2 0-15,2-2-3 0,2 1 0 0,-1 0 2 16,3-1 2-16,3-2-5 0,6-1 3 0,-8 2 4 16,8-2-1-16,0 0-5 0,0 0 2 0,0 0 1 15,0 0-1-15,30-6 15 0,-12 3-8 0,10-6-4 16,1 2-3-16,4 0 13 0,3-2-12 0,1 0 6 15,3 0 0-15,-4 3-6 0,-1-2 0 0,-4 3 4 16,-2-2-1-16,1 3-20 0,-8 0 20 0,-3-2-5 16,-1 5-1-16,-5-1 1 0,0 2 1 0,-2-2 2 15,-4 2 1-15,-7 0-7 0,14-1 10 0,-14 1-5 16,7-3 7-16,-7 3-3 0,0 0 2 0,0 0-7 0,0 0 6 16,0 0-9-16,0 0 4 0,0 0 2 15,-30 8 0-15,20-7 0 0,-5 1 1 0,-2 0 0 16,-2 1 3-16,0 0 1 0,1-3-1 0,-1 6 2 15,4-5-3-15,1-1-1 0,2 2-10 0,4-1 10 0,1 0-2 16,0 2-10-16,7-3-6 0,0 0-5 0,0 0-20 16,0 0-21-16,0 0-25 0,0 0-25 15,35 7-92-15,-16-9-218 0,10-2 96 0</inkml:trace>
  <inkml:trace contextRef="#ctx0" brushRef="#br0" timeOffset="201247.41">27485 11951 35 0,'-9'-7'100'0,"1"0"-13"0,-3 0 3 16,1 3-22-16,-3-1-2 0,1 3-2 0,-6 0-3 15,-2 2-10-15,3 2-1 0,-2 0-8 0,-1 2-8 16,-8 4-12-16,3 2 10 0,-5 0 2 0,3 3-2 0,-4 3-8 15,2-1 8-15,2 2-9 0,1 2-15 16,0-2 26-16,4 2-16 0,-1 2-12 0,4 0 17 16,-3 4-4-16,5-2-5 0,0 0-6 0,4 0 6 15,2 5 1-15,0-2 5 0,2 1-6 0,5 0-4 16,3 0 0-16,-3-1 5 0,4 3-1 0,4-2 2 0,-1 0-4 16,1 1 1-16,3 0 1 0,-3 0 6 15,10-3 1-15,-3 2-15 0,5-3 15 0,-3 0 0 0,6-3 2 16,0 0-9-16,4-2 9 0,4-1 4 15,0-4-5-15,2 0-3 0,3-3 6 0,1 0-1 16,1-6-1-16,4 0 1 0,-1-2-5 0,15-2 4 16,1-4-1-16,3 1-3 0,-5-3 0 0,3-5-4 0,-2 3 0 15,2-2-11-15,-3-4 12 0,1 0-4 0,-14 3-1 16,10-8 4-16,-10 5-9 0,9-6 6 0,-11 5-4 16,0 0-2-16,9-8-1 0,-12 5-1 15,0 1 1-15,-1-5 1 0,0 1 2 0,-1-2-2 16,8-7-6-16,-13 8 6 0,1-5-3 0,-3 1 5 0,-2-1-1 15,-2-3 8-15,1-2-5 0,-5 1 4 0,-2-2 1 16,-2 3 0-16,-2 0-2 0,-5-4-1 0,2 4-5 16,-7-3 9-16,-7 0-2 0,-1 0-4 15,-4 3 1-15,-6 0-5 0,-1-1 0 0,-6 2 0 0,-12-5 0 16,8 8-8-16,-11-3 12 0,-2 1-7 0,-4 6-1 16,1-1-4-16,8 9 1 0,-11-2 7 0,-5 2-8 15,15 5 2-15,-14 0-2 0,-1 1-2 0,-5 5 3 16,0 4-5-16,-1 2 3 0,-2 2-8 0,1 3-1 15,1 1 2-15,3 6-10 0,-3 0 8 0,6 2-5 16,4 0-3-16,-1 4-11 0,16-3-6 0,-10 3-6 16,17-3-28-16,-3 2 10 0,5 2-14 0,1 0-21 15,2 0-10-15,-1 4-32 0,5 0-71 0,0-2-226 16,2 2 100-16</inkml:trace>
  <inkml:trace contextRef="#ctx0" brushRef="#br0" timeOffset="202657.89">25819 12826 25 0,'0'0'96'0,"0"0"-23"0,0 0 11 0,0 0-16 16,-1-11 6-16,1 11-3 0,0 0-11 0,0 0-2 15,-2-6-8-15,2 6 0 0,0 0-11 0,0 0-11 16,0 0 15-16,-6-5-18 0,6 5 6 0,0 0-6 16,0 0-9-16,0 0 3 0,0 0-3 0,0 0-9 15,0 0 12-15,0 0-7 0,-16 13 6 0,11-9-15 16,5 3 9-16,-4 2-3 0,1 0 0 0,1 2 0 15,0 1 10-15,-2 5-12 0,0-3-4 0,1 2 0 16,-1 1 2-16,-2 0-2 0,4-5-2 0,0 1 3 16,0-1 2-16,2 4 2 0,-4-6-1 0,2 1-10 15,-1-1 8-15,3 0-7 0,0 0 2 0,-1-2 2 16,1-8-19-16,-3 13-4 0,3-13-19 0,0 9-10 16,-2-4-16-16,2-5 1 0,-4 7-16 0,4-7-49 15,-8 5-141-15,8-5 64 0</inkml:trace>
  <inkml:trace contextRef="#ctx0" brushRef="#br0" timeOffset="202963.71">25615 12917 20 0,'0'0'105'0,"0"0"-18"0,0 0-6 16,0 0 0-16,0 0-11 0,0 0-17 0,0 0 10 15,0 0-10-15,0 0-2 0,0 0 0 0,12 19 9 16,-7-10-10-16,-1 0-17 0,0 3-5 0,0-2 11 0,2 1-2 16,-3 0 5-16,3 4-9 0,-3-4 1 15,0 2 0-15,5-2-5 0,-4-1-5 0,1 0-6 16,-1 1 0-16,-2-4-1 0,2 2 8 0,-1-3-7 16,-1 0-6-16,3-2 3 0,-2 2-1 0,-3-6 3 0,8 5 4 15,-5-2 3-15,-3-3-5 0,10 2 1 0,-10-2-3 16,15-2-3-16,-5-2 3 0,4 0-7 15,-1-4 3-15,3-1-19 0,0-1-17 0,4 2-30 16,-4-3-23-16,8-6-32 0,-3 2-93 0,0-2-216 16,0 0 95-16</inkml:trace>
  <inkml:trace contextRef="#ctx0" brushRef="#br0" timeOffset="203867.17">27622 12394 33 0,'0'0'110'0,"0"0"-15"0,0 0-31 0,0 0-8 16,0 0-12-16,7-4-27 0,-7 4-21 0,0 0-21 15,0 0-40-15,9 0-71 0,-9 0 31 0</inkml:trace>
  <inkml:trace contextRef="#ctx0" brushRef="#br0" timeOffset="55685.02">19348 5470 30 0,'0'0'22'0,"0"0"-17"0,0 0-15 0,0 0-11 16,0 0 6-16</inkml:trace>
  <inkml:trace contextRef="#ctx0" brushRef="#br0" timeOffset="56480.4">19128 5583 2 0,'0'0'6'0,"0"0"-8"16,0 0-1-16</inkml:trace>
  <inkml:trace contextRef="#ctx0" brushRef="#br0" timeOffset="59285.44">18974 5625 5 0,'0'0'18'0,"0"0"-3"0,0 0-6 16,0 0-1-16,0 0-1 0,0 0-5 0,0 0-1 16,0 0-13-16,0 0-11 0,0 0 6 0</inkml:trace>
  <inkml:trace contextRef="#ctx0" brushRef="#br0" timeOffset="59837.36">16851 6059 19 0,'0'0'18'0,"0"0"4"0,0 0-3 15,0 0 4-15,0 0 0 0,0 0-5 0,0 0-2 16,0 0 2-16,0 0-3 0,0 0 1 0,0 0-5 16,0 0 2-16,0 0-4 0,0 0-3 0,0 0 3 15,0 0 2-15,0 0-3 0,0 0-5 0,0 0 0 16,0 0 3-16,0 0-3 0,0 0-11 0,0 0-8 15,0 0-7-15,0 0-18 0,0 0-43 0,0 0 19 16</inkml:trace>
  <inkml:trace contextRef="#ctx0" brushRef="#br0" timeOffset="68383.42">19691 5495 27 0,'0'0'82'0,"0"0"-8"0,0 0-7 0,0 0-2 16,0 0-8-16,0 0-7 0,0 0-11 16,0 0 1-16,0 0-21 0,0 0-13 0,0 0-17 15,0 0-21-15,0 0-49 0,0 0-87 0,0 0 38 16</inkml:trace>
  <inkml:trace contextRef="#ctx0" brushRef="#br0" timeOffset="68747.64">20871 4415 41 0,'0'0'62'0,"0"0"-11"0,0 0 1 15,0 0-3-15,0 0-15 0,0 0 4 0,0 0-26 16,0 0-8-16,0 0-9 0,0 0-5 0,0 0-8 16,0 0 0-16,0 0-7 0,0 0-20 0,0 0-48 15,0 0 21-15</inkml:trace>
  <inkml:trace contextRef="#ctx0" brushRef="#br0" timeOffset="70063.32">20882 4597 25 0,'-7'2'20'0,"7"-2"0"0,0 0-2 0,0 0-3 15,0 0 1-15,0 0-4 0,0 0 5 0,0 0-8 16,0 0 2-16,0 0-4 0,0 0 3 0,0 0-1 16,0 0-1-16,0 0 8 0,0 0-1 15,0 0 2-15,0 0-4 0,0 0 4 0,0 0-4 16,0 0 4-16,0 0-2 0,0 0 0 0,0 0 1 16,0 0 0-16,-9 0-2 0,9 0 4 0,0 0 1 0,0 0-6 15,0 0-1-15,0 0-1 0,0 0 0 16,0 0-6-16,0 0 3 0,0 0 2 0,0 0-2 15,0 0 8-15,0 0-13 0,0 0 4 0,0 0 1 16,0 0-4-16,0 0-1 0,0 0 1 0,0 0-2 16,0 0 4-16,0 0-4 0,0 0 5 0,0 0-4 15,0 0 5-15,0 0-4 0,0 0 1 0,0 0-1 16,0 0 3-16,0 0 0 0,0 0 9 0,0 0-12 16,0 0-4-16,0 0 3 0,0 0-2 0,0 0 3 15,0 0 5-15,0 0-4 0,0 0 13 0,0 0-11 16,0 0 5-16,0 0-3 0,0 0-4 0,0 0 5 15,0 0-2-15,0 0 3 0,0 0-4 0,0 0 5 0,0 0-1 16,0 0 5-16,0 0-5 0,0 0 5 0,0 0 0 16,0 0-10-16,0 0 6 0,0 0-3 0,0 0 9 15,0 0-3-15,0 0-4 0,0 0 9 16,0 0-9-16,0 0-11 0,0 0 8 0,0 0-7 16,0 0 7-16,0 0-17 0,0 0 15 0,0 0 3 15,0 0-6-15,0 0 0 0,0 0 3 0,0 0-3 0,0 0 3 16,-3-12-7-16,3 12 9 0,0 0-3 0,0 0-4 15,0 0 0-15,0 0 1 0,0 0-6 16,0 0 6-16,0 0 1 0,0 0 3 0,0 0-11 16,-5-5 2-16,5 5 5 0,0 0 2 0,0 0-3 15,0 0-5-15,0 0 10 0,0 0-8 0,0 0 3 16,0 0-7-16,0 0 2 0,0 0 9 0,0 0 1 16,0 0-3-16,-3-5 2 0,3 5-16 0,0 0 25 15,0 0-14-15,0 0 0 0,0 0 3 0,0 0-7 16,0 0 2-16,0 0-4 0,0 0 12 0,0 0-8 15,0 0 7-15,0 0-14 0,0 0 13 0,0 0-2 16,0 0-4-16,0 0 3 0,0 0 1 0,0 0-4 16,0 0 10-16,0 0-9 0,0 0 2 0,0 0-3 15,0 0-6-15,0 0-3 0,0 0 0 0,0 0 5 16,0 0-8-16,0 0-6 0,0 0 3 0,0 0 2 16,0 0-6-16,0 0-3 0,0 0-3 0,0 0-10 15,0 0-5-15,0 0-5 0,0 0-10 0,0-11-6 16,0 11-32-16,0 0-104 0,0 0 47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6T10:44:46.0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17811 6079 76 0,'0'0'100'16,"0"0"-1"-16,0 0-9 0,0 0-2 0,0 0-4 0,0 0-5 15,0 0-5-15,0 0 1 0,0 0-9 0,0 0-2 16,-8-4-12-16,8 4 3 0,0 0-4 16,0 0-4-16,0 0-10 0,0 0 4 0,0 0-6 15,0 0 5-15,0 0 0 0,0 0-5 0,-13 4-1 0,13-4 6 16,0 0-1-16,-11-1 3 0,11 1-8 15,-10 2 0-15,10-2 0 0,-16-1 4 0,9 2-9 16,-2 1 3-16,-2-2-1 0,-1 0 3 0,0 0 2 0,-1 0-5 16,1 0-3-16,-1 0-2 0,-4-2-4 0,-1 2 0 15,4 0-5-15,-4-2 2 0,2 1 3 0,0-1-5 16,-2 1 1-16,1-1-2 0,0 2 8 0,-2-4-4 16,0 4 5-16,7-1-1 0,1 1-3 0,-2 0-2 15,1-1 7-15,0-1-3 0,5 1 4 0,7 1-6 16,-14 0 0-16,8-2-4 0,6 2 1 0,-14-5-4 15,7 5 2-15,7 0 1 0,-9-1-2 0,9 1 3 16,0 0-2-16,-10-4-2 0,10 4 2 0,-6-2 4 16,6 2-2-16,0 0-6 0,-9-4 3 0,9 4-1 15,0 0 7-15,-8-1-2 0,8 1 0 0,0 0-2 16,-11-1-1-16,11 1-2 0,-9-1 0 0,9 1-1 16,-11-1-1-16,11 1-2 0,-8-3 1 0,8 3-5 15,0 0 5-15,0 0-5 0,-11-2 2 0,11 2-5 16,0 0 3-16,0 0-1 0,0 0 1 0,0 0-5 0,-7-2 3 15,7 2-2-15,0 0 5 0,0 0 0 16,0 0 0-16,0 0-7 0,0 0 5 0,0 0-8 16,0 0 8-16,0 0-5 0,0 0 3 0,0 0-1 15,-11 0 0-15,11 0 1 0,0 0 4 0,0 0-6 0,0 0 0 16,0 0-2-16,0 0 3 0,0 0-3 0,0 0 3 16,0 0-2-16,0 0 1 0,0 0-1 0,0 0 2 15,0 0 1-15,0 0-2 0,0 0 1 16,0 0 0-16,-10 2 2 0,10-2 6 0,0 0-5 0,0 0-1 15,0 0 4-15,0 0 1 0,0 0 1 0,0 0-1 16,0 0 0-16,0 0 2 0,0 0-1 16,0 0-3-16,0 0 1 0,0 0-1 0,0 0-2 15,0 0 6-15,0 0-11 0,0 0 5 0,0 0-7 0,0 0 7 16,0 0 0-16,24 8 1 0,-11-5 0 0,8 3 0 16,12-3 8-16,19 4 6 0,2 0-3 0,11 2-3 15,31 1-4-15,-5 1 2 0,4-1-7 0,1 1-16 16,3 3-31-16,2-2-52 0,5-2-67 0,6-1-57 15,-11-12-203-15,12-3-455 0,-6-7 202 0</inkml:trace>
  <inkml:trace contextRef="#ctx0" brushRef="#br0" timeOffset="4300.35">17542 5515 51 0,'0'0'78'0,"0"0"-9"0,4-6-6 0,-4 6-14 16,0 0 6-16,5-7-8 0,-5 7-15 16,0 0-19-16,0 0-21 0,0 0-8 0,0 0-9 15,0 0-12-15,0 0-26 0,0 0-66 0,0 0 29 16</inkml:trace>
  <inkml:trace contextRef="#ctx0" brushRef="#br0" timeOffset="16388.05">21014 4527 9 0,'0'0'50'0,"0"0"-4"0,0 0-5 0,0 0 0 16,0 0-11-16,0 0-6 0,0 0-2 0,0 0 0 15,0 0 0-15,0 0-3 0,0 0-3 0,0 0-4 16,0 0 2-16,0 0 0 0,0 0-6 0,0 0-1 16,0 0 4-16,0 0-1 0,0 0-3 0,0 0-3 15,0 0-3-15,0 0 2 0,0 0-3 0,0 0 3 16,0 0 2-16,0 0-10 0,0 0-2 0,0 0-6 15,0 0-6-15,0 0-11 0,0 0-7 0,0 0-18 16,0 0-61-16,0 0 27 0</inkml:trace>
  <inkml:trace contextRef="#ctx0" brushRef="#br0" timeOffset="37766.75">30636 5720 30 0,'0'0'81'0,"0"0"-4"0,0 0-9 16,0 0-7-16,0 0-5 0,0 0-2 0,0 0-6 0,0 0-8 16,0 0-6-16,0 0-3 0,0 0-3 0,-11-13 0 15,11 13 0-15,0 0-4 0,0 0 12 16,0 0 0-16,0 0-2 0,0 0 7 0,0 0-1 15,0 0 2-15,0 0-13 0,0 0 2 0,0 0 5 0,0 0-7 16,0 0 1-16,0 0-6 0,0 0-7 0,0 0 3 16,0 0-4-16,0 0 0 0,0 0-4 0,0 0 1 15,0 0-3-15,0 0 3 0,0 0 9 0,0 0-15 16,0 0 1-16,0 0 3 0,0 0-2 16,0 0-7-16,0 0 2 0,0 0 4 0,0 0-5 0,0 0-7 15,0 0 9-15,0 0 3 0,0 0-13 0,0 0 7 16,0 0 5-16,0 0-1 0,0 0-8 0,0 0 9 15,0 0-6-15,0 0-1 0,0 0-1 0,0 0 11 16,0 0-8-16,0 0 5 0,0 0-6 0,0 0 1 16,0 0 2-16,0 0 4 0,0 0-5 0,0 0 3 15,0 0 1-15,0 0-3 0,0 0 3 0,0 0-9 16,0 0 3-16,0 0 5 0,0 0 5 0,0 0-9 16,0 0-1-16,0 0 2 0,0 0-6 0,0 0 5 15,0 0 3-15,0 0-2 0,0 0-5 0,0 0 10 16,0 0-5-16,0 0 8 0,0 0-10 0,0 0 1 15,0 0-6-15,0 0 6 0,0 0-3 0,0 0 1 16,0 0 3-16,0 0 0 0,0 0 2 0,0 0-4 16,0 0 5-16,0 0-4 0,0 0-3 0,0 0 6 15,0 0-6-15,0 0 8 0,0 0-3 0,0 0-3 16,0 0-3-16,0 0 3 0,0 0 9 0,0 0-9 16,0 0-3-16,0 0 5 0,0 0-12 0,0 0 5 15,0 0 8-15,0 0-6 0,0 0-6 0,0 0 7 16,0 0-13-16,0 0-9 0,0 0-4 0,0 0-16 15,0 0-17-15,0 0-16 0,0 0 1 0,0-9-19 16,0 9-79-16,0 0-187 0,-8-7 83 0</inkml:trace>
  <inkml:trace contextRef="#ctx0" brushRef="#br0" timeOffset="41847.71">25704 4382 38 0,'0'0'57'0,"0"0"-8"0,0 0-7 16,-2-7-3-16,2 7-15 0,0 0 2 0,0 0-14 16,0 0-2-16,0 0-1 0,0 0-11 0,0 0-19 15,0 0-5-15,0 0-18 0,0 25-45 0,0-25 20 16</inkml:trace>
  <inkml:trace contextRef="#ctx0" brushRef="#br0" timeOffset="42842.35">25468 6763 8 0,'0'0'32'0,"0"0"-7"0,0 0-9 0,0 0-4 16,0 0-3-16,0 0-11 0,0 0 3 0,0 0-19 15,0 0-18-15,-10 7 9 0</inkml:trace>
  <inkml:trace contextRef="#ctx0" brushRef="#br0" timeOffset="47963.75">23986 4652 12 0,'0'0'27'0,"0"0"-7"0,0 0 3 0,0 0-4 16,0 0 4-16,0 0-7 0,0 0-2 0,0 0 6 15,0 0-7-15,0 0 6 0,0 0-3 0,0 0 6 16,0 0-8-16,0 0 2 0,0 0-7 0,0 0 9 16,0 0-11-16,0 0-1 0,0 0 2 0,0 0 2 15,0 0 1-15,0 0 4 0,0 0-1 0,0 0-6 16,0 0-2-16,0 0-4 0,0 0 4 0,0 0-6 16,0 0 0-16,0 0 6 0,0 0-9 0,0 0 10 15,0 0-7-15,0 0 4 0,0 0-4 0,0 0 2 16,0 0-3-16,0 0 2 0,0 0 0 0,0 0 4 15,0 0-4-15,0 0-2 0,0 0 1 0,0 0 5 16,12-10-5-16,-12 10-3 0,0 0 4 0,0 0-3 16,0 0 4-16,5-4-2 0,-5 4-3 0,0 0 3 15,0 0 6-15,0 0-3 0,0 0-12 0,0 0 2 16,0 0-7-16,0 0-1 0,0 0-9 0,0 0 4 16,0 0 1-16,0 0-10 0,0 0 2 0,0 0-17 15,0 0-47-15,0 0 21 0</inkml:trace>
  <inkml:trace contextRef="#ctx0" brushRef="#br0" timeOffset="60411.81">28415 4563 47 0,'0'0'71'0,"0"0"-12"0,0 0-11 15,0 0 2-15,0 0-8 0,0 0 2 0,0 0-13 16,0 0-2-16,0 0-8 0,0 0-14 0,0 0-9 16,0 0-26-16,0 0-43 0,0 0-74 0,0 0 32 15</inkml:trace>
  <inkml:trace contextRef="#ctx0" brushRef="#br0" timeOffset="61687.74">26712 4585 8 0,'0'0'70'0,"8"-7"-2"16,-8 7-10-16,0 0-4 0,0 0-11 15,0 0 2-15,0 0-11 0,0 0 0 0,2-6-6 16,-2 6 0-16,0 0-11 0,0 0-2 0,0 0-1 0,0 0-12 16,0 0-5-16,0 0-2 0,0 0-1 0,0 0-12 15,0 0-6-15,0 0-5 0,0 0-5 0,0 0-33 16,0 0-72-16,0 0 32 0</inkml:trace>
  <inkml:trace contextRef="#ctx0" brushRef="#br0" timeOffset="63303.56">26679 4885 11 0,'0'0'30'0,"0"0"-3"0,0 0 0 15,0 0-8-15,0 0-3 0,0 0 1 0,0 0 1 16,0 0-4-16,0 0-1 0,9-7 0 0,-9 7-2 15,0 0 1-15,0 0-7 0,0 0 7 0,0 0-10 16,0 0 2-16,0 0 3 0,0 0 0 0,0 0-2 16,0 0-5-16,0 0 1 0,0 0 4 0,0 0-2 15,0 0-1-15,0 0-4 0,0 0 4 0,0 0 8 16,0 0-11-16,0 0 9 0,0 0-3 0,0 0 1 16,0 0-3-16,0 0 6 0,0 0-4 0,0 0 3 15,0 0-8-15,0 0 16 0,0 0-12 16,0 0 6-16,0 0-1 0,0 0-4 0,0 0 3 0,0 0 3 15,0 0-4-15,0 0 2 0,0 0-11 0,0 0 8 16,0 0-6-16,0 0 5 0,0 0-5 16,0 0 4-16,0 0-5 0,0 0 7 0,0 0 0 15,0 0-4-15,0 0 6 0,0 0-4 0,0 0-6 16,0 0 3-16,0 0 0 0,0 0 6 0,0 0-13 0,0 0 7 16,0 0-6-16,0 0 6 0,0 0-4 0,0 0 2 15,0 0-2-15,0 0 0 0,0 0 3 0,0 0 0 16,0 0 3-16,0 0 0 0,0 0 6 0,0 0-6 15,0 0 1-15,0 0 4 0,0 0-16 0,0 0 6 16,0 0-1-16,0 0-11 0,0 0 8 0,0 0 0 16,0 0 2-16,0 0-2 0,0 0-7 0,0 0-9 15,0 0-15-15,0 0-21 0,0 0-64 0,0 0 29 16</inkml:trace>
  <inkml:trace contextRef="#ctx0" brushRef="#br0" timeOffset="112861.06">10212 9018 72 0,'0'0'66'0,"0"0"-7"16,0 0 6-16,0 0-7 0,0 0-10 15,0 0-3-15,0 0-5 0,0 0-7 0,0 0 1 16,0 0-2-16,0 0-6 0,0 0-1 0,0 0 1 0,0 0-5 16,0 0-5-16,0 0 2 0,0 0-3 0,0 0-1 15,12-9 14-15,-12 9-12 0,0 0 6 16,0 0-5-16,0 0 0 0,0 0 6 0,0 0-5 0,0 0 6 16,0 0-13-16,0 0 6 0,0 0 4 0,0 0-17 15,0 0 9-15,0 0 5 0,0 0-6 0,0 0 9 16,3-6-14-16,-3 6 1 0,0 0-2 0,0 0-12 15,0 0 12-15,0 0 8 0,0 0-8 0,0 0-3 16,0 0 11-16,0 0-9 0,0 0-2 0,0 0 5 16,0 0-8-16,0 0 10 0,0 0-10 0,0 0 2 15,0 0-1-15,0 0-4 0,0 0 0 0,4-6 5 16,-4 6 1-16,0 0 11 0,0 0-13 0,0 0 1 16,0 0 0-16,0 0 0 0,0 0-4 15,0 0-5-15,0 0-10 0,0 0-14 0,0 0-16 0,0 0-26 16,0 0-82-16,0 0-167 0,4-7 75 0</inkml:trace>
  <inkml:trace contextRef="#ctx0" brushRef="#br0" timeOffset="120833.73">18069 8829 29 0,'0'0'91'0,"0"0"-7"0,0 0-1 0,0 0-5 15,0 0-8-15,0 0 7 0,0 0-7 0,-11-3-2 16,11 3-9-16,0 0 6 0,-12 2-3 0,12-2-15 0,-10 1-13 16,10-1 21-16,-13 2-3 0,8-1 2 15,5-1-4-15,-12 1 7 0,3-1-6 0,9 0 4 16,-11 3-9-16,3-2-3 0,-1 1 1 0,9-2 1 15,-13 0 12-15,13 0 10 0,-10 0 2 0,10 0-4 0,0 0-1 16,0 0-8-16,0 0-3 0,19-10-10 16,15-2-1-16,26-4-5 0,37-6-4 0,13-2 2 15,12 2-7-15,9-2-1 0,11-2-4 0,15 4-1 16,10 0-3-16,11 3-18 0,3-1-17 0,11 6-55 0,4-2-47 16,-1 4-66-16,-3-4-120 0,-5-1-329 0,-9 2 146 15</inkml:trace>
  <inkml:trace contextRef="#ctx0" brushRef="#br0" timeOffset="124146.52">4437 10557 20 0,'0'0'59'0,"0"0"-20"0,10-2-17 16,-10 2-16-16,0 0-31 0,0 0-26 0,0 0 12 16</inkml:trace>
  <inkml:trace contextRef="#ctx0" brushRef="#br0" timeOffset="126368.74">29811 6068 21 0,'-8'-5'43'0,"8"5"-4"0,-5-4-1 0,5 4-7 0,0 0 2 16,-5-6 11-16,5 6-11 0,0 0 10 0,13-7-7 16,5 6-5-16,15 2-7 0,23 2-21 0,36 8-25 15,12 3-45-15,8 1-71 0,7 10 32 0</inkml:trace>
  <inkml:trace contextRef="#ctx0" brushRef="#br0" timeOffset="128502.92">10221 10354 16 0,'1'-8'99'0,"-1"8"-19"0,0 0-14 16,-6-7-11-16,6 7-15 0,0 0-10 0,-15 0-22 15,15 0-29-15,-16 10-42 0,5-4-67 0,-5 3 31 0</inkml:trace>
  <inkml:trace contextRef="#ctx0" brushRef="#br0" timeOffset="129471.08">13609 11155 35 0,'0'0'57'0,"0"0"-7"16,0 0-13-16,0 0-8 0,0 0-9 15,0 0-21-15,23 16-38 0,-21-12-40 0,-2-4 18 0</inkml:trace>
  <inkml:trace contextRef="#ctx0" brushRef="#br0" timeOffset="129704.73">13724 11837 30 0,'0'0'17'16,"9"2"-26"-16,-9-2-8 0,0 0 5 0</inkml:trace>
  <inkml:trace contextRef="#ctx0" brushRef="#br0" timeOffset="130092.83">17135 11443 38 0,'0'0'60'0,"0"0"-26"16,0 0 3-16,0 0-19 0,16 15-22 0,-11-9-27 15,-1-1-33-15,1 4 15 0</inkml:trace>
  <inkml:trace contextRef="#ctx0" brushRef="#br0" timeOffset="130649.63">20203 11751 7 0,'-9'-4'141'0,"9"4"-4"0,-5-4 11 16,5 4-1-16,-9-7-1 0,7 1 3 0,2 6 0 16,-9-8 0-16,5 2-5 0,0 1 3 0,-2 1-2 15,2-3-7-15,-1 2-2 0,1 0 5 0,4 5-4 16,-4-12-9-16,3 7-7 0,1 5-14 0,-3-10-14 16,3 10-8-16,9-12-10 0,10 5-11 0,14-1-7 15,24-5-3-15,30-5-6 0,10 5-6 0,8 5-22 16,9-1-25-16,10 5-37 0,3 0-57 0,3 2-69 15,8 2-98-15,-5-6-147 0,-2-7-447 0,-2-11 198 16</inkml:trace>
  <inkml:trace contextRef="#ctx0" brushRef="#br0" timeOffset="136922.84">25922 9433 5 0,'0'0'45'0,"0"0"-4"0,0 0-5 0,0 0 1 0,0 0-5 15,0 0-3-15,0 0-5 0,0 0-1 0,0 0-1 16,0 0-15-16,0 0 7 0,0 0-6 0,0 0-13 16,0 0-6-16,0 0-12 0,0 0-25 15,0 0-51-15,0 0 23 0</inkml:trace>
  <inkml:trace contextRef="#ctx0" brushRef="#br0" timeOffset="138341.9">17517 5739 25 0,'0'0'34'0,"0"0"-3"16,0 0-6-16,0 0 2 0,0 0-9 0,0 0 4 15,0 0-3-15,0 0-4 0,0 0 0 0,0 0-1 16,0 0-4-16,0 0 2 0,0 0-4 16,0 0-2-16,0 0-3 0,0 0-12 0,0 0-7 0,0 0-28 15,10 12-47-15,-10-12 22 0</inkml:trace>
  <inkml:trace contextRef="#ctx0" brushRef="#br0" timeOffset="141008.44">28253 10126 25 0,'0'0'70'15,"0"0"-10"-15,0 0-3 0,0 0-2 0,0 0-4 16,0 0-17-16,0 0 0 0,0 0-16 0,0 0-14 15,0 0-10-15,0 0-17 0,0 0-41 0,0 0-68 16,0 0 30-16</inkml:trace>
  <inkml:trace contextRef="#ctx0" brushRef="#br0" timeOffset="144501.63">28629 11483 16 0,'0'0'82'16,"0"0"-2"-16,0 0-7 0,0 0-5 0,0 0-9 15,0 0 1-15,0 0-8 0,0 0-2 0,0 0-5 16,-10 0-13-16,10 0-8 0,0 0 2 0,-9-6-2 16,9 6-4-16,-8-2-1 0,8 2-1 0,-5-4-6 15,5 4 3-15,-9-2-1 0,9 2-9 0,-7-4 8 16,7 4-1-16,0 0-4 0,-9-3-2 0,9 3 2 15,0 0 0-15,0 0 11 0,0 0 6 0,0 0 0 16,-15 0-9-16,10 5 15 0,5-5-6 0,-8 4 6 0,8-4-4 16,0 0 14-16,-9 1-1 0,9-1 2 0,0 0 0 15,0 0 13-15,0 0 0 0,0 0 4 0,0 0 9 16,0 0-1-16,0 0-2 0,0 0 11 16,35 7-8-16,-7-7-1 0,9 0-15 0,19 2 6 0,36 5-9 15,-1-5-5-15,10 1-21 0,9 2-31 0,8 2-36 16,6-5-50-16,10 4-57 0,-12-7-136 0,2-1-312 15,5-1 139-15</inkml:trace>
  <inkml:trace contextRef="#ctx0" brushRef="#br0" timeOffset="146476.81">9521 13998 20 0,'0'0'70'0,"0"0"-12"0,0 0-7 16,0 0-14-16,0 0-9 0,0 0-13 0,0 0-8 15,0 0-18-15,0 0-10 0,0 0-22 0,0 0-46 16,0 0 21-16</inkml:trace>
  <inkml:trace contextRef="#ctx0" brushRef="#br0" timeOffset="147183.54">13857 14021 64 0,'0'0'91'0,"0"0"2"0,0 0-21 0,0 0-8 16,0 0-14-16,2-6 3 0,-2 6-11 0,0 0-1 15,0 0-6-15,6-4 13 0,-6 4-22 0,0 0 0 16,0 0-6-16,0 0-2 0,12 2-4 0,-12-2-6 16,0 0-5-16,0 0-2 0,0 0-7 15,0 0-11-15,0 0-11 0,11 4-6 0,-11-4-9 16,0 0-65-16,0 0-115 0,0 0 52 0</inkml:trace>
  <inkml:trace contextRef="#ctx0" brushRef="#br0" timeOffset="148604.56">17831 14136 36 0,'0'0'39'0,"0"0"-8"15,0 0 0-15,0 0-2 0,0 0-7 0,0 0 0 16,0 0-2-16,0 0-3 0,0 0-4 0,0 0-1 16,0 0 1-16,0 0-2 0,0 0-3 0,0 0 6 15,0 0-3-15,0 0 0 0,0 0-2 0,0 0 2 16,0 0-9-16,0 0 10 0,0 0-5 0,0 0-2 16,0 0-4-16,0 0 0 0,0 0 0 0,0 0-1 15,0 0 5-15,0 0-6 0,0 0 7 0,0 0-6 16,0 0-2-16,0 0 2 0,0 0-1 0,0 0 2 15,0 0-4-15,0 0 2 0,0 0-4 0,0 0 4 16,0 0 1-16,12 0-2 0,-12 0 2 0,0 0-5 16,0 0 6-16,0 0-6 0,0 0 0 0,0 0 0 15,0 0-1-15,0 0 3 0,0 0-1 0,0 0 2 16,0 0-1-16,0 0-3 0,0 0 4 0,0 0 3 16,0 0 0-16,0 0-3 0,0 0-4 0,0 0 5 15,0 0-3-15,0 0 4 0,0 0-2 0,0 0-5 16,0 0 9-16,0 0-10 0,0 0 1 0,0 0-1 15,0 0 13-15,0 0-11 0,0 0 0 0,0 0 1 16,0 0 3-16,0 0 1 0,0 0 1 0,0 0 3 16,0 0-7-16,0 0 3 0,0 0 3 0,0 0-4 15,0 0-1-15,0 0 0 0,0 0 5 0,0 0-1 16,0 0-3-16,0 0 0 0,2-6-1 0,-2 6 6 16,0 0-6-16,0 0-1 0,0 0 3 0,0 0-2 15,0 0 0-15,0 0 3 0,0 0-1 0,0 0 0 16,0 0 1-16,0 0 1 0,0 0-5 0,0 0 7 0,0 0-5 15,0 0 1-15,0 0-5 0,0 0-1 16,0 0 6-16,0 0-9 0,0 0 4 0,0 0-1 16,0 0 1-16,0 0-1 0,0 0 3 0,0 0-4 15,0 0 0-15,0 0 2 0,7-4 3 0,-7 4-2 16,0 0-1-16,0 0 1 0,0 0-1 0,0 0-2 16,0 0-1-16,0 0 3 0,0 0-1 0,0 0-2 15,0 0 0-15,0 0 0 0,0 0 1 0,0 0-7 16,0 0-17-16,0 0 7 0</inkml:trace>
  <inkml:trace contextRef="#ctx0" brushRef="#br0" timeOffset="150225.15">11231 15543 42 0,'0'0'67'0,"0"0"-2"0,0 0 0 16,0 0 0-16,0 0-4 0,0 0-14 15,0 0-1-15,0 0-1 0,0 0-5 0,0 0-6 0,0 0 0 16,0 0 0-16,0 0-1 0,0 0 3 0,0 0-9 15,0 0-6-15,0 0 3 0,0 0 1 0,0 0 6 16,0 0-3-16,0 0 0 0,0 0 5 16,0 0-10-16,0 0 9 0,0 0-6 0,0 0-2 15,0 0-2-15,0 0 15 0,0 0-11 0,0 0 1 16,0 0-5-16,0 0-6 0,0 0 0 0,0 0 0 16,0 0 2-16,0 0-5 0,0 0 3 0,0 0-6 0,0 0 1 15,0 0-9-15,0 0 4 0,0 0-2 16,0 0 2-16,0 0 5 0,0 0-5 0,0 0 1 15,0 0 2-15,0 0-6 0,0 0-3 0,0 0 2 16,0 0 5-16,0 0-5 0,0 0-6 0,0 0 7 0,20-8 6 16,-20 8-8-16,0 0 1 0,0 0-6 15,0 0 3-15,8-5-6 0,-8 5 2 0,0 0-10 16,0 0 3-16,0 0-9 0,0 0-7 0,5-4 0 16,-5 4-6-16,0 0-9 0,0 0-13 0,0 0-6 15,0 0-12-15,0 0-8 0,0 0-67 0,0 0-160 16,0 0 71-16</inkml:trace>
  <inkml:trace contextRef="#ctx0" brushRef="#br0" timeOffset="150816.04">14170 15689 72 0,'0'0'70'0,"0"0"-10"0,3-5-1 0,-3 5-8 16,0 0-6-16,0 0 1 0,0 0-13 0,0 0-13 16,0 0-6-16,0 0 1 0,0 0-2 0,0 0-13 15,0 0-2-15,0 0-10 0,0 0-17 16,0 0-12-16,0 0-28 0,14 5-75 0,-14-5 33 16</inkml:trace>
  <inkml:trace contextRef="#ctx0" brushRef="#br0" timeOffset="151424.34">16714 15819 19 0,'0'0'18'0,"0"0"-17"15,0 0-8-15,0 0-7 0,0 0 4 0</inkml:trace>
  <inkml:trace contextRef="#ctx0" brushRef="#br0" timeOffset="151663.31">17395 15738 25 0,'0'0'42'0,"-2"-10"-6"16,2 10-15-16,0 0 5 0,0 0-11 0,-5-6-12 16,5 6-11-16,0 0-19 0,0 0-29 0,0 0 13 15</inkml:trace>
  <inkml:trace contextRef="#ctx0" brushRef="#br0" timeOffset="152191.88">17374 15875 87 0,'0'0'130'0,"-9"-4"-21"0,2 2 3 16,7 2-5-16,-12-4-1 0,12 4 3 0,-9-3-1 16,9 3-4-16,-9-2-3 0,9 2-3 0,-12-2 0 15,12 2-6-15,-9-4 4 0,9 4 0 0,-8-2-5 16,8 2-6-16,-8-1-1 0,8 1 3 0,0 0-7 16,0 0-2-16,-11-3-8 0,11 3-5 0,0 0-3 15,0 0-4-15,0 0-3 0,0 0-8 16,-6-3-2-16,6 3-2 0,0 0-4 0,0 0 9 15,0 0-15-15,25-2 0 0,-6 0-3 0,9-1-5 0,2 3-3 16,4-4-1-16,1 0-2 0,3 0-2 16,13 0-11-16,0 0-21 0,-13 2-29 0,-1-1-27 0,0 3-31 15,1 3-33-15,2-3-24 0,12 2-18 16,-17 2-173-16,-2-1-377 0,0-1 168 0</inkml:trace>
  <inkml:trace contextRef="#ctx0" brushRef="#br0" timeOffset="153590.06">20417 16003 54 0,'0'0'137'0,"0"0"-4"0,0 0-2 0,0 0-7 16,0 0-8-16,0 0-1 0,0 0-8 16,0 0 2-16,0 0-3 0,0 0-5 0,0 0-8 15,0 0 1-15,0 0 2 0,0 0-8 0,0 0 5 0,0 0-15 16,0 0-5-16,26-8-4 0,-13 5-10 0,8 1-3 16,-1-2 1-16,7 1-9 0,5-3-6 0,6 2-8 15,15-1 1-15,3-1-5 0,0 1-4 16,3 1-2-16,2-1-4 0,3 0-4 0,-1-1 0 15,1 3-2-15,-2-2-4 0,0 1-6 0,-4-3-1 16,1 7-7-16,-1-3-2 0,-1 3-5 0,-4-3 0 0,-14 2-2 16,0-2 5-16,-1 3 3 0,-5-2-6 15,-1 2 3-15,-2-1-1 0,-9 1 2 0,2 0 0 16,-6-3 2-16,-3 0 2 0,-3 3-2 0,1-1 6 16,-3 0 2-16,1-1 6 0,0 1 2 0,-2 0 12 15,-8 1 0-15,11-3 5 0,-11 3 6 0,13-2 2 0,-6-1 8 16,-7 3 7-16,6-2 1 0,-6 2 7 0,0 0-5 15,9-3-2-15,-9 3-1 0,0 0-2 16,6-3-4-16,-6 3-2 0,0 0-8 0,0 0-1 16,0 0-3-16,0 0-9 0,0 0 3 0,10-1-2 15,-10 1-9-15,0 0-13 0,0 0-19 0,0 0-25 16,0 0-30-16,0 0-29 0,0 0-6 0,0 0-19 0,0 0-40 16,0 0-37-16,0 0-182 0,-17 18-416 0,8-15 185 15</inkml:trace>
  <inkml:trace contextRef="#ctx0" brushRef="#br0" timeOffset="157880.01">14231 17088 7 0,'0'0'-2'0,"0"0"-1"16</inkml:trace>
  <inkml:trace contextRef="#ctx0" brushRef="#br0" timeOffset="158152.91">15121 17101 53 0,'0'0'45'0,"0"0"-22"0,0 0-26 0,7-3-17 16,-7 3-22-16,0 0 11 0</inkml:trace>
  <inkml:trace contextRef="#ctx0" brushRef="#br0" timeOffset="158815.87">17982 17316 189 0,'1'-9'227'0,"-1"9"-14"0,2-10-11 0,-2 10-17 0,1-8-13 15,-1 8-11-15,0 0-11 0,-5-9-19 16,5 9-6-16,0 0-14 0,-2-7-12 0,2 7-8 16,0 0-11-16,0 0-6 0,0 0-5 0,0 0-9 15,0 0-8-15,0 0-2 0,0 0-10 0,0 0 0 16,0 0-7-16,-1-9-1 0,1 9-6 0,0 0-6 15,0 0-8-15,0 0-10 0,0 0-12 0,0 0-2 16,0 0-14-16,0 0-12 0,0 0-8 0,0 0-8 16,0 0-8-16,0 0-19 0,0 0-12 0,0 0-6 15,0 0-9-15,19 6-28 0,-19-6-19 0,7 5-133 16,-7-5-312-16,0 0 138 0</inkml:trace>
  <inkml:trace contextRef="#ctx0" brushRef="#br0" timeOffset="161135.44">14032 17145 54 0,'0'0'116'0,"0"0"-14"0,0 0-11 16,0 0-10-16,0 0-3 0,0 0-11 0,0 0-6 15,0 0-10-15,0-7-1 0,0 7-7 0,0 0-4 16,0 0-2-16,0 0-1 0,0 0-13 0,0 0 5 16,0 0-6-16,0 0-2 0,0 0-11 0,0 0-3 15,0 0 5-15,0 0-3 0,0 0-4 0,0 0 2 16,0 0-6-16,0 0 7 0,0 0-9 0,0 0 8 16,0 0-3-16,0 0 1 0,0 0-6 0,0 0-1 15,0 0-3-15,0 0 0 0,0 0 15 16,0 0-6-16,0 0 5 0,0 0-14 0,0 0 6 0,0 0 0 15,0 0 7-15,0 0-2 0,0 0-8 0,0 0-1 16,0 0 3-16,0 0 3 0,0 0 3 16,0 0-9-16,0 0 6 0,0 0-5 0,0 0 3 0,0 0-1 15,9 16 10-15,-9-16-14 0,0 0 0 0,0 0-2 16,0 0 7-16,0 0-1 0,0 0-6 16,0 0 2-16,0 0 2 0,0 0 3 0,0 0-1 15,0 0-1-15,0 0 5 0,0 0 2 0,0 0-5 16,0 0 1-16,0 0-5 0,0 0 10 0,0 0-10 15,0 0 8-15,0 0 2 0,0 0-10 0,0 0 5 16,-2 11-1-16,2-11 8 0,0 0-8 0,0 0 5 0,0 0 4 16,0 0-12-16,0 0 6 0,0 0-3 15,0 0-2-15,0 0-2 0,0 0 3 0,0 0 3 16,0 0 3-16,0 0-10 0,0 0 5 0,0 0-3 16,0 0 3-16,0 0 7 0,0 0-9 0,0 0 2 15,0 0-1-15,0 0-4 0,0 0 4 0,0 0-8 16,0 0-2-16,0 0-4 0,0 0-13 0,-7 3 6 15,7-3-20-15,0 0-9 0,0 0-6 0,-5 7-82 16,5-7-148-16,-3 6 66 0</inkml:trace>
  <inkml:trace contextRef="#ctx0" brushRef="#br0" timeOffset="164277.97">14218 17199 52 0,'0'0'46'0,"0"0"-6"15,0 0-6-15,0 0-1 0,0 0-5 16,0 0 0-16,0 0 0 0,0 0 2 0,0 0-8 15,0 0 2-15,-10 0-9 0,10 0 4 0,0 0-4 16,0 0 5-16,0 0-5 0,0 0 1 0,0 0-7 16,0 0 5-16,0 0-2 0,0 0-3 0,0 0 3 15,0 0-1-15,0 0-9 0,0 0 5 0,0 0-3 16,0 0 3-16,0 0-3 0,0 0 0 0,0 0-1 16,0 0-3-16,0 0 10 0,0 0 8 0,0 0-17 15,0 0 2-15,0 0-2 0,0 0-2 0,0 0 2 16,0 0 1-16,0 0 0 0,0 0 3 0,0 0-8 15,0 0 3-15,0 0 3 0,0 0 0 0,0 0-9 16,0 0-14-16,0 0-11 0,0 0-8 0,0 0-47 16,0 0-92-16,0 0 41 0</inkml:trace>
  <inkml:trace contextRef="#ctx0" brushRef="#br0" timeOffset="166160.67">14559 16956 36 0,'0'0'72'16,"0"0"-4"-16,0 0 7 0,0 0-9 0,0 0-12 15,0 0-2-15,0 0-17 0,0 0-8 0,0 0-7 16,0 0-14-16,0 0-12 0,0 0-18 0,0 0-13 16,0 0-5-16,0 0-25 0,0 0-74 0,0 0 33 15</inkml:trace>
  <inkml:trace contextRef="#ctx0" brushRef="#br0" timeOffset="166955.24">15448 17044 1 0,'0'0'14'0,"0"0"-7"0,0 0-4 0,0 0 0 16,0 0-8-16,0 0-6 0,0 0 4 0</inkml:trace>
  <inkml:trace contextRef="#ctx0" brushRef="#br0" timeOffset="174299.16">17822 17199 33 0,'0'0'23'15,"0"0"-12"-15,0 0-23 0,18 7-12 0,-13-5 6 0</inkml:trace>
  <inkml:trace contextRef="#ctx0" brushRef="#br0" timeOffset="-208574.37">13995 15779 30 0,'-6'-7'96'0,"1"2"-3"15,1 1 3-15,-1-3-19 0,-1 2 2 0,1 1-16 16,0-2-1-16,5 6-16 0,-8-9 0 0,6 6-27 16,2 3-16-16,-9-6-16 0,9 6-17 0,-10-6-21 15,10 6-52-15,-8-5-111 0,1 1 48 0</inkml:trace>
  <inkml:trace contextRef="#ctx0" brushRef="#br0" timeOffset="-204722.06">9558 13743 70 0,'0'0'84'0,"0"0"-6"0,0 0-2 0,0 0-9 15,0 0-15-15,0 0-2 0,0 0 2 0,0 0-5 16,0 0-4-16,0 0-6 0,0 0 1 0,0 0-11 16,10-2 3-16,-10 2-7 0,0 0 0 0,0 0-4 15,0 0-6-15,0 0 8 0,0 0-5 0,0 0-4 16,0 0-3-16,0 0-4 0,0 0-12 0,0 0-9 15,0 0-3-15,0 0-12 0,0 0-7 0,0 0-6 16,0 0-2-16,0 0-9 0,0 0-51 0,0 0-116 16,5 4 52-16</inkml:trace>
  <inkml:trace contextRef="#ctx0" brushRef="#br0" timeOffset="-200157">13871 13718 90 0,'0'0'153'0,"0"0"-15"0,0 0-1 0,0 0-12 16,0 0-10-16,0 0-10 0,0 0-2 0,0 0-10 15,0 0-2-15,0 0-13 0,0 0-3 0,0 0-10 16,0 0-4-16,0 0-9 0,0 0-2 0,0 0-7 16,0 0-6-16,0 0-13 0,0 0-3 0,0 0-16 15,0 0-13-15,0 0-6 0,0 0 3 0,0 0-13 16,0 0-17-16,0 0-27 0,0 0-11 0,-21 9-14 16,21-9-14-16,0 0-96 0,0 0-220 0,-2 7 98 15</inkml:trace>
  <inkml:trace contextRef="#ctx0" brushRef="#br0" timeOffset="-199747.14">14447 13761 106 0,'0'0'150'0,"0"0"-5"0,0 0-14 0,0 0-1 16,0 0-7-16,0 0-7 0,0 0-7 0,0 0-4 16,0 0-5-16,0 0-7 0,0 0-2 0,0 0-4 0,0 0-8 15,0 0-14-15,0 0 2 0,0 0-3 0,0 0-9 16,0 0-5-16,0 0-5 0,-25 2-8 15,25-2-2-15,0 0-4 0,0 0-1 0,0 0-5 16,0 0-1-16,0 0-3 0,0 0 1 0,0 0-4 0,0 0-2 16,0 0 0-16,0 0-1 0,0 0-4 0,0 0-2 15,0 0 2-15,0 0-4 0,0 0 0 0,0 0-5 16,0 0 2-16,0 0 1 0,-6 3-8 0,6-3-13 16,0 0-12-16,0 0-3 0,0 0-11 0,0 0-17 15,0 0-30-15,0 0-14 0,0 0-18 0,0 0-23 16,0 0-127-16,0 0-292 0,8 15 129 15</inkml:trace>
  <inkml:trace contextRef="#ctx0" brushRef="#br0" timeOffset="-199414.73">16138 13722 16 0,'-14'3'152'0,"14"-3"-18"16,0 0-5-16,0 0-15 0,0 0-12 0,0 0-6 15,0 0-7-15,0 0-18 0,0 0-25 0,0 0-14 16,0 0-17-16,0 0-37 0,0 0-17 0,0 0-8 16,0 0-22-16,0 0-68 0,0 0-148 0,0 0 66 15</inkml:trace>
  <inkml:trace contextRef="#ctx0" brushRef="#br0" timeOffset="-199177.79">17362 13671 132 0,'7'2'105'0,"-7"-2"-20"0,0 0-22 15,3 6-25-15,-3-6-19 0,0 0-23 0,3 7-36 16,-3-7-27-16,0 0-72 0,0 0 33 0</inkml:trace>
  <inkml:trace contextRef="#ctx0" brushRef="#br0" timeOffset="-198952.91">17873 13563 109 0,'0'0'155'0,"7"-3"-2"0,-7 3-5 0,0 0-18 0,0 0-9 16,7-2-9-16,-7 2-11 0,0 0-11 0,0 0-17 15,0 0-1-15,0 0-12 0,0 0-5 0,6-4-3 16,-6 4-18-16,0 0-26 0,0 0-21 0,0 0-39 16,0 0-34-16,0 0-39 0,0 0-75 0,0 0-216 15,-3-14 96-15</inkml:trace>
  <inkml:trace contextRef="#ctx0" brushRef="#br0" timeOffset="-198634.78">18506 13511 86 0,'3'7'130'0,"-3"-7"-11"0,0 0-7 16,1 6-4-16,-1-6 4 0,0 0-14 0,0 0-8 0,0 0-8 15,0 0-6-15,0 0-4 0,1 7-10 16,-1-7 2-16,0 0-11 0,0 0-8 0,0 0 1 16,0 0-2-16,0 0-2 0,0 0-5 0,0 0-9 15,0 0-7-15,0 0 9 0,0 0-5 0,0 0-15 0,0 0 20 16,0 0-13-16,0 0-3 0,0 0-11 0,0 0-4 16,0 0-19-16,0 0-5 0,0 0-8 0,0 0-18 15,0 0-15-15,0 0-10 0,-6 8-13 16,6-8-19-16,0 0-91 0,-9 1-213 0,9-1 95 0</inkml:trace>
  <inkml:trace contextRef="#ctx0" brushRef="#br0" timeOffset="-198200.63">18487 13502 70 0,'0'0'92'0,"0"0"-6"16,0 0-14-16,0 0 1 0,0 0 4 0,0 0-10 15,0 0-11-15,0 0 6 0,0 0-15 0,0 0-6 16,0 0-5-16,0 0 2 0,0 0-19 0,0 0 9 15,0 0-5-15,0 0 6 0,0 0-11 0,0 0-7 16,0 0-5-16,0 0-4 0,0 0-1 0,0 0-13 0,0 0-13 16,0 0-7-16,0 0-14 0,0 0-24 15,0 0-59-15,-14 16-138 0,14-16 61 16</inkml:trace>
  <inkml:trace contextRef="#ctx0" brushRef="#br0" timeOffset="-186338.92">8517 13705 11 0,'0'0'48'0,"0"0"2"0,0 0-2 0,0 0-3 15,0 0-14-15,0 0 7 0,0 0-3 16,0 0-4-16,0 0-4 0,0 0-3 0,0 0-10 15,0 0 3-15,0 0 5 0,0 0-10 0,0 0-3 16,13 0-4-16,-13 0-5 0,0 0-17 0,0 0-3 0,0 0-11 16,0 0-36-16,0 0-72 0,10 0 32 0</inkml:trace>
  <inkml:trace contextRef="#ctx0" brushRef="#br0" timeOffset="-165904.37">29383 5524 25 0,'0'0'19'15,"0"0"-27"-15,0 0-7 0,0 0 3 0</inkml:trace>
  <inkml:trace contextRef="#ctx0" brushRef="#br0" timeOffset="-165150.33">29539 5770 45 0,'0'0'53'16,"-11"0"-2"-16,11 0-6 0,0 0 2 0,-10-2 2 15,10 2 4-15,0 0 0 0,0 0-8 0,-9-1 6 0,9 1 0 16,0 0-9-16,0 0-1 0,0 0 5 16,-11-1-13-16,11 1 3 0,0 0-1 0,-8-2 0 15,8 2 0-15,0 0 1 0,-10-1 3 0,10 1-4 16,0 0 5-16,0 0-2 0,-6-3 5 0,6 3 2 16,0 0-2-16,0 0 2 0,0 0 3 0,0 0-10 0,0 0 3 15,0 0-4-15,0 0-3 0,0 0-6 16,0 0-3-16,0 0-4 0,39-7 0 0,-12 3-2 15,0 1-4-15,6 1-4 0,3 1 1 0,5-1 0 16,-4-1-2-16,14 1-1 0,-12 0-1 0,1 2-1 0,-1 0 7 16,0 0-7-16,1-2 1 0,-1 2 1 15,-4-1-1-15,-1 1-2 0,-3 0 9 0,-4-2 6 16,-4 4 3-16,-4-2 3 0,-2-2 8 0,-5 4 7 16,0-5 7-16,-2 3 6 0,-10 0 6 0,13 0 9 15,-8-1-16-15,-5 1 4 0,12 0-2 0,-12 0 7 0,0 0 2 16,8-2-5-16,-8 2-4 0,0 0-4 0,0 0-1 15,0 0-5-15,0 0-6 0,0 0-8 0,8 3 3 16,-8-3-4-16,0 0-4 0,0 0-2 16,0 0-5-16,0 0 0 0,0 0 0 0,0 0-5 15,0 0 0-15,0 0-4 0,0 0-2 0,0 0-4 0,0 0-17 16,0 0-21-16,0 0-14 0,0 0-28 16,0 0-33-16,0 0-26 0,0 0-22 0,0 0-19 15,7 4-14-15,-7-4-144 0,0 0-360 0,2 7 160 16</inkml:trace>
  <inkml:trace contextRef="#ctx0" brushRef="#br0" timeOffset="-157747.83">9588 13698 51 0,'0'0'111'0,"0"0"-10"0,0 0-5 0,0 0 5 16,0 0-15-16,0 0 3 0,0 0-9 0,0 0 2 16,0 0-2-16,0 0-14 0,0 0-3 0,0 0-4 15,0 0-11-15,0 0-4 0,0 0 1 0,0 0-6 16,-11-19-3-16,11 19-4 0,0 0-4 0,0 0-9 16,0 0-15-16,0 0-13 0,0 0-19 0,0 0-15 15,0 0-18-15,0 0-29 0,0 0-99 0,0 0-203 16,-5 22 90-16</inkml:trace>
  <inkml:trace contextRef="#ctx0" brushRef="#br0" timeOffset="-153548.47">10004 17274 79 0,'0'0'156'0,"0"0"-9"0,0 0-17 16,0 0-3-16,0 0-19 0,0 0-8 0,0 0-10 0,0 0-10 15,0 0-19-15,0 0-24 0,0 0-23 0,0 0-27 16,0 0-30-16,-12 1-37 0,12-1-86 16,0 0-180-16,-2 11 81 0</inkml:trace>
  <inkml:trace contextRef="#ctx0" brushRef="#br0" timeOffset="-153100.48">10192 17303 59 0,'0'0'164'0,"0"0"-21"15,5-3-9-15,-5 3-5 0,0 0-13 0,0 0-4 16,0 0-5-16,0 0-10 0,0 0-6 0,0 0-3 15,0 0-8-15,0 0 0 0,0 0-2 0,0 0 1 16,0 0-9-16,0 0-7 0,0 0-5 0,0 0-2 16,0 0-1-16,0 0-10 0,0 0-9 0,0 0 4 15,0 0-10-15,0 0 4 0,0 0-9 0,0 0 6 16,0 0-9-16,0 0 7 0,0 0-6 0,0 0-2 16,5 8 6-16,-5-8-1 0,0 0 3 15,0 0 2-15,0 0-6 0,0 0-1 0,0 0-2 16,0 0-2-16,0 0-2 0,0 0 0 0,0 0-2 15,0 0 0-15,0 0-5 0,0 0 1 0,0 0-2 0,0 0 7 16,0 0-7-16,0 0-1 0,0 0-1 0,0 0 1 16,0 0-5-16,0 0 1 0,0 0 1 0,0 0 1 15,0 0-7-15,0 0 4 0,0 0-2 0,0 0 3 16,0 0-2-16,0 0 1 0,0 0-1 16,0 0-1-16,0 0-6 0,0 0 3 0,0 0 9 0,0 0-12 15,0 0 2-15,0 0-2 0,0 0-3 16,0 0-6-16,0 0-7 0,0 0-8 0,0 0-6 15,0 0-14-15,0 0-9 0,0 0-10 0,0 0-23 0,0 0-37 16,0 0-56-16,0 0-137 0,0 0-346 0,0 0 153 16</inkml:trace>
  <inkml:trace contextRef="#ctx0" brushRef="#br0" timeOffset="-151602.58">26187 4850 1 0,'0'0'13'0,"0"0"-16"0,0 0-3 0,7 3 3 16</inkml:trace>
  <inkml:trace contextRef="#ctx0" brushRef="#br0" timeOffset="-150947.74">26528 4887 59 0,'0'0'78'0,"0"0"-2"0,0 0-8 16,0 0-12-16,0 0-3 0,0 0-9 0,0 0 5 15,0 0-3-15,0 0-10 0,0 0-7 0,0 0-1 16,0 0 3-16,0 0 3 0,0 0-8 0,0 0 4 15,0 0-1-15,0 0-2 0,0 0 0 0,0 0-4 16,0 0-1-16,0 0 5 0,0 0-8 0,0 0-13 16,0 0 9-16,0 0-10 0,0 0 5 0,0 0 6 15,0 0-3-15,0 0 4 0,0 0-1 0,0 0-7 16,0 0-6-16,0 0 8 0,0 0-8 0,0 0 7 16,0 0 1-16,0 0-4 0,0 0 2 0,0 0 0 15,0 0-1-15,0 0 3 0,0 0-13 0,0 0 6 16,0 0 0-16,0 0-8 0,0 0 6 0,0 0-7 15,0 0 3-15,0 0 5 0,0 0 7 0,0 0-2 16,0 0-15-16,0 0-8 0,0 0-1 0,0 0-20 16,0 0-9-16,0 0-19 0,0 0-4 0,0 0-8 15,0 0-58-15,0 0-143 0,-4 8 64 0</inkml:trace>
  <inkml:trace contextRef="#ctx0" brushRef="#br0" timeOffset="-148008.06">25563 6643 16 0,'0'0'14'0,"0"0"-1"15,0 0 0-15,0 0-3 0,0 0-3 0,0 0-4 16,0 0-6-16,0 0-10 0,0 0-12 0,0 0 5 15</inkml:trace>
  <inkml:trace contextRef="#ctx0" brushRef="#br0" timeOffset="-139786.03">15433 17220 57 0,'0'0'65'0,"0"0"-6"0,0 0-4 0,0 0-6 15,0 0-8-15,0 0-1 0,0 0-5 16,0 0-9-16,0 0-14 0,0 0-10 0,0 0-9 0,0 0-21 16,0 0-6-16,0 0-28 0,-13 14-68 15,13-14 31-15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2T11:04:02.1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2858 3288 64 0,'0'0'134'0,"-7"-7"-9"0,7 7-15 16,-9-6-8-16,9 6-6 0,-9-2-11 15,9 2-11-15,-12 4-5 0,2 3-11 0,-4 7-7 16,-5 5 11-16,-2 10-3 0,-7 9-2 0,-4 3-1 16,0 4 3-16,2 0-8 0,0 7-2 0,2-2-2 0,1 3-10 15,3-2 4-15,5 1-7 0,0-4-9 0,0 3 6 16,4-4-1-16,5 0-3 0,4-12-5 16,1 1 4-16,3-3-4 0,4 1-5 0,2-4-1 15,1 0-4-15,4-1 2 0,0-3 0 0,2-4-3 16,4 0 0-16,0-8 0 0,1-3 1 0,6 2-3 15,-2-5 3-15,10-3 1 0,-1-3-4 0,3-2 3 16,3-2 6-16,-1-5-3 0,-1-2 7 0,3-4-3 16,-1-3 2-16,-1-2-1 0,10-8 3 0,-14 3 1 15,-2-2 3-15,11-9-6 0,-2-3 11 0,-9 0-10 16,3-2 1-16,-5-2-1 0,-3-1-8 0,0-2 2 16,-3 0-2-16,1-1-4 0,-7 12-2 0,2-13-3 15,-2-1 0-15,-5 1-9 0,-2 13 0 0,-5-13 3 16,-1 12-4-16,-2 0 3 0,-3-2-7 0,-3 2 4 15,-3 4-4-15,-3-2-5 0,1 5 5 0,-5 2 1 16,-2 2-2-16,1 6 1 0,0 3-3 0,1 5 0 16,-3-1 2-16,0 6 1 0,-1-1-5 15,-1 3-4-15,-6-1 6 0,5 6-2 0,-2 0-1 0,3 1-1 16,-2 7 1-16,-2 0-2 0,4 5 3 0,-2 4 3 16,4-1 0-16,-1 2-3 0,3 3 1 0,2 2 6 15,4 1 0-15,1-2-2 0,3 0 6 0,2 1-3 16,3-1-1-16,4-1-2 0,1-5 1 0,4 6 4 15,3-1 1-15,-1-5-2 0,6 6 4 0,2-2-2 16,0-3 0-16,4 2 3 0,-2 0-3 0,-1 2-3 16,3-2 10-16,-1 1-3 0,0 0-3 0,-1-1 1 15,-1 0-1-15,-1 1 0 0,1 2 4 16,0-3-1-16,-3 5-1 0,2-4-1 0,-3 2-1 16,1 0 5-16,-5-2-4 0,3 0 2 0,-2-6 2 15,-1 10 0-15,-4-10-3 0,0 1-9 0,-2 0-1 16,-2 0-12-16,0-1-11 0,-3 2-15 0,-1 0-18 15,-1-3-34-15,-1 0-31 0,0 1-111 0,-4-4-260 16,0-2 116-16</inkml:trace>
  <inkml:trace contextRef="#ctx0" brushRef="#br0" timeOffset="195.42">3437 4002 1648 0,'11'-6'30'0,"-2"-3"-23"0,-3 2 1 0,1 2-4 16,-1 0-12-16,-6 5 12 0,9-7-3 0,-9 7 3 16,6-4 5-16,-6 4-2 0,0 0 4 0,10-8-2 15,-10 8-5-15,0 0-4 0,0 0-21 0,0 0-23 16,0 0-28-16,0 0-20 0,0 0-41 0,0 0-97 16,0 0-248-16,0 0 110 0</inkml:trace>
  <inkml:trace contextRef="#ctx0" brushRef="#br0" timeOffset="392.29">2876 4477 1480 0,'-28'12'101'0,"4"-3"-15"0,5-1-48 16,3-3-23-16,5-1-7 0,3-2 1 0,2 0-4 15,6-2-6-15,-9 6 2 0,9-6-3 0,-3 3 6 16,3-3-4-16,0 0 4 0,31 6 1 0,0-8-4 15,7-3-3-15,17-4 0 0,6-1-20 0,3-5-28 16,26-1-29-16,-29 4-31 0,-2 0-139 0,-3 2-268 16,2 0 118-16</inkml:trace>
  <inkml:trace contextRef="#ctx0" brushRef="#br0" timeOffset="1634.41">4683 3546 56 0,'2'-10'198'0,"-1"1"-13"15,-1-1-9-15,0 3-6 0,1-1-7 0,-1 8-11 0,0-10-8 16,0 10-8-16,0-10-34 0,0 10-14 0,0 0-6 15,3-8-9-15,-3 8-11 0,0 0-9 0,1-6-6 16,-1 6-4-16,0 0-12 0,0 0 2 0,0 0-2 16,0 0-6-16,0 0-2 0,8 17 1 15,-6-7-1-15,1 0-5 0,-1 2 0 0,2 4 2 16,0-1 0-16,-3 3-3 0,2-1-3 0,-2 1 1 16,1 1-2-16,-2 0 2 0,-3 8 1 0,3-8-1 15,1 7 2-15,-1 1-3 0,2-1 2 0,-2-1-2 0,0-4 3 16,-2-3-7-16,2 0 0 0,2 1-1 0,-4-2-1 15,4-1-1-15,-1-1 0 0,0 0-2 16,-1 1 1-16,1 1 2 0,1-5-4 0,-2 0-2 16,2 1 6-16,-2-1-8 0,0-1 6 0,1 1-2 15,1-2 0-15,-1 2-1 0,-1-3 6 0,1-3-4 16,-1-6-1-16,0 13 5 0,1-7-6 0,-1-6 3 16,2 11-4-16,-2-11 1 0,0 0-1 0,1 9 1 15,-1-9-1-15,0 0 4 0,0 6-7 0,0-6-12 16,0 0-14-16,0 0-20 0,0 0-9 0,3 6-14 15,-3-6-26-15,0 0-22 0,0 0-27 0,0 0-20 16,0 0-135-16,0 0-324 0,0 0 144 0</inkml:trace>
  <inkml:trace contextRef="#ctx0" brushRef="#br0" timeOffset="2298.36">4704 3609 32 0,'0'0'111'0,"1"-6"-19"0,-1 6-2 0,0 0-7 16,0 0-5-16,0 0-15 0,0 0-4 0,0 0-11 15,0 0-3-15,3-5 0 0,-3 5-3 0,0 0-5 16,0 0-7-16,0 0 4 0,0 0-9 0,0 0 6 16,0 0-2-16,0 0-3 0,0 0 4 15,5 19-2-15,-5-19 9 0,0 13 2 0,0-5 4 0,1 0-7 16,-1 2 2-16,1 0 0 0,-1 2 7 0,0 6-1 15,-1 0 3-15,2 8 3 0,1 3 2 0,-4 0-5 16,2 0 0-16,0-1 3 0,-2 1-3 0,2 1 0 16,1-3-5-16,-1 0-5 0,-1 1-2 15,2-4 6-15,-1-4-8 0,0 4-4 0,1-5 6 16,-2-1-8-16,1 0 3 0,1-1-4 0,1-5 1 16,-2 0-3-16,0 0-1 0,-2 0-7 0,2-4 4 15,0 0-3-15,0 0 0 0,2-1 0 0,-2-7-7 0,1 10 0 16,-1-10 3-16,0 9 1 0,0-9-4 0,0 0 2 15,0 9 0-15,0-9-1 0,0 0 3 16,1 7-3-16,-1-7-3 0,0 0 0 0,0 0 0 16,0 0-11-16,0 0-22 0,0 0-33 0,0 0-39 15,0 0-56-15,0 0-52 0,0 0-106 0,0 0-336 16,0 0 149-16</inkml:trace>
  <inkml:trace contextRef="#ctx0" brushRef="#br0" timeOffset="4720.53">4662 3502 4 0,'0'0'133'0,"-5"-9"3"16,-1 5-11-16,3 0-10 0,3 4-6 0,-7-9-2 15,7 9 3-15,-7-7-3 0,7 7-7 0,-4-7-2 16,4 7-6-16,-4-6-5 0,4 6-11 0,0 0-11 15,-3-7-1-15,3 7-10 0,0 0-8 0,0 0-4 16,0 0-3-16,16-9-5 0,0 6 0 0,6 1-1 16,7 1-8-16,5 4 6 0,0-1-3 0,2 2 2 15,0 5-4-15,1-2-3 0,-2 4-2 16,-1 4-1-16,-4-2-1 0,0 4-4 0,-3 2 5 0,-4 0-10 16,-2 7 1-16,-2-3-2 0,-2 3 8 15,-3 2-7-15,-2-2 0 0,-4 6 2 0,-5-1-3 16,-1-2 4-16,-2 1 0 0,-2-1-2 0,-1-3-2 0,-4 2 4 15,-1-4-4-15,-4 2-1 0,-1-2 1 0,-6 0-1 16,-1 1-1-16,-3-1 2 0,-5-1-2 0,-1-1-2 16,-13 5 2-16,-3-4-3 0,0-2-2 15,9-5 2-15,-13 1 2 0,1 0 0 0,-1-7 0 16,11 0-4-16,3-3 0 0,-4-3 0 0,2 1 6 16,4-3-8-16,1-1-15 0,4 1-30 0,6-4-29 15,6-1-52-15,-2 1-70 0,5-1-116 0,13 3-338 16,-18-10 150-16</inkml:trace>
  <inkml:trace contextRef="#ctx0" brushRef="#br0" timeOffset="5377.75">5060 4169 166 0,'0'0'170'0,"8"-6"-15"16,-3 2-15-16,5-2-7 0,-1 0-8 0,8-3-6 16,-2 0-8-16,4-1-11 0,1 0 18 0,9-4-14 15,-3-3-7-15,3 3-7 0,0-3-9 0,-2-3-6 16,1 6-7-16,-1-2-7 0,-1 1-6 0,-3-1-5 16,-3 0-2-16,-2-2-8 0,-4 3-1 0,-2-1-8 15,-3-1 0-15,1 0-4 0,-4 0-2 0,0 1-1 16,0-1 1-16,-4 1-3 0,-3 6-2 0,2-3-2 15,-5 3 4-15,0-2-1 0,-2 3 14 0,-1 0-4 16,-1 1-4-16,0-1 0 0,-1 4-2 0,2 0-2 16,-4 0-6-16,2 3 0 0,-3 0-6 0,1 5-1 15,-1 1 0-15,-2 5-3 0,1 3-6 0,-6 8 5 16,5-4-2-16,6 1 5 0,-2 11-1 16,3-2-3-16,2 0 0 0,3 0 1 0,0 0-1 0,2-2 2 15,3-6-3-15,3 0 2 0,1-1-3 0,-1-2 1 16,3-1 1-16,2 2 1 0,1-3-2 0,1-6 2 15,1 2-1-15,4-2 3 0,1-4-1 0,3-1 0 16,1-2 0-16,-3-2-2 0,7-3 0 0,0 2-1 16,0-5 1-16,-7 1-5 0,4-5 0 0,-6 1 2 15,8-6 1-15,-6 1-5 0,-2 2 2 0,1-6 2 16,-3 0-1-16,-1 7-1 0,-1-10-1 0,-4 0 2 16,2-2-1-16,-7 11 5 0,0-4-6 0,0 2 7 15,-1 6 3-15,-4-2 5 0,4 2 3 0,-3 4 3 16,1-1-4-16,-2 7-7 0,3-7-3 15,-3 7 0-15,0 0-6 0,5-4 0 0,-5 4 0 0,0 0 2 16,0 0-3-16,2 28 4 0,-4-10-1 16,0-2 0-16,-6 9 0 0,4 0 0 0,-1-5 1 15,0 2-1-15,4-4-2 0,-2 1 3 0,2-2 0 0,0 2-4 16,1-2 1-16,0 0 1 0,0-1 1 16,1-5-2-16,-1 5 3 0,0-2-3 0,0-4 1 15,0 2 1-15,0-1 6 0,-1 0-7 0,-1-1-10 0,0-3-14 16,2 1-16-16,0-8-26 0,-4 13-27 0,4-13-41 15,-5 11-43-15,5-11-37 0,-10 8-155 0,10-8-396 16,-9 1 175-16</inkml:trace>
  <inkml:trace contextRef="#ctx0" brushRef="#br0" timeOffset="5597.58">5978 3766 149 0,'0'0'183'0,"4"-6"-23"0,-4 6-5 16,0 0-17-16,0 0 0 0,0 0-1 0,13 9-6 15,-13-9-7-15,5 16-10 0,-1-3-7 0,-1 3-12 16,3 1-4-16,-4 2-9 0,1-2-7 0,-1 0-9 16,2 1-6-16,-2 0-9 0,2-2-36 0,-4 1-37 15,2-2-40-15,-1-3-50 0,2 0-54 0,-5-2-120 16,4 2-308-16,-2-2 137 0</inkml:trace>
  <inkml:trace contextRef="#ctx0" brushRef="#br0" timeOffset="5773.49">5970 3655 2338 0,'-1'-12'-12'0,"0"-1"13"0,-1 2-3 0,1 1-24 15,1 10-52-15,0-11-21 0,0 11 9 0,0 0-3 16,7-3-9-16,-7 3-21 0,0 0-24 0,20 11-115 16,-11-4-282-16,1 0 125 0</inkml:trace>
  <inkml:trace contextRef="#ctx0" brushRef="#br0" timeOffset="6227.42">6485 3745 45 0,'0'0'232'0,"-11"-6"-8"16,4 5-13-16,7 1-17 0,-12-1-13 0,12 1-17 15,-18 3-17-15,9 0-14 0,-1 5-6 16,1 0-20-16,-2 6-9 0,4 0-10 0,-1 0-7 16,2 2-4-16,1 1-13 0,3-5-2 0,1 4-10 15,1-4 0-15,3-1-10 0,0 0-6 0,3 0-9 16,0-3-5-16,4 2-9 0,-1-5-6 0,-1 1-4 0,3-1-5 15,-3-4-7-15,2 1 8 0,2-3-3 16,-3 0 2-16,-2 0 3 0,2-4-3 0,0-4 1 16,-2 2-1-16,-2-2 3 0,0 1-3 0,-1-2 5 15,2-1 1-15,-3 0 8 0,-1 0-3 0,1 1 5 16,-2 0 9-16,-1 3 1 0,1-1-3 0,-1 8-3 16,3-8-7-16,-3 8-4 0,0 0-5 0,0 0 2 0,0 0 2 15,16 23 4-15,-11-6 0 0,2 11 6 16,-1 4 6-16,1 14-1 0,-5 4 1 0,0 3 7 15,-6-2-4-15,0 3 2 0,-4-1 2 0,4-3-1 16,-1-1 3-16,-5 2-2 0,2-4 3 0,2-1-4 16,-8 1 4-16,-1 0-3 0,-2-17 2 0,2 0-3 15,-6-1 2-15,2-3-3 0,-4-2-1 0,0-3 0 16,-1-4-1-16,6-5-8 0,-9 1 6 0,1-4-1 16,5-3-5-16,-9-5-7 0,2-2-26 0,0-3-22 15,-3-3-32-15,2-5-41 0,5-5-58 0,2 0-64 16,-1-4-216-16,6-4-485 0,2-5 215 0</inkml:trace>
  <inkml:trace contextRef="#ctx0" brushRef="#br0" timeOffset="6593.82">6714 3930 146 0,'7'4'180'15,"-2"0"-14"-15,0 2-19 0,-2-1-14 0,3 2-13 16,-4 2-12-16,2-1-8 0,-1 1-6 0,-1 2-5 16,0-2-7-16,0 3-8 0,1-3-4 0,-2 0-6 15,-1-2-10-15,4 0 2 0,-4-7-8 0,1 11-1 16,-1-11-4-16,2 7 0 0,-2-7 5 0,3 5 15 16,-3-5-3-16,0 0-1 0,0 0-2 0,0 0-11 15,0 0 1-15,0-29 3 0,0 16-8 0,-1-3-7 16,1-3-1-16,2 1-6 0,2-7 2 0,3-1-1 15,2 1-3-15,1-1 0 0,0 4-2 0,-2 3-2 16,1 3 0-16,0 2-3 0,2 2-5 0,-2 4-3 16,0 2-1-16,1 2-2 0,2 3-1 0,-3 0-3 15,2 6 2-15,4 4-5 0,-3 3 6 0,2 4 1 16,0 6-3-16,-1 1 0 0,0 2 6 0,-3 0-23 16,0 2-28-16,-4 0-31 0,-2 1-39 0,1-1-43 15,1-2-46-15,-3 1-159 0,4-7-386 0,-4-2 171 16</inkml:trace>
  <inkml:trace contextRef="#ctx0" brushRef="#br0" timeOffset="7004.7">7841 3829 2124 0,'9'-24'77'0,"-4"6"-30"0,-1 2 10 0,-2 4 3 0,0 0 35 16,-3 0-4-16,0 1 10 0,-5 3-14 0,1-2-11 15,-1 5-6-15,-2 0-5 0,-1 2-10 16,-2 2-9-16,-10 4-3 0,-3 8 0 0,-3 4-12 16,0 5 8-16,0 5 0 0,2 0-5 0,2 1-6 15,1 4 3-15,4-5-8 0,2 3 2 0,7-4-4 16,1-1 2-16,5-5-8 0,2-1-1 0,2-2-3 0,3-3-1 16,0-3-9-16,7 3-2 0,-1-4-8 15,-4-1-4-15,6-1-8 0,0-2-3 0,1-2 3 16,0 0 2-16,1-5-4 0,0-1 4 0,3-2 1 15,-3-2 1-15,-3 0 2 0,1-2 1 0,-1-4 1 0,1 0-1 16,-3-1 5-16,0 1 0 0,-1-5 2 0,1 2-4 16,-2-3 5-16,4-4 2 0,-6 10 2 15,1 1 4-15,-1 5 14 0,-1-2 2 0,-2 6 1 16,1-2-6-16,-3 6-5 0,0 0 0 0,0 0-3 16,0 0 6-16,0 0 15 0,9 25-3 0,-7-7-1 15,-3 6-2-15,1-5-1 0,0 6-4 0,0 1-1 0,4-2 0 16,-2-6-20-16,3 2-24 0,1-1-42 15,-1-2-49-15,3-1-60 0,3-3-67 0,-1 0-217 0,0-4-504 16,0-6 223-16</inkml:trace>
  <inkml:trace contextRef="#ctx0" brushRef="#br0" timeOffset="8936.82">8699 3553 30 0,'0'0'192'0,"-6"-5"-6"16,6 5-6-16,-6-5-6 0,6 5-11 0,0 0-12 0,-5-4-11 15,5 4-16-15,0 0-10 0,0 0-15 16,0 0-11-16,0 0-8 0,0 0-6 0,13-9-10 0,1 7-9 16,3-1-4-16,3 1-3 0,8-4-6 15,0 3-7-15,4-1 0 0,0 0-7 0,0 0-10 16,-1 2 0-16,-3-1-3 0,0-1-4 0,-9 2 0 16,3 0-5-16,-2 1-3 0,-3 1-3 0,1-1-1 15,-5 1 2-15,1-2-2 0,-5 2-5 0,-1 0-1 16,-8 0-6-16,13 0 4 0,-13 0 2 0,8 0 0 15,-8 0 1-15,0 0 0 0,9 0 1 0,-9 0-2 16,0 0 0-16,4 4-1 0,-4-4 1 0,0 0 2 16,-5 13 0-16,-2-1 5 0,-3 2-4 0,-5 6 4 15,-1 2 0-15,-3-1 6 0,0 2-3 0,0-1-2 16,0 2 4-16,1-4 0 0,-1 2 1 0,1-1-1 16,4 1-1-16,2-5 1 0,0-1-2 0,1 1 0 15,-1-3 5-15,3 0-2 0,0-1-1 0,2-3-3 16,1-3 2-16,0 4-1 0,0-5-4 0,3-1 0 15,0 1-2-15,3-6 4 0,-4 8 3 0,4-8-7 16,-1 9-4-16,1-9-5 0,4 9 6 0,-4-9-1 16,9 7-4-16,0-2 6 0,2 0 1 0,5 1-1 15,0 2-3-15,2-2 2 0,2 1 0 0,6 3 2 16,-6-5-2-16,6 4 3 0,1-2 1 0,1-2 2 16,-8 1 3-16,11-2-4 0,-3 1 2 0,0-2 3 15,-2-2-5-15,2 2 3 0,-6-3-1 0,1-2-1 16,-2 0 1-16,5-4 0 0,-6 4-2 0,1-4 1 15,-2 0 5-15,0-1-6 0,-1-1 0 0,-1 1 1 16,-3-6-3-16,0 2 5 0,0 0 0 0,-3 0-1 16,1-4-3-16,-3 1 5 0,-3-1 0 0,1-1-3 15,-4 1 13-15,0 0-7 0,-2 2 8 0,-2 0 0 16,0-3 3-16,-2 5 0 0,-2-1 6 0,1 1 9 16,-2 1-10-16,0 2 0 0,0 3-3 0,-1-2-1 15,0 3-6-15,-2 2-1 0,9 2-1 0,-19 6 0 16,6 1 0-16,-2 6 3 0,-5 8-3 0,2 0 1 15,2 1-1-15,4 0-1 0,-2 1 3 0,-1 0-3 16,13-5-1-16,-1-1 0 0,5 0-2 0,0 0 4 16,3 0-3-16,2-2-7 0,0-1-15 0,6-1-29 15,0-3-23-15,5 0-29 0,-3-1-33 0,4-1-33 16,2-1-17-16,-5-2-124 0,3-2-328 0,-3 0 147 16</inkml:trace>
  <inkml:trace contextRef="#ctx0" brushRef="#br0" timeOffset="9772.92">9683 3798 96 0,'0'0'167'15,"0"0"-19"-15,0 0-13 0,0 0-15 0,0 0-15 16,0 0 31-16,0 0-2 0,10 16-7 0,-9 0-9 16,-1 1-8-16,2 1-5 0,-1 0-10 15,0-1-8-15,1 0-6 0,-2-1-9 0,1 0-5 16,0-4-10-16,0 1 0 0,2-4-8 0,-2 1-4 15,-1-2-2-15,0-8-4 0,-1 12-2 0,1-12-1 16,0 7-6-16,0-7 4 0,0 0-5 0,-1 7-4 16,1-7-2-16,0 0-3 0,0 0 1 0,0 0 3 15,0 0-6-15,0 0-4 0,2-29-1 0,3 18-5 16,-1-1 0-16,4-4 0 0,-1-2 1 0,3 1-3 16,2-5-1-16,-2 5 0 0,2 1-8 0,2 0 2 15,-1 5-1-15,2 2-3 0,-5 3 2 0,1 2-2 16,0 1 0-16,-11 3 1 0,18 7 1 0,-8-4-2 15,0 5 1-15,1-1 4 0,3 3-1 0,0 2 1 16,0-2 1-16,0 1 1 0,2-1 5 0,-5-1-5 16,5-1 3-16,-2 4-2 0,-5-6 1 0,4 0 2 15,0-1 1-15,3 0-1 0,-3-3 1 0,1 0 0 16,0-2-1-16,-1 0 0 0,5-2-2 0,-6 0 2 16,-1-1 0-16,-1-1 3 0,-1-2-3 0,1-2-2 15,-1 3 2-15,-1-3-1 0,-3-2 1 16,3 0-3-16,-4-2 3 0,0 1 0 0,-2-5 0 0,1-2-1 15,-2 1 3-15,-1 6-5 0,-1-6 4 0,-1 0-3 16,-1 3 4-16,0 3 5 0,0 1 1 0,1 2 2 16,-2 2-3-16,-2-5-2 0,2 9-4 0,4 2-4 15,-8-5-1-15,8 5 1 0,0 0-1 0,-20 12-1 16,8 0 1-16,2 1-3 0,-5 10 3 0,6-7 3 16,1 4-1-16,0 3-2 0,3-4 1 0,1 0-1 15,2-2-3-15,3 0 2 0,0-3 0 0,2-1 6 16,7-1-3-16,-4 0 3 0,5 0-4 0,-1 0 4 15,4-2 2-15,-1-4 2 0,2 1 1 0,-2-3 0 16,6-1 0-16,-1-1 0 0,2 0-1 0,1-2-2 16,-2-2 0-16,2 0 0 0,0 1-2 0,-1-4 2 15,-3 1-1-15,11-6-3 0,-11 2 1 16,-2 0 2-16,2-2-4 0,-2-3 1 0,-1 1 0 0,0-1-5 16,-3 0 0-16,-2-3-2 0,3-7-7 0,-5 4 5 15,-5 2-4-15,2-2 3 0,-4 0 2 0,0 2-3 16,-2 2 5-16,-2-1-1 0,0 6 4 0,-1-3 4 15,-3 5-2-15,2-2 1 0,2 6 2 0,0-2-4 16,4 6 1-16,-6-8-1 0,6 8-4 16,-5-6-3-16,5 6 1 0,0 0-2 0,0 0 2 15,0 0 0-15,0 0 2 0,0 0-2 0,21 2 0 0,-9 1 3 16,-2 3-3-16,8 0 1 0,-3 2-1 0,2-1 1 16,-3 0-1-16,-1 0 2 0,1 5 1 0,-4-5-2 15,3 5-1-15,-4 2 7 0,1-2-2 0,0 3 1 16,-3-4-3-16,-1 5 4 0,-2-5-2 15,1 4 0-15,0-2 4 0,-2-1-11 0,-2 3-23 16,1-2-36-16,-3 4-43 0,2-2-59 0,-1-3-54 16,-2 4-177-16,1-4-430 0,1 1 191 0</inkml:trace>
  <inkml:trace contextRef="#ctx0" brushRef="#br0" timeOffset="10867.79">11144 4249 89 0,'-3'-15'189'0,"3"-4"-13"0,7-5-6 0,-1-2-2 16,2-3-3-16,4-1-13 0,1-1-12 0,2-1-9 16,0 4-12-16,0-4-9 0,-1 2-6 0,1 2-11 15,-3-1-7-15,1 2-2 0,-3-1-10 0,-3 1-8 16,-1 0-7-16,-5 8 22 0,0 1-6 16,-1 1-9-16,-1 5-1 0,-3 2-5 0,1 1-3 0,0-1-9 15,-4 3-3-15,-2 1-9 0,0 0-4 0,-2 2 1 16,-3 4-5-16,1-3-5 0,-1 5 0 0,-3 0-7 15,5 2-3-15,-1 0 2 0,1 0-3 0,0 1-7 16,4 1-2-16,3-1 0 0,2-1-3 16,0 3-2-16,3-7 3 0,8 12-5 0,3-5-3 15,5-1 0-15,10 1-3 0,3-2-3 0,4 1 2 0,0-2 2 16,2 0 0-16,0-2-2 0,-2-1 2 0,-1 2 1 16,-8 0-1-16,-6 1-1 0,0 1-2 0,0 2 3 15,-6 3 1-15,1 1 4 0,-1 0-2 0,-2 5 0 16,-5-1 2-16,6 9 1 0,-8-7 1 15,1 1 5-15,0 0-2 0,-2-1 3 0,-2 0-4 16,2-2 0-16,0 0 3 0,1-2 0 0,-1 0 0 16,3-3 1-16,0 0 1 0,2-2-3 0,1 0 1 15,-1 0 8-15,2-5-4 0,4 1-1 0,1-4 1 16,-1 0-1-16,7-4-2 0,0-1-1 0,6-6 4 16,0-1-2-16,-7 2 4 0,4-3-4 0,-4 3 2 15,-4-3-2-15,1-1-1 0,-2 0 0 0,0-2 1 16,-2 0-4-16,-1-9 2 0,-3 7 0 0,-1-5 2 15,-3 7-3-15,0-2-1 0,-2 0-1 0,-2 1 0 0,0 2-1 16,-6-1 0-16,5 5 6 0,-3 2-4 0,2 2 9 16,0 2-4-16,2 5-1 0,-4-10-4 15,4 10 1-15,0 0-1 0,-16 5 1 0,7 5-5 16,-2 7 2-16,1 1-1 0,-2 4 8 0,4 3-3 16,-1-1-1-16,4-3 2 0,2-2-2 0,3 1 3 15,4-4-4-15,2 4-3 0,3-6 0 0,3 1-11 0,4-2-7 16,1-3-4-16,9 2-3 0,2-6-2 0,1 1-2 15,3-5-10-15,-1-1 0 0,1-2-3 16,0-2 0-16,1-4 1 0,-2 3 7 0,-2-6 2 16,3 1 3-16,-5-1 5 0,-2 2 0 0,2-6 2 15,-5 1 11-15,3-2-6 0,-5-2 3 0,1-1 5 16,-6 3 4-16,-4-1 1 0,3 2 18 0,-5-1 3 16,0-1 5-16,-2-1 8 0,-1 7 4 0,-4-2 8 15,3 2 7-15,-5 3 6 0,0 1 1 0,0 6-4 16,0-12-2-16,0 12-6 0,-9-6-3 0,9 6-8 15,-12-2 0-15,12 2-3 0,-25 11-3 0,8 0-2 16,-5 3-1-16,2 2-4 0,-1 2 3 0,-1-1-6 16,8-4-1-16,0-1-2 0,4 1 2 0,3-2-6 15,1 0 2-15,0-3-5 0,2 2 0 0,4-3-8 16,0-1 3-16,0-6-8 0,0 12 1 0,0-12 2 16,6 8-3-16,0-6 2 0,1 1 3 0,-1-2 1 15,-6-1 1-15,14 2 0 0,-6-2-3 0,-1 2 3 16,-7-2-4-16,16 1 2 0,-9-2-3 0,-1 4 0 15,-6-3-2-15,14 2 2 0,-7 4-1 0,1 0 2 16,1 2 1-16,1 1 0 0,-3 1 1 0,1 6-1 16,-2 1 1-16,4 7 3 0,-5-4 1 0,3 4-1 15,-3 2 4-15,-1-2-4 0,-2-4 4 0,0 4-4 16,-2 1 5-16,1-6 3 0,-2-1-6 0,-3 0-1 16,0 2 5-16,-1-2-5 0,-4 0 4 0,-2-1-2 15,-6 3-14-15,4-4-19 0,-6 0-28 0,1-3-30 16,3-3-30-16,-2-3-31 0,2 0-35 0,1-3-45 15,1 0-129-15,1-3-386 0,1-1 171 0</inkml:trace>
  <inkml:trace contextRef="#ctx0" brushRef="#br0" timeOffset="11272.34">12722 3807 225 0,'4'-5'207'16,"-3"1"-28"-16,-1 4-13 0,0 0-20 0,0 0-4 16,0 0-5-16,9 19-8 0,-9-6-4 0,-3 5-16 15,6 0-8-15,-3 5-9 0,0 3-9 0,0-7-6 16,4 0-4-16,-3-2-9 0,3-2-5 16,2 2-3-16,1-5-9 0,2 1 0 0,-2-2 6 15,2-4-14-15,2 0-7 0,7-2 2 0,-5-3-4 0,5 1 1 16,-2-6-2-16,0-1-2 0,2-2-1 0,-2-3-4 15,0-1-1-15,1 0-3 0,-3-3 0 16,-3-2-2-16,-2 0 1 0,3-2 0 0,-2-7 1 0,-5 7-2 16,1-1 4-16,-1-1-1 0,-2 1 1 15,1 0 7-15,0 2 11 0,-3 5 6 0,-1 1 5 16,1 1-1-16,2 4-8 0,-3 5-11 0,0-8-5 0,0 8-5 16,0 0 1-16,0 0-5 0,0 0 5 15,4 32-2-15,-4-14-2 0,2 8 1 0,0 0 0 16,-2 2-2-16,1-1-2 0,1-1 1 0,1 0-2 15,1-6-8-15,3 4-26 0,-3 2-27 0,3-9-27 16,-1-2-28-16,2 1-47 0,3-5-49 0,-3-2-61 16,0 2-144-16,2-4-437 0,-5-4 195 0</inkml:trace>
  <inkml:trace contextRef="#ctx0" brushRef="#br0" timeOffset="11498.64">13297 3789 1523 0,'5'-33'7'0,"-1"0"-6"0,0 3 36 0,-1 2 28 16,1 4 17-16,-2 6 27 0,-2 5-5 0,0 3 0 16,3 1-11-16,-1 2-14 0,-2 7-9 0,0 0-9 15,0 0-4-15,0 0-1 0,0 0 5 0,9 29 3 16,-7-1 1-16,-2 0-3 0,0 7-5 0,2 16-7 16,-4-1 6-16,2-2-8 0,-2-1-3 0,0-13-5 15,2 1-4-15,2 0-8 0,-4-1-28 0,4-2-28 16,0-2-29-16,0-3-37 0,1-1-48 0,3-8-47 15,-4-2-53-15,4-2-143 0,-2-4-417 0,3-4 185 16</inkml:trace>
  <inkml:trace contextRef="#ctx0" brushRef="#br0" timeOffset="11857.73">13748 3848 151 0,'-6'-11'252'0,"3"3"-10"0,-3 2-21 15,-3 0-18-15,-1 6-19 0,10 0-15 0,-38 12-9 16,14 0-13-16,-3 4-12 0,7 1-10 0,-3 4-14 16,3-3-13-16,5 2-10 0,1-3-5 0,7-1-8 15,3 0-8-15,1-5-7 0,1 2-2 0,2-2-6 16,2-1-8-16,1 0-13 0,5-2-8 0,2-2-4 16,-1-2-10-16,4 0-8 0,-1-4-6 0,3 0-2 15,1 0-3-15,1-6 1 0,-2 0-1 0,2-2 10 16,-5 1-5-16,1-4 3 0,1 0-2 0,-1-2 0 15,-4-2 0-15,2 1 0 0,-2-1-1 0,-2 3 4 16,4-2 5-16,-6 4 8 0,-1 4 7 0,0 2-4 16,-1-1 3-16,-3 5-9 0,6-6 0 15,-6 6 0-15,0 0 6 0,10 9-2 0,-6-1 8 16,-2 3 4-16,1 4-4 0,3 2-2 0,0 1-3 16,-3 1 2-16,2 5-4 0,-1-3-2 0,-1-2 3 15,-1 2-15-15,2-4-35 0,3 0-41 0,-3 0-59 16,6-4-59-16,-4-2-58 0,-1-4-137 0,5-1-420 0,2-2 186 15</inkml:trace>
  <inkml:trace contextRef="#ctx0" brushRef="#br0" timeOffset="12114.32">14195 3608 279 0,'1'-10'290'15,"1"3"-20"-15,-2 7-28 0,0-9-28 0,0 9-28 16,2-5-19-16,-2 5-11 0,0 0 3 0,7 29-11 16,-6-11-6-16,-2 11-11 0,2 0-9 0,-3 5-6 15,-2 1-10-15,4 12-8 0,-2-11-6 0,0-3-9 16,2 0-10-16,-2 1-5 0,1-2-6 0,2-1-5 16,-2-4-10-16,0 1-16 0,2-2-23 0,-1-9-36 15,1-1-28-15,-1-4-23 0,0-1-38 0,-1 0-34 16,1-11-33-16,1 17-37 0,-1-13-24 0,0-4-133 15,0 0-409-15,0 0 181 0</inkml:trace>
  <inkml:trace contextRef="#ctx0" brushRef="#br0" timeOffset="12491.95">14009 3883 1834 0,'-2'-11'66'0,"-2"1"-45"0,2 0-2 15,2 10-17-15,-3-12 3 0,3 12-3 0,0 0 0 16,11-12-2-16,-2 7 8 0,0 2 2 15,9-2 3-15,2 7 5 0,2-4 1 0,5 6-2 0,-2 0-1 16,4 1 4-16,-3 3 0 0,1-1-1 0,-8 0-3 16,1-1-1-16,-8 0 0 0,8 2-2 15,-2 0 3-15,-4 2-5 0,2 0 5 0,-6-1-3 16,-1-1 1-16,1 1-1 0,-1 4 3 0,0-4-2 16,-3 2 0-16,3-2-3 0,-4 0 3 0,2 1-2 15,-1-2 5-15,2 1-6 0,0-4 3 0,-1 2 2 0,4-1 3 16,-2-3 4-16,2-1-2 0,2 1 1 0,1-4 1 15,-1 1 1-15,2-3 3 0,-2 0 4 16,-2-2 1-16,0-2 6 0,0-1 1 0,0 0 6 16,1-3 7-16,-4 1 3 0,-5-2 2 0,4-2-3 15,-5 1-8-15,-2 0 3 0,0-4-4 0,-2 1 0 16,-2-1-3-16,-2-1-6 0,-1 0-4 0,-3 1-5 16,0 5-1-16,-3 0-3 0,0 2-3 0,-1 2-4 0,1 3-13 15,-6 3-17-15,5 2-21 0,1 1-27 0,-1 1-42 16,-1 6-47-16,2 4-41 0,2 1-48 0,0 3-188 15,4-2-464-15,2 2 206 0</inkml:trace>
  <inkml:trace contextRef="#ctx0" brushRef="#br0" timeOffset="12937.94">14611 4191 32 0,'0'0'278'16,"7"1"-1"-16,-7-1 0 0,11-3-7 0,-4-1 6 15,-1-3-11-15,4 1-23 0,-2-1-15 0,-1-3-18 16,7-2-11-16,-1 0-23 0,1 1-16 0,2-7-17 16,-2 5-12-16,-1-1-13 0,0-1-10 0,1 0-13 15,-1-2-13-15,1-4-2 0,-1-1-9 0,-7 5-8 16,8-5-8-16,-5-1-9 0,-2-4-9 0,0 1-2 16,-5 1-6-16,1 7-5 0,-2 1 3 0,-1 2-11 15,-1-2-1-15,-4 2-5 0,1 4 0 0,-2 1-2 16,-3 1 6-16,1-1-12 0,-4 3 0 0,-3 1-1 15,3 1-2-15,1 2 4 0,0 0-4 0,1 2-1 16,2-1 0-16,8 2 2 0,-13-1-9 0,13 1 2 16,-10 2-2-16,10-2-5 0,-5 4-3 15,5-4-2-15,0 0 6 0,0 0 0 0,0 0-2 16,17 16 4-16,1-12 0 0,-1-1-6 0,4 3 0 0,-2-6 1 16,4 2-2-16,5 1 3 0,-6 0-1 0,-2 0-2 15,-1 2 2-15,-3 0-2 0,-2-1 4 0,-4 1-6 16,5 4 7-16,-4 4 1 0,-2 1 1 0,1 4 5 15,-3-3 2-15,-1 4 0 0,-4-1-6 0,1 0 14 16,-1 0 1-16,1 0 4 0,-4-1-6 16,2 2 4-16,-1-2-4 0,-1 1 3 0,1-2 0 0,0-3-10 15,1 2-32-15,-1-1-49 0,1-3-55 0,1 0-62 16,4-1-78-16,-6-10-210 0,3 12-531 0,-3-12 235 16</inkml:trace>
  <inkml:trace contextRef="#ctx0" brushRef="#br0" timeOffset="14402.34">16519 3441 76 0,'0'-11'216'15,"1"-2"-5"-15,3 1-5 0,-4 2-12 0,0 3-6 0,0 7-10 16,1-13-18-16,-1 13-18 0,0-9-16 0,0 9-16 16,0 0-10-16,0 0-9 0,0 0-9 15,13 31 0-15,-9-12-3 0,0 7-3 0,1 5-7 0,1 2-1 16,-4-1-6-16,1 3 0 0,0-1-8 16,-2-2 3-16,2 3-6 0,0 1-5 0,-3-3-5 15,3-2-3-15,-3 0-3 0,1-2-2 0,-1-3-5 16,2-1 2-16,-2 1-4 0,2-1-2 0,-3-6-3 0,1-4-19 15,0 0-25-15,0-2-23 0,0-2-28 0,-1-2-27 16,1-9-45-16,0 12-27 0,0-12-23 16,-2 9-31-16,2-9-120 0,0 0-375 0,0 0 166 0</inkml:trace>
  <inkml:trace contextRef="#ctx0" brushRef="#br0" timeOffset="14775.91">16418 3663 138 0,'7'-6'149'0,"2"4"-11"16,3 0-11-16,6 0 1 0,0 0-11 0,10 2-3 15,1 0-12-15,-7 1-3 0,7 2-8 0,1 3-10 16,-5 1-8-16,1 2-5 0,-2 1-10 0,-5 1-7 16,-5-2-3-16,3 3-3 0,-3 3-7 0,-1-2-1 15,-2 1-2-15,-3 0-4 0,-2-2-8 0,3 1 4 16,-2-2-8-16,-2 0 3 0,0-1-1 0,4 1-1 15,-4-2-7-15,4-2 5 0,0 2-1 0,1-2 6 16,0-2 0-16,-2-1 6 0,3-2 0 0,1 1-5 16,0-3 3-16,1-2-2 0,-1-1-1 0,2-2 0 15,-4-1 2-15,2-1 1 0,-1 2-1 0,0-7 3 16,-4 2 4-16,5-3-4 0,-10 3 3 0,1-6-7 16,-1-1-2-16,-3 2 0 0,-3 2-9 0,-2-2 1 15,-3 0 1-15,1-1-3 0,-3 5-4 0,1 2 3 16,-1 0-2-16,1 1-1 0,-1 3-4 0,5 0-3 15,-6 2 1-15,0 2-17 0,-1 1-17 0,-1 3-18 16,2 1-30-16,-3 6-25 0,4-1-40 16,5 0-38-16,-2 5-144 0,4-3-353 0,3 3 156 15</inkml:trace>
  <inkml:trace contextRef="#ctx0" brushRef="#br0" timeOffset="15054.5">17718 3509 185 0,'3'-20'252'0,"4"2"0"0,-4 0-7 0,-1 6 0 16,-2 1-7-16,1 2-28 0,-2 2-11 0,3 0-27 0,-2 7-33 16,0 0-6-16,0 0-9 0,11 18-15 0,-7 3-6 15,4 11-7-15,-3 1-10 0,4 16-3 0,-1 4-15 16,-2-1 0-16,-1 1-6 0,-3 2 0 0,2-4-9 15,-3-3-5-15,-1 1-5 0,3-4 2 16,-3-9-4-16,1-3-6 0,3 1-2 0,-3-2-12 16,-2-2-14-16,2 1-18 0,-4-4-37 0,2-8-27 15,0 1-35-15,-2-2-34 0,-1-3-39 0,0-4-36 16,2-1-226-16,-7-3-482 0,9-7 214 0</inkml:trace>
  <inkml:trace contextRef="#ctx0" brushRef="#br0" timeOffset="15291.94">17757 3660 81 0,'15'-7'172'0,"2"1"-6"0,1 5 0 16,-5 1-13-16,-1 0-5 0,8 4-10 0,-5 3-8 15,2 2-10-15,-6 5-12 0,-1-1-10 0,-1 1-10 16,-2 2-7-16,-2 2-8 0,-4 9-8 0,-4-8-4 15,-4 6-2-15,-6-1-7 0,0 0-7 0,-5 0 2 16,0-5-12-16,-2-1-15 0,-4-3-28 0,7-4-21 16,-2 1-38-16,2-3-36 0,-2-2-53 0,0-2-135 15,-2-3-314-15,4-2 138 0</inkml:trace>
  <inkml:trace contextRef="#ctx0" brushRef="#br0" timeOffset="16169.84">17882 3759 2169 0,'17'-10'34'0,"-2"1"-17"0,-1 1 0 0,-2 0-17 0,-1 5 1 16,-2-2-4-16,0 2 6 0,3 1 12 0,-2 1 9 15,1 1 7-15,-2 4 5 0,2-1 0 0,0 3 5 16,-1 3 1-16,2 2 4 0,1 5 0 0,-3-1-2 16,-1 2-3-16,1-1-2 0,-5 2-7 0,2 0-1 15,-5 1-3-15,1-3-2 0,-2-3-3 0,-2 3 1 16,1-3-4-16,-3-3 2 0,1 2-4 0,-2-4 3 15,0 1-4-15,1-2 1 0,3-7-1 0,-4 8 2 16,4-8-2-16,-3 8-2 0,3-8 3 0,0 0-1 16,0 0-6-16,0 0 1 0,0 0-9 0,0 0 5 15,5-27-8-15,0 16 5 0,4-6-6 0,2 3-5 16,10-10 0-16,-2 2 1 0,-1 2-1 16,2-3-1-16,3 4 4 0,-2 2-5 0,-6 7 1 15,2-2 2-15,-6 5 0 0,-2 0 2 0,-1 1-3 16,-1 3 2-16,-3 0-5 0,-4 3 3 0,9 0-1 0,-9 0 2 15,0 0 5-15,13 9 0 0,-7-2 6 16,-1 3 1-16,1 0 0 0,-3 5-3 0,3 1 4 0,0 1 0 16,-2-5-6-16,0 0 3 0,-2 2 3 15,5-2-3-15,-5-1 2 0,5 0-3 0,-4-2 3 16,2-3-1-16,0 0 1 0,1 0 0 0,0-2-1 16,-2-1 3-16,-4-3 1 0,6 6 2 0,-6-6-1 15,12 0-4-15,-12 0-3 0,7-6-4 0,0 0-6 0,-3-1 1 16,-2 0-1-16,2-5 0 0,-4 12-8 15,-1-26-7-15,-3 7-1 0,-2-7-3 0,0 6 3 16,0 2 2-16,-2 0 6 0,0 3-1 0,-1-1 8 16,-1 3-7-16,3 2 2 0,1 0 4 0,0 4-1 15,0-3 1-15,2 6 0 0,0-2-1 0,4 6 4 16,-5-9-6-16,5 9 2 0,-5-6-2 0,5 6 3 16,0 0 1-16,0 0-5 0,0 0 5 0,0 0-1 15,19 0 2-15,-7 2 3 0,7-1 2 0,0 2-2 16,-2-2 2-16,4 2 3 0,6-1 0 0,-6 2 2 15,-1-1-3-15,1 0 6 0,-2 1-3 0,-1 2 1 16,-3 1 3-16,2 1 3 0,-3 2 3 0,2 2 4 16,-3-1 0-16,0 5-3 0,0 4 3 0,-1 3-2 15,-4-5 8-15,0 0-6 0,-2 1 7 0,1-1-2 16,-1 2-2-16,0-4 0 0,-1 1-4 0,1 1 1 16,-4-5-1-16,2-6 2 0,0 5-3 0,0-5-5 15,-1 0 5-15,0-2 1 0,-2 0 1 0,-1-5 13 16,5 7 12-16,-5-7 1 0,6 2-6 0,-6-2-2 15,0 0-6-15,12-12-10 0,-7 4 12 0,2 0-2 16,2-1-3-16,-2-2-6 0,2-5 6 16,0 1-12-16,3 0 1 0,-2 0-1 0,4-8-5 0,-4 7 3 15,6-6-3-15,-4 6-2 0,0 1 1 0,0-2-7 16,1 0 5-16,0 4-4 0,-1 0 0 0,-1 2-5 16,-4 5 0-16,0-2 1 0,0 4-15 0,-2 0 7 15,-5 4-1-15,8-2 2 0,-8 2 2 0,10 5 1 16,-4 3 0-16,-2 1 1 0,1 0-1 0,3 5 3 15,-6 5 2-15,0-5 2 0,-1 4-3 0,-2 0 3 16,1-1 3-16,0 0 3 0,1-3-15 16,-1 2-28-16,-1-3-40 0,1-2-32 0,-2 0-52 0,0 0-56 15,-1 0-48-15,-2 0-206 0,0-3-507 0,-1 1 225 16</inkml:trace>
  <inkml:trace contextRef="#ctx0" brushRef="#br0" timeOffset="16332.71">18920 3585 1 0,'0'0'52'0,"11"-3"-27"0,-11 3-22 0,19 3-17 15,-7 3-15-15,5-1 7 0</inkml:trace>
  <inkml:trace contextRef="#ctx0" brushRef="#br0" timeOffset="16958.78">19542 3745 221 0,'0'0'224'0,"0"0"3"16,0 0-2-16,-15-12-13 0,9 9-12 0,-2 0-16 15,-3 3-18-15,11 0-14 0,-22 12-8 0,5-2-16 16,-3 9-10-16,1-2-13 0,-1 3-3 0,5 2-13 15,-3-1-4-15,8-3-20 0,-1-2 2 0,3 0-7 16,1 0-2-16,3 0-8 0,3 0-4 0,-1-3-1 16,3 0-6-16,1-2-2 0,2 1-2 0,4-3-8 15,2 0-4-15,3-4-8 0,0-2-11 0,1 1-6 16,0-4-4-16,6-2-5 0,-2-1 2 0,4-4-3 16,-4-1 1-16,-3-4 3 0,1-1-3 0,-5-1-3 15,1-10 0-15,-1 1 1 0,-1-5 1 0,-2-1 1 16,0-3 4-16,-3 0-4 0,-4 0 2 0,2-4 2 15,-1 3 3-15,-1-1 10 0,2-2 2 16,0 0 3-16,0 1 2 0,-1 0-6 0,-2 7 12 0,0-1 20 16,-2 10 8-16,2 1 7 0,-1 6 1 0,1 0-7 15,0 4-7-15,0 8-3 0,0-13-9 0,0 13-16 16,0 0 7-16,0 0-1 0,0 0 0 0,-2 39-2 16,-2-11-2-16,1 5-2 0,-1 2 0 15,-3 11 2-15,-1 0-9 0,3 1 8 0,1-11-4 16,-1 10 3-16,1-1-1 0,4-13-6 0,0-1 7 0,3-2-4 15,-1 2-3-15,3-5-5 0,4-2 13 0,-1-6-4 16,2-1-4-16,2-3 5 0,-1-3-4 0,3 0-7 16,1-3 13-16,1-2-7 0,6-2-3 0,-1-2-5 15,9-6 1-15,-1 2-6 0,-2-4-3 0,1-1 1 16,0-4-3-16,3-2-5 0,-3-2-2 0,-2-1 0 16,0-4-5-16,0-1-7 0,-7-2 7 15,-1-2-2-15,0-4 3 0,-1 3 2 0,-8-1 2 0,-1 10 4 16,-4-2 2-16,-1 2 6 0,-2 1 8 0,-2 4 6 15,-2 4 1-15,-2 1 2 0,-2 2-2 16,-4 1-2-16,-7 5 5 0,-1 5 0 0,-8 6 2 16,1 2-5-16,-1 3 3 0,2 2 1 0,7 3-1 15,1 2 1-15,6-6-2 0,4 0-1 0,-5 5-1 16,14-5-20-16,1 1-14 0,11 3-26 0,-2-6-39 16,10 1-43-16,4-2-70 0,6-6-76 0,-1-1-180 0,4-2-498 15,-1-3 221-15</inkml:trace>
  <inkml:trace contextRef="#ctx0" brushRef="#br0" timeOffset="18160.39">21466 3585 67 0,'-1'-6'197'0,"-2"-1"-11"0,-1 1 5 16,0 0-14-16,-1-1-13 0,0 2-12 0,-3-1-14 15,3 2-13-15,-5 0-10 0,1 3-17 0,-2 1-7 16,0 1-9-16,-1 3-13 0,-2 5 2 0,-8 7-3 16,2 3 0-16,0 4-2 0,1 2-2 15,2-2-6-15,-4 2-5 0,8-1-7 0,1 4-3 16,3 1-4-16,1-5-4 0,5-3 0 0,3 3-2 16,5-5-5-16,0-1-3 0,7 6 2 0,-1-10-2 0,5-2-3 15,1 0 0-15,8 2 0 0,3-8-2 0,3 0-1 16,-3-2-3-16,0-2 4 0,0-4-8 0,0-2-1 15,-8 0-1-15,1-3 1 0,-2-3 0 16,0 3-3-16,-2-5-3 0,4-3 2 0,-2-6-4 16,0-1 2-16,-4 0-4 0,0-1 1 0,-3 0-1 15,-1-1 1-15,-4 4-1 0,0-3 4 0,-3 5-1 16,0 1 10-16,-3 6 4 0,2 0 15 0,-3 5 5 16,2-1-3-16,-2 7-5 0,2-9-9 0,-2 9-3 15,0 0-6-15,0 0-3 0,0 0 1 0,0 0 6 16,0 0-1-16,-5 33 1 0,1-14 0 0,3 6 0 15,-3 4-2-15,1-1-3 0,1 1 4 0,0-3-2 16,2 1-1-16,0 0-2 0,0-8-23 0,7 6-32 16,-5-6-41-16,5 0-61 0,4-3-72 0,2 6-241 15,-3-9-498-15,2 0 221 0</inkml:trace>
  <inkml:trace contextRef="#ctx0" brushRef="#br0" timeOffset="19188.59">22626 4047 2088 0,'17'-12'44'15,"-2"-3"-18"-15,-3 0-6 0,-2-1 0 0,1 1 9 16,-2-2-2-16,3-6 10 0,-1 0 0 0,-3 0 2 16,4-1-1-16,-4-2 15 0,1 0-7 0,-1-1-2 15,1-1-2-15,-4 1-4 0,3-1-5 0,-4 0-1 16,2 1 0-16,-2 1 24 0,0 3-4 0,-6 3-5 15,4 2-1-15,-4 0-2 0,0 1-4 0,1 6 0 16,-2-1-6-16,-2 3 1 0,-1-1-9 0,0 5-1 16,-1-3-5-16,-6 4-2 0,3 0-2 0,-4 4-5 15,2-2 2-15,-1 4-6 0,-1-1 1 0,3 2-3 16,-2 1-2-16,3 0-1 0,3 0-6 0,2 1 6 16,5-5 2-16,0 12-6 0,0-12 2 0,9 14 3 15,0-6-2-15,9 2 4 0,1-3-3 0,8 1 2 16,1 0-4-16,2-3 0 0,-1-1 0 0,-1 1 0 15,-7-2 0-15,4 0-3 0,-4-1 1 0,-7 0-1 16,2 2-1-16,-4-3-3 0,-3 2 2 16,-2-1-3-16,0 2-2 0,-2-1 2 0,1 2-4 0,-1 4 4 15,-3-3-3-15,-2 6 5 0,1-1-1 16,-2 5 4-16,-1 2-3 0,-1 1 2 0,-1-1-1 0,0-2 5 16,1 3-1-16,5 7 4 0,-4-9-6 0,5-5 3 15,1 4-1-15,3 1 1 0,-3-5 4 0,3-2 0 16,3 3-1-16,3-3 2 0,0 1-6 0,3-4 2 15,0 0 7-15,3-3-2 0,1-3-1 16,-1 2-1-16,0-6-1 0,-1 3 3 0,3-2-2 16,-3-4 4-16,-2-1-5 0,2 0 1 0,-2-2-1 0,0-1 0 15,-3-2-1-15,0-4 0 0,-3 1-3 0,0 0 2 16,-2-2 0-16,-3-2-4 0,-1 0 1 0,1-6 1 16,-3 7 1-16,0 1-2 0,-1 1 0 0,-2 3-1 15,-1 2-1-15,1 1 3 0,0 1-2 16,-2 3 0-16,3 6-4 0,-5-9 1 0,0 7-6 15,5 2 4-15,-18 6-2 0,3 2 2 0,-6 8 2 0,1 1 0 16,1 0 1-16,0 3 4 0,2 3-2 0,7-1-1 16,1 4 2-16,5-7 1 0,3-1 2 0,2-2-1 15,5 1 0-15,2-2-2 0,7-1-1 16,3-3-8-16,8 0-7 0,4 1-9 0,1-4-10 16,5 0-11-16,-3-4-10 0,3-1-3 0,-2-3 3 15,0-3 0-15,-1 1 7 0,-3-4-1 0,2 1 7 16,-11 0 6-16,7-5 1 0,-7 2 3 0,3-5 3 0,0 3 8 15,-2-7 4-15,-2 0 13 0,-7 3-3 0,0 0 9 16,-2-1 9-16,1-1 2 0,-3 2 8 0,-3-3 6 16,-3 4-2-16,-1 3 15 0,1-1 5 15,-6 4 13-15,3 7-3 0,2-13-4 0,-2 13-7 16,-6-7-4-16,-1 4-8 0,7 3 5 0,-25 5-6 16,8 1 0-16,-3 0-4 0,-5 5-3 0,3-3 1 15,4 0 0-15,2 2-7 0,0 0-2 0,5-2-1 16,2-1-3-16,2 2-1 0,2-1 7 0,-1 0-4 0,6-8-2 15,-5 11 3-15,5-11-1 0,-4 9-6 16,4-9 6-16,0 0 0 0,0 0 0 0,9 16-4 16,-9-16-3-16,9 3 3 0,-9-3-1 0,9 6 0 15,-9-6 3-15,13 2-7 0,-13-2-1 0,20 4-1 16,-12 1 1-16,2-1-6 0,1 4 4 0,1 2 1 16,2 4 0-16,-5-2 0 0,2 4 2 0,-2 0-4 15,-1 0 0-15,0 3 1 0,-1 6 1 0,1-7 2 16,0 6-1-16,-2 0 2 0,2 0 0 0,-4-5-1 15,-2 0-2-15,2 0 2 0,-3 0-1 0,-1-2 5 16,3 3-5-16,-7-5 3 0,-1 2-1 0,-4-1 3 16,0 0 0-16,0-2-1 0,-6-3-2 0,-7 5-8 15,3-7-21-15,-3-2-22 0,3-1-32 0,-3-1-36 16,3-1-59-16,1-3-62 0,-4-2-191 0,2-3-463 16,3-3 205-16</inkml:trace>
  <inkml:trace contextRef="#ctx0" brushRef="#br0" timeOffset="19581.79">24026 3745 2337 0,'12'-13'31'0,"-3"-2"-4"0,-3 5-5 0,-1 2-12 0,-1 2-6 16,-2 1-9-16,-2 5-1 0,5-4 1 0,-5 4 3 15,0 0 8-15,0 0 10 0,0 0 7 0,-2 23 4 16,-1-7 0-16,2 3 1 0,0-1 1 0,2 0-2 15,-1 0-2-15,2 0 0 0,3-2-3 0,3 2 1 16,0-3-6-16,1-3 6 0,3 0-4 0,3-1 5 16,1-3-5-16,0-3-4 0,1 1 2 0,0-4-3 15,2-1 1-15,-1-4-3 0,-1-1 3 0,-5-1-6 16,5-3 4-16,-3-3-2 0,-5-3-2 0,1 2 0 16,-2-4 3-16,0 0 0 0,-3-1-3 0,-3-2 2 15,1-10-3-15,-1 12 3 0,0-2 11 16,0 7 6-16,-2-4 12 0,0 5 6 0,2 0-1 0,-4 3 3 15,2 8-8-15,0-13-6 0,0 13-9 0,0-8-7 16,0 8-3-16,0 0-1 0,0 0-3 0,0 0 3 16,0 0 8-16,0 34-12 0,0-17 0 0,-2-1 1 15,4 4 1-15,-2-1-3 0,3 6 3 16,1-7-16-16,1 1-25 0,0-2-34 0,3 0-34 16,2-1-43-16,0-1-55 0,3-3-51 0,-5-1-206 15,7-1-489-15,-4-6 217 0</inkml:trace>
  <inkml:trace contextRef="#ctx0" brushRef="#br0" timeOffset="19811.34">24662 3483 139 0,'0'-9'285'0,"0"3"-17"0,0 6-28 0,0-11-29 0,0 11-25 0,0 0-15 16,0 0-7-16,0 0 7 0,-8 30 1 15,2-7-6-15,4 6-14 0,-5 1-8 0,3-1-17 16,-1 3-6-16,1 3-7 0,2-4-13 0,2 3-12 16,-5 2-7-16,5-4 3 0,-2 3-16 0,9-9-30 15,-2 2-36-15,-3-9-42 0,2-1-47 0,0 0-56 16,3-4-58-16,-2-4-59 0,1 2-171 0,0-5-464 16,0-1 206-16</inkml:trace>
  <inkml:trace contextRef="#ctx0" brushRef="#br0" timeOffset="20174.62">24977 3659 78 0,'0'0'217'16,"-7"-8"-6"-16,-1 8-2 0,8 0 1 0,-33 10-4 16,8 3-19-16,-4 1-14 0,3 3-12 0,-4 3-18 15,9-2-13-15,2 5-11 0,1 0-12 0,7-7-8 16,1-2-10-16,5-2-5 0,0 3-9 0,4-4-4 15,1 2-10-15,1-4-5 0,4 0-1 0,1-1-12 16,3-1-3-16,-1-3-8 0,4-3-9 0,0 0-2 16,1-2-2-16,1-2-4 0,-1-1 1 0,-2-2-2 15,5-4-4-15,-1 0 4 0,-1-2-1 16,-1-1 1-16,-2-3 0 0,0-1-4 0,-1 1 4 0,1 0 6 16,-4 1 0-16,2 1-2 0,-3 3 9 0,-2 1 13 15,2 2 1-15,-2 2 2 0,0 0-5 0,-4 6-7 16,3-6-6-16,-3 6-1 0,0 0-4 0,0 0-1 15,6 14 2-15,-6-4 1 0,2 2-5 0,-2 7 3 16,-2 5-5-16,4-6 1 0,-2 0 1 16,2 1 1-16,-1 1-18 0,0-1-34 0,1-1-48 0,1-1-48 15,0-1-54-15,1-3-65 0,0-2-232 0,3-2-522 16,-3-1 231-16</inkml:trace>
  <inkml:trace contextRef="#ctx0" brushRef="#br0" timeOffset="20417.12">25354 3466 242 0,'6'-15'289'0,"-6"5"-9"0,3 1-25 0,-1 2-26 16,-2 7-31-16,1-8-22 0,-1 8-15 15,0 0-12-15,0 0-13 0,3 32-11 0,-5-13-3 16,4 11-9-16,-6 1-6 0,3 3-8 0,1-1-10 15,-6 1-17-15,2 2 3 0,-1 8-6 0,1-11-6 16,2 2-7-16,-2-3-7 0,1-2-4 0,-1-3-26 16,-2-2-40-16,0 0-42 0,2-9-42 0,1 0-57 15,1-2-62-15,-2-4-217 0,-4-1-477 0,2-2 211 16</inkml:trace>
  <inkml:trace contextRef="#ctx0" brushRef="#br0" timeOffset="20594">25219 3607 164 0,'9'-5'200'16,"0"1"-18"-16,7 2-27 0,2 2-26 0,1 2-30 16,0 0-32-16,8 6-33 0,-8-1-54 0,6 6-33 15,-2 5-35-15,-7 2-58 0,-5-4-156 0,-2 1 70 16</inkml:trace>
  <inkml:trace contextRef="#ctx0" brushRef="#br0" timeOffset="20865.41">25442 3963 41 0,'13'-2'188'16,"-13"2"-2"-16,16-6-3 0,-4 0-12 0,5-4-9 16,1 1-12-16,-2-1-7 0,4 0-8 0,-5-2-3 15,12-1-7-15,-6-2-7 0,-6 1-9 0,7-2-1 16,-8 0-4-16,4-2-3 0,-7 1-2 0,7-3-9 15,-11 2-5-15,0 2-4 0,2 1-2 0,-5 2 4 16,-3 3 0-16,3-2 2 0,-4 2-5 0,0 1-5 16,0 3-8-16,0 6-8 0,-2-9-14 0,2 9 0 15,-9-1-8-15,9 1-2 0,-29 13-4 16,12-4 1-16,2 1-7 0,-5 3-2 0,6 1 0 0,-1 7-8 16,4-5 4-16,3 1-3 0,1-1 0 0,3 1-19 15,2 1-14-15,4-3-17 0,1-4-30 0,8 1-34 16,2 2-44-16,10 3-50 0,4-7-58 0,2 4-198 15,5-10-484-15,0 2 214 0</inkml:trace>
  <inkml:trace contextRef="#ctx0" brushRef="#br0" timeOffset="21289.66">26216 3730 183 0,'0'-7'237'0,"-4"1"-15"0,-3 0-11 0,-2 1-5 16,-4 1-17-16,-3 4-10 0,-4 3-10 15,-3 2-11-15,-4 2-15 0,3 4-10 0,-5 2-11 16,4-1-12-16,0 3-10 0,10-4-9 0,0 2-8 0,1 0-11 16,8-3-7-16,-2 3-9 0,3-3-2 0,3 0-3 15,0 2-5-15,2-5-1 0,6 3-5 0,-3-3 2 16,3-2-3-16,1 1-8 0,2-3-6 16,4 1-1-16,-1-3-4 0,-1-2-2 0,0-1-2 15,3-3 0-15,-1-1-3 0,1-5-4 0,-5 3 1 16,1-2 2-16,0-5-6 0,1-9 0 0,-5 7-3 0,4-9-1 15,-5 0-2-15,1-2 0 0,-1 1 2 0,1-4 2 16,0 1-2-16,-2 0-1 0,0-3-1 0,5 2-4 16,-5-1 2-16,1 0 5 0,2 5 7 15,-3 3 11-15,-2 8 21 0,3 2 6 0,-5 4 7 16,2 1 1-16,0 3-5 0,-2 6-17 0,0-7-8 16,0 7 1-16,0 0 4 0,0 0 3 0,-4 30 1 15,-1-11-14-15,-1 6 17 0,-2 5-3 0,-2 1-5 0,3-1 0 16,-1 3 11-16,2 0-11 0,1-2-2 0,4 2-8 15,0 0-2-15,-1-1 4 0,4 2-3 16,-2-2-16-16,1-4-25 0,-2-2-47 0,2-1-50 16,0-7-54-16,-1 0-52 0,0-7-58 0,0 5-247 15,-2-5-574-15,-2-2 254 0</inkml:trace>
  <inkml:trace contextRef="#ctx0" brushRef="#br0" timeOffset="22912.51">27332 3501 53 0,'-5'-4'208'0,"-3"-1"-4"0,3 1-6 0,-3 1-12 16,8 3-11-16,-6-6-14 0,6 6-15 0,0 0-16 15,-8-5-18-15,8 5-13 0,0 0-9 0,0 0-17 16,0 0-2-16,0 0-8 0,0 0-5 0,8 26 4 16,0-12-4-16,1 2-2 0,6 6-7 0,-1-1 2 15,1 2-9-15,3-2-4 0,1 4 1 0,-4-4-3 16,3 1-4-16,-2 0-4 0,-2 1-4 0,-3-7 3 15,5 4-6-15,-5-3-1 0,0-2 0 0,-5-4-4 16,0-1 3-16,3 1-5 0,-3 0 0 0,0-4-3 16,0 1 1-16,-2-1 0 0,-2-3 1 0,1 1 4 15,-3-5 20-15,4 7 21 0,-4-7 16 0,0 0-4 16,0 0-11-16,0 0-3 0,15-17-1 0,-10 5-5 16,2-5-1-16,1-10-4 0,1 3 0 0,1-3-13 15,-3-3-3-15,1 2 3 0,1-1-7 0,1-1-2 16,-4-1-4-16,3 2 6 0,0 0-12 0,-4 1-1 15,1 11-4-15,-2 0-3 0,-1 1-17 0,1 4-18 16,-4 2-23-16,2 2-53 0,-2 2-27 16,0 6-37-16,2-10-42 0,-2 10-27 0,0 0-7 0,0 0-151 15,0 0-429-15,0 0 190 0</inkml:trace>
  <inkml:trace contextRef="#ctx0" brushRef="#br0" timeOffset="23215.8">27811 3698 66 0,'0'0'147'0,"0"0"-8"0,5 8 7 0,-5-8-7 15,0 0-8-15,1 10-19 0,-1-10-3 0,0 0-8 16,0 14-6-16,0-14-6 0,3 10-9 0,-3-10-5 16,7 15 2-16,0-7-5 0,1-2-1 0,1 1-4 0,3-2-4 15,-2-1-2-15,-10-4-4 0,34 4-2 16,-25-4-5-16,10 0-3 0,-8-1-2 0,3-4 1 15,-1 1-5-15,-4-1-4 0,2-3-3 0,2-3-2 16,-5 1-4-16,0-1-5 0,-1-5-2 0,-5 4-2 16,0-5-3-16,0 6 0 0,-6-7-2 0,4 7-5 15,-5-4-6-15,-3 6 0 0,-6-3-2 0,1 6-3 16,-2-1-7-16,-2 5-9 0,-3 0-10 0,2 2-22 16,-4 2-23-16,3 5-17 0,0-1-16 0,1 3-51 15,2 1-24-15,2 1-107 0,3 1-311 0,2-4 139 16</inkml:trace>
  <inkml:trace contextRef="#ctx0" brushRef="#br0" timeOffset="23458.49">28300 3405 184 0,'7'-17'249'0,"-2"2"-13"16,-3 5-12-16,3 2-11 0,-3 2-26 0,-2 6-17 15,4-8-26-15,-4 8-15 0,0 0-12 0,0 0-8 16,14 25-6-16,-13-7-12 0,2 11-2 16,-1-2-9-16,-2 3-6 0,0 1-7 0,-2 1-5 15,2-1-9-15,0 0 0 0,-3-1-7 0,3 0-1 16,0-1-8-16,0-2-14 0,0 0-27 0,1-1-44 16,-1-7-44-16,0-1-52 0,2 0-55 0,-2-1-184 15,0-5-416-15,0-12 185 0</inkml:trace>
  <inkml:trace contextRef="#ctx0" brushRef="#br0" timeOffset="23697.52">28570 3415 10 0,'1'-10'237'0,"0"3"-28"0,1 1-22 15,-2 6-18-15,0 0-16 0,0 0 13 0,0 0-8 16,7 17-2-16,-7-5-9 0,3 7-5 0,-3 0-8 15,1 9-12-15,1 0-8 0,-1-1-8 0,-2 2-10 16,1-4-7-16,0 2-14 0,-2-3-3 16,0 2-4-16,0-1-9 0,2-5-3 0,0-4-23 0,0 3-18 15,2-1-27-15,-1-2-29 0,-2-5-21 0,1-11-32 16,0 19-25-16,0-19-24 0,0 14-41 0,0-14-23 16,0 0-112-16,-8 11-345 0,8-11 153 0</inkml:trace>
  <inkml:trace contextRef="#ctx0" brushRef="#br0" timeOffset="24788.51">28307 3614 11 0,'20'-5'141'0,"13"1"-1"0,4-3-6 16,16 0-5-16,-3 3-3 0,5 0-14 0,-2 2-7 15,0-1-6-15,-14 2-18 0,15-1-4 0,-17 1-13 16,-4-1 0-16,2 1-6 0,-7 1-5 0,-5-1-6 15,-5 1-7-15,-4-4 1 0,-4 4 19 0,-10 0 4 16,17-1 19-16,-17 1 1 0,11-1 0 0,-11 1-5 16,8-2-3-16,-8 2-8 0,0 0-9 0,0 0-7 15,0 0-5-15,0 0-5 0,0 0-8 0,0 0 0 16,-32 20-4-16,17-9-5 0,-3 1-2 0,1 0-1 16,0 1-2-16,2 0-2 0,0-1-2 0,3 1 1 15,3-2-3-15,2-3-5 0,2 2 2 0,1-1 1 16,4-9 0-16,-5 19-2 0,5-19-2 0,1 14 1 15,-1-14-1-15,0 0 4 0,9 12-4 0,-9-12 0 16,13 5 1-16,-13-5-1 0,16-1 0 0,-16 1 3 16,18-9-3-16,-8 3 0 0,1 0 2 15,-4-1-5-15,5-5 2 0,-2 2-5 0,-1-2 0 0,2-2 0 16,-3 1 1-16,2 0-3 0,-2 3 0 0,-3 1 3 16,0 2 1-16,-1 0-2 0,-4 7-5 0,7-9 1 15,-7 9-2-15,6-6-6 0,-6 6 2 0,0 0-5 16,0 0 5-16,0 0 0 0,0 0 0 0,0 0 0 15,11 14 5-15,-11-14-2 0,7 15 0 16,-3-3 4-16,1-2-1 0,2 0 7 0,2 3-3 0,4-1 1 16,3-1-2-16,4-2 0 0,9-2 3 15,2 0-1-15,2-2-1 0,0-2 4 0,3 1 1 16,-1-3-3-16,-2-1 2 0,-2-3-3 0,-11 1 4 16,1-1-3-16,-2-2-1 0,0 1 3 0,-6 0 2 0,-1 0-5 15,1-3 2-15,-1 3 3 0,-5-5-2 0,3 1 0 16,-3-2 3-16,-1 1-4 0,0-2 7 0,-4 2 2 15,2-1 1-15,-4 10 3 0,1-19 1 16,-1 19-7-16,-5-14 2 0,1 9 0 0,0-1-2 16,-1 2-6-16,-1 1 2 0,6 3-4 0,-18-1-3 15,6 4 2-15,-3 1 1 0,0 3-2 0,-3 1-1 16,6-1 2-16,2 0 0 0,1 1-9 0,2 1-1 16,3 0-6-16,-2-2-5 0,3 1-7 0,3-8 0 15,0 16-8-15,0-16 1 0,2 11-3 0,-2-11-2 16,5 10 4-16,-5-10 8 0,9 6 1 0,-9-6 3 15,12 2 8-15,-12-2-3 0,11-1 6 0,-11 1-1 16,0 0 4-16,15-6 5 0,-15 6-2 0,10-3 9 16,-10 3-1-16,6-5 3 0,-6 5-1 0,0 0-5 15,0 0-3-15,12-3 0 0,-12 3-2 0,8 10 3 16,-4 1 5-16,4 4 11 0,-2 3 1 0,2 10 11 16,-3 3 0-16,0 2 11 0,0 3-6 0,-1 0 7 15,0 13-7-15,1-2 1 0,-2-10-4 16,-1 9 1-16,5-11-2 0,-4 11 3 0,-3-14-7 0,0 1 3 15,-1-1-6-15,0-4-5 0,0-1 5 0,-6-2-5 16,4-5 0-16,-5 2 1 0,0-5-3 0,-1-1 3 16,-1-1-3-16,-2-3 2 0,-3-4-6 0,0 3 2 15,-2-5-2-15,4-2-1 0,-2-1 0 0,15-3 0 16,-24-4-3-16,10 1 1 0,2-2-2 16,1-4-3-16,0-4-4 0,5-2-4 0,2 1 2 15,2-5-9-15,3-2-1 0,4-4-6 0,4-3-1 16,6 0-5-16,6-2-4 0,8-10-3 0,6 2-2 0,0 3-2 15,6-1-2-15,0 0 7 0,4 0 2 0,-2 1 1 16,2 1 3-16,-3-2 5 0,-3 0 1 16,-2 6 2-16,-9 5 4 0,-3-1-2 0,-3 1 5 15,-1 1-4-15,-1 0 5 0,-3 2 9 0,-7 7 0 16,0 0 5-16,-1 0 2 0,-3 4 11 0,-2 3 10 16,1-2 3-16,-2 5 0 0,0 0-1 0,-3 5-5 15,2-9-4-15,-2 9-5 0,0 0 0 0,0 0-1 16,0 0-5-16,0 0 0 0,0 0 2 0,-34 10-8 15,21 1 4-15,0 2-3 0,2-1 1 0,3-3-7 16,1 6-12-16,2-2-29 0,4 2-27 0,1-2-35 16,6 3-41-16,5-2-39 0,3-2-53 0,7 4-131 15,9-3-400-15,2-4 177 0</inkml:trace>
  <inkml:trace contextRef="#ctx0" brushRef="#br0" timeOffset="29597.74">30548 3759 143 0,'0'0'163'0,"-1"-8"-6"0,1 8-7 0,0 0-18 15,-3-9-9-15,3 9-22 0,0 0-8 0,0 0-12 16,-6-2-5-16,6 2-14 0,0 0-3 0,-14 16-6 16,8-8-4-16,2 3-4 0,-6 2-7 0,3-3-2 15,3 2-1-15,1-1-4 0,0 1 0 0,0-2-3 16,2 2 2-16,1-1-4 0,0-2 0 0,1 1-3 16,2-2 4-16,0 1 2 0,0-3 1 0,3 0 1 15,-3-1 0-15,4-1-3 0,-2 0 1 0,1-1-6 16,-6-3 2-16,11 2-3 0,-11-2-2 0,12-2-2 15,-12 2 1-15,10-7-3 0,-3-2 0 0,-2 0-3 16,3-1-4-16,-3-2-4 0,-1-5-8 0,-1 3 9 16,-3-2-3-16,-1-3-3 0,-1 3-1 0,2 0 0 15,-4 4-3-15,-1 1 2 0,1 1-4 0,-1 1 1 16,3 4 3-16,2 5-1 0,-3-10-5 0,3 10 0 16,-3-8-1-16,3 8-3 0,-1-6 1 0,1 6-4 15,0 0 2-15,0 0 2 0,0 0-3 0,0 0 6 16,0 0-7-16,24 11 10 0,-7-6-6 0,3-3-3 15,8 1 3-15,3-1 30 0,1 0-1 0,-3-4-8 16,3-2 1-16,-2-1 1 0,-9 1-4 0,-1-4 1 16,1 2-2-16,-4-2 1 0,-1-2 0 0,1-3-25 15,-4-1-1-15,-2-2 7 0,-1 0 0 0,1-7 14 16,-6 6-3-16,1-1 7 0,-2 0 9 0,-1 2-2 16,-2-2-3-16,-1 2 8 0,1 7 7 15,-1-1 4-15,0 3 4 0,0 7-8 0,0-13-1 0,0 13-10 16,0-8-4-16,0 8-6 0,0 0 2 0,0 0 1 15,-6 22-6-15,0 1 3 0,0 6 3 0,-3 2-3 16,0 14 1-16,-1 4 1 0,4-15-1 0,-2 20 4 16,2-3-2-16,-1-2-2 0,2-1 0 0,-1-1 0 15,2-11 0-15,0 10 1 0,2-11-7 16,0 1 6-16,2-3 4 0,-1 1-3 0,0-3-2 0,1 0-4 16,-2-2-20-16,2 0-19 0,-3-4-27 15,1 0-34-15,1-6-37 0,-1-2-36 0,-1 0-145 16,-2-7-342-16,1 1 152 0</inkml:trace>
  <inkml:trace contextRef="#ctx0" brushRef="#br0" timeOffset="29755.78">30651 4137 1481 0,'6'-18'5'0,"3"0"-3"0,-3 2-23 0,3 4 23 15,4-2-16-15,2-2 8 0,8 0-7 0,3 2 4 16,3 0 5-16,2 3-4 0,3 1-7 0,1 0-15 15,3 2-15-15,11-5-33 0,-12 5-29 0,14-3-83 16,-15 4-207-16,15-5 92 0</inkml:trace>
  <inkml:trace contextRef="#ctx0" brushRef="#br0" timeOffset="30132.05">31817 3525 91 0,'3'-11'179'16,"-3"2"-11"-16,1 2-1 0,1 1-15 0,-2 6-12 0,0 0-21 16,-2-11-17-16,2 11-9 0,0 0-8 0,0 0-10 15,-24 23-8-15,7 1 6 0,-4 1-10 16,-10 13 2-16,3-1-7 0,6-10-4 0,2 3-4 16,1-1-7-16,3 2-4 0,2 0-2 0,5-2-2 15,1 0-4-15,6-3 0 0,1 1-4 0,4-3 2 16,0-5-3-16,5-2 3 0,3-1-11 0,1 0 3 15,2-2 2-15,0-2-3 0,3-1-1 0,-1-4-4 16,-2 2 4-16,4-6-2 0,-5 1-1 0,1-3-5 16,0-1 2-16,-1-2 1 0,-2-2-2 0,-1 0-2 15,1-5 2-15,-4 1 2 0,0-3-4 0,-3-6-2 16,-2 6-3-16,-2-6 1 0,-1 6 2 0,-3-5 0 16,1 3 8-16,-2 2-4 0,-1 0-4 0,-3 3-3 15,0 2 3-15,-3 2-5 0,0-1 1 0,-6 4-3 16,0 1-5-16,1 4-14 0,-3 0-21 0,2 4-23 15,1-2-36-15,2 3-36 0,6 0-49 0,1 1-142 16,2-1-351-16,2 0 156 0</inkml:trace>
  <inkml:trace contextRef="#ctx0" brushRef="#br0" timeOffset="30548.91">32100 3598 222 0,'0'-10'228'0,"1"3"-14"0,0 0-22 0,-1 7-21 15,0-10-19-15,0 10-23 0,5-5-13 0,-5 5-9 16,0 0-15-16,0 0-3 0,11 24 1 0,-5-7-17 16,-1 0-5-16,7 7-6 0,-2 1-2 0,-2 0-6 15,3-1-5-15,-1 4-3 0,-1 0-5 0,-2-1 1 16,0-8-8-16,-2 0 0 0,2-2-6 15,-1 1-1-15,3-5 3 0,-1 3-4 0,-2-2-5 0,-2-3-4 16,1 0 1-16,3-3 1 0,-4 1 0 0,-4-9 0 16,5 10-6-16,-5-10 6 0,5 9-1 0,-5-9 14 15,4 6 17-15,-4-6 5 0,0 0 4 0,0 0-13 16,0 0-3-16,18-17-3 0,-13 5-7 0,2-4-1 16,2-9-9-16,4 0 3 0,0 1-6 0,2-5-4 15,-3 1 0-15,2-1-1 0,-1-2-1 0,-1 3 25 16,2-2-5-16,-1 2 1 0,1-1-5 0,-2 5-5 15,-2 2-6-15,-2 4 1 0,-2 1-5 16,-1 7 2-16,-1-2 0 0,1 5-15 0,-4 0-25 0,2 2-32 16,-3 5-40-16,0 0-41 0,0 0-11 0,0 0-36 15,0 0-35-15,0 0-202 0,0 0-455 16,8 23 202-16</inkml:trace>
  <inkml:trace contextRef="#ctx0" brushRef="#br0" timeOffset="30800.97">32473 3970 2815 0,'4'7'66'0,"-3"-2"-20"16,2-2-25-16,-3-3 5 0,1 8 21 0,-1-8 24 15,0 0 13-15,0 0-3 0,0 0-1 0,0 0 2 16,0 0 10-16,0 0-5 0,0 0-8 0,0 0-4 16,11-21-4-16,-11 21-9 0,3-7-11 15,-3 7-4-15,0 0 0 0,5-12-3 0,-5 12-6 16,0 0-4-16,0 0-2 0,3-9-5 0,-3 9-7 0,0 0 1 15,0 0-9-15,0 0 5 0,0 0-1 0,0 0-12 16,0 0-1-16,0 0-13 0,0 0-15 0,-2-8-37 16,2 8-23-16,0 0-28 0,0 0-40 0,0 0-37 15,0 0-44-15,0 0-59 0,0 0-230 0,0 0-565 16,0 0 250-16</inkml:trace>
  <inkml:trace contextRef="#ctx0" brushRef="#br0" timeOffset="47054.64">4246 5150 66 0,'0'0'77'0,"0"0"-4"16,0 0-4-16,0 0-3 0,-4-7-10 0,4 7 10 15,0 0-6-15,0 0 3 0,-2-6 10 0,2 6-3 0,0 0 0 16,0 0-2-16,0 0-2 0,0 0 1 0,-6-5 0 16,6 5 1-16,0 0 1 0,0 0-2 15,0 0-8-15,0 0-1 0,0 0-5 0,0 0 1 0,0 0-2 16,0 0-5-16,0 0 1 0,-3-8-10 0,3 8 3 16,0 0-3-16,0 0-5 0,0 0-5 0,0 0-6 15,0 0 0-15,0 0-1 0,0 0-5 0,0 0 0 16,0 0 1-16,0 0-1 0,0 0-3 0,0 0-7 15,-8-3 2-15,8 3-2 0,0 0-4 0,0 0 0 16,0 0 3-16,-16 6-4 0,16-6 4 0,-12 1-4 16,5-1-3-16,7 0 2 0,-12 3 3 15,6-2-3-15,6-1 0 0,-12 0 2 0,12 0 2 0,-9 2-10 16,9-2 9-16,0 0 2 0,-10 0 0 0,10 0 2 16,0 0-7-16,0 0 4 0,0 0-6 0,0 0 2 15,0 0 2-15,0 0-1 0,0 0-1 0,33 3 3 16,-10-3 3-16,7-5-6 0,3 1 7 15,4 1-10-15,0-1 8 0,0 0 0 0,1 0-5 0,-3 2 3 16,2-1-1-16,-6 0-4 0,-1 0-1 0,0 1-6 16,-9 2-2-16,0-2-20 0,-4 2-19 0,0 1-18 15,-4-1-28-15,-1 1-25 0,-2-1-21 16,-4 2-113-16,-1 1-277 0,-5-3 122 0</inkml:trace>
  <inkml:trace contextRef="#ctx0" brushRef="#br0" timeOffset="47268.68">4171 5109 109 0,'0'0'123'0,"-9"1"-9"0,9-1-6 0,0 0-13 0,0 0-1 15,-10-1-16-15,10 1-5 0,0 0-6 16,0 0-9-16,-4 8-6 0,4-8 12 0,-1 14 3 16,-1-2 0-16,-4 41 10 0</inkml:trace>
  <inkml:trace contextRef="#ctx0" brushRef="#br0">4138 5673 1763 0,'1'11'65'0,"-2"0"-168"0,-1 0 357 0,0 0-506 0,2 0 276 0,0 2-29 0,-4-1 5 0,4 1-27 0,-1-2-149 0,-2-2-45 16,1 1-4-16,-1-2 14 0,-1-2 110 0,-1 0-180 16,0-1 183-16,5-5-133 0</inkml:trace>
  <inkml:trace contextRef="#ctx0" brushRef="#br0" timeOffset="48654.39">4124 5169 125 0,'0'0'144'0,"0"0"-5"15,0 0-1-15,-4-8-3 0,4 8-11 0,0 0-1 16,0 0-10-16,0 0-6 0,-3-6-9 0,3 6-6 16,0 0-10-16,0 0-19 0,0 0 4 0,0 0-12 15,0 0-5-15,0 0-10 0,0 0-1 0,0 0-6 16,0 0-4-16,0 0-2 0,0 0-6 15,0 0 1-15,0 0 3 0,5 27-10 0,-2-18-1 0,-1 2 0 16,0 2-3-16,2 3-2 0,-3-1 0 0,0 3 5 16,0 1-5-16,2 7 1 0,-4-1 0 0,1 2 1 15,0 0-1-15,0 0-2 0,-3 1 4 0,2-2-5 16,1 0 5-16,-4 0-7 0,1-1 2 0,1-5 1 16,1 0 3-16,-2-2-5 0,0-1 2 0,2-1-4 15,2 0 2-15,-2 1 1 0,0-3-4 0,0-2-2 16,1 0-5-16,-2 0-15 0,2 0 7 0,-1-2-10 15,-1 3 0-15,-1-4-9 0,2-1-14 0,0 2-7 16,-2-3-24-16,3-7-16 0,-1 12-10 0,1-7-9 16,0-5-20-16,-3 9-105 0,3-9-255 0,-6 4 113 15</inkml:trace>
  <inkml:trace contextRef="#ctx0" brushRef="#br0" timeOffset="49279.05">4107 5340 67 0,'0'0'100'0,"0"0"-6"15,-2-6-9-15,2 6-6 0,0 0 5 0,0 0-8 16,24 8-8-16,-6-7-5 0,1 2-2 0,9-1-8 16,1 3 0-16,1-3-4 0,2 2-9 0,0-4 1 15,1 1-4-15,3 0-5 0,-6 1-2 0,5-1-3 16,-6 1-8-16,1-1-5 0,0 2-16 0,-2-3-13 16,3 0-8-16,-12 0-6 0,0 2-16 0,-2-2 5 15,-4 0-4-15,-2 1 8 0,-2 0 0 0,3 1 0 16,-7-1 3-16,-5-1 5 0,10-1 0 0,-10 1 13 15,8-3 7-15,-8 3 4 0,0 0 1 0,4-6 4 16,-4 6 11-16,0 0 9 0,-4-12 4 0,4 12 5 16,-9-5 18-16,9 5 6 0,-7-4 13 0,7 4-4 15,-6-5-3-15,6 5 2 0,0 0-8 0,-10 0-9 16,10 0-7-16,0 0 3 0,-12 7-7 0,5-2 1 16,-5 9-6-16,2 1 0 0,-2 2-6 0,-3 7 1 15,2 0-5-15,-1 2-1 0,3 0-3 0,3-9 7 16,-2 7-7-16,3-7 1 0,2 0-3 0,4 0-1 15,0-6 2-15,-1 4-8 0,5-4 7 0,0-2 0 16,0 2-4-16,3-6-1 0,4-1 2 0,-1 3 4 16,1-1-5-16,3-4 4 0,-1 0 4 0,1-3-4 15,5-2 7-15,0 2-12 0,-3-3-3 0,4-5 1 16,0-1 8-16,-3-2-1 0,-2-1-4 0,8-2 7 16,-8 2 2-16,-4 2 12 0,-2-2 1 0,-3 1-2 15,-1 0-5-15,-2 0 0 0,0-3-2 0,-6 3-2 16,-1 1-9-16,-3-4-5 0,-2 3-6 0,-6 4-11 15,0-1-9-15,-6 2-10 0,0 4 0 0,-6-1-20 16,-1 1-19-16,1 7-21 0,0 1-21 0,2 3-18 16,6 0-16-16,1-1-94 0,3 5-259 15,2-3 115-15</inkml:trace>
  <inkml:trace contextRef="#ctx0" brushRef="#br0" timeOffset="49687.04">4779 5747 23 0,'5'-3'179'0,"5"-3"-4"0,-3-1-6 0,-1 1-6 15,2-4-6-15,0 0-16 0,2-4-5 0,-1 0-5 16,-1-2-8-16,3 1-7 0,-3 1-5 0,-1-3-7 16,1 2-10-16,-3-3-7 0,0 0-5 0,-1-1-12 15,1 1-5-15,-1-1-4 0,-1 0-4 16,0 0-5-16,0 0-3 0,-3 7-3 0,1-3-2 0,0 5 4 15,1-2-3-15,-1 2-3 0,-2 4-3 0,1 6-2 16,-3-16-4-16,3 10-5 0,0 6-1 0,-2-11-8 16,2 11 14-16,-2-8-16 0,2 8-2 0,-3-7-7 15,3 7-19-15,0 0-17 0,0 0-4 16,0 0-1-16,0 0 4 0,0 0-3 0,12-4 7 16,-12 4-2-16,17 6 2 0,-6-3-2 0,1 2 6 0,3 2-1 15,2-1 2-15,-1 3 4 0,0-3 0 0,-2 0 1 16,-3 1 4-16,-2-1-1 0,3 1-2 0,-3 0 2 15,0 3-2-15,-3-1 2 0,2 1 2 16,-2 1 0-16,3 4 1 0,-2-1 3 0,-1 0 0 0,-4 2 0 16,0-1 0-16,0 0 8 0,1 4-5 15,-3-2 0-15,0-2-15 0,1 3-32 0,-1 0-28 0,1 2-35 16,1-2-37-16,-2 1-168 0,0-1-344 0,1 0 152 16</inkml:trace>
  <inkml:trace contextRef="#ctx0" brushRef="#br0" timeOffset="50231.68">6436 5379 135 0,'0'0'192'0,"-4"-12"-15"0,1 6-20 16,3 6-19-16,-10-5-12 0,10 5-13 0,-13 4-11 0,-2 5-4 15,-8 5-3-15,0 4-11 0,-3 2-20 0,1 4-8 16,0 4-3-16,1-2-5 0,4 0-3 16,3 1-4-16,2-2-7 0,4 0 1 0,5-6-7 0,-1 1-4 15,5-1-9-15,2-7 6 0,3 2-2 16,-2-2-4-16,5-3 4 0,1-1 1 0,-1-1-12 0,4-1 6 16,2-3-5-16,-1-2 2 0,7-1-10 0,0-5 6 15,0-1-2-15,-3-1-1 0,2-2-4 0,-3-3 1 16,0-2 0-16,-2 2 4 0,-3-5-3 0,2 1-1 15,-6-1 3-15,2-1 0 0,-5 0 2 0,1 1 9 16,-2 2 3-16,-1-1 5 0,1 4 11 0,-2 2 5 16,2 1 12-16,-1 2 1 0,0 7-8 0,-1-10-6 15,1 10-8-15,0 0-7 0,0 0-3 0,0 0 0 16,0 0-2-16,0 0 2 0,0 0-7 0,8 34 2 16,-6-15-1-16,2 9-4 0,0-3-5 0,2 1-22 15,-1 3-18-15,4-3-31 0,-1 1-27 0,2-1-45 16,2-1-39-16,-1-1-159 0,-2-7-363 0,5-2 160 15</inkml:trace>
  <inkml:trace contextRef="#ctx0" brushRef="#br0" timeOffset="50494.03">7380 5347 2377 0,'6'-32'-16'0,"1"3"35"15,-2 3 15-15,-2 6-27 0,-2 3 13 16,0 7 2-16,0-2-2 0,1 4 2 0,0 2-7 0,-2 6 0 16,0-10-5-16,0 10-3 0,0 0-6 0,1-8 0 15,-1 8-4-15,0 0 5 0,0 0-2 0,7 20-1 16,-5-7 3-16,3 5 6 0,-2 11-1 0,1 0-5 16,0 2 4-16,2 0 0 0,-4 1-1 0,4 2 1 15,-1-2-4-15,0-1-15 0,-4 1-20 0,-1-1-31 16,0-2-23-16,3 1-43 0,-3-3-27 0,0 1-27 15,1-4-138-15,-2-5-348 0,0-1 155 0</inkml:trace>
  <inkml:trace contextRef="#ctx0" brushRef="#br0" timeOffset="50823.75">7683 5525 11 0,'0'0'209'0,"5"-4"-24"15,-5 4-17-15,4-5-20 0,-4 5-16 0,0 0-8 16,0 0-16-16,0 0-6 0,6 17-8 0,-3-12-19 16,1 2-1-16,1 0-6 0,1 1-6 0,-1 0-6 15,2 0-8-15,0-2 0 0,2 0-6 0,1 1-3 16,1-2 0-16,1-3-5 0,1 0-3 0,-1-1-3 16,2-1-2-16,-1-1 2 0,2-1-6 0,-4-4 0 15,2 3 7-15,0-4 1 0,-3-2 2 0,3 0 8 16,-3-5 2-16,-5 3 3 0,3-5-4 0,-3 0 1 15,-2 1 3-15,-5-3-4 0,0 0-6 0,-6 1 1 16,3 2-5-16,-1 1 10 0,-1 2-1 0,-2 2-5 16,2 2-8-16,-2 0 0 0,-3 2-9 0,1 2-4 15,0 3-17-15,-1 1-19 0,0 1-25 16,2 3-28-16,-1 3-21 0,1 0-27 0,4 1-30 16,1 3-25-16,2 0-159 0,1 2-363 0,7-2 161 0</inkml:trace>
  <inkml:trace contextRef="#ctx0" brushRef="#br0" timeOffset="51185.97">8243 5357 195 0,'0'0'218'16,"0"0"-9"-16,-7-10-14 0,7 10-13 0,-7-4-13 16,7 4-18-16,-11-1-15 0,11 1-12 0,-14 5-14 15,4 1-10-15,-3 6-9 0,1 4-8 0,-1-1-7 16,0 0-11-16,5 3-5 0,-1-1-3 15,3 0-9-15,0-6-3 0,2 4-3 0,1-2-5 16,2-1-3-16,2-2-4 0,2 0-3 0,-1-2-6 0,3 0 2 16,2-2-7-16,2-1-5 0,-2 0-4 0,5-4-1 15,-2 0-1-15,0-1-6 0,2-4 0 16,-1 0 7-16,2-2-5 0,-3-1 6 0,1-2-10 0,-4 0 5 16,5-4-3-16,-5-1 0 0,0 1-1 0,-3 2 6 15,-3-1-8-15,4-4 7 0,-4 5 3 0,3 1 4 16,-4 4 2-16,1 0 9 0,-1 6-6 15,2-10 0-15,-2 10-8 0,1-7-1 0,-1 7-3 0,0 0-2 16,0 0 3-16,0 0-1 0,0 0-1 0,1 24 2 16,-1-11-9-16,2 3-12 0,1 1-24 15,1 0-20-15,0 1-24 0,2-2-16 0,2 0-26 16,5-2-23-16,1-2-17 0,1-1-156 0,4-2-351 0,9-3 156 16</inkml:trace>
  <inkml:trace contextRef="#ctx0" brushRef="#br0" timeOffset="51556.89">8777 5379 114 0,'-4'-12'242'0,"-2"1"-4"0,-2 2-12 0,0-1-21 16,-1 4-11-16,-1 0-18 0,-3 2-19 0,-3 1-15 16,-2 2-12-16,0 5-12 0,0 4-16 0,-1 0-12 15,0 2-7-15,-3 7-11 0,7-3-5 0,2 1-12 16,4 2-3-16,-4-2-9 0,5 1 2 0,2 0-9 15,3 0-8-15,2-4-7 0,4 2-9 0,-1-3-12 0,5 0-5 16,-1-1-5-16,4-3-3 0,1 0-8 0,0-2-5 16,7-1-11-16,-1-2 2 0,2-4-16 15,1 0 8-15,-1-1-5 0,1-3 4 0,-3 0-4 16,-3-3 2-16,1-3 1 0,-1 1 7 0,-5-5 3 16,-2 0 2-16,1-4 4 0,-3 1 2 0,0-6 5 15,-5 0 12-15,3-2 13 0,-5 1 9 0,0 0 11 0,-1-1 6 16,-2 1 5-16,1-1 9 0,-3 3 1 15,0-4 7-15,0 1 9 0,1 4 10 0,3 3 1 16,-2 3 7-16,2 1-2 0,2 5 1 0,0 2-7 16,-2-1-5-16,2 4-10 0,1 6-1 0,-2-7-9 15,2 7-11-15,0 0-7 0,0 0-2 0,0 0-5 16,16 33 1-16,-9-8 1 0,1 1-4 0</inkml:trace>
  <inkml:trace contextRef="#ctx0" brushRef="#br0" timeOffset="53625.95">8770 5312 35 0,'-5'-7'117'0,"5"7"-8"0,-5-7-2 0,5 7-5 16,-2-6-3-16,2 6 0 0,0 0-4 0,-4-7-3 16,4 7 1-16,0 0-2 0,0 0-10 0,0 0-8 15,-3-8-7-15,3 8-9 0,0 0-2 0,0 0-7 16,0 0-7-16,0 0 0 0,0 0-5 0,0 0-6 16,0 0-15-16,0 0 1 0,0 0-4 0,0 0-10 15,0 0-7-15,7-8 0 0,-7 8-8 0,0 0-10 16,0 0-4-16,0 0 0 0,0 0 14 0,0 0-4 15,0 0-9-15,0 0 9 0,0 0 6 0,0 0-12 16,0 0 5-16,0 0-3 0,0 0-3 0,0 0 5 16,0 0 11-16,0 0-4 0,0 0 2 0,0 0 2 15,0 0 1-15,0 0-2 0,0 0 4 0,0 0-2 16,0 0 1-16,0 0 2 0,0 0 11 0,0 0-12 16,0 0 15-16,0 0-2 0,14 10 3 0,-14-10 1 15,0 0 8-15,0 0-7 0,5 6 1 0,-5-6 5 16,4 4-1-16,-4-4-3 0,4 10 3 0,-3-3 2 15,3-1 11-15,-2 3 1 0,4 1-5 16,-2-1-5-16,0 2 1 0,0 1 0 0,0 3-14 0,0-1 16 16,-2 2 0-16,2-4-9 0,0 2 5 0,-2-3 2 15,0 5 2-15,2 0-4 0,-3-4 2 0,1 5 0 16,1-2 0-16,-2 1-1 0,2-3-2 0,-3-2 1 16,4 5-5-16,-4-5-5 0,1 1 1 0,0 0 1 15,2-1-3-15,-2 0 0 0,-1 1-1 0,3-2 1 16,-3 1-4-16,1-5 5 0,-1 3-3 0,1-3-4 15,-1-6 2-15,1 11 1 0,2-7-3 0,-3-4 1 16,1 7-1-16,-1-7-2 0,0 0 6 0,0 10-5 16,0-10 1-16,0 0-8 0,3 5 12 0,-3-5-2 15,0 0 0-15,0 0-3 0,0 0 0 0,0 0 4 16,0 0 1-16,0 0 1 0,0 0-2 0,0 0 1 16,0 0 0-16,0 0-2 0,0 0 0 0,0 0 1 15,0 0-2-15,0 0-16 0,0 0-15 0,0 0-25 16,0 0-4-16,0 0-21 0,0 0-24 0,0 0-33 15,0-22-27-15,0 22-95 0,2-17-276 0,2 9 124 16</inkml:trace>
  <inkml:trace contextRef="#ctx0" brushRef="#br0" timeOffset="55344.93">10891 5240 177 0,'-5'-6'189'0,"1"1"-24"0,4 5-30 0,-8-5-33 0,8 5-33 16,0 0-32-16,-9-6-14 0,9 6-22 15,0 0-26-15,0 0-33 0,-8 17-79 0,8-17-146 16,-2 18 65-16</inkml:trace>
  <inkml:trace contextRef="#ctx0" brushRef="#br0" timeOffset="56729.9">12345 5300 1410 0,'0'-11'-29'0,"0"-1"40"16,0 3-12-16,0 9-2 0,0-14-29 0,0 9-23 15,0 5-17-15,2-8 8 0,-2 8 2 0,0 0-14 16,6-6-96-16,-6 6-185 0,0 0 82 0</inkml:trace>
  <inkml:trace contextRef="#ctx0" brushRef="#br0" timeOffset="64006.9">10034 5361 22 0,'0'0'117'0,"2"-10"-6"0,-2 10-12 0,0-9 16 16,0 9-3-16,0-8-5 0,0 8-11 0,2-10 0 0,-2 10-7 16,-4-9 2-16,4 9-7 0,-1-8-2 0,1 8 6 15,-4-7 3-15,4 7-10 0,-6-5-6 16,6 5-12-16,-8-6-3 0,8 6-8 0,-10-3-9 0,4 2-7 16,6 1-2-16,-18 0 0 0,7 2-6 0,-1 2-3 15,1 0-6-15,0 0-2 0,-7 3 0 0,0 2 0 16,2 0-2-16,-6 7-1 0,5-6-6 0,-1 3 4 15,-1 5-4-15,4-6 0 0,1 2 1 16,-5 4-3-16,3-1 2 0,2-2-14 0,3 0-5 0,1 0 8 16,-1 2-11-16,4-2 8 0,-1 3-6 0,2-3 7 15,2 1-1-15,0-2 2 0,3 3 5 0,2-2-3 16,1 0-2-16,4 1 5 0,1-2-2 0,2-3 5 16,1 0-3-16,1 0-2 0,5-1 1 0,0-3 5 15,1 1-2-15,3-3-6 0,-2 0-12 0,2-1-8 16,2-1-10-16,-2-1-11 0,2-1-13 0,6-2-24 15,0-1-10-15,0 0-20 0,0-2-11 0,-2 1-120 16,-4 3-262-16,-3-4 116 0</inkml:trace>
  <inkml:trace contextRef="#ctx0" brushRef="#br0" timeOffset="65858">10278 5535 83 0,'2'-14'86'16,"-2"8"16"-16,0 6 4 0,-2-13-22 0,2 13-2 15,0-16 5-15,0 9-5 0,0 7 4 0,-1-13 5 0,0 7-10 16,1 6 0-16,0-10-11 0,0 10-7 15,0 0 0-15,-3-8-10 0,3 8-22 0,0 0-3 16,0 0 2-16,0 0 2 0,0 0-1 0,0 0-9 16,0 0 0-16,0 0 1 0,2 38-8 0,-1-22-1 15,-1 2 4-15,1 6-8 0,-2-5 4 0,3 0-5 0,0 1-2 16,0 1 2-16,1 3 0 0,-1-5-3 16,1-1 11-16,1-1-11 0,2-1 2 0,-1-2-1 15,-1-2 4-15,3 0-5 0,-2-4-2 0,0 1-3 16,2-1-5-16,-2-3-5 0,2-1 7 0,-1 2-3 0,1-4-1 15,2-2 5-15,-2 1-2 0,-7-1-3 0,17-5 0 16,-7 1 5-16,-1-1-2 0,-1-3 0 0,-2-1 4 16,2-2-7-16,0-3 7 0,-2-3-7 15,-1-1 12-15,-1 3-5 0,0-4 0 0,-1 2 5 16,-1-2-4-16,-1 0 9 0,-1 3-6 0,0-1-1 0,-1 7 6 16,-1-2-1-16,2 7 3 0,0 5 2 15,-1-12-9-15,1 12 6 0,-1-8-6 0,1 8 1 16,0 0-4-16,0 0-3 0,0 0-2 0,0 0 3 15,0 0 3-15,0 0-1 0,1 34-1 0,-1-19 8 16,1 2-14-16,2 2 8 0,-2-2-5 0,2 4-4 0,-2-3 8 16,2 1-1-16,2-2 1 0,0 1 2 0,3-3 3 15,-1-1 3-15,-2-3-13 0,3 0 3 16,1-2-3-16,0 1 7 0,1-2-3 0,0-2-1 16,1 1-2-16,-1-4 5 0,3 0 0 0,-2 0-1 15,1-2 2-15,0-4-2 0,-1 2 3 0,1-2-4 0,1-3 2 16,-1 0-3-16,2-4 3 0,-3-3 2 0,1 1-4 15,-3-3 1-15,0 0-2 0,-4 0 0 0,-3-3 0 16,0-1-4-16,-1 3 2 0,-1-4-9 0,-3 4 5 16,1-3 5-16,-3 0 0 0,0 2-1 15,-2-2 8-15,1 3-4 0,-3 1-7 0,1 1 6 16,0-1-8-16,2 6 4 0,-1 1 8 0,1-2 6 0,1 5-2 16,1-1 5-16,-1 1-4 0,5 5 1 0,-6-6-2 15,6 6-9-15,-6-7 2 0,6 7-6 0,0 0-6 16,-4-4 3-16,4 4-1 0,0 0-4 0,0 0 1 15,0 0 3-15,0 0-3 0,24 5 2 16,-15-3 3-16,4 0-5 0,1 0 0 0,2 1 4 16,1 0-1-16,-4-3-3 0,0 3 4 0,-2 1-15 15,2-1 10-15,-3-2-1 0,-1 2-2 0,-1 2 5 0,-2-2-3 16,0 1 4-16,-2 0 3 0,1 2-3 0,-2 0 3 16,2 3-3-16,-1-2 0 0,-2 5 4 0,-2 0-1 15,3-1 1-15,-3 1-1 0,3 3 5 0,-3 1-2 16,0-1 4-16,2 2-5 0,1-5 2 0,-2 0 1 15,0 0 3-15,3-1-1 0,0 0 2 16,0-1-6-16,1-2 10 0,1 2-3 0,1-5 5 0,2 2-15 16,2 0 0-16,-3-2-2 0,3-2-3 15,1 0-4-15,-1-1 7 0,2-2-11 0,0-3-11 0,0 1 3 16,1-1 8-16,-3-2-20 0,1-3 2 0,-1 1-1 16,-2-3-4-16,1 1 3 0,-5-2 8 15,1 1 3-15,-4-2 6 0,-2-1-1 0,0-3 10 0,-1 4-10 16,-4-4 2-16,-3 2-3 0,1-3 9 0,-1 3 5 15,1 3 7-15,1 0 7 0,-3 1-3 16,3 2-1-16,0-1 7 0,1 4 4 0,1 1 10 0,4 4-18 16,-5-7 11-16,5 7 6 0,-1-9-24 0,1 9-3 15,0 0 8-15,12-8 3 0,-2 5 1 16,3 1-14-16,3 0 8 0,5 1 0 0,-3 1 13 0,2 1-14 16,0 3-10-16,0-1-2 0,-2 3 12 15,-7-1-1-15,2 1 2 0,-2 3 3 0,0 1 0 0,-1 1-1 16,-1 2-1-16,-2 1 1 0,0 2 2 0,-5 0-12 15,2 2 11-15,-1-3 1 0,-3 2 12 0,0-1-10 16,2 0-1-16,0-3-8 0,-1 0 5 0,0-2 1 16,1 1 2-16,0 0 3 0,1 0-3 15,0-1 0-15,4 0 0 0,-1-2-4 0,0-3 5 16,1 2-5-16,1-2 9 0,0-1 0 0,1-2 4 0,3 0 1 16,1-3-4-16,-2-2-6 0,7 1 26 0,-1-3-15 15,1-1-3-15,-3-5-1 0,0 2 5 16,2-3-2-16,-3 0 1 0,-1 0-5 0,-6 0 3 15,1-3-8-15,-3-1 8 0,0-1-9 0,-3 1 0 16,-2-2 1-16,-2 1 9 0,0 4-14 0,-3-3 9 0,1 3 3 16,-1 2 18-16,-3-1 0 0,3 3 3 15,-1 1-4-15,1 1-3 0,0 2-6 0,5 4 2 0,-11-5-10 16,11 5 7-16,-13 3-5 0,7 3 0 16,-2 3-6-16,-1 4-2 0,2 1-11 0,1 2-15 15,3 1-28-15,3 1-20 0,0 2-13 0,1-3-14 0,1 2-19 16,2 0-5-16,1 0-60 0,2-3-195 0,-2 0 87 15</inkml:trace>
  <inkml:trace contextRef="#ctx0" brushRef="#br0" timeOffset="66249.84">11649 5653 48 0,'0'0'120'0,"0"0"-15"0,-1-7-18 16,1 7-3-16,0 0-10 0,0 0-7 0,0 0-6 16,0 0-3-16,0 0-5 0,0 0-12 0,0 0 6 0,16 21-10 15,-15-18-5-15,2 3 2 0,-3-6-8 0,5 10-2 16,-4-7 1-16,-1-3 2 0,4 4-13 0,-4-4 6 16,0 0 13-16,3 8 4 0,-3-8 14 15,0 0 6-15,0 0-6 0,0 0-7 0,0 0-5 16,0 0-8-16,0 0 3 0,0 0-9 0,0 0 3 0,-4-34-6 15,5 20-6-15,-1-2 2 0,3 0-5 0,0-1 1 16,2 0-4-16,-1 0-4 0,1 1 5 0,0 0-5 16,6 1-6-16,0 1 5 0,-3 4-10 15,2-3 5-15,0 6 2 0,-2 0-4 0,1 1 3 16,2 4-5-16,0 1 2 0,0 4-1 0,1 3 6 0,-1 1-4 16,-1 3 3-16,3 3-4 0,-4 4 5 0,1-1-7 15,0 2 4-15,-6 2 2 0,7 5 2 16,-6-2-6-16,-3-2-15 0,3 4-5 0,-2-8-34 15,-1 2-28-15,0-1-27 0,-2 0-113 0,-3-1-240 16,3-5 106-16</inkml:trace>
  <inkml:trace contextRef="#ctx0" brushRef="#br0" timeOffset="66499.85">12073 5327 5 0,'0'-10'172'0,"0"4"-21"0,0 6-11 16,-2-11-21-16,2 11-12 0,0 0-14 15,0 0-10-15,0 0-2 0,0 0-13 0,7 28-2 16,-3-11-6-16,5 10-4 0,-4 1-12 0,2 1 3 16,-1 2-8-16,0 1-3 0,-1-1-1 0,0-1-9 0,-1 2-3 15,-1-5-5-15,-2-7-26 0,2 8-2 0,-1-4-20 16,-2-5-12-16,4-1-14 0,-4-1-12 0,1-2-16 15,-1-2-17-15,3-2-78 0,-5-2-193 0,0-3 85 16</inkml:trace>
  <inkml:trace contextRef="#ctx0" brushRef="#br0" timeOffset="66669.12">11918 5583 1211 0,'-6'-13'86'16,"3"0"-14"-16,-1 3-47 0,1 3-7 0,0 1-26 15,3 6 3-15,-1-11 6 0,1 11-6 0,7-7 7 0,-7 7-6 16,13-5 9-16,0 3-22 0,1 1 2 0,3 1-20 16,4 0-29-16,8 2-17 0,2-1-117 15,1 6-214-15,-1-6 95 0</inkml:trace>
  <inkml:trace contextRef="#ctx0" brushRef="#br0" timeOffset="67235.89">13014 5581 1230 0,'-7'-14'-12'16,"1"-1"30"-16,1 4 42 0,1 1-19 0,2 0-7 15,-1 3 1-15,1 1-6 0,2 6-2 0,-2-9-14 16,2 9 1-16,-3-8 1 0,3 8-8 0,0 0 1 15,0 0 3-15,0 0 1 0,0 0 3 16,23 11 2-16,-15 0 2 0,2-3 2 0,3 9 3 0,-1-2-21 16,-1 2 4-16,2 5-5 0,3 0 0 0,-9-5-2 15,3 5 5-15,0-5 0 0,-1 6 5 16,-1-5-7-16,-2-2 2 0,-2 0-3 0,3 0 3 0,-3-1-3 16,0-4 1-16,1 0-2 0,-1-2 7 0,1 0-7 15,-2 0 0-15,-1-3 5 0,0 2-2 0,2-4 2 16,-4-4-12-16,3 8 12 0,-3-8 7 0,4 5 9 15,-4-5-2-15,0 0 4 0,0 0-6 0,12-12 2 16,-6 3-2-16,-1-3-3 0,3-7 0 0,2-6-6 16,-1-3 9-16,2-1-12 0,2 0 6 0,-4-1-4 15,0 0-3-15,-2-1 4 0,4-1-1 0,-6 2 2 16,1 5-6-16,-1-3 1 0,1 3-5 0,-1 9 4 16,-2 6-5-16,-1-1 2 0,-2 5-12 0,2-2-12 15,0 2-32-15,-2 6-24 0,2-7-24 0,-2 7-6 16,0 0-15-16,0 0-17 0,0 0-83 0,13 12-240 15,-9-3 106-15</inkml:trace>
  <inkml:trace contextRef="#ctx0" brushRef="#br0" timeOffset="68528.06">13742 5480 35 0,'-7'-6'164'0,"1"0"-2"0,-4 1-7 0,-1 1-7 16,0 0-14-16,-3 0-6 0,1 2-15 0,-5 6-11 16,3 0-8-16,-4 3-6 0,0 4-9 0,0 0-15 15,-4 7-2-15,6-1-7 0,-4 3-3 0,5 2-4 16,5-6-6-16,3 1-2 0,3 1-8 0,3-1-2 16,0 2-6-16,4-2-9 0,0 0 5 0,5-2-8 15,-1-5-8-15,1 0 3 0,7 0-8 0,1 0-4 16,1-4-4-16,2-1-5 0,2-2-5 0,-1-3-5 15,0 0 8-15,2 0 7 0,-6-6-8 0,3 0 2 16,-2-3-2-16,-4-2 3 0,-4 3 2 0,1-5-8 16,1-3 12-16,-4 1-9 0,-2-1 10 0,-3 0 2 15,1 0 1-15,-2-1 2 0,0-2 8 0,-3 3 6 16,-1-2 2-16,2 1-3 0,0 2 6 0,0 4 4 16,-1 2 9-16,1-1 5 0,0 3-11 0,-1 2 0 15,3 5-6-15,0 0-7 0,-4-11 1 0,4 11-5 16,0 0 4-16,0 0-4 0,0 0-1 0,0 0 3 15,-1 33 2-15,1-18-3 0,0 4-4 0,1-1 4 16,1 7-2-16,0-6-4 0,3-2 1 0,0 2-7 16,1-2 5-16,1 0 4 0,-1 0 4 0,4-3-6 15,-1 0 2-15,3-3-2 0,-2-3 4 0,5 4-3 16,0-6 1-16,-3-2-3 0,3 0 5 0,-2-3-2 16,5 0 2-16,-1-2-2 0,-3 0-3 0,-1-3-3 15,-2-2 5-15,8 2-12 0,-6-6 8 0,1-1-5 16,-3 0 5-16,-2 1 0 0,-2-5-1 0,1 0-2 15,-3-1-1-15,-3 4-1 0,-2-6 1 0,0 2-2 16,-4 0 6-16,1 0-4 0,-1 2 1 0,-3 0 0 16,0 2 9-16,0 1-2 0,-1 2 3 0,1-1 0 15,-2 2 0-15,2 0-6 0,1 1 5 0,1 2 4 16,1 0-5-16,4 5-5 0,-5-6-1 0,5 6-2 16,0 0 2-16,0 0-2 0,0 0-1 0,0 0 2 15,14-5-1-15,-14 5 5 0,23 7-2 0,-11-3-5 16,4 2 4-16,0-1-2 0,2 3 0 0,-3 0 0 15,0 1 1-15,-2 1 2 0,-3-4 1 0,0 4-3 16,-3 1 0-16,2-2 1 0,-2 3-1 0,0-1 3 16,-3 0 0-16,2 0-3 0,-2 1 0 0,-1 0 0 15,-1-1 4-15,0 0 1 0,2-1-3 0,-1 0 1 16,-2-1-2-16,1-1 2 0,0-4-2 0,2 2 1 16,-4-6 1-16,5 10 2 0,-1-6 0 0,-4-4 1 15,10 3-1-15,-2-2 2 0,-8-1-3 0,18-3 0 16,-6 1 5-16,0-4-5 0,1-1 5 0,2-1 2 15,-1-3-6-15,1 2 2 0,-1-2 1 0,-3-2-5 16,0 1 0-16,1-1 0 0,-6-2 0 0,3 1-3 16,-1-1 1-16,-2 4 2 0,0 2 4 0,-3 0 6 15,1 4-2-15,0 0 2 0,0 0-4 0,-4 5-1 16,3-8 0-16,-3 8-6 0,0 0 1 0,0 0-3 16,0 0 0-16,0 0 2 0,0 0 0 0,12 15 1 15,-8-7 1-15,0 2 3 0,-2 1-5 0,1 0 1 16,1 0-2-16,2-1 3 0,0 2-1 0,3-2 0 15,4 1 2-15,1-3-1 0,3 1-4 0,-1-4 7 16,1-2-3-16,-3 0 4 0,5-2-1 0,-6-2-5 16,7-2-5-16,-2 1 10 0,1-2-2 0,-4-2 2 15,1-4-4-15,-1 2 1 0,-3 0 9 0,-3 0-8 16,0-1-1-16,-3 0 5 0,2-1-1 0,-4 1 7 16,2-1 0-16,-3 2-2 0,-2-2-4 0,-1 3 8 15,0-3-1-15,0 10 1 0,0-9-4 0,0 9 1 16,0-10-3-16,0 10-6 0,0 0 1 15,0 0-2-15,0 0 1 0,0 0-1 0,0 0-3 0,0 31 2 16,1-12 5-16,1 7 3 0,-2 3-6 0,0 1 1 16,0 2 3-16,2 2-1 0,0 1-1 0,4-2 1 15,-2 3 1-15,4 10-4 0,-1-10 1 0,-1-1 6 16,2-2-1-16,0 1-3 0,-5 2 0 0,5-3 1 16,-5 0 0-16,4 1 1 0,-2-4 0 0,-3 1-6 15,0-4 3-15,2-3 1 0,-3-4 1 0,-1-2 0 16,0-3-4-16,-1-1 1 0,0-4-3 0,0 1 4 15,-3-1-2-15,2-5 1 0,-1 2-3 0,-4-4 1 16,1 0-4-16,6-3 7 0,-18-4-1 0,4-1-3 16,1-3-4-16,-3-5 2 0,-2-2-3 0,-2-6-5 15,4 0 4-15,-2-1-8 0,2-5 5 0,3-3 2 16,0 0-2-16,4-1-5 0,-1-2 2 0,2 1 0 16,4-1 0-16,3 0 0 0,3 2-6 0,3-1-2 15,2 3 1-15,2-1 3 0,5 0-3 0,-4 0-7 16,8 3-6-16,-2 2-6 0,0 0 6 0,3 0 1 15,2 3-9-15,0 3-22 0,0-1-15 0,0 4-10 16,2 0-11-16,3 3-15 0,-8 4-18 0,2 0 2 16,6-1-9-16,-7 5-82 0,-1 2-236 0,-2-1 104 15</inkml:trace>
  <inkml:trace contextRef="#ctx0" brushRef="#br0" timeOffset="68745.98">15053 5559 11 0,'1'-14'121'0,"-1"7"16"0,0 7-15 0,0-11-2 16,0 2-9-16,0 9 5 0,0-13 7 0,2 7 2 16,-2 6 4-16,0-10-6 0,0 10-13 0,2-7-11 15,-2 7-13-15,0 0-14 0,0 0-8 0,0 0-2 16,0 0-11-16,0 0-5 0,0 0-2 0,4 28-4 16,-3-17-7-16,2 6 2 0,-3 1-5 0,1 0-4 15,-1 0-15-15,0 0-19 0,4 0-6 0,-6 0-24 16,4 1-21-16,-2-1-31 0,1-2-39 0,3-5-32 15,-3 1-97-15,0-2-280 0,-1-10 124 16</inkml:trace>
  <inkml:trace contextRef="#ctx0" brushRef="#br0" timeOffset="68910.42">14947 5338 1742 0,'-10'-14'26'0,"1"1"-38"0,3 4 7 16,1-2-9-16,2 6-48 0,0 0-35 0,3 5 7 16,0 0-10-16,0 0-4 0,0 0-14 0,0 0-77 15,0 0-211-15,23 11 95 0</inkml:trace>
  <inkml:trace contextRef="#ctx0" brushRef="#br0" timeOffset="69180.2">15267 5741 101 0,'0'0'185'0,"0"0"-6"15,0 0 0-15,-8-31 4 0,5 21-14 0,1-2-12 16,-1-4-10-16,3 0-11 0,0 5-18 0,0-6-9 16,3 0-14-16,2 1-9 0,-1-1-9 0,4 3-8 15,-1 3-7-15,-1 0-8 0,4 4-8 0,-3 1-4 16,2-2-8-16,-3 5-6 0,4 3-2 0,-10 0-3 15,18 3-7-15,-5 5 0 0,-4 1-24 0,4 3 5 16,-2 1-6-16,-1 1-6 0,-1 2-3 0,0 2-5 16,-4-1-8-16,2 1-17 0,-4 0-25 0,2 0 4 15,0-2-28-15,1-1-29 0,-2-4-16 0,1-1-18 16,0 0-93-16,2-1-274 0,4-3 122 0</inkml:trace>
  <inkml:trace contextRef="#ctx0" brushRef="#br0" timeOffset="69712.14">15765 5499 76 0,'-3'-10'180'0,"-2"-1"0"15,2 1-7-15,-2 5-6 0,-1-1-14 0,1 2-14 16,5 4-12-16,-12-3-13 0,3 0-15 0,9 3-12 16,-18 6-7-16,8 1-12 0,1-1-3 0,0 6-7 15,3-3-5-15,-2 3-8 0,3-2-2 0,3 5-11 16,0-1-12-16,2-2-8 0,3-1-8 0,2 1-3 15,1-2-8-15,3-1-1 0,-2-1 1 0,4-1-2 16,-1 0-5-16,1-3 3 0,-1-1 1 0,-1-3 1 16,1 0 11-16,-2 0-8 0,-8 0 3 0,14-6-2 15,-9 3 2-15,1-2 12 0,0 0 1 0,-3-2 8 16,-3 7 11-16,8-8-2 0,-4 3 3 0,-4 5 2 16,5-8-4-16,-5 8-5 0,2-6-1 0,-2 6-7 15,0 0-9-15,0 0 3 0,0 0 3 0,0 0-4 16,11 15-2-16,-10 2 2 0,4 2 0 0,-4 9-2 15,2 4 3-15,-2 2-4 0,0-1-4 0,3 16 6 16,-2-4 0-16,-1-9 3 0,-1 9-3 0,0-9-4 16,-4 12 5-16,1-3-3 0,0-9 4 0,-1-1-6 15,-4 12 4-15,3-14-6 0,0-2 6 0,-2 4 1 16,1-3-1-16,-3-2 2 0,-1 0-6 0,3-4 1 16,-4-3 3-16,5-8-1 0,1-3-4 0,-2-2 5 15,3-3 3-15,-2 0-1 0,0-2-3 0,-1-3 2 16,7-2 1-16,-15-6-2 0,3 0 0 0,1-6 2 15,-2-2 0-15,-3-8-4 0,-1-4 0 0,5-1-2 16,1-4-1-16,-1-3 0 0,1-12-1 0,6-1-3 16,5 11-1-16,5-10-3 0,0 12-1 0,7-11-4 0,0 11-4 15,4 1-2-15,8-7-6 0,-4 9-16 16,0 1-15-16,4 1-17 0,6-7-14 0,-3 9-8 16,12-6-7-16,-9 11-13 0,14-8-15 0,-1 6-14 15,3-1-112-15,-11 10-273 0,11-4 122 0</inkml:trace>
  <inkml:trace contextRef="#ctx0" brushRef="#br0" timeOffset="70183.17">17339 5178 87 0,'1'-12'183'0,"-1"-1"-3"16,0 1-19-16,-1 2 4 0,1-1-6 0,-2 2-12 15,-1 3-16-15,0 0-15 0,3 6-10 0,0 0-15 16,-5-10-7-16,5 10-16 0,0 0-7 0,0 0-7 16,-17 21 0-16,10-4-8 0,-3 9-4 0,4 0-8 15,-2 5 1-15,3 1-3 0,2 15-5 0,-1 0 2 16,3-11-4-16,2 10 1 0,1-11-4 0,0 1 0 15,3-1-4-15,-1 1-8 0,-1-1 9 0,1 1-4 16,-1 0-3-16,0-3 3 0,3-1-5 0,-5-1-10 16,-1-5-6-16,3 3-11 0,-3-1-17 0,-1-8-10 15,-1-1-24-15,1-4-24 0,0-2-22 0,-2-2-23 16,0 1-36-16,-1-2-95 0,0-5-288 0,-4 3 128 16</inkml:trace>
  <inkml:trace contextRef="#ctx0" brushRef="#br0" timeOffset="71231.78">17306 5459 123 0,'22'-6'130'0,"-2"4"-6"0,3 1-14 15,-3 2-1-15,0 3-11 0,0 4-8 0,-2 1-7 16,-3 2-10-16,1 5 1 0,3 1-7 15,-8 0-6-15,2 3-4 0,0 3-6 0,-3-6 0 0,-5 1-10 16,2 5-9-16,-1-4 4 0,-3-5 1 0,-2-3-8 16,3 0-4-16,-3 0 1 0,-1-1-1 0,-1 0-1 15,1-1-3-15,-3-2 5 0,3-7-4 0,-4 9 6 16,4-9-1-16,-5 5 0 0,5-5-7 0,0 0 2 16,0 0-5-16,0 0 3 0,-19-12-11 0,14 2 8 15,3 0-3-15,0-2-4 0,1-1-2 0,1-3-3 16,1-1 3-16,3 0-5 0,2-1-3 0,-1 0 3 15,2-1-8-15,1 2 5 0,2-1-3 0,-1 0-1 16,1 2 2-16,-1 2 2 0,0 4-5 0,-1 0 3 16,-3 2 2-16,1 3-4 0,2-3 0 0,-5 5-1 15,-3 3-1-15,7-5 5 0,-2 2-6 0,-5 3 2 16,0 0 4-16,14 10 7 0,-11-4 7 0,3 3 0 16,-3 0-6-16,-1 1 5 0,1 2-3 0,1 2 0 15,-1-2-1-15,5 3 2 0,-3-4-4 0,-4 1 1 16,5 0 0-16,-1-2 0 0,1 0-2 0,2-1 9 15,-2 1-8-15,2-3 2 0,0-1 2 0,2-1-3 16,-1-1 0-16,-2 0 3 0,1-4-2 0,1 0 8 16,0 0-8-16,-9 0-3 0,16-3-8 0,-7-3 3 15,-2-1 8-15,-1 1-5 0,-1-3 5 0,2 0-3 16,-5-2-1-16,-1 0 7 0,-1-2-10 0,-2-3-1 16,-2-1 1-16,3 6 1 0,-4-4-4 0,-2 0 6 15,3 3-2-15,1 1 4 0,-1 1-1 0,0 1 1 16,0 3 2-16,-1-2-2 0,3 4-1 15,2 4 0-15,-3-9-3 0,3 9 3 0,0 0-8 0,0 0 3 16,6-7 0-16,-6 7-2 0,18 2-2 0,-5 0 1 16,5 3 4-16,1-1-5 0,-2 4 6 0,2 2-1 15,-1 0 0-15,3 6 0 0,-3-3-7 0,-4-2 8 16,2 1 0-16,-3 2-1 0,-2-3-3 0,-1-1 1 16,-1 4-1-16,-1-5 0 0,-3 1 6 0,1-1-5 15,-3-2 5-15,1 1-2 0,-3-3 1 0,2 1-2 16,-3-6 7-16,1 10 6 0,-1-10 9 0,0 0 9 15,0 7 3-15,0-7-1 0,0 0 4 16,0 0 0-16,-17-4-1 0,17 4-5 0,-7-6 1 0,1-3-1 16,3 1-2-16,-1-1 1 0,0-2-4 0,3-1-4 15,-1 1-1-15,2-3-3 0,2 0 5 0,0 1-8 16,3-4-2-16,0-1-7 0,5 1 4 0,1 5-8 16,-1-4 5-16,3 3-5 0,4 2 0 0,-1 1 0 15,-1 3-2-15,-2 3 0 0,6 2-3 0,-1 3-1 16,0 4-2-16,3-1-4 0,-5 5 9 0,2 0-3 15,0 4 2-15,-3-1-1 0,2 3-1 0,-4-1-2 16,-2 3 5-16,-1-1-2 0,1 0 3 0,-5-1-4 16,4 0 3-16,-5-2-2 0,-1-2 8 0,0-1-5 15,-1-1-1-15,-2-2 1 0,-1-1 3 16,0-6 1-16,4 8-1 0,-4-8 1 0,0 0-1 0,0 0 2 16,0 0-2-16,0 0-2 0,0 0 1 0,0 0-4 15,-14-19 2-15,12 8-4 0,1 1 6 0,1-7-9 16,0 2-1-16,4-4-2 0,0 1 2 0,2 1-1 15,1-2 0-15,7-5-3 0,-5 7 2 0,3 1 3 16,0 1 0-16,2 0-1 0,1 6 0 0,2-1-2 16,-6 6-1-16,0 3 5 0,3-1-4 0,-3 4-5 15,2 2 5-15,1 1-2 0,-4 3 0 0,6 2 3 16,-4 2-1-16,-3 1 4 0,3 2 1 0,-4 2 1 16,-1-2-5-16,-2 2 6 0,0 0-8 15,-3 2-24-15,-1 0-17 0,-5-2-30 0,-1 4-36 0,0-4-34 16,0 2-53-16,-6-2-111 0,-1-1-341 0,0-3 152 15</inkml:trace>
  <inkml:trace contextRef="#ctx0" brushRef="#br0" timeOffset="72609.08">19324 5428 163 0,'0'-10'214'0,"2"0"-9"15,0 4-12-15,-2 6-15 0,1-11-18 0,-1 11-19 16,0 0-21-16,0-9-11 0,0 9-15 0,0 0-9 16,0 0-6-16,0 0-7 0,6 21-9 0,-3-9-2 15,-3 5 5-15,0 1-8 0,1 1-4 0,1 7-8 16,-2-2-3-16,1 3-3 0,0 0-2 0,0-1 5 16,2-2-11-16,-2-4-1 0,2 4-4 0,-3-5-7 15,1 1-22-15,0-1-32 0,3 0-31 0,-1-4-41 16,0-4-30-16,3 5-40 0,-4-5-144 0,-2-3-345 15,5 2 152-15</inkml:trace>
  <inkml:trace contextRef="#ctx0" brushRef="#br0" timeOffset="73162.27">19714 5673 1894 0,'14'-8'41'15,"-4"0"28"-15,-5 4-41 0,2 1-19 0,0 0-11 16,-7 3 4-16,9-2-5 0,-9 2-2 0,8 0-10 15,-8 0 1-15,0 0 6 0,9 8-6 0,-4-2 3 16,-4 0 7-16,2 1 2 0,-2 3-9 0,0-1 8 16,0 0 6-16,1 0-9 0,-2 1 6 0,0-2 0 15,0 1-2-15,0-2-2 0,0-7 5 0,-2 10 2 16,2-10 2-16,-2 10 3 0,2-10 6 0,0 7 9 16,0-7 9-16,0 0 6 0,0 0 2 0,-9 3-7 15,9-3 4-15,0 0-4 0,0 0-4 0,-14-10 6 16,10 4-1-16,-1-4-2 0,1 1-3 0,0-2 1 15,3-2-7-15,1-2 0 0,3-2-4 0,2 0-1 16,0 0-6-16,1 0 0 0,3 0-2 0,4 1-1 16,0 1 1-16,1 1-3 0,0 4-3 0,2 2-4 15,0 0 3-15,0 3-3 0,-2 5 1 0,4 2 0 16,-5 1 0-16,5 4-1 0,-3 0 2 0,2 4-4 16,-3 0 2-16,0 2 0 0,-1 1 1 0,-2-1 0 15,1 2 5-15,-3 1-8 0,1-1 4 0,-2-1 4 16,-3-2-4-16,0-2 4 0,-3-1-7 0,2 0 1 15,-2-3 1-15,0 1 0 0,0-1 0 0,-2-6 2 16,1 7 1-16,-1-7 2 0,0 0 2 0,0 0 0 16,0 0-1-16,0 0-5 0,0 0 1 15,0 0 1-15,0 0 0 0,1-28-2 0,-1 16-2 0,5-4 0 16,-1 1-2-16,1-2-1 0,4 1 0 0,4-1-3 16,3-5 3-16,-2 8-1 0,-2 2-2 0,2 0 3 15,-3 5-2-15,1 1 1 0,-2 1-4 0,2 2 0 16,-2 2 1-16,1 2-1 0,0 3 3 15,-2 2 0-15,0 1 1 0,2 6-2 0,-5-1 0 0,1 2-9 16,-3 2-9-16,2 3-21 0,-6-3-19 0,1 4-37 16,-3-2-21-16,-3 0-30 0,1 0-34 0,0-1-118 15,0-2-329-15,2 1 146 0</inkml:trace>
  <inkml:trace contextRef="#ctx0" brushRef="#br0" timeOffset="73568.11">20438 5706 95 0,'0'0'228'16,"0"0"-25"-16,2-10-20 0,-2 10-17 15,0 0-20-15,0 0-19 0,0 0-11 0,0 0-9 16,0 0-9-16,0 0-13 0,-9 23-8 0,6-13-8 16,1 3-4-16,-2-2-6 0,0-1-3 0,3 0-10 0,-3-1-1 15,1-2-1-15,3-7-6 0,-1 10-4 0,1-10-1 16,-4 7 2-16,4-7-5 0,-4 5 6 0,4-5 4 15,0 0 1-15,0 0-3 0,0 0-1 0,0 0 1 16,0 0-2-16,0 0-4 0,-6-25-1 0,6 14-3 16,3-5-5-16,-1-2 1 0,4-1-3 0,3-5-2 15,4-2-2-15,0-1-4 0,0 0-3 0,3-3-2 16,0 2 3-16,1 6-4 0,0 2 3 0,0 1 1 16,-4 5 1-16,-5 6-6 0,1 0-3 0,-2 5-3 15,-1 0 1-15,-6 3 3 0,18 3 2 0,-8 4 5 16,3 3 10-16,-1 4-3 0,-3 2 7 15,1 2-9-15,-1 4 2 0,0 2-3 0,0 1 1 0,-3 0 0 16,2 1-1-16,-5-7 0 0,4 4-1 0,-3-4 0 16,1-1 0-16,-4 1-3 0,3-2 0 15,1-2-16-15,-2 1-26 0,-1-4-26 0,1 0-30 0,-2 0-33 16,-1-5-43-16,1 3-33 0,-1-10-35 0,-2 11-121 16,2-11-380-16,-5 8 168 0</inkml:trace>
  <inkml:trace contextRef="#ctx0" brushRef="#br0" timeOffset="73738.72">20511 5747 8 0,'-2'-5'188'16,"2"5"-16"-16,0 0-11 0,0 0-12 0,10-6-3 0,1 4-19 16,1 0-9-16,8-1-11 0,10-1-15 0,0 1-23 15,5 0-35-15,2-1-54 0,14-1-32 0,0 2-19 16,4-1-17-16,1 2-102 0,-2-1-207 0,-1-3 92 15</inkml:trace>
  <inkml:trace contextRef="#ctx0" brushRef="#br0" timeOffset="73988.73">21527 5466 236 0,'1'-13'245'16,"1"3"-3"-16,-2 1-3 0,0 0-9 0,1 3-17 15,-1 6-27-15,0 0-18 0,0-12-16 0,0 12-25 0,0 0-11 16,0 0-9-16,1 32-1 0,-1-8-8 0,-1 2-9 16,-2 3-3-16,1 3-12 0,-1-1-3 15,-1 0-9-15,1-1-2 0,-2 2-5 0,1-3-9 16,0 0-2-16,0-1-2 0,3-2-7 0,0-7 0 16,-2 1-5-16,3 0-19 0,-3-2-26 0,2-3-26 15,0-1-34-15,-1-4-26 0,2 1-32 0,0-11-24 0,-1 18-23 16,1-18-17-16,-2 10-13 0,-2-6-140 15,4-4-378-15,0 0 167 0</inkml:trace>
  <inkml:trace contextRef="#ctx0" brushRef="#br0" timeOffset="74370.02">21316 5707 125 0,'6'-5'148'16,"5"-1"0"-16,3-1 0 0,6 1-9 0,10 0-12 15,2-1-7-15,0 6-6 0,2-3 0 0,-1 3-8 16,-1 0-13-16,-2 1 0 0,-2 1-10 0,-6 2-6 16,-4 0-10-16,-2-1-9 0,-3-1-1 0,-2 3-3 15,0 0-5-15,-1-1-1 0,-1 2-6 0,-4-2-5 16,0 3-4-16,0-2 1 0,-1 1-1 0,-4-5-3 16,5 11-1-16,-2-5-7 0,-1-2 2 0,2 2-2 15,-4-6 0-15,5 11-5 0,-2-7 1 0,-3-4 0 16,4 7-7-16,-4-7 4 0,5 5 3 0,-5-5 1 0,5 6 6 15,-5-6 4-15,11 0 0 0,-11 0 4 16,13 0-2-16,-13 0 8 0,12-4 10 0,-7-2-9 16,1 2-5-16,-1-2 1 0,0-2-4 0,-1 0 5 15,-1-2-7-15,-1-1 1 0,1 0-2 0,-3 0-4 16,-4-1-4-16,0 0-3 0,-2-4-1 0,-2 2-3 0,-3 1-5 16,-2 2 2-16,2 3-7 0,-5 1 1 15,-1 0-11-15,-2 1-14 0,0 5-28 0,0 3-24 16,0 2-27-16,3 2-38 0,0 0-39 0,5 1-38 15,-2 4-165-15,6-3-409 0,3 1 181 0</inkml:trace>
  <inkml:trace contextRef="#ctx0" brushRef="#br0" timeOffset="74774.61">22368 5514 146 0,'1'-12'199'15,"1"3"-10"-15,3 3-17 0,-3 1-10 0,3 0-14 16,-5 5-18-16,13-7-5 0,0 7-8 0,-3 3-8 16,6 3-6-16,0 2-8 0,-2 2-14 0,2 1 2 15,-5 0-14-15,0 3 5 0,-3 3-14 0,-1-1-6 16,-3 0-3-16,-6 2-8 0,2 0 1 0,-4-2-5 15,-3 1 1-15,-1-1-4 0,-6 0-6 0,1-1 2 16,-7 0-3-16,1-3-1 0,1-3-4 0,-1 1 0 16,1-1-1-16,-2-2-5 0,4 0 3 0,3-2-1 15,0-3 0-15,3 2 3 0,2-2 8 0,2 0 9 16,1 1 0-16,5-3 3 0,0 0 3 0,-10 1-2 16,10-1-8-16,0 0-1 0,0 0-7 0,0 0-4 15,0 0-3-15,0 0 4 0,0 0-11 0,0 0 1 16,33-1 0-16,-14-2 4 0,1 4-14 0,10-2-16 0,-2 1-28 15,3 0-27-15,-1-4-26 0,0 4-49 16,0-4-14-16,1 2-26 0,-4 0-13 0,-7-1-6 16,-1 0-145-16,-3 2-372 0,-1-2 166 0</inkml:trace>
  <inkml:trace contextRef="#ctx0" brushRef="#br0" timeOffset="75083.78">22785 5696 90 0,'2'-7'116'15,"2"-3"-3"-15,0 0 12 0,-1 1 1 0,-2 2 10 16,0 1 4-16,-1 6 7 0,4-11 2 0,-4 11-5 15,4-5-10-15,-4 5-14 0,2-7-13 0,-2 7-12 16,0 0-11-16,0 0-6 0,0 0-5 0,0 0-2 0,-14 22-2 16,9-12-7-16,0 3-6 0,1-1-7 15,-5 2 4-15,6 1-8 0,1-4-3 0,0 2 3 16,3-1-9-16,0-1 1 0,2-1-7 0,4 0 2 16,0-2-4-16,0-2-4 0,4 2 2 0,0-3-5 15,-1 0 1-15,1 0 1 0,3-4-4 0,-4-2 3 0,1 0-10 16,1-2 6-16,-3 1 1 0,1-4 0 15,-2 3 4-15,1-5 4 0,-4 0-3 0,0 0 0 16,0-3-6-16,-3 0-2 0,-2-4-1 0,-1-2 2 16,-1 3 1-16,-5-4-9 0,1 2 4 0,1 0-7 15,-3 2-4-15,-3 2-2 0,2 2 0 0,1 3-7 0,-2-1-16 16,-2 2-23-16,2 2-34 0,-3 4-40 16,2 2-33-16,2-1-41 0,-3 4-42 0,3 0-133 15,2 0-399-15,7-5 177 0</inkml:trace>
  <inkml:trace contextRef="#ctx0" brushRef="#br0" timeOffset="75660.56">23176 5707 2273 0,'0'0'66'0,"7"-4"-14"0,-7 4-22 16,6-3-14-16,-6 3 0 0,0 0 1 0,0 0 0 15,5-4 2-15,-5 4-7 0,0 0 10 0,0 0-7 16,0 0 5-16,0 0 7 0,0 0-3 0,0 0 1 0,-7 23 2 15,5-17 3-15,-1 1 1 0,3-7-8 16,-2 13 1-16,0-7-3 0,1 2-1 0,1-8-3 16,0 11 4-16,0-11-9 0,0 12-1 0,0-12 2 15,-1 7 3-15,1-7 4 0,0 0 10 0,-4 7 13 16,4-7 12-16,0 0 5 0,0 0-4 0,0 0-5 16,0 0-7-16,0 0-6 0,-17-11 10 0,11 3-12 15,2 1-5-15,-1-2-3 0,1-2-3 0,2-1 0 16,0-1-4-16,1-1-4 0,2-4-6 0,2 2-3 15,1-2 0-15,5 1-1 0,-3 0 0 0,3 2 3 0,4 0-11 16,-2 3-3-16,1 4 2 0,-1 1-2 0,2 2-1 16,0 2 2-16,0 0-1 0,1 7 2 15,0 1-3-15,1 2 0 0,0 3 1 0,-2 2 0 16,2-1 1-16,-2 2 0 0,1 2 0 0,-3 1 1 16,-2-1-1-16,-2-1 1 0,0-4 2 0,-1 1-1 0,-1-2 3 15,-2 0-4-15,-1-2 5 0,1-3-2 16,-3-4 0-16,4 9 4 0,-4-9 5 0,1 5-5 15,-1-5 6-15,0 0-5 0,0 0 0 0,0 0-2 16,0 0-2-16,0 0 1 0,0 0-3 0,-10-19 0 16,8 8-9-16,2 1 2 0,0 0-4 0,3-2 4 0,0 0-2 15,-1-4-1-15,7 1-2 0,-1 2-3 16,1-1-1-16,2 1 0 0,1 2 4 0,-3 2 0 16,1 4 1-16,-1-1-4 0,1 2 1 0,-2 1-2 15,1 3 4-15,-9 0 1 0,15 6 2 0,-9-1-2 16,2 3 3-16,-2 2 1 0,-1 0 3 0,-1 2 7 0,0 1-10 15,-1 3 3-15,-3 0 4 0,1 0-2 0,-2 1 0 16,1-1-19-16,-1-4-33 0,1-1-37 0,-2 0-44 16,2 0-60-16,0-1-63 0,0-10-172 15,2 12-464-15,-2-12 206 0</inkml:trace>
  <inkml:trace contextRef="#ctx0" brushRef="#br0" timeOffset="76108.82">23970 5612 241 0,'0'0'221'16,"3"-5"-20"-16,-3 5-21 0,0 0-4 0,0 0-3 0,0 0 15 15,0 0-15-15,-10 27-17 0,5-16-17 16,-3 5-6-16,-2 0-15 0,4-2-10 0,-2 2-12 16,0-2-4-16,1 2-13 0,3-6-8 0,0 2-6 15,0-3-5-15,3 2-5 0,-2-5 0 0,2 0-6 16,1-6 3-16,-4 8 1 0,4-8 17 0,-4 6 7 0,4-6 15 15,0 0 2-15,-6 4-5 0,6-4-10 0,0 0-11 16,0 0-7-16,0 0-7 0,-6-20 0 0,7 11-5 16,-1-1-4-16,1 0-7 0,2-3-5 15,-1-2-6-15,5-2-1 0,-2-2-9 0,5-4 2 16,0 0-7-16,3-2-3 0,1 0-2 0,1 2 3 0,1-1-1 16,0 0-7-16,0 3 7 0,-4 5-7 0,1 2-3 15,0 0 0-15,-5 5-3 0,1 0 1 16,0 2-4-16,-1 2 1 0,-2 0-6 0,1 4-1 15,-7 1 4-15,14 9 2 0,-6-1-1 0,0 3 2 16,1 3 0-16,-3 5 8 0,-1 5 1 0,-1-5 2 16,0 3-5-16,-2-2 2 0,1 5 0 0,0-1 0 15,-2-5 8-15,0 0-3 0,-1-1-9 0,1-1 13 16,1 0-1-16,-2-2-9 0,2-2 1 0,-4-1 2 0,5-2-5 16,-3 1-13-16,2-3-17 0,-1-1-24 0,-1-7-30 15,0 12-25-15,0-7-35 0,0-5-34 16,-3 9-44-16,3-9-21 0,0 0-236 0,-5 6-519 0,5-6 231 15</inkml:trace>
  <inkml:trace contextRef="#ctx0" brushRef="#br0" timeOffset="76274.87">24023 5700 2013 0,'-9'-1'80'0,"9"1"-50"0,0 0-26 0,0 0-1 16,-1-8 4-16,1 8-3 0,0 0 1 0,0 0 2 15,14-5 2-15,-14 5-6 0,18-4 2 16,-5 4-2-16,6-1-9 0,0-1-36 0,4 2-51 16,9-2-53-16,0 3-169 0,-1-2-341 0,-1 1 152 0</inkml:trace>
  <inkml:trace contextRef="#ctx0" brushRef="#br0" timeOffset="76440.89">24450 5779 191 0,'3'6'298'0,"-3"-6"-14"0,0 0 3 15,1 7 5-15,-1-7 1 0,0 0-4 0,0 0-2 0,0 0-17 16,0 0-16-16,0 0-24 0,0 0-27 0,0 0-12 16,0 0-30-16,0 0-17 0,0 0-43 15,0 0-33-15,0 0-52 0,0 0-46 0,0 0-60 16,0 0-57-16,0 0-78 0,0 0-67 0,0 0-221 16,0 0-555-16,0 0 245 0</inkml:trace>
  <inkml:trace contextRef="#ctx0" brushRef="#br0" timeOffset="77667.13">20378 5914 23 0,'0'0'28'0,"0"0"-9"0,0 0-9 15,0 0-12-15,0 0-11 0,0 0-15 0,0 0 7 0</inkml:trace>
  <inkml:trace contextRef="#ctx0" brushRef="#br0" timeOffset="78231.1">22897 5837 44 0,'0'0'55'0,"0"0"-8"0,0 0-2 0,0 0-6 15,0 0-5-15,0 0-9 0,0 0-15 0,0 0-7 0,0 0-18 16,0 0-34-16,0 0-51 0,0 0 23 15</inkml:trace>
  <inkml:trace contextRef="#ctx0" brushRef="#br0" timeOffset="78685.45">24259 5834 14 0,'0'0'91'16,"0"0"2"-16,0 0-12 0,0 0-6 0,0 0-4 15,0 0-9-15,0 0-1 0,0 0-6 0,0 0 0 16,0 0-6-16,0 0 2 0,0 0-9 0,0 0-4 15,0 0 3-15,0 0-3 0,0 0-7 0,0 0 2 16,0 0-1-16,0 0-3 0,0 0-12 0,0 0 0 0,0 0-1 16,0 0 2-16,0 0 1 0,0 0-8 15,0 0-20-15,0 0-16 0,0 0-6 0,0 0-33 16,0 0-18-16,0 0-74 0,0 0-167 0,0 0 75 16</inkml:trace>
  <inkml:trace contextRef="#ctx0" brushRef="#br0" timeOffset="82224.47">8182 7173 14 0,'-3'-12'169'0,"-4"2"-5"16,4-1-5-16,-3 0 10 0,3 0-3 0,0-1-11 15,-1-1 9-15,3 4-9 0,-3-2 3 0,0 2-4 16,3-1-9-16,-2 0-11 0,2 4-12 0,0-4-9 16,1 10-12-16,-3-9-6 0,3 9-14 0,-1-6-8 15,1 6-11-15,0 0-9 0,0 0-5 0,4-8-8 0,-4 8-1 16,0 0-7-16,0 0 1 0,22 20-9 16,-12-7 3-16,2 3-4 0,3 7-1 0,-3 0-3 15,4 2-1-15,-2 0-4 0,-4-1 0 0,3 2-3 0,-2 1 2 16,0-2-4-16,0-1 2 0,2-1 0 0,-6-8 0 15,1 2-1-15,-1-1-2 0,1-2 1 0,-1-4-4 16,-2 1-1-16,0-1 3 0,3-2-1 0,-5 2-3 16,0-5 2-16,2 2 0 0,-2-2 1 0,1 0 0 15,-4-5-3-15,6 7-2 0,-3-2 0 0,-3-5 4 16,0 0-1-16,7 5 6 0,-7-5 0 16,0 0-3-16,0 0 2 0,0 0-2 0,0 0-3 15,10-10 1-15,-4 2 2 0,-1-3-4 0,-3-2 2 16,5-2-3-16,-2-3-3 0,0-1-5 0,3-5-1 0,-2-1-2 15,0-1-6-15,1 0-5 0,-1-3-1 0,2 0-2 16,-3 0 1-16,1 0 2 0,-1 1-1 0,3 0 2 16,-4 0 2-16,0 2 1 0,-2 1 1 0,2 0 0 15,-1 0 2-15,-2 9 4 0,-1-3-2 16,1 2 0-16,-2 5 2 0,1 0-2 0,0 0 0 0,-1 0 4 16,1 2 1-16,-2-2 0 0,2 3 1 0,-1 2 4 15,1 7-5-15,-5-11 1 0,5 11 1 0,-2-8-1 16,2 8-2-16,-4-5 1 0,4 5-3 15,-4-6 2-15,4 6 0 0,0 0-2 0,0 0-2 0,-14 3 1 16,14-3 0-16,-9 9 7 0,5-2-5 0,-1 2 2 16,0 0-1-16,0 1 2 0,1 4 2 0,0-3-2 15,1-1 0-15,3 1-2 0,0 0 3 0,3 0 0 16,2-1-2-16,1-1 2 0,2-1-5 0,4-1-11 16,4 0-16-16,5-3-21 0,7-2-23 0,0 1-36 15,6-3-23-15,1 0-30 0,-3 0-33 0,0 0-106 16,-4-6-332-16,-1 4 147 0</inkml:trace>
  <inkml:trace contextRef="#ctx0" brushRef="#br0" timeOffset="83045.73">8790 7383 179 0,'0'-7'203'0,"0"7"3"0,0 0-11 0,0-9-6 16,0 9-10-16,0 0-12 0,0 0-18 0,0 0-15 16,0-9-18-16,0 9-15 0,0 0-10 0,0 0-12 0,0 0-10 15,0 0-10-15,0 0-2 0,0 0-5 0,1 24-3 16,0-13-7-16,-1 1-3 0,0 0-4 15,0 4-4-15,3-4 0 0,-3 4-5 0,0 0 0 16,1-3-5-16,-1 3-4 0,1-4 3 0,0 1-3 16,-1-2-14-16,-1 2-33 0,0-1-40 0,1 2-43 0,0-4-45 15,0 4-57-15,-4-6-118 0,2 1-361 16,2-9 160-16</inkml:trace>
  <inkml:trace contextRef="#ctx0" brushRef="#br0" timeOffset="83259.6">8809 7184 62 0,'0'-6'239'16,"0"6"-20"-16,-1-11-16 0,1 11-13 0,0-10-23 15,0 10-14-15,0 0-16 0,1-10-17 0,-1 10-17 16,0 0-25-16,0 0-17 0,0 0-27 15,0 0-48-15,10 2-37 0,-10-2-40 0,14 10-57 0,-10-5-96 16,2 2-264-16,-2 0 117 0</inkml:trace>
  <inkml:trace contextRef="#ctx0" brushRef="#br0" timeOffset="84220.11">10019 7053 138 0,'-4'-12'179'0,"4"12"-2"0,-1-7-1 16,1 7-13-16,-3-9-2 0,3 9-13 0,0 0-8 15,-2-10-9-15,2 10-9 0,0 0-8 0,0 0-9 16,0 0-12-16,-3-9-6 0,3 9-5 0,0 0-14 15,0 0-5-15,0 0-8 0,0 0-7 0,0 0-2 16,-2-5-6-16,2 5-3 0,0 0-6 0,0 0-1 16,0 0-9-16,0 0 0 0,0 0-3 15,0 0-1-15,0 0 1 0,0 0-1 0,0 0-7 0,0 0 1 16,0 0-1-16,0 0 1 0,0 0-3 0,0 0 3 16,0 0-3-16,0 0 1 0,0 0-1 0,0 0 1 15,0 0-4-15,0 0 0 0,0 0 2 0,0 0 7 16,0 0-6-16,0 0 1 0,0 0 5 0,0 0 0 15,0 0-3-15,0 0 6 0,0 0-5 0,0 0 3 16,0 0-1-16,0 0-2 0,0 0 2 0,0 0-2 16,0 0-7-16,0 0 4 0,0 0-6 0,0 0-1 15,0 0-4-15,0 0 3 0,0 0 0 0,6 21-2 16,-2-9 3-16,4 3-3 0,0 3 1 0,4 4 2 16,-2 4-1-16,3 2 2 0,-1-1-4 0,0-1 4 15,0 2-6-15,-3-2 7 0,2-2 0 0,-2 1-4 16,-1-7 0-16,0-2 1 0,0 2 2 0,-1-2 0 15,-1-1-2-15,1-1 1 0,-1-1 1 0,-1-2-1 16,-1 0-3-16,0 0 5 0,0-4-3 0,0 1 4 16,-2-1-2-16,1-3-3 0,-1 2 4 0,3-1 0 15,-5-5-1-15,5 8-1 0,-5-8 1 0,4 6 5 16,-4-6-1-16,2 4 7 0,-2-4 12 0,0 0 13 16,0 0-5-16,0 0-1 0,0 0-4 0,0 0-3 15,6-23-3-15,-3 13 21 0,-1-8-6 0,-1 0-5 16,6-8 1-16,-1 0-6 0,-1 0-4 0,-1-4-3 15,3-1 1-15,0-2-6 0,2 1-5 0,0 0 1 0,-1 3-3 16,-1-2 0-16,0 5-1 0,-1-1-3 16,-2 8 0-16,-1 4 4 0,0 5-4 0,0 0 1 0,-1 3-3 15,0 2 2-15,0-2-4 0,-2 7-5 16,1-9-21-16,-1 9-23 0,2-7-22 0,-2 7-31 16,0 0-16-16,0 0-17 0,0 0-5 0,0 0-27 0,0 0-21 15,11 12-25-15,-8-3-169 0,-2-1-412 16,1 4 182-16</inkml:trace>
  <inkml:trace contextRef="#ctx0" brushRef="#br0" timeOffset="87324.73">3289 7125 34 0,'-10'0'157'0,"10"0"-8"0,0 0-15 15,-10 0-6-15,10 0-15 0,0 0-15 16,0 0-15-16,0 0-1 0,0 0-15 0,0 0 3 16,0 0-10-16,0 0-10 0,30-6 3 0,-8 4-11 15,0-2-7-15,8 0-12 0,1 0-5 0,0-2-24 16,-2 0-15-16,3 3-19 0,-5 1-22 0,0 2-20 16,-8 1-14-16,-2-1-86 0,-5 3-197 0,-3-2 88 15</inkml:trace>
  <inkml:trace contextRef="#ctx0" brushRef="#br0" timeOffset="87758.68">3464 7138 32 0,'0'0'100'0,"-4"9"11"0,3 1-8 15,0 2 0-15,1 5 7 0,-3 7-11 0,2 3 1 16,-2 0-14-16,3 0 2 0,0 3-7 0,-1-2 3 15,0-1-4-15,1 0-9 0,0-1-2 0,-1-7-10 16,2 0-3-16,-2-3-5 0,2 0-2 0,1 0-3 16,-2-4 0-16,2-1-6 0,0-1-8 0,-2-1-1 15,2-1-1-15,-2-8-2 0,1 12-3 0,-1-6 3 16,0-6-8-16,1 8 2 0,-1-8 4 0,0 0-8 16,0 10 5-16,0-10 0 0,0 0 3 0,0 0-2 15,-6 6-5-15,6-6-6 0,0 0 4 0,-14-1-3 16,14 1-5-16,-17-3 5 0,8 1-2 0,-2 1-5 15,2-4 1-15,-3 1-3 0,-1 3 2 0,1-1-8 16,-4-1 7-16,5 1-5 0,-1 0 3 0,1 0 0 16,-1 0 4-16,4 2 4 0,8 0 1 0,-13-4-6 15,13 4 1-15,-11 0 0 0,11 0 3 0,0 0-3 16,-10 0-2-16,10 0 1 0,0 0-6 0,0 0 2 16,0 0 2-16,0 0-3 0,0 0 0 0,0 0 2 15,0 0-5-15,33-1 2 0,-13-1 3 0,9 0-4 16,2-3-7-16,2 3-19 0,1-4-17 0,4 1-28 0,0 2-21 15,13-8-30-15,-16 6-17 0,-1 1-31 16,-1-1-97-16,-5 1-289 0,0-1 129 0</inkml:trace>
  <inkml:trace contextRef="#ctx0" brushRef="#br0" timeOffset="88036.79">3906 7178 191 0,'0'-8'225'0,"0"8"-5"0,-1-11-15 16,1 11-10-16,-1-9-24 0,1 9-13 0,0 0-28 15,0 0-15-15,0 0-11 0,0 0-11 0,0 0-11 16,0 0-4-16,4 36-6 0,-3-10 0 0,0 4-7 16,2-1-1-16,-3 3-6 0,0-3-7 0,-2 2-5 15,4-1-3-15,-1-1-1 0,-1-3-4 0,0 2-4 16,-1-1-1-16,1-3-8 0,2-4 3 0,0 5-4 15,-2-1 1-15,1-6-8 0,0 3-10 0,1-6-21 16,-1 2-23-16,0-1-25 0,-1 0-22 0,3-2-20 16,-1-2-34-16,-1 0-20 0,2-4-29 0,-2-2-135 15,2 4-347-15,-2-3 154 0</inkml:trace>
  <inkml:trace contextRef="#ctx0" brushRef="#br0" timeOffset="88274.05">4157 7435 93 0,'2'-16'214'16,"1"3"8"-16,-2 4-4 0,2 4-6 0,-3 5-17 16,1-10-20-16,-1 10-21 0,1-8-17 0,-1 8-17 15,0 0-11-15,0 0-11 0,0 0-4 0,8 19-7 16,-6-2-2-16,0 0-7 0,-2 2-8 0,0 5-2 16,1 1-1-16,0 0-9 0,-1-4-6 0,-1-2-5 15,2 9-2-15,-2-9-5 0,2 6-5 0,-1-6 0 16,2 5-2-16,-1-4-4 0,-1-2-8 0,-1 0-11 15,1 1-26-15,-3-2-23 0,0-2-24 0,2 2-18 16,-1-3-32-16,-2-2-23 0,1-2-32 0,2 0-29 16,-1-1-151-16,-2-3-377 0,4-6 166 0</inkml:trace>
  <inkml:trace contextRef="#ctx0" brushRef="#br0" timeOffset="88514.9">4208 7309 152 0,'9'-9'154'0,"0"0"-3"15,1 4-12-15,0-2-12 0,-1 4-6 0,3 1-8 16,-5 2-9-16,-7 0-3 0,17 3-14 0,-8 1-12 16,-1 4-1-16,-2 2-8 0,-1 0-4 0,2 4-8 15,-5-1-4-15,-2 3-3 0,-4 0-7 0,1 1 2 16,-5 1-7-16,-1-1-2 0,-3-2-4 0,-3 4-2 15,5-6-4-15,-9 8-19 0,5-9-31 0,1 3-23 16,2-8-46-16,-4 6-34 0,1-6-139 0,-2 1-289 16,0-1 129-16</inkml:trace>
  <inkml:trace contextRef="#ctx0" brushRef="#br0" timeOffset="89358.52">4813 7727 174 0,'-2'-15'177'0,"4"6"-12"16,1-4-5-16,4-2-7 0,0-3-14 0,5-6-11 15,4 4-3-15,-3-1-8 0,5-1-9 0,0-3-11 16,0 2-8-16,-3-2 13 0,6 1-6 0,-3 3-9 16,-7-2-5-16,-2 7-11 0,1-2-7 0,-3 1 1 0,-1 2-6 15,-2 4-3-15,0 1-2 0,-3 4-5 16,-1-2-5-16,0 8-5 0,-1-13-5 0,1 13-6 16,-4-9-5-16,4 9-3 0,-10 0-1 0,10 0-5 15,-18 4-3-15,6 1 0 0,3 2-5 0,-1 0-2 0,1 3-2 16,-1 3-6-16,2-2-4 0,5 0-3 0,1 1-3 15,4-1 0-15,0 3-1 0,6 0-1 16,1 0-1-16,1 1 2 0,5-2 4 0,1 1-1 16,0 0 0-16,7 0 3 0,-8-1-4 0,1 0 3 15,-3-3 3-15,1 2-2 0,0-2 0 0,-3 1-1 0,-3-1 0 16,-1-2 0-16,1 1 0 0,-4 0 2 16,1 1 0-16,-2-2-1 0,-3 2-14 0,-3 1-13 15,-1-4-25-15,4-7-24 0,-7 18-27 0,0-10-32 16,0 1-25-16,-2-1-127 0,-2-4-320 0,1 0 142 15</inkml:trace>
  <inkml:trace contextRef="#ctx0" brushRef="#br0" timeOffset="89972.89">5206 7422 188 0,'3'-7'245'0,"-3"7"-20"16,2-11-19-16,0 7-21 0,-2 4-18 0,0 0-24 15,1-8-16-15,-1 8-14 0,0 0-13 0,0 0-12 16,0 0-3-16,2 28-11 0,0-16-7 0,1 0-8 16,0 5-3-16,1-1-7 0,-2-3-3 0,3 2-6 15,2 2-3-15,1-3 0 0,0-3-5 0,-1-1-2 16,1-2-6-16,-1 0 0 0,2 0-2 0,-2-6-3 16,-1 3-1-16,2-3 1 0,-8-2-5 0,14 1 1 15,-14-1-2-15,14-3 0 0,-5-3 0 0,-3 1-2 16,0-4 0-16,2 2-1 0,-3-3-1 0,2 1 0 15,-4-2-1-15,0-2 1 0,1-2-8 0,-2-1 4 0,1-1 2 16,-3 7 3-16,0-3-15 0,0 1 6 16,1 4 9-16,-1 1 1 0,0 7 4 0,-1-11-8 15,1 11 1-15,0 0-7 0,-1-9-1 0,1 9 0 16,0 0-2-16,0 0 0 0,0 0 9 0,0 0-9 16,0 0 1-16,5 24-3 0,0-15 2 0,1 0-1 0,-1-1 1 15,1 2 1-15,-1-2 1 0,1 1 1 0,3-1-1 16,-1-3 2-16,-2 0 1 0,4-1 0 15,3 0 0-15,-3-2 0 0,3-2 2 0,-1-1-1 16,5-3-3-16,-1-5-4 0,0 4 2 0,1-4 0 16,0-1 1-16,-6 0 0 0,2-3 6 0,0 0-6 15,-2-3-1-15,-2-2-2 0,-1 1 4 0,-3-2 2 16,-1-9-2-16,-2 3 0 0,1-1 2 0,-4 1 1 16,-1 6 11-16,1-1 6 0,0 4 7 0,-1 0 8 15,0 4 13-15,1 1-2 0,-1 2 4 0,1 2-5 16,1 7-3-16,-1-9-14 0,1 9-6 0,0 0-4 0,0 0-2 15,0 0-3-15,5 27 2 0,-4 1 4 16,-1 2-1-16,1 17 3 0,-1-13 2 0,0 12-7 16,-2-10 2-16,3 0-4 0,-1-3-1 0,0 13-1 15,1-14 4-15,2-4-7 0,0 3-1 0,-3-1 2 16,2-3-2-16,1-1-4 0,-3 0 11 0,1-5-28 0,0-3-24 16,3 6-23-16,-3-6-21 0,-3 0-42 0,-1-4-43 15,1-1-44-15,0-2-36 0,-1 1-175 0,-3-2-455 16,1-3 201-16</inkml:trace>
  <inkml:trace contextRef="#ctx0" brushRef="#br0" timeOffset="90198.42">5715 7351 47 0,'9'-6'164'16,"-2"-2"-10"-16,4 2-7 0,0 3-9 0,-1 4-8 15,3 2-15-15,-1 2 0 0,-2 1-10 0,0 2-20 0,-2 2-4 16,2 3-13-16,-4 3-1 0,-1-4-8 0,-3 5-8 16,-2 1 0-16,-2-1-3 0,-1 1-14 0,-2-1-16 15,-2 0-8-15,-2-1-31 0,-2 0-26 16,3-6-36-16,-5 3-20 0,2-2-37 0,2-4-76 16,-3-1-233-16,5-1 103 0</inkml:trace>
  <inkml:trace contextRef="#ctx0" brushRef="#br0" timeOffset="90430.04">6029 7199 11 0,'4'-7'259'0,"-1"1"-20"0,-1 1-14 0,-2 5-20 16,5-7-23-16,-5 7-17 0,0 0-19 15,4-4-15-15,-4 4-11 0,0 0-7 0,8 19-6 16,-6-2-3-16,1 6-6 0,1 6-8 0,-4 0-6 15,2 2-5-15,-3-1-12 0,0-4-3 0,1 3-9 16,0-1 0-16,-2-2-7 0,0 2-6 0,0 2-3 16,2-4-9-16,-2 1-22 0,2-5-24 0,-3-5-31 15,0 1-35-15,-1 3-36 0,3-3-43 0,-3-4-44 16,-1 4-152-16,2-8-385 0,-2-1 170 0</inkml:trace>
  <inkml:trace contextRef="#ctx0" brushRef="#br0" timeOffset="90659.85">6088 7317 85 0,'8'-9'193'0,"2"1"-10"0,1 3-17 0,-2-1-8 16,2 4-11-16,0 2-6 0,-2 2-15 0,1 2-10 15,0 2-8-15,-2 3-9 0,-2 1-10 0,0-1-7 16,-1 5-13-16,-4 0-6 0,-1 5 0 0,-1 0-8 15,-3-1-2-15,-1 3-10 0,-2-4-2 0,0-1-3 16,-5 1-17-16,1-3-19 0,-5 3-34 0,4-6-25 16,-4 3-20-16,5-3-46 0,-2-1-40 0,1-2-119 15,2-5-305-15,1 1 136 0</inkml:trace>
  <inkml:trace contextRef="#ctx0" brushRef="#br0" timeOffset="90883.85">6396 7159 32 0,'5'-8'248'0,"-2"3"-22"0,-1 0-24 15,2 0-24-15,-4 5-16 0,0 0-7 0,0 0 4 16,0 0-7-16,15 15-8 0,-10-3-10 0,-1 6-15 16,0 6-8-16,0 3-11 0,1-3-2 0,-2 1-18 15,0 0-4-15,1 2-9 0,-1-2-4 0,-2 0-10 16,2-5-19-16,-1-1-27 0,1 0-20 0,-2-3-38 15,2-3-43-15,-1-2-42 0,2 1-31 0,1-1-26 16,-1-1-132-16,-2-4-351 0,-2-6 156 0</inkml:trace>
  <inkml:trace contextRef="#ctx0" brushRef="#br0" timeOffset="91397.84">6751 7322 104 0,'3'-5'229'16,"-1"1"-17"-16,-2 4-22 0,5-7-17 0,-5 7-15 15,0 0-19-15,0 0-18 0,0 0-6 0,0 0-13 16,0 0-14-16,0 0-4 0,13 12-6 0,-9-7-11 16,-3 1-3-16,3 3-9 0,0-2-4 0,1-3-1 15,1 2-7-15,1 0-1 0,-2 0-8 0,1-3-2 16,2 0 0-16,-2-2-6 0,-6-1 5 0,12 3-9 16,-12-3 6-16,11 0-5 0,-4 0-5 0,-7 0 3 15,11-4-4-15,-11 4 0 0,8-5 8 0,-3 2 1 16,-5 3 2-16,4-8-3 0,-4 8 6 0,4-9 3 15,-4 9 8-15,4-7 0 0,-4 7 3 0,0 0-6 16,2-6-4-16,-2 6-10 0,0 0-5 0,0 0-4 16,0 0-1-16,0 0-1 0,5 17-2 0,-3-2 1 0,3 8 2 15,0 2 4-15,-1 8 8 0,-1 1-6 16,1 12 4-16,0-11 4 0,0 15-5 0,-1 0 2 16,-2-2-1-16,1 2 1 0,-4 0-1 0,2-1-6 15,-3-3 1-15,1 0-6 0,-2-12 5 0,1 0-3 16,1-2 1-16,-2-1-5 0,-1 0 2 0,-2-6-1 15,2 0-4-15,0-6 4 0,1-1 0 0,-2-4-2 16,-3 2 0-16,4-5-1 0,0-2-1 0,0-2 2 16,-1-2 3-16,-2 2-4 0,8-7 0 0,-17 4-5 15,4-5 0-15,13 1-5 0,-28-10-3 0,13 0-5 16,-6-8 6-16,6-2-15 0,-2-4 1 0,3-3-4 16,4-4-3-16,-1-3 2 0,4 0 0 0,2-12 1 15,4 9-10-15,2-10-1 0,4 12 0 0,12-10-7 16,-4 14 2-16,2 0-7 0,11-11-3 0,-5 16-11 15,14-11-10-15,-6 14-17 0,8-7-18 0,5 1-17 16,-9 10-19-16,16-7-31 0,-13 10-14 0,12-2-7 0,1 0-140 16,-15 6-356-16,2 3 157 0</inkml:trace>
  <inkml:trace contextRef="#ctx0" brushRef="#br0" timeOffset="91509.5">7604 7460 119 0,'0'0'116'0,"0"0"-14"0,0 0 5 15,0 0-22-15,10 1-35 0,-10-1-42 0,0 0-49 16,0 0-50-16,0 0-100 0,0 0 45 0</inkml:trace>
  <inkml:trace contextRef="#ctx0" brushRef="#br0" timeOffset="93918.04">10806 7184 70 0,'0'0'152'0,"3"-10"-9"0,-3 10-13 16,-1-9-6-16,1 9 5 0,-4-6-7 0,4 6-11 15,-5-6-14-15,5 6-7 0,-12-2-11 0,12 2-6 16,-17 3-11-16,5 3-10 0,-4 4 3 0,-5 7-7 16,-1 2-3-16,3 4 3 0,1 2-1 0,1-1-4 0,1 1-4 15,-1 0-4-15,3 1-1 0,4-3-5 16,2 2-4-16,1-7-4 0,4-1-1 0,2-2-1 16,2 1 3-16,2-3-7 0,0 1 0 0,5-4-1 15,-2 1 3-15,7-2 2 0,2 1-8 0,2-4 0 16,2-3 1-16,2-3-1 0,-1-2-2 0,7-1 1 15,1-1-4-15,-9-2 0 0,2-3 1 0,-2 2-3 16,0-3 6-16,-4-2-3 0,1 2 2 0,-4-1-4 16,0-4 0-16,-1 2 2 0,-5-2 3 0,1-2 6 15,-4 0 5-15,1 1 3 0,-2-1-3 0,-2-1 4 0,-2 1 6 16,0-2 2-16,1 4-4 0,-1 3 8 16,0 1 8-16,-2 0 3 0,2 6-2 0,2 5-2 15,-1-11-4-15,1 11 0 0,-2-9-14 0,2 9-5 16,0 0-4-16,0 0-5 0,0 0-2 0,0 0 0 0,0 0-3 15,-2 35-1-15,3-19 3 0,-1 3 0 0,3 0-4 16,0 1 5-16,4-1-5 0,-2-1 1 0,3-1-2 16,-2 1 1-16,2 0-1 0,0-4 1 0,4 1-1 15,-3-3 3-15,0-2-2 0,5 1 0 16,-4-5 2-16,3 0 0 0,0-1 7 0,0-1-8 0,5 0-3 16,-1-3 3-16,0-1 1 0,-3-1 2 0,3-2 0 15,0-2-5-15,-5 1 1 0,0-2-3 0,0 1-4 16,-1-3-3-16,0-1-3 0,1-2 1 0,-3-4-10 15,-2 2 1-15,2-2-1 0,-2 1-5 0,-5-3-5 16,1 1 0-16,-2-1 4 0,-1 0 3 0,-2 1 0 16,-2-2 0-16,0 2 2 0,-3 1 0 0,1 4 2 15,2 1 4-15,-2 3 1 0,-1-2 3 0,1 3-4 16,-2 3-1-16,3-1 4 0,5 4 1 16,-13-3-4-16,6 3 4 0,7 0 0 0,-10-1-4 0,10 1 2 15,0 0 1-15,0 0-1 0,-8 4 1 0,8-4 3 16,0 0-1-16,0 0 4 0,19 13-1 15,-10-11 6-15,4 1 0 0,6-2-1 0,3 3-1 0,-4-4 0 16,2 3 0-16,2-3 2 0,-4 2-2 0,-1 0-1 16,-4 1-1-16,0 1 3 0,0-2-2 0,-3 4-1 15,1-1 3-15,0 3 2 0,-2-1-2 0,-2 2 0 16,1 0 1-16,-3 2 2 0,0 0-2 0,-1 2 1 16,1-2 1-16,0 2 9 0,1-3-14 15,-4 2 4-15,-1-1-1 0,3 0 3 0,2-1 0 0,-3 1-3 16,1-4 1-16,1 0 1 0,0-1 1 0,-2 0 0 15,0-3 1-15,1 1-1 0,-4-4 1 0,9 5 1 16,-9-5 0-16,9 3-1 0,-9-3 1 0,0 0-1 16,13-6 3-16,-6 3-2 0,-5-3-2 15,6-1-1-15,-3-2-2 0,0-1 0 0,2-1-1 0,-1-3 2 16,0-3-5-16,2 1-2 0,-1 0 3 0,-3 0 1 16,1-1 0-16,0 6-3 0,-2 2 3 0,1 0 6 15,-2 3 0-15,0 0 2 0,-2 6-12 0,3-7-4 16,-3 7 1-16,0 0 0 0,0 0-1 0,0 0 3 15,11 17-1-15,-10-6 4 0,4 0-1 0,0 3 1 16,2 2 1-16,-1-2-2 0,-1 0 3 0,2-2 3 16,-4-1-4-16,4-1 3 0,-2-1-1 0,0-1 4 15,1 0-2-15,1-4-1 0,-4-1 3 0,3 1-2 16,-6-4 4-16,7 4-1 0,-7-4 4 0,7 4 0 16,-7-4 2-16,0 0 2 0,0 0 2 0,14-8-1 15,-12 3 1-15,-2 5-2 0,4-12 1 0,-2 5-1 16,0-1-2-16,1-1-1 0,-1 1-5 0,2 2 1 15,-1 0 1-15,-1-1-6 0,-2 7-2 0,4-7 0 16,-4 7-4-16,0 0 0 0,9 0 0 0,-9 0 0 16,9 14 7-16,-5-4 3 0,2 9 0 0,2 6 2 15,-1 6 4-15,-5-1 6 0,5 15 1 0,-2-8 3 16,-3 9 0-16,0 0 0 0,-4-10 0 0,0-1-4 16,-1 12-1-16,1-14 0 0,-1 5-3 0,1-4 0 15,-4 0 3-15,1-2-7 0,-3-2 2 0,-2-1-3 16,3-5-1-16,1-6-10 0,1-1-1 0,1-5-11 15,-4-1-1-15,5-2-7 0,-4-3-10 0,1-1-5 16,1 0-7-16,-3-2-7 0,8-3-7 0,-14 1 2 16,14-1-4-16,-17-11-1 0,11 3 5 0,-4-6 7 15,3-1 4-15,1-3 0 0,1-8 1 0,1-2 7 16,6-1 1-16,-1 0 6 0,4 1 6 0,2-2 6 16,0 0-2-16,3-1 13 0,1 1 2 0,5 3 6 15,0-3-3-15,1 0 3 0,-1 3 3 0,6-1-3 16,1-1 2-16,0 3 4 0,1-1 5 0,0 0-3 15,-3 3 1-15,2 2 2 0,-1-1 2 0,-2 1-1 16,-2 3 0-16,-5 3 0 0,2 2 7 0,-3-1-6 16,-3 4 4-16,1-4 7 0,-5 6 0 0,-1-2 0 15,0 0 9-15,0-1-5 0,-2 0-2 0,0-1 1 16,-2 3-5-16,0-3 2 0,-2 4 0 0,1 2-1 16,0-2 3-16,1 9-2 0,0-11-4 0,0 11-4 15,0 0-8-15,-4-8 0 0,4 8-2 0,0 0-2 16,0 0-2-16,0 0 2 0,-9 29 0 0,7-18-1 0,0 6-3 15,2 0 1-15,0-1 3 0,0 2-1 0,4-4 1 16,-3 2-2-16,3 0-1 0,2 1-30 16,0 0-25-16,2-6-41 0,1 1-29 0,2 1-32 15,0-2-32-15,-2 0-181 0,-2-3-399 0,2-2 177 16</inkml:trace>
  <inkml:trace contextRef="#ctx0" brushRef="#br0" timeOffset="94087.02">12042 7086 8 0,'13'13'51'0,"-3"-4"-29"0,3 6-22 15,5 7-14-15,-3 2-15 0,3 0 7 0</inkml:trace>
  <inkml:trace contextRef="#ctx0" brushRef="#br0" timeOffset="94314.97">12316 7450 21 0,'0'0'212'0,"0"0"2"0,0 0-14 0,6-19-20 0,-6 10-4 16,2-3-4-16,-1-2-10 0,5-2-14 15,0-1-14-15,2-1-12 0,3-5-11 0,0 7-11 0,-1 3-10 16,3-1-12-16,-4 6-6 0,2 1-5 0,-2 0-10 15,1 4-5-15,2 0-7 0,-3 3-6 16,3 3-1-16,-6-2-3 0,5 4-7 0,-4 2 3 0,3 2-5 16,-2 1-4-16,-1-1 2 0,3 5-1 15,-4-3-15-15,-1 0-24 0,-2 0-26 0,2 1-31 0,-1-1-35 16,4-2-32-16,-4 2-51 0,-2-3-163 16,1 1-382-16,3-4 170 0</inkml:trace>
  <inkml:trace contextRef="#ctx0" brushRef="#br0" timeOffset="94822.05">12915 7153 137 0,'-7'-2'214'0,"1"0"-16"0,-8 3-10 16,1 0-13-16,-3 5-15 0,-2 4-10 0,-5 2-17 15,6 1-13-15,3 0-10 0,-1 1-5 16,1 2-16-16,5-1-8 0,0 0-9 0,5-3-5 15,-1 4-7-15,5-6-8 0,0 1-2 0,5 0-14 0,-1-1-8 16,5-3-9-16,0-1-5 0,3 0-2 0,1-3-3 16,-2 0-5-16,1-2 5 0,0-1 0 15,-5 0-3-15,-7 0 0 0,16-6 1 0,-12 2 1 16,5 0 0-16,-1-4 3 0,-4 4 1 0,0-3 2 0,1 2 10 16,-5 5 11-16,6-8 7 0,-4 4-2 0,-2 4-6 15,5-5-6-15,-5 5 0 0,0 0-10 0,0 0 1 16,0 0-6-16,16 16-1 0,-14 1 4 0,2 1 1 15,-1 11 5-15,-3 4-1 0,-4 0-1 16,1 11 1-16,3 7 0 0,-4-1 11 0,4-1-1 0,-2 2-3 16,0-3-3-16,4 0 0 0,-7 0-3 0,3-12 1 15,0-1-6-15,-1 0 3 0,-1-2-3 0,1 0-1 16,-3-2-3-16,1-2 1 0,-3-2-1 0,-4-3-1 16,3-6 4-16,-2-3-1 0,-1-1 4 0,-3-2-10 15,-1-4 4-15,-1 0-2 0,0-7-2 0,-3-2-4 16,7-3-1-16,-12-6 1 0,2-4-2 0,0-3-6 15,4-8 3-15,1 0-3 0,3-5-1 0,2-2 2 16,9-4 0-16,0-10 0 0,8 11-4 0,1-12 0 16,4 14 1-16,12-13-1 0,0 5 2 0,0 10-10 15,8-9-11-15,3 4-12 0,4 3-22 0,-7 11-23 16,16-4-38-16,-3 0-40 0,8 2-38 0,-3 1-40 16,1 4-137-16,-2 1-405 0,2 0 180 0</inkml:trace>
  <inkml:trace contextRef="#ctx0" brushRef="#br0" timeOffset="95122.72">13989 6965 120 0,'-3'-18'269'0,"-3"2"-11"15,-1 3-20-15,3 1-11 0,-1 2-8 0,1 2-23 16,1 1-17-16,1 2-25 0,2 5-16 0,0 0-8 15,0 0-11-15,-6 19-11 0,4 6-10 0,1 6-8 16,1 4-1-16,-2 14-4 0,0 5-8 0,4-1-4 16,1 4-9-16,-3-5 0 0,0 0-8 0,0-1-2 15,-1 1-6-15,-3-3 0 0,0 1-10 0,-2-1 2 16,0-3-8-16,1-1 3 0,-1-9-5 0,0 8-2 16,-2-11-1-16,-1-1-3 0,3 0-8 0,-3 0-5 15,-1-6-14-15,1 0-25 0,1-7-24 0,-2-2-26 16,6-1-24-16,-3-3-34 0,3-2-36 0,-2-1-39 15,3-3-33-15,-4-4-166 0,0-2-443 0,7-1 196 16</inkml:trace>
  <inkml:trace contextRef="#ctx0" brushRef="#br0" timeOffset="96107.16">13739 7390 22 0,'23'-16'182'0,"2"5"5"0,4 2-4 0,0 3-6 16,1 3-4-16,-2 1-2 0,-1 4-21 0,3 3-12 16,-3 0-11-16,-3 7-9 0,-3-2-9 0,-6 2-7 15,8 4-4-15,-6-1-8 0,-2-2-12 0,-3 2 7 16,-2 1-20-16,-1-1-4 0,-3 1-4 0,-6-4-1 16,3 0-5-16,-3 4-4 0,-3-1-7 0,-1-4 0 15,-1 0-1-15,-1-2-2 0,-2 0-5 0,-3-2 0 16,-5 3-3-16,1-2 1 0,-3-3-7 0,3-1 3 15,1-3-4-15,1-1 1 0,4-1-1 0,-3-1-5 16,5-2 3-16,1 0-4 0,1-1-5 0,5 5-1 0,-2-19 0 16,3 3-3-16,3-1-2 0,5-1-3 15,5-3-3-15,1-6 0 0,3 3 0 0,4-1 0 16,1 3-3-16,-1 2 2 0,-4 0-3 0,-4 8 4 16,1-1 1-16,-1 3 0 0,-5 2-2 0,-1 0-1 15,0 4 0-15,-4 0 3 0,3 3-6 0,-7 1 3 0,0 0 3 16,18 7 0-16,-15-3 3 0,1 4 7 15,2 2 0-15,0 2 9 0,-3 0-8 0,4 5 1 16,-3-1-3-16,1 2 2 0,0-1 0 0,1-3-3 16,0 1 1-16,0-3-3 0,-2 1 0 0,5-3 5 15,-1 0-3-15,0-3-1 0,3 2 3 0,-2-5-2 16,2 2-4-16,-2-3 3 0,0 0-9 0,2-2-2 16,1-1 1-16,-12 0 1 0,13-4-1 0,-9 1-4 0,5-2 0 15,-8 0-8-15,3-2-4 0,0-1 5 16,-3-2-3-16,-1-1 0 0,1 1-6 0,-3-5 5 0,-2 2-1 15,0-2 3-15,3-3-1 0,-2 3 1 16,-1-2 1-16,2 1 2 0,2 1 1 0,-4 3-2 16,4 1 2-16,0 1 0 0,4 0 1 0,1 3 1 15,-1 2 1-15,1-1 1 0,1 5 2 0,4-2 2 16,3 3 3-16,0 3 1 0,3 4 2 0,0 2 2 0,2 1 6 16,-2 3 0-16,-2 1 3 0,-1 1 0 0,1 0 1 15,-2 0-4-15,-3 1 1 0,1 0-2 0,0-3-1 16,-5 2 1-16,-1-5 1 0,2 2-2 0,-4-3 0 15,-2 0-1-15,2-1 2 0,-2-3 1 0,0-5 3 16,-2 10 2-16,2-10 3 0,-4 9 3 0,4-9-3 16,-8 2 0-16,8-2 3 0,0 0-1 15,0 0-2-15,-17-11 3 0,14 6 0 0,-2-1-4 0,3-6-4 16,2 2 2-16,2-7-6 0,3 1 2 16,0-3-1-16,0 1 0 0,8-6-6 0,2 1 1 0,3 1 4 15,1 2-5-15,1 2-2 0,-5 5 2 0,3 2 4 16,-3 2-8-16,-2 3-3 0,1 2 3 0,0 4-6 15,-1 0 8-15,1 3-7 0,2 3 3 0,-5-1-4 16,3 7 5-16,-1-1-2 0,-3 2-1 0,2-1 3 16,-5 0 3-16,0 1-5 0,2 3 5 0,-4-5-2 15,-1-1 0-15,1 1 0 0,-3 0 3 0,2-2 1 16,-4-3 0-16,0 1-2 0,0-7 5 0,2 11-2 16,-2-11 8-16,1 6-4 0,-1-6-1 0,0 0 1 15,0 0 0-15,0 0-1 0,0 0-3 0,0 0 6 16,0 0 0-16,0 0-7 0,-9-21 2 15,11 10 0-15,2 0-1 0,1-5-2 0,2-1 0 0,1 2-1 16,4 0-1-16,0-2-2 0,6-2 0 0,-3 8 0 16,0 1-2-16,-3 4-3 0,-1 2 3 0,0 2-8 15,0 2 6-15,0 2-4 0,0 1 2 0,-1 4 3 16,1 3-2-16,-2 0 0 0,-2 4 2 0,-2 2 0 16,1-1 3-16,-3 2 2 0,0 3-1 0,-3-1-3 15,-3 0-20-15,0-1-36 0,0 0-44 0,-2-1-62 16,-3 0-61-16,1 0-237 0,-2-4-499 0,3-3 221 15</inkml:trace>
  <inkml:trace contextRef="#ctx0" brushRef="#br0" timeOffset="101561.7">16942 7225 129 0,'-3'-10'132'0,"1"4"0"16,-1-1 2-16,2 0-5 0,1 7-3 0,-2-11-19 16,2 11-9-16,-2-6-9 0,2 6-15 0,0 0-8 15,0 0-15-15,0 0 7 0,0 0 3 0,10 27-5 16,-5-9 3-16,-1 11 7 0,4-2-1 0,-4 3-2 0,-3 2-12 15,0 1 10-15,0-2-7 0,-2-1-6 0,1-1-4 16,-2 2-2-16,0-6-3 0,1 3-3 16,1 1-5-16,0-3-1 0,-1-7-2 0,-2 1-3 15,2 1-12-15,2-6-24 0,2 2-37 0,-6-6-38 16,7 1-38-16,-1-3-39 0,-1 1-132 0,-1-6-318 16,-1-4 141-16</inkml:trace>
  <inkml:trace contextRef="#ctx0" brushRef="#br0" timeOffset="101888">17306 7431 85 0,'0'0'190'0,"0"0"-21"0,0 0-19 0,0 0-16 0,0 0-14 16,13 8-8-16,-13-8-9 0,6 9-13 0,-1 0 1 15,-2-1-7-15,3-1-5 0,-2 2-7 16,1-3-7-16,4 2-6 0,0 1 6 0,1-3-5 15,3 0 3-15,-1 0-3 0,4-1-5 0,1-3-2 16,2 2-2-16,-1-6-4 0,1 2-7 0,0-3 0 0,-1-3-1 16,0 2-6-16,-4-4 4 0,3-2-7 0,-7 1 2 15,0 1-2-15,0-2-2 0,-2-2-1 16,-3 0 5-16,2-2-8 0,-4-2 0 0,-3-1-6 0,-2 5 2 16,-3-5-4-16,0 5-1 0,-2 1 11 0,-6-1 1 15,3 1-9-15,-4 2 1 0,0 4-5 0,-3 0-8 16,-2 3-9-16,1 2-19 0,0 0-20 15,-1 3-20-15,0 3-29 0,2 0-35 0,5 0-19 0,2 0-23 16,2 3-21-16,1-2-112 0,2 1-326 16,3-2 145-16</inkml:trace>
  <inkml:trace contextRef="#ctx0" brushRef="#br0" timeOffset="102247.72">17861 7224 2 0,'6'-10'215'0,"-1"1"-3"0,0 3-11 16,-1 0-18-16,0 0-19 0,-4 6-19 0,4-4-14 16,-4 4-8-16,0 0-1 0,13 10-10 0,-5 0-4 15,0 5-9-15,1 2-7 0,-1 2-7 16,2 4-4-16,-1 2-13 0,1 0-4 0,0-1-4 16,-2-5-4-16,0-2-8 0,1 1-6 0,-1-1-4 0,2-1-2 15,-1-2-5-15,-2-3 2 0,-1-2-1 0,2 1-4 16,1-2 0-16,1-1-1 0,-3-1 0 15,2 0 3-15,-4-5 3 0,0 3 7 0,-5-4 0 0,13 2 4 16,-13-2 4-16,11-6-3 0,-1 1-1 0,-1-3-1 16,-2-2-5-16,-1-1 0 0,4-5-8 0,-5-2-3 15,6-5-2-15,-2-1 0 0,1-1-2 0,-2 1-2 16,-2-4-1-16,0-1-3 0,1 4-4 0,-2-1 0 16,1 9-3-16,-3-1 0 0,-1 7-4 0,1 1-4 15,-3 2-14-15,1 1-25 0,1 1-32 0,-2 6-44 16,0-10-36-16,0 10-17 0,0 0-11 0,0 0-28 15,0 0-31-15,0 0-133 0,12 27-400 0,-7-19 177 16</inkml:trace>
  <inkml:trace contextRef="#ctx0" brushRef="#br0" timeOffset="102527.93">19145 7074 29 0,'1'-15'235'0,"-3"3"-8"0,0 2 14 16,0-2-1-16,1 6-2 0,1 6-25 0,-3-10-20 16,3 10-24-16,-1-10-24 0,1 10-13 0,0 0-15 15,0 0-5-15,-3 33-9 0,-1-8-4 0,2 4-8 16,-1 2-8-16,1 3-9 0,-2-3-8 0,0 0-4 16,0-2-9-16,3 0-3 0,0-3-4 0,-1 2-5 15,0-4-3-15,-1-3-2 0,2-5-3 0,-2 2-4 16,1-2-1-16,1-1-2 0,-1-3-5 0,1 1-10 15,-2-3-20-15,3 2-19 0,-1-1-23 0,0-1-32 16,0-3-30-16,1-7-15 0,-3 12-27 0,3-12-22 16,-1 6-26-16,1-6-186 0,-8 3-422 0,8-3 186 15</inkml:trace>
  <inkml:trace contextRef="#ctx0" brushRef="#br0" timeOffset="102929.83">18822 7299 42 0,'0'0'141'16,"16"-10"-5"-16,-4 8-9 0,8-3-11 0,7 4-3 15,2-2-7-15,0 1-10 0,1 2-2 0,3 0-4 16,1 1-1-16,-1 0-7 0,-2 1-1 0,-1 1-6 16,-9 1-8-16,6 4 1 0,-7-3-10 0,-2 1-1 15,-3 3-3-15,-6-2-9 0,3 0 1 0,-5 1-4 16,0 1-5-16,-2-1-4 0,-1 1 0 0,2-2-2 0,-3 0-3 15,0 1-2-15,0-2-4 0,0-1 0 16,0 3 0-16,1-3-1 0,-1 1 4 0,1-1 2 16,2-1 6-16,-2 0 2 0,1 0 0 0,-5-4 2 15,9 5-1-15,-3-4 3 0,3 0-2 0,-9-1 4 16,16-4-1-16,-5 2-2 0,-5 0 1 0,2-2-1 0,0-1-1 16,1-3-1-16,-2-1-4 0,-1-1 2 15,-1 0-6-15,-1-1 1 0,-1 0-3 0,-1-2 1 16,-2-4-6-16,-5 2-3 0,2-4 0 0,-1 6-1 15,-2-3-4-15,-1 1 1 0,-2 2 0 0,4 3-5 0,-2 0-2 16,-4 2-2-16,0 2-1 0,-2 4-4 16,-1 1-12-16,-4 2-18 0,0 3-20 0,2 3-26 15,-2 1-27-15,2 3-40 0,4 0-26 0,-1 2-51 16,1 0-145-16,7-5-394 0,1 2 174 0</inkml:trace>
  <inkml:trace contextRef="#ctx0" brushRef="#br0" timeOffset="103255.42">20220 7121 148 0,'-4'-11'249'0,"4"0"-17"15,0 1 1-15,-1 4-13 0,1 6-9 0,0-13-23 16,0 13-18-16,-4-6-19 0,4 6-20 0,0 0-12 16,0 0-10-16,0 0-5 0,2 33-1 0,-2-7-6 15,-3 2-8-15,1 1-5 0,-2-3-8 0,2 5-7 16,-2-1-6-16,0-4 4 0,2-1-19 0,0-1 1 16,-1-5-4-16,0-2-7 0,-2 1-5 0,2 1-3 15,1-2 1-15,-2-1-5 0,0 1-2 0,1-5-20 16,1-1-30-16,-1 0-36 0,0 0-45 0,0-2-27 15,2 0-45-15,0-2-40 0,1-7-200 0,-4 9-455 16,4-9 202-16</inkml:trace>
  <inkml:trace contextRef="#ctx0" brushRef="#br0" timeOffset="103559.05">20438 7234 52 0,'0'0'192'15,"4"-10"-13"-15,-4 10-15 0,3-7-19 0,-3 7-15 16,0 0-18-16,4-4-5 0,-4 4-10 0,0 0-7 16,0 0-2-16,7 22-2 0,-3-11-6 0,4-1-4 0,-2 5-2 15,-1 0-8-15,3-1-2 0,0 1-7 16,0-1-2-16,1 2-3 0,-1-3 1 0,-3-1-6 16,5 1 2-16,-1 0-2 0,-2-3-6 0,0-1-2 15,0 3-1-15,-2-2-10 0,-1-5 1 0,2 2-2 0,-3-1-4 16,1 0 0-16,-4-6-1 0,3 7-5 15,-3-7 3-15,0 9-3 0,0-9-2 0,-5 9 4 16,5-9-5-16,-12 5 0 0,5-1-4 0,-6-4-19 16,1 0-16-16,-4 0-16 0,-2 0-26 0,-1-4-12 15,1 1-21-15,-1-2-20 0,1-1-28 0,2-1-14 0,-1 0-140 16,2-2-326-16,-1-4 145 0</inkml:trace>
  <inkml:trace contextRef="#ctx0" brushRef="#br0" timeOffset="103689.92">20368 7131 49 0,'10'-4'144'0,"2"-2"-13"16,4-1-5-16,1 2-4 0,2 2-7 15,8-4-20-15,2 1-2 0,2 6-13 0,1-1-22 0,0-2-39 16,1 3-31-16,0 0-48 0,1 0-100 0,-6-1-174 16,-8 1 77-16</inkml:trace>
  <inkml:trace contextRef="#ctx0" brushRef="#br0" timeOffset="104082.06">20887 7103 22 0,'0'0'208'0,"0"0"-12"16,0 0-9-16,0 0-29 0,0 0-13 0,0 0-14 0,0 0-13 16,6 8-5-16,-1 2 1 0,-2 0 0 0,3 8-10 15,-1 0-4-15,1 5-5 0,1 4-8 0,0-2-2 16,-1 1-7-16,-1-1-3 0,-2 1-5 0,3 0-3 15,0-10-7-15,-1 1-7 0,2 0-2 0,-1-1-4 16,1-2-4-16,-1-1 0 0,-1-3-2 0,2 2-3 16,-4-5-4-16,4 3 5 0,-3-2 0 0,1-4 2 15,0 2 3-15,-1-2 6 0,0 1 6 0,-4-5 8 16,7 3 12-16,-7-3-3 0,9 0-4 0,-9 0-6 16,0 0 3-16,16-10-11 0,-11 3-6 0,2-4 2 15,2 2-8-15,0-6-6 0,0 2-3 0,5-5-1 16,-4 1-7-16,3-5-3 0,1 0-1 0,0 1 0 15,-2-3-2-15,1 1 0 0,-1 1-3 0,1 0-3 16,-6 6 1-16,0-1-7 0,0 1 14 0,-1 0-8 16,0 7-2-16,0-1-3 0,-3 3-1 0,0 0 0 15,1 1-8-15,-4 6-12 0,1-9-21 0,-1 9-31 16,2-6-24-16,-2 6-14 0,0 0-27 0,0 0-31 16,8 15-38-16,-4-5-26 0,0 3-39 0,-3 3-178 15,2 1-478-15,-1 1 211 0</inkml:trace>
  <inkml:trace contextRef="#ctx0" brushRef="#br0" timeOffset="104318.72">21421 7542 219 0,'3'3'254'0,"-3"-3"-2"0,5 8 3 16,-5-8 0-16,4 2-7 0,-4-2-7 0,0 0-11 16,0 0-16-16,10-8-9 0,-10 8 6 0,6-6-6 15,-2 1-15-15,-4 5-10 0,5-8-4 16,-1 2-13-16,-4 6-6 0,5-12-7 0,-2 8-3 15,-3 4-11-15,4-7-7 0,-4 7-8 0,0 0-10 0,3-9-13 16,-3 9-12-16,0 0-4 0,3-4-15 0,-3 4 2 16,0 0-14-16,0 0-9 0,0 0-5 15,0 0-8-15,0 0-31 0,0 0-35 0,5-5-52 0,-5 5-44 16,0 0-52-16,0 0-69 0,0 0-86 0,0 0-333 16,12 1-725-16,-12-1 320 0</inkml:trace>
  <inkml:trace contextRef="#ctx0" brushRef="#br0" timeOffset="110536.82">5216 8978 44 0,'0'0'105'0,"0"0"5"15,0 0-20-15,0 0 2 0,0 0-13 0,0 0 3 16,-7-10-9-16,7 10 0 0,0 0-7 0,0 0-2 16,-13 0-2-16,13 0-8 0,0 0-8 0,-17 3 0 15,17-3 5-15,-13 3-9 0,8-2 3 0,5-1-3 16,-11 3 1-16,11-3-6 0,-8 0-1 0,8 0-4 16,0 0-1-16,-6 3-5 0,6-3-2 0,0 0-2 15,0 0 3-15,0 0 0 0,0 0 4 0,0 0-1 16,38-3 3-16,-8 0-1 0,3 1-7 0,4-3-3 15,0-2-3-15,17 1 3 0,-16 1-2 0,3 0-4 16,-5 1-14-16,-1 2-12 0,-3-4-21 0,-1 5-33 16,-2 0-10-16,-10-1-27 0,1 4-22 0,-2 2-106 15,-8-4-250-15,-4 1 112 0</inkml:trace>
  <inkml:trace contextRef="#ctx0" brushRef="#br0" timeOffset="111060.36">5444 8973 32 0,'0'0'107'16,"0"0"4"-16,0 0 3 0,0 0-8 0,-4 10 1 15,4-10-13-15,4 17 7 0,-2-3-4 0,0 3-3 0,-1 1-5 16,-1 2-12-16,2 6-10 0,1 3 1 15,-2-2-4-15,2 1-3 0,0 1-6 0,-3 2-2 16,2-5-2-16,1 2-6 0,0-2-3 0,-3 1-3 16,2-2 10-16,-2-3-3 0,0-1-7 0,1 4-3 0,0-8 9 15,0 0-14-15,1 1-4 0,-1-1-1 0,0-2-3 16,1-1-4-16,-1-2 0 0,0 0-4 16,0 0 0-16,1-2 1 0,0-1 1 0,-2 0-5 15,2-1 2-15,-2-8-6 0,0 12 0 0,0-12 8 0,1 8-6 16,-1-8 0-16,0 0-6 0,0 8 6 0,0-8-2 15,0 0-4-15,0 0 2 0,-7 4-6 0,7-4-1 16,0 0-4-16,-15-5-4 0,15 5 2 0,-14-5 1 16,6 3 0-16,-1-1 1 0,-1-1-1 15,-1 0 0-15,2 1 1 0,-3-1 3 0,2 2-4 0,-3 0 2 16,3-1 0-16,-2 0 1 0,2 1 3 16,0 0 5-16,2 2 0 0,8 0 2 0,-12-4 1 0,12 4 0 15,-9-1 0-15,9 1-5 0,0 0 1 16,-11-2-4-16,11 2-2 0,0 0 0 0,0 0 2 15,0 0 2-15,0 0 0 0,0 0 0 0,0 0 1 0,0 0-1 16,20 11 6-16,-9-7-2 0,2 0 1 0,5-2-2 16,2 2-3-16,2-2 3 0,7-1-2 0,1 0-20 15,2 1-26-15,-2-2-23 0,4-3-44 16,-2 1-37-16,2-1-32 0,-4 0-99 0,0-2-299 0,5-3 133 16</inkml:trace>
  <inkml:trace contextRef="#ctx0" brushRef="#br0" timeOffset="112213.76">5885 9441 93 0,'0'0'133'0,"-13"-2"-11"0,7-1 2 0,6 3-4 0,-12-4-6 15,12 4-5-15,-9-3 1 0,9 3-5 0,-6-3-2 16,6 3 2-16,-9-2-7 0,9 2-4 0,0 0-2 15,-9-2-7-15,9 2-8 0,0 0-3 0,0 0-2 16,-8-2-8-16,8 2-4 0,0 0-6 0,0 0-3 16,0 0-5-16,0 0-4 0,0 0-2 0,0 0-4 15,0 0-3-15,0 0-3 0,0 0 1 0,0 0-5 16,-10-1-3-16,10 1-5 0,0 0 1 0,0 0-2 16,0 0 1-16,0 0-4 0,0 0 5 0,0 0-4 15,0 0-7-15,0 0 2 0,0 0-1 0,0 0-5 16,0 0 2-16,0 0 1 0,0 0-2 0,0 0 1 15,0 0 0-15,0 0-2 0,0 0-1 0,0 0-1 16,0 0 3-16,0 0 0 0,0 0-4 16,0 0-1-16,0 0 2 0,0 0 0 0,0 0 5 15,0 0-6-15,0 0 2 0,0 0-2 0,0 0 0 0,0 0-1 16,0 0 0-16,0 0-1 0,0 0 1 0,0 0 1 16,0 0-1-16,0 0-1 0,0 0 3 0,0 0-4 15,0 0 3-15,0 0 0 0,0 0 0 0,0 0 3 16,0 0-1-16,0 0-1 0,0 0 0 0,0 0-3 15,28 3 4-15,-18-2-4 0,0-1 5 0,2 0-1 16,2 0-1-16,-2 0 0 0,3 1-1 0,-2-2 0 16,1 2 1-16,2-1 0 0,0 0-2 0,0 2 4 15,2-2-2-15,-2 0 1 0,-3 0-3 0,0 0 2 16,1 0-3-16,0 0 1 0,-2 0-1 0,-1 0 1 16,0 2 2-16,-2-1-4 0,-2-1 2 0,-7 0-1 15,13 3-1-15,-6-3 2 0,-7 0-1 0,0 0 4 16,13 1-4-16,-13-1 3 0,0 0 0 0,8 0-3 15,-8 0 1-15,0 0 0 0,0 0 0 0,7 2-1 16,-7-2 1-16,0 0 0 0,0 0 2 0,0 0 2 16,0 0-5-16,0 0 1 0,0 0 3 0,0 0-3 15,0 0 0-15,0 0 1 0,0 0-2 0,0 0-1 16,0 0 1-16,0 0-3 0,-16 16 3 0,9-9 3 16,-1 2-1-16,-2-1-3 0,-3 4 1 0,1 2-2 15,1-1 6-15,-2 0-3 0,3 2 2 0,-4 1-1 16,2 0 1-16,-1 0-4 0,2 1 4 0,-4 4-4 15,-2 0 2-15,2 1 2 0,0-7-1 0,4 0-1 16,0 1 2-16,-2-2-1 0,3 0 1 0,-2-1 0 0,5-4 0 16,-2 1-3-16,3-2 0 0,0 1 2 15,2-2 2-15,-1-1-2 0,0-2 4 0,0 3-3 16,1-3-2-16,0 1 4 0,4-5-2 0,-4 8 3 16,4-8-1-16,-3 5-2 0,3-5 3 0,-4 5 1 15,4-5 4-15,0 0 0 0,0 0 1 0,0 0 1 0,0 0-2 16,-4 6 1-16,4-6-3 0,0 0 2 15,0 0-4-15,0 0-1 0,0 0 2 0,0 0-3 16,0 0 0-16,0 0-4 0,0 0 4 0,0 0-3 16,0 0 1-16,0 0 2 0,19 1 2 0,-11-1-4 15,5-1 3-15,1 1-4 0,2-2-1 0,5-1 3 16,-1 2 0-16,-1-2-1 0,9 0 2 0,-6 0-5 16,0 0 3-16,-2 2-1 0,1 0 2 0,0-2-4 15,-3 2 2-15,2-1 0 0,-3 2-1 0,-1-2-1 16,-3 1 1-16,-1 1 1 0,-1 0 4 0,-4 0-5 0,-7 0 0 15,16-2-1-15,-10 2 4 0,-6 0-5 16,9-1 4-16,-9 1-2 0,0 0 3 0,10 0-1 0,-10 0 1 16,0 0-2-16,0 0 1 0,9-1-1 15,-9 1 1-15,0 0-3 0,0 0 5 0,0 0-4 16,0 0 1-16,0 0-10 0,0 0-13 0,0 0-21 16,0 0-22-16,0 0-35 0,0 0-43 0,0 0-41 15,0 0-34-15,0 0-128 0,8 1-373 0,-8-1 166 0</inkml:trace>
  <inkml:trace contextRef="#ctx0" brushRef="#br0" timeOffset="113996.07">7078 9710 8 0,'5'-16'161'0,"-5"16"-4"15,6-8-2-15,-4 1-9 0,5 0-7 0,-1 0-13 16,0-3-9-16,2 1-9 0,5-2-5 0,-2-2-1 15,1 0-8-15,2 1-7 0,-3-2-8 16,3 0-4-16,-2 0-7 0,2-2 2 0,-1 2-2 0,-2-1-9 16,3-1-5-16,-2 1-1 0,-2 1-5 15,1-1-4-15,0 1 0 0,-4-2-3 0,4 1-3 16,-2 0-3-16,-2-1-6 0,1 1-4 0,-1 1 3 16,0-2-5-16,-2 1-1 0,-1 4 4 0,-1 0-3 15,-2 0-1-15,1 1 3 0,0 3-4 0,1-1 4 0,-1 2-5 16,-2 6 3-16,1-8-3 0,-1 8-1 0,1-6-6 15,-1 6 1-15,0 0-8 0,4-5 5 0,-4 5-7 16,0 0 2-16,0 0 0 0,0 0-5 16,0 0 2-16,-11 20 0 0,7-8-3 0,-3 3 0 0,1 0 4 15,-1 1-6-15,1 1 2 0,0 0 1 0,-1 1-7 16,4 0 6-16,-1 0 2 0,2-2-2 0,0 0-1 16,-1 0 1-16,3-5 16 0,2 1 1 0,0-2-4 15,1 1 2-15,2-3-2 0,1 1-1 0,2-1 1 16,3-3 0-16,1-2-3 0,2 1 2 0,3-3-1 15,0-2-2-15,0 0 2 0,2-2-2 0,0-1 1 16,-1 0-3-16,0-3 3 0,-1 1-1 0,-2-2-2 16,-3 2 0-16,-2-2-1 0,5-2 3 0,-2-1-4 15,-4 1-2-15,-1 1 1 0,-3-2 2 0,1-4-2 16,-2 5 1-16,1-3-2 0,-4 1 0 0,2 1 0 16,-2-1 0-16,-1 2-2 0,-1 1 4 0,2-1-1 15,-1 10 3-15,-1-11 1 0,1 11 2 0,0-10-6 16,0 10 0-16,-1-8-2 0,1 8-8 0,0 0 4 15,0 0 2-15,0 0-3 0,0 0 3 0,-13 18-3 16,10-7 3-16,-1 2 1 0,2 3 2 0,-3 1-4 16,0 1 4-16,1 1-3 0,1-2 0 0,1 2-2 15,-2-3 0-15,3 0 1 0,-1 0 0 0,4 0-2 16,-4-3 3-16,2-2 3 0,0 2-2 0,0-1-1 16,-1-1 2-16,1 0-2 0,-1-1 5 0,1 0-5 15,-1-1-6-15,1 0-15 0,-2-1-17 0,1 1-18 16,-2-3-25-16,-1 4-22 0,1-4-32 0,-4-1-23 15,1 4-39-15,1-6-173 0,-3 1-401 0,2-3 179 16</inkml:trace>
  <inkml:trace contextRef="#ctx0" brushRef="#br0" timeOffset="114223.1">7289 9128 84 0,'0'0'191'0,"-4"-8"-19"15,4 8-12-15,0 0-19 0,-3-7-12 16,3 7-14-16,0 0-9 0,0 0-16 0,0 0-14 16,0 0-22-16,0 0-13 0,0 0-21 0,0 0-35 15,0 0-29-15,0 0-32 0,0 0-38 0,1 23-75 0,1-14-204 16,-2-9 91-16</inkml:trace>
  <inkml:trace contextRef="#ctx0" brushRef="#br0" timeOffset="116029.58">8730 9326 128 0,'0'0'184'16,"-2"-10"-9"-16,2 10-9 0,-2-9-13 0,2 9-15 16,0 0-15-16,0 0-14 0,0 0-13 0,0 0-11 15,0 0-8-15,0 0-5 0,15 15-4 0,-7-4-1 16,-1 3-13-16,4 3-1 0,-1 0 0 0,0 5-7 16,3-1-4-16,-4-2-2 0,4 3-1 0,-6-4-6 15,2 0-1-15,0-1-7 0,1-3 0 0,-2 1 0 16,0-1-6-16,1 0-1 0,-3-4 0 0,0 1 1 15,1-3-5-15,-1-1-7 0,-1 0 8 0,0-2-6 16,2 0 1-16,-3-2 2 0,-4-3 4 0,5 5 7 0,-5-5 6 16,6 3 1-16,-6-3-3 0,0 0 2 15,14-10-3-15,-7 2-2 0,-2-2 0 0,2-4-3 16,1-3-2-16,0-5 2 0,1-3-3 0,0-1-7 16,1-3 2-16,0-1-4 0,0 1-1 0,3-3-1 0,-1 0 2 15,-1 1-4-15,-2 1 2 0,0 1 2 16,0 5 0-16,-3 5-6 0,-1 3 3 0,-1 4-3 15,-3 2-11-15,1 1-26 0,0 2-29 0,-2 7-22 16,4-5-19-16,-4 5-20 0,0 0-5 0,0 0-18 0,0 0-6 16,4 21-14-16,-4-9-107 0,0 3-297 15,1 2 133-15</inkml:trace>
  <inkml:trace contextRef="#ctx0" brushRef="#br0" timeOffset="117388.03">9508 9313 160 0,'0'0'167'0,"-8"-14"-13"0,2 5 1 0,-4 4-4 0,1-2-1 15,-5 3-6-15,-3 1-8 0,-4 1-9 0,1 4-10 16,-7 2-4-16,2 3-6 0,-1 3-8 0,7 1-9 16,-8 3-11-16,4 2-6 0,3 2-5 15,1 0-9-15,6-3-1 0,4 1-6 0,-1 1-5 0,3-1-4 16,3-1-9-16,2 1 0 0,3-1-3 0,3-3-2 15,0 0-6-15,1-4-1 0,1 3 0 0,7-5-1 16,-1 1-4-16,4-1 1 0,0-2-3 0,3 0-2 16,-7-4 2-16,6-2-6 0,-1 0-1 15,3-2-2-15,-2-2 2 0,-2-2-1 0,0-1-3 0,0-2 0 16,-4-3 0-16,0 3-3 0,-2-3 2 0,0-1 1 16,-1 1-4-16,-2-3 2 0,-2 2-3 0,1-2 4 15,-1-2 0-15,-2 3-1 0,-2 0-2 0,2 5 4 16,-2 0 1-16,1 3-3 0,0 0 0 0,-1 3-3 15,-1 5-3-15,3-9 2 0,-3 9-3 0,0 0 1 16,0 0 1-16,0 0 3 0,6 22-2 0,-1-9 3 16,-4 4-2-16,2-1 2 0,-1 3 0 0,2 0 2 15,1-2-1-15,-1 2 0 0,4-2-1 0,1 0 4 16,0-2 13-16,1-2 0 0,3-1-2 0,-3-2-3 16,0-3 0-16,3 1 0 0,-1-1 1 0,0-3-3 15,1-1-1-15,1-1 1 0,3 0 0 0,-6-2-3 16,3-1-1-16,-1-2 4 0,0-2-4 0,-3-1-2 15,-1-2-8-15,0 2 6 0,-1-4-3 0,-2-1-5 16,0-3-2-16,1-1 0 0,-6-1-3 0,2-2 0 16,-2 3-2-16,-2-4-1 0,2 1 3 0,-4 0 2 15,1 1-1-15,-1 0 1 0,2 5 2 0,-2-1 0 16,2 2 1-16,1-1 2 0,1 2-5 0,2 3-1 16,5 1 2-16,-1-3 1 0,2 2-3 0,5 4 4 15,-1 0 1-15,4 2-2 0,-1 1 1 0,2 1-1 16,-1 2 3-16,-1 3 6 0,0 0-8 0,-1 4 2 15,-1 0 0-15,-1 2-2 0,-5-2 3 0,2 4-2 0,-4 1-1 16,3-1 4-16,-4-1-1 0,-1-2 2 0,-1 0 2 16,-1 2 0-16,0-4 1 0,-1 3-3 15,0-3-1-15,2-1 3 0,-2-2-1 0,0-1-1 16,-1-5 5-16,4 10 0 0,-4-10 1 0,5 6 7 16,0-4-1-16,-5-2-2 0,12 0 3 0,-12 0-2 0,19-3-3 15,-8 0 0-15,2-3-1 0,-1 2 4 16,-1-3-5-16,5-4-1 0,-2 1 0 0,1-1-1 15,-3-1 0-15,-1 4 1 0,-2-1-2 0,1-6 2 16,-1 6-2-16,-1 1-1 0,-3-3-1 0,-1 1 3 16,0 1-3-16,-3 4 2 0,-1 5-4 0,5-10-2 15,-5 10-2-15,5-4-1 0,-5 4 4 0,0 0-1 0,0 0 0 16,0 0 3-16,0 0-1 0,4 23-2 16,-2-13-1-16,1 2 2 0,-1-3 1 0,1 2 1 15,0-3 0-15,2 2 4 0,2-2-1 0,0-1 0 0,2 0-1 16,1-2 3-16,1 0-3 0,-2-3 4 0,5 2-2 15,-2-4 4-15,1 0-2 0,-1-2 1 16,-1-2-1-16,0 0-3 0,-1 0 2 0,-1-2 1 16,-1 1 1-16,0-1 1 0,-5-1 2 0,3-2 0 15,-4 1 0-15,1-1-1 0,-2 2 0 0,-1 7 1 0,0-14 11 16,0 14-3-16,-1-13-1 0,1 7-2 0,0 6 3 16,0 0-1-16,1-13-7 0,-1 13-1 0,0 0-4 15,0 0 4-15,0 0 1 0,0 0 2 0,0 0 0 16,-2 43 8-16,2-19-2 0,-2 3 2 0,1 3 3 15,0 3-2-15,3 2 3 0,0 0 1 0,0-1-5 16,3 12-5-16,-2-11 5 0,1 0 10 0,4 8-16 16,-1-7 5-16,-1-1-8 0,1-2 0 0,-1 0 1 15,-1 3 0-15,2-2-2 0,-6-1-3 16,0-4 4-16,-1 2 0 0,-2-6-5 0,-2-5 3 0,0 3-5 16,-4-4-6-16,2-8-3 0,-4 1-3 0,-1-4-10 15,0 1-1-15,1-6 0 0,-4 1-4 0,0-3-3 16,-4-2-1-16,1-1-3 0,1-5 3 0,0-3-2 15,-2-2 4-15,4 2 2 0,-4-12 3 0,3 1 0 16,4-3 3-16,0-2-1 0,7-1 3 0,3-1 1 16,2 4 2-16,3-4 2 0,1-1 1 0,8 4-2 15,0-2 4-15,6-1-2 0,2 2 2 0,1 0 1 16,8 1 2-16,8-8-5 0,-1 2 3 0,5 2-3 16,-2 1 3-16,-8 6-3 0,9-5 5 0,-12 8 0 15,2 0-2-15,-4 1 9 0,1 1-11 0,-6 1 3 16,1 1-2-16,-8 4 8 0,-1 1-4 0,-1 0 2 15,-4 1 0-15,0-1-1 0,-3 1-2 0,-1-1 4 16,0 1 0-16,-2 3 2 0,0-3-4 16,-2 1 0-16,-1 8 3 0,1-14-3 0,-1 14 2 0,-1-11 3 15,1 11 1-15,0-7 2 0,0 7 0 0,0 0-8 16,0-9-1-16,0 9 1 0,0 0-1 0,0 0 2 16,0 0 2-16,-8 23-1 0,6-12 1 0,-1 1 0 15,0 5 2-15,-1 0 0 0,4-1 5 0,0 0-7 16,0 0 1-16,0 2 1 0,2-1-4 0,0-4-22 15,2-3-28-15,0 4-37 0,0-4-37 0,0 1-32 16,1-2-47-16,1-1-188 0,-2-2-425 0,-4-6 187 16</inkml:trace>
  <inkml:trace contextRef="#ctx0" brushRef="#br0" timeOffset="117556.9">10738 9135 39 0,'0'0'75'15,"0"0"-22"-15,0 0-15 0,0 0-25 0,17 20-15 16,-5-4-34-16,-2 7-39 0,1 2 17 0</inkml:trace>
  <inkml:trace contextRef="#ctx0" brushRef="#br0" timeOffset="117795.66">10984 9578 132 0,'0'0'186'0,"0"0"-7"0,6-13-16 0,-3 7-4 15,2-1 8-15,-1-3-10 0,1 0-11 0,4-4-13 16,0-3-4-16,-1 0-5 0,3-2-6 0,2-1-13 16,6 1-9-16,-6 5-11 0,2-1-2 0,0 4-9 15,-6 3-4-15,4 2-9 0,-4 2-6 0,-2 3-4 16,2 2-3-16,-9-1-2 0,17 6-3 0,-8 4 0 0,0-1-5 15,0 5-4-15,-2-4-3 0,-1 6 0 16,-1 0-3-16,0 2-5 0,-1-1-3 0,-1 0-14 16,1-3-29-16,-1 2-21 0,1-5-39 0,3-1-29 15,0-1-40-15,1 1-36 0,1-3-189 0,2-3-409 16,2 0 180-16</inkml:trace>
  <inkml:trace contextRef="#ctx0" brushRef="#br0" timeOffset="118323.57">11554 9326 59 0,'-8'-9'208'0,"1"5"-12"0,-3-2-12 15,0 3-7-15,1 2-13 0,-3 3-15 16,0 0-11-16,4 5-14 0,-6 2-11 0,3 1-8 0,2-2-12 16,0 3-11-16,3 0-6 0,1 0-7 0,2 2-4 15,2-1-9-15,-1-2-3 0,4-1-8 0,-1 1-3 16,4-5-7-16,-2 3-4 0,1-2-8 15,2-2-4-15,-1 0-6 0,2-1-4 0,0 0-3 16,-7-3-1-16,18 0-1 0,-9-3-4 0,1 3 0 0,0-4 2 16,-3 0-2-16,0 2 3 0,-1 0-3 15,-6 2 2-15,7-7-1 0,-7 7 4 0,9 0-2 0,-9 0-8 16,0 0 3-16,9 7 3 0,-5 1 5 16,-1 2 9-16,0 7 4 0,2 1-3 0,-2 8-1 0,-3 0-1 15,0 4 3-15,2 0 0 0,-4 1 5 0,4 3 6 16,0 0-2-16,3 1-4 0,1 10 0 0,-2 2-2 15,1-13-1-15,2 2-4 0,0-3 2 0,-3-1 0 16,0-1-4-16,1-3-1 0,-1 1-3 0,0-3 1 16,-3-6 0-16,-1 0 2 0,1-1 2 0,-6-3-3 15,0 1-3-15,-1-1-1 0,-1-3 2 0,-2-3-2 16,-5-1 1-16,1-2-3 0,-6 0-1 0,0-2 1 16,0-5-4-16,-8-2-5 0,-2-1 4 0,2-4-3 15,-2-3 0-15,2 0 0 0,3-6 1 0,-1 0-2 16,2-4-4-16,3-1 3 0,3-4-7 0,1-1 1 15,7-3-3-15,2-3 3 0,5 0-2 0,5 1-1 16,7-1-1-16,1 2-1 0,7-2 3 0,9-8 1 16,-3 13 0-16,2 2-3 0,12-8-2 0,0 4-14 15,-7 8-10-15,3 2-8 0,0 1-13 0,11-4-20 16,2 4-22-16,-13 6-18 0,-1 1-26 0,2 2-25 16,-2 0-128-16,-7 5-327 0,2 1 145 0</inkml:trace>
  <inkml:trace contextRef="#ctx0" brushRef="#br0" timeOffset="118799.84">12439 9229 1819 0,'11'-26'-9'0,"-5"0"23"15,4 9 14-15,-7 0-1 0,1 5-7 0,-2 3-5 16,0 1-5-16,0 3-4 0,-2 5-2 0,0-10-4 16,0 10-1-16,0 0 3 0,0 0 3 0,0 0 2 15,0 0 2-15,-17 33 2 0,3-9 7 0,3 6 1 16,-3 3 1-16,1 12 8 0,4 1 6 0,-1-1-3 16,8 3-3-16,0-3 3 0,0-11-3 0,4 1 1 15,-2-1-4-15,4-2-3 0,-1 0 3 0,0-2-9 16,1-1-1-16,-1-2 0 0,3 0-2 0,-4-1 1 15,0-6-4-15,-1-2-2 0,1-1 2 0,-1 1 1 16,2-6-3-16,-3 1-2 0,2-2-1 0,-4 0-9 16,0 1-15-16,0-2-15 0,-1-2-21 0,-5 1-32 0,3-3-25 15,-2-1-20-15,0 0-27 0,-3-1-147 0,0-2-331 16,-1-2 146-16</inkml:trace>
  <inkml:trace contextRef="#ctx0" brushRef="#br0" timeOffset="119805.05">12454 9465 4 0,'21'-1'161'0,"-2"2"-13"16,0-1-9-16,1 6 3 0,1 1-13 0,-4 4-7 16,-2 1-14-16,6 4 2 0,-7-2-19 0,1 0-9 15,2 6-4-15,-8-3-4 0,-1-2-10 16,-1 2-10-16,-2-3-1 0,-1 1-6 0,-2-4-5 0,1 0-6 15,-3-2 0-15,-1 3-2 0,1-7-2 0,0-5-2 16,-4 14-8-16,4-9 5 0,0-5-2 0,-4 8 0 16,4-8-6-16,-5 5 3 0,5-5-2 0,0 0-3 15,0 0-2-15,0 0 0 0,-11-13-4 0,11 13 2 16,0-19-6-16,0 9 0 0,2-2-4 0,2-5-3 16,1 0-1-16,2-1-5 0,-1 0 6 0,3 0 1 15,-1-2-6-15,-1 4 5 0,5-1 1 0,-2 3-2 16,-1 3-2-16,-1-1 0 0,-1 4 6 0,-3 2-1 15,2 0-2-15,-2 2-3 0,-4 4 2 0,6-3-2 16,-6 3 9-16,0 0-2 0,7 10 7 0,-7-1 0 16,0 1 4-16,0 5-1 0,0-3 3 0,0 5-1 15,0-5 2-15,0 4-1 0,-2 0-2 0,4-3 0 16,0 0 8-16,0-2-5 0,4 2 3 0,2-3-4 16,1 3 3-16,-2-5-2 0,4 1 0 0,-2-2 0 15,2-2-2-15,1 0 1 0,-1 0-4 0,2-3 0 0,-1 0-2 16,-1-2 1-16,3 0-1 0,-6-2-1 0,1 1 1 15,-9 1-2-15,12-6-3 0,-8 1-7 16,0 0-7-16,-1-2-6 0,-3 7 0 0,0-17-5 16,-3 8 2-16,-1-3 0 0,0 1 3 0,-4-4-1 15,0 2 1-15,3-3-5 0,-3 6 10 0,3-6-1 16,0 5-4-16,0 1-1 0,3-1 5 0,0 2 1 16,2 2 4-16,0 7-3 0,3-13-7 0,3 9 9 0,1 2 0 15,4 0-2-15,0 3 1 0,3 2 2 0,2 4-1 16,0 3 12-16,3 3-4 0,-2-3 2 0,5 8 1 15,-7-5 1-15,0 0 2 0,-3 2-1 0,1-1 4 16,-1 0-1-16,-1 0 1 0,-1-1-1 0,-4-2 2 16,1-2-3-16,-1 1 0 0,-3-2-3 0,1-1 4 15,-2-2 2-15,3 1 0 0,-5-6 5 0,0 8 4 16,0-8 0-16,0 0-5 0,0 0 3 0,-14 5-3 16,14-5 2-16,-13-3-5 0,13 3 1 0,-16-7 3 15,12 3-1-15,-3-2-4 0,1-3-4 0,2-1 3 16,2-3-7-16,2 1 6 0,0-5-4 0,4 1 0 15,2-1-3-15,1-1 2 0,4-5 1 0,3 1-2 16,1 0-4-16,7 4 1 0,-3 0 2 0,-2 7-1 16,2 1 2-16,-2 4-2 0,2 1-4 0,-4 4 1 15,3 2-3-15,0 2 3 0,-2 5 1 0,2 2 3 16,1-1-2-16,-2 2 1 0,-4 4 2 0,5 0 0 16,-7-1 2-16,3 2-3 0,-5-2 1 0,-1-1 2 15,-3-1-2-15,0-1 2 0,-1-1 5 0,-1-1-7 16,-1 0 3-16,0-3-1 0,0 1-2 0,-2-7 5 15,4 8 0-15,-4-8-1 0,1 7 1 0,-1-7 0 16,0 0-1-16,0 0 1 0,0 0 2 0,0 0-3 16,0 0-2-16,0 0 2 0,-13-18-4 0,13 18 1 15,0-18-1-15,4 7 2 0,0-5-3 0,0-2 0 16,5 0 0-16,-1 2 0 0,5-6-2 0,-1 5 2 16,3-2-3-16,1 5-1 0,-1 0 0 0,1 4 2 0,-2-3-1 15,1 6 1-15,-1 2-2 0,-1 3 2 0,1 2 1 16,-3 3 2-16,3 2 3 0,-3 4 0 0,2 3 0 15,-3 1 1-15,0 1 2 0,-3 2 2 16,2-1-3-16,-4 0-1 0,1 3-1 0,-3-3 0 0,1 2 0 16,-4 0-2-16,2-4-18 0,0 3-30 15,-2 0-41-15,-2-1-42 0,2-3-42 0,0-1-50 16,-2-1-161-16,2 0-410 0,0-3 182 0</inkml:trace>
  <inkml:trace contextRef="#ctx0" brushRef="#br0" timeOffset="120681.14">14998 9232 37 0,'1'-7'182'16,"-1"7"-7"-16,0 0-9 0,-1-12-8 0,1 12-13 15,-1-9 2-15,1 9-11 0,0 0-1 0,-4-7-13 16,4 7-6-16,0 0-16 0,0 0-8 0,0 0-10 15,0 0-8-15,0 0-7 0,0 0 0 0,-19 12-12 16,11-2 0-16,-5 4-5 0,-1 0-4 0,3 3-1 16,-3 4-4-16,-1-1-5 0,-2 3-6 0,4 0-2 15,1-5 3-15,2 6-8 0,1-7-3 0,4 2 2 16,0-1 4-16,-1 0-4 0,3 1 1 0,0 0-3 16,2-2-1-16,4 0-3 0,-1 0 0 0,2-3 0 15,4-2-4-15,-4-2 1 0,5 0-1 0,-2-1 0 16,4-1-1-16,2 1-1 0,4-2 1 0,0-3 1 15,-1 1-3-15,4-4 1 0,-2-1-3 0,2-1 1 16,-2-1 1-16,2-2-5 0,-1 1 2 0,-2-4 1 16,-2 0 2-16,4-1 0 0,-7-3 0 0,1 1 1 15,1-3-6-15,-2-3-1 0,-1 1-1 0,-2 0 1 16,-2-2 1-16,0 0-3 0,-5-2 0 0,1-1 1 16,-3 1-1-16,-3-7-1 0,-3 3 3 0,2 4-2 15,-4 0 3-15,0 2-3 0,0 1 1 0,-3 0 0 16,-2-5-4-16,0 8 2 0,-1 2-3 0,1-1-1 0,-2 5 3 15,-1-1-2-15,2 5 1 0,-1 0-2 0,0 1 4 16,-2 1-2-16,2 2 1 0,-2 3 1 16,-1 2-5-16,1 3-15 0,1-1-15 0,-1 3-27 15,2-1-18-15,4 4-33 0,0 0-34 0,6-2-23 0,3 1-44 16,-1-1-120-16,6 1-360 0,1-3 160 0</inkml:trace>
  <inkml:trace contextRef="#ctx0" brushRef="#br0" timeOffset="120970.81">15435 9533 106 0,'6'-1'221'16,"-6"1"-6"-16,0 0 0 0,0 0-12 0,7-7-10 15,-7 7-9-15,0 0-12 0,1-6-16 0,-1 6-8 16,0 0-15-16,4-8-9 0,-4 8-11 15,0 0-11-15,-2-8-12 0,2 8-4 0,0 0-10 0,0-12-8 16,0 12-3-16,2-7 1 0,-2 7-9 0,0 0-7 16,0 0-10-16,0 0-4 0,0 0-1 0,-2-11 4 15,2 11-17-15,0 0 1 0,0 0-8 0,0 0-1 16,0 0 1-16,0 0-10 0,0 0-19 0,0 0-18 16,0 0-30-16,-10 19-30 0,8-11-30 0,1-1-39 15,1-7-33-15,-2 12-42 0,-1-8-127 0,3-4-393 16,0 0 175-16</inkml:trace>
  <inkml:trace contextRef="#ctx0" brushRef="#br0" timeOffset="121259.16">15832 9227 30 0,'-1'-12'256'15,"0"1"-16"-15,-2 0-12 0,3 2-9 0,0 9-13 16,-2-12-20-16,2 12-18 0,-2-8-21 0,2 8-17 0,0 0-14 16,0 0-8-16,0 0-6 0,0 0-9 15,3 35-11-15,-2-16-4 0,1 5-4 0,-2 5-3 16,1-3-9-16,-1 1-4 0,1 3-6 0,-2-3-4 16,2-1-8-16,-1-1-2 0,-1-1-4 0,1 2-1 0,1-2-2 15,-1-5-5-15,0 0-1 0,-1 0-2 0,2-2-5 16,-1 0-10-16,0 0-12 0,-1 0-20 15,-2-1-33-15,2-1-38 0,-3-3-55 0,0 1-38 16,-1-3-42-16,-1 2-151 0,2-4-412 0,-2-1 183 0</inkml:trace>
  <inkml:trace contextRef="#ctx0" brushRef="#br0" timeOffset="121858.22">16130 9525 174 0,'0'0'191'0,"0"0"-24"15,0 0-11-15,0 0-6 0,0 0-9 0,4 17-11 16,-4-17-5-16,-1 12-12 0,1-5-13 0,0-7-4 16,-2 16-10-16,2-11-6 0,2 3-4 0,-2 1-13 15,0-9-2-15,0 11-4 0,0-11-7 0,-2 9-4 16,2-9-5-16,2 7 1 0,-2-7 13 0,0 0 11 15,0 9 9-15,0-9-5 0,0 0-5 0,0 0-5 16,0 0-4-16,0 0-8 0,0 0-4 0,-17-18-2 16,15 11-1-16,-1 0-1 0,3-3-4 0,0-2-5 15,0 0-1-15,1-5-9 0,2 0 3 0,1-1-6 16,1 1 1-16,0-2-4 0,4 1-2 0,0 1 2 16,1 0-5-16,3 2 1 0,2 4 2 0,-1 1-6 15,3 0 3-15,-3 4-3 0,0 3 0 0,0 3 3 16,3 3-5-16,-1 2 1 0,1 3-2 0,-3-1 0 15,0 5 9-15,-5-3-7 0,2 5 0 0,0 1-6 0,-4 1 5 16,1-1 1-16,-4-3 1 0,0 2-1 16,0 2-2-16,-2-5-2 0,-1 0 1 0,-1 1-2 15,0-5 3-15,2 1 0 0,-2-8 1 0,-2 11 2 16,2-11 1-16,-2 7-4 0,2-7 0 0,-5 5 2 0,5-5 1 16,0 0 0-16,0 0 3 0,0 0-4 0,-17-12 0 15,14 7-1-15,1-3 3 0,2-3-6 0,2 0 4 16,0-7-4-16,0 6-2 0,3-4 2 15,3-2 4-15,0 0-6 0,3 1 0 0,1 0-2 0,-1 5 3 16,3 0 2-16,-3 2-5 0,0 2 2 0,1 0-1 16,-2 3-4-16,1 2 3 0,-1 3-1 0,1 0 1 15,0 3-3-15,-2 2 10 0,0 3-10 16,1 0 3-16,-2 2-3 0,1 4 4 0,-3-2-2 0,2 3 3 16,-2 0-1-16,-1 2 2 0,-1-1-4 0,-1 3-18 15,-2-3-30-15,-2 1-46 0,-2-2-40 0,-1 2-46 16,1-5-55-16,-4-1-184 0,2 1-458 0,-1-3 203 15</inkml:trace>
  <inkml:trace contextRef="#ctx0" brushRef="#br0" timeOffset="122318.31">16834 9522 224 0,'0'0'216'0,"3"-11"-17"0,-3 11-17 0,0 0-7 15,0 0-2-15,0 0-5 0,0 0-18 0,0 0-13 16,-14 26-13-16,10-16-9 0,0 1-14 0,0-1-11 16,0 0-5-16,2 0-9 0,-2 1-10 0,0 0-5 15,2 0-6-15,-1-1-6 0,2-4-6 0,1 2 0 16,0-8-5-16,-4 9-6 0,4-9 2 0,0 8 2 16,0-8 12-16,0 0 16 0,-2 9 12 0,2-9-5 15,0 0-8-15,0 0-5 0,0 0-10 0,0 0 2 16,0 0-7-16,-2-28-6 0,4 18 9 0,0-7-18 15,1 1-4-15,2-1 3 0,4-7-7 0,0-2-2 0,2 1 10 16,3-1-11-16,0-1-1 0,3 1-4 16,-2 0-5-16,2 2 3 0,-2 3-3 0,-2 6 0 15,0 3-4-15,2 0 3 0,-3 2-1 0,-3 2-2 16,-1 4-5-16,3-1 3 0,-2 3-5 0,2 2 2 0,-1 4 3 16,1 2-1-16,3 4-8 0,-3 1 7 0,1 3 6 15,0 3-3-15,-1 0 3 0,1 4 0 16,-1 2 5-16,-4-5-2 0,0 5-1 0,-2-4 6 15,1-1 2-15,-1-1-9 0,0 0 0 0,-1-1-1 0,0 1-2 16,-1-6-5-16,0 1 8 0,-1 0-1 0,-1-1-2 16,1-1 2-16,0-1-8 0,-2-1-17 0,0-8-20 15,-2 11-15-15,1-4-27 0,1-7-29 16,-4 6-44-16,-1-1-46 0,5-5-27 0,-9 2-43 0,-1-2-136 16,10 0-441-16,-19-3 196 0</inkml:trace>
  <inkml:trace contextRef="#ctx0" brushRef="#br0" timeOffset="122478">16937 9541 2106 0,'-7'-5'62'0,"1"1"-26"0,6 4-22 0,-9-5 3 15,9 5-12-15,-5-8 2 0,5 8 9 0,-5-4 8 16,5 4-7-16,0 0 3 0,0 0-1 0,0 0-3 16,0 0 2-16,0 0-1 0,23-2-22 0,-7 0-30 15,6 2-40-15,5-3-47 0,3 1-44 0,-1 2-167 16,1-3-359-16,1 0 160 0</inkml:trace>
  <inkml:trace contextRef="#ctx0" brushRef="#br0" timeOffset="122809.6">17940 9197 58 0,'4'-16'251'0,"-4"3"-20"0,1 3 3 0,0 0-3 16,-1 1-4-16,1-1-8 0,1 4-8 15,-2 6-19-15,1-11-20 0,-1 11-19 0,0 0-17 16,0 0-14-16,0 0-13 0,0 0-3 0,0 0-4 0,12 42 2 16,-7-18-10-16,-4 4-5 0,-1-1-8 0,1 1-1 15,2-2-8-15,-3 2-1 0,-3-2-9 0,2 1-1 16,1-4-10-16,0-2 0 0,-4 3-9 15,2 1 0-15,3-7-2 0,-4 0-6 0,2-1-3 0,-2 1 5 16,1-3-11-16,-1 1-6 0,2-5-6 0,-2 1-15 16,1-1-17-16,1-1-32 0,-3-2-23 0,1-2-25 15,1 1-28-15,-1 0-34 0,3-7-30 0,-8 5-31 16,8-5-27-16,-9 3-195 0,9-3-479 0,-10-2 213 16</inkml:trace>
  <inkml:trace contextRef="#ctx0" brushRef="#br0" timeOffset="123284.9">17762 9401 166 0,'-2'-5'166'0,"2"5"-5"0,0 0-9 16,0 0-7-16,12-6-9 0,-1 4-17 0,9 1 1 15,0 0-11-15,10-1-12 0,1 1-6 0,0 1-14 16,3 0-5-16,-4-4-11 0,1 7 1 0,-2-3-6 15,0 1-5-15,-9 0-6 0,-1 1-7 0,-1-1 1 16,-5 0-8-16,-1-1-4 0,-1 2-2 0,-5-1-3 16,2 1-5-16,-8-2 4 0,10 4-2 0,-3 0-1 15,-5 2 10-15,-2-6 3 0,3 10 5 0,-5-3 4 16,2-7-3-16,-3 19-3 0,-1-11 0 0,0 5 0 16,0-3-6-16,0 1 4 0,2 0-3 0,-1 0-4 15,2-1 1-15,1-2-3 0,-1 2 3 0,2-1 0 16,3-1 4-16,0-2-3 0,2 1 1 0,3-1 0 15,2 1 1-15,0-4-2 0,3-2 3 0,-1 2-7 16,6-2 1-16,-3-2-6 0,1-1 2 0,-4 0-2 0,6-1 2 16,-3-1-4-16,0-2 0 0,-5 1-1 15,3 0-1-15,-5-3 0 0,5-3-1 0,-2 0 1 16,-2-3 2-16,-1 0 0 0,-4 3-3 0,-1-9-4 16,0 5 5-16,-3 0-5 0,-2-4-3 0,-1 2 3 0,-1 4-2 15,-3-3 0-15,3 5 2 0,-5 0-4 0,0 2 1 16,1 1-1-16,-2 1-1 0,-4-2-5 0,1 4 3 15,-1 2-1-15,0 1-1 0,-6-1-4 16,6 3-15-16,-1 1-22 0,0 2-23 0,1 0-48 0,0 1-29 16,3 0-46-16,-2 1-59 0,5 1-151 0,-2-2-430 15,3 0 191-15</inkml:trace>
  <inkml:trace contextRef="#ctx0" brushRef="#br0" timeOffset="128510.61">19043 9293 117 0,'-8'-3'151'0,"8"3"1"0,-13 4-6 16,3-1-5-16,2 3-3 0,-2 1-9 0,1 1-14 16,0 0-8-16,2 2-16 0,1 1-7 0,3-1-5 15,0 2-10-15,3-2-5 0,1 2-3 0,1 0-14 16,4 0 2-16,0 2-4 0,5 0-9 0,4-1 1 15,0 0-5-15,3-1-9 0,5 0 6 0,3-1-2 16,-2-1-3-16,-5-2-2 0,2-2-5 0,-3 2 3 0,1-2-6 16,-4 2 1-16,-2-2-4 0,-2-4 0 0,1 3 2 15,-3 0-6-15,-1 0 3 0,-5-1 1 16,3 0-4-16,-4 1 13 0,-2-5 1 0,0 10 7 0,0-10-3 16,-9 11 3-16,3-3-4 0,-7-1-4 15,-2 2-4-15,-2-1-1 0,0-1-1 0,-2-1-3 0,0-1 3 16,-1 0-6-16,-1 1-19 0,2 0-27 0,-2-4-12 15,4 0-37-15,-1-3-24 0,0 1-22 0,1-3-31 16,-1 0-137-16,3-3-324 0,1 1 143 0</inkml:trace>
  <inkml:trace contextRef="#ctx0" brushRef="#br0" timeOffset="129003.04">19154 9275 66 0,'18'-4'125'0,"0"1"3"0,0 0-11 16,0 5-16-16,-1-4-10 0,1 4-2 0,3-1-18 16,-3 2 1-16,-2-3-17 0,-3 4-16 0,4-1-14 15,0 0-19-15,-1 2-18 0,-2-3-4 0,-1 0-8 16,1 1-8-16,-1 1-4 0,-1-2-1 0,1-1-2 16,-1 3 4-16,-1-4-3 0,-5 1 11 0,-6-1-4 15,13 0 5-15,-6 0 7 0,-7 0 12 0,0 0 2 16,14-1 9-16,-14 1 12 0,5-3 9 0,-5 3 11 15,6-2 5-15,-6 2 16 0,0 0 1 0,0 0-2 16,0 0 6-16,0 0-12 0,0 0-9 0,0 0-2 16,0 0-2-16,5 8 11 0,-5-8 14 0,-6 15 8 15,2-4-6-15,0-1 5 0,0 6-3 0,-1-1-6 16,-2 1-4-16,3-1-7 0,1 2-5 0,1-4 2 16,2-1-6-16,1 4-2 0,2-5-6 0,-1 0 1 15,3 0-3-15,-1-3 2 0,4 1-1 0,1-2-4 16,1-1-3-16,1-1 1 0,1-1-1 0,6 0-3 15,-7-4 2-15,7-3-4 0,0-1-5 0,0-1 0 0,-1 0 1 16,0-3-4-16,-5 2 5 0,3-5-8 0,-2 0 4 16,-3 2-3-16,-3-1 1 0,-1-1 0 15,-2 1-2-15,-1-7-2 0,-2 1 2 0,-2 0-2 16,-5 1-3-16,0-2 2 0,-3 2-4 0,-4 1 3 0,0 1-9 16,-3 1 4-16,2 4 3 0,-4 2-4 0,1-1-2 15,-1 3-1-15,4 1-10 0,0 5-16 0,1 0-14 16,0 1-8-16,4 4-27 0,-3-1-17 15,3 0-22-15,1 0-12 0,5 1-30 0,1 0-101 16,2-7-284-16,4 16 127 0</inkml:trace>
  <inkml:trace contextRef="#ctx0" brushRef="#br0" timeOffset="129561.05">19898 9436 149 0,'4'3'159'0,"-1"4"-9"0,0-3-7 0,1 2-10 0,-4-6-3 16,2 11 2-16,1-5-5 0,-2 0-9 0,-1-6-8 16,5 11-6-16,-3-7-5 0,-2-4-6 0,0 0 1 15,2 9-2-15,-2-9-2 0,0 0 0 0,1 7 4 16,-1-7 0-16,0 0 1 0,0 0 0 0,0 0-8 16,0 0-6-16,0 0-6 0,0 0-12 0,0 0-6 15,0 0-4-15,-16-17-4 0,12 11-7 0,1-3-2 16,2-1-7-16,1-3 7 0,1-1-15 0,3-5 0 15,1 2-3-15,4-9 8 0,-1 8-15 0,1-4-1 16,5-2-5-16,0 3 4 0,-3 5-2 0,2 3-4 16,1 2 3-16,-1 1-10 0,-4 5 2 0,4 2 2 15,-2 2-4-15,3 5 3 0,2 2-5 0,-1 4 3 16,-2 0 0-16,0 3 0 0,-1 2-1 0,-1 2 1 16,-2-1-1-16,-1-1 0 0,-1 3 1 0,-1-3-3 15,0 1 6-15,-3-3-6 0,2-2-1 0,-3 1 4 16,-1-3 1-16,-1-2-1 0,1 0-1 0,-1-7 5 15,0 12-3-15,1-8 7 0,-1-4-1 0,0 0 0 16,0 0-4-16,-3 9-2 0,3-9 0 0,0 0-1 0,0 0 0 16,0 0-2-16,0 0-2 0,-3-27 5 15,4 17-9-15,2-1-8 0,1-2-3 0,1-5 4 16,3 1-8-16,6-6 1 0,-3 1 4 0,4 2 0 16,1-1 0-16,-5 9 3 0,3 1-1 0,-2 2 3 0,-1 3-1 15,0 2 0-15,-2 0 1 0,-2 5 1 16,-7-1-1-16,16 5 2 0,-9 1-2 0,2 1 3 15,-1 3 4-15,-3 2 0 0,-1-2 1 0,2 7-2 16,-2-3 0-16,1 1 2 0,0 1-3 0,-2-3-8 0,-2-1-11 16,-1 1-24-16,1 0-22 0,2-1-27 0,-2-2-20 15,0 1-21-15,1-4-20 0,0 3-17 16,0-5-11-16,0 2-126 0,2-2-340 0,-4-5 151 16</inkml:trace>
  <inkml:trace contextRef="#ctx0" brushRef="#br0" timeOffset="130005.63">20574 9395 36 0,'2'-5'116'0,"2"-6"-1"0,0 8 12 0,-4 3-2 0,5-8-14 16,-5 8-9-16,3-7-11 0,-3 7 0 0,0 0 0 15,0 0 2-15,0 0 0 0,6 18-3 0,-5-9 8 16,-1 2-5-16,0 0-6 0,0-1-4 0,0 3-8 16,0-1-5-16,0-3-8 0,0 2 0 0,0 1-2 15,0-2-7-15,-1-1 1 0,1-2-1 0,0-7-9 16,0 11-5-16,0-11 8 0,0 9-2 0,0-9 7 15,1 8 17-15,-1-8 1 0,0 0 0 0,0 0-3 16,0 0-7-16,0 0-7 0,0 0-4 0,0 0-9 16,0 0 0-16,0 0-5 0,-10-22-5 0,10 12-4 15,0-2-2-15,0 0-3 0,1-3 2 0,3 0-9 16,-1-4 6-16,2 0-6 0,0 0-3 0,3-6-1 16,2 1 0-16,-1-2-3 0,0 3 0 0,1 0-2 15,4 1-4-15,0 0 1 0,-5 8 0 0,0 1 1 16,-1 4-1-16,2 1-2 0,-4 4-4 0,1 1-1 15,-1 0 1-15,-6 3-1 0,18 6 4 0,-8 2-1 16,0 0-1-16,2 7 1 0,-3 1 1 0,4 4 3 16,-2 2 2-16,-3-3 1 0,-2 1 4 0,2-1 0 15,-2-1 3-15,-1 0-5 0,2 0 5 0,-2-1-4 16,1 0 1-16,-1-1 2 0,1-1-5 0,-3-3 2 16,0 0-1-16,1 4-1 0,-2-7 0 0,2 1 0 0,-1-2-2 15,-1 1 4-15,-1-3 0 0,-1-6-10 16,2 12-11-16,-2-12-22 0,1 7-21 0,-1-7-28 0,0 0-35 15,-6 12-49-15,-1-11-23 0,7-1-51 16,-12 3-151-16,4-3-424 0,-5 0 187 0</inkml:trace>
  <inkml:trace contextRef="#ctx0" brushRef="#br0" timeOffset="130154.51">20665 9413 9 0,'0'0'140'0,"0"0"-3"0,0 0-17 15,0 0-11-15,0 0-14 0,16-6 1 0,-8 6-17 16,3 0-18-16,3-2-27 0,4 0-32 0,4-1-35 16,0-1-34-16,7 1-64 0,-1 1-141 0,0-1 62 15</inkml:trace>
  <inkml:trace contextRef="#ctx0" brushRef="#br0" timeOffset="130291.86">21089 9399 43 0,'5'1'156'0,"-5"-1"5"0,10 1 5 0,-10-1 0 0,8 2-3 16,-8-2 1-16,0 0 4 0,6 4-7 0,-6-4-11 15,0 0-10-15,0 0-16 0,0 0-13 0,0 0-11 16,8 0-11-16,-8 0-6 0,0 0-12 0,0 0-23 16,0 0-37-16,0 0-45 0,0 0-48 0,0 0-50 15,0 0-207-15,0 0-365 0,0 0 162 0</inkml:trace>
  <inkml:trace contextRef="#ctx0" brushRef="#br0" timeOffset="132056.97">15066 9846 95 0,'-27'4'113'0,"6"-3"-6"0,2-1-9 0,-1 3-6 15,3-1-5-15,3 0-7 0,3-2-1 0,2 1 3 16,1-1-3-16,8 0 1 0,-12 2-5 0,12-2-3 16,-7 0-9-16,7 0-7 0,0 0-5 0,-9 0-3 15,9 0-9-15,0 0-1 0,0 0 5 0,0 0 1 0,0 0 4 16,22 8-2-16,-2-6 0 0,-1 1 5 0,13-2-4 16,-1 1 2-16,7-1-2 0,13 1 1 15,3 1 0-15,-3-1-6 0,2-1-3 0,3-1 1 0,1 1-1 16,3-1-4-16,3 0-6 0,-1 3 3 0,3 1-4 15,3-4 2-15,-1-2-1 0,25 9-1 0,-27-9 0 16,27 4-2-16,-28-2-6 0,32-2 1 16,-34 4 0-16,5 0-4 0,24 1-1 0,-29 0 0 0,2-3-4 15,0 2 0-15,-1-1 0 0,-1 0 1 0,1-2-3 16,-7 0 0-16,0 6-1 0,-5-4 2 16,-13-1-5-16,0 0-1 0,0 0 0 0,-1 1 3 0,-4-2-1 15,-2 2-1-15,0-2-1 0,-13 2 1 0,1-1-5 16,-6 1 3-16,-1-1-1 0,-3-1 3 0,-1 2 2 15,-8-1-2-15,12-1 3 0,-12 1 0 0,0 0 2 16,10 0-2-16,-10 0-1 0,0 0-3 0,0 0-8 16,0 0-24-16,0 0-19 0,0 0-25 0,-39-2-29 15,22 3-36-15,-3 1-33 0,-1-1-35 0,-10-1-121 16,3 4-352-16,-1 0 157 0</inkml:trace>
  <inkml:trace contextRef="#ctx0" brushRef="#br0" timeOffset="132346.03">15759 10186 173 0,'0'0'163'0,"-8"-3"-21"0,8 3-12 0,0 0-6 16,0 0-8-16,0 0-4 0,0 0-5 0,0 0-12 16,28-3-2-16,-14 1-9 0,1-1-12 15,6-1-4-15,-1 1-7 0,1 0-7 0,5-1-4 16,-5 1-10-16,-2 3-24 0,0-3-19 0,3-1-15 16,-4 3-24-16,0-3-13 0,1 0-17 0,-6 4-12 0,-2-3-7 15,0 3-12-15,-3 0-9 0,-8 0-75 0,11 0-202 16,-11 0 89-16</inkml:trace>
  <inkml:trace contextRef="#ctx0" brushRef="#br0" timeOffset="132750">15990 10152 47 0,'0'0'84'0,"0"0"4"16,-3 6-3-16,3-6 8 0,0 11 5 0,-1-2-1 15,-1 3 6-15,1 3 0 0,0 1-5 0,0 0-4 16,-1 5 7-16,1-2-13 0,1 5 5 0,-1 1-6 15,1-6-8-15,0 0-3 0,0 4-8 0,0-5-3 16,0-1-7-16,2 0-3 0,0-1-9 16,-1 0 2-16,0-6-9 0,-1 1-3 0,0 1 0 0,3-2-4 15,-2-3-2-15,0 1 0 0,1-1-9 0,-2-7-2 16,2 14 0-16,-2-10-7 0,0-4 4 0,-2 10 0 16,2-10 2-16,-3 10-8 0,0-6-5 0,3-4-5 15,-6 7-6-15,6-7 7 0,-9 5-12 0,3-4-2 16,-1 2 0-16,7-3-3 0,-12 3 7 0,4-3 3 15,8 0-5-15,-12 2 1 0,12-2-2 0,-11 0 8 16,11 0 1-16,-10 1-2 0,10-1-1 0,0 0 9 16,-11 1-1-16,11-1 2 0,0 0-2 0,0 0 3 15,0 0-6-15,-9 0 4 0,9 0-1 0,0 0 1 16,0 0 5-16,0 0 7 0,0 0 4 0,0 0-2 16,22 6 3-16,-9-6-1 0,0-2 2 0,0 4-5 15,5-4 1-15,2 2-2 0,2-1 3 0,-2-3-5 0,1 1-23 16,7 0-30-16,-10 2-33 0,1-2-45 0,0-1-24 15,0 0-34-15,-5 1-113 0,0 0-313 16,-1-1 140-16</inkml:trace>
  <inkml:trace contextRef="#ctx0" brushRef="#br0" timeOffset="133118.12">16289 10456 72 0,'1'-7'161'0,"-1"7"-9"16,0 0-3-16,0 0-4 0,9-2-8 0,-9 2-10 16,11 0-5-16,-11 0-10 0,18 2-5 0,-10-2-9 15,1 1-8-15,1-1-11 0,0 1-4 0,-2 0-8 16,-8-1-6-16,14 4-9 0,-7-2 1 0,-4 2-9 16,-3-4-2-16,9 9-4 0,-6-3 6 0,-2 0-2 15,-2 3-2-15,-1 0-1 0,-1 1 0 0,-5 1-2 16,0 3 3-16,-1 1-8 0,0 1 0 0,-3-5-1 15,1 2-6-15,-1 0 2 0,3-7-3 0,0 4-1 16,1-1-1-16,1-1-2 0,0 1 0 0,-1-4-2 16,3 2 1-16,1-3-3 0,-1-1 1 0,5-3 0 15,-5 8 0-15,5-8 3 0,-2 5-1 0,2-5-4 16,0 0-1-16,0 0 4 0,0 0-5 0,19 1-3 16,-9-2 2-16,0-2-2 0,4 3-5 0,-1-2-19 15,4-4-17-15,1 4-31 0,-2-3-27 0,2 1-40 16,-1-1-13-16,-3 2-17 0,-1 1-7 0,-2 1-8 15,3-5-125-15,-4 6-325 0,1-3 144 0</inkml:trace>
  <inkml:trace contextRef="#ctx0" brushRef="#br0" timeOffset="133646.1">16563 10601 7 0,'0'0'105'0,"0"0"2"0,0 0 3 15,0 0 0-15,0 0 6 0,0 0-2 0,9 12-6 16,-7-7 4-16,-2-5-8 0,1 8-5 0,0-2-4 15,-1-6-8-15,2 10-1 0,-2-10-8 0,1 8-3 16,-1-8-3-16,1 10-6 0,-1-10 1 0,0 7 1 16,0-7 6-16,0 0 5 0,0 0 5 0,0 0 7 15,0 8-1-15,0-8-2 0,0 0-4 0,0 0-6 16,0 0-7-16,0 0-6 0,0 0-7 0,0 0 2 16,0 0-12-16,-6-21-8 0,6 21-3 0,-2-12-1 15,2 12-4-15,2-15-7 0,-1 6-1 0,2 1-1 0,-1-2-2 16,3 1-5-16,-1 0 3 0,2 1-6 0,1-2-5 15,1 4-2-15,-2 0 1 0,0 3-2 0,2 0-3 16,0 0 3-16,2 2-4 0,0 1 0 16,-1 1-3-16,2 3 6 0,-4-1-5 0,2 2 0 15,0 0 4-15,0 3-3 0,-3-2 3 0,0 1-3 0,1 0 2 16,-2 0-1-16,0-1 1 0,0 0 1 0,-2-1 2 16,-3-5-6-16,5 11 3 0,-3-8 1 0,-2-3 4 15,4 7-2-15,-4-7 0 0,0 0 3 16,0 0-1-16,0 0 0 0,0 0 0 0,0 0-1 0,0 0 1 15,0 0-3-15,0 0 0 0,0 0-1 16,0 0 2-16,-13-16-4 0,13 16 0 0,2-16-3 0,0 6 0 16,2 1-4-16,0-1 1 0,2 0 0 0,3-1-2 15,2 2-2-15,1 0 3 0,-2 0-1 0,-1 3 3 16,1 2-2-16,-3 0 3 0,3 1-1 0,-3 3-5 16,-7 0 2-16,19 4 0 0,-10-1 1 0,-1 4 5 15,2 0-3-15,-7 1 1 0,4 1-1 0,-3 0 8 16,-2-1-7-16,0 4 0 0,2-3-2 0,-2 2-20 15,-2-1-17-15,-1-1-21 0,1 0-24 0,0-2-19 16,0-7-33-16,-1 13-36 0,2-7-22 0,-1-6-175 16,1 7-402-16,-1-7 177 0</inkml:trace>
  <inkml:trace contextRef="#ctx0" brushRef="#br0" timeOffset="133840.15">17035 10536 120 0,'0'0'161'0,"0"0"-3"0,0 0-7 16,0 0-1-16,5-3-5 0,-5 3 1 0,0 0-12 16,0 0-14-16,5 17-6 0,-1-9-7 0,-3 1-11 15,2 1-9-15,-2 1-7 0,0-2-11 0,-1 1-4 0,2 2-7 16,-2-2-6-16,-2 2-16 0,4-3-30 16,-1-1-27-16,0 1-40 0,-1-9-29 0,3 10-42 15,-2-5-38-15,-1-5-94 0,0 0-285 0,0 0 126 16</inkml:trace>
  <inkml:trace contextRef="#ctx0" brushRef="#br0" timeOffset="133987.23">17080 10339 61 0,'5'7'54'0,"0"1"-39"0,1 3-37 15,1-1-23-15,0 0 9 0</inkml:trace>
  <inkml:trace contextRef="#ctx0" brushRef="#br0" timeOffset="134239.07">17237 10558 124 0,'0'0'187'0,"0"0"0"0,0 0-7 0,0 0-11 15,15-13-10-15,-11 8-8 0,4 0-5 0,-2-2-11 16,2 1-12-16,1-2-4 0,1 3-6 0,4-5-3 16,-4 5-3-16,3 1-9 0,0 0 1 0,-3-1-11 15,0 4-7-15,-1-1-8 0,-1 2-5 0,-8 0-3 16,19 2-1-16,-12 0-4 0,-2 2-5 0,2 0-6 16,1 2-5-16,-4-1-3 0,0 1 1 0,-2 1-6 15,1 0-5-15,-2 2-11 0,-1 2-26 0,-1-1-43 16,0-1-48-16,-3 2-63 0,1-5-66 0,-3 3-189 15,-1-2-449-15,0-3 199 0</inkml:trace>
  <inkml:trace contextRef="#ctx0" brushRef="#br0" timeOffset="134949.76">19236 9808 121 0,'0'0'131'0,"-10"2"-16"16,10-2 3-16,0 0-3 0,0 0 11 0,0 0-5 16,20 8-3-16,8-8-5 0,5 2-3 15,20-3-9-15,37 4-8 0,0-11-1 0,7 4-12 16,3-3 1-16,8 4-11 0,2-5-2 0,-2 2-7 0,7 1-5 16,-3-2-2-16,-4 0-5 0,3 0-1 0,-6 3-5 15,-7-1-4-15,-7 2-1 0,-25-2-2 0,-5 3-5 16,-1 0 6-16,-6-2 2 0,0 1-6 0,-17 2-1 15,-5 1-4-15,-4 0-3 0,-9 0 2 0,-5 0-6 16,-1 0-1-16,-3-2-2 0,-3 2 3 0,-7 0-2 16,12 2 1-16,-12-2-4 0,8-2 1 0,-8 2-3 15,0 0 0-15,0 0 0 0,0 0-9 0,0 0-15 16,0 0-30-16,0 0-33 0,-37 6-35 0,15-4-51 16,-6 2-47-16,-6 0-136 0,-2 1-371 0,-1 0 164 15</inkml:trace>
  <inkml:trace contextRef="#ctx0" brushRef="#br0" timeOffset="135472.76">20132 9910 64 0,'0'-6'206'0,"0"6"-3"0,0-10-7 0,0 10-6 0,0-13-2 16,0 13-14-16,-2-10-11 0,2 10-19 15,0 0-17-15,0 0-18 0,0 0-12 0,0 0-6 0,0 0-4 16,0 0-3-16,17 30-4 0,-11-5 4 0,-1 2-9 16,0 1-5-16,-1 1 0 0,-2 2-13 15,2-1 0-15,-3-1-5 0,0-1-5 0,-2 2-3 16,0-3-2-16,-2-1-2 0,3-1-7 0,-1-4 1 0,-1-3-5 15,4-2 0-15,-2 2-4 0,0-3-2 0,1-3 1 16,-1 0-5-16,0-2-2 0,0-1 0 0,1-1 0 16,-1-8-8-16,0 11 6 0,0-11-5 15,-1 11-2-15,1-11 1 0,-1 7 8 0,1-7-8 0,0 0 2 16,0 0 4-16,1 9 7 0,-1-9 4 0,0 0-1 16,0 0-1-16,0 0 0 0,0 0-2 0,0 0-2 15,0 0-4-15,0 0 1 0,0 0-4 0,6-27 1 16,-3 20-3-16,1-1-2 0,2-2 1 0,-2-1-2 15,1 2 2-15,7-3-6 0,-5 1-2 0,5-2 7 16,1-1-9-16,2 4 7 0,-6 0-6 0,7-1 5 16,0 2-5-16,0-1 1 0,-4 4-2 0,3 0 2 0,-2 1-3 15,-1 0-1-15,0 2-2 0,-3 2 0 16,0 0-11-16,-1 0-14 0,-8 1-20 0,11 1-16 16,-11-1-21-16,12 3-30 0,-8-1-19 0,-4-2-29 15,5 7-9-15,-5-7-30 0,2 10-28 0,-2-10-143 0,-6 14-404 16,0-7 179-16</inkml:trace>
  <inkml:trace contextRef="#ctx0" brushRef="#br0" timeOffset="135638.19">20169 10295 45 0,'-11'-5'182'0,"-1"0"-4"0,1-2 1 15,0 0-9-15,2 1-7 0,1 0-11 0,-1 1-16 16,3 2-10-16,6 3-14 0,-9-6-24 0,5 3-32 15,4 3-39-15,0 0-36 0,-8-5-66 0,8 5-50 16,0 0-93-16,0 0-246 0,0 0 108 16</inkml:trace>
  <inkml:trace contextRef="#ctx0" brushRef="#br0" timeOffset="136016.6">19755 10539 159 0,'0'0'170'0,"0"0"-17"16,0 0 5-16,0 0-15 0,24-11-5 0,-10 9-16 15,5-1-11-15,8 2-4 0,2-2-19 0,2 1-1 16,0-1-9-16,1 3-12 0,-2 2-16 0,-2-4-27 15,1 5-20-15,-9-1-31 0,-1-2-33 0,0 3-20 16,-6-1-19-16,1 0-26 0,-1-2-84 0,-5 0-228 16,3 2 101-16</inkml:trace>
  <inkml:trace contextRef="#ctx0" brushRef="#br0" timeOffset="136408.43">20074 10552 109 0,'-3'8'130'0,"1"3"-5"16,-1 3 6-16,0 1-12 0,1 4 6 0,0 1-9 15,2-1-2-15,0 6-8 0,-1-7-3 0,2 10 2 16,0-1-6-16,-2-1-8 0,0-1-13 0,1-6-8 16,-2 1-5-16,0-2-4 0,-1 0-8 0,2-1-7 15,0-4-2-15,1-1-3 0,-3-1-6 0,2-1 2 0,-1-1-10 16,1-1-1-16,0-3 4 0,-2 1-4 15,-2 0-4-15,5-6-2 0,-6 7-2 0,2-3 0 16,-1 0-5-16,5-4-3 0,-13 3-3 0,4-1 0 16,-1-2-2-16,-2-3 1 0,1 3-2 0,-1-2-2 0,0-1 0 15,0 1 1-15,2-1 0 0,1 1 0 16,-1 0-4-16,1-1 2 0,1-1-4 0,8 4 6 16,-11-2 3-16,11 2-4 0,-7-2 0 0,7 2 1 15,0 0-2-15,0 0 5 0,0 0 2 0,0 0 1 0,0 0 4 16,0 0-1-16,42 1-2 0,-21-2 4 0,0-1-7 15,-1-2-3-15,8 3 5 0,0-3-3 0,-6 2 0 16,7-3-17-16,-1 1-26 0,-1 0-33 0,-6 2-32 16,-2-5-23-16,2 0-39 0,0 4-147 0,-3-1-337 15,-2 0 150-15</inkml:trace>
  <inkml:trace contextRef="#ctx0" brushRef="#br0" timeOffset="136742.04">20323 10862 129 0,'0'0'173'0,"0"0"-5"16,0 0-16-16,0 0-6 0,0 0-11 0,0 0-14 16,13-9-2-16,-5 7-2 0,1-2-8 0,2 3-17 15,1-3-7-15,-5 3-6 0,5 1-9 0,-3-1-8 16,-9 1-5-16,14 1-8 0,-14-1-3 0,11 0-7 16,-4 1 1-16,-7-1-1 0,7 8-5 0,-4-5 3 15,-3-3 7-15,-1 11 4 0,-2 0 4 0,-2-1-2 16,-3 0-1-16,1 5-5 0,-5-2 0 0,0 3-2 15,-1 0-2-15,-3 4-4 0,2-6 4 0,4 0-7 16,-3 2-4-16,0-2-4 0,1-1-1 0,0-1 1 16,4-2 0-16,0 0-6 0,1-2 2 0,2 1-5 15,1-3 1-15,-1 0-6 0,2-2 2 0,3-4-3 16,-3 10 5-16,3-10-2 0,-2 5 0 0,2-5-2 16,0 0 1-16,20 2-4 0,-6-2-1 0,2-4-11 15,2 1-18-15,1-4-20 0,3 0-31 0,4-3-24 0,-5 7-29 16,0-4-32-16,-1 0-26 0,1 2-28 15,-5 2-124-15,-2-1-364 0,-3 0 161 0</inkml:trace>
  <inkml:trace contextRef="#ctx0" brushRef="#br0" timeOffset="137298.15">20689 10989 19 0,'0'0'182'0,"5"-3"-9"16,-5 3-1-16,0 0-5 0,0 0-3 0,0 0-5 0,10 11-10 15,-7-7-10-15,-3-4-8 0,-1 14-13 0,1-8-8 16,0-6-10-16,0 18-4 0,-3-11-10 0,2 1-4 16,1-8-9-16,-3 14-3 0,2-7-4 15,-2-2-2-15,3-5-6 0,-4 10 9 0,4-10-1 0,-4 4 6 16,4-4 0-16,0 0-4 0,-2 6-4 0,2-6-2 16,0 0-8-16,0 0-4 0,0 0-5 0,0 0-5 15,-18-12 0-15,14 7-1 0,4 5-8 0,-5-11-4 16,4 2 1-16,-2 0-5 0,3 0-1 0,0 0-5 15,1-4-1-15,1 0-1 0,2 3 0 0,0-3-4 16,2 3-3-16,0-2 3 0,2 2-2 0,-2 1-3 16,3 2-3-16,-2 0 2 0,3 2 1 15,-1 2-6-15,0 2 2 0,2 0-4 0,0 5 2 0,-2-1 1 16,1 0 3-16,-3 4-3 0,0 0 1 0,-1 0 0 16,1 2-3-16,-1-2 3 0,0 2-1 0,-1 0 2 15,-1 1 0-15,1-2-1 0,-3 0-2 0,0-3 3 16,2 0 0-16,-3 1-3 0,-1-6 2 0,3 10 1 15,-3-10 0-15,2 5 3 0,-2-5 2 0,0 0 8 16,0 0-1-16,0 0 1 0,0 9 10 0,0-9-15 16,0 0-1-16,0 0-3 0,0 0 3 0,0 0-2 15,0 0 0-15,0 0-2 0,-1-28-2 0,2 20 1 16,3-4 2-16,3 1-8 0,-2 1 1 0,6-5 4 16,0 4-4-16,-4 1 1 0,5 1-1 0,-3 1 2 15,0 3-2-15,1 1 0 0,-1 0-2 0,-3 3 3 16,2-1-4-16,-8 2 1 0,16 4 1 0,-9-1-4 15,1 2 12-15,-1 4-13 0,-1 0 5 0,0-1 0 16,-1 1-1-16,-3 2 3 0,4 0-1 0,-3 1-11 16,0-3-25-16,-1 3-25 0,0-3-37 0,-1 1-48 15,0-1-42-15,0-3-47 0,-1 1-229 0,0-7-503 16,2 11 222-16</inkml:trace>
  <inkml:trace contextRef="#ctx0" brushRef="#br0" timeOffset="137650.34">21242 10955 143 0,'-9'-9'220'0,"4"8"5"0,-5-1-8 0,10 2-7 0,-19 3-10 16,10 1-13-16,-3-1-15 0,0 4-15 0,3 1-15 16,-2 2-15-16,0-2-13 0,3 2-13 0,0 1-7 15,3-1-11-15,-1-2-9 0,4 0-4 16,0-1-8-16,2 0-6 0,0-7-6 0,2 12-7 15,1-8-14-15,4 0-10 0,-7-4-11 0,12 2-8 0,-4-3-8 16,-8 1-3-16,21-5-1 0,-12 1 4 16,2-1-5-16,-5 1 0 0,2-2 3 0,-1-1 0 0,-2 2 6 15,2-4-5-15,-3 4 5 0,1-2-3 0,-1 1 1 16,1 2 4-16,-1-1 2 0,-4 5 0 0,8-9 1 16,-8 9-1-16,3-3 7 0,-3 3 10 0,0 0 3 15,0 0 8-15,0 0 0 0,11 15-6 0,-10-9-1 16,0 3 4-16,-1 2-7 0,0-1-4 0,0 0-10 15,0 0-18-15,2 0-21 0,-1 2-2 0,3-3 0 16,6 4-33-16,-1-5-51 0,1-1-46 0,7 1-31 16,-3 2-171-16,-2-5-400 0,1-1 177 0</inkml:trace>
  <inkml:trace contextRef="#ctx0" brushRef="#br0" timeOffset="137870.44">21465 10950 140 0,'0'-7'265'16,"0"7"-7"-16,1-11-19 0,-1 11-17 0,2-8-13 16,-2 8-19-16,0 0-6 0,7-2-2 0,-7 2-17 15,0 0-12-15,20 10-15 0,-13-3-11 0,2 0-15 0,1 2-10 16,-1 0-15-16,1-1 6 0,-1-1-20 16,1 1-8-16,0 1-14 0,0-2-23 0,0 0-27 15,-1 0-22-15,-1-1-30 0,-1-1-25 0,-2 0-28 16,0-1-23-16,0-1-14 0,-5-3-22 0,9 3-17 0,-9-3-14 15,6 1-145-15,-6-1-365 0,0 0 162 0</inkml:trace>
  <inkml:trace contextRef="#ctx0" brushRef="#br0" timeOffset="138044.84">21722 10860 35 0,'1'-9'142'0,"-1"-2"4"0,-3 3-2 0,1 0 8 15,2 8 4-15,-8-6 6 0,8 6 10 0,-14 4 1 16,2 3-4-16,-7 3-4 0,-5 6-13 0,-2 3-13 15,0 2-15-15,-3 2-10 0,1 2-8 0,-1-3-11 16,1 2-13-16,-2-2-18 0,6-1-28 0,-2 0-37 16,2-2-41-16,3-3-42 0,5-7-57 15,6 1-60-15,-7-3-143 0,8 0-372 0,-2-4 165 16</inkml:trace>
  <inkml:trace contextRef="#ctx0" brushRef="#br0" timeOffset="139019.2">16700 7854 53 0,'0'0'115'0,"-11"-7"-1"0,4 6-11 0,7 1-4 16,-14-4-1-16,8 3-5 0,6 1-3 0,-13-3 5 16,13 3-11-16,-13-1-5 0,13 1-15 0,-11 0-2 15,11 0-7-15,0 0 2 0,-9-1-2 0,9 1-13 0,0 0 2 16,0 0-2-16,0 0 7 0,0 0 11 16,22 6 1-16,-1-5 3 0,15 1-5 0,22-5-7 15,3 1 6-15,4-1 0 0,30-10-3 0,-5 10-8 16,2-4 2-16,-26 3 1 0,28-3-10 0,-30 3 1 0,4 1-4 15,-4-3-3-15,1 2-3 0,1-2 0 16,-6 4-7-16,-2-3 1 0,-4 3-1 0,-1 0-7 0,-16 0-1 16,4 0 3-16,-4 0-2 0,2-3-3 15,-2 1-4-15,0 1 3 0,-3 2-6 0,-2-2 4 0,-1 1 0 16,-3-2 0-16,-7 3-1 0,-2-1 2 0,-7-1-2 16,2 0 2-16,-2 0-2 0,-6 3-2 0,3-1-2 15,-9 1 3-15,12-3-3 0,-12 3 1 0,9-1-4 16,-9 1-4-16,0 0-14 0,10 0-15 0,-10 0-26 15,0 0-26-15,0 0-10 0,0 0-20 0,-23 16-26 16,6-7-24-16,-6 3-32 0,-9 4-98 0,-2-3-316 16,-2 0 140-16</inkml:trace>
  <inkml:trace contextRef="#ctx0" brushRef="#br0" timeOffset="139601.18">16852 8044 196 0,'-5'-5'189'0,"5"5"-16"15,-5-4-7-15,5 4-19 0,0 0-17 0,0 0-10 16,0 0-14-16,0 0-9 0,0 0-2 0,0 0 9 15,14 22-9-15,-3-8 2 0,0 2-2 0,-1 2-8 16,7 3-5-16,-4 1-7 0,0-2-10 0,-4-3-5 16,0 1-1-16,2-2-9 0,-4 0-1 0,0-1-4 15,0-2-6-15,-2-2-1 0,-1 1-7 0,0-5 1 16,0 3-3-16,0-6-3 0,-3 5-1 0,0-3-6 16,-1-6 1-16,4 6-1 0,-4-6 1 0,3 7 0 15,-3-7 3-15,5 3 3 0,-5-3 4 0,0 0-2 16,0 0 7-16,0 0-10 0,0 0-4 0,7-15-1 15,-4 7-2-15,1-1-1 0,-2-2-2 0,2-2-5 16,1-4 2-16,3 2-3 0,0-2 0 0,1 1 1 0,3-9-3 16,-4 7-2-16,0-1 17 0,5-1-4 15,-6 1 5-15,1-1-6 0,-2 3-4 0,2-1 1 16,-2-1-3-16,-2 2-4 0,1 2 1 0,-1 4-1 16,-3-1 2-16,2 3-2 0,-3-1 1 0,1 3-5 15,-1 7-3-15,0-11 4 0,0 11-4 0,0-9-1 16,0 9-2-16,0 0 1 0,0 0 1 0,-4-9 0 15,4 9-3-15,0 0 1 0,-11 3-1 0,11-3-5 16,-11 8 9-16,4-1-5 0,1 1 2 0,0 2-3 16,0 0 2-16,1 1 1 0,0-1-1 0,2 0 2 0,2 1-2 15,0-2 3-15,2 1 0 0,2-1-2 0,1 1 3 16,1-1 0-16,2-2 0 0,2 0 0 16,3-2-4-16,7 0-19 0,1 0-28 0,7-1-27 15,0-1-41-15,1-2-40 0,0 1-26 0,-6-1-29 16,0-1-169-16,-6 0-414 0,-2 0 183 0</inkml:trace>
  <inkml:trace contextRef="#ctx0" brushRef="#br0" timeOffset="139830.06">17397 8210 146 0,'0'0'205'0,"0"0"-10"0,0 0-10 0,-4 5-18 15,4-5-18-15,0 0-8 0,0 0-3 16,0 10-12-16,0-10 1 0,-2 10-10 0,2-10-6 0,2 16-6 16,-2-6-8-16,-2 2-7 0,2-1-10 0,0 0-10 15,0 0-7-15,2 0-3 0,-2 1-5 16,-2 1-9-16,2 0-19 0,-1-1-33 0,0 0-30 16,1-1-43-16,-3-1-47 0,3-3-43 0,-2 4-179 15,2-11-376-15,-4 14 167 0</inkml:trace>
  <inkml:trace contextRef="#ctx0" brushRef="#br0" timeOffset="139995.14">17383 8104 36 0,'8'-4'51'0,"-8"4"-31"15,0 0-39-15,13 11-18 0,-9-5 8 0</inkml:trace>
  <inkml:trace contextRef="#ctx0" brushRef="#br0" timeOffset="140458.14">17572 8443 78 0,'0'0'224'0,"0"0"-7"0,5-18-4 0,-5 18-4 0,0-9-10 16,0 9-15-16,1-16-14 0,0 6-9 16,-1 0-17-16,2-1-12 0,-1 1-15 0,0-2-7 0,3 3-12 15,-1-4-10-15,2 2-2 0,0 0-15 0,0 0-5 16,1 1-6-16,1 1-9 0,-1 0-7 0,2 3 0 16,-3 3-11-16,1-1 0 0,-6 4-4 0,14-2-4 15,-5 3-3-15,2 3-1 0,0 1-3 0,0 1-2 16,-1 1 2-16,-4-1-4 0,0 4-2 0,3-1 0 15,-2 0-4-15,-2 0 3 0,1-1-6 0,-2 2 7 16,-3-5-7-16,6 2 1 0,-5-2 3 0,-2-5 0 16,3 9 1-16,1-7 3 0,-4-2-1 0,0 0 2 15,0 0-2-15,0 0-1 0,0 0 3 0,0 0-3 16,0 0-1-16,0 0-2 0,0 0 1 0,0 0-3 16,0 0-1-16,-12-16 0 0,12 16 8 0,3-16-9 15,-1 9 3-15,5-4-2 0,0 1-3 0,0-1 1 16,3 2-3-16,-2-1-3 0,6-2 3 0,-2 2 1 15,-1 3-2-15,1 1-3 0,-1 2-1 0,-1 1 5 16,1 3-5-16,0 2 3 0,-1-1 0 0,0 3-2 16,-4 2 2-16,3 1 0 0,-2 0 2 0,0 1 0 15,0 0-3-15,-2 3 3 0,0-3-4 0,-2 4 3 16,0-5-10-16,0 3-18 0,-2-1-26 0,-2 4-33 16,0-5-36-16,1-8-48 0,0 14-40 0,-2-5-210 15,1-2-457-15,1-7 202 0</inkml:trace>
  <inkml:trace contextRef="#ctx0" brushRef="#br0" timeOffset="140655.84">18087 8247 83 0,'0'0'222'0,"2"-8"-12"16,-2 8-14-16,3-6-25 0,-3 6-14 15,0 0-8-15,0 0-5 0,0 0-1 0,0 0-9 16,14 9-9-16,-13-2-11 0,2 0-11 0,-2 2-8 15,2 1-10-15,-1 1-4 0,0-1-13 0,0 1-8 16,-1-1-13-16,-1 1-37 0,2 2-44 0,-2-3-37 0,2 2-34 16,-1-4-49-16,2 2-186 0,-3-10-366 0,-3 14 162 15</inkml:trace>
  <inkml:trace contextRef="#ctx0" brushRef="#br0" timeOffset="141026.07">18354 8355 132 0,'0'0'166'0,"0"0"-11"0,0 0 6 15,0 0-3-15,-1-28-2 0,3 20-12 0,1-2-7 16,3 0 1-16,2-1-10 0,-1 1-1 0,1 2-1 16,1-1-5-16,2 2-9 0,-1 1-9 0,-1 2-8 0,2 2-7 15,-2 2 0-15,4 0-5 0,-2 2-10 16,1 2 0-16,-3 1-11 0,1 0-2 0,-1 2-6 15,-1 0-9-15,2-1-1 0,-4 2-3 0,-1 1-11 16,0-1-25-16,-2 0-33 0,1 3-47 0,-3-4-67 0,-1-7-64 16,4 15-203-16,-4-6-444 0,0-9 197 0</inkml:trace>
  <inkml:trace contextRef="#ctx0" brushRef="#br0" timeOffset="141626.87">20121 7697 98 0,'0'0'149'0,"-6"0"-4"0,6 0-3 16,0 0 8-16,0 0-13 0,36 0 2 0,-4-1-4 15,19-2-4-15,8-3-9 0,7 3-6 0,30-6-5 16,1 6-4-16,0-6-10 0,0-1-4 0,-6 3-8 16,-27 6-1-16,2-4-13 0,-3 1-3 0,1 3-10 15,-7 1-4-15,-7 1-6 0,-11 1-4 0,-6 0-4 16,-3-4-4-16,-8 6-2 0,-1-4-3 0,-3 3-6 16,-6-2-2-16,-1-1-3 0,-1 1 1 0,-2-3-3 15,-8 2-1-15,10 1-3 0,-10-1-3 0,0 0-5 16,10-1-9-16,-10 1-13 0,0 0-30 0,0 0-38 15,0 0-28-15,-22 10-36 0,4-8-40 0,-2 6-160 16,-8 2-376-16,-4-2 167 0</inkml:trace>
  <inkml:trace contextRef="#ctx0" brushRef="#br0" timeOffset="142076.09">20562 7860 151 0,'0'0'199'0,"-9"-5"-15"0,9 5-12 16,-5-8-10-16,5 8-10 0,-5-2-12 16,5 2-4-16,0 0-13 0,-4-7-22 0,4 7-7 15,0 0-11-15,0 0-10 0,0 0-7 0,0 0-8 0,0 0-8 16,0 0-7-16,5 22-1 0,1-9-1 0,0 4 4 15,4 7-6-15,-2 0-2 0,1 2 2 16,2-1 1-16,-2 0 3 0,2-1-5 0,-1-1 1 16,0-1-1-16,-1-5-6 0,1-1-4 0,-1-1-2 0,0-1-1 15,-1-4 0-15,-1 2-3 0,1-3-2 0,-2-2 1 16,1 1 0-16,-1-3 2 0,-1 0 0 0,-1-1 15 16,-4-4 6-16,6 5 1 0,-6-5 2 0,0 0-4 15,0 0 3-15,16-9-3 0,-11 3-5 0,0-2-3 16,0-1 0-16,0-1 5 0,2-6-6 0,1 2 22 15,-1-4-5-15,5-3-4 0,-4 3-5 0,1-5-5 16,2 0-8-16,0 1 1 0,1-2-2 0,-3 6-5 16,-1 2-6-16,1 0 0 0,-3 5-7 0,1 1-12 15,-3 1-23-15,4 0-29 0,-5 4-36 0,1 2-34 16,-4 3-28-16,11-2-22 0,-11 2-22 0,0 0-36 16,19 9-19-16,-17 0-128 0,3 1-409 0,-3 0 181 15</inkml:trace>
  <inkml:trace contextRef="#ctx0" brushRef="#br0" timeOffset="142287.69">21035 8193 186 0,'4'6'257'16,"-4"-6"2"-16,0 0 3 0,0 0-6 0,4 4-7 16,-4-4-7-16,0 0-16 0,0 0-24 0,0 0-19 15,0 0-22-15,0 0-14 0,4 7-17 0,-4-7-18 16,0 0-13-16,0 0-13 0,0 0-8 0,2 7-4 15,-2-7-14-15,0 9-11 0,0-9-20 16,-1 10-29-16,1-10-27 0,-3 15-42 0,2-7-37 0,1-8-29 16,-4 15-37-16,4-15-31 0,-2 14-33 0,0-6-165 15,2-8-432-15,-6 11 192 0</inkml:trace>
  <inkml:trace contextRef="#ctx0" brushRef="#br0" timeOffset="142447.1">21034 8029 149 0,'2'-10'172'0,"0"1"-20"0,-2 2-13 0,0 7-36 16,1-11-43-16,-1 11-46 0,4-6-45 0,-4 6-28 16,0 0-58-16,0 0-126 0,0 0 55 0</inkml:trace>
  <inkml:trace contextRef="#ctx0" brushRef="#br0" timeOffset="143063.68">21306 8304 143 0,'0'0'240'0,"0"0"-3"0,0 0-13 0,0 0-15 0,0 0-12 16,0 0-10-16,0 0-11 0,0 0-10 15,0 0-14-15,0 0-14 0,0 0-14 0,-3-22-11 16,3 22-9-16,-1-12-11 0,1 12-6 0,3-17-4 16,-1 11-8-16,1-5-7 0,-1 4-7 0,4-3-7 15,0 1-6-15,3 0-7 0,0 0-3 0,2 4-5 16,1-3-8-16,-1 3-1 0,0 4-3 0,1-1-4 0,0 2-1 16,-1 2-4-16,1-1-1 0,-2 3 0 15,2 1-1-15,-3 0-3 0,-2 2 1 0,1 1 0 16,-1-1 0-16,0 1-2 0,-4-2 1 0,0-1-5 15,1 1 5-15,-1-2-1 0,-3-4-4 0,4 10 1 16,-4-10 3-16,5 4 0 0,-5-4 3 0,0 0-3 16,1 6 4-16,-1-6 11 0,0 0 6 0,0 0 4 15,0 0 3-15,0 0 11 0,0 0-17 0,0 0-7 0,0 0 0 16,0 0 2-16,0 0-4 0,0 0-5 0,-1-26-1 16,3 17-2-16,1-1 1 0,2 1 3 15,1-3-9-15,2-2 2 0,5 3-4 0,-2-2-2 0,2 1-2 16,-4 4 4-16,1 2-5 0,2-1 1 0,-2 1 1 15,-2 4-5-15,2 1 0 0,-10 1-1 0,18 2-2 16,-12 1 6-16,4 2 3 0,-2 1-7 0,0 1-4 16,-3 0-12-16,2 1-14 0,0 1-17 15,-3 1-20-15,1-1-23 0,-3 2-31 0,2-2-33 0,-2 2-27 16,1-3-42-16,2 0-34 0,-3-1-144 0,0 1-438 16,1-2 194-16</inkml:trace>
  <inkml:trace contextRef="#ctx0" brushRef="#br0" timeOffset="143418">21880 8190 30 0,'0'0'161'0,"-17"7"-10"0,12-1-6 0,-4 0-15 0,2 0-4 15,-1 1-16-15,3 0-5 0,-2 2-12 0,0-1-7 16,3-1-10-16,1-1-7 0,1 0-7 15,2-6-5-15,-1 13-10 0,1-13-5 0,1 8 2 0,-1-8-5 16,6 7-2-16,-1-5-7 0,-5-2 2 0,14-2-1 16,-6 2-5-16,-8 0-3 0,15-6-1 0,-7 2 0 15,0-2 3-15,-2 2 1 0,4-1 9 0,-2 0 2 16,-4-2 6-16,0 2-4 0,3-4-1 0,-3 3 2 16,2-1 6-16,-2 2 1 0,1 1 0 0,-5 4 1 15,6-7 0-15,-6 7-7 0,4-6-7 0,-4 6-4 16,0 0-4-16,7-4 1 0,-7 4 0 0,0 0-6 15,10 7-3-15,-10-7 2 0,7 8-1 0,-5-2-1 16,1-1-2-16,1-1-3 0,1 2 0 0,-1 1-5 16,-1-2-16-16,1 1-37 0,-1 0-50 0,-3-6-54 15,6 10-69-15,-4-5-138 0,-2-5-385 0,0 0 171 16</inkml:trace>
  <inkml:trace contextRef="#ctx0" brushRef="#br0" timeOffset="143632.04">22208 8151 93 0,'0'0'252'0,"4"-6"-22"0,-4 6-18 0,0 0-10 16,7-3 0-16,-7 3 4 0,0 0-11 0,14 10-8 16,-9-5-19-16,1 1-12 0,3 4-14 0,-1-1-18 15,-1-1-7-15,2 1-16 0,0-1-8 0,3 3-8 0,-3-1-15 16,0-3-22-16,1 2-33 0,-2-3-44 15,-2 1-45-15,0-1-49 0,1-4-53 0,-2 1-32 0,-5-3-174 16,8 5-413-16,-8-5 183 0</inkml:trace>
  <inkml:trace contextRef="#ctx0" brushRef="#br0" timeOffset="143784.44">22399 8157 127 0,'-1'-9'197'0,"1"9"-20"0,0 0-9 0,0 0-6 15,0 0 0-15,-29 16-7 0,17-4-8 0,-11 4-14 0,-2 4-14 16,1-1-10-16,-3 5-14 0,0-5-30 0,2 2-43 16,-1-3-59-16,3-2-67 0,0 2-180 15,5-6-305-15,3 0 135 0</inkml:trace>
  <inkml:trace contextRef="#ctx0" brushRef="#br0" timeOffset="143935.44">22096 8220 24 0,'0'0'121'0,"-8"-6"-50"16,3 2-37-16,5 4-76 0,-19-3-45 0,9-1 20 16</inkml:trace>
  <inkml:trace contextRef="#ctx0" brushRef="#br0" timeOffset="144739.24">19239 5934 10 0,'0'0'150'0,"0"0"-12"0,0 0-9 16,0 0-17-16,0 0-5 0,0 0 3 0,0 0 0 16,0 0 6-16,24 3 0 0,-3-4 3 0,9 1 1 15,6 0-7-15,15-2-4 0,2-1-1 0,5-1-8 16,3 0-4-16,3 2-4 0,27-5-2 0,-26 5-7 16,26-3-24-16,-30 2-7 0,-1-1-2 0,1 1-1 15,-2 2-4-15,0 0-7 0,-1 1-2 0,-4-2-4 16,-4 2-3-16,-11 2-3 0,-2-4 0 0,-5 1-4 15,0 2-1-15,-12 1-7 0,-1-1 1 0,-1-1-3 16,-5 0 4-16,1 1-4 0,-2 1 0 0,-4-1 3 16,3 1-3-16,-11-2 1 0,11 0 5 0,-11 0-2 15,9 0 7-15,-9 0 0 0,0 0 4 0,10 0-3 16,-10 0-1-16,0 0 1 0,0 0-8 0,7 2 4 16,-7-2-1-16,0 0-7 0,0 0-3 0,0 0-18 15,0 0-21-15,0 0-30 0,0 0-26 0,0 0-33 16,0 0-37-16,0 0-36 0,0 0-38 0,0 0-121 15,0 0-381-15,0 0 168 0</inkml:trace>
  <inkml:trace contextRef="#ctx0" brushRef="#br0" timeOffset="146468.2">19795 6164 120 0,'0'0'182'16,"2"-8"-10"-16,-2 8-7 0,0 0-18 0,0-9-19 15,0 9-12-15,0 0-17 0,0 0-6 0,0 0-7 0,0 0-11 16,0 0 2-16,6 22-2 0,-3-12-2 0,-2 0 1 15,-1 3-5-15,0 2-2 0,0-3-3 16,1 1-6-16,-2-2-5 0,2 1-1 0,-1-1-7 0,3-1 0 16,-3-3-4-16,1 1 1 0,0-1-5 15,1 0 1-15,0-1-6 0,-2-6 1 0,7 11-3 0,-4-7-1 16,3-2-2-16,3 2 0 0,-3-2-4 16,3 0-7-16,2-1-34 0,0 1-36 0,0-2-45 15,2 1-41-15,0-1-34 0,-2-1-164 0,-3 1-366 16,1-3 162-16</inkml:trace>
  <inkml:trace contextRef="#ctx0" brushRef="#br0" timeOffset="146978.2">20066 6370 121 0,'0'0'151'0,"3"9"-7"0,-3-9 1 15,0 12-1-15,0-12-4 0,-1 9-8 0,1-9-12 16,1 9-4-16,-1-9-9 0,0 7-4 0,0-7-2 15,0 0 6-15,1 8 10 0,-1-8 7 0,0 0 3 16,0 0 5-16,0 0-5 0,0 0-8 16,0 0-10-16,0 0-11 0,0 0-13 0,0 0-9 0,0 0-6 15,0 0-5-15,-10-25-3 0,9 18-1 0,1 7-9 16,2-17-10-16,-2 9-1 0,4-3-3 0,0 0-6 16,0 1-5-16,0-3-2 0,2 2-5 15,1 1-1-15,0 1-4 0,1 1-1 0,-1 1-3 0,4 2-5 16,-2 0 1-16,1 3 0 0,-4 2 0 0,6 0-5 15,-2 4-3-15,-1-1 1 0,1 3-3 0,-1 0 1 16,-3 2 0-16,1 1 1 0,-1 1 3 0,-1-1-2 16,-1 2 3-16,0-4-2 0,-1 0-2 15,-2 1 0-15,4 0 2 0,-5-1 2 0,0-7-1 0,3 10 2 16,-3-10-1-16,1 8 1 0,-1-8 4 16,2 5 2-16,-2-5-1 0,0 0 3 0,0 0-5 0,0 0-2 15,0 0-3-15,0 0 4 0,0 0-1 0,0 0-2 16,0 0-1-16,-5-25 2 0,5 25-3 15,4-16 1-15,-3 8-5 0,7-3-1 0,0 1 0 0,1 0-1 16,3-1 2-16,-3 0 1 0,-1 6-1 0,0-1-3 16,3 4-1-16,-3-1-2 0,2 2 0 0,2 1 2 15,-2 2 3-15,-1 1-2 0,2 2-2 0,-1-1 2 16,0 2 2-16,0 2 0 0,-4-2-3 0,0 2-11 16,1 0-16-16,-2 2-17 0,1-2-34 0,-3 1-30 15,1 1-31-15,-2-2-26 0,2 2-23 0,-1-4-24 16,-1 2-168-16,0-3-419 0,-2-5 185 0</inkml:trace>
  <inkml:trace contextRef="#ctx0" brushRef="#br0" timeOffset="147156.93">20525 6342 98 0,'4'-10'177'0,"0"0"6"0,0 2-6 16,-2-1 6-16,1 3 4 0,-2-1-5 0,-1 7-9 15,1-9-20-15,-1 9-18 0,4-6-18 0,-4 6-9 16,0 0-13-16,0 0-2 0,0 0-13 0,8 14-7 15,-6-4-4-15,1 0-7 0,-3 3-3 0,-1 3-11 16,1 0-32-16,-2 1-31 0,-1-1-34 0,1 0-39 16,-1 0-60-16,0-3-61 0,-1-3-118 0,2 0-353 15,-4 0 156-15</inkml:trace>
  <inkml:trace contextRef="#ctx0" brushRef="#br0" timeOffset="147331.94">20616 6201 46 0,'8'16'43'0,"-5"1"-23"0,5 0-20 0,-1 2-19 15,3-1-19-15,-1-1 9 0</inkml:trace>
  <inkml:trace contextRef="#ctx0" brushRef="#br0" timeOffset="147532.79">20740 6402 83 0,'0'0'166'0,"-3"-16"4"0,3 9 0 0,0 7-2 16,2-13-8-16,0 6-4 0,1 1-7 0,-1-1-8 16,-2 7-9-16,5-10-12 0,-1 5-13 0,0-1-9 15,3 3-8-15,-7 3-7 0,12-2-10 0,-12 2-4 16,14 1-6-16,-7 0-7 0,3 2-4 0,-1 1-5 15,-3 2-5-15,2-1-3 0,1 0-2 0,1 0-1 16,-3 0-5-16,-2 1-20 0,1-1-35 0,-2 1-43 16,0 1-48-16,0 0-53 0,-3 2-195 0,-1-2-392 15,0-7 173-15</inkml:trace>
  <inkml:trace contextRef="#ctx0" brushRef="#br0" timeOffset="148217.81">22086 6106 45 0,'-8'-1'167'0,"8"1"-12"0,0 0-15 15,0 0-11-15,0 0-10 0,0 0 10 0,24-6-5 16,8 3 3-16,4 0-9 0,20-1-9 0,7-7-2 16,28 3-17-16,-26 4-1 0,34-6-3 0,-8 0-9 0,3 0-5 15,-2-1-7-15,3 1-9 0,4 4 15 16,0-2-7-16,2 6-2 0,-2-5-11 0,3 1-1 0,-5 3-8 16,-2 1-2-16,-3-5 0 0,-27 5-5 15,1 0-4-15,24-1-2 0,-31 3-3 0,1-3-3 0,-6 3 0 16,-14 0-1-16,-3-1-3 0,-2 1-1 15,-6 0-4-15,-7 0 1 0,-5 0-4 0,-5 0 0 0,0 0-2 16,-6 0 1-16,-6 0-1 0,13 0 4 0,-13 0-4 16,10 1 2-16,-10-1 0 0,7-3 2 15,-7 3-1-15,0 0 2 0,0 0-4 0,0 0-1 0,0 0-1 16,0 0 0-16,0 0-3 0,0 0-12 16,0 0-28-16,0 0-28 0,0 0-28 0,0 0-35 15,-34 0-38-15,23 2-37 0,-7 0-161 0,-2-2-390 16,-1 2 173-16</inkml:trace>
  <inkml:trace contextRef="#ctx0" brushRef="#br0" timeOffset="154168.16">19395 6113 70 0,'-5'-5'110'0,"5"5"-9"0,0 0-10 16,0 0 1-16,-11-3-5 0,11 3-6 0,0 0-1 16,-8-3-12-16,8 3 13 0,0 0-10 15,0 0-4-15,-9 0-2 0,9 0-12 0,0 0 7 0,0 0-2 16,-11-2-2-16,11 2-2 0,0 0 2 0,0 0-5 16,0 0-1-16,0 0-4 0,-8-1-6 0,8 1-3 15,0 0-7-15,0 0-2 0,0 0-2 0,0 0-4 16,0 0-5-16,0 0 3 0,28-6-6 0,-15 4 5 15,6-3-7-15,3 5-1 0,0-3-5 0,-1 2-2 16,0-1-12-16,-1 0-16 0,-1-2-26 0,-1 4-9 16,0-1-19-16,1-2-14 0,-6 3-12 0,5 0-4 15,-5 0-14-15,-1-2-77 0,-2 2-214 0,-10 0 95 16</inkml:trace>
  <inkml:trace contextRef="#ctx0" brushRef="#br0" timeOffset="154628.03">19583 6060 59 0,'-12'1'76'0,"12"-1"11"16,0 0-15-16,-8-2 4 0,8 2-16 0,0 0-1 15,0 0-8-15,0 0 1 0,-10 5-5 0,7 3 0 16,3-8-4-16,-4 13 2 0,3-3 3 0,-2 0 11 15,-2 3-6-15,4 3 1 0,0 0-9 0,0 1 0 16,-2-1-6-16,2 0-2 0,-1 2 8 0,1-1-10 16,0-1-1-16,1 1 2 0,-1-5-1 0,1 5-4 15,-2-2 3-15,1-5-8 0,1 4 0 0,0-3-3 16,0 0-3-16,1 0-5 0,-2 0-2 0,0-1 5 16,1 0-5-16,-2-3 1 0,1 1-1 0,0-1 1 15,1-7-5-15,-4 16-9 0,0-11 11 0,2 2-3 0,-3-2 1 16,1 0 2-16,-1 0-2 0,-2 1-3 15,-3 0-5-15,1-3-4 0,-1 4-3 0,2-4 7 16,1 1-1-16,0-2 1 0,1 0-2 0,6-2 1 16,-13 3-2-16,8-1 6 0,5-2 0 0,-8 2 1 15,8-2 19-15,0 0-6 0,-8 2 0 0,8-2 5 0,0 0 10 16,0 0-3-16,0 0-6 0,0 0-2 16,-7 3-3-16,7-3-4 0,0 0 0 0,0 0-5 15,0 0 3-15,0 0 1 0,32 2-6 0,-16-2 2 16,3-1-1-16,1 2-4 0,1-1-13 0,1 0-32 0,5 0-39 15,4-1-36-15,-1 1-51 0,-4-2-96 0,3 0-283 16,0 0 126-16</inkml:trace>
  <inkml:trace contextRef="#ctx0" brushRef="#br0" timeOffset="155674.57">22630 6213 126 0,'0'0'139'0,"0"0"-10"0,0 0-9 16,0 0-15-16,0 0-12 0,0 0-3 0,0 0-12 16,0 0-12-16,26-12-4 0,-11 6-4 0,4 2-6 15,0 1-3-15,3 1-28 0,-2 1-14 0,-3-1-15 16,-4 1-14-16,0-2-16 0,-1 3 0 0,-3-1-10 16,-1 1 2-16,-8 0 7 0,14-1-5 0,-14 1 2 15,8 0 6-15,-8 0 7 0,0 0-2 0,9-1 4 16,-9 1 5-16,0 0 1 0,0 0-1 0,0 0 6 15,0 0 2-15,0 0 2 0,0 0 15 0,-32 3 7 16,25-1 1-16,0-1-3 0,-3 0 14 16,10-1 3-16,-12 3-5 0,6-1-4 0,6-2-9 0,-12 5 3 15,7-2 13-15,1 3-3 0,-1 2 12 0,2 3 1 16,0 0 2-16,0 7-9 0,-2-1 14 0,5 2-3 16,-1 0 6-16,1 4 2 0,-1-2-3 0,2 4-2 15,0 0-5-15,0-6-2 0,-1 1-7 0,2-1 2 0,0 0-7 16,-1-2 3-16,1 2-6 0,-1-2-1 15,-1 0 6-15,1-4-9 0,-1-2 2 0,-1 2-4 16,2-3 5-16,-3 2-5 0,-1-3 2 0,-2-1-6 16,1-1-7-16,-1 1 3 0,-1-3-1 0,0 0 2 15,-1 0-7-15,-2-2 5 0,3-1 4 0,-2 0-3 16,8-2 5-16,-18 0 0 0,18 0-6 0,-15-3 5 16,7 2 15-16,8 1 8 0,-10-1 19 0,10 1 4 15,-8-5 4-15,8 5 2 0,0 0 1 0,-8-2-4 16,8 2-4-16,0 0-7 0,0 0-4 0,0 0-3 15,0 0-7-15,0 0-2 0,20-13-4 0,-8 11-2 0,1-3-1 16,1 2-3-16,4-1-9 0,1 1-22 0,1 1-19 16,0-2-30-16,8 2-28 0,0-1-24 15,0 2-18-15,0-2-13 0,-7 0-26 0,-1 1-91 16,-1 2-281-16,-6-2 125 0</inkml:trace>
  <inkml:trace contextRef="#ctx0" brushRef="#br0" timeOffset="155927.84">23037 6521 161 0,'0'0'150'0,"0"0"-19"0,0 0-16 0,0 0-14 15,0 0-11-15,0 0 4 0,0 0-4 16,0 0 5-16,0 0-2 0,2 21-1 0,-2-11-8 0,-1 1-6 16,1 0-5-16,-3-2 0 0,3 0-8 15,0 2-3-15,0 0-6 0,-1 0-5 0,1-4-1 0,0 3-8 16,1-3-2-16,-1-7-3 0,2 14-4 0,0-10-2 15,-1 3-2-15,5-4-2 0,-1 2 1 0,2-1-2 16,3-1-3-16,3 1-2 0,1-2-13 0,5 0-18 16,1 0-24-16,1-4-31 0,1 1-24 0,-1 0-21 15,0-3-18-15,0 0-9 0,-2 0-12 0,0 0-90 16,-1-1-256-16,-4 1 113 0</inkml:trace>
  <inkml:trace contextRef="#ctx0" brushRef="#br0" timeOffset="156453.26">23397 6589 59 0,'0'0'111'0,"1"-7"-11"16,-1 7-17-16,0 0 0 0,0 0-1 0,0 0 7 16,0 0-4-16,0 0 7 0,-10 28-10 15,8-16 0-15,0-2-5 0,0-1-1 0,-1 4-6 0,-1-6-1 16,3 2-9-16,-2-1-5 0,2-1-4 0,1-7-2 16,-1 11 5-16,-2-5-5 0,3-6 11 0,-1 7 6 15,1-7 12-15,0 0 8 0,-3 6 3 0,3-6-11 16,0 0-3-16,0 0-9 0,0 0-6 15,0 0-5-15,0 0-6 0,-10-18-3 0,10 18-3 16,-1-14-8-16,1 8-2 0,1-6 0 0,1 2-4 0,0-2-6 16,4-3-2-16,1 0-1 0,0-1 0 0,3 1-4 15,0-2-3-15,-1 3 0 0,1 1-4 0,1 6-1 16,3-5 0-16,-3 5-1 0,1 3-1 0,3-2-1 16,-4 6-4-16,2 0 1 0,-2 0 1 15,2 4-1-15,-1 2 2 0,0 1-2 0,1 3 1 0,-3-1 0 16,4 0 0-16,-5 3 2 0,-1-4-4 0,-2 2 4 15,2-1-4-15,-2 0 4 0,0 1-3 16,-4-4 4-16,2 1-2 0,0-1-1 0,-2-2 1 0,1 3-1 16,-3-7 5-16,2 7-1 0,-2-7 4 0,0 0-3 15,0 7 3-15,0-7-2 0,0 0-3 0,0 0 3 16,0 0 1-16,0 0 1 0,0 0-6 0,0 0-2 16,-17-17 3-16,13 10-5 0,4 7 5 0,2-15-7 15,0 5 1-15,0-1 0 0,1 2-2 0,2-1 1 16,1 0 1-16,-1 1-2 0,2 1 1 15,-1 3-2-15,3-2-4 0,-3 5 1 0,1 0 0 0,-7 2 0 16,15 0 0-16,-9 2-2 0,1 3 4 0,1-1 2 16,-2 4-1-16,1 1-1 0,0 1 1 0,-1-1-1 15,0 3-10-15,-1-2-17 0,-2 2-16 0,1-2-22 16,-3 1-33-16,3 2-15 0,0-3-28 0,0 1-28 16,0-2-15-16,-1-1-133 0,-3-8-348 0,6 13 154 15</inkml:trace>
  <inkml:trace contextRef="#ctx0" brushRef="#br0" timeOffset="156802.07">23922 6574 146 0,'-4'-5'177'0,"4"5"-12"0,-9-9-16 0,4 6-15 16,5 3-5-16,-11 0-21 0,11 0-4 0,-17 10-3 15,9-3-7-15,-1 2-8 0,1 0-9 0,-3 5-9 16,4-3-8-16,2-1-6 0,1 1-3 0,-1 0-3 15,5-3-6-15,-2 2-3 0,2 0 1 0,4 0-6 16,-1-2-2-16,1-4-2 0,2 3-2 0,-1-2-1 16,0-1-6-16,-5-4 1 0,14 4-2 0,-6-4-1 15,-8 0-1-15,14-4-1 0,-6-1-1 0,-3 0-2 16,1 0 1-16,1-2-1 0,-2-1 0 0,0 0 3 16,0-2-3-16,-1 0 6 0,-2 0 5 0,0 1 3 15,-1 0 6-15,0 3 4 0,-1 6 8 0,3-12-2 16,-3 12-6-16,2-6-8 0,-2 6-4 0,0 0-6 15,0 0-1-15,0 0-3 0,0 0-2 0,0 0-1 16,0 0-1-16,0 0 0 0,4 23-3 0,-3-12 0 16,2 0-9-16,1-1-25 0,-1 2-32 0,1-1-26 15,0 1-34-15,3-3-32 0,-2 2-28 0,1 1-172 16,-2-4-376-16,0 1 166 0</inkml:trace>
  <inkml:trace contextRef="#ctx0" brushRef="#br0" timeOffset="157017.84">24069 6574 184 0,'1'-10'213'0,"1"3"1"0,-2 0-18 16,0 7-21-16,1-10-21 0,-1 10-15 0,0 0-16 16,8-2-5-16,-8 2-13 0,0 0-8 0,14 14-6 15,-7-6-8-15,0 2-8 0,0 1-8 0,2 0-3 16,3 3-7-16,-3 0-5 0,1 0-7 0,3-1-8 15,-4 0-32-15,1-1-30 0,0-4-40 0,-1 1-41 16,0-3-28-16,-1 1-34 0,-1-1-132 0,-1-1-324 16,-6-5 144-16</inkml:trace>
  <inkml:trace contextRef="#ctx0" brushRef="#br0" timeOffset="157184.81">24225 6603 115 0,'-4'-7'194'15,"4"7"-19"-15,0 0-16 0,-6-5-13 0,6 5-6 16,0 0-8-16,-18 11-14 0,8-4-8 0,-3 6-8 16,0-1-7-16,-2 1-8 0,-4 5-10 0,3-3-14 15,1-2-29-15,1 3-41 0,1-2-43 0,0 1-44 16,2-2-58-16,-1-1-89 0,5-2-261 0,3-4 116 16</inkml:trace>
  <inkml:trace contextRef="#ctx0" brushRef="#br0" timeOffset="157356.34">24289 6670 145 0,'0'0'237'0,"5"-6"-23"0,-5 6-22 16,5-3-16-16,-5 3-18 0,0 0-18 0,0 0-17 15,0 0-25-15,8-2-35 0,-8 2-41 0,0 0-50 16,0 0-61-16,0 0-154 0,0 0-261 0,0 0 116 15</inkml:trace>
  <inkml:trace contextRef="#ctx0" brushRef="#br0" timeOffset="197826.61">11213 11946 32 0,'-5'-10'122'0,"1"4"2"0,1-2 3 16,1 3-8-16,-1-3-10 0,-1 0 6 0,4 8-3 15,-7-11-7-15,4 5 3 0,0 0-11 16,3 6-2-16,-6-10 0 0,3 5 0 0,3 5-14 0,-4-5-11 16,4 5-9-16,0 0-1 0,0 0-14 0,-6-5-2 15,6 5-3-15,0 0-9 0,0 0-2 0,7 24 5 16,-4-10 3-16,1 6 1 0,1 8 4 0,-1 1-4 16,-1 1 0-16,0 2-2 0,0-2 1 0,1 4-8 15,0-4-6-15,-2 2-3 0,2-1 0 0,-1 0 0 16,-1 0-6-16,1-2 2 0,2-2-1 0,-5-2-2 15,1-6-2-15,1 1 0 0,-1-1 0 0,0 0-2 16,2-3-2-16,-3 0 2 0,1-1-4 0,0-4-2 16,-1 3 0-16,0-4 2 0,0-1-4 0,0 1-8 15,2-3-11-15,-2-7-7 0,-2 12-23 0,2-12-14 16,-1 10-12-16,1-10-18 0,-1 7-6 0,1-7-29 16,0 0-39-16,-5 5-133 0,5-5-322 0,0 0 142 15</inkml:trace>
  <inkml:trace contextRef="#ctx0" brushRef="#br0" timeOffset="198245.1">11214 11878 5 0,'15'-22'124'0,"0"2"-5"0,3 1-5 0,2 0-3 0,-4 8-3 15,0 1-5-15,2 2-13 0,0 1-5 0,-2 4-10 16,-4 2-10-16,2 5-9 0,-2-1-1 0,0 4-2 16,1 6-4-16,-3-2 1 0,-3 5-9 0,0-1 0 15,-6 4-4-15,1 0-4 0,-2 1-3 0,-3 0 3 16,-1 0-5-16,-5 2-5 0,2 3 0 0,-4-9-6 16,0 1 0-16,-7 1 1 0,3-2-1 0,1-3-4 15,-3 0 1-15,0-1 0 0,-2-2-1 0,4-1-7 16,1-1 7-16,1-5-6 0,-2 2 2 0,5-3 5 15,-3-1-2-15,2-1 5 0,2 0 6 0,9 0 4 16,-15-2 4-16,15 2 2 0,-11-1 0 0,11 1-6 0,-11 0 2 16,11 0-4-16,0 0-7 0,0 0 0 15,0 0 7-15,0 0-11 0,0 0 3 0,0 0-3 16,0 0 2-16,0 0-3 0,27 10-4 0,-17-6 4 16,2 0-6-16,2 1 4 0,0 3-3 0,4-3-2 15,-3 2 1-15,4 0 1 0,-1-1-10 0,0-1-19 0,1 1-27 16,1 0-24-16,1-1-27 0,0-1-37 15,-2 0-27-15,-1-1-112 0,-5-1-295 0,4-1 130 16</inkml:trace>
  <inkml:trace contextRef="#ctx0" brushRef="#br0" timeOffset="198558.12">11693 12055 121 0,'0'0'195'0,"0"0"-15"0,0 0-18 0,-1-6-7 0,1 6-1 16,0 0-5-16,0 0 0 0,-1 24-9 16,-1-11-4-16,-3 12-10 0,2-1-8 0,-4 3-13 15,4-2-6-15,-2 3-5 0,0-2-14 0,4 1-4 16,-4-8-8-16,2 1-5 0,1-1-4 0,2-4-4 0,-1 2-8 16,1-6-4-16,1 2-4 0,0-4-6 0,-1-2-1 15,0 3-2-15,1-3-4 0,-1-7-2 0,2 11-1 16,2-6-5-16,-4-5-1 0,3 8 0 15,-3-8-1-15,12 4 1 0,-7-1 2 0,-5-3-6 16,20-6-1-16,-7 3-5 0,6-5-13 0,1 0-13 16,-1-1-23-16,5-2-23 0,-4 3-23 0,2-6-33 0,-1 4-18 15,3-1-26-15,-4 3-7 0,1 1 9 0,5-3-15 16,-5 3-116-16,-6-1-317 0,4 4 140 16</inkml:trace>
  <inkml:trace contextRef="#ctx0" brushRef="#br0" timeOffset="199168.92">12079 12226 129 0,'0'0'146'0,"0"0"2"0,0 0 0 15,0 0 1-15,0 0-2 0,5 20-12 0,-5-20-9 16,5 13 5-16,-3-4-15 0,-1 1-8 0,1 1-12 15,0-1-9-15,-2 0-3 0,2-1-6 0,-2 0-10 16,0-9-3-16,2 10-5 0,0-4-4 0,-2-6 10 16,0 9 2-16,0-9 7 0,0 0 9 0,0 8 10 15,0-8 9-15,0 0-1 0,0 0-2 16,0 0-2-16,0 0-20 0,0 0-6 0,0 0-9 0,0 0-7 16,0 0-3-16,-13-15-5 0,8 7-3 0,2-1-8 15,1-3-5-15,1 1-1 0,1-4-6 0,1 3-1 16,2-5-5-16,-1 5 1 0,3-5-3 0,2 0-1 15,0 3-6-15,1 3-2 0,2 2-4 0,-1 0 7 16,-1 2-6-16,4 2-1 0,-1 1-2 0,2 3-1 16,-1 1-2-16,1 1 3 0,1 5 0 0,1 1-1 15,-4 1-4-15,3 2 6 0,-1 1 1 0,-3 2-4 16,0-1 5-16,1 2-5 0,-1-1-2 0,-4-2-1 16,1 1 0-16,-2-3 4 0,1 3 0 0,-1-3 0 15,-2-1 1-15,-1-1-4 0,2 1 1 0,-2-4 1 16,-2-4 6-16,3 9 1 0,-3-9-2 0,3 4-1 15,-3-4 1-15,0 0 0 0,0 0-2 0,0 0 0 16,0 0 2-16,0 0-10 0,0 0-1 0,0 0-4 16,-12-24-2-16,14 16-7 0,0-5 1 0,0-2-5 15,0 0 6-15,2 0-1 0,1 3 0 0,0 1 3 16,2 2 0-16,0 1-1 0,1 0 3 0,-1 1-1 16,2 3 1-16,0 1 0 0,-4 2 3 0,8 2-1 15,-4 2 1-15,0 1 2 0,0 2 2 0,0 1 2 16,0 0 1-16,-3 2 2 0,1 4-1 0,0 2-4 15,2-2 6-15,-4 2-4 0,-1 1 1 0,0-2 1 16,1-3-7-16,-5 2-20 0,0-1-29 0,0 1-31 16,0-2-36-16,-3 2-30 0,1-5-32 0,2 2-25 15,0-3-25-15,0-7-127 0,0 11-394 0,0-11 175 16</inkml:trace>
  <inkml:trace contextRef="#ctx0" brushRef="#br0" timeOffset="199359.13">12607 12233 22 0,'3'-6'171'0,"-3"6"-12"0,7-8-2 16,-3 6 6-16,-4 2 3 0,9-2-7 0,-9 2-2 15,9 6 3-15,0 0-13 0,-5 3-13 0,3-2-7 16,-3 5-14-16,1-5-12 0,-1 6-6 0,1 2-12 0,-6 2-5 16,5-2-9-16,-2 0-5 0,2-2-7 15,-4-1-16-15,3 3-21 0,1-2-35 0,-4-2-48 16,0 0-58-16,2-4-45 0,-2 0-181 0,0-7-375 0,-5 10 166 15</inkml:trace>
  <inkml:trace contextRef="#ctx0" brushRef="#br0" timeOffset="199515.14">12644 12007 23 0,'5'11'14'0,"3"4"-21"0,-4 4-6 16,5 4 3-16</inkml:trace>
  <inkml:trace contextRef="#ctx0" brushRef="#br0" timeOffset="199748.18">12884 12365 65 0,'9'-10'170'0,"-9"10"-5"0,3-16 7 0,-2 7-4 0,4-2-8 16,-1 1-9-16,0-5-8 0,3-1-12 16,1 1-13-16,0 2-5 0,3 0-10 0,1 1-8 15,-3-2-8-15,2 7-2 0,0 1-5 0,2 0-12 0,-2 4-8 16,1 1 8-16,-1 3-2 0,1 2-9 16,-1 2 0-16,-2 2-1 0,2 2-6 0,-2 3-2 0,0 4-6 15,-3-2-4-15,-2 3-3 0,0 0-1 0,-2 0-11 16,2 0-17-16,-2-1-36 0,-2-1-40 15,0-2-48-15,0-2-59 0,0 0-210 0,0-2-418 0,0-4 184 16</inkml:trace>
  <inkml:trace contextRef="#ctx0" brushRef="#br0" timeOffset="199933.26">13576 12065 142 0,'4'-3'213'0,"-4"3"-23"0,9-8-23 0,-3 6-15 16,0-1-17-16,2 0-23 0,-1 0-31 0,-7 3-37 15,16-3-43-15,-9 4-23 0,-7-1-37 0,15 2-30 16,-11 0-90-16,2 0-191 0,-6-2 84 0</inkml:trace>
  <inkml:trace contextRef="#ctx0" brushRef="#br0" timeOffset="200102.15">13609 12203 48 0,'-4'10'202'0,"-2"-2"-6"0,2 1-6 16,0-3-3-16,0-1 0 0,4-5-1 0,-5 10-1 15,5-10-4-15,2 10-5 0,-2-10-4 0,9 7-19 16,-1-4-12-16,0-1-13 0,3-3-11 0,1 0-14 16,6-4-9-16,0 1-14 0,1-1-20 0,0 1-38 15,-1-4-42-15,0 3-55 0,0 0-65 0,2-3-59 16,-4 4-197-16,-1-2-429 0,-1 0 190 0</inkml:trace>
  <inkml:trace contextRef="#ctx0" brushRef="#br0" timeOffset="212427.06">15471 11757 30 0,'0'0'128'0,"-3"-14"1"0,3 7-5 0,-2 1-5 15,2 6-2-15,-3-13-13 0,3 13-8 0,0-8-6 0,0 8-14 16,0 0-4-16,0-12-13 0,0 12-1 0,0 0-8 15,7-3-3-15,-7 3-4 0,0 0 3 0,0 0-5 16,21 13 2-16,-12-6-1 0,1 3-9 16,2 3 6-16,-1 4 1 0,1 0-3 0,3 7-3 0,-2-1-2 15,0 2-3-15,-2-3 9 0,3 2 2 16,-1 0-4-16,-1 2-5 0,-1-4 3 0,-2-5-12 0,4 5 1 16,-6-6-6-16,1 1 0 0,2-3-1 0,-2 1-2 15,-2-5 1-15,1 1-2 0,-1-1-6 0,2-2 3 16,-2-1-4-16,-1 2 5 0,-2-4-2 0,2-1 3 15,-2 1 0-15,-3-5 13 0,5 5 16 0,-5-5 7 16,6 3-1-16,-6-3-6 0,0 0-2 16,0 0-3-16,7-18-5 0,-5 7-3 0,2-6-5 0,2-8-3 15,1 0-1-15,0-4-2 0,5 0-4 0,-2-2 0 16,2-2-2-16,-2-1 0 0,2 2 0 0,-3 0-2 16,2 2-4-16,0 2 0 0,-2 0 0 0,0 2-2 15,-1 9 3-15,-1 1-2 0,0 1 1 0,-3 5-4 16,-2 1 4-16,1 0-5 0,-2 4 2 0,2-2 1 15,-3 7-6-15,1-9-3 0,-1 9-7 0,0 0-4 16,5-6-5-16,-5 6-5 0,0 0-14 0,0 0-12 16,0 0-18-16,4 18-24 0,-3-9-24 0,0 2-29 15,1 5-33-15,-4 0-131 0,0-2-338 0,-1 3 149 16</inkml:trace>
  <inkml:trace contextRef="#ctx0" brushRef="#br0" timeOffset="212777.51">15335 12582 64 0,'-7'3'145'0,"7"-3"-8"0,-7 2-12 16,7-2-8-16,0 0-13 0,-7 3-16 0,7-3 0 15,0 0-9-15,0 0-3 0,0 0-3 0,0 0-2 16,0 0-2-16,34-7-1 0,-16 4-4 0,4-1-5 16,3-3-4-16,2 1 8 0,4-1-18 0,-1 1 0 15,5-3-6-15,3 3 1 0,-1-3-6 0,2 2-6 16,12-3-2-16,-17 2-2 0,2 3-2 0,-1-1-1 15,0 1-2-15,-3 1-7 0,-1 0-12 0,-2 2-21 16,-2 0-18-16,1 1-15 0,0 0-24 0,-5-1-36 16,-2 2-21-16,-2 2-109 0,-5-2-263 0,-1 0 117 15</inkml:trace>
  <inkml:trace contextRef="#ctx0" brushRef="#br0" timeOffset="213030.18">15517 12801 116 0,'0'0'123'0,"-5"3"-6"16,5-3 8-16,0 0-3 0,0 0-11 0,23 5-9 15,-5-6-6-15,3-2-12 0,11-4-8 0,0-1 0 16,4 0-13-16,0-2 0 0,-3 0-12 0,4 1-11 15,-5 0-23-15,0 1-11 0,-5 2-23 0,-6 0-17 16,0 3-14-16,-3-3-19 0,-5 4-16 0,-3 0-11 16,-2 0-9-16,-1 2-54 0,-7 0-171 0,0 0 76 15</inkml:trace>
  <inkml:trace contextRef="#ctx0" brushRef="#br0" timeOffset="213397.87">15919 12737 148 0,'-11'4'-1'0,"-8"-1"10"0,2 2 9 0,4-1 3 15,-3 2 10-15,3-2 3 0,0 0 9 0,0 0 3 16,4 0-5-16,0 0 5 0,2-1 4 0,0 0-13 15,4 2 6-15,-3 0 13 0,2 1 9 0,2 4 10 16,1 2 3-16,1 1 8 0,0 5 1 0,1 1-9 16,3 2-4-16,-2 2-1 0,2 6-8 0,-1-2 0 15,1-2-9-15,1 2 2 0,-3-2-6 0,2-6-5 16,-1 1-9-16,-2 0 2 0,1-1-7 0,0 0-2 16,-2 0-1-16,1-3-4 0,-1-1-4 0,0-3 1 15,0 0-5-15,-1-2 4 0,1-1-4 0,-2-2-2 16,2-7-3-16,0 11 3 0,0-11-1 0,0 8-1 0,0-8-2 15,0 0-1-15,-8 6 0 0,8-6-1 16,-9 1-4-16,9-1 1 0,-11-1-3 0,11 1 3 16,-15-3-1-16,15 3 1 0,-14-1-5 0,8-1 1 15,-3 0-4-15,9 2 4 0,-12-2-2 0,12 2-1 16,0 0-4-16,-11 0 17 0,11 0-18 0,0 0-3 16,0 0 5-16,-9 1-2 0,9-1 1 0,0 0 2 15,0 0-1-15,0 0 3 0,0 0 0 0,0 0 2 16,12 14 3-16,-12-14-4 0,15 2 9 0,-3 0-5 15,0-4 1-15,1 2 1 0,10-4-12 0,-3 1-27 0,7-1-35 16,2-5-34-16,-8 4-28 0,0 0-35 0,0-3-97 16,-2 0-282-16,7-2 125 0</inkml:trace>
  <inkml:trace contextRef="#ctx0" brushRef="#br0" timeOffset="214158.61">16162 13054 8 0,'0'0'127'0,"0"0"0"16,0 0 4-16,0-8-5 0,0 8 2 0,0 0-11 16,0 0-3-16,-1-10-5 0,1 10-10 0,0 0-2 15,0 0-3-15,0 0-1 0,-2-10-6 0,2 10-3 0,0 0 5 16,0 0-16-16,0 0-4 0,0 0-6 0,3-7-1 15,-3 7-6-15,0 0-2 0,0 0 0 16,0 0-4-16,0 0-3 0,0 0-1 0,0 0 0 16,0 0-1-16,0 0 2 0,0 0-3 0,0 0 2 15,0 0-3-15,0 0-2 0,0 0 0 0,0 0-2 16,0 0-3-16,0 0-3 0,0 0 1 0,0 0-3 16,0 0-5-16,0 0 5 0,0 0-8 0,0 0-1 15,0 0-5-15,0 0 1 0,0 0-2 0,0 0-5 16,0 0-1-16,0 0 0 0,0 0-5 0,0 0-2 0,0 0 3 15,0 0-6-15,0 0 5 0,0 0-4 0,0 0 3 16,0 0-3-16,0 0 2 0,1 24-1 16,1-17-4-16,-2 2 5 0,1 1-3 0,-1 3 3 15,-3-1-3-15,3-1 2 0,-1 1 1 0,1 1 0 0,-1 2-2 16,-1-3-2-16,4 2 3 0,-4-3 0 0,1 1 0 16,1 1-1-16,-1-2 5 0,1 1-1 0,0 1-4 15,0-2 1-15,0 1 1 0,0-1 0 16,1 1-2-16,0-3 2 0,-2 1-2 0,1 0 1 0,-1-2 2 15,1 3-3-15,0-1 5 0,0 0 3 0,0-10-4 16,0 12 1-16,1-5 1 0,-1-7-3 0,0 9 0 16,0-9 2-16,0 0 1 0,0 10-3 15,0-10 2-15,0 0-4 0,0 6 3 0,0-6-5 16,0 0 4-16,0 0-2 0,0 0 0 0,0 0-1 16,0 10 4-16,0-10-4 0,0 0 1 0,0 0 0 0,0 0 1 15,0 0 2-15,0 0-1 0,0 0 5 0,0 0-4 16,9 0-1-16,-9 0 0 0,0 0 1 15,18-10-1-15,-9 7 0 0,-3 1-6 0,2-2-15 0,1-1-22 16,-3 3-31-16,2-1-39 0,0 0-24 0,-2 1-39 16,6 0-35-16,-3-1-20 0,-3 2-133 0,-6 1-389 15,15-5 172-15</inkml:trace>
  <inkml:trace contextRef="#ctx0" brushRef="#br0" timeOffset="-214739.65">16464 13337 67 0,'0'0'163'16,"0"0"-4"-16,0 0 1 0,0 0-3 0,0 0-6 16,3 12-11-16,-3-12-12 0,-2 13-10 0,2-13-10 15,-5 14-7-15,2-8-8 0,1-1-7 0,1 3-1 16,-2-2-22-16,3-6 1 0,-4 10 2 0,3-4 0 15,1-6 6-15,-3 6 6 0,3-6 1 16,0 0-3-16,-6 7-8 0,6-7-1 0,-8 0-9 0,8 0-1 16,0 0-10-16,0 0 2 0,-11-9-9 0,7 3-1 15,4 6-3-15,-5-14-3 0,5 5-3 0,-2-1 2 16,1-1-9-16,1-1 1 0,0-4-4 16,3-1-1-16,2 0-8 0,1 3 3 0,-2 2-3 0,0 0 1 15,4 1-5-15,-2 1 3 0,3 3-5 0,0-1-1 16,1 1-1-16,0 3-1 0,3 2-1 0,-1 1 1 15,1 2-4-15,0 0 7 0,3 6-3 0,-4-2 2 16,3 3-2-16,-4-1 4 0,2 5-2 0,-4-3 2 16,1 2-3-16,0 1 0 0,-3-1-2 0,-3-3 3 15,2 2-3-15,-1-2 5 0,-2 0-3 0,0-3 2 16,-3-5 1-16,3 10-2 0,0-6 1 0,-3-4 6 16,2 5-6-16,-2-5 5 0,0 0-3 0,0 0 1 15,0 0 1-15,0 0-3 0,0 0-3 0,0 0 1 16,0 0-3-16,0 0 4 0,-1-27-3 0,2 17 5 15,2-3-7-15,-1 1 10 0,2-2-8 0,4-2 2 16,-3 4-8-16,3-2 4 0,-1 2 1 0,2 3-1 16,-1 2-5-16,-3 1-1 0,3 0 0 0,-2 4 5 15,2 0-4-15,-1 0 1 0,-7 2-2 16,19 5 3-16,-10-1-2 0,2 2 5 0,-5 1-5 16,3-1 3-16,-1 3 1 0,-2 0 1 0,1-1 0 0,-1 3 0 15,-2 0-1-15,-1 0-4 0,1-1 1 0,0-1-21 16,-1 1-23-16,-2 0-32 0,2 1-28 0,-5-1-24 15,2-2-36-15,3-2-27 0,-3-6-15 0,-1 13-147 16,-2-7-386-16,3-6 171 0</inkml:trace>
  <inkml:trace contextRef="#ctx0" brushRef="#br0" timeOffset="-214553.38">16914 13255 36 0,'0'0'157'0,"0"0"0"0,0 0-3 15,0 0-5-15,0 0 0 0,14 11 0 16,-13-6-11-16,0 3-15 0,0 0-11 0,1 3-13 0,-1 2-8 16,0-1-6-16,1 1-9 0,-1 2-9 0,-2-1-19 15,1-2-26-15,0 0-41 0,0 0-33 0,0 0-37 16,-2-2-28-16,2 0-35 0,-1 0-79 16,1-10-249-16,0 0 110 0</inkml:trace>
  <inkml:trace contextRef="#ctx0" brushRef="#br0" timeOffset="-214170.43">17080 13390 163 0,'0'0'194'16,"0"0"-4"-16,-4-32-4 0,4 21-6 0,2-5-15 15,2 0-8-15,1-1-8 0,2-2-2 0,2 3-6 16,2-2-13-16,1 3-9 0,-1 1-4 15,1 6-10-15,-3 0-9 0,3 2-10 0,0 2-8 0,0 3-8 16,0 1-8-16,0 2-5 0,-2 2-3 0,3 4-3 16,-4 0-8-16,0-1-6 0,2 6 0 15,-4-1-4-15,-1 3-4 0,-2 2-2 0,-2-2-10 16,0 2-30-16,-2-1-34 0,-2-5-33 0,2 3-44 16,-1-4-59-16,-1-1-56 0,-1-1-133 0,2-2-403 15,1-6 178-15</inkml:trace>
  <inkml:trace contextRef="#ctx0" brushRef="#br0" timeOffset="-213963.79">17798 12682 158 0,'5'-10'206'15,"-1"6"-21"-15,1 0-19 0,3 0-16 0,-2 2-17 16,3-3-26-16,1 2-48 0,2 3-38 0,2-3-44 16,-1 2-41-16,-3 2-35 0,0 1-68 15,1-1-180-15,-4 2 80 0</inkml:trace>
  <inkml:trace contextRef="#ctx0" brushRef="#br0" timeOffset="-213805.65">17854 12882 87 0,'-6'8'230'0,"0"-1"-1"0,0-3 2 16,2 0-2-16,4-4-17 0,-3 6-12 0,3-6-27 16,0 0-13-16,0 0-13 0,0 0-15 0,0 0-11 15,20 0-20-15,-7-4-31 0,5-4-50 0,0 0-59 16,2-2-54-16,7-5-67 0,-3 4-182 0,2-5-370 16,-3 2 164-16</inkml:trace>
  <inkml:trace contextRef="#ctx0" brushRef="#br0" timeOffset="-213160.58">19804 11928 36 0,'0'0'201'0,"0"-9"4"0,0 9-12 0,-1-10-15 15,1 10-11-15,0 0-17 0,-6-6-10 0,6 6-16 0,0 0-9 16,-22 14-4-16,10-1-5 0,-4 10 3 0,-1 2-8 15,-1 4-5-15,2 1-11 0,-1 2-5 0,3 0-7 16,-1 0-7-16,3 2-5 0,2-5-5 16,1 0-6-16,4-1-6 0,5-5-4 0,1-4-3 0,2-1-4 15,-2-1-2-15,2-1-2 0,3-4-5 16,2-2 0-16,1-1 15 0,0 0 0 0,5-4-3 16,1-1-6-16,3-1-3 0,-1-3-1 0,0 0-2 0,1-3 0 15,0-2-5-15,-1-2 4 0,-2-3-6 0,-2 2-3 16,-2 0-2-16,0-4 3 0,-4 3-3 0,0 0 1 15,-5-1-4-15,-1-2 2 0,-3 1-3 0,-6-3-1 16,2 3 0-16,-6-1-3 0,-3-1 0 0,0 5 1 16,-4 0-3-16,1 1 1 0,-3 1-1 15,1 2-1-15,-1 4-5 0,2 0 8 0,1 3-8 16,2 3 2-16,-1 0-12 0,6 3-23 0,0-4-31 0,0 5-33 16,3-1-44-16,3 0-43 0,2-2-44 0,2 3-170 15,1-10-434-15,0 0 192 0</inkml:trace>
  <inkml:trace contextRef="#ctx0" brushRef="#br0" timeOffset="-212735.03">20148 11959 73 0,'2'-5'264'0,"-2"5"-7"0,0-11-8 16,0 11-23-16,0 0-22 0,0-11-22 0,0 11-16 15,0 0-11-15,0 0-6 0,15 17-5 0,-5-5-3 16,-1 2-17-16,2 2-7 0,4 6-6 0,-3 1-16 16,-1-5-9-16,0 5-3 0,0-6-6 0,-3 1-3 15,3 5-6-15,2-3-7 0,-5-2-9 0,0-1-6 16,2-4-4-16,-2 2-5 0,-2-5-4 0,2-1 3 16,-3 3-7-16,1-3-6 0,1-1 2 0,-2 1-3 15,-1-4-2-15,1-2-4 0,-3 4-2 0,-2-7 5 16,8 8-6-16,-8-8 3 0,6 3-1 0,-6-3 2 15,0 0-3-15,0 0-2 0,12-9 2 0,-7 4 0 16,1-7-6-16,1-2 3 0,0-2-6 0,1-2 3 16,4-6-3-16,-2-1 3 0,-1-3-2 0,1 1 4 15,0-3-7-15,1-1 4 0,0 4-5 0,-1 0 2 16,-2 1-1-16,3 1-2 0,-2 3 2 0,-2 5-2 16,-1 2 2-16,0 3-1 0,-1 3 0 0,-2-1-1 15,0 3 3-15,-1 4-7 0,-2 3-9 0,4-11-17 16,-4 11-28-16,4-5-24 0,-4 5-5 0,0 0-14 15,0 0-23-15,15 9-27 0,-11-2-30 0,2-1-28 16,0 4-38-16,-4 2-164 0,2-1-444 0,0 6 197 16</inkml:trace>
  <inkml:trace contextRef="#ctx0" brushRef="#br0" timeOffset="-212330.97">19624 12811 180 0,'-16'4'188'0,"3"2"-7"16,5-5-24-16,3 4-8 0,5-5-8 15,-1 6 0-15,1-6-7 0,18 3 0 0,11-6-8 16,11 0-13-16,17 0-7 0,33-6-10 0,-1-5-4 0,3-1-12 16,-28 5-4-16,36-6-8 0,-8-1-2 0,-5 1-6 15,-26 7-9-15,-1-4-1 0,0 1-6 16,-2 3-4-16,-6 1-7 0,-1-2-2 0,-16 6-2 16,-1-1-5-16,-1 2-3 0,-5-1 0 0,1 0-3 0,-10 2-2 15,1 0 1-15,-7 0-3 0,0 0 2 0,-2 1-1 16,-3 0 7-16,1 1 7 0,-9 0 10 0,10-3 5 15,-10 3-1-15,9-3-8 0,-9 3-4 0,0 0-1 16,0 0-14-16,0-6-15 0,0 6-21 16,0 0-21-16,-15-5-27 0,15 5-37 0,-18-4-48 15,10 3-37-15,-2 0-218 0,-4-1-440 0,2-1 196 0</inkml:trace>
  <inkml:trace contextRef="#ctx0" brushRef="#br0" timeOffset="-205460.96">20036 13137 87 0,'-4'-11'136'0,"4"11"-5"0,0 0-11 0,-1-8-9 16,1 8-7-16,0 0-6 0,-2-9-14 0,2 9 0 15,0 0 1-15,-1-9-2 0,1 9-3 0,0 0-5 0,-1-9-4 16,1 9-3-16,0 0-4 0,0 0-5 0,0 0-7 15,1-9-5-15,-1 9-6 0,0 0-4 0,0 0-6 16,0 0-3-16,0 0 12 0,0 0-6 0,5 21 5 16,-1-11 2-16,-1 3 4 0,-2 4 1 0,1 2 0 15,2 0 5-15,-2 7 1 0,-2-3 2 0,0 2-5 16,0-5-21-16,0-1-4 0,0 0 1 0,0 0 1 16,1-1 0-16,-2 0-3 0,2-1-4 0,-1-4-4 15,0 0 1-15,0-2 0 0,1 1-1 16,-1-1-1-16,0-1-4 0,0-1-4 0,0-1 0 15,0-1 4-15,0-7-1 0,0 13-3 0,0-7-14 0,0-6-20 16,1 13-26-16,-1-13-27 0,-1 8-26 0,1-8-29 16,0 0-31-16,0 9-26 0,0-9-107 0,0 0-323 15,0 0 144-15</inkml:trace>
  <inkml:trace contextRef="#ctx0" brushRef="#br0" timeOffset="-204895.01">20229 13317 123 0,'0'0'154'0,"9"0"-6"0,-9 0-8 16,0 0 1-16,7 9-3 0,-4-4-8 0,2 0-8 16,-4 2-9-16,-1-7-8 0,5 12-5 0,-3-5-7 0,0-1-3 15,0 3-1-15,-1-2 0 0,-1-7-8 0,1 11-6 16,-1-5-3-16,0-6-4 0,0 0-2 0,0 10 6 15,0-10-1-15,0 7 2 0,0-7 7 16,0 0-5-16,0 0-8 0,0 0-6 0,0 0-5 16,0 0-6-16,0 0-5 0,0 0-5 0,-22-17-7 15,20 8-1-15,-1-1-2 0,2-7-2 0,0 1-4 0,1 0-5 16,1-2-3-16,4-1 0 0,3 0 0 16,-3 1-6-16,4-5 2 0,-1 8-1 0,3 1-2 15,0 1-2-15,1 1-3 0,-1 5 0 0,1 1-5 16,-2 3 3-16,2 1-3 0,1 4 4 0,-1 0-5 15,0 3 2-15,-2-2 2 0,3 4-2 0,-3 2-1 0,0 3 2 16,0-2-3-16,-3-1 2 0,1 1 0 0,0 0-1 16,-4 0 1-16,3-1 2 0,-2-2 1 15,-1 1-4-15,-2-2 10 0,1 0 2 0,-3-6-12 16,2 9 7-16,-2-9-2 0,5 5 1 0,-5-5 1 16,0 0 0-16,0 0 0 0,0 0-4 0,0 0 1 0,0 0-3 15,0 0 1-15,0 0 4 0,0 0 4 0,0 0-9 16,-3-37-4-16,5 25 1 0,1 1 2 15,0-1-8-15,1 2 0 0,1-2 1 0,1 2-1 16,-1 1 9-16,2 1-11 0,0 1 5 0,0 1-3 16,1 1 1-16,-2 3-1 0,-6 2 1 0,15 2-1 15,-9 2 3-15,2 3 0 0,2-1 7 0,-4 3-6 16,1 1-1-16,0 4 0 0,1 2 2 0,-2 1 0 16,-1-2-5-16,-1 2-16 0,0-2-27 0,-1 0-41 15,2 1-28-15,-5-4-30 0,2 0-28 0,-1-2-27 16,2 0-161-16,-2 0-397 0,-1-10 176 0</inkml:trace>
  <inkml:trace contextRef="#ctx0" brushRef="#br0" timeOffset="-204496.02">20778 13286 124 0,'0'0'165'0,"0"0"-8"15,0 0-10-15,0 0-11 0,0 0-1 0,0 0 0 16,0 0-1-16,0 0-5 0,0 0-12 0,3 23-9 15,-3-14-5-15,0 0-8 0,0 0-3 0,0-9-9 16,0 13-3-16,0-5-10 0,0-8-5 0,-2 10-6 16,2-10 4-16,0 9 2 0,0-9 11 0,0 0 7 15,-1 8-4-15,1-8-9 0,0 0-3 16,0 0-5-16,0 0-5 0,0 0-6 0,-14-18 3 0,12 10-11 16,0-2-4-16,1-1-3 0,1-1-11 0,0-4 3 15,1 1-5-15,2-2-4 0,0 0 1 0,0 0-2 16,4-3-2-16,-1-5-1 0,3 2-2 0,-1 5-2 15,2 1-1-15,-2 4-5 0,2 0 5 0,-4 2-6 16,3 4 2-16,0 1-5 0,-2 3 2 0,-1 1-3 16,3 2-1-16,-9 0 0 0,18 6 3 0,-9 1-2 15,1 3-1-15,-1 3 5 0,-3-2-1 0,4 3-2 16,-2-1 0-16,-1 3 3 0,-1 0-4 0,0 1 2 16,-2-2 2-16,1 2 0 0,0-2 0 0,-1 1-4 15,-1 0 2-15,-1-5-7 0,0 0-15 0,0 1-24 16,-1-2-27-16,2 0-27 0,-3-2-26 0,0-8-34 15,-1 13-31-15,-1-7-28 0,-1 1-168 0,3-7-417 16,-8 7 185-16</inkml:trace>
  <inkml:trace contextRef="#ctx0" brushRef="#br0" timeOffset="-204323.09">20842 13293 3 0,'0'0'173'15,"0"0"5"-15,4-12-3 0,-4 12-11 0,8-4-13 16,-2 2-10-16,2-2-12 0,-2 2-15 0,7-3-12 16,1 1-10-16,3-2-22 0,2 2-32 0,0-3-49 15,7-3-54-15,-7 3-63 0,5-5-93 0,-5 5-240 16,8-6 106-16</inkml:trace>
  <inkml:trace contextRef="#ctx0" brushRef="#br0" timeOffset="-204101.12">21806 12631 1787 0,'5'-8'26'0,"-1"-1"21"0,-2 3-20 16,3-1-10-16,-2 3 2 0,-3 4-9 0,5-8 8 15,-5 8 14-15,4-7 0 0,-4 7 5 0,4-6-5 16,0 3-3-16,2 1-5 0,2-1-1 0,3-1 1 15,1 2-9-15,6-2-11 0,2 1-22 0,-5 1-37 16,1 0-33-16,-2 0-32 0,-3 0-37 0,1 2-138 16,-3 0-318-16,-3 3 141 0</inkml:trace>
  <inkml:trace contextRef="#ctx0" brushRef="#br0" timeOffset="-203935">21847 12762 27 0,'-5'4'187'0,"-1"1"9"15,1-1 2-15,5-4 2 0,-7 6-11 0,2-3-10 16,5-3-10-16,0 0-9 0,0 0-12 0,0 0-13 16,0 0-11-16,24 5-12 0,-10-8-11 0,4-1-15 15,2 1-25-15,2-4-37 0,6-2-48 0,0 0-55 16,-10 1-60-16,12-4-50 0,-4 1-123 0,1 0-336 16,-3 0 150-16</inkml:trace>
  <inkml:trace contextRef="#ctx0" brushRef="#br0" timeOffset="-199406.41">23057 11897 1 0,'-1'-13'176'0,"-1"6"-7"0,2 7-3 0,-5-14-7 0,3 9-11 15,2 5-5-15,-5-12-2 0,0 9-10 16,5 3-5-16,-8-8-17 0,3 5-7 0,5 3-14 0,-10-2-7 16,10 2-6-16,-12 5-5 0,6 1-9 0,-5 3 0 15,0 4-3-15,-6 9 4 0,4 1-2 0,-3 6-3 16,2-4 2-16,0 3-4 0,-2 0-5 0,6 1-6 15,1 1-6-15,0-4-4 0,2 0-3 0,3-7-3 16,1-2 0-16,2 2 0 0,2-2-4 0,-1 2-3 16,4-2-2-16,0-7 1 0,2 2-6 0,0-2 2 15,4-1-2-15,-1-1-1 0,0 0 0 0,1-5-3 16,0 1 2-16,2-2 1 0,3-4-1 0,-4 1-3 16,3-2 1-16,0 0 0 0,3-5-2 0,-3-2 0 15,-1 0 1-15,1 0 0 0,-5 1 1 0,1 1-3 16,-2-1-2-16,-2-3 3 0,-2-1-5 0,0 2 2 15,-3-1-4-15,-2 3 3 0,-2-8-2 0,-1 7 3 16,-1 1-5-16,0 2 1 0,-5-1 0 0,1 1-4 16,-1 4 0-16,-2 2-1 0,0 1 1 0,-4 1 4 15,1 4-5-15,-3 2 3 0,3-1-3 0,-2 3 1 16,3 0-8-16,0 1-18 0,5-3-24 0,0 3-23 16,3 0-15-16,-3 1-44 0,4-2-16 0,1 3-25 15,4-3-26-15,-2 2-133 0,2-11-362 0,4 12 160 16</inkml:trace>
  <inkml:trace contextRef="#ctx0" brushRef="#br0" timeOffset="-199110.03">23411 11877 132 0,'3'-5'208'0,"-1"0"-1"0,-2 5-10 15,3-8-14-15,-3 8-13 0,3-5-20 0,-3 5-12 16,0 0-17-16,0 0-6 0,0 0 6 0,0 0 5 0,8 27-1 16,-8-8 9-16,0 0-11 0,0 6-4 15,0 2-8-15,0-4-9 0,0 2-10 0,-1-1-6 16,1-3-9-16,0-2-4 0,0 2-4 0,1-2-10 16,-2-1-9-16,-1-1-2 0,2 2-7 0,0-4-2 0,0 2-5 15,-1-1-1-15,2-5-5 0,2-1-4 16,-3 2-14-16,1-4-22 0,-1 1-31 0,0-3-37 15,0-6-33-15,2 9-34 0,-2-9-24 0,0 0-25 16,1 8-28-16,-1-8-170 0,0 0-425 0,0 0 188 16</inkml:trace>
  <inkml:trace contextRef="#ctx0" brushRef="#br0" timeOffset="-198800.81">23707 11878 115 0,'3'-3'175'0,"-3"3"-12"15,3-7-11-15,-3 7 2 0,0 0 1 0,0 0 3 16,0 0 1-16,0 0-14 0,-27 29-9 0,15-15-11 16,-3 0-11-16,-6 4-13 0,6-4-8 0,-4 4-11 15,4-5-4-15,-1 2-11 0,2-2-6 0,-1-2-4 16,3 1-8-16,2-4-6 0,1-1-5 0,0-1-2 16,4-1-3-16,0-1-2 0,1 0-3 0,4-4 0 15,-9 6-3-15,9-6-6 0,-5 6-1 0,5-6-4 16,0 0 1-16,-1 5-3 0,1-5 0 0,0 0-4 15,10 8 3-15,-4-3 4 0,2 0 3 0,1 2-1 16,1-1 4-16,1-1-5 0,0 1 2 0,4 2-4 16,1 1 1-16,-1 0-2 0,0-2 2 0,3-1-4 15,-6-2-3-15,6 2-8 0,3-3-20 0,-1 0-32 16,-1 2-41-16,0-2-32 0,3-2-46 0,-3 1-27 16,-1-2-174-16,-4 3-403 0,2-4 178 0</inkml:trace>
  <inkml:trace contextRef="#ctx0" brushRef="#br0" timeOffset="-198669.75">24047 12178 9 0,'0'0'171'0,"0"0"-21"0,0 0-13 0,8 1-14 16,-8-1-10-16,0 0-25 0,0 0-49 0,0 0-54 16,0 0-61-16,0 0-48 0,0 0-133 0,-22 19 59 15</inkml:trace>
  <inkml:trace contextRef="#ctx0" brushRef="#br0" timeOffset="-195823.79">23911 12261 81 0,'0'0'93'0,"7"12"-3"0,-7-12-19 0,0 0 15 16,0 0-9-16,0 0 1 0,4 8 2 0,-4-8-3 15,3 5 1-15,-3-5-5 0,6 4-6 0,-6-4 1 0,7 2 5 16,-7-2-5-16,6 2-4 0,-6-2 4 16,11 1-13-16,-11-1-3 0,11 0-5 0,-11 0 4 0,14-3-14 15,-9 1 1-15,1-1-5 0,-6 3 2 16,13-5 1-16,-7 1-3 0,3-1-3 0,-1 0 3 0,1-2-3 15,0 0-8-15,0-1 3 0,-3-1-4 0,1 2 3 16,0 0-3-16,0-2-3 0,-2 0 3 0,-1 0-6 16,0-2 0-16,-1 1 0 0,0-3 2 0,-2 2 3 15,0 3-3-15,-1-4-5 0,-1 2 1 0,1-1-8 16,-1-3 9-16,-3 3-2 0,3-2-1 0,-2 3 3 16,2-2 3-16,-2 2-3 0,1 0-4 0,-1-1 2 15,3 3 5-15,0-3 0 0,0 2 5 0,3-2-5 16,1 3-10-16,1-1 6 0,5 0-4 0,1 1-1 15,6-1 1-15,-2 0 1 0,5 2-3 0,-1 1-4 16,0 4 3-16,1-2-2 0,-2 4 3 0,1 2-5 16,-1 1 3-16,0 1-1 0,-1 3 3 0,-2 1 2 15,-2 2-3-15,0 1 0 0,-3 0 1 0,0 2 0 16,-1 3 4-16,-5-6-1 0,0 3-2 0,0 3 2 16,-1 0 1-16,-3-1 3 0,1-2-1 0,-2-1-1 15,2 2-2-15,-2-3 1 0,1 1 0 0,-2-3 1 16,2 0-5-16,0-9 0 0,0 14-3 0,2-7 4 15,0-3 1-15,0 2-3 0,3 1 4 0,0-3-2 16,3 0 0-16,2 0-1 0,3-2-1 0,0 0-16 16,6-2-13-16,0 0-28 0,3-3-22 0,-2 0-45 15,7-2-34-15,-7 2-43 0,-3 0-137 0,1-3-359 16,-1-1 160-16</inkml:trace>
  <inkml:trace contextRef="#ctx0" brushRef="#br0" timeOffset="-194284.46">10947 14515 125 0,'-1'-13'151'0,"1"13"-2"16,1-11-7-16,-1 11-6 0,-1-9-7 0,1 9-13 16,-1-7-9-16,1 7-12 0,0 0-12 0,0 0-4 15,0 0-12-15,0 0 4 0,0 0-7 0,0 0 10 16,0 0-2-16,11 25-1 0,-8-6 3 0,0 1-4 15,2 6-4-15,0 2-3 0,-5 1-18 0,3-1 0 16,-2 1-5-16,1 1-2 0,0 1-6 0,1-1-1 16,-5 2-5-16,4-3 2 0,-2-1-6 0,1-1 1 15,-2 0-6-15,1-6 0 0,0-2-1 16,-2-2-5-16,-1-1-12 0,3 0-19 0,2-5-24 0,-2 2-25 16,4-4-30-16,-4-9-19 0,0 13-34 0,0-7-17 15,0-6-119-15,0 0-311 0,0 0 139 0</inkml:trace>
  <inkml:trace contextRef="#ctx0" brushRef="#br0" timeOffset="-193924.75">10984 14447 70 0,'11'-8'120'0,"0"3"1"0,3 1-2 0,-1 2-13 0,2 2-22 15,-4 2-6-15,3 2 0 0,0 3-15 16,-1 6 1-16,-4-4-13 0,-1 5-3 0,-3 6-4 0,-4-2 0 16,3 8-4-16,-8-1-10 0,2-6 5 0,-3 0-9 15,-2 0-5-15,-2-3 1 0,0 1-5 0,0-3 19 16,-3-1-27-16,1 2 5 0,-3-4-5 0,2-3-1 16,1-2 3-16,1 1-6 0,-3-3 11 15,2-1-11-15,-1 0 4 0,2 0-5 0,10-3 9 0,-14 2 8 16,14-2 7-16,-11 3 6 0,11-3-14 15,0 0 8-15,-9 2-10 0,9-2-2 0,0 0 3 0,0 0-11 16,0 0 7-16,20 8-1 0,-9-4 6 0,0-2-3 16,5 3-3-16,-3-2-6 0,6 2 9 0,2 1-6 15,-2-3-10-15,3 5-19 0,-2-3-23 16,-1 0-12-16,8 2-26 0,-7-4-23 0,-1 1-17 16,0 0-101-16,-3-2-238 0,-3 0 105 0</inkml:trace>
  <inkml:trace contextRef="#ctx0" brushRef="#br0" timeOffset="-193102.1">11336 14748 97 0,'-2'-7'150'0,"2"7"-1"0,0 0-11 16,-5-8-14-16,5 8-10 0,0 0-14 0,0 0 0 16,0 0-7-16,0 0 3 0,0 0 1 0,0 0 1 0,5 36-2 15,-5-19 0-15,0-1-9 0,0 5-8 16,0-1-5-16,-4-1-1 0,2-1 24 0,0 1-5 15,0 0-13-15,1 0-3 0,-1-2-8 0,2-2-6 16,0 1-2-16,2-3-6 0,-2 0-8 0,1-2-4 16,0-1-2-16,0 1-2 0,1-1-6 0,-1-5 0 15,4 3-5-15,-3-2 1 0,-2-6 0 0,7 8-4 16,1-2-3-16,-1-4-13 0,2 1-11 0,3-3-16 0,2 0-26 16,-3 0-16-16,7-2-25 0,-1-2-32 15,0-1-8-15,0-2-18 0,1 0-4 0,1-1 1 16,0 0 0-16,-2-2 3 0,0 0 6 0,-1-2 3 15,2 3 5-15,-5-1 10 0,-2 2-64 0,-1 1-200 16,-1-2 654-16,-3 3-345 0,-1 0 13 0,-1 1 19 16,1-2 15-16,-3 3 17 0,-2 4 15 0,6-7 10 15,-6 7 15-15,0 0 29 0,1-13-6 0,3 9 10 16,-4 4-5-16,0 0 11 0,0 0-11 0,0 0 6 16,0 0 9-16,0 0 17 0,0 0-8 0,0 0 1 15,0 0-2-15,-2 28 5 0,4-17-1 0,-2 0-7 16,0 0-6-16,1-2-3 0,2 2-7 15,-2 1-3-15,-1-2-7 0,1 0 0 0,-1 1-1 0,0-4-1 16,2-1 1-16,-2-6-5 0,1 13-1 0,-1-13 2 16,2 10 13-16,-2-10 12 0,0 5 14 0,0-5 7 15,0 0-5-15,0 0-16 0,0 0-3 0,0 0-10 16,0 0 0-16,0 0-7 0,0 0-2 0,-13-21-7 16,13 16-5-16,-5-4-3 0,3-1 0 0,0-1-6 15,0-2-4-15,2-2-1 0,0 0 0 0,1-1-8 16,2 1 3-16,1-2-6 0,1 6-1 0,1-1-1 15,2-1-4-15,-1 4-2 0,1 2-3 0,1 0 4 16,1 4-1-16,3 0-2 0,0 2-2 0,-3 2-1 16,0 2-5-16,2 1 9 0,4 3 1 0,-3 2-2 15,-3 0 0-15,0 0-3 0,-2 0 3 0,1 1-2 16,-1 1 4-16,-2-1-3 0,1-3 0 0,-5 2-1 16,1-3 3-16,-1 0-3 0,-2-6-9 0,2 10 12 15,-1-4 2-15,-1-6-1 0,0 0-1 0,0 0 0 16,-6 11 0-16,6-11 4 0,0 0-4 0,-8 1 0 15,8-1-1-15,0 0-1 0,0 0-1 0,-7-15-1 16,7 15-2-16,2-14-7 0,-2 5 3 0,4-2-5 16,1 0-1-16,2-5 1 0,0 5 1 15,4-3-6-15,-3 4 9 0,1 1-3 0,1 1 2 16,-2 2 0-16,3 2 0 0,0 1-2 0,-5 1-1 0,4 4 4 16,-1-1 0-16,1 5 1 0,-1 1-1 0,0 2 3 15,0 4 0-15,-4-3-1 0,1 7 2 0,-2-4 1 16,0 2 0-16,2 1-4 0,-4-4-12 0,-1 4-17 15,-1-5-26-15,0 3-22 0,-1-5-27 0,1 3-28 16,1-6-41-16,1 4-32 0,-2-10-190 16,1 11-434-16,-1-11 192 0</inkml:trace>
  <inkml:trace contextRef="#ctx0" brushRef="#br0" timeOffset="-192746.83">12213 14886 186 0,'-6'-4'196'0,"2"-1"-4"0,-4 1-7 0,8 4-10 16,-14-3-10-16,14 3-13 0,-14 5-11 0,5-1-6 16,-2 3-11-16,4 2-12 0,-1 1-12 0,1 1-7 0,3-1-8 15,-2 5-8-15,4-3-8 0,2-1-5 0,2 2-4 16,-1-2-9-16,3-1-6 0,1 0-2 16,0-2-2-16,3-1-4 0,-4-1-4 0,4-3-1 15,-4-1-1-15,3-1-4 0,-7-1-3 0,15-1-2 16,-15 1 1-16,16-7-4 0,-9 1-1 0,1-2-3 15,-2 0-1-15,1 0 1 0,-3-3-2 0,0 4 0 16,0-3-5-16,-2 0 1 0,0-1-1 0,1 1 0 0,-3 2-1 16,2 0 6-16,-2 8 3 0,3-11-2 15,-3 11-4-15,0-8-3 0,0 8-1 0,0 0-2 16,4-4 4-16,-4 4 1 0,0 0 4 0,9 13-1 16,-4-5-4-16,1 1 3 0,-2 2-4 0,2-2 1 15,1 6-2-15,1-4 1 0,-2 0-2 0,2 0-7 16,-2 0-19-16,3-2-31 0,-4 0-30 0,4-1-43 15,-2-1-58-15,-1 0-52 0,-2-1-154 0,-4-6-421 16,7 4 187-16</inkml:trace>
  <inkml:trace contextRef="#ctx0" brushRef="#br0" timeOffset="-192543.92">12405 14847 230 0,'0'0'226'0,"-1"-10"-22"15,1 10-4-15,0 0-10 0,0 0-12 0,0 0-7 16,0 0-12-16,0 0-7 0,21 20-21 0,-15-11-10 16,-2-3-12-16,2 2-10 0,1 2-8 0,-1-1-7 15,2 1-12-15,-1-1-21 0,-1 0-30 0,1 0-32 16,0-2-38-16,-7-7-38 0,7 11-31 16,-3-7-31-16,-4-4-38 0,6 8-128 0,-6-8-341 0,5 4 151 15</inkml:trace>
  <inkml:trace contextRef="#ctx0" brushRef="#br0" timeOffset="-192364.76">12511 14818 101 0,'0'0'197'0,"-4"-7"-16"0,4 7-7 0,0 0-3 0,0 0 2 16,-9 16-5-16,4-3-6 0,-5 4-12 15,2 1-14-15,-5 5-12 0,1 2-13 0,-1 2-11 16,-1 0-14-16,5-1-2 0,-3-2-10 0,4-4-23 0,1-3-30 15,0 2-45-15,1-3-51 0,2-6-66 16,1 2-197-16,-4-4-365 0,7-8 161 0</inkml:trace>
  <inkml:trace contextRef="#ctx0" brushRef="#br0" timeOffset="-192173.87">12870 14870 109 0,'13'-2'232'0,"-8"0"-17"0,4 2-15 16,-9 0-19-16,18-2-19 0,-8 0-17 0,3 2-12 15,-3-4-22-15,3 4-31 0,0-3-34 0,0 1-40 16,1-1-39-16,0 0-39 0,-3 0-39 0,1-1-24 16,0 1-77-16,1 0-229 0,-4-1 102 0</inkml:trace>
  <inkml:trace contextRef="#ctx0" brushRef="#br0" timeOffset="-192005.38">12942 14992 89 0,'-4'3'193'0,"4"-3"-7"16,0 0 1-16,0 0 0 0,0 0 1 0,4 12-14 16,-4-12-14-16,10 0-12 0,-10 0-13 0,17-2-11 15,-6-1-15-15,-1-2-8 0,3 0-22 0,1 2-40 16,1-4-47-16,3-2-75 0,-2 2-83 0,-5 0-141 15,5-2-334-15,-6 2 148 0</inkml:trace>
  <inkml:trace contextRef="#ctx0" brushRef="#br0" timeOffset="-189004.72">15340 14711 59 0,'0'0'79'0,"0"0"-8"0,0 0 2 16,0 0 2-16,3-9-7 0,-3 9 8 0,0 0-7 0,1-8-6 15,-1 8 17-15,0 0-19 0,2-9 0 0,-2 9-1 16,0 0-23-16,0 0 14 0,0-9 0 16,0 9 7-16,0 0-2 0,0-11-3 0,0 11 7 15,0 0-6-15,-2-9 0 0,2 9-5 0,0 0-3 16,0 0-9-16,-4-9-1 0,4 9-6 0,0 0-1 16,-3-10-2-16,3 10-5 0,0 0-4 0,-9 2 1 0,9-2 1 15,0 0-7-15,-14 11-4 0,7-3 5 0,-2 2-4 16,-2 4-1-16,-1 4 2 0,-2 5-3 15,1 4-1-15,2 0 5 0,1 1 0 0,1 2-2 16,0-1 0-16,2-2-4 0,2 2 8 0,1-2-1 16,2-1-2-16,1-6 4 0,1 0-8 0,2-2 3 0,-2-2-4 15,1 1 2-15,3-1-3 0,3-2-2 16,-4-3-1-16,3-1 2 0,0-2 1 0,-1 1 0 16,5-1-2-16,1-1 0 0,-1-4 4 0,0 3 1 15,0-6-2-15,2 1-3 0,0 0 2 0,0-3 6 16,1-1-3-16,-2 0 1 0,0 0-3 0,-2-4 0 15,2-1 0-15,-2 2 0 0,0-2-2 0,-4 1 3 16,-1 0 2-16,0 0-2 0,-4-1 1 0,1-1-2 16,-1 9-4-16,-7-21-1 0,1 13 2 0,-1-2 2 15,0 3-4-15,-2 0 4 0,1 1-7 0,-2 2 5 16,0 3-7-16,0 0 4 0,-3 3 3 0,1 0-6 16,-1 4-3-16,1-1 3 0,0 0 1 0,-2 5 2 0,7-1-8 15,-2 0-9-15,-1 1-13 0,1-1-19 0,2 0-17 16,1 3-33-16,-1-2-26 0,4 0-22 15,-3-1-109-15,3 0-276 0,3-9 122 0</inkml:trace>
  <inkml:trace contextRef="#ctx0" brushRef="#br0" timeOffset="-187816.54">15527 14772 78 0,'0'0'153'0,"-1"-6"-20"0,1 6-13 0,0 0-13 16,0 0-8-16,0 0 5 0,0 0-6 0,21 15-1 16,-13-6-2-16,1 0-4 0,2 6-8 0,2 0-8 15,-1 1-3-15,-2 3-7 0,0-4-5 0,2 4-7 0,-4-5 6 16,2 4-9-16,-3-4-4 0,3 1-5 15,-3-5-4-15,1 4 2 0,-2-5-8 0,2 0-1 16,-6-2-3-16,3 1 1 0,-2-2-4 0,1-1 1 16,0 0 2-16,-4-5 5 0,5 4 38 0,-5-4 4 15,6 5 2-15,-6-5-5 0,0 0-5 0,0 0-5 16,0 0-7-16,12-19-7 0,-10 10-4 0,2-2-1 16,-1 0-4-16,0-7-2 0,0 3-5 0,1-3-4 15,-3 0 1-15,4-6-2 0,-1 5-4 0,0-6-4 16,1 0-4-16,1 1 3 0,1 5-3 0,-1-5-1 15,0 6-6-15,0 1 3 0,0 1-1 0,0-1-1 16,-2 5-3-16,0 3 0 0,0 1-9 0,-2-1-10 16,1 6-13-16,-3 3-18 0,6-3-16 0,-6 3-15 0,0 0-17 15,0 0-29-15,16 11-33 0,-13-3-33 16,-1 3-183-16,-4 7-403 0,1-2 179 0</inkml:trace>
  <inkml:trace contextRef="#ctx0" brushRef="#br0" timeOffset="-187471.75">15146 15512 42 0,'0'0'154'0,"0"0"3"0,8 12-9 16,-1-10-3-16,11-1-11 0,0-1-4 16,4-2-13-16,7-1 4 0,3-1-15 0,2-1-6 0,1 0-4 15,2 0-7-15,0-4-8 0,2 0-6 0,0 0-4 16,0 1-7-16,-4 1-9 0,3-3-1 0,-4 2-8 16,1 0-1-16,-2 2-5 0,-2-1-3 0,-3 0-5 15,-7 3-2-15,1 1-4 0,-3 0-3 16,0 0 1-16,-6-1-6 0,2 2-3 0,-3 0-9 15,1 1-20-15,-2 0-10 0,-11 1-17 0,17-1-16 0,-17 1-23 16,15 0-26-16,-15 0-28 0,13 1-22 16,-13-1-123-16,6 6-301 0,-6-6 134 0</inkml:trace>
  <inkml:trace contextRef="#ctx0" brushRef="#br0" timeOffset="-186846.99">15298 15737 23 0,'0'0'182'0,"0"-11"-3"0,0 11-27 0,3-8-10 15,-3 8-14-15,7-6 0 0,-1 2-15 0,-6 4-9 16,12-3-4-16,-5 2 5 0,0 0-12 0,-7 1-8 15,18 1-4-15,-10 0-9 0,2 2-6 16,-2 0-9-16,-2 1-2 0,2 1-3 0,-3 1-10 16,-2 0 3-16,-3 3-8 0,0 3 2 0,-3 1-11 15,-2 2-2-15,-4-1-2 0,-1 2-3 0,-3-1 0 0,4 0-1 16,-5-2-2-16,2-1-4 0,2-2 2 0,1-1-4 16,-2-1-2-16,6-2-3 0,-2 0-10 15,4-2-2-15,-3 0-8 0,6-4-5 0,0 0 1 16,0 8 7-16,0-8-2 0,0 0 3 0,0 0-3 15,19 0 1-15,-8-3 0 0,0 3 2 0,2-3 1 16,-1 1 5-16,0 1-7 0,1 1 10 0,-13 0-3 16,24 1 2-16,-13 1 7 0,0-1-12 0,1 1-2 15,-3 2 3-15,-3 0-1 0,3 1 3 0,-4-1 3 0,-1 0 0 16,-4-4 2-16,2 12 0 0,-2-12 5 16,-1 14 0-16,1-14 0 0,-9 16 2 0,3-7 1 15,-4 0-1-15,-5 1 4 0,3 2-3 0,0-5-1 16,1-1 2-16,-3 1-5 0,-2 2 0 0,2-5 3 15,3 3-1-15,-2-4 0 0,5-1-14 0,8-2-20 16,-18 1-27-16,18-1-34 0,0 0-33 0,-16-1-27 16,16 1-156-16,-8-7-328 0,8 7 147 0</inkml:trace>
  <inkml:trace contextRef="#ctx0" brushRef="#br0" timeOffset="-186440.76">15543 15853 90 0,'0'0'140'0,"0"0"-8"0,10 8-3 16,-8-4-13-16,1 0-3 0,3 0-20 0,0-1 0 15,-2 2 4-15,1 0-10 0,0-1-10 0,2 0-3 16,-1-1-1-16,3-2-3 0,-2 0 0 16,4 0-2-16,-1-1-4 0,2 0-10 0,-2-2 1 15,3 0-5-15,-4-1-7 0,-1 0 0 0,3-2-6 16,-2 0 1-16,0 0-1 0,-4 0 0 0,1 1 1 0,-2-2-4 15,-4 6 5-15,5-10-2 0,-5 10-3 0,0-10-1 16,0 10-4-16,-5-11-4 0,4 4-2 16,-4 3-1-16,-4-3-1 0,5 0-1 0,-2 3-2 15,-1 1-4-15,-2-4 3 0,0 3-2 0,3 1 0 16,-2 1 0-16,8 2-2 0,-12-5-6 0,4 2 4 16,8 3-3-16,-12-3-1 0,12 3 0 0,-9-1-3 15,9 1 3-15,-9-3-5 0,9 3 0 0,0 0-2 16,-9-2-3-16,9 2-2 0,0 0 10 0,0 0-5 15,0 0-1-15,0 0 2 0,-10 3-9 0,10-3 2 16,0 0-6-16,0 0-9 0,-2 10-5 0,2-10-2 16,-4 4-8-16,4-4-14 0,0 0-5 0,0 0-20 15,0 0-14-15,-5 12-22 0,5-12-27 0,-3 4-28 16,3-4-114-16,0 0-301 0,0 0 134 0</inkml:trace>
  <inkml:trace contextRef="#ctx0" brushRef="#br0" timeOffset="-185486.73">15245 15799 9 0,'0'0'69'16,"-7"5"-2"-16,7-5-5 0,-5 3 0 0,5-3 4 15,0 0-2-15,0 0-6 0,0 0 12 0,0 0-3 16,-9 4 10-16,9-4-2 0,0 0 6 0,0 0 2 15,0 0-3-15,0 0-9 0,0 0-6 16,0 0-7-16,0 0-2 0,0 0-7 0,18-13-1 16,-13 9-2-16,-5 4-1 0,12-8-2 0,-2 3-2 15,-1 0-7-15,1 0 6 0,0 0-1 0,2 2 3 16,-1 1-5-16,2 0 4 0,-1 0-4 0,0 3 1 0,-2 0 0 16,1 1 1-16,0 3-2 0,1 1 1 15,-6 3-1-15,6 3-6 0,-1 0 1 0,-6 0-5 0,3 3 5 16,-4 3-4-16,-2-3-1 0,-2 3 0 0,0-1 3 15,-2 3-7-15,-3-3-3 0,1 2 0 16,-2-2-2-16,-1 0 0 0,1-1-4 0,-6 0 0 16,4 1 3-16,1-8-3 0,-1 1-1 0,-1 1 2 0,1-1-4 15,2-3 1-15,-3 2 0 0,-1-2 0 16,2-2 0-16,1-1 0 0,0-3 0 0,0 2 0 16,7-3 2-16,-13 0-3 0,13 0 0 0,-18-6-1 15,18 6 0-15,-14-6 1 0,14 6 1 0,-13-5 0 16,13 5 0-16,-9-9-4 0,4 4 0 0,5 5 4 15,0 0-4-15,-8-8 3 0,8 8-3 0,0 0-2 16,-7-7-2-16,7 7 1 0,0 0 0 0,0 0 3 16,0 0-4-16,0 0-1 0,0 0 3 0,20-3-1 15,-12 3 0-15,-8 0 1 0,18 3 0 0,-11-3 2 16,5 2 4-16,-1 0-4 0,-2 1 7 0,4 0-1 16,-1 1 3-16,-1-4-4 0,0 3-1 0,2 1-1 15,0-1 0-15,0-2-3 0,-2 3 3 0,3 0-3 16,-2-1-4-16,2-3-15 0,-2 2-24 0,-2 2-30 15,4-3-29-15,-4 0-28 0,3 1-43 0,-3-2-36 16,2 0-167-16,-12 0-397 0,18-4 175 0</inkml:trace>
  <inkml:trace contextRef="#ctx0" brushRef="#br0" timeOffset="-184858.49">15902 15850 21 0,'0'0'232'0,"0"0"-12"0,0 0-16 16,2-7-14-16,-2 7-22 0,0 0-15 0,0 0-14 0,0 0-14 15,0 0-3-15,0 0-11 0,0 0-9 0,0 0-11 16,0 0-4-16,6 16-9 0,-6-16 0 15,0 0-9-15,0 0 3 0,0 8-6 0,0-8 0 16,0 0 0-16,0 9 4 0,0-9-6 0,0 0-5 16,-6 5 1-16,6-5 0 0,0 0-3 0,-8 4-3 15,8-4-4-15,0 0-2 0,-10 0-5 0,10 0 3 16,0 0-3-16,-14-5-4 0,14 5 1 0,-5-4-6 16,5 4-1-16,-5-10-6 0,5 10-6 0,-2-12 4 15,2 3-8-15,0 9-9 0,4-19 4 0,2 10 2 16,-3-1-2-16,4 0 2 0,0 1-1 0,0 1-5 15,1 1 0-15,2 0-2 0,-3 1-6 0,0 3 5 16,-1 2-5-16,7 2 2 0,-5 0-6 0,1 4 8 16,1 1 0-16,-1 0-2 0,-3 3 0 0,2 1-3 15,-1 0-1-15,-3 3 1 0,0-1 0 0,-1 0-3 16,-1 0 7-16,-1 0 0 0,1-1-3 0,-2-1 3 16,1-2 0-16,2-2-2 0,-3-6 0 0,1 12-1 15,-1-6 4-15,0-6 0 0,0 8 3 0,0-8 0 16,0 0 1-16,0 0-1 0,0 0-7 15,0 0 1-15,0 0 2 0,0 0-1 0,10-21-3 0,-6 10-1 16,1 0 8-16,1-5-9 0,1 2 2 16,3-1-1-16,-2 2-4 0,-2 3 1 0,1-1 3 0,-2 2-2 15,1 4 1-15,0-2-3 0,-1 4 0 0,1 0-3 16,0 1 5-16,-6 2-1 0,14 1-1 0,-6 2 0 16,-1 2 1-16,1-1 3 0,1 2 7 0,-1 2-8 15,-3 1-2-15,2-1 6 0,0 0-1 0,-3 3-2 16,1-2-7-16,0 0-25 0,-1 1-29 0,-2 0-25 15,2 0-27-15,-3 0-38 0,1 0-35 16,-2-10-48-16,2 16-189 0,-2-16-459 0,-2 12 203 16</inkml:trace>
  <inkml:trace contextRef="#ctx0" brushRef="#br0" timeOffset="-184473.77">16388 15850 135 0,'0'0'169'16,"6"9"-13"-16,-6-9-17 0,1 8 3 0,-1-8-5 16,0 10-17-16,0-10-5 0,0 11-15 0,0-11-6 15,1 8-5-15,-1-8-10 0,0 0-1 0,0 9 4 16,0-9-5-16,0 0 7 0,1 8 9 0,-1-8 8 16,0 0-2-16,0 0-6 0,0 0-9 0,0 0-12 15,0 0-6-15,0 0-7 0,0 0-4 0,0 0-6 16,-9-27-4-16,9 20-4 0,0-2-4 0,2-2-4 15,0-1-3-15,2-5-2 0,4 0-2 0,-2-1-4 16,2 2-2-16,-2-3-6 0,4 4 5 0,-1-1-7 16,0 2 2-16,-1 4-3 0,1 0-1 0,-1 3-2 15,-1 3-3-15,3 0 0 0,-2 3-2 0,-8 1 5 16,13 0-1-16,-8 4 5 0,3-1 1 0,-1 6-2 16,0 1 3-16,-1 0-4 0,0 2 3 0,2 2-3 15,-4-1-1-15,1 2-2 0,-2-3 2 0,2-1-1 16,-1 1 2-16,1 0-3 0,-2-1-3 0,1 0-6 15,-2-2-18-15,0-2-28 0,1 0-29 0,-2-2-35 16,-1-5-30-16,0 0-35 0,3 10-38 0,-3-10-171 16,0 0-416-16,0 0 185 0</inkml:trace>
  <inkml:trace contextRef="#ctx0" brushRef="#br0" timeOffset="-184315.34">16487 15815 14 0,'0'0'167'0,"0"0"1"16,0 0 2-16,0 0-11 0,0 0-6 16,0 0-15-16,0 0-8 0,25-10-17 0,-11 7-7 15,0-4-26-15,5 1-45 0,0-2-56 0,0-1-57 16,5-3-145-16,-7 5-241 0,-1-3 107 0</inkml:trace>
  <inkml:trace contextRef="#ctx0" brushRef="#br0" timeOffset="-183856.52">17804 15108 26 0,'0'0'166'15,"8"-3"1"-15,-8 3-25 0,10 0-4 0,-10 0-20 16,18-1-8-16,-5 1-10 0,0 0-14 0,5-1-15 15,-6 1-24-15,7 1-35 0,-2-1-35 0,-3 0-45 16,-2 3-35-16,-5-2-63 0,1 2-178 0,-2-1 79 16</inkml:trace>
  <inkml:trace contextRef="#ctx0" brushRef="#br0" timeOffset="-183696.55">17845 15304 109 0,'0'0'155'16,"0"0"-5"-16,12 11-14 0,-6-11-11 0,6 0-13 16,6 0-10-16,1 0-13 0,0-3-24 0,4-2-45 15,8 0-36-15,2-3-60 0,-3 1-87 0,5 0-174 16,-2-1 77-16</inkml:trace>
  <inkml:trace contextRef="#ctx0" brushRef="#br0" timeOffset="-183116.85">18988 14894 56 0,'-8'-4'174'0,"8"4"-9"16,-4-4-10-16,4 4-9 0,0 0-14 15,0 0-12-15,0 0-7 0,0 0-2 0,13-9-6 0,-13 9-5 16,18 2-9-16,-5-1-4 0,-2 4-12 0,1-1 1 15,2 1-9-15,-4 0-3 0,0 3-7 0,0-2-5 16,-1 2-2-16,0 1-5 0,-1 1 3 0,-3-1-5 16,-2 1-5-16,-1 1-4 0,-3 1-5 15,-2-2 2-15,0 2-3 0,-4-3-6 0,0 3 4 16,-1-3-5-16,3 0-5 0,-2-2-3 0,0 0-2 16,2-1 1-16,-1-2-7 0,3 2 6 0,-3-3-12 15,6-3-9-15,-3 9-7 0,3-9 6 0,-2 5 0 0,2-5 0 16,0 0 0-16,11 12 3 0,-6-9-2 15,1 1 2-15,3-1 4 0,-1 1-1 0,1-1-2 16,-2 4-1-16,2-3 4 0,-2-2-3 0,-1 3 5 16,3-1-3-16,-5 2 0 0,2-3 1 0,-3 1 4 15,-3-4-2-15,0 9 4 0,0-9 1 0,0 10 1 16,-5-3 9-16,-2-3-7 0,-2 3 4 0,-2 0-1 16,-1-2-1-16,-3 5-1 0,-1-4-2 0,0 1-2 15,2-3 2-15,-3 0-5 0,3 2 3 0,3-3 0 16,-7 1-5-16,8 1-15 0,-2-3-17 0,3 2-34 15,9-4-29-15,-11 3-37 0,7-2-31 0,4-1-142 16,0 0-334-16,0 0 148 0</inkml:trace>
  <inkml:trace contextRef="#ctx0" brushRef="#br0" timeOffset="-182798.35">19217 15115 61 0,'1'4'146'0,"-1"-4"-11"0,1 12 2 16,0-5-13-16,1 0-7 0,-1 0-15 0,2 0-6 16,-2 1-4-16,3 0 1 0,1-2-8 0,0 1 4 15,0-2-9-15,3 2-9 0,1-4-2 0,2 1 2 16,-2 0-7-16,1-2-4 0,2-4-2 0,-1 0-6 16,3-2-3-16,-2 1-1 0,-1-1 3 0,6-5 2 15,-8 4 4-15,0-2-6 0,-2-1 1 0,1-1 0 16,-4-1 2-16,-1 1-1 0,-2-1-6 0,0 0-7 15,-2-2-3-15,0 2 4 0,-3 0-5 0,-1 1-5 16,-2 1-1-16,1-1-3 0,-3 2-5 0,0 4-3 16,2-2-3-16,-5 4-1 0,0 1-4 0,1 0-2 15,-3 4-8-15,2 1-25 0,-2-1-22 0,4 3-26 16,-2 1-23-16,0 3-33 0,5-2-49 0,1 0-22 16,2-1-129-16,1-1-354 0,3-7 157 0</inkml:trace>
  <inkml:trace contextRef="#ctx0" brushRef="#br0" timeOffset="-182552.7">19647 14905 178 0,'2'-6'247'16,"-1"0"-5"-16,-1 6-14 0,2-11-23 0,-2 11-20 15,3-5-17-15,-3 5-1 0,0 0-6 0,0 0-14 16,15 17-5-16,-8-6-5 0,-1 4-2 0,1 2-7 15,0 0-14-15,-2 2-10 0,-1 0-12 0,0 1-1 16,2 3-7-16,-2-4-18 0,0 0-4 0,0-2-6 16,-2 2-5-16,1-1-9 0,-2-2-9 0,0 1-23 15,-1-1-28-15,0-6-32 0,-1 2-41 0,1-3-45 16,1 1-52-16,-2-1-30 0,1-9-34 0,-1 11-135 16,1-11-420-16,0 0 186 0</inkml:trace>
  <inkml:trace contextRef="#ctx0" brushRef="#br0" timeOffset="-182306.86">19886 14947 60 0,'-2'-11'187'0,"2"11"-9"16,-8-6-5-16,8 6-3 0,-9 0-13 0,9 0-4 15,-10 7-7-15,3 0-5 0,0 2-11 0,0 0-4 0,1 2-6 16,1 1-3-16,-5 4-11 0,6-4 19 0,-1 2-10 15,2 3-3-15,1-5-10 0,0-1-8 0,2 2-2 16,0-2-15-16,2 0-8 0,3-1-5 16,0 0-9-16,1-2 5 0,3-1-14 0,1-1-1 15,7 1-7-15,-4-3-7 0,0-1-36 0,1-1-41 16,5 0-51-16,-3-3-63 0,2 0-63 0,-4 0-204 0,-1-1-462 16,-1-2 205-16</inkml:trace>
  <inkml:trace contextRef="#ctx0" brushRef="#br0" timeOffset="-181908.81">20192 15204 16 0,'0'0'243'0,"12"-1"-12"16,-12 1-10-16,13-3-15 0,-1 0-10 0,-3-3-14 15,1 4-14-15,3-3-7 0,-3-2-5 0,-2 2-8 16,2-1-12-16,-3-1-5 0,0 0-9 0,-2-2 0 15,0 0-13-15,-2 1-11 0,-2-1-5 0,-1-1-8 16,1 0-12-16,-5-1-3 0,4-2-10 0,-5 3-3 16,2-6-6-16,0 4-6 0,3 0-7 0,-5-2-1 15,2 3-15-15,2 2 13 0,1 2-4 0,2-3-12 16,1 1 0-16,2 3 1 0,-1-1-4 0,7 1 1 16,-2 2-5-16,2 0-4 0,1 3 0 0,1 0 1 15,1 2 2-15,-1 0-4 0,0 0 0 0,2 6 3 16,-1 3 0-16,-5-3 7 0,1 5-3 15,-2-1-2-15,0 0 4 0,-5 1 1 0,1 0 0 0,0 4 0 16,-2 0-6-16,-1-4 3 0,0 0-2 0,-1 1 2 16,-1-2-7-16,5-1 3 0,-4 2-2 0,2-3 0 15,1 1-4-15,-1-2 7 0,6 1-4 0,-3-1 4 16,3-3-4-16,3 0-18 0,6-3-26 0,4 2-32 16,0-4-40-16,7-4-45 0,0-2-50 0,3-3-57 15,-3 0-224-15,1-3-524 0,1-2 232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8T05:23:12.3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23900 5113 18 0,'0'0'28'0,"0"0"-4"0,0 0-2 0,0 0-3 15,0 0 2-15,0 0-3 0,0 0-2 0,0 0-9 16,0 0 0-16,0 0 7 0,0 0-6 0,0 0 1 16,0 0 1-16,0 0-8 0,0 0 0 0,0 0 9 15,0 0-7-15,0 0 3 0,0 0-5 0,0 0-1 16,0 0-1-16,0 0 3 0,0 0-12 0,0 0-5 16,0 0-25-16,0 0-42 0,7-3 20 0</inkml:trace>
  <inkml:trace contextRef="#ctx0" brushRef="#br0" timeOffset="5323.74">21058 7279 60 0,'0'0'55'16,"0"0"-12"-16,0 0-12 0,0 0-26 0,0 0-38 16,0 0-35-16,0 0 16 0</inkml:trace>
  <inkml:trace contextRef="#ctx0" brushRef="#br0" timeOffset="10052.9">15978 9323 11 0,'0'0'64'0,"4"-6"-4"15,-4 6-10-15,0 0-4 0,0 0-2 0,0 0-5 16,4-4-8-16,-4 4-6 0,0 0-14 0,0 0-12 15,0 0-10-15,0 0-10 0,0 0-37 0,0 0-64 16,0 0 29-16</inkml:trace>
  <inkml:trace contextRef="#ctx0" brushRef="#br0" timeOffset="10388.31">17039 9467 67 0,'0'0'87'0,"0"0"-19"0,0 0-3 0,0 0-5 15,0 0-10-15,0 0-3 0,0 0-18 0,0 0 4 16,0 0-13-16,0 0-4 0,5 5-13 0,-5-5-8 16,0 0-13-16,0 0-17 0,0 0-13 0,-1 9-26 15,1-9-79-15,0 0 36 0</inkml:trace>
  <inkml:trace contextRef="#ctx0" brushRef="#br0" timeOffset="19509.73">20105 5638 8 0,'0'0'10'0,"0"0"1"0,0 0 2 0,0 0-1 16,0 0-5-16,0 0 9 0,0 0-5 0,0 0-4 15,0 0 3-15,0 0 3 0,0 0-6 16,0 0 0-16,0 0-4 0,0 0 8 0,0 0-6 0,0 0-2 16,0 0 3-16,0 0-4 0,0 0 0 0,0 0 2 15,0 0-2-15,0 0 1 0,0 0 0 0,0 0 1 16,0 0-4-16,0 0 3 0,0 0-6 16,0 0 9-16,0 0-1 0,0 0-2 0,0 0 0 15,0 0-7-15,0 0 1 0,0 0 2 0,0 0 1 0,0 0 2 16,0 0-1-16,0 0-3 0,0 0 3 0,0 0-5 15,0 0 4-15,0 0 1 0,0 0-1 16,0 0 6-16,0 0-6 0,0 0 3 0,0 0-2 0,0 0-3 16,0 0 5-16,0 0 2 0,0 0-3 0,0 0-3 15,0 0 4-15,0 0 0 0,0 0-3 0,0 0 2 16,0 0-5-16,0 0 0 0,0 0-2 0,0 0-3 16,0 0 1-16,0 0-5 0,0 0-18 0,0 0-31 15,0 0 14-15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6T11:18:01.0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17072 13247 17 0,'0'0'15'0,"0"0"-2"16,0 0 3-16,10-2-7 0,-10 2-3 0,0 0 3 0,8-4 2 16,-8 4 0-16,0 0-3 0,9-1 5 15,-9 1-8-15,6-3-2 0,-6 3 1 0,0 0-3 0,10-1-1 16,-10 1-1-16,9-3 1 0,-9 3 2 0,0 0-2 0,12 0 5 16,-6-3-3-16,-6 3 3 0,0 0-2 15,11-4 0-15,-11 4-4 0,6-3 2 0,-6 3 1 0,0 0-3 16,0 0-1-16,8-1 3 15,-8 1 2-15,0 0-5 0,0 0 7 0,0 0-4 0,0 0 0 0,0 0-1 16,0 0 0-16,0 0 3 16,0 0-8-16,0 0 1 0,10-1-5 0,-10 1 7 0,0 0-1 15,0 0-4-15,0 0 2 0,0 0 2 0,0 0 0 0,0 0 8 16,0 0-10-16,0 0 1 0,0 0 1 16,0 0 3-16,0 0 0 0,0 0 2 0,0 0-5 0,0 0 4 15,-22 10-1-15,22-10-2 0,-6 4-3 16,6-4 1-16,-8 5 0 0,3-2 1 0,5-3-4 0,-6 4 1 15,6-4-2-15,-7 3 8 16,7-3-1-16,0 0-1 0,-6 4-3 0,6-4-1 0,0 0 3 16,0 0 7-16,-8 3 0 15,8-3 3-15,0 0-2 0,0 0 11 0,0 0-7 0,-6 3 8 0,6-3-3 16,0 0 3-16,0 0-1 0,0 0 2 0,0 0-4 0,0 0 7 16,0 0-5-16,0 0 0 0,0 0 0 15,0 0 22-15,0 0-21 0,0 0 4 0,0 0 1 0,0 0-7 16,0 0 7-16,0 0 1 15,0 0 6-15,0 0-5 0,0 0 11 0,0 0-5 0,0 0 2 16,0 0 0-16,0 0 0 0,0 0-7 16,0 0 2-16,0 0-2 0,0 0 3 0,0 0-3 0,0 0-8 15,0 0 1-15,0 0 3 0,0 0 5 0,0 0 7 0,0 0 2 16,0 0-2-16,0 0 0 0,0 0-2 16,0 0-2-16,-3-15 8 0,3 15 2 0,0 0 8 0,0 0-1 15,0 0 1-15,0 0 5 0,0 0-1 16,0 0-4-16,0 0 0 0,0 0-1 0,-1-10-3 0,1 10 0 15,0 0-9-15,0 0 4 16,-1-7-3-16,1 7 1 0,0 0-6 0,0 0-2 0,-5-5-3 16,5 5-4-16,0 0 4 0,-8-4-4 15,8 4-2-15,0 0 3 0,0 0-2 0,-7-2 2 0,7 2-2 16,0 0-5-16,-11-1-3 0,11 1 0 0,0 0-6 0,-12 1 5 16,12-1-1-16,0 0-3 15,-10 1-1-15,10-1-4 0,-7 1 1 0,7-1 0 0,-8 5 0 0,8-5 0 16,-9 4 2-16,4-2 0 15,5-2-6-15,-10 9 3 0,3-5-2 0,2 0 5 0,0 1-2 0,-1-2-4 16,1 2-3-16,5-5 12 16,-7 11 1-16,3-5 5 0,2 0-3 0,2-6-2 0,-4 12-1 15,1-6 0-15,2 0-2 0,-3 1 1 0,4-7-3 0,-2 13 3 16,0-6-8-16,2 2 7 0,0-9-4 16,0 11 5-16,-1-3 3 0,1-8 2 0,-2 11 1 0,2-5-2 15,0-6 0-15,1 12-1 0,0-5-4 16,-1-7 2-16,1 10-4 0,-1-10 0 0,3 9 2 0,-3-9-1 15,5 6 2-15,-2-1 1 16,-3-5-9-16,2 8 5 0,1-4-2 0,-3-4 7 0,4 5 0 16,-4-5-4-16,5 4 0 0,-5-4 1 15,0 0-3-15,7 4 1 0,-7-4 0 0,0 0-1 0,8 2 5 16,-8-2-3-16,0 0-3 0,12 0 0 0,-12 0 1 0,9-4 1 16,-9 4-3-16,11-1 3 0,-5-2-3 15,-6 3-1-15,12-4 1 0,-8 1 2 0,3 0-1 0,-7 3-1 16,11-9-2-16,-8 4 3 15,5 2-1-15,-2-2-1 0,-2 1-5 0,1-2 5 0,-1 0-3 0,0-1 2 16,-1 2 0-16,1-1 0 16,-2 0-2-16,3-2 0 0,-5 8-2 0,5-12 2 0,-4 5 0 15,-1 7 1-15,3-9 1 0,0 3 1 16,-3 6-2-16,1-9 2 0,-1 9-4 0,0 0 1 0,0-12 2 16,0 12-3-16,1-8 2 0,-1 8 2 0,0 0 0 0,0-10 0 15,0 10 2-15,0 0 4 0,0-8-6 16,0 8 3-16,0 0-3 0,0-9-4 0,0 9 5 0,0 0-2 15,0-8 3-15,0 8-3 16,0 0-5-16,0-9 4 0,0 9-1 0,0 0 3 0,0 0 0 16,-1-10 0-16,1 10-1 0,-3-7 2 0,3 7-6 15,0 0 5-15,-2-10 5 0,2 10-5 0,0 0 1 16,-3-9-1-16,3 9-1 0,0 0 4 0,-1-8-9 0,1 8 6 16,0 0-1-16,0 0 2 0,-1-9-4 15,1 9 8-15,0 0-1 0,0-9 0 0,0 9-3 0,0 0 4 16,0 0 0-16,-3-7 1 0,3 7 2 15,0 0-1-15,0 0-3 0,0 0 1 0,0 0-4 0,0 0 1 16,0 0-1-16,-2-9 0 16,2 9 0-16,0 0-2 0,0 0-1 0,0 0 1 0,0 0-3 15,0 0 5-15,0 0-4 0,0 0 3 16,0 0-1-16,0 0-2 0,0 0 1 0,0 0-2 0,0 0-1 16,0 0 1-16,0 0 5 0,0 0-5 0,0 0-2 0,0 0-3 15,6 23 4-15,-5-17 5 0,-1-6 0 16,3 13 2-16,-2-4-1 0,0 1 5 0,2-1 1 0,-1 1 0 15,1-1 3-15,-2-1 5 0,3 2 2 16,-2 1 0-16,1-3-2 0,0 2-1 0,1-2 3 0,-2-1-3 16,2 0-1-16,1 0 7 15,0 0-5-15,0 1 1 0,0-2 2 0,0-1-7 0,1 1-1 16,-1-1-1-16,0-2 1 0,0 2 0 0,-5-5-4 0,11 6 3 16,-5-3-2-16,-1 0-3 0,-5-3 3 15,8 4-1-15,-5-1-2 0,-3-3 0 0,10 3-3 0,-10-3-15 16,7 3-16-16,-7-3-22 0,5 1-25 15,-5-1-22-15,0 0-18 0,6 3-4 0,-6-3-40 0,0 0-17 16,0 0-129-16,0 0-332 16,12-10 146-16</inkml:trace>
  <inkml:trace contextRef="#ctx0" brushRef="#br0" timeOffset="659.95">17320 13141 61 0,'0'0'116'0,"-6"-1"2"0,6 1-9 16,0 0-1-16,0 0 0 15,-8-3 6-15,8 3-1 0,0 0-6 0,0 0-7 0,-8-1-5 0,8 1-10 16,0 0-5-16,0 0-10 0,0 0-5 16,-10-2-8-16,10 2-4 0,0 0-9 0,-9-1-5 15,9 1-2-15,0 0-3 0,-14 3-5 16,6-2-4-16,8-1-2 0,-14 3-2 0,9 0-2 0,5-3-5 16,-11 2 2-16,11-2-1 0,-11 2-5 0,11-2 0 0,-6 2 1 15,6-2-3-15,-6 5 1 0,6-5 2 16,0 0-5-16,0 0-2 0,-8 2 3 0,8-2-4 0,0 0 1 15,0 0 2-15,0 0 2 16,0 0 0-16,-5 3-20 0,5-3 16 0,0 0 0 0,0 0 0 16,0 0 6-16,0 0-4 0,0 0 0 15,0 0 8-15,0 0-1 0,0 0 1 0,0 0-3 0,0 0 1 16,0 0 7-16,0 0-4 0,0 0-1 0,0 0-2 0,0 0 0 16,0 0-2-16,0 0-3 15,0 0-3-15,0 0 4 0,0 0-5 0,0 0-2 0,0 0 1 0,0 0 2 16,0 0 3-16,16 7 0 15,-9-5 11-15,-1 1 0 0,3-1 3 0,3 1 0 0,-2 3-1 0,-1-1-2 16,2 0 3-16,0 1 4 16,-1 0 6-16,3 1-2 0,-2-1-8 0,1 1 5 0,-2 0 0 15,1 2-1-15,1-2-2 0,2 1 8 16,0 3-1-16,-5-5-3 0,3 1-1 0,-1 1-2 0,-1-1-2 16,-2 0-2-16,5-1 0 0,-3 0 5 0,0 2-3 0,0-2 6 15,1-1-10-15,-1 0 1 0,-1 1-2 16,0-2-3-16,-3-1 3 0,1 1-3 0,-1 0-5 0,0-2 0 15,1 1-1-15,-7-3 3 16,7 6-8-16,-7-6 4 0,8 4-4 0,-8-4-8 0,6 3-9 16,-6-3-13-16,0 0-8 0,0 0-10 15,4 5-14-15,-4-5-9 0,0 0-23 0,0 0-15 0,0 0-28 16,0 0-22-16,0 0-20 0,-10 11-2 0,10-11-133 0,-9 0-337 16,9 0 150-16</inkml:trace>
  <inkml:trace contextRef="#ctx0" brushRef="#br0" timeOffset="989.97">17471 13126 2 0,'0'0'107'0,"-3"-12"8"15,3 12 1-15,-2-10 2 0,2 10 0 16,-3-6-5-16,3 6-8 0,0 0-1 0,-2-11-18 0,2 11 1 15,0 0-6-15,0 0-17 16,0 0 5-16,-3-5-9 0,3 5-6 0,0 0-9 0,0 0-3 16,0 0-7-16,0 0-7 0,0 0-1 15,0 0 1-15,0 0-1 0,0 0 3 0,-8 19 9 0,3-9 3 16,0 2-2-16,-1 2 0 0,-2 0 0 0,0 1-3 0,-2 4-1 16,3-1-3-16,-5-2-4 0,1 2-2 15,-2 3-2-15,-3 0-1 0,5 1-2 0,-1-5-2 0,0-1-6 16,-4 7-26-16,0-1-16 15,2-3-35-15,1-3-42 0,1 0-40 0,1-1-151 0,-2 1-321 16,3-1 141-16</inkml:trace>
  <inkml:trace contextRef="#ctx0" brushRef="#br0" timeOffset="7700.8">20226 13037 5 0,'-9'11'93'0,"3"0"-14"0,-1-1 5 0,4 0 3 16,-4 0-16-16,5-1-1 15,-3 1-8-15,2 0-3 0,3-3-5 0,-1 0 0 0,1-7-9 0,6 15 1 16,-2-6-4-16,2-1-1 16,3-3-4-16,3 1 5 0,1-2-2 0,4-2 7 0,3-1-10 15,0-2 0-15,2-1 4 16,-2-1-7-16,2 0-3 0,-3-2 5 0,-2 0-1 0,-1-2 4 16,-4 4 13-16,-2-3 14 0,-1 0-7 0,-4 2-4 0,2-3-1 0,-7 0-12 15,0 7 0-15,-3-15-6 16,-5 7-2-16,-4 2-1 0,-5-1-7 0,-10 4 0 0,-4 3 1 15,-1 2 2-15,-5 4 3 0,-11 9-2 16,12-2 3-16,0 4 3 0,-8 9 1 0,3 2-3 0,13-5 6 16,1 2 1-16,4-1-7 0,5 1-21 15,3 1 3-15,6-3-2 0,6-5 1 0,3-1 3 0,6-2-3 16,3 1 1-16,8-2 1 16,10-1-1-16,3-3 5 0,6-3-1 0,17-1-6 0,-15-6 0 15,14-4-6-15,3-2 4 0,-2-3 1 0,-15 1-2 0,2-1-1 0,-3-4 1 16,8-7-2-16,-12 5-4 15,-3 0 7-15,-1 0 6 0,-4-1 3 0,-3-2 0 0,-9 4 5 16,-1-2-4-16,-3-1 1 0,-4 0 1 16,-3-1-2-16,-2 0-6 0,-5 0 1 0,-2 4-6 0,-7 0 1 15,-1 1-2-15,-11 0-3 0,-2 8 1 16,-4 5 1-16,-4 4-3 0,-1 5 1 0,-14 8-4 0,5 3 7 16,12-3 0-16,-10 10 5 0,12-4-2 0,5-2-1 0,6 2-2 15,1 0-3-15,9-1 1 0,2-5 0 16,5 1 2-16,6-2 0 0,3 0-2 0,6-2 3 0,3-4-3 15,12 1 2-15,4-4 0 0,7-5 5 16,16-3-7-16,3-4 1 0,3-6-1 0,5 0 2 16,0-5-3-16,-2-3 2 0,-2 0-3 15,-3 0 2-15,-4-2-3 0,-6-2 1 0,-12 6 0 0,-2-3 3 16,-2 0 2-16,-3-2 4 16,-6-4-14-16,-3 4 12 0,-6-5-9 0,-6 1 7 0,-3 1-12 15,-1 6 0-15,-4 2-2 0,-6 1 1 0,-3 2 1 0,-4 6-5 0,-6 2 1 16,-12 6 0-16,-4 6-1 0,-18 9 5 15,-2 6-4-15,-25 17-1 0,28-11 3 0,-4 5-2 0,5-1 2 16,6-2 0-16,17-7 5 16,2 0-7-16,6-1 0 0,2-2 3 0,9-6 1 0,5 2 2 0,2-2-1 15,3-2-3-15,7-1 6 16,0-3-1-16,4-1-1 0,9 0 0 0,9-3 2 0,3-4 4 16,2-3 0-16,3-2 1 0,1-2-3 0,0-1 1 0,-2-2 3 15,-1-1 0-15,-1-1-1 0,-5 0 3 16,-4 1 1-16,-6-2-1 0,-4 1-3 0,-6 0-1 0,3-3 1 15,-10 1 0-15,-4-3-5 0,-5 4 0 16,-3-1-2-16,-4 1-1 0,-10 0-1 0,-7 4 1 16,-4 7 3-16,-16 3-6 0,-3 6-1 15,-3 5 1-15,3 4 0 0,-2 4-2 0,0-1 3 0,1 3 2 16,5-2-1-16,16-3 2 16,-3 0-4-16,5-1 1 0,4 0 0 0,3-1 4 0,8-4-4 0,6-2-3 15,-1-2 1-15,4 0 3 0,1-1 0 0,4-1 2 0,3-4-2 16,-2 5 4-16,2-5-5 0,0 0 14 15,23-4-10-15,-5-4-2 0,9-4 0 0,0-4 4 0,5 0-5 16,-5-1 2-16,2-2-2 16,-3 1 2-16,-1-2-3 0,-6 3-5 0,3-4-6 0,-8 1-5 15,-4 2 2-15,1 1-1 0,-6 0-2 16,-1-2-7-16,-4 0-1 0,-3-4 5 0,-3 4-6 0,-5 1 4 16,-1-3-10-16,-5-1 4 0,-4 0 0 0,-1 5 3 0,-3 1 3 15,0 1 1-15,2 3 5 16,2 2 2-16,2 2 0 0,-5 1 1 0,3 1 3 0,2 3-2 0,2 0 6 15,0 1-14-15,4 2-13 16,0-2-11-16,2 4-11 0,0 0-16 0,3 1 0 0,1-3-11 16,7 0 1-16,-8 6-4 0,8-6 17 15,0 0-1-15,0 0 8 0,0 0-4 0,0 0-14 0,32 3 7 16,-14-7-17-16,3-1 0 0,6-3-9 16,1-1 5-16,2 0-2 0,2-1 3 0,-2-2 4 0,-1 2-1 15,-3 0-6-15,0-3-52 0,-9 3-159 0,0-2 71 0</inkml:trace>
  <inkml:trace contextRef="#ctx0" brushRef="#br0" timeOffset="10501.2">20272 12143 17 0,'-17'0'71'0,"0"1"-9"0,-1 3 9 15,-4-1-7-15,0 2 5 0,2 1-1 0,-1-1-3 0,2 1-5 16,3-1-2-16,3-1-2 0,3-2-15 16,10-2-11-16,-14 5 8 0,14-5-6 0,-8 3-6 0,8-3 13 15,0 0-10-15,0 0-4 0,0 0 2 0,0 0-12 0,27-14 12 16,-12 4-7-16,6-4 1 0,-2 3-5 15,4-9 1-15,-3 0 9 0,2-1 21 0,-4-1-3 16,0 1 1-16,-3-4 6 0,-5 9 1 16,-2-2-6-16,-5-1 0 0,-1 2 6 0,-2-2-8 0,-1 1-1 15,-6 0 2-15,1 2 2 0,-4 1-13 16,-4 3-8-16,-3 2 3 0,-3 5-6 0,-10 5 5 0,-4 5-1 16,-5 5-3-16,-16 9 1 0,-1 5 1 0,-1 5 0 0,3 0-4 15,3 2 0-15,2-2-1 16,5 0-7-16,14-6 5 0,5-3-3 0,3-1-1 0,10-6-1 15,5-3 1-15,2-2 17 0,5 2 1 16,3-5 0-16,2 0 1 0,11 2-3 0,11-3-6 0,5-2-3 16,4-1 1-16,17-5-1 0,2-4-3 15,0 0-1-15,-2-2 0 0,0-4-2 0,-14 5-6 0,-5-3 0 16,-2 3 1-16,-3-4 5 16,-4 1-6-16,-9 2 9 0,-2-1-9 0,-5 1 3 0,4-1-5 0,-7 0 3 15,-2-1-2-15,-1 1 1 0,-4 1-6 0,-2 1-1 0,-2-1 0 16,-4 5-3-16,-5 1 3 15,-4 4-2-15,-9 5-4 0,-5 5 1 0,-5 3 0 0,-11 13 2 16,3 0 5-16,1 3 6 0,0 3-5 16,4 1 0-16,14-7 8 0,1 1-10 0,6-3 2 0,7 1-5 15,7-5 8-15,4-2 2 0,5 0 3 16,5-1 12-16,5-2 5 0,13 1-8 0,7-9-2 0,6-1-1 16,15-2 1-16,3-1-2 0,3-7-2 0,-1-5-1 0,-2 2-5 15,2-4 1-15,-7-4 1 16,-3 2-3-16,-13 2-2 0,-3-3 2 0,-5 1-1 0,0-3-3 0,-6 1 1 15,-2 0 1-15,-7-1 1 16,-5 2-3-16,-2-1-2 0,-3-1 2 0,-4 5-4 0,-4-1 1 16,-1 2-3-16,-4 1 0 0,-9-1-1 15,-3 6-2-15,-9 2 2 0,-6 4-2 0,-13 8 0 0,-6 5-1 16,2 2 0-16,-1 6 4 0,0 3-3 16,-1 1 3-16,3-2-1 0,9 0 2 0,11-5-4 0,5-4 2 15,5 1 1-15,8-5-2 0,5-2 0 0,7 0 3 0,0-1 0 16,6-1 2-16,6 1 0 15,7-2 0-15,3-1-1 0,11-3-1 0,4-6 1 0,3 3 3 16,14-4-3-16,-15-5 2 0,16 2-3 16,-17 0 3-16,-1-1-1 0,-3 0 1 0,-4-3-2 0,-2 0 0 15,-11 2 1-15,1-1 0 0,-9 1 1 16,2-2 1-16,-2 2-2 0,-6-3 0 0,-2 0 0 0,-7-3-6 16,-2 3 2-16,-2-2-3 0,-15 5 1 0,-1-1 0 0,-1 6 1 15,1 2 0-15,-11 5-2 0,-10 9 3 16,-1 5-2-16,-4 2 1 0,2 8-4 0,-3 3 3 0,3 2 2 15,0 2-1-15,7 1 0 16,8 0-1-16,14-14 0 0,7 2-2 0,4 1 2 0,7 0 4 16,8-4-1-16,6-2 2 0,11 2 1 15,7-1-4-15,9-3-2 0,15-2 3 0,9-5 4 0,4-4-1 16,2-1-5-16,26-8 5 0,2 1 2 16,-28-2-1-16,29-4-1 0,-5 1-2 0,-26 0 1 0,29-5-3 15,-3-1 2-15,-25 6 2 0,25-9-3 0,0 3 0 0,-26 3 1 16,26-1 1-16,-26-1 2 15,2 6-6-15,23-10 1 0,-26 7 3 0,0 1-3 0,1 0 3 0,-2 3-7 16,1-2 2-16,-3-1 3 16,-1 9 0-16,-6 0 0 0,-3 4 0 0,-16-1 1 0,4 5-1 15,-1-1 0-15,-1 1 0 0,-2 1 2 16,5 1 0-16,-1-3 0 0,0-2 0 0,1 2 1 0,-1 0-3 16,-1-3 1-16,-1 0 12 0,-2-2-16 0,-3 0 5 0,0 0-1 15,-2-2 2-15,-1-4-2 0,-7 0 1 16,5-2-2-16,-8 0 5 0,-1-2-3 0,-1 0 2 0,-3-4-1 15,0-1-3-15,-4 0 3 16,-3-4-6-16,0 0 4 0,-4-1 3 0,-2-2-5 0,-4-4 1 16,-1 9 0-16,-4-2-1 0,-3 2-2 15,-3 4 1-15,-4 2-1 0,-10 4-3 0,-7 7 4 0,-13 9 4 0,-7 8 6 16,-3 6 0-16,-21 20 0 16,4 1 1-16,27-8-3 0,-16 17-1 0,22-16 1 0,4 0 2 15,7 0-5-15,14-12 2 0,4 0-3 0,9-4 2 0,3-5 2 16,5-1 0-16,6-2-1 15,13 2 3-15,7-6-1 0,7 1-2 0,15-6 2 0,6-2 0 0,6-5-1 16,4-3 0-16,-4-1 2 0,1-6-4 16,-4 1 1-16,-5-5 1 0,-6 2 0 0,-15 1 8 15,-3-3-10-15,-3 0 2 0,-3-4 2 16,-5-3-7-16,-5 1 2 0,-5-3-2 0,-4-2-1 0,-3 7-2 0,-4-4 2 16,-1 5-2-16,-5 1 2 0,-3 2 0 0,0 2-4 15,-6 4 2-15,-3-1-1 0,-6 1-1 16,3 5 9-16,-7 0-6 0,8 4-5 0,-2-1 4 0,4-1-2 15,6 2 3-15,3 0-3 16,1-1-1-16,9 1 0 0,-13-1 3 0,13 1-1 0,0 0 1 16,0 0 2-16,0 0 2 0,31-12-4 15,-2 2 4-15,7 0-1 0,16-6 3 0,5-2-4 0,-2-1 3 16,1 0-3-16,-5-3 3 0,1 3-2 16,-4 0-1-16,-4-5 1 0,-13 4-2 0,0 0 4 0,-6 0 0 15,2-2-2-15,-3-2 3 0,-2-1-4 0,-4 0 2 0,-4-2 0 16,-4 3 0-16,-3 0-5 0,-6 5 2 15,0 2 0-15,-2 5 0 0,-1 3-4 0,-5 0 0 0,-4 7-1 16,-10 3-3-16,-12 7 3 16,-16 8 3-16,-3 8-4 0,-6 6 4 0,-18 14 0 0,26-11 0 15,4-1 1-15,8 0-2 0,11-13 0 16,8 5 4-16,8-6-2 0,8-3 3 0,4 2 2 0,4-7-1 0,6-1 2 16,14 0-1-16,8-4 1 0,21-2 1 0,10-9-3 15,30-5 4-15,-1-5-3 0,3 0 10 16,0-3-10-16,-10-5 0 0,-22 8-1 0,-6-2 1 0,-1-2-4 15,-1 3 2-15,-8-4 3 16,-16 6-1-16,-2-2-3 0,-3 0 4 0,-3 1-2 0,-8 3-2 0,-3 0 2 16,-6 3-3-16,-1 1-2 0,-7 3 2 15,1 6-3-15,-16-11 2 0,-5 12-5 0,-11 7 10 0,-17 4-8 16,-6 8 4-16,-1 5-5 16,-1 3 6-16,3 0-3 0,3-4-1 0,5 2 0 0,18-11 2 15,6-1-1-15,5-1 0 0,7-1 0 0,5-1 1 0,4-2 4 16,3 2 2-16,6-3 1 0,8 2 0 15,10-3 1-15,7 0-1 0,4-4 0 0,17-1 1 0,-2-4-4 16,5-3 5-16,0 0-3 0,-7-1 1 16,6-2 0-16,-1-3-3 0,-18 4 0 0,0 1 1 15,-1-2 0-15,-2-1 2 0,-3 2-3 0,-10 0 4 16,-2 1-3-16,-3-3 0 0,-4 5 0 0,-4-5 1 16,-1 2-2-16,0-2-1 0,-5 2-6 0,-2 1 7 0,0 6-9 15,-10-13 4-15,1 9-5 0,-1 1 3 16,-8 2 1-16,-1 3 0 0,0 2-1 0,-2 3 2 0,2 3-5 15,2-1 4-15,2 1 0 0,1 2 0 16,6 0 2-16,3 0-1 0,3 1 6 0,4 2-1 0,2-2 0 16,6 1 2-16,6-1-4 15,8 0 1-15,10-3 4 0,3 0 1 0,15-5-2 0,3-2 0 0,1-4-1 16,-1-4-3-16,-2 0 1 16,0-6 2-16,-1 2-4 0,-15-1 4 0,-2 0-1 0,2-2 3 0,-10 2 1 15,-2-3-2-15,-6 2-2 0,-3-1 2 0,-4-3-2 0,-3-1-2 16,-3-1 0-16,-4 0-2 15,-4-2-2-15,-6 1 2 0,-3-5-1 0,-9 1-1 0,-3 3-5 16,-5 4 0-16,-1 0-1 0,-7 7 1 16,-14-3-1-16,-4 8 2 0,-1 6-2 0,1 3 4 0,0 4-2 15,3 3 2-15,14 0 2 0,0 0-2 16,6 0 1-16,4 4-1 0,4-2 0 0,8-1 3 16,2 0-3-16,6-3 7 0,2 0-3 0,3 0 3 0,4-2-3 15,5 0 7-15,8-1-4 0,4 1 3 16,15-5 3-16,3-1 0 0,16-4-1 0,4-4 1 0,1 0-2 0,-3 1 1 15,3 0-4-15,-7-5 2 16,-1 1-2-16,-17 1-1 0,-4-3 5 0,-8 5 1 0,-1-5-7 16,-6 1 6-16,-4 0-3 0,-2 1 1 15,-4-3-2-15,0 0-3 0,-9-2 1 0,-3-1 0 0,-6-1-2 16,-14-1-4-16,-5 2 0 16,-17 0 3-16,-7 7-1 0,-36 2 0 0,4 8 1 0,22 1 0 0,-31 5-1 15,32 2 0-15,-24 10 0 0,30-7 11 0,-27 6-7 0,28-4 3 16,2 2-3-16,1-2 0 15,1 2-4-15,6-2 5 0,16-4-4 0,2-2 3 0,3 2-1 16,10-3-1-16,3-4-2 0,3 2 2 16,3-1-2-16,3-3 3 0,0-1 0 0,-1 1-1 0,7-3 2 15,0 0-1-15,-7 10 1 0,7-10 1 16,-4 1-1-16,4-1 3 0,0 0-6 0,0 0 3 16,0 0-4-16,-2-16 1 0,2 16-1 15,-9-17 1-15,-3 4-4 0,-5 1 0 0,-8-1 1 0,-9-1 1 16,-14-1-4-16,-3 4 3 0,-4 1-2 0,-7 2 0 0,-2 2 2 0,0 8 3 15,-26-1-2-15,-1 10 0 16,0-1 0-16,-1 5-1 0,-2 7 2 0,-1 1-3 0,-2 3 3 16,4 2 6-16,1 0-4 0,1-1-1 15,7 0 0-15,25-5-1 0,-1-2-3 0,4-3-7 0,4 0-3 16,14-7 0-16,5-2-4 0,4 1 0 16,8-4 3-16,7-4 2 0,0 1 2 0,0-4 2 0,1-1-1 15,0-2 4-15,2-2 0 0,2-1 0 0,-5-6 1 0,4 1 0 16,1-2 0-16,-3-2 5 15,3 0-3-15,1 2 1 0,-4-8 2 0,0-1 1 0,1 3-4 16,-5-1 2-16,6 6 1 0,-3 0-2 16,2 2-1-16,-6 2 0 0,1 0 1 0,-10 2 1 0,-3 6 0 15,-3 2-2-15,-5 8 3 0,-14 5-2 16,-4 3-1-16,-4 9 5 0,-24 13-3 0,0-1-1 16,3 3 4-16,23-10-2 0,-26 9 3 15,29-11 0-15,7 1 0 0,2-5 0 0,16-6-3 0,3 1 0 0,11-6 0 16,5-4 1-16,1 2 0 0,2-2 1 0,5-1-1 0,0-2 3 15,2-4 0-15,0 0 1 16,16 5-1-16,-3-6-2 0,6-2 2 0,6-6 2 0,5-2-4 16,0-2 4-16,1-3-4 0,0 0 8 15,-6-4-7-15,1 0 2 0,-2-2 3 0,-6 0-3 0,0 0-5 16,-5 1 5-16,-6 3-3 0,-3 1 0 16,-1 1 3-16,-5 3-4 0,-1 1-1 0,-5 2 3 15,-2 7-3-15,-7 1 4 0,-6 4-4 0,-8 7-3 0,-16 13 7 0,-3 4-4 16,-2 7-1-16,-25 15 1 15,26-11 0-15,-18 19-17 0,-1 1-12 0,22-18-20 0,0 4-33 16,-17 12-33-16,23-17-46 0,-2 1-50 16,1-1-116-16,3-6-356 0,2 0 157 0</inkml:trace>
  <inkml:trace contextRef="#ctx0" brushRef="#br0" timeOffset="12282.12">19268 15266 18 0,'-17'0'128'0,"12"1"-7"0,-2 3 2 0,7-4-10 16,-15 4-4-16,8-3-10 15,-2 4-5-15,0 1-10 0,2-2-9 0,2 3-9 0,3-3-2 0,2-4-8 16,-2 11 4-16,2-11 8 16,11 12 0-16,-1-8-5 0,1 0-3 0,3-2-3 0,0-3-3 15,14-2 0-15,-1-4 1 0,1-4-4 16,1-2-6-16,-1-2-2 0,-3 1-4 0,-2-3-3 0,-10 6 10 16,1-4 1-16,-4 4-5 15,-3-4 6-15,-2 3 1 0,-5-6-6 0,-4 6 0 0,-1-5-4 0,-4 3 1 16,-3 0-6-16,-2 0 5 0,-1 1-1 0,-3 2 4 0,-2 3-6 15,-1 1-2-15,-6 2-3 16,-2 2-5-16,2 2-2 0,-1 2 0 0,6 2 25 0,3-1-6 16,1 1-6-16,5 1-5 15,2-3-6-15,1 1-4 0,5-1-2 0,5-1 0 0,-11 3-2 0,6 0-2 16,5-3 0-16,0 0-1 16,-2 8 0-16,2-8-5 0,0 0 1 0,0 0-4 0,16 2 5 15,-16-2 0-15,11-2-1 0,-11 2 0 0,0 0 8 0,12-4 5 16,-12 4 4-16,0 0-1 0,3-8-3 15,-3 8-6-15,0 0 4 0,-11-16-3 0,3 8-5 0,-1 3 0 16,-3-2-1-16,0 3-8 0,-5-2 3 16,-2 3 0-16,1 2-1 0,0 2-2 0,3 1-2 0,-1 2-1 15,0 1-2-15,-1-1 0 0,0 5 0 16,8-3 1-16,-2-1-3 0,3 3 1 0,-1-2-3 0,7 1 2 16,-2 0-5-16,3 2 9 15,1-9-2-15,6 16 2 0,1-9-6 0,3-2 11 0,8 0-4 16,3-3 1-16,9-2-3 0,0 0 3 0,4-3-1 0,-1-3-1 15,-1-2 0-15,0-2 4 0,-2 0-3 16,2 0 2-16,-6 0 1 0,-7 1-2 0,-2 2 1 0,-3-2-3 16,-3 2 7-16,-2 0-6 0,-4-2 3 15,-1 0-1-15,-1 0-2 0,-1-3 0 0,-2 5 14 0,0-1-3 16,0 8-2-16,-2-11-5 16,2 11 4-16,-8-6-2 0,8 6-5 0,0 0-1 0,0 0 1 15,-23 19-5-15,14-6-5 0,3 5 5 0,-1 6 1 0,1 3-3 16,3 0 2-16,5 0-1 15,5 3 1-15,4-5 0 0,4 0 1 0,8-1 5 0,5-3-2 0,3-3 1 16,18-2 5-16,4 2-6 0,7-11 3 16,0-2 0-16,5-8 1 0,26-3 0 0,-30-5-2 0,-2 3 1 15,0-2-1-15,-2-6-1 16,-3-2 1-16,-5 1-1 0,-16 4 1 0,0 1-1 0,-9-4 4 16,-1 2-1-16,-1-2-1 0,-10 3-3 15,-3-4 4-15,-2 1-8 0,-3-2 9 0,-3-1-6 0,-1 2 2 0,-2 0-5 16,-5 0 2-16,0 5 3 15,-2 1-6-15,0 4-3 0,-5 3 8 0,-7 0-5 0,-7 8-2 16,0 5 0-16,-3 2 2 0,-1 5-2 0,6 3 2 0,-2 0 0 16,3 0 1-16,2 0-1 15,7 1-4-15,5-4 1 0,3-2 8 0,4 2-1 0,4-6 7 16,1 3-4-16,5-5 4 0,4 2 2 16,6-1-4-16,3-3 3 0,8-1-1 0,2-2 0 0,6-5-3 15,-1-2 1-15,2-4-2 0,-3 3 0 16,-5-4 2-16,-1 0 10 0,-9 2-5 0,-5 1 1 0,2-3-5 15,-7 1-1-15,-2-3 6 0,-2-1-10 0,-3-4 2 0,-2 0-4 16,-4 0 5-16,0-1-4 16,-5 4-10-16,-2 0 13 0,-4 3-3 0,-2 1-3 0,-4 4 1 0,-9 4 0 15,-2 4 4-15,0 6 0 16,-2 0-2-16,5 6 0 0,-4 0-6 0,6 2 1 0,1 1-2 16,2 0-8-16,7 0 11 0,4-5-1 15,5 4 1-15,5-2 4 0,2 2-1 0,3-7 4 0,4 2 2 16,4-3 0-16,6 2-4 0,13-2 3 0,3-5 0 0,4 1-4 15,-2-3 2-15,5-2-3 16,1-3 7-16,-5-2-4 0,-2 2-4 0,-3-3 7 0,-7 2 0 0,-3-2-1 16,-10 3-3-16,2-3 1 15,-4-1-4-15,-1-2 3 0,-6 0 2 16,-1-2 1-16,-5 1-7 0,-7-6-2 0,-5-2 0 0,-5 1-3 16,-4 2 0-16,-6 3 0 0,-4 1 1 0,-3 4-2 0,-10 0-1 15,-4 4 4-15,3 6 1 16,1 5 3-16,-1 1 3 0,13-1-3 0,1-1-3 0,5 1 1 0,6-1-2 15,6-1-2-15,9-4 4 0,-3 1-2 0,6 0-12 0,2-2 13 16,6-1 5-16,-10 7-2 16,10-7-3-16,0 5-2 0,0-5 3 0,15 6 2 0,-2-4 0 15,7-3 3-15,10-2-1 0,-2 2-4 16,1-4-1-16,-10 0 4 0,3 0 1 0,-6 1 2 0,3-1 0 16,-9 1 5-16,-3-2-3 0,-3 0 1 15,0-3 1-15,-5 0 8 0,-3-1-8 0,-5-2-1 0,-5 1-3 16,-4 2 6-16,-8-3-2 0,-4 3 2 0,-5 6-3 0,-2 1 0 15,0 6 1-15,-20 2-6 16,7 5-3-16,-1 1 4 0,15 0 1 0,0 1-7 0,7 0 4 16,-1 1-8-16,3-1 6 15,10-6 1-15,3 2-4 0,3 0-15 0,2-2-3 0,4 1-4 0,3-1-6 16,3 0 10-16,-1-7 0 0,9 7 1 16,4-5 0-16,-2-2 5 0,10-3 1 0,-1 1-2 15,1-2 8-15,7-4-4 0,-7 2 1 16,9-2 7-16,-15 1-1 0,-1 4 0 0,-2-4 6 0,-3 1 0 15,1 1 10-15,-4 2-4 0,-2-2-1 0,-4 5 4 0,0-9-5 16,0 9-3-16,-10-7-4 0,0 4-11 16,-8 2-10-16,-4 2-12 0,-9 5-19 0,-3 1-17 0,-3 5-29 15,-16 2-29-15,0 3-41 0,1-3-37 16,0 4-38-16,-3-3-172 0,-1 2-453 0,2-5 202 0</inkml:trace>
  <inkml:trace contextRef="#ctx0" brushRef="#br0" timeOffset="15162.93">15245 16183 95 0,'6'12'119'0,"5"0"12"0,2-4-15 16,8-4-1-16,7-7-11 16,2-4-6-16,4-5-15 0,13-15-3 0,3 0-8 0,-2-1-1 15,-3-1-9-15,-1-3 13 0,-5 0-16 16,-13 7 9-16,-2 0-7 0,-1 4-1 0,-6-3 8 0,-2 2 0 16,-7 3 5-16,-3 2-1 0,-1-2-1 15,-4 0-6-15,-3 3-5 0,-2-2-8 0,-1 2-3 0,-4 1 7 16,-2 0-5-16,-5 4-4 15,2 2-7-15,-3 3-4 0,-1 3 0 0,-3 2-9 0,2 3 0 16,-10 6-2-16,-1 6-2 0,1 0-3 0,2 6-1 0,0 0-3 16,-3 5-5-16,4-1 0 15,7 0 0-15,2-2 6 0,4 0-8 0,6-4-1 0,3-1 0 0,7-6-2 16,1 2 18-16,4-2 8 16,8 0 4-16,1-3 2 0,11 2 1 0,4-5-3 0,3-5-2 15,5-2-2-15,9-7-1 0,4-2-4 16,-14 2-2-16,-2-4-2 0,-1 0-4 0,-4 1 2 0,-3-1 0 15,-9 3-3-15,-2 0-1 0,-6 5 0 0,0-5 0 0,-4 4-1 16,-3-3-4-16,-3-2 0 16,-6 1-1-16,0 1 2 0,-3-1-1 0,-3 0-1 0,-7 1 3 15,-2 2-7-15,-6 1 0 0,-5 2-3 16,1 4 3-16,-2 4-4 0,-4 2-28 0,-1 6 1 0,-9 7 2 16,1 4-3-16,11-3 5 0,3 0 4 15,-1 1-3-15,5-1 5 0,2 0 2 0,7 0-1 0,0-2 0 16,8-3 2-16,5 0 2 15,3-2 1-15,4-2 10 0,4 0 8 0,3-3 0 0,7-1 2 16,4-3 8-16,12-1-4 0,5-9 1 0,14-6 0 0,0-2-3 16,0 0-1-16,-13 3 2 0,11-8-4 15,0-3-2-15,-16 8 0 0,-1-3 0 0,-3 2 2 0,-5 0-2 16,-7 3-4-16,0-1 5 16,-6-2-6-16,-1 5 6 0,-5-2-1 0,2-3 0 0,-3 3-6 0,-3 2 2 15,0 0-1-15,-1 10 1 16,0-13-1-16,0 13-1 0,0-12 1 0,0 12-5 0,0 0-6 15,0 0 1-15,0 0 2 0,0 0-2 0,0 0-1 0,0 0 1 16,18 32 3-16,-11-17 0 0,13 4 1 16,3-4 2-16,6-2 4 0,6-1 1 0,16-1 1 0,5-6 2 15,3-7-3-15,1-2 5 16,1-8 4-16,1 2-6 0,-1-5-2 0,0 0-2 0,-4 1 1 16,-9-1-5-16,-12 3 6 0,0-2-2 15,-11 3-1-15,-5 2 0 0,-3-1 7 0,-2 1-6 0,-5 0-1 16,-3-2 2-16,-4-1-4 0,-2-1 0 15,-5-4 2-15,-4 3-3 0,-5-8-6 0,-8 4-1 0,-2-1-3 16,-2 2 2-16,-6 3 3 0,-6 6-6 0,0 1 2 0,-13 3 3 16,-5 9-2-16,1 7 10 15,2 2-7-15,1 5 1 0,-5 5 3 0,6 0 2 0,2 2 0 16,18-6 2-16,-1 3-6 0,4-3 3 16,4-1 1-16,3-1-2 0,8-6 0 0,6-2 0 0,2-2 0 15,3 2-2-15,1-10 2 0,6 12 3 16,-6-12 0-16,22 1-2 0,-3-5 0 0,12-5 0 15,1-4 2-15,1-5-4 0,16-5 5 0,-15 5 0 0,-2-1-3 0,-3 0 2 16,0-1 1-16,-7 0-2 16,-3 0 3-16,-7 5 0 0,0-7-1 0,-6 3 0 0,-2 0-1 0,-3-6 7 15,-3 6-20-15,-3-6 3 16,-6 1-1-16,-3 2 0 0,-2-1-8 0,0 9 8 0,-3-7-2 16,-3 5 2-16,-2 1-1 15,-4 7 0-15,0 3 1 0,-3 3 0 0,-1 4 0 0,2 4 1 16,-5 3 2-16,-1 2 2 0,4 2-6 15,-2 4 2-15,2-3 5 0,5-1-3 0,0-1 3 0,9-4-3 16,7-2 8-16,2 0-4 0,2-2 0 0,1-1 3 0,6-3-1 16,0 0-2-16,0 0-1 0,0 0-3 15,-11-13-3-15,11 13 0 0,5-30-2 0,4 12 10 0,-3-10-7 16,4-2 4-16,-2 3 0 16,-2 2 1-16,-1-4 0 0,-2 4 0 0,0-5 0 0,-1 2 3 0,-3 1 0 15,3 0 0-15,-4-2 0 16,-1 3-2-16,-1-3-1 0,-1 1 0 0,-1 3 2 0,-2 0-7 15,2 8 6-15,-1 3 4 0,1 3 3 0,0-2-4 0,-2 6-4 16,0 0 3-16,-4 5-1 16,-2 3 0-16,-7 7-1 0,-4 1 2 0,-4 7-4 0,-4 4 1 0,-8 7-2 15,0 1 0-15,12-6 2 16,1-2 1-16,2-2 0 0,5-1 0 0,7-6-4 0,5-3 1 16,1-1-2-16,5-1 4 0,3-6 1 15,-2 9 8-15,2-9-3 0,0 0-3 0,0 0-1 0,36-12 2 16,-17 2 1-16,5-5 2 15,2-1-2-15,-2-3 3 0,-2 0-5 0,-6-5 3 0,0 4 0 16,-4-4 0-16,-1 0 2 0,-4 1-2 0,-3-1 0 0,-3-1-3 16,-2 1 3-16,-1-2-1 0,-5 1-3 15,-1 3 5-15,-4-2-4 0,-1 2 3 0,-2 0-3 0,1 10 0 16,-2-1-3-16,0 5 1 0,-3 3-4 16,-2 3 2-16,-7 8 1 0,-2 8-6 0,-12 14 7 15,0 10 3-15,0 5 0 0,-21 25 1 16,8-3-2-16,17-19-1 0,-2 3 2 0,6-4 5 0,5-2 2 15,2 0 0-15,13-12 2 0,3-4 1 16,6-8-5-16,4-3-2 0,2-4 2 0,7-2 2 0,2-2-3 16,7-3 0-16,2-3-1 0,10-6 1 0,3-7 0 0,3-5 2 15,11-6-1-15,-4-4 0 0,-12 5 0 16,1-1 0-16,-4-3 1 0,-1 1-3 0,-7-1 3 0,0-3-1 16,-9-1 0-16,2-3-3 15,-2 1 0-15,-6-4 0 0,-2-2-2 0,-3-10 0 0,0 15-1 16,-4-1 1-16,-4 1-9 0,-1 3 2 15,-2 6 5-15,4 5 3 0,-4 7-5 0,0 3 1 0,3 7-4 16,9 1 4-16,-38 16-3 0,9 7 2 0,-10 23 1 0,-14 22 1 16,1 8 0-16,5-1 2 15,4 3-1-15,3-1 0 0,17-23-1 0,6-2 4 0,5-1-3 16,5-16 3-16,7-1-3 0,5-1 0 16,3-4 5-16,5-4 8 0,3-9-5 0,9 1-3 0,0-3 3 15,6-8 2-15,2-6 0 0,7-6-3 16,11-4 0-16,0-5 0 0,-1-4-2 0,-3-3 0 0,-1-3 1 15,-13 7-2-15,-3-5-1 0,-2-3 1 16,-3-1 2-16,-2 2 0 0,-5-2-1 0,-2 0-1 0,-4-4-3 16,-3 1 3-16,-2 2-4 0,-4-1-3 0,-1 0-8 15,-4 1-2-15,-3 3-3 0,0 6 6 16,3 4 2-16,-2 2 4 0,-1 6-6 0,5 7 1 0,-10-4 3 16,10 4 0-16,-32 27-1 15,7 1-1-15,-11 18 0 0,-12 27 5 0,1 4-3 0,5 11 6 16,2-1-5-16,9-3 10 0,6 3 3 15,12-28 5-15,3 0-2 0,6-1 2 0,5-7-1 0,8-2 0 0,-1-14 0 16,5-1-3-16,7-4-1 0,4-1-1 0,3-4 2 0,0 0-5 16,5-4 3-16,1-6-3 15,2-2 2-15,-4-2 1 0,3-5-2 0,-1-4-2 0,-3-4-2 16,3-2 2-16,-4-5-2 16,-3-1 6-16,-2-4-9 0,2 1 4 0,-5-4-4 0,3-1 6 15,-11 4-4-15,4-8 2 0,-4-1-7 16,-1 0 1-16,-5-1-5 0,0-2 5 0,-4 1-4 0,-2-4-3 15,-2 0 0-15,-3 3 0 0,4 8 4 0,-4 0 5 0,4 6 6 0,-1 1 0 16,1 11-1-16,-3-13 0 16,3 13-10-16,-2-7 5 0,2 7-3 0,0 0 2 0,0 0-2 15,-17 18 1-15,12-6-1 0,1 4 2 16,-2-1-1-16,3 3 1 0,0-2-3 0,3-1-3 0,3-4-3 16,1 2 0-16,4 2-4 15,0-7 1-15,3 3 1 0,1-4 4 0,4-3-2 0,5 2 3 16,7-6-1-16,-7 0-1 15,8-6-2-15,0 3 6 0,-2-5-4 0,0 0 4 0,-8 1-2 16,-4 0 4-16,2 0 0 0,-7 0 2 0,-1 0 3 0,-3 0-4 0,1-2 0 16,-3-3 2-16,-4 0-1 15,0 1 1-15,-4-2 0 0,0 2 3 0,-3 0-4 0,-1 0 6 0,-3 3-2 16,2 0 0-16,-7 4-1 16,2 2-1-16,-4 4 0 0,0 5-2 0,0 5 0 0,-6 7 1 15,1 1-2-15,1 6 2 16,2 0 1-16,4-3-3 0,2 5 3 0,4-2-2 0,4-3-2 15,2-4 2-15,1 0 3 0,6-1 2 16,-1-3-3-16,2 0 1 0,3 1-1 0,0-6 9 0,2-1-9 16,4-4 4-16,1-3-3 0,5-2 1 0,2 0 4 0,7-5-3 0,-1-2-1 15,1-2-3-15,-3 2 1 16,-6-2 4-16,-3 1-3 0,0-1 2 0,-1 0-1 0,-2-2 0 16,-5 2 2-16,1-6-1 15,-1 0-2-15,-6 0 2 0,1-3-3 0,-4 1 1 0,-3 0 4 16,0-2-4-16,-2 4 0 0,-3 1 6 15,2 3-3-15,-2 3 4 0,-1 2-3 0,-2 1 0 0,1 2 4 16,11 3-5-16,-27 3-2 0,12 0 0 0,-2 3 0 0,5-1 0 16,-3 2-6-16,4-2-11 15,2 2-7-15,1-1-16 0,3 0-9 0,5-6-19 0,-4 12-32 16,4-12-34-16,0 0-28 0,17 11-38 16,-4-8-171-16,-13-3-400 0,33-6 178 0</inkml:trace>
  <inkml:trace contextRef="#ctx0" brushRef="#br0" timeOffset="15985.11">17178 14602 26 0,'-4'-9'165'0,"0"1"10"16,1 0-7-16,0 0-12 16,1 2-16-16,2 6 4 0,-7-11 3 0,6 4 3 0,1 7-8 15,-4-6-3-15,4 6-4 0,-4-7-20 0,4 7-9 0,0 0-7 16,-2-6-12-16,2 6-12 0,0 0-9 16,0 0-11-16,0 0-8 0,0 0-6 0,0 0-2 0,0 0-3 15,0 0 4-15,16 30 9 0,-2-7-4 16,-1 2-3-16,-1 1 1 0,2 1-4 0,-1 1 0 0,-2 2-1 15,4-2-1-15,-1 2-5 16,-2-1-6-16,2-2 33 0,0 1-8 0,-1-3-6 0,-1 0-3 16,0 0-3-16,1-2 0 0,-4-6-1 0,-2 1-8 0,1-3 2 15,1-1-2-15,0 1-6 0,-3-4-3 16,1-2 2-16,-1 1-4 0,-1-4 0 0,-2 0-2 0,1 0 2 16,-2-2-10-16,-2-4 1 0,7 7-6 15,-7-7 14-15,2 6-3 0,-2-6 2 0,3 5 9 0,-3-5 15 16,0 0 1-16,0 0-1 15,0 0-5-15,11-19-6 0,-6 7-5 0,2-7-2 0,0-5 1 16,3-4-3-16,1-1 1 0,2-3-11 0,-1 0-2 0,0-2 8 0,-2 0 2 16,5-12-10-16,-4 14-2 15,0 3-1-15,-1-3-1 0,-3 3 3 0,0-1-5 0,0 4 2 16,-3 2-10-16,0 4 10 0,-2 4-5 16,-1-1 3-16,2 5-9 0,0 2 0 0,-2 0-9 0,0 4-5 15,-1 6-10-15,0-12-14 16,4 8-9-16,-4 4-18 0,0-9-8 0,0 9-19 0,0 0-21 0,0 0-29 15,0 0-32-15,0 0-17 0,6-11-24 16,-6 11-27-16,0 0-153 0,0 0-433 0,0 0 192 16</inkml:trace>
  <inkml:trace contextRef="#ctx0" brushRef="#br0" timeOffset="16613.71">17136 15526 149 0,'-6'-2'183'0,"0"-2"-11"15,6 4-7-15,-9-5-9 0,9 5-10 16,-8-6-5-16,8 6-18 0,-7-2-8 0,7 2-15 0,0 0-2 16,0 0-12-16,0 0-12 0,19-13-3 0,2 7-6 0,9-2-3 15,9-2-7-15,21-1-2 0,1-3 2 16,3-1-1-16,27-8-4 0,-4 3-3 0,-25 5 1 0,27-4-3 16,-26 6-5-16,1 0-2 15,-1 2-6-15,-3-3-4 0,-5 7-2 0,-1 2-5 0,-16 2 0 0,2 0-2 16,-7 3-4-16,-3-1-19 15,-1 1-25-15,-9 3-34 0,-2-2-33 0,-3 6-31 0,-3-3-32 16,-3 0-16-16,-4 6-14 0,-4-2-97 16,-1-8-308-16,-10 20 136 0</inkml:trace>
  <inkml:trace contextRef="#ctx0" brushRef="#br0" timeOffset="17313.71">17256 15686 164 0,'-5'0'189'0,"5"0"-13"16,-10 3-5-16,10-3-13 0,-8 0-6 0,8 0-6 0,0 0-13 16,0 0-8-16,0 0-11 0,0 0-5 15,32-8-9-15,-13 0-7 0,12-2-9 0,2 0-10 0,0-3-6 16,3 2-7-16,-1-2-7 0,-2 2-5 15,-1 2-5-15,-2 2-2 0,-9 3-6 0,-1-1-8 0,-3 1-12 16,-4 1-22-16,-4 2-18 16,3-1-18-16,-12 2-27 0,13 0-1 0,-13 0-33 0,12 3-7 15,-12-3-9-15,7 6-1 0,-7-6-1 0,2 9 0 0,-2-9 2 16,0 0 8-16,-13 13 5 0,8-7 16 16,-3-1 2-16,-1 1 11 0,-1-2 9 0,1 1 11 0,-1 0 20 15,0-1 10-15,2-1 17 0,2-1 20 16,-1 1 14-16,7-3 17 0,-13 1 12 0,13-1 0 0,-7 4 18 15,7-4 3-15,-7 2 8 16,7-2-5-16,0 0-5 0,0 0-8 0,-7 3-8 0,7-3 17 16,-4 8 4-16,4-8 1 0,-3 11 1 0,2 0 1 0,1-1 2 15,-1 7 0-15,1 0 2 0,-3 8-9 16,1-6-2-16,0 7-4 0,0-2-8 0,0 2-6 0,1-5-4 16,-1 5-4-16,-1 0-6 0,0-7-2 15,0 7-2-15,1-8 1 0,1-2-8 0,-3-1-4 0,2 1 1 16,1 1-6-16,-1 1 2 15,0-7-7-15,0 1-1 0,0-1 2 0,1-2-3 0,-1-2 1 16,2-7-4-16,0 11 2 0,0-11-2 16,-1 11 2-16,1-11-2 0,-3 6 0 0,3-6 0 0,0 0-2 15,-6 6 1-15,6-6 0 0,-14-2-4 0,2 1 1 0,0-2-1 16,1 2-2-16,-1-3-2 16,-1 3 2-16,0-1-3 0,-1 1-1 0,4-3 3 0,0 3 4 15,-2-3-4-15,3 4 0 0,9 0-4 16,-11-2 3-16,4-3-3 0,7 5 0 0,0 0 0 0,-11-1-1 15,11 1-1-15,0 0 0 0,0 0-2 16,0 0 5-16,0 0-1 0,0 0 4 0,0 0-2 0,0 0 5 16,0 0 0-16,34 6-3 0,-15-9 1 0,2 0 0 0,1 1-2 15,-1-1-11-15,7-1-14 0,-7 0-21 16,7 1-24-16,-1-3-22 0,-5 3-17 0,-2-1-34 0,6-2-5 16,-5 4-28-16,7-3-10 15,-1-2-12-15,-5 2-101 0,-4-2-322 0,1 1 143 0</inkml:trace>
  <inkml:trace contextRef="#ctx0" brushRef="#br0" timeOffset="17633.75">17859 15957 19 0,'0'0'144'0,"-2"-7"2"16,2 7 8-16,-5-9 2 0,5 9 8 0,-3-6 1 0,3 6-5 0,-5-4-7 16,5 4-12-16,0 0-12 0,0 0-14 0,-2-7-15 15,2 7-8-15,0 0-14 0,0 0-8 16,0 0-9-16,0 0 0 0,0 0 15 0,0 0-4 0,-6 16-6 15,4-5-5-15,0 0-2 16,0 2-8-16,-2-3-5 0,0 5-3 0,2-4-4 0,-1 0-2 16,-1 0-6-16,2 0 0 0,-1 3-6 0,1-3-2 0,0 0-2 15,1-1-3-15,1 0 1 0,0-10-2 16,1 15-3-16,-1-9 2 0,3-2-2 0,0 2-1 0,0-1 3 16,5-1 13-16,0-3-3 0,2 5-2 15,4-5 0-15,3 1-4 0,0-2-2 0,1-2-10 0,1 1-10 16,2-2-12-16,-3-2-11 15,4 4-20-15,-2-3-29 0,-3-1-26 0,3 1-27 0,-2 1-31 16,0 2-11-16,-7-2-6 0,2 2-11 16,-4-1 1-16,-1 0-117 0,1 1-325 0,-9 1 145 15</inkml:trace>
  <inkml:trace contextRef="#ctx0" brushRef="#br0" timeOffset="18183.73">18203 16083 144 0,'0'0'143'0,"0"0"-9"0,0 0 5 15,0 0 2-15,0 0-4 0,0 13-18 16,0-13-9-16,-4 11-1 0,0-3-1 0,2 1-10 0,-2-3-9 16,0 3-13-16,0-4-5 0,4-5-9 0,-5 13 1 0,3-9-7 15,2-4 5-15,-3 8 2 16,3-8 6-16,-2 6 8 0,2-6 13 0,0 0 8 0,0 0 11 0,0 0 12 16,0 0 2-16,0 0-10 15,0 0-18-15,0 0-6 0,0 0-6 0,0 0-6 0,0 0-11 16,-12-21-9-16,12 21-4 0,0-19-5 15,1 8-7-15,-1 11-4 0,4-22-8 0,0 12-2 0,0-1-2 16,1 1-1-16,1 0-8 16,2 0-12-16,-2 0 3 0,2 3-1 0,0-1 1 0,-3 3-5 15,6 2 3-15,-11 3-6 0,15-7-1 0,-7 5 1 0,-8 2 0 16,14 4 1-16,-14-4-4 0,17 8-10 16,-8 0 14-16,-1 0 4 0,-3 0-5 0,0 4-1 0,2-2 1 15,-3 3 1-15,-1-4 0 0,1 1 1 16,-2-1 2-16,-2-9-3 0,4 14 3 0,-4-14-6 0,2 9 9 15,-2-9-3-15,0 0 1 16,1 12 2-16,-1-12-1 0,0 0 4 0,0 0 0 0,0 0 7 16,1 10 4-16,-1-10 2 0,0 0-5 0,0 0-8 0,0 0 1 15,0 0-5-15,0 0-4 0,6-32 0 16,-3 20-6-16,1 3-16 0,2-7 20 0,1 7-1 0,-1-2 0 16,2 0-2-16,-2 2 3 0,2 2 1 15,-1-1-4-15,0 0 2 0,-7 8-3 0,9-9-3 0,-9 9 0 16,10-4 2-16,-10 4 3 15,14 0-3-15,-14 0-2 0,0 0 2 0,19 7 3 0,-14-4-2 16,4 3 0-16,-6 4 4 0,2-1-5 16,-1 0-2-16,-3 1-4 0,2 0-5 0,-2 2-10 15,-1-1-16-15,0-1-7 0,0 3-22 0,0-13-17 0,-4 20-21 0,4-20-57 16,-1 15-40-16,1-15-30 16,1 12-179-16,-1-12-451 0,0 0 200 0</inkml:trace>
  <inkml:trace contextRef="#ctx0" brushRef="#br0" timeOffset="18363.72">18603 16041 79 0,'0'0'171'16,"0"-12"8"-16,0 12 2 0,0 0-1 0,-1-14-1 0,1 14-12 15,0 0-18-15,-3-11-14 16,3 11-17-16,0 0-14 0,0 0-8 0,0 0-1 0,0 0-3 16,0 0-4-16,0 0-9 0,0 0-8 15,0 0-7-15,-1 40-5 0,1-28-6 0,-1 1-2 0,1-1-8 16,-2 5 4-16,0 1-12 0,1-3-5 15,-1 2-21-15,-3-3-35 0,3-1-43 0,-2-2-41 0,1 2-66 16,-1-3-187-16,-6 3-392 16,1-4 174-16</inkml:trace>
  <inkml:trace contextRef="#ctx0" brushRef="#br0" timeOffset="18523.75">18539 15877 5 0,'0'0'203'0,"0"-14"-20"0,0 14-15 0,1-10-31 0,-1 10-18 16,0 0-21-16,0 0-16 0,0 0-25 0,0 0-34 0,0 0-40 15,0 0-33-15,0 0-35 0,-3 42-70 16,-1-24-165-16,4-6 73 0</inkml:trace>
  <inkml:trace contextRef="#ctx0" brushRef="#br0" timeOffset="18803.77">18690 16086 154 0,'0'0'166'0,"9"7"-2"16,-9-7-7-16,0 0-4 0,0 0-1 0,5 5-1 0,-5-5 0 15,0 0 4-15,0 0 7 0,0 0 6 0,0 0 1 0,0 0 5 0,0 0-1 16,0 0-20-16,0 0-13 16,0 0-20-16,15-19-10 0,-11 11-8 0,4 0-3 0,0-1-3 15,-1-1-10-15,1 3-5 0,0-2-13 16,2 2-5-16,-5-2-1 0,3 3-6 0,-1 2-6 0,-7 4-9 15,13-8-2-15,-13 8-5 16,12-4-3-16,-12 4-6 0,11 0-2 0,-11 0 3 0,13 9-9 16,-7-5 0-16,-1 5-5 0,-1 1-6 0,-2 3-3 0,0 3-9 15,-4-1-19-15,-1 2-18 0,-1-4-34 16,-2 4-19-16,-2-1-39 0,-2-1-54 0,0 0-66 0,-1-2-243 16,0-5-538-16,-1-2 238 0</inkml:trace>
  <inkml:trace contextRef="#ctx0" brushRef="#br0" timeOffset="18983.84">18482 15854 208 0,'0'0'227'0,"-3"-7"-23"0,3 7-21 0,0 0-20 0,-1-9-16 15,1 9-21-15,0 0-27 0,0 0-46 16,0 0-53-16,18 3-54 0,-18-3-172 0,0 0-246 0,27 0 109 16</inkml:trace>
  <inkml:trace contextRef="#ctx0" brushRef="#br0" timeOffset="22533.9">25958 8457 77 0,'-4'-5'200'0,"4"5"-14"15,-8-10-8-15,8 10-11 0,-6-4-21 0,6 4-16 0,-5-5-9 16,5 5-14-16,0 0-14 0,0 0-11 16,0 0-1-16,0 0-5 0,-4 21-3 0,4-6-11 0,0 2-2 15,0 11-7-15,-4 0-6 0,4 3-4 0,0 0-3 0,0 4 0 16,-5-3-8-16,3 1 0 16,0 2 4-16,-1-1-3 0,0-4 0 0,2-1-2 0,-2 0-7 0,3-4 1 15,-4-5-7-15,4 0 2 16,0-1 4-16,2-1-8 0,-4 0-2 0,2-2 0 0,0-4-3 15,-2 0 1-15,2 0-6 0,0 0 2 16,-3 1 4-16,6-2-8 0,-3-1-10 0,-3 1-8 0,3-2-21 16,0-1-18-16,0-8-12 0,-1 16-39 0,0-10-26 0,1-6-26 15,0 13-162-15,0-13-344 0,0 8 153 16</inkml:trace>
  <inkml:trace contextRef="#ctx0" brushRef="#br0" timeOffset="22933.91">25952 8571 35 0,'8'-16'129'0,"-1"-2"-11"16,7 2-4-16,-3 1-6 0,7-4-7 0,2 3-3 0,0 4 2 15,-2 4-3-15,9-2-7 0,-7 5-15 16,-1 1 3-16,2 4-17 0,-5 6-4 0,2-2-10 0,-8 4-4 15,1 1 6-15,-1 3-8 16,-4 0 12-16,-2 4-11 0,-4 2 0 0,-2 1-5 0,-6 3-2 16,4-2 1-16,-11 5-4 0,1-5-5 0,-2 3-6 0,0-2-5 0,-3-2 6 15,1 0-4-15,-3-1 3 16,5-5-3-16,0-2-6 0,1-1 4 0,-3-2-4 0,7-2 4 16,0-1-1-16,-1 0-4 0,1-2 2 15,0 1-6-15,6-2 1 0,-3-1-1 0,8-1 5 0,-9 4-3 16,9-4-6-16,-10 2 5 0,10-2-6 15,-6 2-4-15,6-2 2 0,0 0 5 0,0 0-9 0,-3 7 4 16,3-7-1-16,0 0 1 16,5 13 2-16,-1-4 0 0,2-1 1 0,0 4-2 0,0 3-5 0,3 0 4 15,1 0 10-15,-1 2-12 0,1-1 4 0,2 7-10 0,-1-7-14 16,-2 2-24-16,5 3-34 16,-1 1-36-16,-1-5-48 0,-2-1-101 0,1-1-287 0,1-1 127 15</inkml:trace>
  <inkml:trace contextRef="#ctx0" brushRef="#br0" timeOffset="23293.9">26555 8899 91 0,'-2'-8'213'15,"2"8"-14"-15,-7-10-13 0,3 4-14 0,-5 4-11 0,-5 1-6 0,3 2-13 16,-7 4-14-16,1 1-13 15,0 2-11-15,2 1-9 0,-3 1-12 0,5 2-8 0,-1 0-8 16,3 0-3-16,-1 2-11 0,8-2 3 16,-1 0-12-16,3-1-1 0,0 0-2 0,4 1-6 0,0 2-4 15,5 2-5-15,3-2 2 0,3-3-3 0,0 3-5 0,3-3 1 16,7 2-5-16,-6-1-2 0,6 1-3 16,-3-2 3-16,-4-1-6 0,0-1 4 0,-1-1-5 15,-6 0 2-15,0-2-3 0,-2-1 2 16,-1 1-4-16,-1-2 2 0,-3 1-1 0,1 0 3 0,-3-5 4 0,0 0 0 15,-10 15 4-15,4-7 1 16,-3-3 2-16,-1 0 5 0,-3 3-8 0,-5-2 3 0,3-2-1 16,-1 2-2-16,0 0-2 0,0-3-2 0,1 2-2 0,1-3-12 0,1 1-10 15,2 1-19-15,-1-2-21 16,1-1-33-16,3-1-39 0,8 0-39 0,-14 0-227 0,14 0-422 16,-9-5 187-16</inkml:trace>
  <inkml:trace contextRef="#ctx0" brushRef="#br0" timeOffset="23464.33">26896 8927 7 0,'15'-5'197'0,"0"-3"-19"0,-1 3-19 0,3-1-12 0,-5 3-16 16,7-4-16-16,0 4-13 0,1-1-12 0,0 2-28 0,0 1-20 15,-2 1-47-15,2 2-49 16,-3 2-51-16,-2-2-73 0,-1 1-192 0,-5 3 84 0</inkml:trace>
  <inkml:trace contextRef="#ctx0" brushRef="#br0" timeOffset="23614.26">27063 9050 146 0,'-4'2'203'16,"4"-2"-14"-16,0 0 0 15,-7 2-2-15,7-2-9 0,0 0-19 0,0 0-16 0,0 0-17 16,0 0-6-16,0 0-15 0,0 0-10 15,0 0-20-15,28 5-40 0,-15-4-45 0,6-2-55 0,8 1-40 16,-4-2-53-16,0-1-111 0,2 1-292 16,3-1 130-16</inkml:trace>
  <inkml:trace contextRef="#ctx0" brushRef="#br0" timeOffset="23984.21">28050 8451 33 0,'15'-9'195'0,"1"2"-15"16,3 4 0-16,-1-5-8 0,-6 7-14 15,8-1-7-15,-1 2-15 0,-7 2-18 0,5 4-10 0,0 0-10 16,-1 2-13-16,-2 3-4 0,3 2-11 0,-4-1-5 0,-3 2-4 16,0 2-8-16,-3-3-5 15,-4 3-3-15,0 0-6 0,-2 1-1 0,-5 2-8 0,1-3 3 0,-5 1-5 16,-6 6-3-16,4-5-5 15,-3-2 0-15,-1-1-1 0,2 1-2 0,-8 2-1 0,7-2-4 16,-2-3-2-16,-1 0 2 0,-1-2-1 16,4 2-3-16,-1 1-1 0,5-5-1 0,-4 4-1 0,1 1-5 15,2-1 4-15,0 4 0 0,-1 5-1 0,0-4 0 0,4 0 0 16,-2 7 0-16,4-1-3 0,-1 1 2 16,2 1-4-16,1-5 6 0,1-3-2 0,-1 9 0 0,3-3 0 15,0 1 2-15,3 0-4 0,-3 1 7 16,2-2-5-16,-1 0-4 0,1 2-28 0,0-2-35 0,0 3-36 15,1 0-43-15,1 3-32 16,0 1-144-16,3 0-347 0,0 1 154 0</inkml:trace>
  <inkml:trace contextRef="#ctx0" brushRef="#br0" timeOffset="24124.21">28231 10026 30 0,'0'0'230'0,"3"6"-22"0,-3-6-4 16,0 0-10-16,2 5-19 15,-2-5-21-15,0 0-14 0,0 0-16 0,0 0-12 0,0 0-29 16,0 0-45-16,-12-18-66 16,12 18-87-16,-9-9-144 0,9 9-279 0,-13-11 124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8T04:59:26.4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8930 5083 1704 0</inkml:trace>
  <inkml:trace contextRef="#ctx0" brushRef="#br0" timeOffset="40118.44">21753 4225 25 0,'-6'2'34'0,"6"-2"1"16,-14 1-3-16,6 1 2 0,8-2-4 0,-14 2 2 16,8 0 0-16,-3 0 4 0,9-2 2 0,-13 1-2 15,7 0 3-15,6-1-2 0,-14 3-4 16,9-2-6-16,5-1 2 0,-11 1-9 0,11-1 11 16,-7 3-2-16,7-3 2 0,0 0-2 0,-10 0-1 15,10 0 1-15,0 0-9 0,0 0-1 0,0 0 6 16,0 0-8-16,0 0 6 0,0 0-4 0,0 0 5 15,0 0 9-15,40-3 0 0,-22 3 5 0,3-1 4 0,-1-3 9 16,6 0-10-16,3 0-4 0,-2 1 3 16,-4 1-5-16,6-2 13 0,1 2-12 0,0-2 2 15,1 2-5-15,-2-3 1 0,2 2-5 0,1 0 1 16,-1 2 2-16,2-2-1 0,-1 1-2 0,1-1-1 16,0 2 4-16,-1 0-4 0,3-1-1 0,-2 1-5 15,3 0 1-15,-2-1 7 0,-1 2-6 0,2-1-3 16,-3 0-1-16,1 0 1 0,0 0-5 0,-1-1 1 0,-1-3 0 15,-2 5 1-15,0-2-9 0,-3 2 6 16,4-1 2-16,-2-3 3 0,0 2-4 0,1 0 3 16,-3-1-4-16,2 2 5 0,0-3-7 0,6 2 4 15,-5-1 1-15,0 0-3 0,2 1 0 0,-3-1-3 16,0 2-2-16,0-2-3 0,0 1 5 0,2 0-4 0,-2-1-2 16,-8 1-1-16,3 1 2 0,-1 0-1 0,6-2-1 15,-9 4-3-15,2-2-1 0,-2 1 1 16,-2-1 3-16,-2 1 0 0,0 1-4 0,-1-2 6 15,-1 1-8-15,-1 0 4 0,3 0-1 0,2-2 2 16,-5 4-2-16,-1-2 1 0,1-2-1 0,5 4-2 16,-4-2 2-16,-2-2 1 0,2 5 0 0,0-4-1 15,-3 1 1-15,3-2-1 0,-3 1-1 0,3 1 2 16,-4-1 1-16,0 1 5 0,1 0 4 0,-10 0 8 16,15 0-7-16,-7-2-4 0,-8 2 1 0,13 0 0 15,-13 0 1-15,10 0 6 0,-10 0 2 0,0 0 1 16,0 0 0-16,10-2 2 0,-10 2 0 0,0 0-4 15,0 0 0-15,0 0-5 0,7 2 0 0,-7-2 0 16,0 0-1-16,0 0-1 0,0 0-3 0,0 0-2 16,0 0 0-16,0 0-3 0,0 0 0 0,0 0-1 15,0 0-1-15,0 0-2 0,0 0-8 0,0 0-18 16,0 0-21-16,0 0-36 0,0 0-31 0,0 0-23 16,0 0-22-16,0 0-42 0,0 0-107 0,0 0-334 15,0 0 147-15</inkml:trace>
  <inkml:trace contextRef="#ctx0" brushRef="#br0" timeOffset="43024.8">21729 4251 101 0,'1'-8'97'0,"-1"8"-6"0,3-13 6 0,-2 3 0 15,2 4-15-15,-3 6 6 0,1-11 0 0,-1 11-6 16,0-8 1-16,0 8 4 0,0 0-9 0,0-11-6 15,0 11-12-15,3-5-9 0,-3 5-5 0,0 0-8 16,0 0-2-16,0 0-8 0,0 0-6 0,0 0-3 16,0 0-7-16,0 0-1 0,6 19-3 0,-3-3 7 15,-1 2-5-15,1 6 11 0,2 5-10 0,-5 1-2 16,0 1-5-16,1-1 3 0,-1 4-1 0,1 2-1 16,-1 16 4-16,2-4-1 0,-4 2 2 0,4-1 8 15,-2-1-6-15,-2 1-7 0,0-2 6 0,-1 5 2 16,1-4-4-16,-1 2 3 0,1-4-6 0,-2 0 6 15,0-12-4-15,1 2 6 0,1-3-5 0,-1-3 8 16,2 3-8-16,0-2 1 0,-1-2 3 0,0-3-1 16,-3-5 0-16,1 4 1 0,1-7-2 0,3-1-2 15,-1-4-3-15,0 2 6 0,0-4-4 0,1 1-3 16,0-2 6-16,-2-1-4 0,2-2 1 0,0-7 1 16,0 12-2-16,0-12-1 0,-1 11 1 0,1-11-2 15,-1 9 5-15,1-9-15 0,0 0-29 0,0 0-40 16,0 13-30-16,0-13-36 0,-2 7-122 0,2-7-283 15,0 0 126-15</inkml:trace>
  <inkml:trace contextRef="#ctx0" brushRef="#br0" timeOffset="43534.16">20942 5764 92 0,'-12'-3'115'0,"1"-2"-4"0,3 0 10 15,0 1 3-15,2 1-1 0,6 3-3 0,-10-5-11 16,10 5-25-16,-8-3-4 0,8 3-16 0,0 0-8 0,0 0-2 16,0 0-4-16,27-9-11 0,1 4 4 15,8 0-4-15,24-4-2 0,29-6 9 0,6 5-2 16,0-3 7-16,1 3-7 0,1-2 0 0,0 0-1 15,-4 1-3-15,-28 5-4 0,36-8 2 0,-10 5-2 16,-29 4-4-16,2-1-5 0,3-1 9 0,-4 3-7 0,-1-1 5 16,-3 2-14-16,-2-2 8 0,-7 1-7 0,-14 1 3 15,0 1-2-15,-4-3-3 0,-3 4-3 16,-7 1-3-16,-3-1-4 0,-7 1-2 0,-4 0 0 16,3 0 1-16,-11 0-6 0,11 0 3 0,-11 0-3 15,9 1-5-15,-9-1 3 0,5 5 0 0,-5-5-18 0,-2 9-15 16,-3 1-37-16,-7 3-32 0,-1 2-36 15,-8 5-31-15,-9 0-117 0,0 1-308 0,-14 2 136 16</inkml:trace>
  <inkml:trace contextRef="#ctx0" brushRef="#br0" timeOffset="44048.54">21536 6110 15 0,'-4'-4'126'0,"4"4"-16"0,-7-6-6 0,7 6-5 16,-12-3-11-16,6-1 0 0,6 4-9 0,-10-4 3 0,10 4-6 15,-10-2 2-15,10 2 1 0,-8-2 1 0,8 2-11 16,0 0-1-16,-5-5-10 0,5 5-8 0,0 0-6 16,0 0 0-16,0 0-9 0,0 0-1 0,21-5-2 15,1 2 1-15,6-1-2 0,6-1-1 0,2 1 4 16,0-2 5-16,1 0-10 0,0 2-8 0,0 0-5 16,-5 2 4-16,-1-1-4 0,-10 0-5 0,-1 3-1 15,0-2 1-15,-2 0-5 0,3 0 7 0,-2 4-5 16,-1-4-2-16,-4 2-8 0,-1 0-13 15,-1 0-24-15,2 2-31 0,-1-1-23 0,0 0-27 0,-2 2-31 16,-2 1-80-16,-1-2-250 0,-3 2 112 0</inkml:trace>
  <inkml:trace contextRef="#ctx0" brushRef="#br0" timeOffset="45040.05">21610 6134 3 0,'0'0'146'0,"0"0"-8"16,3-6-8-16,-3 6-18 0,0 0-8 0,0 0-9 16,2-7-11-16,-2 7-7 0,0 0-13 0,0 0-6 15,3-5-5-15,-3 5-4 0,0 0-4 0,0 0-13 16,0 0-6-16,0 0-1 0,0 0-1 0,0 0-2 16,0 0-2-16,0 0-5 0,0 0 0 0,9 19 2 15,-8-12 3-15,2 1-10 0,-2 1 11 0,0 4-4 16,2-3 4-16,-1 5-6 0,0 1 5 0,-1 2-6 15,0-1 0-15,-1 2 8 0,1 6-1 0,-2 1 5 16,4-2 3-16,-3 1-1 0,2 1 9 0,1 2 3 16,-1 1-1-16,1 0-4 0,1 1-2 0,-2-1-4 15,5 2 0-15,-3-1-9 0,-1-1 3 0,3 4 2 0,-1 1 4 16,-1-4-5-16,-2 2 2 0,2 4 1 16,2-1-4-16,-1 0-2 0,-3 11-2 0,-1-13 3 15,0 0-4-15,-2 3 2 0,2-6-1 0,-2 0-2 16,0 2 1-16,1-4 6 0,-4 1-7 0,2-2 1 15,1 1 0-15,-1-1 1 0,-2-1 1 0,4-1-2 16,-3-4 0-16,2-2-3 0,0 0 0 0,0 2-1 16,-1-3 2-16,1 0-4 0,-2-2-2 0,3 1 3 15,0-2-1-15,-1 1-6 0,1-3 0 0,-1-3 1 16,2 1 0-16,-1 0 3 0,1-2-4 0,1 0-4 0,-1-1 4 16,3 1 2-16,-5-2-1 0,1-7-4 15,2 12 0-15,-1-6 1 0,1-1-2 0,-2-5 1 16,5 10 3-16,-5-10-3 0,3 7 0 0,-3-7 2 15,3 6-3-15,-3-6 2 0,1 6-1 0,-1-6 1 0,0 0-2 16,3 6-3-16,-3-6 3 0,0 0-1 0,0 0-1 16,3 7 0-16,-3-7 2 0,0 0 0 15,0 0-3-15,3 7 1 0,-3-7 0 0,0 0-1 16,6 3 10-16,-6-3-9 0,3 3 5 0,-3-3-1 16,8 4-1-16,-8-4 2 0,8 4-4 0,-3-3 2 0,-5-1-1 15,14 3 0-15,-7-2-1 0,4 2 0 16,1-1 1-16,1-1-1 0,0-1 2 0,7 0 2 15,2 2-1-15,6-1 0 0,3-1-2 0,2-3 3 16,3 3-2-16,0 0 1 0,2-1 2 0,2-2-5 16,-1 1 3-16,15-2-1 0,-1 4 0 0,0-1 2 0,1 0-1 15,2 0 0-15,-1-5-1 0,1 4 1 0,0 1 1 16,-1 1 2-16,5 0-3 0,-2-2 0 0,7 0 1 16,-2 2 2-16,1-6 0 0,29 6 2 15,-30-1-1-15,29-5 2 0,-27 4-2 0,26-1 2 0,-1 1-2 16,-27 1 0-16,31 0 4 0,2-1 0 0,0 2 1 15,1 2 0-15,2-5 0 0,-1 3 4 0,3 1-2 16,-2 2 2-16,1-4 0 0,-4 2 1 16,4-2 0-16,-4-2-5 0,2 3-2 0,-3 0 2 15,2-5-8-15,-4 7 4 0,4-2-2 0,-1-4-1 0,-8 5 5 16,-21-4-2-16,26 1-5 0,2 0 0 0,-29 1-2 16,-1 0 4-16,25 0-3 0,-30-2 0 0,1 3-11 15,-3-4-4-15,-1 3-5 0,-6 0-4 0,-15-4-17 16,1 2-19-16,0 0-15 0,-1-2-32 0,-9 1-26 15,0-2-22-15,-11-1-40 0,2 1-187 0,-10-1-412 16,-3-1 183-16</inkml:trace>
  <inkml:trace contextRef="#ctx0" brushRef="#br0" timeOffset="45714.48">19923 5238 21 0,'0'0'138'0,"0"0"-12"0,0 0-4 16,0 0-15-16,0 0-1 0,0 0-8 0,0 0 2 15,0 0-22-15,0 0 0 0,0 0 3 0,26-6-2 16,-8 3 0-16,5 2-6 0,5-3 5 0,3 1-18 15,0 2-5-15,0-5-5 0,-1 3-2 0,0 0-6 16,-3-1-9-16,-5 2-1 0,-3 1-2 0,1 1-2 16,0-2-13-16,-3 2-27 0,1 0-28 0,-5-2-22 15,0 2-25-15,0 0-20 0,-4 2-27 0,-2-2-86 16,-7 0-237-16,13 2 105 0</inkml:trace>
  <inkml:trace contextRef="#ctx0" brushRef="#br0" timeOffset="45934.09">20114 5018 76 0,'0'0'90'0,"0"0"-16"0,0 0-8 0,-3 15-1 15,3-15-3-15,3 20-10 0,-2-7 7 0,0 3-9 16,1 3 0-16,-1 1-7 0,3 5-8 0,-2 4 1 15,1 0 8-15,-3 1-10 0,-3 2-3 0,7 4-7 16,-4 10-32-16,-1-11-29 0,-3 0-35 0,-1 15-57 16,-4-3-140-16,2-13 62 0</inkml:trace>
  <inkml:trace contextRef="#ctx0" brushRef="#br0" timeOffset="46260.98">19994 6878 130 0,'-8'1'194'16,"8"-1"-7"-16,0 0-14 0,-9-2-9 0,9 2-7 15,0 0-24-15,0 0-13 0,0 0-17 0,0 0-9 16,0 0-6-16,0 0-10 0,0 0-7 0,33-1-6 16,-3-3-7-16,3 0-15 0,4-1-18 0,14-4-27 15,-1 1-35-15,-9 2-42 0,-4 1-38 0,-1-1-158 0,-6 1-298 16,0 1 133-16</inkml:trace>
  <inkml:trace contextRef="#ctx0" brushRef="#br0" timeOffset="46681.05">19025 5896 13 0,'2'-5'191'0,"2"-1"-10"0,-1 0-14 0,-3 6-14 16,4-6-16-16,-4 6-19 0,0 0-14 0,4-6-12 15,-4 6-16-15,0 0-9 0,0 0-1 0,0 0-17 16,0 25 10-16,-3-13-4 0,2 7-1 0,-3 5-1 16,1 2-6-16,-1 2-3 0,2-2-2 0,0 2-3 15,0 2-5-15,-3-1-2 0,2-2-1 0,0 2-4 16,1 0-3-16,1 0 0 0,0-2-8 0,1 1-6 15,0-3-30-15,1 1-33 0,0-7-39 0,1 0-30 16,-1 0-31-16,0-2-109 0,-1-6-282 0,1 2 125 16</inkml:trace>
  <inkml:trace contextRef="#ctx0" brushRef="#br0" timeOffset="47042.21">19599 5921 138 0,'0'0'177'0,"0"0"-21"0,0 0-14 16,-11-9-12-16,11 9-24 0,-19 6-3 0,5 4-7 15,-11 8-11-15,2 3 3 0,-2 7-4 0,-2-2-4 16,-2 13-7-16,2 0-8 0,10-13-6 0,2 5-7 16,6-6-6-16,1 1-5 0,2-1-5 0,3-6 2 15,3 0-5-15,2 0 1 0,2 2-2 0,0-6-6 16,3 1-1-16,4-4-2 0,-2-2 3 0,6 1-2 15,2-3 2-15,2-5 4 0,2-1-1 0,0-2 4 16,1-1-1-16,4-6-1 0,-8 3 14 0,-1-3 4 16,-3-1-3-16,-1 2 2 0,0-4 0 0,-3 2 6 15,-3-3-9-15,-1 4 6 0,-1-10-15 0,-3 5-2 16,0 1-1-16,-5 0-5 0,0 1-8 0,-2-1-2 16,1 3-2-16,-2 1-2 0,-3-1-3 0,0 3-4 15,-2 1-2-15,-3 2-3 0,-3 3-6 0,-2 1-9 16,1 4-20-16,1 1-28 0,0 1-27 0,0 2-27 15,2-1-25-15,2 3-38 0,-1 2-27 0,0-2-124 16,2 1-357-16,5-4 159 0</inkml:trace>
  <inkml:trace contextRef="#ctx0" brushRef="#br0" timeOffset="47426.08">19779 6045 191 0,'3'-6'231'16,"0"1"-12"-16,-3 5-7 0,7-9-22 0,-7 9-17 15,2-6-20-15,-2 6-27 0,0 0-12 0,8-5-11 16,-8 5-11-16,0 0-10 0,14 10-9 0,-4-3-5 16,4 4-6-16,-2 3-6 0,3 0-7 0,3 5 0 15,-5-4-6-15,3 9-3 0,0-5-6 0,-4-3 1 16,0-2-5-16,-2 2-3 0,2-2-6 0,-2-2 3 15,-2 0-4-15,4-2 0 0,-4-1-1 0,1 1 4 16,-3-3-10-16,3 2 1 0,-4-2-3 0,-1-1 4 16,1-2-6-16,-1 0 0 0,-4-4 8 0,7 6 24 15,-4-3 30-15,-3-3 30 0,0 0 20 0,0 0-13 16,0 0-7-16,13-17-12 0,-9 4-10 0,1-6-7 16,5-6-8-16,-2-3-7 0,0-4-7 0,1-3-8 15,5-13-2-15,-1 5 1 0,4-2-12 0,-9 11-13 16,0-1-3-16,2 5-19 0,-1 1-14 0,-1 5-18 15,-5 8-39-15,1 4-43 0,-1 2-62 0,-3 4-74 16,0 6-33-16,0 0-180 0,0 0-509 0,-36 18 225 16</inkml:trace>
  <inkml:trace contextRef="#ctx0" brushRef="#br0" timeOffset="52342.92">23659 4096 2 0,'-5'6'14'0,"5"-6"1"0,-5 7 0 15,1-4-1-15,4-3-2 0,-7 9-7 0,4-5 6 16,3-4-1-16,-7 8-3 0,3-3 0 0,2 0-5 16,2-5 1-16,-5 7-3 0,5-7 4 0,-3 9-2 15,3-9 1-15,-4 6 2 0,4-6-2 0,-2 7-3 16,2-7 10-16,-5 6 0 0,5-6 1 0,-3 6-1 16,3-6 9-16,0 0-2 0,0 0 4 0,0 0-3 15,0 8-1-15,0-8 3 0,0 0-1 0,0 0 8 16,-2 8-3-16,2-8 4 0,0 0 1 0,0 0 13 15,0 0 0-15,0 0 11 0,0 0 1 0,0 0 6 16,0 0 1-16,0 0 2 0,0 0 4 0,0 0 1 16,0 0-5-16,0 0 1 0,0 0 0 0,0 0-5 15,0 0 13-15,0 0-12 0,0 0-11 16,0 0 16-16,0 0-10 0,0 0 2 0,0 0-8 0,0 0-5 16,15-22-3-16,-13 14-4 0,1 1-8 0,1-4 8 15,0 0-4-15,2-3-2 0,0-3-6 0,-1 2-3 16,3-2-5-16,0-1 3 0,0 1 2 0,0-1-2 15,-1 3-11-15,-1 0 2 0,1 0 0 0,3 0 1 16,-5 3-3-16,0 0 3 0,0 1-3 16,0 0 3-16,0 1-2 0,-1 4 3 0,0 1 0 0,-4 5 1 15,5-11-6-15,-1 8 0 0,-4 3-4 0,4-6-3 16,-4 6-1-16,0 0-2 0,5-4-2 0,-5 4 1 16,0 0 0-16,0 0 0 0,15 11 3 0,-8-7-3 15,-1 5 0-15,-1 0 1 0,4 1 1 0,-2 0-1 16,-1-1-1-16,4 2 4 0,-2 2-5 0,-2-4 3 15,3 5 4-15,-2-2-5 0,0-3 5 0,0 3 0 16,2 2-1-16,-3-3 1 0,0-1-3 0,1 2-1 16,-1-1 0-16,-1-2 2 0,2 0-1 0,-1 0 1 15,-2-3 8-15,2 1 20 0,-1-2-3 0,-1 0-2 16,0 2-4-16,0-4-1 0,-4-3 1 0,7 6 0 16,-7-6 2-16,7 5 8 0,-7-5 8 0,4 2 7 15,-4-2-1-15,0 0-2 0,0 0-3 0,15-13-5 16,-10 6-4-16,4-3-1 0,-2 2-4 0,0-3-2 15,2 1-5-15,1-4-4 0,1-1 3 0,-1 3-4 16,-4 2-3-16,3 0 0 0,3-3-2 0,-5 3 0 16,1 2-1-16,-1 0-4 0,0 2 3 15,-1 1-6-15,-2 1-2 0,1-1 1 0,1 2 0 16,-6 3-4-16,11-2 2 0,-11 2 0 0,13 2-3 16,-8-1 0-16,5 3 2 0,-1 3-2 0,0-2 1 0,0 4 3 15,0-2-2-15,-1 2 0 0,1 0 0 0,-2-1 3 16,2 1-1-16,-2-1 2 0,-1-2-2 0,-1 0 2 15,1 0-1-15,2 1 2 0,-3-3 3 0,0 0-1 16,1 0-3-16,-3-1 6 0,-3-3 0 0,9 4-2 16,-9-4 6-16,8 3 5 0,-8-3 3 15,9 0 2-15,-9 0 0 0,13-5 8 0,-8 1 0 16,1 0-5-16,3-2-3 0,1 1-1 0,-1-4-1 0,0 0-1 16,1 0-2-16,1-1-3 0,2-2 1 0,-6 3-1 15,2 0-5-15,-3-3 1 0,3 4-3 0,-1-1 1 16,-3 0 0-16,2 1-2 0,-2 4 0 15,-1 0-5-15,-4 4 2 0,7-6-4 0,-7 6-1 16,0 0-5-16,5-4-1 0,-5 4 0 0,0 0 4 16,0 0-3-16,13 13 4 0,-9-8-2 0,1 4 1 0,-1 0 1 15,2 2 0-15,-2 0 0 0,0 0 0 16,-2 0-1-16,2 0 4 0,1 0 0 0,-1 0 0 16,1-2 0-16,0 0 3 0,-3-3-3 0,2 0 3 0,-2-1 1 15,-2-5 3-15,1 7 0 0,-1-7 2 16,3 7 1-16,-3-7 0 0,5 3 1 0,-5-3 4 15,0 0-4-15,0 0 4 0,0 0-3 0,17-10-2 16,-13 5 4-16,2-3-4 0,-2-1 1 0,2 0-1 0,2-1-2 16,-3 2-1-16,3-1-2 0,-1-1-2 0,-2 0 3 15,0 2-2-15,1 3 2 0,-3-1-1 16,-3 6-4-16,8-9 2 0,-7 5-5 0,-1 4 2 16,3-6-3-16,-3 6-3 0,5-6-4 0,-5 6 0 15,0 0 0-15,0 0 5 0,0 0-1 0,10 13 1 16,-4-9 5-16,-1 5-5 0,0 0-2 0,0-4 3 15,1 4 2-15,0-1 2 0,0 2-1 0,1-3-1 0,0 2-1 16,0-1 5-16,1-1-4 0,-2 2 2 16,1-4 0-16,-1 0 4 0,-2-1-5 0,3 1 1 15,-2-1 2-15,2 1 4 0,-1 0 2 0,1-1-4 16,2 0 3-16,1-1-2 0,2 0 3 0,-2 0-1 16,4-3 0-16,3 2-1 0,3 0 4 0,0-4-4 15,2 1-2-15,8-2 1 0,2-1-2 0,-2 1 1 16,2-1 0-16,0 1 1 0,4-2 1 0,-3 1-2 15,1 1-3-15,0 0 2 0,2 0-1 0,2-1 1 16,14-2-1-16,4 0 4 0,0-1-3 0,2 0 1 16,31-3-4-16,-23 0 2 0,29 1 1 0,-30 2 0 15,29-5 0-15,-29 6-1 0,-6 2 0 0,4-4 0 16,-3 2 5-16,-3 4-2 0,-4-1-1 0,-17 1-1 16,0 0-1-16,0 1 3 0,0-1-1 0,-5 2 1 15,-3 0 0-15,1 0-1 0,-10 0 2 0,0 2 1 16,-6-2-5-16,-1 0 2 0,-2-2 3 0,0 4-2 15,-10-2 4-15,13-3-1 0,-13 3 2 0,9 1-2 16,-9-1-3-16,9 0 6 0,-9 0-2 0,0 0-2 16,0 0-14-16,0 0-24 0,9-2-20 0,-9 2-45 15,0 0-51-15,0 0-61 0,0 0-227 16,-50-8-472-16,21 8 209 0</inkml:trace>
  <inkml:trace contextRef="#ctx0" brushRef="#br0" timeOffset="52986.75">23582 3206 24 0,'1'-8'135'0,"2"-3"4"0,-3 3-1 16,1 2-4-16,2-5-3 0,-3 11 18 0,0-13 7 16,0 13 0-16,0-11-3 0,0 11-10 0,0-8-11 15,0 8-13-15,0 0-7 0,1-10-18 16,-1 10-10-16,0 0-8 0,0 0-17 0,0 0-9 16,0 0-12-16,0 0-1 0,0 0-5 0,0 0-4 15,-1 29-2-15,1-10-1 0,-3 0 1 0,1 1-5 0,0 7 0 16,-1-1-3-16,0 1 0 0,-1-4-1 0,1-3 0 15,0-1-5-15,-1 0 4 0,1 1-1 0,3-3-2 16,-2-1-1-16,-2 1-1 0,3-2 0 0,-1-4 0 16,0 1 2-16,2-1-2 0,0-1-3 0,-1-1-17 15,1-9-27-15,-4 17-16 0,3-10-24 0,1-7-19 16,-4 15-12-16,0-11-27 0,4-4-28 16,-8 8-31-16,8-8-104 0,-14 7-320 0,14-7 141 0</inkml:trace>
  <inkml:trace contextRef="#ctx0" brushRef="#br0" timeOffset="53350.54">23568 3130 139 0,'0'0'149'0,"4"-9"-14"0,-4 9-8 15,0 0-13-15,5-8-9 0,-5 8-16 0,0 0-6 16,10-4-13-16,-10 4-6 0,0 0-4 0,22 11-3 15,-14-6-11-15,-2 3 5 0,1 0-14 0,-4 2 5 16,2 1-8-16,-5 2-5 0,2 3 0 0,-6-5-6 16,-1 1 3-16,1 1 6 0,-4 1-9 0,-1-2-1 15,0-1-9-15,2-2 0 0,-2-3 2 0,1 2 0 16,-1-4-5-16,3 0 8 0,2-1-4 0,-1 1 2 16,5-4-4-16,-12 4 4 0,12-4-5 0,-5 2 9 15,5-2-3-15,0 0-3 0,-6 2-5 0,6-2 3 16,0 0-7-16,0 0 1 0,0 0-4 0,0 0 3 15,0 0 0-15,0 0 8 0,0 0-8 0,21 10 1 16,-15-9-2-16,1 2 3 0,2 1-7 0,1 1 8 16,1 0 0-16,-1-1 0 0,1 1-1 0,0 4 1 15,4 1-31-15,-5-3 5 0,4 2-65 16,-2-3-33-16,-2 3-31 0,-1-3-107 0,0 2-275 16,-4-3 122-16</inkml:trace>
  <inkml:trace contextRef="#ctx0" brushRef="#br0" timeOffset="53687.65">24045 3248 81 0,'2'-5'197'0,"-2"5"-15"0,0 0-15 16,4-9-17-16,-4 9-20 0,0 0-10 0,0 0-18 15,0 0-8-15,-18 0-16 0,18 0-4 0,-21 11-5 16,5-4-7-16,5 0-9 0,-1 0-5 0,2 1-3 15,1 0-13-15,1-1 2 0,1 2-4 0,0-1-5 16,4 1-2-16,-1 0-6 0,1 0 3 0,3-1-6 16,0 0 2-16,1 3-2 0,5-2-2 15,-3 2 4-15,3-3-6 0,0 2 0 0,3-2 3 0,-1 1-1 16,1 0-2-16,-2 0-3 0,2-1-2 0,-4-2 1 16,2 3 0-16,-4-3 1 0,5-2-3 0,-5 0 0 15,-1 1-2-15,-2-5 5 0,5 7 1 0,-5-7 7 16,0 0 3-16,0 0 2 0,-9 13-4 15,0-10-1-15,-3 0 1 0,-7 2-1 0,2-1-6 0,-4 0 5 16,1-1-7-16,1 0-26 0,-2 1-39 0,8-1-64 16,-2-1-205-16,-1 3-355 0,-2-5 157 0</inkml:trace>
  <inkml:trace contextRef="#ctx0" brushRef="#br0" timeOffset="54090.11">24358 3377 247 0,'1'-8'287'0,"-1"8"-12"15,2-6-14-15,-2 6-14 0,2-7-10 0,-2 7-18 16,0 0-14-16,1-9-22 0,-1 9-21 0,4-4-16 15,-4 4-25-15,7-5-2 0,3 1-13 0,0 0-10 16,3 1-12-16,0 1-36 0,7-2-9 0,-3 0-24 16,3 4-29-16,-3-3-36 0,2 4-33 0,-6-2-44 15,-2 2-34-15,3 1-32 0,-4 0-24 0,-10-2-159 16,12 5-406-16,-12-5 179 0</inkml:trace>
  <inkml:trace contextRef="#ctx0" brushRef="#br0" timeOffset="54257.98">24424 3415 106 0,'-5'1'193'16,"5"-1"-7"-16,-6 4-4 0,6-4-16 0,-9 1-9 15,9-1-16-15,0 0-14 0,0 0-14 0,0 0-14 16,0 0-12-16,0 0-3 0,0 0-5 0,0 0-5 16,18 9-7-16,-5-7-33 0,7 0-51 0,-1-1-59 15,3-1-68-15,0-1-133 0,-1 0-299 0,0-2 133 16</inkml:trace>
  <inkml:trace contextRef="#ctx0" brushRef="#br0" timeOffset="57145.68">24868 3273 96 0,'-4'-9'129'0,"-1"0"9"0,1 1-10 0,0-2-12 15,-1 2-5-15,1-1-16 0,2 1 4 16,-3 1 17-16,5 7-2 0,-5-8-1 0,5 8-5 16,-4-9-7-16,4 9-9 0,-3-5-12 0,3 5-9 15,0 0-11-15,-4-5-11 0,4 5-6 0,0 0-10 16,0 0-6-16,0 0-3 0,0 0 0 0,0 0-1 15,0 23-6-15,3-7 0 0,-3 4-2 0,0 7 1 16,1 0-2-16,-1-1 2 0,3 3-7 0,-3-2-1 16,0 1 4-16,0-4-1 0,0-4-2 0,0-1 0 15,2-1-4-15,-2 1 6 0,0-1-7 0,0-3 3 16,2-1-2-16,-1 2 3 0,-1-7-2 0,0 1 1 16,0-1 3-16,1 1-3 0,2-1-2 0,-3-1-20 15,1-2-28-15,-1-6-41 0,4 11-24 0,-4-11-32 16,2 8-20-16,-2-8-118 0,3 6-302 0,-3-6 134 15</inkml:trace>
  <inkml:trace contextRef="#ctx0" brushRef="#br0" timeOffset="57398.78">25154 3246 11 0,'0'0'160'0,"4"-5"-14"0,-4 5-11 15,0 0-10-15,4-5-18 0,-4 5-9 0,0 0-9 0,0 0-6 16,0 0-15-16,3 17 10 0,-3-8-2 16,0 3-2-16,0 1-10 0,-2 3 1 0,1 0-3 0,0 2 1 15,-1-2-5-15,0 3 1 0,2-6-14 0,-1 1 0 16,-1 3 0-16,0-3-11 0,-1 2 0 0,-1-3 1 16,1 2-1-16,1 0-12 0,-3-3-5 15,2-1-28-15,1 1-32 0,-1-2-33 0,3-1-25 16,-4 1-26-16,4 0-14 0,-1-4-99 0,1-6-258 15,-2 9 115-15</inkml:trace>
  <inkml:trace contextRef="#ctx0" brushRef="#br0" timeOffset="57649.94">25347 3270 26 0,'0'0'134'0,"4"-8"-13"0,-4 8-8 0,0 0-14 16,0 0-18-16,0 0 5 0,0 0-14 0,0 0-2 15,0 0-7-15,-22 15-4 0,13-7-8 0,2 2 2 16,-2 3-3-16,0-4-2 0,2 1-14 0,1-1 11 16,-3 1-2-16,4-3-1 0,-3 3-8 0,3-1 6 15,0-3-16-15,2 0 6 0,2 1-8 0,-1 0 0 16,2-7-3-16,-2 13-5 0,0-7 8 0,2-6-2 16,2 13-12-16,0-8 10 0,3 1 0 0,3 2-5 15,3-4 0-15,-1 3-4 0,3-1-26 0,5-1-32 16,0 2-42-16,2-4-28 0,-1 1-105 0,-2-1-241 15,3 0 106-15</inkml:trace>
  <inkml:trace contextRef="#ctx0" brushRef="#br0" timeOffset="58051.99">25562 3546 11 0,'0'0'156'0,"0"0"-5"0,10-1-6 0,-10 1-6 0,11-7-6 15,-4 3 0-15,3 1-12 0,0-1-7 16,3-3-10-16,-4 1-12 0,0 3-1 0,0-3-16 0,0 1-5 16,-4 0-2-16,2-1-2 0,0-2-9 15,-3 1-1-15,0-1-14 0,-2-2 0 0,-2-1-1 0,0 0-3 16,-2-2-7-16,0 3 0 0,-4-3-6 0,1 2 0 16,-3-6-7-16,-2 3-1 0,1 0 1 15,-1-1-5-15,2 5 1 0,4-1 3 0,-1 1 8 16,1 1-4-16,-1 0 0 0,5 2-7 0,0-2-2 15,5-1-5-15,3 1 2 0,5-3 3 0,2 1-8 16,7 2 2-16,2-1-1 0,3 4-4 0,0 2 0 16,-4 2-4-16,2 8 4 0,-5-3-2 0,0 4-2 15,-4 2-3-15,-1 4 7 0,-6 1-5 0,1 0 7 0,-4 3-2 16,1 9 7-16,-7-1-3 0,0-6-2 0,-3 0 4 16,1-2 0-16,0 0-2 0,-2-5-1 15,2 1 1-15,-4 1 0 0,4-2 0 0,2-1-4 16,0-2 4-16,0 1-2 0,8-3 5 0,0 2 4 15,7-1-3-15,6-2-20 0,13-2-42 0,4-3-63 16,20-6-73-16,-19 0-145 0,22-3-363 0,-8-4 161 16</inkml:trace>
  <inkml:trace contextRef="#ctx0" brushRef="#br0" timeOffset="61331.08">26463 3902 49 0,'0'0'60'0,"0"0"-7"16,0 0-4-16,-4-13-3 0,4 13-8 15,-3-4 1-15,3 4-11 0,0 0-5 0,-6-6-1 16,6 6 4-16,0 0-8 0,-9-1-1 0,9 1-1 16,0 0 2-16,0 0-2 0,-14 3-7 0,14-3-2 0,-8 6 2 15,8-6 4-15,-9 2-1 0,9-2-6 0,-7 3-3 16,7-3 2-16,-7 6-1 0,7-6-5 0,-7 3 8 16,7-3-7-16,-4 4 4 0,4-4-4 15,0 0 3-15,0 0-7 0,-4 4 8 0,4-4 8 16,0 0 6-16,17 6 4 0,-5-1-5 0,5-2 7 15,10 1 4-15,5-4-4 0,6 1 3 0,0-1 10 0,16 2-14 16,0-4 1-16,0 2 4 0,-1-1-5 0,1-3-8 16,-2 0 2-16,0 2-1 0,-14 2 16 15,17-4-17-15,-2-1 8 0,-12 4-3 0,12 0-2 16,-12-2 4-16,12 1-4 0,-14 3 16 0,-1-3-12 16,0 0-6-16,-2 2-3 0,-2 0 5 0,-3 2-12 15,3-4 13-15,-4 0-12 0,-11 2-8 0,2-1 13 0,-4-1-6 16,1 1 5-16,-5 1 5 0,0-1-5 15,-3-1 3-15,-3 2-6 0,-7 0 12 0,14-2-13 16,-8 2 5-16,-6 0-7 0,9-2 3 0,-9 2-2 16,0 0-16-16,10-2-27 0,-10 2-12 0,0 0-17 15,0 0-29-15,0 0-92 0,0 0-200 0,0 0 89 0</inkml:trace>
  <inkml:trace contextRef="#ctx0" brushRef="#br0" timeOffset="61812.05">26955 3853 105 0,'2'-3'152'0,"-2"3"-17"0,0 0-9 0,0 0-11 16,0 0-14-16,0 0-15 0,0 0-9 0,0 0-14 15,0 0-8-15,0 0-3 0,0 0-7 0,4 24 0 16,0-7-2-16,-4 1 4 0,0 9-7 0,2 3 0 16,-2 1 6-16,2 2 2 0,-2 1 3 0,0 0-3 15,2-1 1-15,0 1-2 0,-2 2-2 0,-2-1 1 16,2 11-3-16,4-11-2 0,-4 1-1 0,1-4-4 15,-1 4-3-15,2-1 4 0,-2 11-1 0,0-12-2 16,0-1-3-16,4 2-4 0,-2-4 2 0,0 0 0 16,0-1-1-16,-1 1-2 0,1-3-4 0,3 1 1 15,0-2-1-15,-3 1 0 0,4-4-3 0,-2-5-1 16,-1 1-3-16,1-1-1 0,0 0 0 0,2 0-1 16,-4 0-1-16,0-2 0 0,2 2-2 0,-2-2 4 15,1-1-6-15,-1-3 3 0,0-1-2 0,0 4-2 16,0-4-2-16,-2-1 11 0,1 3-13 0,-1-2 6 15,1 1-4-15,-1 0-10 0,0-1-19 0,0 0-18 16,-1 0-28-16,-2 0-28 0,1-2-37 0,-2 2-39 16,2-2-148-16,2-10-350 0,-7 16 155 0</inkml:trace>
  <inkml:trace contextRef="#ctx0" brushRef="#br0" timeOffset="63469.6">26722 5056 63 0,'0'0'151'16,"-2"-9"-1"-16,2 9-3 0,0 0-7 0,-2-9-11 16,2 9-14-16,0 0-9 0,0 0-14 15,-6-5-15-15,6 5-10 0,0 0-7 0,0 0-4 0,0 0-7 16,0 0-4-16,0 0-11 0,0 0 5 0,10 27-8 15,-10-17-1-15,4 3-1 0,-1-1 0 0,-1 4-1 16,2 0 1-16,0 0-1 0,1-4-9 16,0-1 3-16,-1 0-8 0,1 3 6 0,-1-3-1 15,-2 2-2-15,2-4 0 0,-1 2-4 0,1-1 5 0,2 1-1 16,-2-3 2-16,0 2 2 0,1-2 2 0,-3-2-5 16,2 1-1-16,-2-2 0 0,-2-5 3 0,8 9 0 15,-6-7 0-15,-2-2-4 0,6 7 4 0,-6-7 0 16,3 5 0-16,-3-5-1 0,6 4 4 15,-6-4-1-15,0 0-2 0,9 0 0 0,-9 0 1 16,10-2-2-16,0-2 3 0,1 1-7 0,3-1-1 0,-1 0 0 16,6 0 2-16,1-2-2 0,-2 1-5 0,7-3 0 15,-5 3 1-15,8-2 4 0,5 0-2 0,0 2-6 16,3-1 1-16,-2-2-2 0,16-1-1 0,-13 2 2 16,-1 2-1-16,0 0 2 0,0 0 1 0,-3 0-1 15,1 2-5-15,1-2 6 0,-7 1-5 0,-1 2 3 16,4 0-2-16,-3 0-2 0,-8 0 0 0,-2 0 1 15,0 2 1-15,-5-2-1 0,1 2 3 0,-3 0-3 16,2 0 0-16,-6 0-1 0,2 0 1 0,0-2-2 16,-9 2 9-16,12 2-8 0,-12-2-1 15,8 0 1-15,-8 0 0 0,9-3-3 0,-9 3 4 16,0 0-4-16,0 0 5 0,10 1 2 0,-10-1 2 0,0 0 0 16,0 0 2-16,0 0 1 0,0 0-4 0,0 0 5 15,0 0-3-15,0 0-1 0,0 0 3 0,9-2-1 16,-9 2-3-16,0 0-1 0,0 0 1 15,0 0 4-15,0 0-3 0,0 0-3 0,0 0 2 16,0 0-3-16,0 0-4 0,0 0 3 0,0 0-4 0,0 0 1 16,0 0-2-16,0 0-2 0,0 0-1 0,0 0-1 15,0 10 2-15,0-10 1 0,1 11 4 0,-1-1 0 16,-1 2-2-16,0 3 2 0,-1 3 3 0,2 3 1 16,0 6 8-16,-4-2-8 0,-1 1 1 0,3 3 1 15,-3-3 2-15,3-5-2 0,2 3 2 0,-1 2 1 16,-3-2-3-16,4-6-3 0,-2-3 3 0,2 1 2 15,0-4-3-15,0 0 3 0,0 0-2 0,0-1-1 16,2-2 0-16,1 1 2 0,-3 2 0 0,0-3-2 16,1 1-2-16,-1-2-22 0,0-8-26 0,0 13-28 15,1-7-29-15,-1-6-23 0,-2 10-29 0,-1-3-34 16,-1-2-176-16,4-5-393 0,-15 8 175 0</inkml:trace>
  <inkml:trace contextRef="#ctx0" brushRef="#br0" timeOffset="64006.52">27088 5300 33 0,'5'-8'145'0,"-5"8"4"0,2-7-2 0,-2 7-8 15,2-6-12-15,-2 6-5 0,0 0-15 0,2-6-6 16,-2 6-19-16,0 0-6 0,0 0-11 0,0 0-10 0,0 0-4 16,0 0 10-16,0 0-15 0,-6 33 13 15,1-15-2-15,-7 6-1 0,3 4-3 0,-5 1-2 16,1 0 0-16,0 0-4 0,-1-1 1 0,2-1-5 15,-1-2 2-15,1 2-5 0,1-2-7 0,-1-5-2 0,5-1-3 16,1-3-3-16,1 1 3 0,-2-1-8 0,3-1 3 16,3-5-2-16,-3 0-3 0,2 0-4 0,0 1-3 15,0-3 1-15,0 2-4 0,1-4 3 16,-1 3 0-16,0-2-1 0,2 0-10 0,0-7-15 16,-4 11-19-16,-1-6-26 0,5-5-25 0,-1 11-18 15,-1-6-25-15,2-5-31 0,-6 9-137 0,1-4-321 0,5-5 141 16</inkml:trace>
  <inkml:trace contextRef="#ctx0" brushRef="#br0" timeOffset="64352.27">27133 5357 160 0,'0'0'161'0,"0"0"-8"0,0 0-19 0,2-7-7 0,-2 7-26 15,0 0-5-15,0 0-12 0,0 0-14 0,0 0 1 16,0 0-9-16,0 0 8 0,18 22 3 16,-13-11-6-16,3 5 8 0,3 6 9 0,-1-6-8 15,-1 0-5-15,1 9 0 0,4-2 3 0,-3-1-9 16,-1 1-2-16,1-5 1 0,-3 0 1 0,1 0-4 15,1 5-7-15,-3-4-7 0,-1-2 0 0,2 0-2 16,-2-1-8-16,-2-3-2 0,0-1-1 0,-1-1-3 16,4 5 4-16,-3-5-10 0,0 0-4 0,3 1 0 15,-2-1-22-15,-1-1-33 0,3 0-37 0,-3-1-40 16,3 0-33-16,-2-2-23 0,-1 0-184 0,-1-2-380 16,-3-5 170-16</inkml:trace>
  <inkml:trace contextRef="#ctx0" brushRef="#br0" timeOffset="64769.94">26708 5904 140 0,'0'0'161'0,"0"0"-6"0,-7-2-12 0,7 2-9 16,0 0-12-16,0 0-11 0,0 0-14 0,0 0-14 15,0 0-1-15,0 0-6 0,0 0-1 0,0 0 12 16,32-7-5-16,-10 5 0 0,8-2-4 0,3 0-3 16,5-3-6-16,3 3-3 0,-1-1-8 0,11-4 1 15,-12 5-8-15,-3 0-2 0,0-2-8 0,0 2-4 16,-2 2 0-16,-5 0-7 0,0-1-2 0,-6 2-4 16,4 1-3-16,-6 1-1 0,0 2-20 0,0-3-20 15,-2 2-30-15,0-1-32 0,-1 3-33 0,-1-2-29 16,-3 1-22-16,-3 0-134 0,-2 1-324 0,-3 0 144 15</inkml:trace>
  <inkml:trace contextRef="#ctx0" brushRef="#br0" timeOffset="65524.94">27155 5905 152 0,'0'0'172'0,"3"-8"-7"16,-3 8-13-16,0 0-11 0,0 0-17 0,0 0-12 15,2-5-13-15,-2 5-13 0,0 0-11 0,0 0-5 16,0 0-11-16,0 0 2 0,0 0-12 0,11 17 0 16,-7-9-8-16,3 2 3 0,-2 1-5 0,1 6 2 15,1 7 7-15,1-6-7 0,0 6-1 0,-2 6 3 16,-1-1 5-16,-1 0 2 0,1 2-6 0,0-1 1 16,-3 1-1-16,0-1 0 0,-2 3 2 0,2-1-7 15,-4 0 3-15,4 3-4 0,-1-3-2 0,1 0-2 16,-2 0-2-16,2 1 2 0,0 0-6 0,0-3-1 15,2-2-2-15,-1 3-1 0,-1-2 3 0,2 2-7 16,0-3-1-16,-3 1 1 0,0 1-4 0,1 1-1 16,-2 0-1-16,0 0 0 0,0 0-4 0,2-2-1 15,2-1 1-15,-4 0-1 0,5 1 2 0,-3 0-2 16,0 0-3-16,2 1 6 0,-4-3-6 0,4 0 5 16,-3-1-7-16,2 0 5 0,-1-2-3 0,2-5 1 15,0-1-2-15,-3 1 0 0,3-3 0 0,-2 1-4 16,2 0 1-16,-1 1 3 0,1-4-1 0,-1 2-1 15,0-2-1-15,1 1 0 0,-2-2-2 0,2-3 2 16,-1 2 1-16,-2-3 0 0,2 1 2 0,1-1-2 16,-4 0-3-16,2 1 8 0,3-2-6 0,-2-1 2 15,-3-7-1-15,2 17-2 0,-2-9-1 0,4 1 1 16,-4-9-3-16,4 14 2 0,-3-6-13 0,-1-8-12 0,4 11-14 16,-4-11-9-16,5 12-10 0,-5-12-13 15,4 9-10-15,-4-9-20 0,0 0-24 0,0 0-15 16,7 11-13-16,-7-11-30 0,0 0-131 0,0 0-338 15,0 0 150-15</inkml:trace>
  <inkml:trace contextRef="#ctx0" brushRef="#br0" timeOffset="66222.75">26055 7553 104 0,'0'0'128'15,"0"0"-15"-15,-5-3-9 0,5 3-2 0,0 0-2 0,0 0-9 16,0 0-8-16,-9-3-8 0,9 3-6 0,0 0-7 16,0 0-9-16,0 0 0 0,0 0-8 15,0 0 0-15,0 0-12 0,0 0-1 0,0 0-4 16,0 0-8-16,0 0 3 0,0 0-1 0,0 0-5 0,0 0 0 16,0 0 2-16,0 0-1 0,24 8 1 0,-16-6 3 15,0 1 1-15,3-2 10 0,2 1-1 0,-1 2-1 16,3-1 0-16,4-1 0 0,0 2 5 15,5-4-3-15,2 1 3 0,6-1 2 0,2-1 1 0,2-1 4 16,4-2 2-16,14-3-5 0,1 3 5 0,7-4-1 16,-6-1-5-16,7 2-1 0,-1-6 2 0,1 7 2 15,5-1 0-15,-5-2 2 0,-2 0-4 0,2 5 2 16,-2-2-5-16,-1-1-4 0,-3 1-1 0,-2 5-2 16,-1-3-2-16,-14 2-6 0,-1 1-2 0,-1-2 1 15,0 3-6-15,-3-2 3 0,-1 1-3 0,-6 1-5 16,-10 0 2-16,1 0-1 0,-4 0 0 0,-2 0-4 15,-1 0 1-15,-4 1 0 0,3-1-4 0,-1 0 1 16,-10 0 0-16,12 0 1 0,-5 0 0 0,-7 0-1 16,0 0-1-16,14-1 0 0,-14 1-6 0,9-2-14 15,-9 2-28-15,0 0-35 0,10 2-44 0,-10-2-49 16,0 0-54-16,8-7-128 0,-8 7-382 0,0 0 169 16</inkml:trace>
  <inkml:trace contextRef="#ctx0" brushRef="#br0" timeOffset="67035.62">26798 4363 4 0,'0'0'168'0,"0"0"-3"15,0 0-8-15,0 0-10 0,0 0-6 16,0 0-13-16,0 0-16 0,0 0-8 0,0 0-16 0,0 0-12 15,0 0-1-15,0 0-16 0,0 0-5 0,0 0-8 16,0 0-8-16,0 0-2 0,12 5-2 0,-8 0-2 16,0 0-4-16,5 4 3 0,-5-3-12 0,3 2-4 15,3 2 3-15,-2 2 1 0,3 1-3 0,-1-4-1 16,-1 1-2-16,1 0-1 0,0-2 4 0,1 4-1 16,0-4-3-16,3 5 3 0,-7-5-5 0,3-1 3 15,-2 0-6-15,0 1 0 0,-1-3 4 0,0 1-2 16,2 0 2-16,-4-3-6 0,1 4 5 0,0-4-3 15,-1 0-1-15,2 1-2 0,-4 0 6 0,-3-4-4 16,8 5 0-16,-3-2 12 0,-5-3 4 0,0 0 15 16,10 0 7-16,-10 0 4 0,0 0-1 0,0 0-1 15,13-7-7-15,-11 3 3 0,2-2-6 0,-2-1-4 16,3-4-4-16,-1 2-6 0,1-4-1 0,0 2-4 16,1-5 0-16,0 0-12 0,1 1-5 0,-1 2-6 15,-2-3-17-15,5-1-18 0,-5 3-13 16,2-1-17-16,-1 5 1 0,0 1-22 0,0-1-24 0,-1 3-20 15,0 1-24-15,1 2-137 0,-5 4-322 0,8-8 142 16</inkml:trace>
  <inkml:trace contextRef="#ctx0" brushRef="#br0" timeOffset="67298.28">27519 4318 93 0,'3'-8'163'16,"-3"8"-13"-16,4-5-20 0,-4 5-13 0,6-6-13 0,-3 3-6 15,6 0-8-15,0 1-13 0,2-2-13 0,2 0-2 16,5 3-11-16,-5-2-28 0,1 2-31 0,-1-2-21 15,-3 2-34-15,1 0-17 0,0 1-20 16,-3 1-57-16,-8-1-171 0,12 1 76 0</inkml:trace>
  <inkml:trace contextRef="#ctx0" brushRef="#br0" timeOffset="67688.33">27618 4291 2 0,'0'0'82'0,"0"0"-6"0,0 0-4 16,0 0-9-16,-4 11 13 0,8 0 4 0,-4-3 3 16,0 5-9-16,2 3-4 0,0 0 9 0,-1 0 4 15,2 0 3-15,-2 0-23 0,-1 1-1 0,4 0-3 0,-2-1-2 16,1-1-16-16,-1 1 7 0,0-4-6 16,-2-1 3-16,3 2-6 0,-1-2 4 0,0 2-14 15,-1-5 1-15,1 2-3 0,-2-1-1 0,0-9-5 16,1 11 2-16,0-6-7 0,-1-5 3 0,0 0-5 15,2 11-5-15,-2-11 5 0,-3 9-4 0,3-9 5 16,-6 3-1-16,6-3-1 0,-10 4-1 0,2-2-2 16,8-2-3-16,-16 1 2 0,7 1-3 0,-2-2-1 15,11 0-1-15,-14-2-7 0,14 2 8 0,0 0 1 16,-15 0-4-16,15 0 1 0,-9 2 1 0,9-2-1 16,0 0-4-16,-10 0 1 0,10 0-2 0,0 0-1 15,0 0-4-15,0 0 0 0,-8 1-4 0,8-1 8 16,0 0-2-16,0 0 0 0,0 0 2 0,0 0 4 15,20 7 2-15,-20-7-11 0,20 3-15 0,-8-2-16 16,1-1-19-16,7 1-30 0,-2-3-21 0,0 2-31 16,0 2-72-16,0-2-230 0,0-2 103 0</inkml:trace>
  <inkml:trace contextRef="#ctx0" brushRef="#br0" timeOffset="68053.64">27914 4506 124 0,'9'-8'146'0,"-9"8"-14"0,0 0-7 0,13-2-8 15,-13 2-14-15,14 0-10 0,-14 0-5 0,14 2-10 16,-14-2-6-16,21 2-7 0,-21-2-3 0,10 3-4 16,-1 2-7-16,-9-5-4 0,14 7 4 0,-9-1-15 15,0 1-3-15,2 4 0 0,-6-4-1 0,1 3-6 16,-2-10 6-16,-1 19-4 0,-1-9-1 0,0 1 6 15,-3-1-2-15,-1 2 0 0,-1-2-3 0,0 1 0 16,2 0 3-16,-3-2-3 0,1 0 0 0,-1 0-2 16,0 1-1-16,0-1 4 0,-1-1-10 0,7-2 4 15,-6 1-1-15,2 0-2 0,3 0-3 0,-3-4-4 16,6-3 0-16,-5 9-3 0,2-4-1 0,3-5-5 16,-3 8 3-16,3-8 4 0,0 0-2 0,6 11 1 15,-6-11 5-15,9 6-4 0,-4-5-2 0,7 0 2 16,1-1-1-16,0 0 2 0,10-1-3 0,-1 0-5 15,3-2-24-15,-5 0-29 0,1 1-30 0,6-4-43 16,-10 0-45-16,1 3-135 0,-1-5-326 0,-5 3 144 16</inkml:trace>
  <inkml:trace contextRef="#ctx0" brushRef="#br0" timeOffset="68936.35">23081 3941 18 0,'0'0'130'0,"-5"-7"-16"0,5 7 3 15,0 0-12-15,-5-4 5 0,5 4-17 0,0 0-15 0,0 0 1 16,0 0-17-16,0 0 1 0,-8-2-7 0,8 2-9 16,0 0-7-16,0 0-7 0,0 0 2 0,0 0 3 15,0 0-16-15,0 0-6 0,0 0 5 0,0 0-10 16,15 14-4-16,-8-10 5 0,2 0-1 0,3 2 7 15,5 1-4-15,1-4 7 0,3 3-4 16,6 1-6-16,-7-1 3 0,1 0-2 0,0-1 0 0,5 4 2 16,-7-3-7-16,0-1 7 0,0 3-8 0,-2 0 3 15,-1 0-6-15,-4-2-1 0,3 3 8 0,-4-1-3 16,-2 0-4-16,1-1 3 0,-1 3-2 0,-3 0 0 16,2 2-4-16,-4-1-1 0,1 2 8 15,-5 0-2-15,1 4-2 0,-4 0 2 0,-2 0 5 16,-1 2-3-16,-3-2-6 0,-3 8 7 0,-4-4-4 0,3 1-2 15,-5 3 3-15,2-2-18 0,-1 1-14 0,-1-3-19 16,3 2-26-16,-2 1-32 0,4-1-28 0,-1 0-66 16,8-4-215-16,1-1 95 0</inkml:trace>
  <inkml:trace contextRef="#ctx0" brushRef="#br0" timeOffset="69226.32">23410 4579 56 0,'23'-10'96'0,"-13"7"1"0,10 0-14 0,-2-3-11 15,10 0 2-15,2 1-20 0,-2 0-21 0,1 1-20 16,-1 1-22-16,-6 0-19 0,-3 3-63 0,0-1-97 16,-6 1 43-16</inkml:trace>
  <inkml:trace contextRef="#ctx0" brushRef="#br0" timeOffset="69628.89">23615 4551 74 0,'0'0'92'0,"0"0"-3"0,-5 10-3 0,5-1 10 16,-1 3 2-16,1 3-3 0,0 3 7 0,0 1-8 15,0 0-2-15,1 5-11 0,-1-3-5 0,2 2-1 16,-2-2-5-16,1-3-9 0,1 0-4 0,0 2-2 15,0-5-6-15,-2 0-2 0,2-2-8 0,-1-1-6 16,1-2 1-16,0-1-2 0,-1-1-7 0,0-1 1 16,-1 1-1-16,0-8-9 0,2 10 5 0,-2-10 2 15,0 11-9-15,0-11 7 0,-2 8-5 0,2-8 7 16,-5 7-11-16,5-7-4 0,-8 4-12 0,2-2-9 16,-3 0 3-16,1 0-17 0,-2-1-1 0,-2-1 4 15,0 1-4-15,2 2 0 0,-4 0 11 0,3-3-4 16,0 2 3-16,5-1-5 0,-2 0 7 0,8-1 5 15,-12 3-4-15,12-3 5 0,-8 1 3 0,8-1-8 16,0 0-1-16,-10 2 6 0,10-2-8 0,0 0 12 16,0 0-2-16,0 0 5 0,0 0 3 0,0 0-2 15,0 0 11-15,0 0-2 0,0 0-1 0,25 7 2 16,-14-7 0-16,6 0 4 0,0 0-2 0,2-2-12 16,1-1-18-16,8-1-35 0,-1 1-22 0,1 1-27 15,-7 0-17-15,0-1-73 0,-3 2-209 0,1-2 92 16</inkml:trace>
  <inkml:trace contextRef="#ctx0" brushRef="#br0" timeOffset="69957.58">23968 4824 16 0,'0'0'191'0,"0"0"-3"0,2-7-1 16,-2 7-9-16,0 0-8 0,0 0-16 0,0 0-17 15,0 0-15-15,0 0-15 0,0 0-14 0,0 0-11 16,0 0-4-16,0 0-11 0,-22 15-6 0,13-5-5 15,-1 1-6-15,1 2-5 0,-3 0-6 0,7-3-6 16,0 0-1-16,1-1-3 0,1 1-1 0,1-1-2 16,1-1-6-16,2 2 6 0,0-2-10 0,4 0 3 15,-1 1-7-15,4-2 3 0,2 1-2 0,-1-1 1 16,1-1-10-16,2 0 5 0,-2 0-1 0,-1-1-2 16,1 1 2-16,-2 1-5 0,-1-1 1 0,-1-2 1 15,-1 1-5-15,2 0 2 0,-4-2-1 0,-3-3 2 16,8 8 0-16,-8-8 4 0,1 6 1 0,-1-6-1 15,0 0 0-15,-8 12 2 0,2-7-6 0,-4-1 5 16,-1 1 2-16,-1 2-1 0,-5-2-1 0,-1-1-3 16,1 0-18-16,1 2-22 0,-1-2-47 0,3-1-47 15,1 0-40-15,-6-1-167 0,6 1-363 0,-2-3 160 16</inkml:trace>
  <inkml:trace contextRef="#ctx0" brushRef="#br0" timeOffset="70930.72">27543 3902 14 0,'-6'-1'57'0,"6"1"-2"16,-9-1-4-16,9 1 0 0,0 0-5 0,-12 0-4 16,12 0-1-16,0 0 1 0,-7-4 2 0,7 4-12 15,0 0 4-15,0 0-4 0,0 0-8 0,0 0 0 16,0 0-3-16,0 0 2 0,0 0-8 0,0 0 14 15,0 0 8-15,0 0-5 0,0 0 7 0,26-4 4 16,-6 1 4-16,2 3-6 0,5-5 7 0,9 0-6 16,2 0 3-16,0 1 5 0,15-2 1 0,2-8-11 15,2 10 10-15,-1-1-7 0,2-2 0 0,-2 2-5 16,3-4 2-16,-2 4-3 0,3-3-3 0,2 1 1 16,-1-2 5-16,3 3 0 0,-1-1-3 0,2-2 0 15,0 2-4-15,-5 0-3 0,8-1 3 0,-6 2-1 16,0-5-6-16,-3 4 0 0,2-3-4 0,-4 3 29 15,1-2-5-15,-3 0-1 0,1 3-3 0,-2-2-1 16,-14 3 0-16,-4 1 5 0,0-1-13 0,-3-2-2 16,-2 3 1-16,-3 1-2 0,-8-1 5 0,-3 3-13 15,-5-1 4-15,2 0-4 0,-5-1 2 0,-1 2-2 16,-8 1 1-16,12-3-4 0,-12 3 2 0,8 0-4 16,-8 0 1-16,9 0-3 0,-9 0-1 0,0 0-4 15,8-2-3-15,-8 2 4 0,0 0-3 0,0 0 0 16,0 0-3-16,0 0-4 0,0 0-13 0,0 0-11 15,0 0-16-15,0 0-29 0,0 0-33 0,0 0-28 16,0 0-28-16,0 0-39 0,0 0-123 0,0 0-345 16,0 0 153-16</inkml:trace>
  <inkml:trace contextRef="#ctx0" brushRef="#br0" timeOffset="74538.31">27402 7452 44 0,'-13'-2'65'0,"13"2"-6"0,-10 0 1 16,10 0-1-16,-12 0-9 0,12 0 1 0,-12 0-7 16,12 0 2-16,-9 0-9 0,9 0 2 0,0 0 4 15,-11 0-13-15,11 0 1 0,0 0-3 0,0 0-7 16,-10 4-1-16,10-4-4 0,0 0 1 0,0 0-3 16,0 0 5-16,0 0 3 0,0 0 0 0,0 0 18 15,21 9-10-15,-8-7 7 0,8 1 5 0,6-1-1 16,6 2 1-16,3-1-2 0,16 2 13 0,2-2-10 15,-3-2 1-15,4-1 0 0,-1 3-3 0,2-1-4 16,4-2-1-16,3-1-2 0,1 1 5 0,1 1-7 16,24-1-1-16,-26 2 3 0,29-2-4 0,-27 0-4 15,30 0 7-15,-3-3-3 0,0 1 4 0,-26 1-3 16,31-7 6-16,-1 6-4 0,-2 1-1 0,-1-3 0 16,-1 2-3-16,-28 2-3 0,26-3-6 0,-26 3-1 15,27-4 0-15,-28 4 1 0,3-2 5 0,0 2-9 16,26-1-3-16,-30-2 7 0,-2 3 9 0,1 0 2 15,-3 3-6-15,-2-6-2 0,-4 1-6 0,-12 2 1 16,11-1-1-16,-16 1-1 0,1-2 1 0,-4 0-3 16,1 1 1-16,-5 1-2 0,-8-1-4 0,-2 1 3 15,-1-2 0-15,-6 2 0 0,1-1 3 0,-3 0 6 16,-3-1-1-16,-6 2 0 0,12 0 1 0,-12 0 0 16,10 0 1-16,-10 0-3 0,9 0-1 0,-9 0-4 15,0 0 0-15,0 0-2 0,11 0-9 0,-11 0-18 16,0 0-26-16,0 0-33 0,0 0-28 0,0 0-38 15,9 0-27-15,-9 0-24 0,0 0-121 0,0 0-338 16,0 0 149-16</inkml:trace>
  <inkml:trace contextRef="#ctx0" brushRef="#br0" timeOffset="75726.67">29064 3749 14 0,'0'0'53'0,"0"0"3"15,-5-4-6-15,5 4 0 0,0 0 8 0,0 0-5 16,-7-4-10-16,7 4 4 0,0 0-6 0,0 0 2 16,0 0 0-16,0 0-4 0,0 0-10 0,0 0-7 15,-4-6-3-15,4 6-1 0,0 0 5 0,0 0 2 16,0 0 9-16,26 2-9 0,-7-2 9 0,1-2-3 15,10 2 5-15,3-1 6 0,4-1 1 0,2 3-1 16,11-7-5-16,1 3-12 0,3 0 3 0,1 0 0 16,4-1 16-16,-4 0-8 0,5-2 2 0,-1 3 0 15,1-1 0-15,0-2 16 0,0-1-2 0,-3 1-5 16,-2 2-5-16,-1-2-3 0,-15 3 2 0,1-1-5 16,-4 2-3-16,0 0-3 0,-2-2-4 15,1 4 2-15,-8-3-5 0,1 0 4 0,-8 2-3 0,-2-1-3 16,-6 0-4-16,-1 1-1 0,-11 1-2 0,15 1-1 15,-9-2-1-15,-6 1-6 0,0 0 5 0,15-3-3 16,-15 3 1-16,0 0 0 0,0 0-4 0,14 1 3 16,-14-1-5-16,0 0-17 0,0 0-17 15,0 0-23-15,0 0-23 0,12-1-26 0,-12 1-18 16,0 0-5-16,0 0-3 0,0 0-92 0,0 0-240 16,0 0 107-16</inkml:trace>
  <inkml:trace contextRef="#ctx0" brushRef="#br0" timeOffset="77321.64">30109 3636 73 0,'0'0'73'0,"0"0"-8"0,0 0-15 0,0 0 1 16,0 0-9-16,0 0 4 0,0 0-13 0,0 0 1 15,0 0-6-15,0 0 2 0,0 0 2 0,-3 17 12 16,3-17-8-16,3 15-11 0,-3-15 29 0,2 20-2 16,-1-2 5-16,1-1 11 0,2 0-8 0,-2 2-8 15,2-2-6-15,0 9 11 0,0-1-5 0,2 1-1 16,-1 3 4-16,-1-3-1 0,1 2-2 15,3-1 0-15,-1 1 2 0,-1-1 0 0,-1 1-8 16,0-1-8-16,-1 0 4 0,0-2-3 0,1 0-8 0,-2-6 3 16,1-1-6-16,0 0-8 0,-1 0 13 0,1-2-6 15,-1 1 3-15,-1-2-5 0,2-1-5 0,-3-1-1 16,1-2 0-16,2 0-3 0,-4 0-1 16,3-2 2-16,-2 2-4 0,0-2 6 0,0 1-12 15,-1-10 6-15,2 15-4 0,-2-15 3 0,1 16 2 16,-1-16-3-16,1 13 3 0,1-6-4 0,-2-7 4 15,0 10-5-15,0-10 1 0,0 0-6 0,-2 15 5 16,2-15-1-16,2 10-3 0,-2-10 0 0,0 11-2 0,0-11-1 16,0 0 3-16,1 11 0 0,-1-11 1 15,0 0-2-15,0 0 0 0,-1 11 2 0,1-11-4 16,0 0 2-16,0 0 0 0,0 0-2 0,-2 13 6 16,2-13-8-16,0 0 4 0,0 0-3 0,0 0 2 15,0 0-3-15,0 0 1 0,0 0-2 0,3 9 6 16,-3-9-4-16,0 0 3 0,0 0-5 0,0 0 3 15,0 0-1-15,0 0 2 0,0 0 3 0,0 0-7 16,0 0-1-16,0 0-2 0,0 0 3 0,0 0 6 16,0 0-2-16,6 7-3 0,-6-7 2 0,0 0 0 15,16 3-1-15,-16-3 1 0,11 6-3 0,-3-3 4 16,2-1-7-16,-10-2 7 0,17 7 0 0,-10-4-1 16,5-1-2-16,-12-2 0 0,19 9-2 0,-11-5 8 15,2 2-8-15,-4-3 1 0,3 4 0 0,0 0 0 16,-5-2 2-16,2 5-2 0,1-1-2 0,-5 1 9 15,2-1-8-15,-1 2 5 0,-3 2 2 0,-2-1-6 16,2 4 3-16,-5 1 4 0,-2-2-4 0,-2 3-4 16,0 0 5-16,-5 3-4 0,2-4 3 0,-6 4 3 15,2-2-2-15,-1 2 0 0,2-2-1 0,2-2-1 16,1-2-1-16,0 1 1 0,0-1-4 0,4 1 2 16,-2-3-1-16,1 0 4 0,6-1 0 0,-3-1-3 15,4 2-3-15,2-1 4 0,0-1-2 0,0-11 6 16,2 21-3-16,2-14 1 0,1 5-3 15,1-4-3-15,0 1 3 0,0-2 4 0,1 3 0 16,0-3-3-16,1 0 0 0,2 1 2 0,-2-1 0 0,0-1-3 16,-3 2 1-16,3-3 0 0,-8-5-1 0,8 10 2 15,-4-4 1-15,-4-6-2 0,8 11 1 0,-7-3 1 16,-1-8-3-16,5 9 2 0,-5-9-2 0,-1 13 1 16,1-13 6-16,-6 17-6 0,6-17-2 15,-8 14 5-15,3-4 0 0,-2 1-3 0,0-1 0 16,3 0 2-16,-3 2-3 0,2-2-1 0,0 1 2 15,5-11-1-15,-10 20 0 0,9-7-1 0,-2-2-2 16,2 5 6-16,1-16 1 0,0 24 0 0,2-8-3 0,1 0 3 16,1-3-6-16,2 2 3 0,2 1 0 0,-2-2 2 15,3-4 2-15,0 5-2 0,-2-5-4 16,0 1-2-16,-2-2 3 0,7 5 3 0,-6-5-2 16,2 1-1-16,-2 1 1 0,-1-1 0 0,0 0 1 15,-1 0 2-15,-1-1-9 0,-3-9 3 0,2 21-2 16,0-10 10-16,-4-1-5 0,-1 1-3 0,-1 1 4 15,0-3-2-15,-1 2-2 0,-1 0 3 0,-1-1-2 16,-1 2 6-16,2-2-6 0,-3 1 5 0,1 2-6 16,2-1 6-16,-2-1-2 0,1-1-2 0,0 3-4 15,2 2 5-15,3 1-3 0,-1-6 1 0,3-10-2 16,-3 25 1-16,2-10 1 0,4-2-3 0,-1-1 4 16,-2-12 1-16,3 25 0 0,3-10-5 0,-1-1 4 15,5 2-2-15,-3-1-1 0,1 2 3 0,2-1-5 16,-4-2 4-16,3 3 4 0,-2-2-5 0,-1-2 2 15,0 0 1-15,-2 0 1 0,3 1-3 0,-5 1 3 16,3 4 0-16,-2-3-4 0,-2-1 6 0,-1 1-2 16,0-1-4-16,1 4 0 0,-2-3 3 0,0 4-3 15,0 0 6-15,-1 5-4 0,0 1 2 0,0 1 0 16,2-2 1-16,0 4-3 0,-1 0 4 0,-3-3-1 16,3 1 6-16,1-2-3 0,0-4-4 0,3 3 1 15,-3 2 4-15,1-2-1 0,0 1 0 0,3-5-5 16,-1-1 4-16,-1 8 0 0,1-1-3 15,-1-2 4-15,-1 1 1 0,-1 0-2 0,3 1 8 16,-2-1 0-16,-1 1 3 0,-2 0-12 0,2-3 4 16,-2 4 3-16,2 0-2 0,-1-1 2 0,-3-2-4 0,4-5 5 15,0 2-2-15,0-4 3 0,-1 3 0 0,1-4-6 16,-1 1 2-16,2-5-1 0,-1-12-1 16,-1 24-1-16,1-13-2 0,0-11-1 0,2 21 2 15,0-12-2-15,-2-9 4 0,5 19-2 0,-4-11 2 16,-1-8-5-16,2 15 5 0,-2-15 1 0,6 14 4 15,-6-14 3-15,7 16-1 0,-4-10-1 0,-3-6-1 16,4 13-2-16,-4-13 3 0,0 0-4 0,5 8 5 16,-5-8-5-16,0 0-3 0,0 0 2 0,5 11-2 15,-5-11 1-15,0 0 0 0,0 0-1 0,0 0-1 16,0 0 2-16,6 8-2 0,-6-8-1 0,0 0 2 16,0 0-5-16,0 0 3 0,0 0-2 0,0 0 2 15,3 12-2-15,-3-12 0 0,0 0-1 0,0 0 0 16,0 0 2-16,0 0-1 0,0 0 2 0,4 10-8 15,-4-10-8-15,0 0-12 0,0 0-14 0,0 0-15 16,0 0-16-16,0 0-17 0,0 0-16 0,0 0-11 16,0 0-18-16,0 0-40 0,0 0-151 0,0 0-349 15,0 0 154-15</inkml:trace>
  <inkml:trace contextRef="#ctx0" brushRef="#br0" timeOffset="77555.28">30392 7337 106 0,'0'0'213'0,"0"0"-24"0,0 0-15 0,0 0-24 16,0 0-16-16,0 0-14 0,0 0-13 0,0 0-16 0,0 0-8 15,0 0-8-15,0 0-3 0,0 0-5 0,0 0-14 16,0 0-3-16,0 0-17 0,0 0-21 0,13 43-30 15,-13-43-23-15,0 0-32 0,0 0-12 16,8 11-21-16,-8-11-14 0,0 0-95 0,0 0-232 16,0 0 103-16</inkml:trace>
  <inkml:trace contextRef="#ctx0" brushRef="#br0" timeOffset="78197.14">30711 5163 140 0,'0'0'193'0,"0"0"-3"0,-2-8-7 0,2 8-7 15,0 0-7-15,0 0-24 0,0 0-23 0,0 0-9 16,0 0-14-16,0 0-17 0,0 0-8 0,0 0-9 16,0 0-1-16,0 0-10 0,0 0-7 0,6 32-7 15,-6-17 2-15,2 4-12 0,-3 7 2 0,6 1-5 16,-4 1 3-16,0-1-4 0,1-1-1 0,-2 0-5 16,-2-8 2-16,2 0-1 0,0-3-3 0,-1 3-4 15,1-2-2-15,-1-3-2 0,3-1 2 0,0-1-2 16,-1 1 4-16,-2-1-4 0,-1-1 1 0,1 0 1 15,0-1-1-15,1 1-16 0,0-3-27 0,0-7-15 16,-3 11-16-16,6-5-21 0,-3-6-3 0,0 0-27 16,-4 11-14-16,4-11-11 0,0 0-139 0,-4 5-301 15,4-5 133-15</inkml:trace>
  <inkml:trace contextRef="#ctx0" brushRef="#br0" timeOffset="78556.7">30717 5202 28 0,'0'-7'152'0,"0"7"-14"0,0 0-16 16,4-10-11-16,-4 10-6 0,6-7-18 0,-1 6-7 16,-5 1-8-16,13-3-12 0,-13 3 7 0,15 1-15 15,-8 1-11-15,4 0-2 0,0 4 3 0,-2 0-8 16,0 0-6-16,-1 2-2 0,-1 1-4 0,-1 0-5 15,-2 2 4-15,0-2 0 0,-4 1-1 0,3 3 1 16,-6-3 1-16,2 2-3 0,-3-1 1 0,-1 4-4 16,-1-6-7-16,1 0 5 0,-1 0-4 0,0-2 3 15,2 2 3-15,-1-2-5 0,1-1-6 16,0 0 2-16,4-6-2 0,-8 7-1 0,8-7 1 0,-3 6-1 16,3-6-1-16,-4 6 0 0,4-6-3 0,-2 7 2 15,2-7 0-15,-1 7 3 0,1-7-4 0,4 9 6 16,0-4 3-16,1-3 0 0,3 4-4 15,2-1 5-15,3-2-12 0,5 1 7 0,2-1-25 16,-1 0-35-16,2 1-40 0,-1-2-23 0,-2 0-112 16,0 0-246-16,-5-1 109 0</inkml:trace>
  <inkml:trace contextRef="#ctx0" brushRef="#br0" timeOffset="78832">31099 5370 75 0,'0'0'184'0,"5"-4"-6"16,-5 4-13-16,0 0-13 0,0 0-25 0,0 0-4 0,0 0-24 16,0 0-1-16,0 0-7 0,-1 20 0 0,1-11-2 15,-1 3 4-15,1 4-9 0,-2-1-10 16,1 3 7-16,0-2-10 0,1-1-6 0,0 0-9 16,0-2 0-16,-1-1-8 0,3-1 0 0,-1 0-3 15,1-3-4-15,-2 3-3 0,1-2-1 0,2 0 2 16,-1-2-4-16,1 0-2 0,-1-1-4 0,2 0 0 15,2 0-6-15,1 1 5 0,0-1-1 0,1-3-3 16,2 1 0-16,2-2-5 0,-1-1 4 0,9-2-16 16,-1-2-18-16,0 0-36 0,8-4-45 0,1-5-49 15,0 3-64-15,-1-4-155 0,0-4-388 0,-3 0 173 16</inkml:trace>
  <inkml:trace contextRef="#ctx0" brushRef="#br0" timeOffset="79684.35">30059 3937 11 0,'0'0'175'0,"0"0"-13"0,-3-7-12 0,3 7-17 16,0 0-7-16,0 0-17 0,0 0-17 0,0 0-10 15,0 0-6-15,0 0-12 0,0 0-3 0,0 0-4 16,0 0-1-16,19 13-9 0,-14-9-1 16,2 2 2-16,-2-2-6 0,2 4-10 0,-1-3 5 15,3 4 3-15,-3-3-3 0,2 2 2 0,1 0-6 16,-2 0-5-16,2 0-1 0,-1-1 2 0,1-1-2 15,-4 1-2-15,3-3 1 0,0 4-6 0,0-2 2 16,-3-2-9-16,2 0 6 0,-2-1-8 0,0 1 2 16,3-1-5-16,-3 2 0 0,0-2-3 0,0-1 7 15,-5-2-1-15,8 5-3 0,-4-1 0 0,-4-4-1 16,6 3 0-16,-6-3 4 0,0 0-1 0,6 3 1 16,-6-3 2-16,0 0-1 0,0 0 7 0,0 0 6 15,15-5-6-15,-10-3-6 0,2 1 0 0,4-8-1 16,0 2-7-16,3-3 4 0,-1 2-4 0,1-2-2 15,0-6-4-15,0 9-12 0,-4-3-28 0,2 4-15 16,-2-5-29-16,-1 2-27 0,0-1-37 0,0 7-153 16,-4-1-328-16,-1 0 146 0</inkml:trace>
  <inkml:trace contextRef="#ctx0" brushRef="#br0" timeOffset="79944.05">30739 3770 100 0,'10'-7'101'0,"1"3"-5"0,1 0 11 0,6-1-8 15,-1-2-7-15,2 4-10 0,0 0-14 0,0-1-4 16,1 1-6-16,-7 3-23 0,5-3-31 0,-4 1-46 16,0 2-26-16,-5 2-65 0,-1-1-144 15,-8-1 64-15</inkml:trace>
  <inkml:trace contextRef="#ctx0" brushRef="#br0" timeOffset="80354.5">30865 3763 79 0,'0'13'113'0,"0"-13"-1"0,2 22-3 0,-2-6 1 16,0 1-15-16,0 2-2 0,0 0-5 0,0 5-9 16,0-3-4-16,2 3-1 0,-2-5-7 0,0 2-8 15,1-2-2-15,-2-1-7 0,2 0-4 0,-1-1 3 16,3-3-8-16,-1-2-8 0,0-1 5 0,-2 0-4 15,1-3-4-15,-1-2-13 0,0-6 7 0,1 13-6 16,-1-13 6-16,0 9 3 0,0-9-6 0,0 0 6 16,0 7-10-16,0-7-4 0,0 0 7 0,0 0-10 15,-10 6 5-15,10-6-3 0,-13 0-3 0,6 1 3 16,-3-1-6-16,10 0 4 0,-17 0 0 0,9 0-8 16,-2 2 3-16,10-2-4 0,-14-2 4 0,7 1-3 15,7 1 1-15,-12 0-5 0,12 0 0 0,-9 0 0 16,9 0-1-16,0 0-5 0,-9 3 4 15,9-3-7-15,0 0 12 0,0 0-7 0,0 0 2 0,0 0-6 16,0 0 10-16,0 0-2 0,0 0 4 0,23 3-2 16,-5-3-2-16,3-1 5 0,5-1 0 0,3-1-7 15,1 1-14-15,-2-1-23 0,-5 1-21 0,5-4-28 16,0 3-28-16,-10-3-11 0,2 2-93 0,-7 0-241 16,1 1 106-16</inkml:trace>
  <inkml:trace contextRef="#ctx0" brushRef="#br0" timeOffset="80657.78">31210 3937 115 0,'0'0'159'0,"0"0"-8"0,0 0-25 16,2-5-13-16,-2 5-17 0,0 0-12 0,0 0 3 16,0 0-8-16,0 0 2 0,2 21-9 0,1-14-6 15,-1 3 5-15,-1 2 0 0,5 1-4 0,-4 1-2 16,0-3-4-16,-1 2-3 0,3-3 2 0,-3 2-7 15,2-1-3-15,-2-1-2 0,1 1 5 0,1-2-2 16,-2 0 0-16,0-2 2 0,-1 0-11 0,0-7 3 16,3 12-8-16,-1-9-3 0,-2-3-3 0,4 11-4 15,-4-11 2-15,3 5-2 0,-3-5-3 0,1 6-3 16,-1-6 3-16,5 6 4 0,-5-6 11 0,7 5-9 16,-1-2 1-16,-6-3-3 0,17 2 0 0,-3-1-1 15,1-1-4-15,8-2 1 0,9 0-12 0,3-2-30 16,-1-2-29-16,3 0-38 0,3-1-44 0,14-6-48 15,2-1-189-15,-7 0-397 0,8-4 175 0</inkml:trace>
  <inkml:trace contextRef="#ctx0" brushRef="#br0" timeOffset="91651.05">33147 3449 76 0,'0'0'92'0,"0"0"-11"16,0 0-11-16,0 0-12 0,0 0 3 0,0 0-5 15,0 0-8-15,0 0 2 0,0 0-3 0,0 0 1 16,0 0-4-16,0 0 0 0,0 0-9 0,0 0 1 16,-76-24 3-16,76 24-9 0,0 0-4 0,0 0 8 15,0 0-1-15,0 0-8 0,-42-2 3 16,42 2 5-16,0 0 1 0,0 0 3 0,0 0 0 15,0 0 2-15,0 0-9 0,0 0-3 0,0 0-2 16,-33-3-6-16,33 3-1 0,0 0 1 0,0 0-5 16,0 0-6-16,0 0 1 0,0 0 2 0,0 0-5 15,0 0 8-15,0 0-5 0,0 0 10 0,0 0-9 16,0 0-3-16,0 0 4 0,0 0 1 0,112 5-5 16,-112-5 0-16,0 0 1 0,56 0-6 0,-56 0 1 15,0 0-5-15,41 2-27 0,-41-2-21 0,0 0-25 16,40-2-24-16,-40 2-13 0,0 0-84 0,0 0-210 15,37-1 93-15</inkml:trace>
  <inkml:trace contextRef="#ctx0" brushRef="#br0" timeOffset="91917.72">33152 3295 38 0,'0'0'167'0,"0"0"-10"0,0 0-23 15,0 0-12-15,0 0-14 0,0 0-12 0,0 0-17 16,0 0-9-16,0 0-8 0,0 0-6 0,0 0 0 16,0 0-8-16,0 0-7 0,0 0-2 0,-22 62-6 15,22-62-1-15,-9 42 1 0,9-42-3 0,-3 43-6 16,0-19 3-16,3-24-2 0,-6 55-7 0,3-28-39 15,3-27-44-15,-4 52-46 0,2-25-106 0,2-27-234 16,-12 45 104-16</inkml:trace>
  <inkml:trace contextRef="#ctx0" brushRef="#br0" timeOffset="92825.08">32707 7370 120 0,'0'0'206'0,"0"0"-12"15,-10-5-8-15,10 5-11 0,0 0-5 0,0 0-9 0,-7-4-6 16,7 4-10-16,0 0-10 0,0 0-16 15,0 0-7-15,-5-4-11 0,5 4-3 0,0 0-5 16,0 0 0-16,-8-3-8 0,8 3-4 0,0 0-4 16,0 0-8-16,0 0-6 0,0 0 4 0,0 0-13 15,0 0-1-15,0 0-1 0,-6-3-2 0,6 3-10 16,0 0-10-16,0 0 7 0,0 0-7 0,0 0-2 16,0 0 3-16,0 0-8 0,0 0 0 0,0 0-3 15,0 0-3-15,0 0 4 0,0 0-4 0,0 0-2 16,0 0-1-16,93 3-8 0,-93-3 5 0,49 0 0 15,-49 0-5-15,45 0 1 0,-45 0-5 0,37 0-12 16,-37 0-15-16,0 0-20 0,42 3-16 0,-42-3-30 16,0 0-28-16,0 0-48 0,39 0-53 0,-39 0-208 15,0 0-463-15,0 0 205 0</inkml:trace>
  <inkml:trace contextRef="#ctx0" brushRef="#br0" timeOffset="100625.35">32555 4869 17 0,'-5'-9'165'0,"5"9"-10"0,-4-11-8 15,1 6 5-15,3 5 0 0,-1-10-1 0,1 10-3 16,-3-7-5-16,3 7-8 0,0 0-14 0,0 0-10 16,-3-9-12-16,3 9-12 0,0 0-12 0,0 0-11 15,0 0-9-15,0 0-12 0,0 0-3 0,0 0-14 16,0 0-2-16,0 0 2 0,0 0-6 0,0 0 0 16,11 23-8-16,-4-14-5 0,-2 2 5 0,1 7 2 15,3-2-3-15,-3-2 1 0,1 2-4 0,2 0-4 16,-2 0 5-16,1 1-6 0,-2 0 3 0,3-2-1 15,-2 2-5-15,0-3 7 0,0-1-3 0,-2 0-2 16,-5-13 2-16,15 25 6 0,-15-25-8 0,0 0 5 16,18 26-8-16,-18-26 9 0,0 0-3 0,0 0-2 15,0 0 3-15,21 25-3 0,-21-25 6 0,0 0-9 16,0 0 7-16,0 0 3 0,0 0 0 16,0 0 11-16,0 0-4 0,0 0 0 0,0 0-3 15,0 0-1-15,0 0-4 0,0 0 2 0,64-36-5 0,-64 36 1 16,24-30-1-16,-14 14 4 0,-10 16-6 15,27-43 6-15,-18 24-10 0,3-3 5 0,-12 22-2 0,22-39-1 16,-22 39 2-16,21-32-4 0,-11 17 5 0,-10 15 3 16,0 0 1-16,15-32-3 0,-15 32 0 0,0 0-1 15,0 0-2-15,11-23 2 0,-11 23-6 0,0 0-17 16,0 0-27-16,0 0-26 0,0 0-31 16,0 0-35-16,0 0-21 0,0 0-9 0,0 0-4 15,0 0-115-15,0 0-308 0,0 0 136 0</inkml:trace>
  <inkml:trace contextRef="#ctx0" brushRef="#br0" timeOffset="101138.17">32942 5199 66 0,'0'0'107'0,"0"0"-12"0,0 0-12 0,0 0-4 16,0 0-17-16,0 0-3 0,0 0-2 15,0 0 11-15,0 0-18 0,0 0-8 0,0 0 7 0,0 0-15 16,0 0-2-16,0 0 3 0,0 0 1 16,0 0-1-16,0 0-3 0,0 0-6 0,0 0 8 15,0 0 7-15,0 0 10 0,0 84-8 0,0-84-1 16,0 0 13-16,0 0 2 0,32 5 0 0,-32-5 1 15,0 0 0-15,0 0 0 0,0 0-6 0,54-12 0 0,-54 12-1 16,0 0 5-16,0 0 4 0,34-23-1 16,-34 23-5-16,0 0-10 0,12-28-1 0,-12 28-2 15,0 0-3-15,0 0-7 0,2-36-6 0,-2 36-2 16,0 0-7-16,0 0-3 0,0 0-9 0,0 0-14 16,-20-39-20-16,20 39-15 0,0 0-22 0,0 0-28 15,0 0-26-15,0 0-25 0,-39-4-24 0,39 4-94 16,0 0-285-16,0 0 127 0</inkml:trace>
  <inkml:trace contextRef="#ctx0" brushRef="#br0" timeOffset="101748.25">33237 5151 129 0,'0'0'182'0,"0"0"-8"0,0 0-22 0,0 0-12 0,0 0-12 16,0 0-25-16,0 0-8 0,0 0-10 15,0 0-11-15,0 0-6 0,0 0-7 0,0 0-11 0,0 0-2 16,0 0-4-16,0 0-6 0,0 0-4 16,0 0-2-16,0 0-3 0,0 0 4 0,21 51-3 0,-21-51-1 15,0 0-1-15,0 0-4 0,25 19-3 0,-25-19 3 16,0 0-3-16,28 13-3 0,-28-13 2 0,0 0-4 16,34 4 2-16,-34-4-3 0,0 0 0 0,0 0 5 15,0 0 0-15,0 0 27 0,52-17-1 16,-52 17-8-16,0 0 3 0,20-17-11 0,-20 17 4 15,0 0-6-15,16-22 2 0,-16 22-3 0,0 0 2 16,0 0 0-16,10-29 2 0,-10 29-2 0,0 0 0 16,0 0-4-16,0 0-1 0,0 0-10 0,0 0-3 15,0 0-4-15,5-29 0 0,-5 29-3 0,0 0 0 16,0 0 1-16,0 0-5 0,0 0 1 0,0 0 1 16,0 0-2-16,0 0 3 0,0 0-3 0,0 0 0 15,0 0 3-15,0 0-6 0,0 0 9 0,0 0-4 16,0 0-1-16,0 0 3 0,0 0-5 0,5 85 8 15,-5-85-2-15,0 0-1 0,0 0-1 0,34 12 0 16,-34-12 2-16,0 0 0 0,0 0 1 0,0 0 0 16,0 0 0-16,47-8-2 0,-47 8-4 0,0 0 3 15,0 0-10-15,30-30 4 0,-30 30-1 0,0 0 1 16,16-30-4-16,-16 30 3 0,9-29-5 0,-9 29 3 16,0 0 1-16,3-40 0 0,-3 40-2 15,0 0 6-15,0 0 5 0,-1-37 6 0,1 37 0 16,0 0-2-16,0 0-5 0,0 0 0 0,0 0-3 0,0 0-4 15,0 0-5-15,0 0 3 0,0 0 1 0,0 0 0 16,0 0-1-16,0 0 4 0,0 0-2 0,0 0 4 16,0 0 1-16,0 0 0 0,0 0-2 0,0 0 0 15,-27 92 1-15,27-92 3 0,0 0-3 16,-6 39 0-16,6-39-26 0,0 0-22 0,-3 40-31 16,3-40-21-16,0 0-46 0,-2 34-35 0,2-34-157 15,0 0-364-15,-8 33 162 0</inkml:trace>
  <inkml:trace contextRef="#ctx0" brushRef="#br0" timeOffset="101907.8">33548 5187 42 0,'0'0'102'0,"0"0"-27"0,0 0-29 0,52-4-39 15,-52 4-53-15,0 0-49 0,0 0 22 0</inkml:trace>
  <inkml:trace contextRef="#ctx0" brushRef="#br0" timeOffset="103340.45">30753 6027 2 0,'-8'-2'175'0,"8"2"-2"0,0 0-5 16,-6-3-8-16,6 3-4 0,0 0-5 0,0 0-5 15,0 0-12-15,0 0-20 0,0 0-14 0,0 0-9 16,0 0-12-16,0 0-8 0,0 0-13 0,0 0-3 15,0 0-2-15,0 0-5 0,0 0-3 0,0 0-7 16,0 0-6-16,23-2-6 0,-13 2-16 0,3-1-8 16,-2 3-28-16,3-1-22 0,0 1-18 0,3-1-22 15,-3-1-25-15,-2 0-20 0,-1 2-10 0,-2-2-102 16,-1 1-266-16,-8-1 117 0</inkml:trace>
  <inkml:trace contextRef="#ctx0" brushRef="#br0" timeOffset="103529.69">30780 6128 107 0,'-4'4'129'0,"4"-4"-19"16,0 0-10-16,0 0 3 0,0 0-25 0,0 0-4 15,15 5-1-15,-15-5-15 0,17 1-6 0,-3 1-28 16,3-2-26-16,2 0-37 0,1 0-41 0,-1-2-52 15,0 2-142-15,-2-1 64 0</inkml:trace>
  <inkml:trace contextRef="#ctx0" brushRef="#br0" timeOffset="104292.11">31196 6000 81 0,'0'0'174'0,"0"0"-4"0,0 0-8 15,-2-11-9-15,2 11-10 0,0 0-8 16,0 0-8-16,0 0-8 0,0 0-12 0,0 0-6 16,0 0-6-16,0 0-7 0,0 0-3 0,-2-6-7 15,2 6-4-15,0 0-1 0,0 0-3 0,0 0-2 0,0 0-1 16,0 0-1-16,0 0-2 0,0 0-5 0,-1-11-2 15,1 11 2-15,-2-5-3 0,2 5-3 16,-3-10-5-16,3 10-5 0,0 0-2 0,-6-9 2 16,6 9-4-16,-4-8 3 0,4 8-1 0,-3-6 0 15,3 6-2-15,0 0-4 0,0 0-6 0,-4-5-5 16,4 5-5-16,0 0-2 0,0 0-5 0,0 0-9 0,0 0 3 16,0 0-4-16,0 0-2 0,0 0 4 0,0 0-5 15,0 0 1-15,-2 24-3 0,4-12 1 16,0 4-1-16,-2 2 3 0,1 1-2 0,-2 8 6 15,3-2-7-15,-3 0 5 0,1-2-4 0,0-3 2 16,1 6 2-16,-1-7-2 0,-1 0-2 0,1 0 1 0,1 0 2 16,-2-2-1-16,2 0-1 0,-1-2 1 15,3 1-1-15,-3-3 1 0,1-3 2 0,-1 0-2 16,0-2 3-16,-1 2-3 0,1 0 0 0,0-10 2 16,1 12 0-16,-1-6-1 0,0-6 2 0,1 8 1 15,-1-8-2-15,0 0-7 0,2 10-21 0,-2-10-10 16,0 0-18-16,1 7-32 0,-1-7-25 0,0 0-30 15,2 7-24-15,-2-7-27 0,0 0-14 0,0 0-144 16,0 0-379-16,0 0 168 0</inkml:trace>
  <inkml:trace contextRef="#ctx0" brushRef="#br0" timeOffset="104660.49">31471 6061 19 0,'0'-10'224'0,"0"10"-8"0,-1-9-11 0,1 9-22 0,0-13-11 15,0 13-3-15,2-7-13 0,-2 7-11 0,0 0-16 16,0 0-16-16,-2-9-12 0,2 9-16 0,0 0-9 15,0 0-10-15,0 0-8 0,0 0-7 0,0 0-2 16,0 0-10-16,0 0 0 0,5 21-7 0,-6-11-3 16,3 2-3-16,2 2-7 0,-4 2 2 0,1 2 3 15,2-1-7-15,-3 2 2 0,4-2-4 0,-4 1 2 16,3-2-3-16,-1-1-3 0,-1 2 3 0,-1-4-2 16,0-2-1-16,0 1-5 0,0-1 5 0,1 1 0 15,1-2 1-15,-4 1-7 0,2-1-3 0,2-1-24 16,-5 0-37-16,4 1-37 0,-2-2-36 0,1 0-31 15,0-8-31-15,-1 13-133 0,-3-9-353 0,4-4 157 16</inkml:trace>
  <inkml:trace contextRef="#ctx0" brushRef="#br0" timeOffset="104973.43">31738 6097 64 0,'0'0'200'0,"3"-8"-17"16,-3 8-24-16,0 0-13 0,0 0-21 0,0 0-16 15,0 0 3-15,0 0-23 0,-25 10-8 0,16-3-11 16,-2 1-3-16,1-1-5 0,-4 3-12 16,1 0 0-16,-1 1-8 0,0 0 0 0,5-1-6 0,-1-2-3 15,1 0-1-15,2 2-8 0,1-2 3 0,-2-1-6 16,3 0-2-16,0 1-1 0,2-3-2 0,1 2-7 15,2-7 1-15,-4 9 3 0,3-4-2 0,1-5 4 16,2 10-2-16,-2-10 1 0,5 11-1 0,-1-9-1 16,5 3 4-16,4 0-12 0,0-4 3 0,6 6-22 15,-1-6-22-15,0 2-36 0,2 0-29 0,1-1-36 16,-2-1-11-16,1-1-101 0,-3 0-272 0,1 0 121 16</inkml:trace>
  <inkml:trace contextRef="#ctx0" brushRef="#br0" timeOffset="105382.6">31868 6327 47 0,'0'0'131'0,"2"7"-11"0,-2-7 6 0,0 0-13 0,0 0 0 16,0 0 1-16,0 0-6 0,0 0 6 15,14-5-8-15,-14 5-5 0,11-1-2 0,-11 1-2 16,9-3-2-16,-4 0-1 0,-5 3-3 0,7-4-1 0,-7 4-6 15,6-5-11-15,-6 5-4 0,3-10-5 0,-3 10-2 16,2-10-8-16,-2 10-5 0,-1-12-5 0,1 1-5 16,-1 2-3-16,-1-2 1 0,1 3-8 0,1 8 3 15,-5-17-6-15,5 7 2 0,0 2-3 0,0-2-2 16,0 0-2-16,1 2-4 0,-1-2-1 16,4 2-5-16,0-1 1 0,0-2-1 0,2 2-5 0,2 1 3 15,2 0-6-15,-4 3 0 0,3 0-4 0,-1 1 1 16,0 2-2-16,-1 1-2 0,-7 1 1 15,13 3-5-15,-8-1 1 0,3 3 0 0,-3 4 1 16,-1-2 0-16,-1 3 3 0,-1 1 0 0,-1 0-1 16,1 1-4-16,-4 1 5 0,1-2-2 0,0 1 2 15,-3 0 2-15,3-1-2 0,-1 1 0 0,1-2 7 0,-1 1-5 16,2 0 1-16,2 0 0 0,2-2 4 16,6 4 5-16,5-4-10 0,12 1-20 0,3-5-44 15,18 4-64-15,10-6-74 0,1-6-158 0,31-4-389 0,-31 0 173 16</inkml:trace>
  <inkml:trace contextRef="#ctx0" brushRef="#br0" timeOffset="110415.05">28155 5086 60 0,'-3'-7'80'0,"3"7"-6"0,0 0-1 16,0 0-13-16,-2-9-3 0,2 9-3 0,0 0-8 15,-6-6 1-15,6 6-3 0,0 0-7 0,-2-7-3 16,2 7-5-16,0 0 13 0,0 0-16 0,0 0-4 15,-7-4-6-15,7 4 3 0,0 0 0 0,0 0-1 16,-5-5-10-16,5 5 14 0,0 0-13 0,0 0 1 16,0 0 2-16,0 0 3 0,-7-3-10 15,7 3 4-15,0 0 3 0,0 0-6 0,0 0 5 0,0 0-8 16,0 0 0-16,0 0 3 0,0 0 2 0,0 0-4 16,0 0-3-16,0 0-6 0,0 0-6 0,0 0 7 15,0 0-15-15,14-8 8 0,-3 7-4 0,2-1-7 16,6 2-6-16,9-3-5 0,2 0-7 0,-1 2-14 15,4-2-13-15,-1 0-49 0,0 3-124 0,-4-4 55 16</inkml:trace>
  <inkml:trace contextRef="#ctx0" brushRef="#br0" timeOffset="111782.54">27912 5450 140 0,'0'0'135'0,"-1"-12"-2"0,-2 6 21 0,3 6-8 15,0 0-8-15,0-13-12 0,0 13-16 0,0 0-10 16,-1-9-7-16,1 9-11 0,0 0-18 0,0 0-9 15,0 0-8-15,0 0-4 0,0 0-5 16,0 0-1-16,0 0-7 0,16 14-2 0,-9-7-5 0,0 4-2 16,2 0 0-16,3 4 1 0,-2-1-9 0,-1 3 4 15,2-3-11-15,-4 0 0 0,2 0 7 0,0-4-6 16,-2 3 6-16,0-1-8 0,1-3 8 0,-1 1-4 16,-2-1 0-16,-1 1-2 0,1-3-1 15,-1 3 1-15,0-5-2 0,-1 1 1 0,-1 0-4 0,4-1 2 16,-6-5 2-16,5 7-1 0,-5-7 6 0,3 7-3 15,-3-7 1-15,5 2 0 0,-5-2 9 0,0 0 10 16,0 0 7-16,5 3-1 0,-5-3-3 0,0 0-6 16,8-16-1-16,-1 7-1 0,-3-1-3 15,0-2-3-15,1 2 1 0,2-5-7 0,-3 0 3 0,6 0-2 16,-6-2 1-16,5 2 1 0,-3 1-8 0,2 0 4 16,-4 3-6-16,1-2-1 0,-2 5-11 0,1-2-15 15,-1 2-17-15,1 1-21 0,-2 0-24 16,-2 7-29-16,6-9-16 0,-6 9-12 0,4-3-11 15,-4 3 3-15,0 0-90 0,0 0-259 0,15 9 115 0</inkml:trace>
  <inkml:trace contextRef="#ctx0" brushRef="#br0" timeOffset="112130.51">28248 5640 107 0,'0'0'135'0,"0"0"-5"16,0 0-9-16,0 0-15 0,0 0-10 0,0 0-6 16,0 0-9-16,15-3-9 0,-15 3-12 0,10 0-1 15,-10 0-7-15,13 0 1 0,-5 0-19 16,-8 0 0-16,9 3-3 0,-3-2 0 0,-6-1-4 0,7 6-6 16,-2-3-16-16,-3 2 12 0,-2-5 3 0,3 12-7 15,-2-7 1-15,-1-5-7 0,-5 19 4 0,2-9-1 16,-4 2 10-16,-2 0-9 0,1 2 3 15,-3 0 0-15,2 0 4 0,1-4 2 0,0-1-11 16,0 1-2-16,0-1 10 0,0-1-6 0,3 0-1 0,-1-1 3 16,1-1-7-16,1 0 8 0,2 1-7 0,0-1-1 15,2-6 4-15,-1 11-4 0,1-11 8 0,1 12 2 16,1-7-10-16,4-1-3 0,-1-1 9 0,7 2-14 16,1-3-22-16,1-1-35 0,6 0-15 0,0-2-35 15,2 0-23-15,-2 1-86 0,-1-6-234 0,3 2 104 16</inkml:trace>
  <inkml:trace contextRef="#ctx0" brushRef="#br0" timeOffset="112323.49">28663 5631 58 0,'9'-3'126'0,"-9"3"-6"0,7-3-16 15,-7 3-8-15,13-1-21 0,-13 1-15 16,15-1-17-16,-9 1-21 0,3 1-20 0,-1 2-11 16,-2-2-27-16,2 2-5 0,-2 0-7 0,-6-3-48 0,6 11-103 15,-5-6 46-15</inkml:trace>
  <inkml:trace contextRef="#ctx0" brushRef="#br0" timeOffset="112468.14">28735 5699 157 0,'-7'6'-3'16,"2"-2"9"-16,-4 1 5 0,3 0 8 0,2-2 2 15,-2 0-2-15,6-3 5 0,-8 7 2 16,2-5 0-16,6-2-7 0,-5 5 3 0,5-5 2 15,-4 6 20-15,4-6 5 0,0 0 4 0,0 0-10 0,0 0 15 16,0 0 2-16,0 0-1 0,0 0 6 16,16 2-12-16,-16-2 3 0,22-3-16 0,-3 1 8 0,-6-2-32 15,9 0-26-15,5-3-26 0,-6 4-35 0,-1-1-79 16,-1 1-162-16,0-3 72 0</inkml:trace>
  <inkml:trace contextRef="#ctx0" brushRef="#br0" timeOffset="113022.68">28983 5383 116 0,'-3'-6'183'0,"1"-1"7"0,2 7-4 0,-4-9-13 16,4 9-7-16,-2-8-15 0,2 8-23 0,0 0-16 16,-3-6-18-16,3 6-11 0,0 0-10 15,0 0-10-15,0 0-5 0,0 0-4 0,0 0-8 16,-3 30-1-16,3-14-7 0,0 1-3 0,-2 9-6 15,0-9-1-15,1 4-1 0,0-3-2 0,0 0-6 0,-1 1-4 16,2 1-1-16,-1-2 0 0,0 0-2 0,-2-1 4 16,3-2-2-16,0 0 1 0,-1-2 0 15,0-2-6-15,-1 2 0 0,4-1 6 0,-1-1-5 16,-4 2 2-16,2-3-1 0,1 0-13 0,0-1-11 16,-1 1-13-16,1-10-12 0,0 13-29 0,1-7-30 0,-1-6-13 15,0 10-10-15,0-10-6 0,0 7-2 0,0-7-8 16,5 3-6-16,-5-3-75 0,0 0-234 15,0 0 104-15</inkml:trace>
  <inkml:trace contextRef="#ctx0" brushRef="#br0" timeOffset="113366.7">29144 5583 70 0,'0'-8'142'15,"0"8"-2"-15,0 0-4 0,0 0-11 0,0 0-9 16,0 0-15-16,-3-8-15 0,3 8-8 0,0 0-10 15,0 0-7-15,0 0-8 0,0 0 1 0,-9 19 1 0,7-10-5 16,-2-2-15-16,-1 2 5 0,5 1-2 0,-4-3-9 16,4 1 2-16,0-8-5 0,1 12-2 0,-1-5-5 15,5-1 7-15,-2 2-10 0,1-3 7 16,2 0 2-16,2 2 5 0,-3-5 6 0,4 1-3 16,-1-2-2-16,2 2 2 0,2-5-2 0,-1 2-1 0,0-1 1 15,1-2-1-15,-2 0 11 0,-2 1-1 0,-1-1-2 16,1-6-6-16,0 4-2 0,-3-3 2 15,1-1-4-15,-2-1-6 0,0-2 1 0,-3 1 1 16,-1 0-9-16,0-4-3 0,-3 2 2 0,1 3-4 16,-4-1-1-16,2 1-2 0,0 1 3 0,-1 0-11 0,-2 3-3 15,0 1-13-15,-1-2 0 0,2 5-13 0,-5-1-15 16,0 5-19-16,-2 0-19 0,2 1-22 16,-5 5-23-16,1 0-26 0,0 3-129 0,-1 1-304 15,2-3 135-15</inkml:trace>
  <inkml:trace contextRef="#ctx0" brushRef="#br0" timeOffset="113998.47">29447 5423 181 0,'0'0'182'16,"-3"-8"-11"-16,3 8-16 0,0 0-15 0,0 0-20 0,0 0-11 15,0 0-17-15,-5-4-11 0,5 4-7 0,0 0-8 16,0 0-9-16,0 0-7 0,5 27 0 15,-4-14-6-15,3-1-3 0,0 3-4 0,2 2-3 16,-1-2-1-16,1-1-2 0,-2 2 3 0,1 0-9 16,0-4-4-16,2 2-1 0,-3-3-3 0,-1 0 1 0,2-1 5 15,-1 0-9-15,0 0 7 0,0-1-6 0,-2-1-3 16,2-2-3-16,-2 0-4 0,-2-6 3 0,3 10 2 16,-3-10 2-16,4 6-3 0,-4-6 0 0,2 5 13 15,-2-5 9-15,4 5 14 0,-4-5 11 16,0 0 13-16,0 0 9 0,0 0 2 0,0 0-8 0,0 0-9 15,15-15 1-15,-11 8-15 0,4-5-3 0,0-6-7 16,3 2-2-16,-1-1-6 0,1 0-4 16,0 0-2-16,-3-2-1 0,1 1-1 0,-2 1-9 15,4 0-7-15,-2 0-5 0,-2 1-8 0,0 3-11 16,-1 1-8-16,-1 2-12 0,-2 0-19 0,1 6-21 16,-3-3-32-16,-1 7-28 0,0 0-33 0,5-11-40 0,-5 11-139 15,0 0-377-15,0 0 167 0</inkml:trace>
  <inkml:trace contextRef="#ctx0" brushRef="#br0" timeOffset="120748.48">25007 8423 117 0,'-2'-7'185'0,"2"7"-6"0,-3-9-10 0,3 9-20 16,0 0-13-16,-3-8-19 0,3 8-2 0,0 0-15 0,0 0-17 16,0 0-11-16,-2-7-9 0,2 7-7 15,0 0-8-15,0 0-2 0,-3 23-12 0,2-7 3 0,-3 2-3 16,0 6 5-16,2 0-5 0,-3 5-2 0,1 0-5 15,0-1 1-15,-2-2 0 0,0 4-8 0,0-5-1 16,1 3-4-16,1-3 3 0,2 0-5 16,0-6 4-16,0 1-4 0,1-1 1 0,-1-2-2 15,2-1 2-15,-2 0-4 0,4-2-4 0,-2-2 3 0,0 0-3 16,2 0-15-16,0-2-25 0,-1 0-23 0,1-3-22 16,-1-1-15-16,2 1-30 0,-3-7-14 0,0 10-126 15,0-10-285-15,0 0 127 0</inkml:trace>
  <inkml:trace contextRef="#ctx0" brushRef="#br0" timeOffset="121026.67">25001 8483 28 0,'14'-12'134'0,"4"2"7"0,0 1-11 16,2 3-13-16,7-4-4 0,-8 7-16 0,0 3-5 15,2 3-9-15,-5 3-7 0,1 3-8 0,-4 0-7 16,1 2-13-16,-4 4-1 0,-2-2 4 0,-1 6-10 16,-3-2-3-16,-4 1-1 0,0 0-7 0,-4 1-2 15,-6 4 2-15,1-5-5 0,0-3 1 0,-2 2-4 16,-2-2 3-16,-1 2 3 0,3-3-2 0,-5-2-5 16,-1 0 1-16,2 0-7 0,-4 0 5 0,1-2-4 15,3-1-3-15,-2 1-15 0,4-3-22 0,-1 1-21 16,5-2-38-16,-1 0-26 0,1-1-36 0,-1 1-79 0,2-1-242 15,3 1 107-15</inkml:trace>
  <inkml:trace contextRef="#ctx0" brushRef="#br0" timeOffset="121381.15">25219 8883 156 0,'0'0'156'0,"7"-2"-12"0,-7 2-20 16,0 0-2-16,14-2-5 0,-7 2 4 0,3-1-8 16,1 4-2-16,3-3-13 0,-3 2-5 15,0-1-12-15,0 1-3 0,0 2-10 0,1 0-6 16,-3 2-13-16,-4 0-2 0,1-1-2 0,-1 2-6 0,-2-2-4 16,0 4-5-16,0-2-2 0,-5 3 3 0,-2 1-5 15,1 0 2-15,-6 4 7 0,0-1 4 0,-2 1 2 16,-1-2 2-16,-1 0-2 0,-1 0 4 15,1 0-9-15,-1-1 4 0,5-3-6 0,-1-1-3 0,1-1-5 16,1 0-1-16,2 2-4 0,2-6-3 0,1 3-3 16,3-6-1-16,-4 9 0 0,4-9-3 0,-1 8-1 15,1-8 3-15,8 10-5 0,-2-7 2 0,8-3-4 16,-1 0-11-16,7 0-21 0,10-3-11 0,3-4-23 16,1-2-29-16,-1 2-37 0,3-1 5 0,-2-2-32 15,-1 1-12-15,1-3-135 0,-4 2-324 0,1-2 144 16</inkml:trace>
  <inkml:trace contextRef="#ctx0" brushRef="#br0" timeOffset="121543.69">25881 8850 141 0,'0'0'177'0,"2"-4"-3"0,-2 4-13 16,6-5-19-16,-6 5-10 0,0 0-13 0,6-5-13 15,-6 5-16-15,11-4-4 0,1 3-9 0,-1 1-17 16,0 0-25-16,3 1-30 0,-1 0-25 0,1 2-24 15,-1-4-23-15,-2 2-28 0,3 2-19 0,-6 0-81 16,-1 1-210-16,-1-2 94 0</inkml:trace>
  <inkml:trace contextRef="#ctx0" brushRef="#br0" timeOffset="121681.67">25904 8942 124 0,'0'0'122'0,"-9"5"0"15,5-2-9-15,4-3-2 0,0 0-12 16,-8 4-11-16,8-4-12 0,0 0-2 0,0 0-7 15,0 0 0-15,0 0 4 0,21 10-17 0,-7-9-4 16,4-2-40-16,13 0-46 0,-4-4-54 0,2-1-97 0,5-2-204 16,-3 0 91-16</inkml:trace>
  <inkml:trace contextRef="#ctx0" brushRef="#br0" timeOffset="123901.9">26712 8625 141 0,'-2'-11'163'0,"0"3"8"0,-2-3-12 16,3 2-9-16,-1 2-15 0,2-2-13 0,0 9-12 16,3-12-10-16,-1 5-11 0,4 2-12 0,0 1-7 0,5 1-9 15,1 0-6-15,0 2-3 0,1 2-7 0,2-1-5 16,-2 2-5-16,3 5-6 0,-3-3-1 0,-2 2-2 16,1 0-3-16,1 4-4 0,-3 0 0 15,-2-1-4-15,-4 1-4 0,1 3 0 0,-5 2 1 0,0 0-1 16,-3 3 0-16,-3 0 4 0,-4-2-4 0,-3 0-3 15,0-1 0-15,-3-2-2 0,-5 5 2 0,4-7-2 16,1-2 5-16,1 0-2 0,1-4-1 0,5-1-2 16,0 1 0-16,3-2-1 0,0-1 2 0,6-2-1 15,-8 4 3-15,8-4-7 0,-5 1 0 0,5-1 3 16,0 0-8-16,0 0 4 0,0 0 0 0,0 0-3 16,0 0 3-16,32 3 4 0,-14-4-4 0,-3 2-2 15,6 0 1-15,-2 2 3 0,2-1-8 0,-1 1 2 16,-2 1 2-16,-2 1-3 0,-3 0-5 0,-1 2 8 15,-1-1 0-15,-2 0 0 0,0 4 0 0,-4-2 1 16,1 1-3-16,-4 0 6 0,0 3-2 0,-4-5-2 16,-2 3 4-16,-3-2 0 0,-2 1-1 0,0-2-1 15,-2 1-1-15,-7 1 8 0,3-2-4 0,-4-1 4 16,-1 0-7-16,0-1 3 0,0-3-1 0,1 1 0 16,0-3 0-16,0 2 0 0,0-2 0 0,4 0-4 15,0 0-7-15,4-2-34 0,0 0-17 0,4 1-24 16,-2 0-20-16,9 1-30 0,-7-6-34 0,7 6-94 15,-4-9-281-15,4 9 124 0</inkml:trace>
  <inkml:trace contextRef="#ctx0" brushRef="#br0" timeOffset="124236.13">26924 8800 75 0,'0'0'136'0,"4"-4"-10"0,-4 4-15 16,0 0-14-16,0 0-11 0,0 0-5 0,0 0-9 15,2 16-1-15,-2-9-12 0,-2 3-5 0,2 0-4 16,0 1 2-16,0 2-13 0,0-3 18 0,0 2-18 16,2-1-2-16,1-1-1 0,2-1-9 0,-1 1 6 15,3-2 4-15,-1 0 2 0,4-3 4 0,-4 1 4 16,5 0 3-16,-4-4 6 0,6-1 4 0,-4 1 3 0,4-2 3 16,-1-2-4-16,-1-1-4 0,1-1 1 15,-1-3 8-15,0-1-7 0,3 0-2 0,-1-4 0 16,-2 1-4-16,-4-4-1 0,-1 1-8 0,-1-2-3 15,-3 0-6-15,-2-2-4 0,0 2-4 0,-7-1-3 0,3 0-4 16,-4 1-1-16,-2 0-6 0,-1 1 2 0,-3 0-7 16,1 3 0-16,-2 4-6 0,-1-2-11 15,3 9-14-15,-6-2-11 0,6 5-17 0,-5 0-28 16,-1 6-20-16,6 1-23 0,-5 1-14 0,5 2-26 0,2 1-16 16,1 2-115-16,4-4-314 0,1 1 139 0</inkml:trace>
  <inkml:trace contextRef="#ctx0" brushRef="#br0" timeOffset="124814.43">27208 8882 150 0,'0'0'154'0,"0"0"-11"0,0 0-10 0,0 0-19 0,0 0-13 15,10 3-13-15,-10-3-3 0,0 0-3 0,4 9-19 16,-3-4-7-16,-1-5-2 0,4 10-5 0,-4-5-10 15,0-5 6-15,4 9 3 0,-4-9-1 0,0 9-6 16,0-9-7-16,0 7-1 0,0-7 9 0,0 0 21 16,0 0 10-16,4 6 8 0,-4-6 13 0,0 0 7 15,0 0 11-15,0 0 5 0,0 0-6 0,0 0-13 16,0 0-9-16,0 0-6 0,0 0-8 0,0 0-11 16,0 0-5-16,-8-23-8 0,8 23-6 0,0-12-3 15,0 3-5-15,2 0-7 0,0 0-4 0,-2-3-4 16,5 1-14-16,0 0-5 0,4 1 0 0,-3 0-6 15,1 0-1-15,3 4 2 0,-2 0-2 0,-1 2-3 16,5 0-1-16,-4 2 0 0,3 2 0 0,-2 4-1 16,3 0 2-16,0 3-1 0,-3 0 2 0,1 2-6 15,-1 0 11-15,4 3-7 0,-6-1 3 0,0 0 0 16,-1-1-1-16,-1 0 0 0,1 2 6 0,-1-4-2 16,-4 0 0-16,0-1 2 0,2 0 4 0,-3-7-6 15,0 9 6-15,0-9 2 0,2 9-1 0,-2-9 4 16,0 0-1-16,0 0 1 0,-12 3-4 0,12-3 0 15,0 0 2-15,0 0-3 0,-9-12 2 0,9 12-1 16,-4-14-2-16,4 5-2 0,0-4 3 0,2 1-5 0,2-4-2 16,1-2 3-16,5 0 0 0,0 2-3 15,-1 0 1-15,5 1 0 0,0 1 1 0,-3 4-2 16,-2 0-3-16,2 4 1 0,1 2-1 0,-3 0 0 16,1 2 1-16,0 2-4 0,1 1 4 0,-2 2-4 0,0 2-1 15,-2 0 3-15,1 3 1 0,1-1-1 0,-2 1 5 16,0 3-3-16,-2-1 1 0,3 4 3 15,-4-2-5-15,-2 0-7 0,1 1-11 0,0 0-26 16,-1-1-30-16,-4 1-28 0,4 1-42 0,-2-2-39 16,0-2-31-16,0 1-131 0,-2-5-380 0,2-6 170 0</inkml:trace>
  <inkml:trace contextRef="#ctx0" brushRef="#br0" timeOffset="125354.62">27786 8749 92 0,'0'0'231'0,"0"-10"-17"0,0 10-22 0,2-7-20 16,-2 7-18-16,0 0-21 0,0 0-17 15,0 0-13-15,0 0-14 0,0 0 1 0,5 22-7 0,-4-9-7 16,1 2-3-16,0 0-3 0,0 2-3 0,1 0-7 16,0-1-6-16,-1-3 0 0,1 1-4 0,1-2-5 15,1-1-3-15,-1-2-2 0,3 1-8 0,-2 0 6 16,1-4-4-16,-1-1 1 0,-1 0 1 0,2-1 9 15,0-1 12-15,2-1 4 0,-1-1-1 0,-7-1 1 16,16-2-2-16,-9-1-2 0,0-2 1 0,1 0 2 16,-1-4-13-16,2 0-1 0,-2-1-2 0,-1-5 2 15,4 2-7-15,-3-1-4 0,-3-5 0 0,3 2-7 16,2 1-3-16,-6 1-3 0,-1 3-6 0,1 1 0 16,-2 2 4-16,1 2-3 0,0 1-5 0,-2 6-8 15,5-9-1-15,-5 9-4 0,0 0-2 0,3-5 2 16,-3 5 5-16,0 0-8 0,0 0-1 0,10 24 2 15,-7-12 2-15,3-1 7 0,-4 4-8 0,3 0 4 16,1-4-5-16,-1-1 3 0,2 1-2 0,1-1 8 16,-3-1-7-16,4 1 1 0,1-3 3 0,-1-1-3 15,1 1 0-15,2-3 5 0,1-1 10 0,-1-1-11 16,-1-1 0-16,2-2 2 0,0-3 6 0,0 1 7 16,4-4 3-16,-4-1 4 0,-4 1 2 0,3-5 9 15,-1-1 2-15,-1-2-9 0,-4-2-4 0,2 0 1 16,-1-9-3-16,-2 8 3 0,-3-1-4 0,2-6 0 15,-4 1-3-15,0 5-2 0,-3 0 0 0,2 3-5 16,-1-1 2-16,0 5-12 0,1 2 4 0,-1 0 3 16,0 2-4-16,2 8-10 0,0-12-29 0,-1 7-26 15,1 5-46-15,0 0-29 0,0 0-15 0,0 0-15 0,0 0-31 16,-12 18-36-16,6-1-41 0,-4-2-162 0,1 9-471 16,-5 1 209-16</inkml:trace>
  <inkml:trace contextRef="#ctx0" brushRef="#br0" timeOffset="125781.16">25964 9568 151 0,'-37'3'194'0,"9"-1"-6"0,10-1-5 0,5 0-8 0,2 1-23 16,2-2-19-16,9 0-16 0,-5 1-8 0,5-1 5 15,0 0-1-15,55 2-2 0,5-5-2 0,41-7-8 16,11-6-2-16,16 0-7 0,7-8-4 0,15 4-10 15,1-3-5-15,0 1-9 0,1 2 6 0,-1 3-6 16,0-8-5-16,-6 2-7 0,-1 3 1 0,-4 0-5 16,-6 2-3-16,-2 2-6 0,-6 3-3 0,-4 0-4 15,-10 2-3-15,-10 3-6 0,-11 2 1 0,-32-1-4 16,1 3-5-16,-4 1-4 0,-4 1-9 0,0 0-7 16,-17-2 1-16,1 0 1 0,-8 2-7 0,3 0-10 15,-11-1-14-15,-2 1-15 0,-4 1-18 0,-1 0-23 16,-6-1-20-16,1 1-28 0,-1-1-42 0,-7 2-54 15,0 0-120-15,9-12-383 0,-9 12 169 0</inkml:trace>
  <inkml:trace contextRef="#ctx0" brushRef="#br0" timeOffset="125919.9">29090 9021 5 0,'-9'5'23'0,"-1"2"-28"16,2-5-6-16,-3 1 4 0</inkml:trace>
  <inkml:trace contextRef="#ctx0" brushRef="#br0" timeOffset="163490.09">4781 5228 25 0,'0'0'143'16,"2"-7"-4"-16,-2 7-2 0,0 0-5 0,1-5-18 15,-1 5-4-15,0 0-10 0,0 0-9 0,0 0-20 0,7-5-3 16,-7 5-5-16,0 0-15 0,0 0 3 0,0 0-17 16,0 0 8-16,0 0-14 0,0 0-2 0,0 0-2 15,0 0 2-15,7 17-6 0,-3-8 5 16,0 3-1-16,0 5-10 0,1 0 2 0,1 9-7 16,2-4 4-16,-2 4-2 0,2 1-3 0,-1 0 4 0,3 1-7 15,-3 2 10-15,2 0-4 0,-2-2 3 16,0 2-2-16,0 1-10 0,-2-2 7 0,1-1-9 15,2-1 9-15,-3 1-2 0,-1-8-6 0,4-2 6 16,-2 0-1-16,0-1-2 0,1-3-1 0,-2 1 5 16,-3-4-3-16,4-3-2 0,-5 0-1 0,4-2 5 0,-1-1-2 15,0-2 9-15,-4-3 15 0,5 7 9 0,-5-7 10 16,0 0 5-16,9-1-2 0,-3-8-5 0,-1-2-2 16,7-2-5-16,-3-4-3 0,5-9 3 15,1-3-3-15,2-1-7 0,-1 0 0 0,9-13-6 16,-3 0-4-16,0 1 0 0,-5 10-4 0,6-13 4 0,-5 15-7 15,6-11 0-15,-6 12-3 0,0 0 0 0,0 0-5 16,-3 3 0-16,2 4 2 0,-7 6-3 16,1 0 1-16,-4 6-3 0,-1 0 1 0,-3 5-10 15,1 0-12-15,-1 0-16 0,-3 5-5 0,9-4-11 16,-9 4-14-16,0 0-16 0,0 0-22 0,12 13-24 16,-8-4-24-16,0 5-17 0,-2 4-97 0,1 1-288 0,-5 1 128 15</inkml:trace>
  <inkml:trace contextRef="#ctx0" brushRef="#br0" timeOffset="163824.5">5538 5557 61 0,'0'0'112'0,"2"13"7"15,-2-2-3-15,0 6 8 0,0 8-13 0,-4 2-8 16,-3 4-1-16,2-1-7 0,0 0-10 0,0-1-6 0,0 2-1 16,1-4-8-16,1-2 4 0,-3 0-8 15,4-6-2-15,-2 5-8 0,0-7-12 0,1 2 0 16,1-4 0-16,1-1-6 0,-1-5-2 0,1 2-4 16,1-6-3-16,-1 3-2 0,1-8 0 0,0 10-3 15,0-10-2-15,0 9 1 0,0-9-3 0,0 0 3 0,1 7-9 16,-1-7 3-16,0 0-7 0,6 5 9 15,-6-5 0-15,11 1-8 0,0-2 2 0,1-2 2 16,5 1-6-16,5 0-18 0,6-5-36 0,4 0-26 16,4 3-32-16,2-4-37 0,11-4-19 0,0-1-99 15,-12 5-280-15,12-3 124 0</inkml:trace>
  <inkml:trace contextRef="#ctx0" brushRef="#br0" timeOffset="164023.64">6595 5621 117 0,'0'0'146'0,"0"0"-11"0,0 0-11 16,0 0-21-16,0 0-3 0,13-2-18 0,-13 2-5 15,18-4-4-15,-3 4-11 0,5-1-27 0,8-1-36 16,1 0-45-16,-7-1-18 0,6 2-94 0,-11 1-170 15,-1 0 76-15</inkml:trace>
  <inkml:trace contextRef="#ctx0" brushRef="#br0" timeOffset="164196.18">6614 5763 148 0,'0'0'217'16,"0"0"-5"-16,-10 3-12 0,10-3-15 0,0 0-16 15,-5 2-25-15,5-2-12 0,0 0-10 0,0 0-16 16,24 4-4-16,-3-4-27 0,7-2-38 0,4 2-42 16,2-3-69-16,5-1-58 0,-1 0-141 0,13-5-296 15,-12 2 131-15</inkml:trace>
  <inkml:trace contextRef="#ctx0" brushRef="#br0" timeOffset="177903.79">9026 4510 25 0,'0'0'175'0,"-3"-8"-8"0,3 8-8 0,0 0-23 0,0 0-9 15,0 0-15-15,-1-10-18 0,1 10-11 16,0 0-10-16,0 0-6 0,0 0-13 0,0 0-2 0,16 16-3 15,-8-6-7-15,5 3 1 0,5 6-8 0,-5-3-3 16,3 6-2-16,-1 1-9 0,2 0-1 16,-1 0 3-16,-2 1-1 0,0-1-4 0,0 1 1 15,-1-2-4-15,-3-6-4 0,0 0 2 0,0 0-2 16,-2-3 6-16,5 3-7 0,-7-5 0 0,3-2-1 16,-2 1 2-16,0-1-3 0,-3-1-2 0,1-2-1 0,0-1 4 15,-1-2-6-15,-4-3 4 0,8 7 9 0,-8-7 17 16,6 4 23-16,-6-4 5 0,0 0 10 15,0 0 5-15,14-8-11 0,-8-1-7 0,2-7 5 16,3 0-10-16,-2 0 4 0,3-13-8 0,0 2-3 16,-1-3-10-16,3 0-1 0,-1-3-4 0,-1 1 0 0,-2 0-8 15,1 0 1-15,1 2-3 0,-3-2-3 0,0 3-2 16,-3 1-2-16,6 4-1 0,-6-1-4 0,-1 9 0 16,-1 4-2-16,-1 1 25 0,0 3-11 0,-1 0-33 15,-1 2-40-15,-1 6-40 0,2-5-26 16,-2 5-6-16,0 0-14 0,0 0-20 0,2 20-22 15,-6-3-153-15,-4 9-359 0,1 1 159 0</inkml:trace>
  <inkml:trace contextRef="#ctx0" brushRef="#br0" timeOffset="178250.21">9811 4649 198 0,'0'0'241'0,"7"-8"-11"0,-7 8-13 0,0 0-18 0,0 0-15 16,0 0-19-16,0 0-19 0,0 0-17 0,0 0-15 16,0 0-13-16,0 0-9 0,0 0-8 0,0 0-12 15,-20 15-7-15,12-5-8 0,2-2-6 0,-2 1-4 16,2 0-8-16,1 0-3 0,1 2-5 0,0 0-3 16,3 0-3-16,1 1-7 0,1-2 1 0,3 3 0 15,0-3-4-15,2 0-3 0,4 4 0 0,-3-3 2 16,2-1-3-16,0 0 1 0,3 2-2 15,-4-3-3-15,1-1 4 0,0 1-8 0,0-1 0 0,-3-1 0 16,2 1-2-16,-3-1-2 0,-1-3 0 0,0 4 0 16,0-4-3-16,-2 2 4 0,-2-6 0 0,0 13 1 15,0-13 0-15,-9 13 2 0,0-6 4 0,-1 0-4 16,-4 2-4-16,-4-4-2 0,0 2-19 0,-1-1-15 16,0-2-33-16,0 0-32 0,-3 1-33 0,4-3-46 15,1 3-182-15,3-4-394 0,7 1 174 0</inkml:trace>
  <inkml:trace contextRef="#ctx0" brushRef="#br0" timeOffset="178555.8">10374 4585 2189 0,'3'-12'-60'0,"-3"-1"75"15,1 0-10-15,-2 3 14 0,1 3 17 0,0 7 13 16,0-13 4-16,1 6-9 0,-1 7-4 0,0-8-4 16,0 8-7-16,0 0-4 0,1-10 2 0,-1 10-14 15,0 0-1-15,7-3-1 0,-7 3-1 0,16 7 2 16,-3-1-2-16,4 1 0 0,1 3 2 0,5 5 1 16,0-3-3-16,-5-1 0 0,1 0 3 0,-1 1-2 15,2 3 2-15,-3-5 0 0,-1 3-2 0,1 0 1 16,-3-3-2-16,3 1-3 0,-2-2-1 0,-1 3-19 15,-4-4-26-15,2 6-27 0,-3-7-34 0,-2 2-40 16,2-1-49-16,-1 1-7 0,-3-1-135 0,-1-1-358 16,0-3 158-16</inkml:trace>
  <inkml:trace contextRef="#ctx0" brushRef="#br0" timeOffset="178748.37">10755 4407 143 0,'0'0'180'0,"-4"-6"-21"0,4 6-17 16,0 0-7-16,-15 13 3 0,1 1-3 0,-5 11-4 15,-12 15-6-15,-5 3-13 0,1 1 0 0,-3 0-14 16,4 1-8-16,-2 0-8 0,0-4-15 0,7 0-41 16,-2-3-40-16,4 1-46 0,7-10-64 0,0-1-156 15,2-1-303-15,0-2 134 0</inkml:trace>
  <inkml:trace contextRef="#ctx0" brushRef="#br0" timeOffset="181410.49">11269 4297 75 0,'0'-8'203'0,"0"8"-12"0,-4-14-7 15,1 5-4-15,3 9-2 0,-1-13-9 0,-1 9 15 16,2 4-21-16,-4-7-17 0,4 7-17 15,0 0-22-15,0 0-14 0,0 0-10 0,0 0-10 0,0 0-1 16,0 0-14-16,7 32-7 0,-4-13-6 16,1 9-2-16,-2 3-5 0,1 2-3 0,-3-1-2 15,1-3-2-15,-2-1-2 0,1 5-3 0,1-6-4 0,1-1-3 16,0-3-2-16,1-2 3 0,-1-4-6 16,0 3 2-16,1-4-1 0,-3 2-4 0,2-6-5 15,0 3-12-15,-1-3-18 0,1-3-17 0,-2 1-27 16,0-10-22-16,-2 15-26 0,2-15-23 0,-1 12-15 15,1-12-22-15,-2 9-149 0,-3-6-350 0,5-3 155 16</inkml:trace>
  <inkml:trace contextRef="#ctx0" brushRef="#br0" timeOffset="181716.48">11361 4217 100 0,'0'-7'113'0,"0"7"-14"16,0 0-10-16,3-5-4 0,-3 5 0 0,0 0-12 16,0 0-3-16,17 10-4 0,-10-2-7 0,-3 0-5 15,1 4-4-15,0 4-1 0,-4 0-4 0,-2 4-8 16,0 0-2-16,-8 3-1 0,1-4 5 0,-6 3 3 16,2-5 3-16,1-3 9 0,-2 1 16 0,0-4 9 15,4-2 4-15,2-1 3 0,0-1-2 0,2-1-6 16,1-2-5-16,4-4-14 0,-7 7-4 0,3-3-8 15,4-4-4-15,-5 4-6 0,5-4-6 0,0 0-3 16,-4 6 0-16,4-6-9 0,0 0 4 0,13 12-5 16,-3-7-16-16,3 0-16 0,6-1-26 0,0-1-41 15,12 0-28-15,-2-3-35 0,1 0-25 0,-2 0-117 16,2-3-308-16,-9 1 137 0</inkml:trace>
  <inkml:trace contextRef="#ctx0" brushRef="#br0" timeOffset="181964.95">11752 4401 15 0,'0'0'157'0,"5"-3"-9"0,-5 3-8 0,0 0-20 16,0 0 2-16,10-3-30 0,-10 3-2 0,0 0 8 15,7 14-11-15,-7-14 19 0,2 28 12 0,-4-10-19 16,2 9-5-16,0 0-13 0,0 1 2 0,-3-2-10 16,1-4-11-16,2-2-3 0,0-4-4 0,-2 1 2 15,5 0 5-15,1-6 3 0,-4 1-3 16,4-1-1-16,1 0-5 0,0-2 4 0,1 0 0 15,3-2-7-15,1-1-3 0,3-3-3 0,5 0-3 0,4 0-2 16,5-2-5-16,2-5-4 0,3 1-4 0,1-3-13 16,3-1-28-16,1 1-30 0,-3 0-35 0,2-2-39 15,-1 2-52-15,-6 0-45 0,-6 5-139 0,-5-2-379 16,0 3 168-16</inkml:trace>
  <inkml:trace contextRef="#ctx0" brushRef="#br0" timeOffset="182502.08">8953 5561 25 0,'-7'-1'169'0,"7"1"-16"0,0 0-18 16,-11-3-12-16,11 3-5 0,0 0 10 0,0 0-1 15,53 4 2-15,3-4 2 0,41-5 2 16,7-5-15-16,18 1-11 0,17-3-8 0,12-5-9 16,3-2-9-16,3 4-1 0,5-3-8 0,1 1-8 15,-5 3-6-15,-6-1-5 0,3 6 0 0,-2-1-5 0,-1 2-3 16,-5 3-5-16,-5-3-4 0,-5-3 1 0,-9 2-1 15,-11-4-8-15,5 4 1 0,-10-2-4 0,-5 1 3 16,-6 2-3-16,-11-2-3 0,-32 6-1 0,-2-4-2 16,-5 4-7-16,-16-1 4 0,-5 3-1 15,-9-3 0-15,-3 3-3 0,-6 0 1 0,1 2-2 0,-6 0-1 16,0 0 0-16,-7 0-5 0,12 0-6 0,-12 0-18 16,0 0-32-16,0 0-41 0,0 0-57 0,0 0-48 15,-34 9-186-15,7-2-414 0,-9-4 183 16</inkml:trace>
  <inkml:trace contextRef="#ctx0" brushRef="#br0" timeOffset="184374.1">9806 5887 57 0,'-4'-6'210'0,"1"0"-26"16,-1 0-5-16,4 6-10 0,-5-10-11 0,5 10-19 15,-4-6-18-15,4 6-12 0,0 0-16 0,0 0-14 16,0 0-3-16,0 0-9 0,-2 20-4 0,3-6-8 15,0 11 1-15,-1 3-7 0,3 2-2 16,-2-1-4-16,2 0-3 0,-3 3-3 0,0 0-7 16,1-6 0-16,0 1-1 0,1 1-3 0,0-2 1 0,1-1-7 15,-3-6 2-15,1-1-2 0,2-1-4 0,-3 1 0 16,1-3-14-16,0 1-26 0,-1-2-31 16,3-2-28-16,-3-1-37 0,1 0-33 0,-2-1-26 15,-3 1-98-15,4-11-298 0,-8 10 132 0</inkml:trace>
  <inkml:trace contextRef="#ctx0" brushRef="#br0" timeOffset="184694.47">9867 5860 20 0,'8'-3'112'0,"-2"2"-6"0,2 1-2 16,-8 0 4-16,17 4-20 0,-6 3-7 0,-5 1-9 0,1 4-8 15,1 3-6-15,-2-2 0 0,-3 3-9 16,-1 0-4-16,0 0-7 0,-4-1 4 0,2-4-6 16,-3 3-5-16,-3 1-1 0,2-5 14 0,-5 3-1 15,3-4 3-15,-2 0 5 0,-1-1 3 0,0-2 2 16,0-1-1-16,0-3 1 0,2 1-4 0,-1 0-1 0,1 0-1 16,7-3 1-16,-10 2-9 0,10-2 0 15,-9 2-7-15,9-2-5 0,0 0-7 0,-5 6-4 16,5-6-5-16,0 0 3 0,0 0-3 0,13 15 1 15,-3-6-2-15,1-1-1 0,2 1-4 0,4 2-7 16,1 1-16-16,6 0-33 0,-1 0-22 0,3 0-27 16,-6-5-23-16,7 1-21 0,-6-3-117 0,7-1-279 15,-8-3 124-15</inkml:trace>
  <inkml:trace contextRef="#ctx0" brushRef="#br0" timeOffset="184971.75">10367 6073 92 0,'0'0'165'0,"-3"-12"-15"0,3 12 2 0,-7-7-10 16,1 4-9-16,6 3-18 0,-16 0-3 0,4 4-8 16,1 1-10-16,-3 3-8 0,1 4-7 0,3-3-16 15,-2 4 5-15,6-1-13 0,-2 2-2 0,3 2-4 16,4-4-10-16,2 4-2 0,1-5 0 0,5 5 1 16,2-3-9-16,2 2-1 0,1-4-2 0,1 2-7 15,2 0 4-15,0-1-4 0,1-2-4 0,-2 1 4 16,-3-2-5-16,-2-1-4 0,0 0 2 0,-1-1 0 15,-3 0 2-15,-1-1-3 0,-3-1 1 0,0 2 0 16,-1-7 3-16,-11 10 2 0,1-1-5 0,-6 0 1 16,0 0 0-16,-6-3-3 0,3-3-1 0,-2 3-8 15,0-2-14-15,0 0-24 0,3 0-18 0,5-3-44 16,1-1-39-16,3-1-177 0,9 1-341 0,-16-4 152 16</inkml:trace>
  <inkml:trace contextRef="#ctx0" brushRef="#br0" timeOffset="185160.3">10639 6159 180 0,'14'-2'181'0,"3"-4"-8"0,0 2-18 16,1-1-17-16,2 3-8 0,1-1-16 0,1 0-9 15,-3 1-12-15,11 2-10 0,-13 1-23 0,4 0-28 16,-5 0-38-16,-3 1-28 0,1-2-33 0,-2 0-25 15,-1 1-15-15,-11-1-83 0,14 0-205 0,-14 0 90 16</inkml:trace>
  <inkml:trace contextRef="#ctx0" brushRef="#br0" timeOffset="185340.64">10836 6046 49 0,'-6'-4'144'0,"0"-1"9"0,2 0 8 0,4 5 3 15,-6-7-9-15,6 7-12 0,-5-6-16 0,5 6-10 16,-7-2-15-16,7 2-13 0,0 0-7 0,0 0 2 15,0 0-1-15,-6 21-6 0,5-9-4 0,-2 8-3 16,-1 5-4-16,1 1-8 0,0-2-4 0,0 4-8 16,1-10-1-16,2 5-5 0,-3 3-13 0,3-1-33 15,0-6-46-15,-1 2-47 0,6-4-44 0,-2 2-176 16,-1-3-344-16,1-3 152 0</inkml:trace>
  <inkml:trace contextRef="#ctx0" brushRef="#br0" timeOffset="185598.64">11224 5931 267 0,'0'-6'266'0,"0"6"-25"16,3-8-34-16,-3 8-23 0,0 0-20 0,0 0-21 15,0 0-6-15,0 0-3 0,5 25 2 0,-5-7-14 16,1 6-9-16,0 2-9 0,-1 1-13 0,2 0-7 15,-1-2-4-15,-1 2-10 0,-1-2-6 0,2 3 3 16,-1-4-15-16,0-4-3 0,0-1-6 0,-1 2-3 16,1-4-14-16,-2-1-17 0,0-1-28 0,-1 2-25 15,1-8-31-15,-3 2-31 0,0 0-38 16,2-3-22-16,0-2-29 0,0 1-163 0,-5-3-387 0,0-3 172 16</inkml:trace>
  <inkml:trace contextRef="#ctx0" brushRef="#br0" timeOffset="185905.22">11277 5876 97 0,'7'-8'148'0,"-3"-3"-12"0,2 4-12 0,0 2-7 16,-1 1 1-16,-5 4-12 0,11 0-8 0,-11 0 2 16,16 9-2-16,-10-2-7 0,0 3-12 0,1 1-3 15,-2 6-6-15,-3 0 0 0,-3 2-16 0,-2 5-1 16,-4-5-11-16,-1 6-1 0,1-9-1 0,-2 0-1 15,-2-2-4-15,5-4 1 0,0-1-3 0,-1 1 10 16,3-4 1-16,-1-1 1 0,-1-1 5 0,6-4 1 16,-7 8-3-16,7-8-3 0,-6 5-7 0,6-5 2 15,0 0-6-15,-1 6-6 0,1-6-2 0,0 0-4 16,0 0-1-16,7 10-1 0,0-9-4 0,6 1-2 16,5 1-4-16,3-2-8 0,1 2-23 0,5-3-13 15,1 0-19-15,0 1-33 0,-6 2-23 0,6-6-23 16,1 3-15-16,-8 2-10 0,0-2-13 0,-1-2-96 15,-4 1-286-15,-2 1 127 0</inkml:trace>
  <inkml:trace contextRef="#ctx0" brushRef="#br0" timeOffset="186154.77">11739 6020 106 0,'5'-7'161'16,"1"0"6"-16,-4 1-2 0,0 1 3 0,-2 5 2 16,4-9-7-16,-4 9-11 0,5-4-17 0,-5 4-14 15,0 0-19-15,0 0-6 0,0 0-9 16,0 0 10-16,0 0 6 0,4 24-1 0,-5-6-2 0,-4 5-3 15,1 4-10-15,-1-2-3 0,0-6-11 0,-1 3-2 16,3-3-6-16,1-1-6 0,-1 0-3 0,2-1-2 16,-1 0-8-16,1-5 0 0,1-2-6 0,0 3-2 15,1-4-4-15,2 1 2 0,-2-2-6 0,1 0 1 16,3-1-1-16,-3 0-3 0,2-2 1 0,-4-5-5 16,7 7 4-16,0-3-3 0,1 1-8 0,2-3 3 15,3 0-14-15,0-2-18 0,6 0-39 0,1-2-35 16,2-3-50-16,7-1-63 0,2-4-53 0,1 0-181 15,2-4-469-15,12-5 208 0</inkml:trace>
  <inkml:trace contextRef="#ctx0" brushRef="#br0" timeOffset="186496.22">13440 5372 276 0,'0'0'275'0,"-6"-2"-10"0,6 2-13 16,0 0-14-16,0 0-21 0,0 0-20 0,0 0-19 16,0 0-23-16,0 0-13 0,0 0-17 0,0 0-13 15,0 0-10-15,25-9-12 0,-7 7-9 0,4-2-21 16,5 2-30-16,-4-1-31 0,-3 3-42 0,0-3-48 16,0 6-41-16,-2-3-46 0,-4 3-29 0,-3 1-151 15,-7 2-386-15,4-3 171 0</inkml:trace>
  <inkml:trace contextRef="#ctx0" brushRef="#br0" timeOffset="186648.84">13380 5582 27 0,'0'0'266'16,"-5"5"-3"-16,5-5-11 0,0 0-16 0,0 0-14 16,0 0-26-16,0 0-17 0,0 0-21 0,0 0-15 15,32-2-15-15,-9-2-23 0,8-1-42 0,5-1-58 16,3 2-72-16,10-8-90 0,-16 8-180 0,5-3-365 15,-4-1 163-15</inkml:trace>
  <inkml:trace contextRef="#ctx0" brushRef="#br0" timeOffset="191844.84">14874 5041 50 0,'0'-8'178'0,"0"8"-15"16,0 0-14-16,0 0-5 0,0 0-17 0,0 0-10 16,0 0-10-16,0 0-13 0,0 0-13 0,0 0-10 15,0 0-8-15,0 0-6 0,0 0-5 0,0 0 0 16,0 0-17-16,0 0-1 0,0 0-5 0,0 0 0 15,0 0-5-15,0 0-1 0,-15 15 0 0,15-15-2 16,-3 9-6-16,3-1 3 0,0-8-3 0,0 10-4 0,0-10 0 16,5 14 0-16,-5-8-2 15,4 0-1-15,0 0 3 0,-2 0-8 0,1 1 4 0,3-2-4 16,1 1 4-16,3 0-4 0,-1 0 3 0,2 1 4 16,0 2 2-16,0-2 4 0,7 1-6 0,-5 1 2 15,1 1 1-15,-5-1-7 0,2-3 4 0,-2 4 1 0,3-5 3 16,-2 1-8-16,-3 0 5 0,2 1-13 15,-2 2 8-15,-2-3 2 0,-1 1 1 0,-2 0 0 16,-2 1-1-16,2 0-3 0,-2-8 4 0,-5 15-1 16,-3-5 1-16,1-1-4 0,-3-1 2 0,-4 3 2 15,-2-4-1-15,-2 1-1 0,1 0-3 0,-2-1-2 16,-1-5 7-16,3 4-9 0,4-6 7 0,2 1 2 0,-1-2-5 16,2-1 1-16,1-4-1 0,0 1 4 15,2-1 1-15,4 0-2 0,-1 0-3 0,0-4 0 16,4 1-1-16,0-4 0 0,4 0-1 0,1-1-4 15,4-1 2-15,2 1 1 0,2 0-4 0,1 0-1 16,4-6-1-16,-2 1 2 0,-1 4 1 0,6-1 2 16,1-1-7-16,-2 0 5 0,1 0-1 0,0-1 0 15,-7 7 4-15,1-3 1 0,-2 0 6 0,-3 1 0 16,2-2 8-16,-3 1 5 0,-2 3 4 0,-3 0 7 16,2 1 7-16,-2-1-6 0,-1-1-1 0,-3-1-3 15,-3 3-2-15,1-3-6 0,-4 3-3 0,-1 1-2 16,-1-1-1-16,-1 1-4 0,-2 1-2 0,-2 3-6 15,-2 2-1-15,-2 0 2 0,3 0-1 0,-5 6 0 16,0 2-3-16,-6 4 2 0,1 3-2 0,-1 4 3 16,-2 2-6-16,5 1 3 0,-1 2-6 0,5-1-16 15,4-4-34-15,6 0-20 0,1 3-46 0,4-3-49 16,4-3-176-16,3-2-373 0,3-2 165 0</inkml:trace>
  <inkml:trace contextRef="#ctx0" brushRef="#br0" timeOffset="192904.4">15334 4937 41 0,'0'0'178'16,"0"0"-10"-16,0 0-3 0,0 0-10 0,-6-7-4 15,6 7-12-15,0 0-8 0,0 0-11 16,0 0-8-16,0 0-6 0,0 0-13 0,-4-5-7 0,4 5-5 16,0 0-13-16,0 0-2 0,0 0-9 0,0 0-6 15,0 0-7-15,0 0-3 0,0 0-7 16,0 0-4-16,0 0-8 0,0 0-2 0,0 0-2 0,0 0-2 16,0 0 6-16,0 0-2 0,0 0-6 15,13 15 2-15,-13-15-4 0,3 6-3 0,-3-6 1 16,6 8 0-16,-4-3 2 0,-2-5-1 0,6 11 1 0,-5-5-2 15,3-1 3-15,0 2 0 0,-1 0-1 0,-1 2-2 16,2-1 0-16,0 1-1 0,-1-1-1 16,4 1 1-16,-2 0-1 0,1 1 0 0,-1 0-1 15,1 1 2-15,-1 0 6 0,2 2-6 0,0-2-2 16,-3 0-2-16,3-1 6 0,-1 0-5 0,0-1 1 0,1 2-3 16,-2-1 1-16,1-2-1 0,-1-1 3 0,0-1-4 15,-1 0 1-15,1-1 3 0,-1 0-2 0,0 0 0 16,0 0 0-16,-4-5 0 0,5 8-2 15,-5-8-1-15,5 6-1 0,-5-6 1 0,4 5 2 16,-4-5 0-16,4 3-1 0,-4-3 3 0,0 0-4 0,0 0 3 16,0 0-3-16,5 6 1 0,-5-6 0 0,0 0 8 15,0 0 0-15,0 0 5 0,0 0 1 0,0 0 2 16,0 0 8-16,0 0 1 0,0 0-2 0,0 0 5 16,0 0 3-16,0 0-2 0,0 0 0 15,0 0-1-15,0 0 0 0,0 0 0 0,0 0-3 16,0 0 1-16,0 0-1 0,0 0 3 0,0 0 2 15,0 0-13-15,0 0 3 0,0 0-2 0,0 0 0 16,0 0-2-16,0 0 4 0,0 0 2 0,0 0 1 0,0 0 2 16,0 0-1-16,0 0 5 0,0 0-6 0,0 0 10 15,0 0 9-15,0 0-6 0,0 0-7 16,0 0-5-16,0 0-1 0,0 0-5 0,5-17 0 0,-5 17-7 16,3-12 4-16,-1 6-3 0,1 0 0 0,-2-5-5 15,4 0-3-15,0 0 2 0,0-1-4 0,3-6 4 16,5-4-1-16,-2-3-5 0,0 0 0 15,4 2-6-15,-2-2 6 0,1 2 2 0,-3-3-2 16,1 1-3-16,0 4-1 0,-3 2 2 0,0 3-1 16,0 1-2-16,-4 4 1 0,2 1 0 0,-2 1 8 0,-3 2-10 15,2 2 1-15,0-1 1 0,-4 6-1 0,5-7-4 16,-5 7 4-16,4-6-2 0,-4 6-3 0,0 0-3 16,4-6-4-16,-4 6-14 0,0 0-17 15,0 0-8-15,0 0-7 0,0 0-17 0,0 0-19 16,0 0-34-16,11 11-34 0,-6-7-38 0,-2 2-47 0,1-1-195 15,0 2-479-15,0-3 213 0</inkml:trace>
  <inkml:trace contextRef="#ctx0" brushRef="#br0" timeOffset="203425.81">14640 5619 16 0,'0'0'57'0,"0"0"0"15,0 0 1-15,0 0 5 0,22 9 10 0,-8-9 3 16,6 0-3-16,10-1-14 0,3-3 9 0,17-1-5 15,4-1 0-15,7-2-4 0,-1-3-6 0,33-1 3 16,-5-6-5-16,-21 6-3 0,27-5 2 0,-4 4-3 16,-28 6-1-16,3-3-14 0,-2-3-3 0,-5 4 1 15,-3 1-4-15,-4 0-2 0,-13 2-6 0,3 1 1 16,-7 0 15-16,1 1-13 0,-6 0-8 0,-6 3 1 16,-2-3-1-16,-3 1-2 0,-2 3-1 0,-3-2-4 15,-3 1-5-15,-10 1 9 0,17-2 1 0,-17 2 0 16,9-5-2-16,-9 5-1 0,0 0 6 0,12-1-5 15,-12 1-12-15,0 0-19 0,0 0-32 0,0 0-28 16,0 0-30-16,0 0-94 0,0 0-224 0,-32-8 100 16</inkml:trace>
  <inkml:trace contextRef="#ctx0" brushRef="#br0" timeOffset="-209399.01">6538 8145 47 0,'-3'-14'114'0,"3"6"3"0,0 8 4 15,-1-14-9-15,1 4-3 0,-1 2-2 0,1 8-5 16,-2-14-7-16,2 14 3 0,0-12-5 0,0 12-2 16,2-9-7-16,-2 9 0 0,1-8-9 0,-1 8-12 15,0 0-8-15,0 0-5 0,-1-9-9 0,1 9-3 16,0 0-6-16,0 0-3 0,0 0-7 0,0 0 3 15,0 0-11-15,0 0 0 0,0 0-1 0,0 0-1 16,7 29 1-16,-4-16 0 0,2 3-3 0,-3 2 0 16,2 0-5-16,0 7 2 0,-1-5 0 0,-1-2-8 15,6 8 9-15,-5-6-7 0,2 5 7 0,-2 0-1 16,1 2-1-16,-2-2-1 0,1-1-2 0,0 1-1 16,1 0 6-16,0-8-10 0,-2 2 8 0,2-2-3 15,-1-1 2-15,-1-6-6 0,-1 3 6 0,2-4-3 16,0 1-1-16,-2 0-1 0,0-4 1 0,-1-6 3 15,1 10 4-15,1-4-5 0,-2-6 1 0,2 7 12 0,-2-7 9 16,0 0 15-16,2 7 13 0,-2-7 12 16,0 0 3-16,0 0 0 0,0 0-6 0,0 0-6 15,0 0-6-15,11-15-7 0,-6 6 1 0,2-3-8 16,3-3-5-16,4-8-4 0,-1-1 0 0,4 2-7 16,1-1 2-16,3 1-2 0,-2 0-7 0,-1 3 2 0,-3 3-3 15,-2 1-1-15,2-1 3 0,-3 1-5 16,-1-1 17-16,2 3-2 0,-3 0-4 0,1 2 1 15,-1 1-5-15,-4 1-1 0,-1 3-3 0,0-1-3 16,-1 3 0-16,3-1-6 0,-7 5-12 0,6-7-15 0,-6 7-14 16,4-6-19-16,-4 6-20 0,0 0-31 0,4-4-26 15,-4 4-8-15,0 0-15 0,0 0-21 0,0 0-14 16,6 14-124-16,-6-14-342 0,-5 14 152 0</inkml:trace>
  <inkml:trace contextRef="#ctx0" brushRef="#br0" timeOffset="-208987.64">7050 8379 59 0,'0'0'140'0,"0"0"-14"0,0 0-15 0,0 0-14 15,0 0-13-15,4 6-5 0,-3-1-4 0,-1-5 8 16,0 17-15-16,2-6-1 0,-2 2-3 0,0 2-3 15,0 3-2-15,0-1-6 0,0-1-1 0,-2 2-4 16,4 2 2-16,-2-2-1 0,0-1 13 0,-2-1-7 16,2 1-1-16,0-6-9 0,-1 2-3 0,2 1-4 15,-2-4-3-15,0 0-6 0,2 2 1 0,-1 0 11 16,1-2 0-16,-1 1-4 0,-1-1-3 16,1-2-1-16,0-8-2 0,0 12-8 0,0-12 0 0,0 11-2 15,0-11-2-15,0 7 4 0,0-7 1 0,0 0 3 16,1 7 3-16,-1-7 6 0,0 0 0 0,4 6 1 15,-4-6 1-15,0 0 4 0,7 4-4 0,-7-4 2 16,8 0 2-16,-8 0-2 0,13 0-4 0,-5-3-3 16,5 2-1-16,-2-1-3 0,5 0 2 0,-1 0-6 15,3-1 1-15,-5 2-5 0,2-2-3 0,2 1 1 16,2 0-6-16,-6 1-2 0,2-1-3 0,-2 1-13 16,2 0-20-16,-2 1-31 0,-3 0-32 0,3 0-36 15,-2 0-36-15,1 0-36 0,-2 0-175 0,-10 0-399 16,14 0 176-16</inkml:trace>
  <inkml:trace contextRef="#ctx0" brushRef="#br0" timeOffset="-208309.84">8056 8242 41 0,'0'0'172'0,"1"-6"-8"0,-1 6-9 15,0 0-15-15,4-4-15 0,-4 4-12 0,0 0-13 16,0 0-14-16,0 0-7 0,0 0-12 0,0 0-8 16,0 0 0-16,0 0-6 0,-10 35-2 0,2-16 7 0,1-2-9 15,-7 5 0-15,2 3-2 0,-1-4-5 16,-2 3-4-16,1-3 3 0,2-5-2 0,-2 6 0 16,3-5 3-16,-1-4-5 0,2-1-2 0,1-1-2 15,0-4-2-15,3 1-3 0,-1-2 4 0,2 1-3 0,0-3 9 16,0 0 6-16,5-4 7 0,-5 6 2 15,5-6 5-15,0 0 2 0,-5 6 3 0,5-6-4 16,0 0-5-16,0 0-4 0,0 0 1 0,-8 1-6 16,8-1-3-16,0 0-8 0,0 0-4 0,0 0-7 0,0 0 2 15,0 0-8-15,0 0-2 0,0 0-4 0,0 0-2 16,0 0-2-16,0 0 2 0,12 12 3 0,-3-9-6 16,3 3-1-16,4-1 0 0,2-1 1 15,1 3-2-15,-1 0 1 0,2-3 1 0,8 3-7 0,-8-4 5 16,1 3-2-16,2-3-8 0,-2 2-13 0,-1 0-15 15,0-1-25-15,-2 0-20 0,0-2-31 0,-1 4-26 16,-3-3-29-16,-1 0-28 0,-1 0-180 16,-5 0-403-16,2-1 179 0</inkml:trace>
  <inkml:trace contextRef="#ctx0" brushRef="#br0" timeOffset="-207794.34">8547 8261 147 0,'-4'-10'216'0,"3"3"-11"0,-2 1-11 16,1-1-8-16,2 7-5 0,-4-9-8 0,4 9-14 15,-2-9-16-15,2 9-16 0,-1-7-16 0,1 7-13 16,0 0-17-16,0 0-9 0,0 0-8 0,0 0-6 15,0 0-7-15,0 0-3 0,18 12-9 0,-6-1 1 16,0 4-8-16,6 5-1 0,-2 2-4 0,-1-2 1 16,-2 3-5-16,1-1-1 0,-3 7-5 0,-2-6 1 0,1 3-2 15,-1-1-4-15,0-2 1 0,-2-4 1 16,-2-1-4-16,-1 0 1 0,1-1-2 0,0 1-2 16,-2-3 1-16,0-4-2 0,2 0-3 0,-2 0 4 15,-1-1-2-15,1 0-1 0,0-3 0 0,-1-2-2 16,1 2 4-16,-3-7 0 0,2 7 1 0,1-3 3 15,-3-4 4-15,4 6 17 0,-4-6 11 0,0 0 7 16,0 0 0-16,15-8-1 0,-9 0-6 0,3-5-2 16,1-2-7-16,1-2 0 0,0-6-6 0,2 1 2 15,-1-6-2-15,3 1-6 0,0-2 1 0,0-1-2 16,2 1-6-16,-2 0 1 0,-2 1-1 0,1 1-3 0,-2 3 2 16,-4 6 3-16,3-6-3 0,-3 7-6 15,-2 3 3-15,-2 2 3 0,1 2 1 0,-2 1-6 16,0 2-1-16,-1 0 1 0,-2 7-3 0,2-9-1 0,-2 9-3 15,3-8-6-15,-3 8 24 0,0 0-16 0,1-6-28 16,-1 6-20-16,0 0-20 0,0 0-22 0,0 0-38 16,0 0-37-16,0 0-48 0,-1 26-41 15,1-15-166-15,1-1-451 0,2 2 200 0</inkml:trace>
  <inkml:trace contextRef="#ctx0" brushRef="#br0" timeOffset="-207126.87">9277 8423 111 0,'0'0'169'0,"0"0"-5"0,0 0-6 16,-13-4-6-16,13 4-3 0,0 0-10 0,0 0-13 15,0 0-8-15,0 0-12 0,0 0-11 0,0 0-6 16,0 0-15-16,0 0-3 0,0 0-7 0,0 0-7 16,0 0-5-16,0 0-5 0,0 0-1 0,0 0 0 15,0 0-2-15,0 0 0 0,0 0 3 0,38-2-5 16,-28 2-3-16,3-2-5 0,-1 1-3 0,-1 2-1 16,1-1-8-16,-3-1 5 0,2 0-5 0,-3 2-2 15,-8-1-3-15,15 1-2 0,-7-1-3 0,-1 2-5 0,2-1 8 16,-1 0-8-16,0 2 3 0,-3 0-1 15,-5-3-1-15,10 3-3 0,-6 0-2 0,-4-3-3 16,10 5 6-16,-6-3-7 0,-4-2 6 0,5 7-3 16,-5-7 0-16,4 5-3 0,-4-5 3 0,4 4-2 0,-4-4 2 15,0 0 0-15,4 6-1 0,-4-6 0 0,2 7 0 16,-2-7 1-16,0 0-2 0,0 7 2 0,0-7-1 16,0 0 3-16,0 0-2 0,-4 14 4 15,4-14-3-15,-4 7 2 0,2-3-4 0,2-4 1 0,-7 13 3 16,4-7 2-16,-4 2-1 0,1 1-2 0,-2 2 2 15,-1 1-1-15,-1-3 1 0,0 6-4 0,-2 0 6 16,1 1-2-16,-3 4 0 0,-2 2-3 0,5-6 0 16,-6 8 3-16,3-4-1 0,-5 1-1 0,6 0 4 15,-3-1-6-15,5-4 4 0,4 0-3 0,-5-1 5 16,5 0-5-16,-2 1 0 0,0 1 1 0,0-6 2 16,1 2-2-16,2-3 2 0,-1 0-2 0,0-3 0 15,3 2 0-15,0-4-1 0,1 0 2 0,3-5 2 16,-2 8-6-16,2-8 4 0,0 0-2 0,-5 8 3 15,5-8-3-15,0 0 4 0,0 0-1 0,-3 3 2 16,3-3-1-16,0 0-1 0,0 0 3 0,0 0-1 16,0 0 1-16,17 4 0 0,-6-2-5 0,2-4 2 15,9 0 0-15,-3 0 2 0,10-1-3 0,1 0-13 16,1 3-17-16,0-3-15 0,4-2-21 0,-1 2-30 16,1-2-27-16,-1 2-33 0,1-2-35 0,-3 1-180 15,-4 0-395-15,0 0 175 0</inkml:trace>
  <inkml:trace contextRef="#ctx0" brushRef="#br0" timeOffset="-200979.65">11367 8197 2 0,'0'0'135'0,"2"-7"-13"0,-2 7-14 16,0 0-11-16,0 0-18 0,0 0 0 0,0 0-14 15,0 0-15-15,0 0 4 0,0 0-7 0,0 0 4 0,5 30 7 16,-5-12-5-16,0 8-3 0,2 5-2 0,0-1 0 16,-5 16 8-16,2-11-1 0,1-1-11 15,-2 1-7-15,0 0 5 0,1 0-9 0,-2-3-2 16,2-1-1-16,1 3-4 0,-1-5-3 0,-1-1 5 0,1 1-8 16,2-3-1-16,-1-9-6 0,0 2 6 0,2-3-8 15,0-3-17-15,-1-3-36 0,2 0-33 0,-1-2-39 16,0-2-119-16,-2-6-253 0,0 7 113 15</inkml:trace>
  <inkml:trace contextRef="#ctx0" brushRef="#br0" timeOffset="-200365.86">11330 8441 109 0,'12'-5'112'15,"7"-2"-15"-15,1 0-17 0,6-2-5 0,1-1-9 16,0-3 0-16,-2 5-16 0,-1-3-9 0,-5 1 8 16,0 0-6-16,-7 1-4 0,4-4-2 0,-6 6 0 15,1-6 2-15,0 0-4 0,-4-1-5 0,-3 2 8 16,4-4 8-16,-7 4 2 0,0 1 8 0,1 0-6 16,-2 1 15-16,2 1 4 0,-2 3-1 0,0 6-11 15,0-12-8-15,0 12-11 0,0 0-4 0,2-7-2 16,-2 7-9-16,0 0-5 0,0 0-2 0,2 23-3 15,-4 2 8-15,0 5-5 0,2 2 4 0,-5 4-6 16,0 13 6-16,1 2-1 0,4-2-5 0,-5-5 8 16,1-10-11-16,4-6 4 0,0-2-13 0,-1-2 10 15,1-5-1-15,1-1-2 0,0-5 0 0,-1-3-2 16,2 2-4-16,-2-5-5 0,1 0 13 0,-1-7-4 0,0 8 6 16,0-8 2-16,1 8 7 0,-1-8 6 15,0 0-2-15,0 0-2 0,0 0-4 0,0 0 0 16,0 0-10-16,12-20 5 0,-6 10 1 0,-2-2-6 15,5 4-4-15,3-3 1 0,-4 1-6 0,4 4 4 0,2 1-5 16,-3 1-1-16,2 3 5 0,5 0-6 0,0 1 3 16,-3 2-3-16,-1 1 3 0,4-2-3 15,0 6 3-15,0-1 0 0,0-1 1 0,2-1-1 16,0-2 5-16,-1 0-3 0,0-2-3 0,0-2 4 0,1-1-1 16,-3-2 2-16,0 0 1 0,0-2-3 0,-3-2 0 15,-1-1 1-15,-1 3-3 0,-6-3 5 16,1 1 0-16,-2-2-3 0,-2 0 0 0,-3-6-3 15,-3 0 2-15,2 5-3 0,-3-5 3 0,-3 2 1 0,1 5-4 16,-3 2 1-16,1-1 1 0,0 1-4 0,-4 2 1 16,-1 2-2-16,2 6-3 0,-5 4 1 0,1 3 2 15,-5 8-2-15,-1 2 3 0,2 4-1 0,2 3-3 16,4-3 7-16,3 4-2 0,6-1 0 0,4 2-14 16,0-9-27-16,11 4-27 0,0-7-43 0,11 2-43 15,3-1-148-15,10-6-329 0,1-8 146 0</inkml:trace>
  <inkml:trace contextRef="#ctx0" brushRef="#br0" timeOffset="-199796.81">12731 8306 201 0,'2'-10'199'16,"-2"10"-22"-16,3-9-17 0,-3 9-19 0,2-5-12 15,2 1-11-15,5 0-10 0,0 0-14 0,5 1-9 16,3-1-7-16,0 0-9 0,0 1-7 0,1 1-3 16,-5 1-7-16,1-2-8 0,-1 2-2 0,1 0-8 15,-2 1-6-15,-1 0 1 0,-2 1-4 0,-3 0-4 16,1 2-5-16,-7-3 2 0,10 5-8 0,-6 0 1 0,-4 3 1 16,0 3 3-16,-8 4 0 0,-5 7 3 0,0 1-7 15,-7 0 7-15,1 0-1 0,0 3-3 16,0-4-1-16,-1 0 0 0,5-1 0 0,-4-3-1 15,9-3 0-15,-1 0-8 0,1-5 2 0,4 1 3 0,1-1-3 16,-3-3-1-16,3 1-1 0,0-2-3 16,3 1 4-16,-1-2 0 0,3-5-4 0,0 12 2 15,0-12 0-15,5 11-2 0,-3-5 3 0,1-1-4 16,2-2-1-16,3 2 3 0,1-3 3 0,3 2 0 0,1-2-3 16,7-1-2-16,0-2 5 0,7-5-6 0,0 2 0 15,2-2 1-15,0 0-8 0,-2-3 4 0,3 2 0 16,-3-5-2-16,-2 2 3 0,-8 0-3 15,6-5 6-15,-4 5-3 0,-4-3 3 0,3-1-1 0,-3 4 2 16,-4-4-1-16,1-2-1 0,-3 4 4 0,-3 0 3 16,-2 2 4-16,-1-2 0 0,2 2-5 0,-5-3 8 15,0 2 3-15,-5 4 18 0,5 7 7 0,-1-12 3 16,-3 6-8-16,4 6-4 0,-6-7-8 0,-1 5-2 16,7 2-6-16,-14 6 4 0,1 6-4 0,2 1 1 15,-1 4-6-15,-3 5 3 0,1 1-3 0,5 1-3 16,1-5 4-16,6-1-4 0,-1 1-3 0,3 1 2 15,1-3-10-15,3 1-13 0,4 0-21 0,3-2-25 16,1-1-29-16,1-2-16 0,3-3-20 0,2-2-27 16,4-1 2-16,4-1-17 0,3-2-6 0,-10-2-89 15,0-2-285-15,-1 1 127 0</inkml:trace>
  <inkml:trace contextRef="#ctx0" brushRef="#br0" timeOffset="-199106.32">13354 8553 101 0,'-2'-17'120'16,"-2"-1"5"-16,2 3-3 0,0-1 11 0,2 3 12 15,-2 4-6-15,2 1-4 0,0 8-11 0,0-11-18 16,0 11-17-16,0-8-7 0,0 8-8 0,0 0-11 16,0 0-9-16,0 0-4 0,0 0-3 0,4 33-5 15,-2-22-3-15,-2 0-3 0,4 2-1 0,-8-2-6 16,8 0-3-16,-4-1-2 0,0-1 0 0,2-2-4 0,-2-7 1 16,0 11-2-16,0-11 0 0,0 8 10 15,0-8 14-15,0 0 17 0,2 6 11 0,-2-6 11 16,0 0-2-16,0 0-10 0,0 0-6 0,0 0-6 15,0 0-9-15,4-21-2 0,1 12-10 0,-1-2-1 0,2-2-6 16,2 1-2-16,1 2-1 0,-1 0-7 0,-1 3-6 16,3-5 2-16,-2 6-5 0,1 1-2 0,1 0-4 15,0 1 1-15,-1 4-4 0,0 0-2 16,1 0 1-16,2 3 0 0,0-1 0 0,-1 4 0 0,2 0 0 16,-1-2-1-16,1 2 2 0,1-1 2 0,1 2-3 15,-4-3 2-15,8 2 1 0,-6-3 7 0,1 1-9 16,-1-4 3-16,-1 0-2 0,1 0 6 15,-4-1-5-15,2-2-1 0,-2 0 2 0,-2-3-1 0,2 2-1 16,0-2 4-16,0-2-1 0,-3 0-3 0,2-3 0 16,-4 1-1-16,0-2 2 0,-1-1-2 0,1 4-1 15,-2-3 4-15,0 3-6 0,-2-3 3 0,0 3-1 16,-2-1 2-16,0 4-3 0,2 6-2 0,-4-13-1 16,4 13 2-16,-1-9-3 0,1 9-5 0,0 0-3 15,-4-8 1-15,4 8-2 0,0 0 2 0,0 0-2 16,-16 19 2-16,10-6 4 0,-3 4 2 0,2-1-2 15,0 1 3-15,0-2-4 0,3 3 0 0,2-7 1 16,0 2 1-16,4-1 4 0,0-1-5 0,0-2 1 16,2 2 6-16,-1-2-4 0,6-2 5 0,-2 2-4 15,-1-6 2-15,5 2-1 0,1-3 2 0,-1 0-3 16,3-2 1-16,-1-1 0 0,0-2 2 0,3-2-4 16,2-1 2-16,-6 0-1 0,-2-1 5 0,0 0-4 15,-1-2 4-15,2-4 0 0,-2 4 0 0,-2-4-4 16,1-1 3-16,-3 1-1 0,-1-3-3 0,1 6 1 15,-2-2 1-15,3 2-5 0,-1-1 1 0,-3 3-1 16,0 1 4-16,0 1-3 0,3 3-2 0,-5 3-4 16,4-9 3-16,-4 9-4 0,9-3 4 0,-9 3-2 15,0 0 3-15,14 5-3 0,-10 0 4 0,6 0-2 16,-6 2 3-16,0 0 0 0,1 4-1 0,1 2 1 0,-1 2 4 16,0 0-1-16,-1 1 2 0,-2-4-19 0,3 4-28 15,-3-3-38-15,0 2-43 0,0-3-46 16,3 2-205-16,-3-3-410 0,0-1 181 0</inkml:trace>
  <inkml:trace contextRef="#ctx0" brushRef="#br0" timeOffset="-198842.56">14463 8303 113 0,'0'0'219'0,"-5"-11"5"16,5 11-16-16,0 0-10 0,-4-9-16 0,4 9-20 16,-7-5-17-16,7 5-13 0,-6-1-16 0,6 1-12 15,-23 9-10-15,9 1-12 0,-8 7-11 0,3-1-4 16,-2 2-8-16,9 6-3 0,-5 0-12 0,4-2-7 15,5-6-2-15,4 2 1 0,1-2-4 0</inkml:trace>
  <inkml:trace contextRef="#ctx0" brushRef="#br0" timeOffset="-191361.99">14686 8371 97 0,'-5'-11'122'0,"5"11"-9"0,-4-9-2 0,3 3-6 16,1 6 4-16,-7-9 11 0,5 4 1 0,2 5-8 0,-4-8-9 15,4 8-9-15,-9-6-9 0,9 6-3 0,-8-6-3 16,2 2-9-16,6 4-9 0,-11-4-3 16,5 2-8-16,-1 1-9 0,7 1-2 0,-16-3-1 15,5 5-7-15,1-4 0 0,-1 2-9 0,1 0 1 0,0 3-7 16,-1 0 0-16,-2 0 1 0,-1-2-5 0,5 6 1 16,-3-2-7-16,1 1 2 0,2 2-6 0,-4 1 3 15,4-1 0-15,0 0-3 0,-1 7-1 0,0-2 1 16,3-2 0-16,1 2 0 0,2 1 1 0,-2 2 0 15,4-1 0-15,0-3 0 0,2-1-6 0,-1 1 6 16,2-3-3-16,1 2 0 0,2-2 2 0,3 0-4 16,-2-1 1-16,1-3-2 0,1 1 6 0,3-2 2 15,1 0-2-15,0-1-6 0,2-3 7 0,0-2-8 16,1-1 4-16,2-2 3 0,3-1-3 0,-2-3 1 16,-1 2 4-16,1-2-7 0,-1-5 3 0,-2 1-1 15,2 2 2-15,1-9 2 0,-5 4 7 0,1-2-2 16,-2 3 0-16,1-7 4 0,-2 5 3 0,-2-1 0 15,-3 0 0-15,1-1 3 0,-1-5-7 0,-2 4 7 16,-2-4-7-16,-1 5 9 0,0 0 11 0,-2 1-3 16,-1 2 13-16,1 0 5 0,0 4-1 0,0-1-5 15,-2 1-7-15,-1 2-1 0,5 0-4 0,-3 2-1 0,1 0-7 16,2 8-3-16,-2-10-4 0,2 10-3 16,-2-9-3-16,2 9-3 0,0 0-4 0,0 0-1 15,0 0-3-15,0 0 3 0,0 0-5 0,0 0 6 16,4 31-4-16,1-13 1 0,-1 6-1 0,-3-5 2 15,3 11-2-15,-2-5-1 0,0 4 2 0,0 0 3 0,1-1-5 16,1-1 5-16,-2 0-1 0,4-1 1 0,-3-7 1 16,-1 0-1-16,-1-2-3 0,4-1 2 15,-2-4-1-15,2-2 3 0,0-1-6 0,2-2 0 16,-3-1-2-16,2-1 5 0,-1-2-1 0,2 0 2 16,4-4 1-16,-2-2 0 0,2-1 1 0,0-2 0 0,-1 0 0 15,6-7-1-15,-4-1 3 0,0-1-3 0,-1-1 0 16,-2 1 0-16,-2-2 2 0,-1 1 0 15,2-1 3-15,-4 0 4 0,1 1 4 0,-4 1 3 16,2 5-2-16,-3 0 3 0,0 2 4 0,0 8-6 0,0-11-5 16,0 11-4-16,0 0 1 0,0-9-7 15,0 9 1-15,0 0-1 0,0 0-4 0,0 0 3 0,-9 38 0 16,7-22 2-16,0 4-1 0,0-1 0 0,0 0-13 16,4 5-12-16,-2-5-17 0,2 0-30 15,0 0-37-15,3 1-43 0,3-5-46 0,0 2-197 0,-2-8-424 16,4 0 189-16</inkml:trace>
  <inkml:trace contextRef="#ctx0" brushRef="#br0" timeOffset="-191193.32">14961 8141 31 0,'0'0'154'0,"0"0"-19"0,-3-6-17 0,3 6-22 15,0 0-27-15,0 0-25 0,0 0-35 0,13 24-31 16,-7-13-28-16,6 2-48 0,-2 4-105 0,3-4 46 16</inkml:trace>
  <inkml:trace contextRef="#ctx0" brushRef="#br0" timeOffset="-190938.54">15200 8438 11 0,'-3'14'107'0,"3"-14"-6"0,3 11-5 0,-1-3 0 16,0-4-14-16,1 2 6 0,0 0 3 0,0-1 0 16,2 0-1-16,1-1 4 0,2-1 7 0,2 0 8 15,-1-3 2-15,3 0-1 0,1-4-4 0,-1-2 2 16,6-1-11-16,-4-1-2 0,1-1-6 0,-3-4 0 16,-4 4 5-16,-1-1-3 0,-1-6-11 0,-4 6-4 15,0-2-12-15,-2-4-10 0,-1 4-4 0,-2 0-7 16,0 0-4-16,-3 3-21 0,0 3-14 0,-1-1-20 15,-4 5-24-15,0 0-28 0,-2 4-18 0,0 0-21 16,-3 4-31-16,5 1-18 0,2 1-40 0,-4 6-99 16,11-5-319-16,0 0 140 0</inkml:trace>
  <inkml:trace contextRef="#ctx0" brushRef="#br0" timeOffset="-190374.99">15708 8323 85 0,'-5'-13'224'0,"3"9"-7"16,-3 1-7-16,5 3-20 0,-13-7-16 0,5 3-19 16,8 4-15-16,-16 0-19 0,7 1-14 0,-1 2-10 15,-1 2-10-15,-3 3-11 0,1 3-9 16,2-3-5-16,1 6-8 0,2-5-1 0,0 8-8 0,2-2-3 16,2 1-2-16,3 0-6 0,0-6-3 0,3 1-3 15,1-1-2-15,0 1 2 0,5-3-11 0,-2 0-1 16,1-6-1-16,1 4-3 0,3-3 1 0,-1-3 1 15,2-2-5-15,2-3 2 0,0-1-5 0,2-6 1 16,-1-1 0-16,-1 0 0 0,1-7 1 0,-2-3-2 16,-3 1 1-16,-1-2-1 0,-1-1-1 0,-2-1 0 15,0 0-1-15,0-2-3 0,-3 1 1 0,0-2 0 16,-3 1 4-16,0 1-2 0,0 0 0 0,1 0-1 16,-2 3 2-16,1 5 2 0,-1 3 6 0,-1 4 2 15,2 2 0-15,-1 1-5 0,0 3-2 0,1 6-10 16,0 0 2-16,0 0-1 0,0 0-1 0,0 0 2 15,-5 40-2-15,1-10 4 0,-1 3-4 0,-4 15 1 16,2-13 1-16,1 11 0 0,2-12 0 0,4 0 2 0,3-1-1 16,-2-2 1-16,2-2 0 0,3-3 0 15,3-2 1-15,0-7-1 0,0 0-2 0,2-3 1 16,3-2 1-16,2-3 3 0,2-6 2 0,1 1-3 16,8-2-2-16,-6-4-2 0,10-3 0 0,0-6-4 0,-3-1 5 15,1-3-2-15,-3-4 1 0,-3 3 2 0,-3-3-4 16,-2-1 2-16,-8 3 0 0,2-5 0 15,-6 3 0-15,1 0 8 0,-2 2 4 0,-4-1 0 16,-1 3-2-16,-1 4 6 0,1 1-2 0,-3 3 2 16,3 7-2-16,-5-10-6 0,5 10 1 0,-17 0-7 0,5 5 4 15,-6 4-3-15,-5 9 0 0,2-1-1 0,2 5-2 16,2-2-17-16,5 2 0 0,1 1-34 0,8 3-38 16,3-7-43-16,2 0-32 0,5-2-41 0,5 5-153 15,1-9-387-15,13 3 170 0</inkml:trace>
  <inkml:trace contextRef="#ctx0" brushRef="#br0" timeOffset="-189905.46">16598 8303 66 0,'1'-7'207'0,"-1"7"-32"0,0 0-17 0,0 0-18 15,0 0-13-15,0 0-15 0,0 0-2 0,-13 26-12 16,8-10-10-16,2 4-8 0,1-3-7 0,2 8-2 15,0-7-6-15,2-1-11 0,0-1-2 0,6 0-2 16,-3-5-3-16,1-1-2 0,3-1-3 0,3-3-2 16,3 1-4-16,3-4-1 0,1-2-3 0,0 0-2 15,-1-4 0-15,-5 0 5 0,2-3 4 0,-2 0 10 16,-1 1-3-16,-2-4-1 0,-1 0 0 0,1-5 5 16,-6 5 6-16,0-2-4 0,1 0-3 0,-2 0-4 15,0-1-3-15,0 2 0 0,-1-1-4 0,-1 0-5 16,-1 4 2-16,0 7-5 0,3-11-6 0,-3 11-6 15,1-7-3-15,-1 7-6 0,0 0-1 0,0 0-2 16,0 0-1-16,0 0 3 0,0 0-1 0,6 22-6 16,-5-12 1-16,1 1 4 0,2 6-5 0,1-3 3 15,0-4-2-15,0 2 2 0,2-3 2 0,-2 1 0 16,6-3 0-16,1 0 1 0,1-2-1 0,1-4 1 16,4 1 0-16,-6-2 2 0,1-4 0 0,6-3 1 15,-2 1-3-15,-3-5 0 0,1-1 11 0,-3 1 4 16,-2-3 7-16,2 0-3 0,-6 0 0 0,-2-1 0 15,1 2-1-15,-4 1-2 0,1-5-4 0,-2 6-2 16,-3-1-5-16,0-1-5 0,0 1-20 0,-3 2-7 16,1 0-17-16,-1 1-25 0,0 3-33 0,0 2-39 15,0 2-24-15,6 2-30 0,-14 0-28 0,14 0-172 16,-13 6-421-16,11-2 186 0</inkml:trace>
  <inkml:trace contextRef="#ctx0" brushRef="#br0" timeOffset="-189712.22">17197 8241 81 0,'2'-10'277'0,"-2"10"-11"0,0 0-9 0,0-9-13 15,0 9-19-15,0 0-27 0,0 0-28 0,2-8-15 0,-2 8-26 16,0 0-14-16,0 0-11 0,0 0-10 16,0 0-9-16,3 34-6 0,-3-19-12 0,0 0 0 15,0 3-10-15,1 1-7 0,0 1-23 0,0 0-21 16,2 4-45-16,0-6-37 0,-2 1-37 0,1-4-50 15,1-3-47-15,0 4-149 0,1-7-389 0,-1-3 173 16</inkml:trace>
  <inkml:trace contextRef="#ctx0" brushRef="#br0" timeOffset="-189539.97">17158 7927 6 0,'-5'-8'213'0,"-1"2"-21"0,1-1-22 0,0 6-23 0,5 1-14 16,0 0-20-16,0 0-30 0,-15 12-40 0,11-2-35 16,4 6-50-16,0 4-51 0,1-2-70 15,7 0-175-15,5-2 78 0</inkml:trace>
  <inkml:trace contextRef="#ctx0" brushRef="#br0" timeOffset="-189338.57">17504 8019 81 0,'0'0'236'0,"1"-11"-11"0,-1 11-8 0,4-8-18 16,-4 8-16-16,0 0-23 0,1-8-19 0,-1 8-17 15,0 0-10-15,0 0-15 0,0 0-6 0,4 36-11 16,-1-10-1-16,1 2-10 0,-3 1-5 16,1 1-5-16,0 0-5 0,-1 0-6 0,0 0-1 0,1 2-8 15,-1-8-5-15,0 3-1 0,3 0-5 0,0-1-25 16,-2-1-46-16,1-8-44 0,1-1-47 15,0 1-42-15,-2-5-177 0,1-2-379 0,-1-5 167 0</inkml:trace>
  <inkml:trace contextRef="#ctx0" brushRef="#br0" timeOffset="-189144.72">17670 8074 140 0,'1'-6'242'0,"1"-1"-18"0,-1 2-20 0,-1 5-25 15,0 0-15-15,0 0-24 0,0 0-12 0,0 0-4 16,0 0-7-16,9 30-8 0,-6-6-9 0,-1 1-8 16,1 1-9-16,-3 1-8 0,5 3-6 0,-2-2-4 15,-1 0-14-15,-1 2-32 0,3-3-36 0,-1 1-42 16,0 0-44-16,3-2-50 0,-1-1-180 0,0-5-359 16,1-4 159-16</inkml:trace>
  <inkml:trace contextRef="#ctx0" brushRef="#br0" timeOffset="-188794.35">18084 8304 163 0,'3'-4'221'16,"-3"4"-25"-16,5-4-19 0,-5 4-7 0,0 0-16 16,7 15-9-16,-4-3-9 0,-2 3-12 0,1 2-6 15,0 2-11-15,0 0-7 0,-1 1-7 0,0-4-12 16,0 1-11-16,1-6-2 0,-2-1-9 15,1-2-6-15,-1-1-3 0,0-7 3 0,0 11 14 0,0-11 17 16,0 8 10-16,0-8 1 0,0 0-10 0,0 0-10 16,0 0-6-16,0 0-2 0,6-24-13 0,-2 7-5 15,0 2-6-15,0-2-4 0,2-2-3 0,1 0-3 16,4-4 0-16,-1-2-9 0,2 0-1 0,4 0-3 16,0 3-5-16,2 0-3 0,-5 9 0 0,0 0-2 15,0 4-8-15,0 3 3 0,-3 2 1 0,3 2-5 16,0 4 0-16,-2 1-1 0,6 3 0 0,-7 0 0 15,-1 4 2-15,4 1-1 0,-3 4 0 0,0-1-2 16,-1 1 1-16,0 2-6 0,-2-1-24 0,-2 3-35 16,-1-3-31-16,1 4-56 0,0-3-37 0,0 1-46 15,-1-2-202-15,-2-5-474 0,4-2 209 0</inkml:trace>
  <inkml:trace contextRef="#ctx0" brushRef="#br0" timeOffset="-188522.67">18565 8380 39 0,'0'0'184'16,"0"0"-17"-16,0 0-9 0,0 0-12 0,0 0-11 15,0 0-12-15,0 0-6 0,0 0 2 0,0 0-2 0,7 26 1 16,-1-18-3-16,1-1-6 0,5 0 1 0,-1-3-11 16,7 0-4-16,-1 0-5 0,3-3-8 0,2-1-5 15,-4-5-1-15,1 1 7 0,1-3 2 16,-4-1-1-16,-5 1 8 0,3-3 10 0,-5 0-3 0,-2 1-13 15,-2-1-9-15,-1-3-1 0,-3 1-9 0,-1-5-7 16,-4 2-9-16,-2 4-5 0,-3-2-5 16,-3 1-1-16,2 4-13 0,-5-3-7 0,-2 3-27 0,-1 4-27 15,-1 1-30-15,-3 3-46 0,2 0-41 0,-1 4-48 16,3-1-50-16,4 1-184 0,4 0-470 0,4-2 208 16</inkml:trace>
  <inkml:trace contextRef="#ctx0" brushRef="#br0" timeOffset="-188271.65">19043 8095 1919 0,'10'-27'18'15,"-4"3"85"-15,-2 5 9 0,-3 4 30 0,1 1-15 16,-1 4 0-16,0-3-6 0,-1 4-8 0,0 1-9 16,0 8-9-16,0-9-13 0,0 9-16 0,0 0-8 15,0 0-4-15,0 0-10 0,4 24 0 0,-4-2-3 16,0 7 0-16,0 0-5 0,0 1 0 0,2 0-4 15,-1 0-2-15,-1-1-2 0,2 0-4 0,1-3 9 16,-2-1-16-16,2 2 4 0,-1-8-1 0,1 1-6 16,2-1-8-16,0-4-35 0,-1 2-32 0,1-6-40 15,-1 1-38-15,-2-3-41 0,2-1-31 0,-3-1-23 16,-1-7-28-16,3 4-154 0,-3-4-450 0,0 0 200 16</inkml:trace>
  <inkml:trace contextRef="#ctx0" brushRef="#br0" timeOffset="-188140.7">18960 8185 98 0,'1'-11'146'0,"-1"11"-13"0,11-11-18 0,1 6 1 15,5-1-15-15,4 1-13 0,9-1-2 0,-1 3-18 16,6-3-34-16,-2 2-49 0,0 0-54 0,-2 0-82 16,-3 2-162-16,-10 0 72 0</inkml:trace>
  <inkml:trace contextRef="#ctx0" brushRef="#br0" timeOffset="-187039.22">12702 9883 14 0,'-7'-15'202'0,"1"1"-7"0,-1 2-8 16,0 5-5-16,0-3-7 0,-2 2-24 0,0 1-13 0,-2 1-17 16,2 2-5-16,-2 1-14 0,-1 3-11 0,-1 3-9 15,-3 3-10-15,-2 6-6 0,2 1-6 0,-5 7-8 16,0 10-1-16,1 0-3 0,0 13-5 0,8-7-3 16,3-2-1-16,-4 10-3 0,8-12-6 0,5 0-1 15,5 1-3-15,0-1-4 0,3-3-3 0,3-1 4 16,5-4-6-16,5-2 1 0,1-5-5 0,9-2-10 15,-2-2-14-15,3-7-9 0,4-3-14 0,2-2-11 16,-1-6-19-16,0 1-1 0,-1-7 3 0,0-1-8 16,-3-2-1-16,-1-2 5 0,0-1 5 0,-8 0 6 15,-1-2 9-15,-3-3 5 0,-7 7 1 0,-2-3 17 16,-1-6 11-16,1 2-1 0,-4-6 7 0,0 9 14 16,-3 1 15-16,1-1 8 0,-3 3 9 0,-2 1 20 15,0 3-4-15,0 3 0 0,0-1-5 0,-2 3-4 16,2 7-5-16,0 0-12 0,-2-9-8 0,2 9 4 15,0 0-4-15,0 0 1 0,-9 24-3 0,6-7-1 16,-2 2-1-16,-1 6-2 0,1 0 2 0,5-1-12 16,0-3 6-16,0-3-1 0,1 1 1 0,3-1-1 15,4-1-6-15,-2 1 6 0,2-5-3 0,3 2 2 16,-2-4 2-16,-1-1-1 0,0-4-4 0,3-1 3 0,-1-2 3 16,-1-1-5-16,3-3 0 0,-2-2 3 15,-1-2-4-15,0-1-2 0,2-2-5 0,-2-3-8 16,-2 1 1-16,-1-4-3 0,-1 2-5 0,0-6 5 15,-3 0-2-15,0-2-2 0,-2 1 2 0,-2-6-2 16,0-2 9-16,2 8-10 0,-2-2 3 0,-1-3 3 0,6 8-2 16,-1-1 0-16,0 1 1 0,0 7-2 0,1-1 5 15,-1 4-4-15,4 1 3 0,-1 1-2 16,-5 4-2-16,16 3 3 0,-6 2 3 0,-1 2-3 16,5 6 3-16,-1-1 1 0,-1 4 0 0,-1-1-2 0,0 2 1 15,-3 0 2-15,2 0 1 0,-3 1-4 16,-1-1 9-16,2-3-3 0,-2 0-2 0,-3-3 1 15,-1-1 4-15,-2-4-3 0,4 0 10 0,-4-6 15 16,4 8 11-16,-4-8 9 0,0 6-1 0,0-6-1 0,0 0 1 16,0 0-4-16,0 0-5 0,0 0-4 0,0 0-1 15,-13-19-4-15,11 10-1 0,2-1-3 0,0 0-2 16,2-3 1-16,3-2-5 0,1-3 6 16,1 1-12-16,2-1-1 0,4 3 1 0,2 1-3 0,-2 2-3 15,5 1 1-15,-5 3-4 0,-2 4 2 0,-1 1-5 16,2 2 3-16,0 2-1 0,-1 3-3 0,0 1 0 15,-1 3 2-15,-1 3-1 0,1 2 1 0,0 3 0 16,-3 1 1-16,-1-1-1 0,-1 1-2 0,1 1-13 16,-4 0-25-16,0 2-26 0,1-3-44 0,-2 1-32 15,-1-3-39-15,2-2-172 0,-2-2-382 0,0-3 169 16</inkml:trace>
  <inkml:trace contextRef="#ctx0" brushRef="#br0" timeOffset="-186265.94">13942 9957 110 0,'-12'-6'177'0,"1"0"-2"0,-2 3-15 0,-3 1-11 16,-3 3-8-16,2 3-13 0,-1 3-12 0,1 2-14 16,2 4-7-16,-4 4-9 0,5-1-5 0,1 0-11 15,3 2-5-15,4-1-10 0,-3 2-3 0,5 0-2 16,2-1-8-16,2 0-4 0,2-3-2 0,2 1-4 15,0-4 1-15,5-1-5 0,-2-1-2 0,0-1-1 16,0-1-3-16,3-4 1 0,2 0 2 0,-1-1-5 16,3-1 2-16,-3-4-3 0,2-3 3 0,1-1-1 15,1-3 3-15,-1-1 0 0,0-4 2 0,0-1-2 16,-4-1 0-16,3-7-2 0,-1 0-1 0,-1-5 2 16,-4 1 1-16,-3-3-1 0,1 0 2 0,-2-1-2 15,-2 0-2-15,-1-1-2 0,0-1 2 0,-1 4 2 16,-2 0 1-16,1-1-1 0,-3 3 6 0,1 7-3 15,-1 4 4-15,3 3 8 0,0 3 1 0,-2 0-6 16,3 1-7-16,1 9-3 0,-4-10-5 0,4 10-6 16,0 0-1-16,0 0-1 0,0 0-2 0,0 28-1 15,-2-4-1-15,2 7-3 0,-2 0 3 0,1 15-1 0,-4-1 0 16,5-11-2-16,0 0 5 0,3 0-5 16,0-3-1-16,1 2 3 0,0-6-1 0,1-1-3 15,6-1 6-15,-7-9-3 0,5 1-2 0,-2-1-1 16,2-3 2-16,0-4-1 0,-4-1 4 0,4-2-1 15,-1-1 4-15,2-2-3 0,-1 0 0 0,0-6 1 0,-9 3-1 16,20-6-3-16,-5-2-3 0,-1-3 3 16,-1-1-3-16,1-2 0 0,-1-2-2 0,1 2 4 15,-3-9-2-15,0 1 0 0,-5 3-6 0,2 3 3 0,-1-3-3 16,-1 6 1-16,-4 0 8 0,1 4-9 0,1-2 1 16,-4 6-6-16,0 5 0 0,5-7-1 0,-5 7 4 15,0 0-5-15,0 0 2 0,3 28 1 16,-4-11 4-16,1 2-2 0,-2 5 5 0,2-6-5 0,0 6 4 15,2-5-4-15,-1-2 5 0,2-1 0 0,0-1 0 16,-1-1-1-16,2-5 3 0,3 1-1 0,0-2 4 16,-3-3 2-16,1-1-2 0,2-3 1 0,4-1 2 15,-2-3-7-15,4-3 0 0,1-1 1 0,-1-5 1 16,-2 5-1-16,1-9 0 0,-3 3 1 0,1-1-3 16,-2-1 1-16,-1-3 1 0,-3 2-2 0,1-2 3 15,-2-1 0-15,2 1 0 0,-3 4-2 0,2 5 1 16,0-2-2-16,-4 5 0 0,0 6-6 0,4-9-2 15,-4 9 4-15,0 0 1 0,0 0-3 0,0 0 3 16,7 28 0-16,-7-13-2 0,2 2 3 0,0 0 3 16,-2 1-2-16,2-1 2 0,0 2 4 0,2-2-8 15,-2 1-26-15,2-2-26 0,1 0-19 0,-1-5-14 16,4 0-37-16,2-3-29 0,1-1-30 0,4-2-166 16,-1-2-383-16,9-3 170 0</inkml:trace>
  <inkml:trace contextRef="#ctx0" brushRef="#br0" timeOffset="-186028.62">14863 9933 73 0,'-4'-10'233'0,"0"1"-5"0,-2 2-14 0,2 0-13 16,-3 1-19-16,1 2-19 0,6 4-16 0,-16-2-12 16,7 6-13-16,-3 1-7 0,-1 7-6 0,0 3-9 0,-4 7-6 15,3 1-9-15,2-1-9 0,1 1-3 16,4 2-8-16,0-6-5 0,6 7-6 0,0-7-4 15,5-2-5-15,1 2-3 0,4-3-5 0,0-2-1 16,3-1-10-16,1 1-6 0,4-6-19 0,1 2-21 0,2-7-28 16,7 2-21-16,-6-4-38 0,9-3-28 15,0-3-16-15,-1-1-26 0,-1-3 2 0,0-1-10 16,-1-3-102-16,-2-1-310 0,-3-3 137 0</inkml:trace>
  <inkml:trace contextRef="#ctx0" brushRef="#br0" timeOffset="-185780.1">15207 9800 13 0,'-1'-28'167'0,"2"2"4"0,-1 2 7 0,-1 3 2 16,0 6 10-16,1 1 3 0,-1 2-7 16,-3 2-1-16,4 0-7 0,-3 5-13 0,3 5-14 0,-1-12-17 15,1 12-18-15,-1-7-16 0,1 7-11 0,0 0-2 16,0 0-10-16,-5 31-8 0,5-11-9 0,-2 8-3 16,0 3-5-16,2 1 1 0,-2 0 1 15,2 1-1-15,-2 2-2 0,-1-2-5 0,3-1-2 0,3 0 4 16,-3 0-9-16,0-4-10 0,0 0 3 0,1-3-9 15,2-4 12-15,-1-3-12 0,2-2-3 0,0 0-4 16,0-4 1-16,0 0-6 0,-1-2-13 16,3-2-18-16,-3-1-21 0,1-1-24 0,0-1-24 0,2-3-31 15,2 0-45-15,-8-2-21 0,21-6-37 0,-9 3-191 16,3-8-448-16,0-1 199 0</inkml:trace>
  <inkml:trace contextRef="#ctx0" brushRef="#br0" timeOffset="-185619.99">15113 9836 98 0,'-14'-1'156'0,"2"-1"-11"0,6 2-7 15,6 0-17-15,-12 2 0 0,12-2-5 0,-5 4-8 16,5-4-2-16,0 0-10 0,0 0-12 0,37 5-9 16,-6-9-13-16,20-1-34 0,1-4-55 0,7 0-56 15,-6-1-141-15,2-3-243 0,1 1 107 0</inkml:trace>
  <inkml:trace contextRef="#ctx0" brushRef="#br0" timeOffset="-174596.98">6766 10959 119 0,'0'0'142'0,"0"0"-15"0,0 0-9 0,0 0-15 15,0 0-9-15,0 0-10 0,0 0-14 0,0 0-6 16,0 0-3-16,0 0-10 0,0 0 3 0,21 16-8 16,-10-1-7-16,1-1 0 0,1 2-4 0,2 7 3 15,3-2-5-15,-1 2-9 0,0 1 6 0,-1 0-9 16,0-2 4-16,0 2-4 0,0-2 0 0,-3 1-2 15,1-3-5-15,-4-4-2 0,1-1-2 0,-1-1-5 16,-1 0 2-16,0 0 3 0,-3-5-2 0,0 2 0 16,1-3 4-16,-2 1-2 0,0-1-3 0,-1-1-2 15,0-2 5-15,0 0-4 0,-4-5 9 0,6 7 11 16,-6-7 26-16,5 6 15 0,-5-6 4 0,0 0-3 16,0 0-3-16,0 0-2 0,13-14-6 0,-10 5 1 15,3-3-4-15,-2-3-3 0,1-1-7 0,0-2 16 16,1-6-6-16,3 0-3 0,-2-1-10 0,-1 1 1 15,4 0-4-15,0-3-7 0,1 1-3 0,-3 0-1 16,2-2-3-16,-4 4 1 0,-1 6-7 0,0 1 3 16,-1 5-4-16,1 1 1 0,0 0-1 0,-2 1-1 15,1 3-4-15,-3 0-2 0,-1 7-4 0,3-9 2 16,-3 9-4-16,1-6-8 0,-1 6-15 0,2-5-14 16,-2 5-17-16,0 0-10 0,0 0-2 0,0 0 0 15,0 0-9-15,0 0-28 0,0 0-16 0,6 17-11 16,-6-8-14-16,0 1-20 0,1 1-150 0,-1 1-337 15,-1 1 149-15</inkml:trace>
  <inkml:trace contextRef="#ctx0" brushRef="#br0" timeOffset="-172196.55">7356 11361 11 0,'0'0'140'0,"0"0"-4"0,-2-10-10 0,2 10-10 16,0 0-9-16,0 0-9 0,0-9-3 0,0 9 2 15,0 0-3-15,0 0-2 0,0-10-3 0,0 10-1 16,0 0-9-16,0 0 0 0,0 0-5 0,0 0-13 0,0-10-5 16,0 10-5-16,0 0-11 0,0 0-1 15,0 0-11-15,0 0-4 0,0 0-3 0,0 0 0 16,0 0 0-16,3 24-3 0,0-14-2 0,-2 7-5 15,0 0 6-15,0 0-8 0,-1 8 2 0,0 0 8 0,-1-5-7 16,2 4-2-16,-3-4 1 0,2 0 4 16,0 4-6-16,0-7 1 0,0 1 0 0,0 0-2 15,-3-4-3-15,3-2 1 0,0 3 2 0,0-2 1 0,0-2-6 16,-1 0 5-16,2-2-8 0,-1-9 2 0,0 13 6 16,2-8-5-16,-2-5 1 0,0 11 1 0,0-11 2 15,0 7-3-15,0-7 1 0,0 0-3 16,1 8-3-16,-1-8-9 0,0 0-11 0,0 0-12 15,0 0-11-15,0 0-13 0,0 8-45 0,0-8-12 16,0 0-29-16,0 0-128 0,0 0-293 0,0 0 130 0</inkml:trace>
  <inkml:trace contextRef="#ctx0" brushRef="#br0" timeOffset="-171701.64">7308 11309 87 0,'0'0'135'0,"0"-9"-3"0,0 9-6 16,3-8-4-16,-3 8-12 0,8-6-15 0,-8 6-4 15,9-5-10-15,-2 1 6 0,2 0 1 0,5 0-5 16,0 2-9-16,4 0-8 0,1 2-2 0,-2 2-6 15,2 2-6-15,-2 0-5 0,-5 0-1 0,0 2-4 16,6 1-3-16,-9-1-7 0,-1 3-4 0,-1 1-1 16,0-1 0-16,-4 1 0 0,0-1 1 0,-2 2-8 15,-1-2 1-15,-2 2-4 0,0 0 2 0,-1-1-4 16,-1-3 6-16,-4 3 8 0,0-2-9 0,-1 0 1 16,-2 1 2-16,2-3-3 0,-1 0 0 0,-3 0 3 15,3-3 3-15,1 1 2 0,-3 0-1 0,5-3 7 0,0 2-1 16,7-3-5-16,-16-1-3 0,8 1-2 15,8 0-2-15,-12-2 0 0,12 2-1 0,-11 0 0 16,11 0-7-16,-6-2 1 0,6 2-5 0,0 0 0 0,-8-3-4 16,8 3-1-16,0 0-5 0,0 0 1 15,0 0 0-15,0 0 3 0,0 0-5 0,0 0 1 16,0 0 2-16,15 15 0 0,-7-8 0 0,-4-3-1 16,3 4-1-16,0 1 0 0,1-1 0 0,0 1 0 0,0-1 0 15,0 3 1-15,1-4 0 0,-2 2 2 16,4 0 0-16,-5 0-13 0,3-1-21 0,-1 1-31 15,-1-2-20-15,2 2-36 0,0 0-35 0,-2-2-19 0,2 3-143 16,-4-3-340-16,1-1 151 0</inkml:trace>
  <inkml:trace contextRef="#ctx0" brushRef="#br0" timeOffset="-171084.73">8267 11243 118 0,'0'0'121'0,"-9"0"-9"0,9 0 16 15,-8-3-5-15,8 3 3 0,0 0-10 0,-9-1-6 16,9 1-5-16,0 0-10 0,0 0-2 0,0 0-3 16,-11-3-6-16,11 3-8 0,0 0-2 0,0 0-7 15,0 0-7-15,0 0-7 0,0 0 0 0,0 0-6 16,0 0-6-16,0 0-3 0,0 0-1 0,0 0-5 16,0 0 4-16,0 0-1 0,0 0 3 0,0 0-6 15,33 3-2-15,-20-3-4 0,0 0-1 0,4 0-2 16,-2 0-17-16,-1 1-37 0,-2-1-39 0,-3 0-31 15,3 0-34-15,-4 1-34 0,-2 1-122 0,-6-2-315 0,9 0 139 16</inkml:trace>
  <inkml:trace contextRef="#ctx0" brushRef="#br0" timeOffset="-170907.49">8273 11371 43 0,'0'0'149'0,"0"0"-6"16,0 0-12-16,12 7-12 0,-6-7-9 0,2 2-12 16,5-1-5-16,-2 0-9 0,3-1-14 0,3 0-31 0,-3-1-40 15,4 2-40-15,1-2-45 0,-7 2-73 0,0-1-171 16,0-2 75-16</inkml:trace>
  <inkml:trace contextRef="#ctx0" brushRef="#br0" timeOffset="-167084.9">9018 11008 36 0,'0'0'228'0,"5"-9"-5"0,-5 9-7 0,3-7-10 0,-3 7-19 16,0 0-11-16,0 0-21 0,1-7-8 15,-1 7-13-15,0 0-14 0,0 0-9 0,0 0-14 16,0 0-12-16,0 0-14 0,0 0-5 0,0 0-7 0,0 0 0 16,0 0-11-16,0 0-6 0,0 0-5 0,-13 15-6 15,11-10-2-15,2 5-5 0,-1 1 0 16,2-1-4-16,1 1 1 0,4 4-4 0,1 1-1 15,4-2-4-15,1-1 2 0,4 1-7 0,7 2 4 0,-6-4 0 16,5 3-1-16,3-1-1 0,-2-1 5 16,-3-4-7-16,3 3 4 0,-4-3-5 0,-1 2-5 0,-3-1-1 15,1-2 8-15,-6-1-8 0,-1 0 1 16,-1 0-1-16,-1-1 0 0,-2-2 0 0,-2 1-2 0,-1 1-2 16,-2-6 6-16,2 11 4 0,-2-11-2 0,-13 12-2 15,3-6 0-15,-2 0-1 0,-6-1 0 0,-2 0 4 16,-2-1-1-16,1-1-4 0,0-2-3 0,-1 1 3 15,1-2 5-15,3-1-2 0,4 1-2 0,1-4 3 16,0 3 0-16,3-3 0 0,1-1 0 0,1 1-2 16,2 0-1-16,2-1 3 0,0-2-10 0,4 7-7 15,0-13 4-15,1 3-5 0,3 1-1 16,4-1-2-16,0 1-2 0,3-4 2 0,2 0 1 0,1 0 2 16,1 0 0-16,7-5 4 0,1 0 0 0,-4 0-1 15,2 1 4-15,-4-1-3 0,-2 5 10 0,-1-2-3 16,-3 3-3-16,-1-4 6 0,-2 5 3 0,-3 0 8 15,-1 0 3-15,-1 1 0 0,-1-2 1 0,1-1-1 16,-3 5 0-16,-2-3-3 0,1 1 2 0,1 10 2 16,-5-14-5-16,-2 8-3 0,1 0 5 0,-1-1 0 15,-4 2-6-15,-1 2-5 0,1-1-1 0,1 4 1 16,-4-1-2-16,0 5 1 0,-4-1 1 0,1 2-2 0,5 0-5 16,0 2 2-16,1-1 2 0,1 1-8 15,-1 2-10-15,2 1-22 0,0-1-23 0,6 1-10 16,-5 3-39-16,4-1-10 0,1-1-28 0,2 2-27 15,2-2-22-15,1-1-103 0,2 1-330 0,2-4 146 16</inkml:trace>
  <inkml:trace contextRef="#ctx0" brushRef="#br0" timeOffset="-166640.65">9570 10994 137 0,'6'-5'206'0,"-6"5"-9"0,0 0-17 16,6-4-24-16,-6 4-16 0,0 0-16 0,0 0-11 0,0 0-15 15,10 6-10-15,-6 0-7 0,2 2-8 0,1 4-3 16,1 3-5-16,2 2-6 0,-3 1-6 0,2 0-8 16,0-2 0-16,3 7-2 0,-3-7-2 15,-3 2-2-15,4-4 0 0,-3 2-3 0,2 0-7 0,-2-2 4 16,1-3 1-16,0 0-1 0,-3-2-5 15,3 0 0-15,-3 0 0 0,1-1-1 0,0-1 4 16,-2-3-1-16,1 1 3 0,0-2 3 0,-5-3 2 0,8 7 10 16,-4-4 6-16,-4-3 8 0,0 0 3 0,9 1 5 15,-9-1 0-15,9-5-1 0,-4-1-7 0,5-3-5 16,0-3-5-16,1-2-6 0,3-2-5 0,2-7-2 16,2-2 1-16,0-2-15 0,0-1 1 0,2-1-4 15,2 3-1-15,-3-3 0 0,-1 2-5 0,0 1-4 16,1 5 0-16,-5-2 2 0,0 7 1 0,-3 0-3 15,-4 2-2-15,2 4 2 0,-4 0-2 0,0 3 2 16,-1 2-4-16,-1 0-1 0,-3 5-7 0,6-8 4 16,-6 8-13-16,5-6-17 0,-5 6-14 0,0 0-20 15,5-3-19-15,-5 3-20 0,0 0-24 0,0 0-26 16,0 0-15-16,0 19-25 0,0-19-25 0,-5 18-189 16,0-7-438-16,1-1 194 0</inkml:trace>
  <inkml:trace contextRef="#ctx0" brushRef="#br0" timeOffset="-165380.22">5941 12647 185 0,'0'0'200'0,"0"0"-6"0,0 0-14 0,0 0-13 15,0 0-15-15,0 0-14 0,1-17-19 0,-1 17-11 16,5-4-9-16,2 0-10 0,4 0-9 0,7 0-7 16,1-1-8-16,8-4-8 0,2 3-4 0,3-3-4 15,3-1-9-15,-1 0-9 0,1 2-18 0,2-2-14 16,1 0-27-16,1 1-11 0,-3-2-28 0,13-5-29 16,-12 5-34-16,0 2-35 0,-1-1-96 0,14-6-283 15,-17 5 125-15</inkml:trace>
  <inkml:trace contextRef="#ctx0" brushRef="#br0" timeOffset="-164808.42">6269 12537 85 0,'0'0'128'16,"0"0"-8"-16,0 0-14 0,0 0-11 0,0 0-14 15,0 0-9-15,0 0-5 0,-7 7-9 0,7-7 2 16,1 10 8-16,0-1 5 0,-1 3 10 0,4 7 7 15,-4 5 2-15,0 3 2 0,0 3 0 16,0-1-1-16,1 3-6 0,-2-1-2 0,1 2-6 0,3-3-6 16,-2 2-8-16,1 0-3 0,-3-3-9 0,2 3-2 15,1-4 1-15,0 0-11 0,0-3-2 0,-2-4-5 16,1-3 1-16,-1-3-5 0,0-4-6 0,0 2-1 16,0-4-1-16,1 1-1 0,-1-3-3 0,0-7-2 15,0 13 1-15,0-13-2 0,0 9 0 0,0-9 0 16,0 6 2-16,0-6 5 0,0 0-1 0,0 0 2 15,-4 7-7-15,4-7-1 0,0 0-2 0,-15 0 1 16,15 0-3-16,-14-4-3 0,5-1 1 0,-4 1-2 16,2-1 1-16,-2 1-6 0,1-2 1 0,1 3 2 15,-3-1-1-15,4 1 0 0,-1-2 2 0,0 1-6 16,2 3 1-16,2-3-2 0,7 4-2 0,-11-1 2 16,11 1 1-16,-9-4-3 0,9 4 0 0,-6 0-3 0,6 0 3 15,0 0-3-15,0 0-5 0,0 0 0 16,0 0 6-16,0 0-2 0,0 0 2 0,0 0 2 15,0 0-6-15,23 5-14 0,-7-5-17 0,3 0-30 16,10-3-24-16,0 0-33 0,2-5-20 0,2 3-22 16,-2 1-164-16,0-2-359 0,1-2 159 0</inkml:trace>
  <inkml:trace contextRef="#ctx0" brushRef="#br0" timeOffset="-164492.41">6640 12972 3 0,'0'0'195'16,"0"0"-10"-16,6-3-16 0,-6 3-12 0,0 0-16 16,9-5-5-16,-3 4-16 0,2 0-8 0,-8 1-10 15,18 0-13-15,-9 1-7 0,3 2-9 0,-1 0-5 16,1 1-7-16,-5 2-7 0,4 2-8 0,-4 1-4 16,0 0-3-16,-2 3-3 0,-1 2-4 0,-3-1 2 15,-2 5-2-15,-2-1-3 0,-2-1 4 16,-3 3-6-16,-2 3 4 0,1-4 4 0,-2-1-2 0,3-2 1 15,-2-2-3-15,-3 0 5 0,5-2-2 0,1-1 1 16,1-2-6-16,-1 0 1 0,2-2-6 0,1-1 0 16,0 1-2-16,4-6-3 0,-4 6-2 0,4-6-1 0,-1 7-1 15,1-7 4-15,0 0-4 0,12 9-1 16,-1-9-15-16,2 0-18 0,10-2-25 0,6-5-27 16,3-1-28-16,5-3-30 0,13-6-31 0,-4-5-13 15,-9 9-15-15,13-4-100 0,-16 1-312 0,12-5 138 16</inkml:trace>
  <inkml:trace contextRef="#ctx0" brushRef="#br0" timeOffset="-164220.86">7522 12952 56 0,'0'0'138'16,"0"0"-17"-16,19 1-8 0,-19-1-7 0,15 0-13 15,-6 1-5-15,3 0 11 0,-12-1-31 0,23 3-4 16,-13-2-21-16,-2 0-7 0,-8-1-20 0,16 4-13 15,-9-2-14-15,-7-2-3 0,7 6-9 0,-7-6 4 16,3 9-14-16,-3-9-4 0,0 0 5 0,-4 14 2 16,4-14 1-16,-9 10 7 0,4-4-1 0,5-6 7 15,-13 12 1-15,7-6-1 0,6-6 12 0,-9 10 5 16,4-6 2-16,5-4 6 0,-9 10 4 0,6-3 4 16,3-7-3-16,0 0 6 0,-5 9-1 0,5-9 2 15,0 0-3-15,0 0 5 0,0 0-2 0,15 15-2 16,-2-14-22-16,8-4-26 0,8-6-46 0,7 3-61 15,15-6-146-15,0 0 65 0</inkml:trace>
  <inkml:trace contextRef="#ctx0" brushRef="#br0" timeOffset="-163822.47">8824 12669 190 0,'0'0'262'0,"6"-4"-19"16,-6 4-23-16,0 0-24 0,0 0-15 0,0 0-25 16,0 0-12-16,0 0-12 0,0 0-13 0,-16 28-11 15,7-16-12-15,-1 2-5 0,-2 3-2 0,2 0-7 16,-4-1-3-16,1 0-7 0,3 0-6 0,-5 5-4 16,4-6-5-16,4 2-8 0,-1 0-7 0,2-3 1 15,2 1-4-15,1-4-8 0,2 0-3 0,2 0 2 16,1-1-5-16,1 0-1 0,1-4-1 0,6 3-3 15,1-4 3-15,4 1-3 0,4-3 4 0,3 1-4 16,5-4-2-16,-7 0-3 0,7-4 0 0,0-5 4 16,0 4 5-16,-1-4-1 0,0 0 2 0,-8-1 2 15,6-3 4-15,-1-3 2 0,-2 0 10 0,-6 1-8 16,-2 1 2-16,3-7-1 0,-7 3 2 0,-1 0 3 16,-4-1-11-16,1-5 0 0,-6 6-1 0,-6-1-3 15,0 1 1-15,-6-4-2 0,-1 6-2 0,-8-2-3 16,-2 6-7-16,-4 2 2 0,-3 5-6 0,-1 1-10 15,-5 4-30-15,-13 6-45 0,-5 7-59 0,-1 2-79 16,1 2-97-16,-6 3-194 0,1-1-545 0,-3-1 241 0</inkml:trace>
  <inkml:trace contextRef="#ctx0" brushRef="#br0" timeOffset="-161764.15">6358 13979 129 0,'0'-10'236'0,"0"10"-10"0,-2-11-6 0,2 11-9 16,-1-10-9-16,1 10-12 0,3-8-11 0,-3 8-9 16,0 0-20-16,-3-9-17 0,3 9-14 0,0 0-15 15,0 0-11-15,0 0-14 0,0 0-10 0,0 0-8 16,0 0-8-16,0 0-2 0,0 0-7 0,4 32-3 16,-2-14-3-16,1 5-6 0,-1-2 10 0,-2 4-17 15,2 1-3-15,2-2-1 0,-2 2-2 0,2-2 0 16,-3 3-4-16,1-2-1 0,-1-4 1 0,3 1-5 15,-2 5 10-15,2-8-6 0,0 1-1 0,-2-3-5 16,1 2 4-16,1 3-3 0,-2-7-3 0,1 0-3 16,0 2 1-16,-2-5-14 0,0 0-14 0,0-2-19 15,1 3-17-15,-1-4-25 0,0 0-25 0,2-4-27 16,-3-5-29-16,0 9-17 0,0-9 0 0,0 0-171 16,0 9-383-16,0-9 170 0</inkml:trace>
  <inkml:trace contextRef="#ctx0" brushRef="#br0" timeOffset="-161481.45">6410 13962 121 0,'-3'-12'173'0,"2"5"-5"0,1-2-14 0,0 9-15 15,1-11-16-15,2 6-11 0,-3 5-13 0,8-9-10 16,2 5-7-16,0 1-12 0,2 3-13 0,0 0 3 15,1 3-6-15,0 4-1 0,4 2-5 0,-5 2-7 16,-1 3 1-16,-4 2-5 0,-2 1 4 0,0 2-8 16,-3 5 0-16,-2-6-3 0,-5 3 1 15,1-2-5-15,-3-1 2 0,0-1 1 0,-2-2-1 0,-3 0 1 16,2-2 3-16,-3 1-4 0,2-1-1 0,-2-3-2 16,-2 2-2-16,0-2-3 0,0-1-19 0,1 1-31 15,-2-1-37-15,5-1-50 0,0-3-53 16,1 3-131-16,1-5-325 0,2 1 144 0</inkml:trace>
  <inkml:trace contextRef="#ctx0" brushRef="#br0" timeOffset="-161111.31">6706 14369 147 0,'0'0'174'0,"13"-9"-14"0,-13 9-14 16,18 1-16-16,-6 1-11 0,-2 1-11 15,4-3-18-15,-1 6-4 0,-1-3-16 0,1 2-9 16,-1-1 6-16,-2 1-6 0,-1 1-12 0,-1 4 0 0,-1-2-9 16,-2 1 0-16,-1 1-4 0,-1-1 4 0,-2 4 2 15,-1-1-1-15,-4 6 2 0,-1-2 3 0,-3-1 3 16,-4 10-1-16,-1-13-3 0,-4 8 16 15,3-5 1-15,-4 2 5 0,4-3-8 0,0-1 1 16,1 0-8-16,-1 0-5 0,3-1-2 0,4-4-10 0,2 2-1 16,3-3-2-16,-5-3-6 0,5 0 2 0,2-4-5 15,-3 10 2-15,3-10-2 0,2 10 0 0,4-7-1 16,4-1-2-16,8-2 0 0,12-4-7 16,0-1-20-16,10-4-22 0,11-2-38 0,3-4-40 15,2-1-36-15,1-1-42 0,0-5-34 0,-4 2-116 0,1-4-362 16,-2 1 160-16</inkml:trace>
  <inkml:trace contextRef="#ctx0" brushRef="#br0" timeOffset="-160952.85">7630 14386 30 0,'0'0'141'0,"9"-4"0"0,-9 4 0 0,7 0 8 0,-7 0-1 16,6-5-2-16,-6 5-4 0,0 0-11 15,13 0-11-15,-13 0-12 0,13 0-8 0,-4-1-7 16,2 1-15-16,2 0-23 0,1 0-39 0,-2-3-39 0,1 2-45 15,-2-1-45-15,-1 1-23 0,-1 1-98 16,-9 0-252-16,11 1 111 0</inkml:trace>
  <inkml:trace contextRef="#ctx0" brushRef="#br0" timeOffset="-160804.15">7788 14425 75 0,'-4'5'133'0,"4"-5"2"0,-7 7 8 15,2 0-4-15,2-1 0 0,-1-2-13 0,-1 1-2 0,5-5-9 16,-6 7-6-16,2-4-17 0,4-3-8 0,0 0-1 15,-2 8-12-15,2-8-2 0,0 0-11 0,9 5-26 16,-9-5-23-16,17 2-48 0,0-7-51 16,5-2-65-16,8-2-87 0,3-2-263 0,3-1 117 15</inkml:trace>
  <inkml:trace contextRef="#ctx0" brushRef="#br0" timeOffset="-159272.22">8869 13918 173 0,'-7'-6'170'16,"7"6"-10"-16,-3-10-5 0,3 10-5 0,-3-7-9 0,3 7-5 16,-5-6-16-16,5 6-13 0,0 0-13 0,0 0-10 15,0 0-15-15,0 0-2 0,0 0-9 0,0 0-6 16,0 0-7-16,0 0-2 0,23 26-4 16,-14-11-4-16,4 2 9 0,1 7-8 0,0 0 2 15,0-1-7-15,-3 5 0 0,3-2 3 0,-2-4-1 0,2 1-4 16,-4 0 1-16,-2-5-6 0,2 0 1 0,-4-2-4 15,2 0 5-15,-1-1-7 0,-1 1-1 0,0 0-6 16,-3-5 4-16,1-1-4 0,0 0 1 0,-1-4-4 16,0 1-1-16,2-1 1 0,-2 0 1 0,-3-6-2 15,2 7 3-15,-2-7 16 0,4 7 24 0,-4-7 22 16,0 0 14-16,0 0-5 0,0 0-2 0,0 0-13 16,12-18-7-16,-5 3-2 0,2 0-8 0,-1-9-4 15,1-3 0-15,2 2-6 0,-1-4-6 16,1 0-3-16,0 0 2 0,1 0-10 0,-2-2 0 0,4 5 1 15,-5 2-5-15,-4 4 0 0,5-2-3 0,-6 4-1 16,2 4-2-16,-2 2-4 0,2 3 0 0,-5 1-29 16,1 3-24-16,-2 5-39 0,0 0-35 0,7-10-19 15,-7 10-13-15,0 0-18 0,0 0-22 0,0 0-16 16,6 28-17-16,-5-11-135 0,-1 0-386 0,2 1 171 16</inkml:trace>
  <inkml:trace contextRef="#ctx0" brushRef="#br0" timeOffset="-158980.68">9331 14160 73 0,'6'3'110'0,"-6"-3"4"15,0 0-5-15,9 3-11 0,-9-3-10 0,8 1 3 16,-8-1-5-16,13 2-2 0,-8 1-7 0,4-2-5 16,-4 3-7-16,2-2-4 0,-2 4-6 15,-1-2-3-15,0 3-1 0,2 2 3 0,-4 1-4 0,-2-1-4 16,2 3-7-16,-5 3 17 0,1 0-2 0,-3 1-12 15,0 0-1-15,-4 1 13 0,1-1-2 16,-4 0 1-16,6 0 3 0,-3 0-11 0,4-4 0 16,-4 1-3-16,3-4-5 0,0 0 1 0,3 1-3 15,-1-2-5-15,1-1 0 0,1-2-6 0,2-5-1 0,-4 11 2 16,4-11-2-16,4 8-2 0,-4-8 3 0,10 5-1 16,2-5-2-16,5-3-17 0,11-3-20 0,3-1-32 15,4-3-38-15,0-4-44 0,16-3-45 16,-4 0-145-16,-13 0-347 0,9-6 154 0</inkml:trace>
  <inkml:trace contextRef="#ctx0" brushRef="#br0" timeOffset="-158813.28">10001 14075 22 0,'0'0'169'0,"0"0"-16"16,-10-3-2-16,10 3-3 0,0 0 2 0,-13 3-14 15,13-3-4-15,0 0-17 0,-9 2-11 16,9-2-9-16,-10 5-7 0,10-5-11 0,-4 9-6 0,4-9-17 15,0 8-20-15,0-8-27 0,0 0-37 0,0 0-34 16,10 17-49-16,-3-13-29 0,-7-4-85 0,20 6-245 16,-2-7 109-16</inkml:trace>
  <inkml:trace contextRef="#ctx0" brushRef="#br0" timeOffset="-158539.29">10358 13889 99 0,'0'0'213'16,"-8"-3"-9"-16,8 3-11 0,0 0-17 0,-6-4-8 15,6 4-23-15,0 0-14 0,0 0-15 0,0 0-13 16,20-7-8-16,-3 5-10 0,4-2-6 0,9 0-11 15,0-2-4-15,0 4-21 0,-1-1-24 0,-8-1-23 16,-1 3-23-16,-4-3-25 0,-2 3-22 0,-4 0-27 16,0-2-7-16,-10 3-11 0,14-1-6 0,-14 1-6 0,9-3-79 15,-9 3-228-15,0 0 101 0</inkml:trace>
  <inkml:trace contextRef="#ctx0" brushRef="#br0" timeOffset="-158195.81">10643 13833 188 0,'-32'-6'2'0,"32"6"5"15,-13-1 6-15,13 1 5 0,-13-3 10 0,13 3-2 16,-12-1 10-16,12 1 3 0,0 0 12 0,-16 0 5 0,16 0 0 15,0 0 1-15,0 0-9 0,-13-1 8 0,13 1-5 16,0 0 3-16,-6 13 28 0,3-3 7 16,0 4 9-16,-1 3 7 0,-2 2-5 0,4 6-5 15,-3 0-1-15,1 2-7 0,3 0-2 0,-2-1-9 16,3 0 0-16,-1-7-12 0,2 1-8 0,-1-1-4 16,0-1-2-16,3 0-5 0,-2-2-5 0,0 0-2 15,-1-4 0-15,2-2-9 0,-1 0-1 0,0-2 0 16,-1-8-3-16,3 9-3 0,-3-9-2 0,0 9 1 15,0-9-4-15,0 9 2 0,0-9 0 0,-5 5-3 16,5-5-3-16,-11 3-15 0,2 3-13 0,-1-6 5 16,-1 1-3-16,-1-1 0 0,-2-1 2 0,1-1 0 0,1 1-1 15,-1 0-1-15,1-1 3 0,1 0 3 16,3 2-2-16,8 0-2 0,-13-1 1 0,13 1 3 16,-11-1-4-16,11 1 1 0,0 0-1 0,-8 1 7 15,8-1-4-15,0 0 8 0,0 0-7 0,0 0 6 16,0 0 1-16,31 9 2 0,-17-8-4 0,6-2-14 15,7 1-20-15,3-2-25 0,-1-2-39 0,3-2-45 16,0 0-26-16,0-2-109 0,-4 0-303 0,4 0 134 16</inkml:trace>
  <inkml:trace contextRef="#ctx0" brushRef="#br0" timeOffset="-157898.08">10869 14058 133 0,'4'-5'128'0,"-4"5"-15"15,0 0 11-15,0 0-2 0,10-3 0 0,-10 3 0 16,0 0 2-16,14 5-9 0,-9-2-11 0,2 1-5 16,-4 2-7-16,5 2-4 0,-3 1 0 0,0 1-1 15,-1 2-3-15,-3 1 1 0,2 3-6 0,-4 0-3 16,-3 4-2-16,-4-4 4 0,-2 1-5 0,2 2-4 16,-5-2-6-16,-2 2-3 0,2-3-7 0,2-1-1 15,-2-2-4-15,0 1-3 0,1-4-7 0,4 1-4 16,0-3 0-16,-2-1-3 0,4 1-4 0,-1-1 0 15,2-3-5-15,2 2-1 0,3-6 0 0,-2 11-3 16,2-11-1-16,-5 7 2 0,5-7-2 0,0 0 5 16,11 8-8-16,0-8-10 0,6-2-11 0,3-2-26 15,13-2-31-15,0-1-45 0,4-3-37 0,16-3-37 16,4-3-37-16,1 3-148 0,4-3-397 0,2-1 175 16</inkml:trace>
  <inkml:trace contextRef="#ctx0" brushRef="#br0" timeOffset="-157688.48">11948 14011 82 0,'0'0'247'16,"0"0"-12"-16,0 0-6 0,0 0-15 0,-3-12-17 15,8 11-13-15,-5 1-17 0,22-4-19 0,-3 0-11 16,9-1-17-16,-1 2-9 0,2 0-12 0,-1 0-11 15,2-2-31-15,-2 0-34 0,-6 4-44 0,-6-1-47 16,-2 2-45-16,1 0-34 0,-4 0-22 0,-3 2-135 16,-8-2-328-16,6 6 145 0</inkml:trace>
  <inkml:trace contextRef="#ctx0" brushRef="#br0" timeOffset="-157541.86">11974 14166 29 0,'-10'6'184'16,"2"-1"-2"-16,0-1-7 0,3-2-11 0,5-2-3 15,-10 3-12-15,10-3 3 0,0 0-8 0,0 0-8 16,0 0-10-16,27 3-10 0,2-7-14 0,3-2-15 16,3-1-34-16,2-1-58 0,0-1-72 0,0-1-81 15,-9 1-129-15,1 3-311 0,-9 1 138 0</inkml:trace>
  <inkml:trace contextRef="#ctx0" brushRef="#br0" timeOffset="-147421.8">13335 13818 87 0,'2'-7'147'0,"-1"-2"-8"0,-1 9 0 16,4-12 1-16,-4 6-1 0,0 6-15 0,2-13-4 15,0 5 3-15,-2 8-3 0,0-10-8 0,0 10-6 16,-4-9-12-16,4 9-12 0,0 0-10 0,0-10-10 16,0 10-4-16,0 0-13 0,0 0-2 0,0 0-4 15,0 0-3-15,0 0-5 0,-25 17-3 0,14-4-3 16,2 0-5-16,-2 2 2 0,0 1-5 0,2-1 12 16,-3 3-3-16,1 6 1 0,2-7-6 0,0 1 2 15,2 5-4-15,1-3-5 0,1-3 2 0,3 2-19 16,-2-2 0-16,4 0-3 0,0-2 4 0,0 4-1 15,4-8 0-15,-2 2-1 0,3-2 3 0,1 0 2 16,1-3 2-16,2 2 0 0,0-7 1 0,4 1-2 16,1-1-1-16,2-2 0 0,2-1 3 0,2-7 4 15,-2 3 1-15,2-6 2 0,7 0 1 0,-2-2-1 16,-3-1 0-16,-6 2 3 0,7-7 0 0,-10 5-11 16,2-2 3-16,1-5 2 0,-5 3 1 0,1-6-3 15,-5 6 2-15,-3-2 0 0,0 0-4 0,-1-2 1 16,-4 2-2-16,-3 1-1 0,-2 0-2 0,-3 2-5 15,1 6 3-15,-5-3-12 0,-5 5-7 0,-1 0-14 16,-4 3-11-16,-6 3-19 0,-1 5-22 0,-3 2-23 16,4 4-18-16,1 0-32 0,-3 4-17 0,2 3-97 15,-1 0-297-15,6 1 133 0</inkml:trace>
  <inkml:trace contextRef="#ctx0" brushRef="#br0" timeOffset="-147226.1">12987 14408 120 0,'0'0'161'0,"28"1"-11"0,1-3-21 0,5-2-11 15,24 0-32-15,2-3-33 0,37-8-44 0,-5 0-39 16,2 0-46-16,-1 2-44 0,1-3-130 0,2 0 57 15</inkml:trace>
  <inkml:trace contextRef="#ctx0" brushRef="#br0" timeOffset="-139097.99">30896 6519 97 0,'0'0'122'15,"0"0"-6"-15,8-2-9 0,-8 2-14 0,0 0-15 16,8-4-1-16,-8 4-10 0,0 0-5 0,0 0-6 16,6-3-11-16,-6 3-14 0,0 0-24 15,0 0-14-15,0 0-15 0,0 0-20 0,0 0-14 0,0 0-6 16,0 0-7-16,0 0-48 0,0 0-127 0,-22-6 56 15</inkml:trace>
  <inkml:trace contextRef="#ctx0" brushRef="#br0" timeOffset="-100324.18">20786 10522 56 0,'0'0'90'0,"0"0"-6"0,-4-8-8 16,4 8 11-16,0 0-10 0,0 0-10 0,-4-7 4 16,4 7-9-16,0 0-3 0,0 0 0 0,0 0-4 15,0 0-6-15,0 0-8 0,0 0-13 0,-6-4 11 0,6 4-2 16,0 0-3-16,0 0 0 0,0 0 8 16,0 0-8-16,0 0 0 0,0 0-16 0,0 0 18 0,0 0 3 15,-9-2-3-15,9 2-1 0,0 0 1 0,0 0-6 16,-12-1-7-16,12 1-2 0,-12 1 2 0,12-1-6 15,-11 0 10-15,11 0-7 0,-12 0 2 16,4 2-1-16,8-2 1 0,-13 1 1 0,13-1 3 0,-10-1-2 16,10 1-1-16,-9-2 4 0,9 2-8 0,0 0 1 15,-9 2-3-15,9-2 1 0,0 0 0 0,0 0-4 16,0 0-2-16,0 0 0 0,0 0-3 0,0 0-1 16,0 0 4-16,0 0-7 0,20-12 6 0,-4 4-9 15,4 3 2-15,7-2-1 0,2-2-6 0,1 3-23 16,-2-1-12-16,1 2-12 0,-2 0-27 0,-8 2-12 15,1 0-1-15,-1 0-14 0,-1 1-8 0,-7 2-4 16,2-2-92-16,-7 2-224 0,-6 0 99 16</inkml:trace>
  <inkml:trace contextRef="#ctx0" brushRef="#br0" timeOffset="-99901.03">20962 10420 18 0,'-9'1'108'16,"9"-1"-4"-16,-6 2-14 0,6-2-9 0,-6 5-4 15,6-5-4-15,-4 12-2 0,1-3 7 0,2 3-18 16,0 4 6-16,-1 1-2 0,2 0-6 0,-1 4-8 16,1-2-4-16,1 1-2 0,2 4-1 0,-1-6-14 15,2 1 9-15,0 5-8 0,1-5 1 0,-1-2-6 16,0 2 5-16,1-1-6 0,-3-1 0 0,2-1-1 15,-2-3-3-15,0-2-6 0,1 0-3 0,-2 1 0 16,0-2 5-16,-2 1-4 0,1-4-6 0,0-7 3 16,-1 15 2-16,1-8-9 0,-3-1 11 0,-1 0-2 15,0 0-4-15,1-1 2 0,3-5 0 0,-10 8-5 0,4-5-6 16,6-3-1-16,-11 4 1 0,6-1-1 16,-4-2 1-16,9-1-2 0,-12 3 3 0,5-3-8 15,7 0 3-15,-13 1 2 0,13-1 2 0,-12 0-5 16,12 0 4-16,-7 0 4 0,7 0-4 0,0 0 2 0,-10 0 0 15,10 0 3-15,0 0-4 0,0 0-2 16,0 0 2-16,0 0-6 0,0 0 8 0,0 0-3 16,0 0 1-16,0 0 5 0,0 0-2 0,26 5-1 15,-12-5-16-15,0 0-16 0,13-5-26 0,-5 4-27 0,-1-2-25 16,1-1-87-16,-1 2-214 0,-3-2 94 0</inkml:trace>
  <inkml:trace contextRef="#ctx0" brushRef="#br0" timeOffset="-99580.58">21353 10753 133 0,'0'0'165'16,"0"0"-2"-16,0 0-11 0,0 0-15 0,0 0-12 0,0 0-12 16,0 0-10-16,0 0-10 0,0 0-10 0,-24 11-13 15,17-6-1-15,1 1-11 0,1 1-5 0,1-1-3 16,0 0-7-16,1 0-3 0,0 1-5 15,3-7-3-15,1 15-4 0,1-7-5 0,1 1 0 16,3-1 0-16,0 0-2 0,-1-1-1 0,5 2-2 0,-2-4-2 16,1 0-5-16,-1 1-2 0,-1-3-1 0,0 1-1 15,-2-1 2-15,0 3-4 0,-5-6 1 0,8 5-5 16,-5-1 2-16,-3-4 3 0,3 8-2 16,-3-8 1-16,-6 11 0 0,-1-3-1 0,-2-1-3 0,-1 1 3 15,-1 0 0-15,-4-1-3 0,-1 2 3 0,2-1-10 16,-3 0-6-16,7-2-16 0,-2-1-20 0,1-1-35 15,5 0-30-15,-3 0-38 0,-3 0-107 0,12-4-279 16,-10 5 124-16</inkml:trace>
  <inkml:trace contextRef="#ctx0" brushRef="#br0" timeOffset="-99021.93">21499 10927 27 0,'9'4'157'0,"-9"-4"-14"0,0 0-17 0,0 0-11 0,0 0-13 15,8 2-12-15,-8-2-5 0,0 0-13 0,0 0 1 16,2 6-11-16,-2-6-3 0,0 0 4 0,0 9-1 16,0-9-7-16,0 0 12 0,0 0-2 0,0 0-6 15,0 0 4-15,-9 6 2 0,9-6-9 0,0 0 4 16,-6 4-2-16,6-4-5 0,0 0-1 0,0 0 1 15,-12 0-7-15,12 0-3 0,0 0-3 0,-12-5-6 16,12 5 6-16,-5-7-7 0,5 7-1 0,-4-9-1 16,0 3-2-16,1 1-3 0,3 5 0 0,0-14-6 15,0 14-2-15,3-13-4 0,-2 5-1 0,4 0 1 16,-1 0-6-16,0 2-4 0,1 1 1 0,-5 5-7 16,9-5 7-16,-3 4-2 0,-6 1-3 0,16 0-3 15,-7 4 6-15,-3-1-6 0,2 3 3 0,2-1-2 0,-2 2-2 16,-1 1 7-16,3 0-2 0,-3 0 1 15,-1-3-2-15,-1 3 1 0,1-2-1 0,-3-1-2 16,2 0 5-16,-2 2-3 0,-3-7 4 0,4 6 1 16,-4-6 1-16,4 5 1 0,-4-5 3 0,0 0-3 15,5 4 3-15,-5-4-6 0,0 0 2 0,0 0-3 0,0 0 1 16,0 0-3-16,1-22 2 0,-1 22 0 0,0-16-2 16,1 4-7-16,1 4-1 0,-1-2 2 15,3 1-1-15,1 0-2 0,-3 4 2 0,1-2 4 16,-3 7-8-16,2-7-2 0,-2 7 5 0,6-6 0 0,-6 6 2 15,10 2-4-15,-10-2 4 0,13 2-2 0,-8 1 1 16,1 1 1-16,2 0 0 0,-1 5-1 0,0-3 3 16,-2-1-2-16,0 3-5 0,3 1-8 15,-2-1-15-15,-2 0-25 0,-2 3-40 0,2-2-16 0,-1 2-28 16,-1-2-23-16,-2 1-124 0,-1-2-311 0,0 1 138 16</inkml:trace>
  <inkml:trace contextRef="#ctx0" brushRef="#br0" timeOffset="-98742.88">21859 10828 97 0,'0'0'175'16,"4"-6"0"-16,-4 6-6 0,0 0-5 0,3-8-10 15,-3 8-5-15,0 0-10 0,4-7-13 0,-4 7-3 16,0 0-16-16,0 0-8 0,4-4-11 0,-4 4-6 15,0 0-9-15,0 0-9 0,0 0-9 0,0 0-1 16,0 0-10-16,0 0-3 0,0 0-7 0,0 0-22 16,0 0-21-16,0 0-16 0,0 0-26 0,0 0-13 15,0 0-7-15,0 0 6 0,0 0-20 0,0 0 4 16,0 0-3-16,0 0 1 0,0 0 1 16,0 0-11-16,0 0 0 0,10 13-6 0,-10-13 2 0,5 6-1 15,-5-6 3-15,8 4-64 0,-8-4-171 0,7 2 77 16</inkml:trace>
  <inkml:trace contextRef="#ctx0" brushRef="#br0" timeOffset="-98374.04">21930 10830 315 0,'0'0'-6'0,"21"-2"16"16,-21 2 14-16,0 0 10 0,8-4 14 0,-8 4 5 16,0 0 6-16,0 0 17 0,0 0-8 0,0 0 5 15,0 0-6-15,0 0 7 0,0 0 2 0,0 0 10 16,-19-13-6-16,19 13 2 0,-10-1 4 0,10 1-3 16,-9-1-14-16,9 1-5 0,0 0-7 0,-13 1-6 15,13-1-14-15,-8 4 6 0,5 1-9 0,3-5 3 16,-7 11-7-16,3-2-3 0,0-2-6 0,1 2 3 15,1 0-6-15,1 1-1 0,0-1-6 0,1-9 0 16,2 14-1-16,0-7 0 0,1-1 1 0,1-1 0 16,0 0-2-16,0 1 0 0,1-3 1 0,0 1 4 15,2-1-2-15,1-2-5 0,-8-1-1 0,12 0-5 16,-12 0-3-16,14-4 4 0,-6 2 1 0,-2-2-3 16,1 0 1-16,-4-1-4 0,1 0 2 0,-4 5 1 15,7-10-1-15,-5 4 2 0,-2 6-1 0,3-11 0 16,-3 11 1-16,1-12 0 0,-1 12 0 0,0-10 5 15,0 10 6-15,0-10 10 0,0 10-8 0,0 0-1 16,0-7-1-16,0 7-4 0,0 0 1 0,0 0-3 16,0 0-1-16,0 0 1 0,0 0-1 0,0 0-2 0,0 0 5 15,0 0-2-15,9 24 0 0,-5-19 0 0,0 0-3 16,-1 1-4-16,1-2-19 0,0 2-22 0,-4-6-28 16,8 11-19-16,-3-7-30 0,-1 1-33 15,-2 0-134-15,-2-5-308 0,0 0 137 0</inkml:trace>
  <inkml:trace contextRef="#ctx0" brushRef="#br0" timeOffset="-98028.48">22205 10773 90 0,'9'2'143'0,"-9"-2"-9"0,7 7-12 16,-4-2-12-16,0 2-7 0,1-4-9 0,0 4-12 0,1-1-3 15,-1 0-13-15,1-1 0 0,2 3-10 0,-4-2-5 16,3 2-19-16,-1 0-19 0,-1-2-24 0,-1-3-16 16,-3-3-24-16,8 9-3 0,-5-7-8 0,-3-2-1 15,5 6-4-15,-5-6-4 0,0 0-8 0,0 0-47 16,0 0-137-16,0 0 60 0,0 0 517 0,0 0-347 16,0 0 4-16,0 0 16 0,0 0 16 0,-2-26 8 15,2 26 0-15,0 0 16 0,-3-18 7 0,3 18 11 16,-3-7 11-16,3 7 9 0,-5-5-7 0,5 5 0 15,0 0-1-15,0 0-9 0,0 0 5 0,-12 2 6 16,5 5-2-16,-1 2-4 0,-3-1-5 0,-1 5-1 16,-1 1-6-16,2-2 0 0,3-2-10 0,2 1 3 15,-2-1-14-15,2-1-36 0,3-2-32 0,2 1-36 16,0-1-118-16,1-7-220 0,0 0 98 0</inkml:trace>
  <inkml:trace contextRef="#ctx0" brushRef="#br0" timeOffset="-97870.8">22675 10660 154 0,'0'0'179'0,"0"0"-25"0,0 0-35 0,11-1-43 16,-11 1-42-16,0 0-41 0,11 6-35 15,-11-6-70-15,6 7-120 0,-3-2 53 0</inkml:trace>
  <inkml:trace contextRef="#ctx0" brushRef="#br0" timeOffset="-97754.1">22753 10816 7 0,'15'-6'26'0,"6"-1"-32"0,11-8-6 0,1 2 3 15</inkml:trace>
  <inkml:trace contextRef="#ctx0" brushRef="#br0" timeOffset="-97326.33">23605 10382 91 0,'4'-5'230'0,"-4"5"-23"15,8-12-24-15,-2 9-19 0,2-1-15 0,2-3-13 16,2 2-16-16,5-2-15 0,-4 3-10 0,5-2-18 15,-5 3-18-15,0 0-10 0,-1 0-11 0,-3 1-4 16,-2 1 5-16,0-2-8 0,-7 3-6 0,12-2-4 16,-12 2-2-16,10-2-1 0,-10 2-5 0,9-1 0 15,-9 1-1-15,0 0-4 0,0 0 2 0,9-2-2 16,-9 2 1-16,0 0-7 0,0 0-2 0,0 0 1 16,5 6 1-16,-5-6-2 0,4 9 5 0,-4-4 10 15,1 5 4-15,1 1 1 0,-1 1 11 0,-1 0 2 16,2 0-2-16,1 1 1 0,-2-1 1 0,6 5 0 15,-5-1-2-15,2-4 1 0,0-1-4 0,0 2-2 16,-2-3 0-16,3 1-2 0,0 0-7 0,-2 0 1 16,1-2 0-16,-2 1 0 0,0-4-4 0,0 0-2 15,-2-6 3-15,1 8-1 0,-1-8 0 0,2 11 2 0,-2-11 0 16,2 3-3-16,-2-3 2 0,0 0-2 16,0 0-4-16,0 0 3 0,0 0-1 0,2 7-2 15,-2-7-1-15,0 0-1 0,0 0-3 0,0 0-11 16,0 0-19-16,0 0-25 0,0 0-20 0,0 0-25 0,6 2-13 15,-6-2-26-15,14 0-14 0,-2-2-21 0,3-1-138 16,2 0-334-16,3-1 149 0</inkml:trace>
  <inkml:trace contextRef="#ctx0" brushRef="#br0" timeOffset="-96601.85">24152 10526 59 0,'0'0'177'0,"0"0"-16"0,0 0-11 16,0 0-10-16,0 0-1 0,0 0-16 15,0 0-13-15,0 0-11 0,-1-9-7 0,1 9-13 0,0 0-3 16,0 0-9-16,0 0-4 0,15 9-8 0,-15-9-1 16,7 6-6-16,-5-3-5 0,2 1-3 15,-4-4-3-15,5 7-4 0,-5-7-1 0,0 12 0 16,0-12-1-16,-1 11 1 0,1-11 6 0,-7 14 5 0,6-7-2 16,-1-2-8-16,-1 1-1 0,3-6-3 0,-5 11-6 15,4-6 1-15,1-5-4 0,-2 10-3 0,2-10 3 16,6 10-12-16,-3-8-22 0,4 1-16 0,4-3-19 15,3 0-30-15,7-3-20 0,-3 0-11 0,9-6-17 16,-7 4 2-16,7-4-4 0,-9 3 5 0,1-1 6 16,-1 0 13-16,-3-1 12 0,0 0 17 0,-4 2 16 15,-2-1 13-15,0 0 7 0,-2-1 14 0,2 1 20 16,-2-2 25-16,-4 4 17 0,0-4 11 0,1 4 7 16,-1-2 11-16,-3 7 16 0,3-10 7 0,-3 10 4 15,3-7 4-15,-3 7-10 0,2-5-8 0,-2 5-13 16,0 0-1-16,0 0-11 0,0 0-1 0,0 0-2 15,0 0-4-15,0 0-6 0,0 0 4 0,0 0-3 16,7 14 1-16,-7-14 2 0,1 8 0 0,-1-8-4 16,0 0-4-16,0 9 0 0,0-9 0 0,0 0 2 15,2 6 5-15,-2-6 8 0,0 0 9 0,0 0 5 0,0 0 5 16,0 0 3-16,0 0 4 0,0 0-3 16,0 0-5-16,0 0-10 0,0 0-1 0,0 0-9 15,0 0-2-15,0 0-8 0,0 0-2 0,0 0-7 16,0 0-1-16,0 0-7 0,-1-25-2 0,6 19-9 0,-1 0 1 15,6-1-4-15,-1 2-1 0,3-1 0 0,-2 1-4 16,-2 4-2-16,2-2 3 0,-1 3-3 0,2 0-2 16,1 3-3-16,-4 0 4 0,2 1-4 15,-5 0-2-15,1-1 3 0,3 3 0 0,-6 0 1 0,2-1 3 16,-1 0 0-16,-2 1-3 0,1 0 1 0,-3-6-1 16,5 9 2-16,-4-4 2 0,-1-5-1 0,4 7 1 15,-4-7 0-15,0 6 5 0,0-6-4 16,0 0 4-16,0 0-4 0,0 0-3 0,0 0 0 0,0 0-3 15,0 0 0-15,0 0 2 0,0 0 0 0,0 0-5 16,3-25-7-16,-2 18 3 0,4 0-3 0,-2 0 0 16,2-1-3-16,-1 1 0 0,0 3 2 15,-2-3 0-15,-2 7 2 0,5-6-1 0,-5 6-1 0,9-2 4 16,-9 2-2-16,0 0 1 0,11 2-1 0,-11-2 2 16,8 5-3-16,-5 0-8 0,2 2-11 0,0-4-18 15,1 6-21-15,-4-2-34 0,1-1-38 0,1 3-45 16,0-4-47-16,-1 2-150 0,-1-2-417 0,3-1 185 15</inkml:trace>
  <inkml:trace contextRef="#ctx0" brushRef="#br0" timeOffset="-95326.56">24196 10528 42 0,'-7'-4'63'0,"7"4"5"0,-5-6-4 0,5 6-6 15,-6-4-6-15,6 4-1 0,0 0 0 0,-7-4-5 16,7 4-4-16,0 0 16 0,-6-5-4 0,6 5 1 15,-6-5 4-15,6 5 3 0,0 0-17 0,-7-6 16 16,7 6 3-16,0 0 7 0,-6-7-8 0,6 7-6 16,-3-5 1-16,3 5 10 0,-4-5 11 0,4 5-3 15,0 0-8-15,-5-6-1 0,5 6-4 0,0 0-3 16,0 0-5-16,-5-7-2 0,5 7-4 0,0 0-7 16,0 0-7-16,0 0-3 0,0 0-5 0,0 0-4 15,0 0-5-15,0 0 1 0,0 0-6 0,0 0-4 16,0 0-2-16,4 24 1 0,-1-12 2 0,-1 1-6 15,3 4 3-15,-1 2-4 0,1 0 4 0,-3-2-4 16,3-1 2-16,0 1 2 0,-1 0 0 0,-1-1-4 16,1 0 2-16,0-5 1 0,0 1-4 0,0-2-3 15,-2-1 6-15,3-3 4 0,-1 0-6 0,0-1 1 16,-4-5 3-16,5 7 2 0,-2-3 1 0,-3-4-2 16,4 5 0-16,-4-5-2 0,0 0 4 0,14 0-1 0,-5-5-1 15,2 0-4-15,2 0 2 0,4 0-10 16,0-2-20-16,1-1-22 0,1 2-30 0,-1-1-14 15,2 2-19-15,-2 0-15 0,-1 0-15 0,2 3-6 16,2-2-111-16,-4 2-276 0,2 0 122 0</inkml:trace>
  <inkml:trace contextRef="#ctx0" brushRef="#br0" timeOffset="-94398.18">24593 10583 8 0,'0'0'124'16,"0"0"-15"-16,0 0-19 0,0 0 3 0,0 0-7 0,0 0-3 15,0 0-4-15,-5 20-3 0,4-13-2 0,1 2-11 16,-1 1 0-16,1 0-12 0,0 4 3 16,1-5 7-16,-2 0-21 0,1 1-3 0,0-10-5 15,0 10 2-15,0-10-2 0,0 10 14 0,0-10 12 0,-2 9 13 16,2-9-4-16,0 0-4 0,0 0-7 0,0 0-4 15,0 0 3-15,0 0-6 0,0 0-3 0,-22-18-3 16,17 9-4-16,0-1-6 0,0-1-7 0,3 0 2 16,0-1-8-16,0 2 1 0,2-6-2 0,0 0-3 15,2 1-2-15,0 0 0 0,3-1-2 0,4 2-3 16,-2 3-4-16,2 2 1 0,-1-1-1 0,2 4-3 16,2 1 0-16,-1 1 2 0,2 0-1 15,-2 4-3-15,1 2-3 0,2 2-2 0,-1-1 4 0,-1 4-5 16,4 2 5-16,-5-3-2 0,-2 1 3 0,3 6-3 15,-3-5 1-15,-3 0-2 0,3 2 5 0,-4-1 1 16,0 0-2-16,-1-1 0 0,0 1 7 0,0-2-3 16,-3-2 0-16,-1-5 2 0,1 8 1 0,-1-8 4 15,3 7 3-15,-3-7-3 0,0 0 1 0,0 0-1 16,0 0 2-16,-9 9 0 0,9-9-1 0,0 0 7 16,-10-1 3-16,10 1 0 0,0 0 0 0,0 0-4 15,-8-9-2-15,8 9-4 0,0 0 2 0,0-13-3 16,0 13-8-16,5-18-3 0,0 9 6 0,3 0-10 15,1-1 3-15,0 0 0 0,1 2 1 0,0 0 0 16,1 0-5-16,1 3-4 0,-3 0 6 0,2-1-2 16,-3 5-2-16,4-1-2 0,-3 2 2 0,1 3 1 0,-4 2-2 15,2-1 0-15,-1 3 2 0,-2 2 4 16,2 0 1-16,-3 2-2 0,0 1 3 0,-3 0-4 16,-1 5-6-16,-1-2-15 0,0-4-26 0,1 3-12 0,0-1-25 15,0-2-16-15,0 0-21 0,1-2-1 0,0 3-10 16,3-4 13-16,-1-2 2 0,2-2 2 0,2-1 14 15,3-1 10-15,1-1 8 0,0-2 11 16,1-2 13-16,0-2 8 0,0 0 24 0,-2-3 9 16,1 1 9-16,-3 0 22 0,2-1 17 0,-4-2 22 0,-2 1-19 15,0 0 6-15,0 0 27 0,-4-1 13 0,2 1-1 16,-2-2 3-16,0 11 7 0,-2-13 5 0,-4 7-7 16,6 6-3-16,-6-8-7 0,1 4-6 0,5 4-9 15,-17-2-8-15,7 5-2 0,0 1-2 0,-2 1-5 16,-1 1 0-16,4 4-3 0,-7-2-5 0,7 4-3 15,0-2 3-15,2 1-9 0,4 0-2 0,0-2-5 16,2 2 1-16,1-4 0 0,3 1-3 0,-1-1 3 16,4 0-6-16,-1-2 1 0,2 0 1 0,-2-1-2 15,5-3-5-15,0-1 1 0,-1 0-5 0,2-1-5 16,-1-2 5-16,0 1-7 0,-1-5 0 0,1 2 4 16,-2-1-2-16,-1-1 1 0,-2 2 0 15,2-3 3-15,-3 0-6 0,0 2 5 0,0-1 0 0,-1-1-3 16,-1 3 3-16,-2 5 0 0,5-10 0 0,-5 10 1 15,4-8-4-15,-4 8-2 0,2-4-2 0,-2 4-4 16,0 0 4-16,0 0 0 0,0 0 5 16,0 0-2-16,12 9-1 0,-7-4 4 0,-1 0 1 0,0 1-9 15,1 1-29-15,1 0-32 0,1-1-21 0,0 1-33 16,0 0-45-16,-1 0-104 0,0-2-295 0,-6-5 130 16</inkml:trace>
  <inkml:trace contextRef="#ctx0" brushRef="#br0" timeOffset="-94227.88">25326 10571 152 0,'0'0'149'16,"0"0"-7"-16,0 0-24 0,15 10-7 0,-13-5-12 16,-2-5-6-16,9 11-13 0,-1-4 1 0,-1-1-25 15,3 2-13-15,0 0-33 0,0-5-24 0,-4 4-39 0,5-1-32 16,-4-2-79-16,1-1-178 0,-3-2 80 15</inkml:trace>
  <inkml:trace contextRef="#ctx0" brushRef="#br0" timeOffset="-94096.25">25389 10585 56 0,'-12'5'152'0,"-1"4"-9"0,-4 4-13 15,-4 4-13-15,-1 4-8 0,0 1-13 0,-1 2-12 0,4 0-29 16,-2 0-46-16,1 0-59 0,2 2-101 0,4-4-162 15,1-6 72-15</inkml:trace>
  <inkml:trace contextRef="#ctx0" brushRef="#br0" timeOffset="-93192.49">24143 10582 4 0,'-1'-10'71'0,"1"10"-3"0,0 0-13 0,-3-12 1 16,3 12-4-16,-2-8-1 0,2 8 1 0,-3-9 9 15,1 3-5-15,2 6 3 0,-4-9-15 0,4 9 5 16,-4-11 11-16,3 7-4 0,1 4-4 0,-4-10-17 0,4 10 14 16,-3-7-2-16,3 7-6 0,-3-8 5 0,3 8-8 15,0 0-6-15,-3-10-3 0,3 10-2 0,-1-5-1 16,1 5-8-16,0 0 6 0,0 0-9 0,0 0 6 16,0-11-7-16,0 11 7 0,0 0-1 0,0 0 3 15,0 0 0-15,-3-8 5 0,3 8-1 0,0 0-7 16,0 0 7-16,0 0-5 0,0 0-4 0,0 0-3 15,0 0-3-15,0 0-2 0,0 0-5 0,0 0 0 16,0 0-2-16,0 0 7 0,0 0-1 0,8 27 1 16,-6-16-2-16,0-2-2 0,0 4 2 0,0-1-1 15,-1-1 1-15,0 5-2 0,0-4 3 0,1 4-2 16,0-1-2-16,1 2 1 0,-1-4 0 0,0-2-1 16,1 7-1-16,-1-5 8 0,2-2 1 0,-2 0-5 15,5 0-5-15,-2-1 2 0,1 0 0 0,0-3 3 16,4 0 0-16,1-2-2 0,0-1 1 0,7 1-18 15,1-5-15-15,10-3-27 0,0-1-25 0,-2-2-27 16,1-3-36-16,-1 0-86 0,2-1-247 0,-3-4 110 16</inkml:trace>
  <inkml:trace contextRef="#ctx0" brushRef="#br0" timeOffset="-92672.02">23675 10497 72 0,'0'0'86'0,"0"0"-10"16,-3-5-4-16,3 5 2 0,0 0-11 0,0 0-9 15,0 0-4-15,0 0-6 0,0 0-3 0,6-14-7 16,-6 14-2-16,5-5-6 0,0 3 2 0,0-2 0 15,6-1-9-15,-2 1-10 0,-3 0-18 0,3 0-13 16,-2 1-6-16,-7 3-10 0,12-3-3 0,-7 1-6 16,-5 2-15-16,13-2-32 0,-13 2-102 0,8-1 46 15</inkml:trace>
  <inkml:trace contextRef="#ctx0" brushRef="#br0" timeOffset="-92387.06">23615 10414 26 0,'0'0'59'0,"0"0"-10"0,0 0-2 0,0 0-1 16,0 0-8-16,0 0 6 0,0 0-1 16,0 0-1-16,0 0-4 0,0 0-4 0,16-11 2 0,-7 8 7 15,-3 0-11-15,4 0-3 0,4 0 3 16,-1-1-3-16,4 1 0 0,1 0-2 0,-1-3-5 0,0 2-2 15,2 0-6-15,-1 1 1 0,-1-3-1 16,1 3 1-16,-7 1-11 0,2-2-4 0,-2 1-8 0,-2 2-4 16,-1-1-8-16,0 1-2 0,-8 1 4 0,10-1-5 15,-10 1 3-15,8-2 4 0,-8 2-6 0,0 0 0 16,7-2 0-16,-7 2-3 0,0 0-8 0,0 0-1 16,0 0-55-16,0 0-95 0,0 0 42 0</inkml:trace>
  <inkml:trace contextRef="#ctx0" brushRef="#br0" timeOffset="-91922.63">23798 10365 22 0,'0'0'72'0,"0"0"-7"16,0 0-6-16,0 0-2 0,0 0 10 0,0 0-7 15,0 0 0-15,0 0-9 0,0 0-4 0,7 17 5 16,-7-17 6-16,3 12-8 0,-1-2 0 0,0 1-11 15,1 0 13-15,-1 2 3 0,1 2 2 0,2 0-16 16,-1-1 6-16,0 2-4 0,0-4 2 0,-2 5-5 16,1-5-7-16,-1 0 0 0,3 4 2 0,0-5-3 15,-1 0 11-15,0 0-19 0,1-2 1 0,-2 4-6 16,-1-3 0-16,1-1-7 0,0-2 2 0,-1 0-1 16,-1-1 4-16,-1-6-2 0,5 11-7 0,-3-6 2 15,-2-5 1-15,2 7-4 0,-2-7-1 0,0 0 0 16,3 6-2-16,-3-6-1 0,0 0 4 0,0 0 4 15,0 0-4-15,0 0-2 0,0 9 3 0,0-9-5 0,0 0 9 16,0 0-5-16,-12 1-2 0,12-1 0 16,0 0-1-16,-15 0-4 0,15 0 6 0,-10 0-7 15,10 0 6-15,-13 0-2 0,13 0-5 0,-12 0 4 16,12 0-1-16,-12 0 1 0,12 0 1 0,-12 0-2 0,12 0 6 16,0 0-8-16,-10 0 2 0,10 0 0 0,0 0-2 15,0 0 0-15,-11 0 8 0,11 0-11 16,0 0 2-16,0 0 5 0,0 0-3 0,0 0-4 15,0 0 4-15,0 0 6 0,0 0-2 0,31-7-3 0,-13 5 2 16,3-1-7-16,-1-1-9 0,8 0-21 0,0-4-31 16,1 3-25-16,-1 1-28 0,-8 2-110 0,1-2-247 15,-1 1 109-15</inkml:trace>
  <inkml:trace contextRef="#ctx0" brushRef="#br0" timeOffset="-79336.43">26802 4428 3 0,'5'3'3'0,"-5"-3"2"0,0 0 0 0,0 0-3 16,7 5-2-16,-7-5-1 0,0 0 3 15,4 5 6-15,-4-5-5 0,0 0 1 0,0 0-5 0,9 2 2 16,-9-2-1-16,4 4 0 0,-4-4 0 0,0 0-1 16,5 3 2-16,-5-3-2 0,9 3 4 0,-9-3-1 15,0 0-1-15,5 4 5 0,-5-4-3 0,0 0-1 16,6 6-2-16,-6-6 0 0,0 0 0 15,7 2-3-15,-7-2 3 0,0 0 0 0,0 0 0 16,0 0 5-16,6 5-5 0,-6-5 3 0,0 0-2 16,0 0-1-16,0 0 3 0,0 0-3 0,0 0 0 0,8 7 2 15,-8-7-4-15,0 0 6 0,0 0-5 0,0 0 4 16,0 0 0-16,9 4-5 0,-9-4-1 0,0 0 4 16,0 0 0-16,0 0 4 0,0 0-8 0,6 7 8 15,-6-7-6-15,0 0 6 0,0 0-5 16,10 4 3-16,-10-4-1 0,0 0 4 0,0 0-8 15,0 0 1-15,8 4 1 0,-8-4 0 0,0 0 0 16,7 5-1-16,-7-5 2 0,0 0 0 0,0 0 0 0,7 6 0 16,-7-6 1-16,0 0-4 0,0 0-4 0,0 0 1 15,0 0 5-15,9 2 0 0,-9-2 2 16,0 0 1-16,0 0-3 0,0 0 0 0,0 0-2 16,7 5 2-16,-7-5 1 0,0 0 0 0,0 0 2 15,0 0-4-15,0 0 3 0,0 0 0 0,0 0-5 16,0 0 6-16,8 7-5 0,-8-7 8 0,0 0-4 15,0 0 0-15,0 0-3 0,0 0-1 0,0 0-4 16,0 0 9-16,0 0 2 0,7 6-1 0,-7-6-4 16,0 0 0-16,0 0 3 0,0 0-5 0,0 0 4 15,0 0-3-15,0 0-1 0,10 3 3 0,-10-3 1 16,0 0-4-16,0 0 3 0,0 0-1 0,0 0-4 16,0 0-2-16,0 0 6 0,4 7 4 0,-4-7-3 15,0 0-1-15,0 0-1 0,0 0 7 0,0 0-5 16,0 0-4-16,0 0 5 0,0 0-4 0,0 0 5 15,0 0 0-15,0 0-4 0,0 0-2 0,6 7 5 16,-6-7-2-16,0 0-3 0,0 0 5 0,0 0-1 16,0 0 6-16,0 0-8 0,3 9 1 0,-3-9 4 15,0 0-4-15,0 0-1 0,0 0 3 0,0 0-6 16,0 0 6-16,0 0-1 0,0 0 2 0,0 0-4 16,0 0 3-16,0 0 0 0,8 6-4 0,-8-6 3 15,0 0-2-15,0 0 3 0,0 0-2 0,0 0-3 16,0 0-2-16,0 0 4 0,0 0 0 0,7 4 0 15,-7-4 4-15,0 0 2 0,0 0-5 0,0 0 4 16,0 0 2-16,0 0 1 0,10 5-3 0,-10-5 0 16,0 0 0-16,0 0 4 0,0 0-1 0,0 0 0 15,4 6-4-15,-4-6-5 0,0 0 4 0,0 0 6 16,0 0-6-16,0 0 4 0,6 8-3 0,-6-8 3 16,0 0-1-16,0 0-9 0,0 0 4 0,0 0 1 15,0 0 2-15,0 0-6 0,0 0 9 0,0 0 1 16,7 3-4-16,-7-3-6 0,0 0 3 0,0 0-2 15,0 0 3-15,0 0-1 0,0 0 3 0,0 0-2 16,0 0-2-16,0 0 3 0,0 0-1 16,0 0-3-16,0 0-4 0,0 0 5 0,0 0 4 0,0 0-2 15,0 0-8-15,10 4 8 0,-10-4 7 0,0 0-6 16,0 0-8-16,0 0 9 0,0 0-2 0,0 0-2 16,0 0 5-16,0 0 0 0,0 0-3 0,0 0 1 15,8 4 2-15,-8-4-3 0,0 0 3 16,0 0 2-16,0 0-4 0,0 0 0 0,0 0 5 15,0 0-1-15,0 0 2 0,0 0-6 0,0 0 5 16,0 0-2-16,0 0 2 0,0 0-5 0,0 0 4 0,0 0-6 16,0 0 2-16,0 0-1 0,0 0 6 0,0 0-9 15,0 0 2-15,0 0-1 0,0 0 0 0,0 0 6 16,0 0-2-16,0 0-3 0,0 0 3 16,0 0 2-16,0 0 1 0,0 0-2 0,0 0 6 15,0 0-5-15,0 0-2 0,0 0 6 0,0 0-6 16,0 0 6-16,0 0 0 0,0 0-7 0,0 0 4 0,0 0-3 15,0 0-2-15,0 0 0 0,0 0 12 0,0 0-9 16,0 0-1-16,0 0 2 0,0 0-11 0,0 0 5 16,0 0 3-16,0 0-5 0,0 0 5 15,0 0-1-15,0 0 3 0,0 0-2 0,0 0-6 16,0 0 4-16,0 0 2 0,0 0-3 0,0 0 0 16,0 0-5-16,0 0 7 0,0 0 1 0,0 0-3 15,0 0 2-15,0 0-1 0,11-13 3 0,-11 13-5 0,0 0 6 16,0 0-2-16,0 0-1 0,0 0-2 0,0 0 3 15,0 0-5-15,0 0-4 0,0 0 4 16,0 0 0-16,0 0 2 0,0 0 4 0,0 0 2 16,0 0-5-16,0 0 6 0,0 0-5 0,0 0 3 15,0 0-1-15,0 0-5 0,0 0-2 0,0 0 2 16,0 0 6-16,0 0-6 0,0 0 2 0,0 0 5 16,0 0-4-16,0 0 0 0,0 0 1 0,0 0-2 15,0 0-1-15,0 0 4 0,0 0 0 0,0 0-4 16,0 0-4-16,0 0-1 0,0 0 3 0,0 0 5 15,0 0-5-15,10-8 3 0,-10 8 0 0,0 0 5 16,0 0-3-16,0 0-3 0,0 0 1 0,0 0 2 16,0 0-2-16,7-9 2 0,-7 9-6 0,0 0 8 15,0 0-4-15,0 0 9 0,4-7-20 0,-4 7 13 16,0 0-1-16,0 0 2 0,0 0-3 0,0 0 0 16,6-9 0-16,-6 9 3 0,0 0-3 0,0 0 0 15,0 0-5-15,0 0 5 0,0 0 2 0,0 0 0 16,5-4-2-16,-5 4-2 0,0 0-1 0,0 0 0 15,4-9 4-15,-4 9 2 0,0 0-7 0,0 0 3 16,8-7 1-16,-8 7-4 0,0 0 4 0,0 0 8 16,6-7-8-16,-6 7-6 0,0 0 7 0,0 0-4 15,0 0 9-15,0 0-5 0,5-11 0 0,-5 11-3 16,0 0 1-16,0 0 4 0,4-6-2 0,-4 6-1 16,0 0-4-16,0 0 6 0,4-8-4 0,-4 8 3 15,0 0-4-15,0 0 4 0,6-10-5 0,-6 10 5 16,0 0 2-16,0 0 3 0,4-8-8 15,-4 8-1-15,0 0 0 0,0 0 2 0,0 0 1 16,4-10 0-16,-4 10-1 0,0 0 1 0,0 0-6 0,0 0 6 16,6-8 3-16,-6 8-3 0,0 0 0 0,0 0 1 15,3-9 3-15,-3 9-6 0,0 0-1 0,0 0-1 16,4-9 5-16,-4 9-1 0,0 0 6 0,0 0-9 16,5-7 5-16,-5 7-4 0,0 0 4 0,0 0 1 15,0 0-3-15,0 0 3 0,0 0-1 16,2-11 0-16,-2 11 0 0,0 0 7 0,0 0-9 0,0 0 6 15,0 0-7-15,0 0 3 0,0 0-1 0,0 0 2 16,0 0-1-16,0 0 1 0,0 0 4 0,0 0-1 16,0 0-3-16,0 0-2 0,0 0 5 0,0 0 6 15,0 0-6-15,0 0 7 0,0 0 6 0,0 0-7 16,0 0-2-16,0 0 0 0,0 0-3 0,0 0 8 16,0 0-1-16,0 0 2 0,0 0-1 15,0 0-3-15,0 0 8 0,0 0-10 0,0 0-2 0,0 0-5 16,0 0 4-16,0 0-12 0,0 0-13 0,0 0-20 15,0 0-65-15,0 0-113 0,0 0 50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7T05:48:58.8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10065 12558 40 0,'12'-11'77'0,"-1"3"-6"16,-1 1-10-16,-1 0-1 0,0 0-9 0,1 0 8 16,-4 3-14-16,-1-2 0 0,-1 3-4 0,1-1-3 15,-5 4-4-15,11-7-1 0,-7 5-7 0,1-1-1 16,-5 3 1-16,9-3-7 0,-9 3 7 0,8-4-5 16,-8 4-2-16,6-3-6 0,-6 3 1 0,0 0 3 15,0 0-7-15,8-4 6 0,-8 4-2 0,0 0 0 16,0 0-3-16,0 0-8 0,5-5 2 0,-5 5-1 15,0 0 1-15,0 0-4 0,0 0 1 0,9-1 8 16,-9 1-12-16,13-4 5 0,-3 0-3 16,6-2-6-16,1 1 21 0,12-8-7 0,3 1-5 0,18-8-10 15,4 0-16-15,5-4-9 0,25-9-27 0,2-2-12 16,-3 0-61-16,-3-5-141 0,10-3 64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6T11:18:51.0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2300 2969 59 0,'0'0'111'16,"0"0"0"-16,0 0-15 0,0 0 2 0,0 0-8 0,0 0-9 0,0 0 1 16,0 0-9-16,0 0 7 15,0 0-5-15,0 0-1 0,0 0 0 0,0 0-1 0,0 0-5 16,0 0-1-16,0 0-7 0,1-9-2 0,-1 9-13 0,0 0 6 15,-1-11 14-15,1 11-5 0,-3-10-2 16,3 10-5-16,-2-9-1 0,2 9-4 0,-3-10 4 0,3 10-8 16,-1-9 4-16,1 9 6 15,-4-10-1-15,4 10 4 0,0-6-1 0,0 6-2 0,0 0-4 16,-2-10-3-16,2 10-4 0,0 0-7 16,0 0-4-16,0 0-6 0,0 0-4 0,0 0-7 0,0 0-1 15,-4-6-6-15,4 6 2 16,0 0-2-16,0 0 2 0,0 38-2 0,-4-12-2 0,3 0 5 0,2 3-5 15,-6 3 3-15,0-3-4 0,0-1 1 0,3 1 0 0,-1-4-1 16,-1-1-3-16,0 3 2 16,4-12-3-16,-3 2 4 0,1-2 4 0,0 1-2 0,0 0 0 15,0-4-2-15,0 0 2 16,2-1 0-16,0-2 1 0,-1 3 0 0,1-6-4 0,-4 3-2 0,3-2-11 16,1-7-17-16,-3 12-11 15,3-12-12-15,0 0-22 0,-1 14-21 0,1-14-32 0,-4 7-20 16,4-7-30-16,0 0-162 0,0 0-363 0,-13 3 160 0</inkml:trace>
  <inkml:trace contextRef="#ctx0" brushRef="#br0" timeOffset="280.08">2219 2919 11 0,'27'-7'131'0,"3"4"-6"0,0 0-1 0,-2 2-3 0,0 3-2 0,2 3-10 16,1 0-5-16,-3 7-7 16,1-2-5-16,-5 4-4 0,-2 4-8 0,-5-5-10 0,2 10-6 15,-6-7-3-15,-2 0-6 0,-4 2-8 16,0 5-1-16,-4-4-4 0,-6 1-5 0,1 4 1 16,-5-5 3-16,-7 4 2 0,-2-1 0 15,-1 1-2-15,-3-3-4 0,-2 0-2 0,-4-1-4 0,-1-1-1 16,-5 0-2-16,3-2-5 0,-2-2-1 0,3-1-1 0,-2-2-1 0,4-3-7 15,6-4-11-15,2 1-18 16,0-3-12-16,5-3-32 0,2 1-29 0,11 0-38 0,-23-2-17 16,18-1-128-16,-2 2-294 0,7 1 131 15</inkml:trace>
  <inkml:trace contextRef="#ctx0" brushRef="#br0" timeOffset="650.09">2360 3396 92 0,'21'-5'121'16,"5"-2"-7"-16,-4 1-3 0,6-3-9 0,-2 1-3 0,3-4-13 15,-2 1-2-15,2 0-7 16,-1-1-9-16,3 0-4 0,-1 0-6 0,-6 0-3 0,3 0-4 16,-4-2 0-16,-7 4-6 15,7-6-6-15,-7 4-1 0,0-1 0 0,-3 0-4 0,-2-2-3 16,1 0 0-16,-3 1-3 0,-2-1 6 0,-1 5 3 0,-4 0 3 0,1 2-5 15,-3 8 1-15,-1-15-8 16,1 15 2-16,-6-9-4 0,6 9 7 0,-14-8-8 0,4 7 5 16,10 1-6-16,-27 4 4 0,11 2 5 15,-2 0 6-15,-1 6 0 0,-4 4-5 0,-2 1 6 0,5 2-11 16,6-6-1-16,-3 8-3 0,6-4-2 16,2-3-6-16,2 1 3 0,4-3-7 0,3 0 4 0,1 1 0 15,1-1-2-15,8 2-3 16,0-4 3-16,2-1-8 0,7 1-23 0,6-1-24 0,3-2-39 15,0-7-36-15,3 2-40 0,1-4-24 0,-2 1-115 0,-2-1-318 16,-6 0 141-16</inkml:trace>
  <inkml:trace contextRef="#ctx0" brushRef="#br0" timeOffset="880.13">3145 2966 28 0,'0'0'201'0,"-2"-13"-6"0,2 13-11 0,-2-10-13 0,2 10-17 16,0 0-21-16,0 0-16 0,0 0-12 0,0 0-10 0,0 0-3 16,0 0-9-16,-4 35-7 15,1-11 0-15,1 4 2 0,-2-1 0 0,0 3-7 0,2-2-8 16,-2-1-8-16,1 0-1 0,2 1-7 16,-2-4-4-16,1-4-5 0,-1-1 0 0,3 0-3 0,-2 0-9 15,-1-2-24-15,2 0-20 16,1-2-36-16,-1 1-36 0,-2-2-47 0,1-6-36 0,-1 3-138 15,3-11-338-15,-8 15 150 0</inkml:trace>
  <inkml:trace contextRef="#ctx0" brushRef="#br0" timeOffset="1040.08">3068 3130 69 0,'0'0'65'0,"0"0"-28"0,29 11-24 0,-17-6-17 16,2 5-26-16,0 0-33 15,-5 0 14-15</inkml:trace>
  <inkml:trace contextRef="#ctx0" brushRef="#br0" timeOffset="1600.27">3228 3380 30 0,'0'0'179'0,"0"0"-9"15,2 5-3-15,-2-5-4 0,0 0-6 0,0 0-11 0,0 0-14 16,0 0-15-16,0 0-4 0,23-7-15 16,-15 1-10-16,2 0-10 0,-2 1-6 0,2-3-1 0,-2 1-12 15,1-1-5-15,1 0 0 0,-1-2-3 16,-1 0-10-16,-1 1-6 0,3-5 0 0,-1 0-4 0,-5 3-4 16,0-1-2-16,0 0-6 15,2-2-1-15,-3-1-5 0,-1 3 2 0,-2 0-6 0,0 0 2 16,0 12-4-16,0-21 2 0,-1 11-4 15,1 10-3-15,-6-12 0 0,6 12 5 0,-10-9-6 0,6 4-3 16,4 5 2-16,-15-3 2 0,15 3 0 0,-19 6-3 16,8-2-3-16,-6 6 1 0,4 2-3 15,-6 5 7-15,9 0-2 0,-1 2 2 0,0-3-2 0,4 3 0 0,0-2 2 16,1 0-4-16,2 0 4 16,4-5-3-16,0 2 3 0,1-3 1 0,3 1-4 0,1-1 6 15,0-2-2-15,3 1 4 0,2-4-3 16,3 0 2-16,3 1-1 0,1-4 1 0,-4-1-2 0,6-1 0 15,3-2 1-15,-4-1 3 0,1 2-1 0,-1-3-1 0,1-1-1 16,-1-2-5-16,-1 0 5 16,-6 3 6-16,2-5-10 0,-3 2 2 0,0-2-2 0,-2-3 8 15,0 1-11-15,-2 0 1 16,-2 0 0-16,1-1 2 0,-1-1-3 0,-3-3 1 0,0 3 4 0,1 0-5 16,-1-1 1-16,-1 2-5 15,1-1 2-15,-1 12-1 0,3-14-1 0,2 5-1 0,-5 9 0 16,5-10-1-16,-5 10-3 0,8-9 7 15,-8 9-6-15,10-4 6 0,-10 4-2 0,10 0-2 0,-10 0-1 16,0 0-1-16,17 9 5 0,-13-3 3 0,-4-6-4 0,7 14 2 16,-1-4 2-16,-3 1 3 0,-1 0-4 15,1 1 3-15,-1 0-1 0,0 0 1 0,-2 0 3 0,0 0-2 16,0 0 1-16,0-12 1 16,-1 21-27-16,1-10-35 0,0-11-34 0,0 21-35 0,1-14-46 15,-1-7-115-15,0 0-313 0,-1 19 139 16</inkml:trace>
  <inkml:trace contextRef="#ctx0" brushRef="#br0" timeOffset="2377.39">3726 3246 81 0,'0'0'161'0,"0"0"-7"15,0 0-18-15,4-8-16 0,-4 8-1 0,0 0-1 0,0 0-8 16,0 0-6-16,0 0-9 15,1 28-1-15,-1-28-12 0,2 16 0 0,-2-7-7 0,0-9-8 16,0 17-3-16,0-17-5 0,-2 15-9 0,2-15 1 0,-1 10 5 16,1-10-6-16,0 0 4 0,-1 13 9 15,1-13 3-15,0 0 8 0,0 0 3 0,0 0 4 0,-3 9-1 16,3-9-5-16,0 0-10 16,0 0-1-16,0 0-11 0,0 0-5 0,0 0-6 0,0 0-6 0,-9-28-4 15,9 28-5-15,1-17-8 16,-1 17 0-16,7-22-5 0,-2 9 0 0,1-2-9 0,3-2 1 15,0 2-2-15,2 1-2 0,-1 5-2 0,-1 2-3 0,-2 0 1 16,4 1-6-16,0 2 1 0,-2 1 1 16,-9 3-2-16,22 0 3 0,-11 4-4 0,-2 2 6 15,3 3-1-15,-2 3-1 0,1-1 3 16,-3 0-1-16,-2-1-4 0,1 2 10 0,3 1-6 0,-6-1 1 16,0-1 2-16,-2 0 6 0,1-1-6 15,-3-10 10-15,2 14-6 0,1-8 8 0,-3-6 0 16,0 0 4-16,1 13 3 0,-1-13 15 15,0 0-7-15,0 0 4 0,0 0-5 0,0 0 0 0,0 0-4 0,0 0-3 16,0 0 0-16,0 0-3 0,0 0-4 0,0 0-2 0,0 0-4 16,0 0 5-16,0 0-8 15,2-38-8-15,4 27 0 0,1-4-5 0,1 1-4 0,0-3 1 16,3 3-2-16,-2-1 2 16,4 1-5-16,-3 4 2 0,1 2-5 0,-1 0 0 0,1 0 6 0,-3 3-2 15,-8 5-2-15,14-4 2 16,-5 4 0-16,-9 0 0 0,14 0 1 0,-14 0 1 0,12 12 10 15,-6-4-4-15,0 2 0 0,-2-1 4 0,0 2-4 0,0 1 9 16,0-2-6-16,-3 2 6 16,3-2-3-16,0 0 2 0,-2 1 0 0,1-3-2 0,-3-8 4 0,6 13-3 15,-2-8 3-15,1 2 1 16,-5-7 1-16,11 7 9 0,-11-7 0 0,15 4 2 0,-5-4 1 0,1 0-4 16,-11 0 4-16,23-4-2 15,-11 0-1-15,-2-1 1 0,1 0 3 0,0 0 0 0,-1-2-4 16,1-1 3-16,-3-1-2 0,0 0 0 15,-3-1-3-15,1 1 1 0,-3-3-1 0,-1 1 14 0,-2 11-3 16,2-19-3-16,-2 12-2 0,0 7 2 0,0-12 5 16,0 12 1-16,0 0-2 0,0-15-1 15,0 15-5-15,0 0-3 0,0 0-5 0,0 0-5 0,0 0 3 16,0 0 0-16,0 0 4 0,0 0-6 16,0 0 1-16,0 0 0 0,0 0-2 0,-3 41 2 0,3-32 7 15,0-9-20-15,1 22-10 0,1-11-19 16,0 1-18-16,3-2-19 0,-2 2-20 0,-3-12-45 0,5 20-47 15,0-10-44-15,-1-3-197 16,-4-7-462-16,0 0 204 0</inkml:trace>
  <inkml:trace contextRef="#ctx0" brushRef="#br0" timeOffset="2558.6">4246 3027 73 0,'0'0'183'0,"-4"-17"-6"16,3 10-23-16,1 7-15 0,0 0-24 0,0 0-30 16,0 0-29-16,0 0-13 0,0 0-34 0,0 0-30 15,0 0-32-15,0 0-29 0,0 0-65 0,27 27-159 0,-21-10 72 16</inkml:trace>
  <inkml:trace contextRef="#ctx0" brushRef="#br0" timeOffset="3117.45">4462 3237 136 0,'0'0'145'0,"5"11"5"16,-2-2 1-16,1 0-10 0,-2 0-5 0,0 1-8 0,-2-10-2 0,1 18-6 16,0-8-8-16,3 0 5 15,-4-10-4-15,0 10-1 0,0-10-1 0,0 0 3 0,1 11 6 16,-1-11 2-16,0 0 4 0,0 0 3 0,0 0 0 0,-2 12 8 15,2-12-10-15,0 0-2 0,0 0-6 16,0 0-6-16,0 0-9 0,0 0-17 0,0 0-10 16,0 0 1-16,0 0-20 0,0 0-9 15,0 0-17-15,0 0-9 0,5-37 1 0,0 26-10 0,3 3-7 16,-3-1-6-16,2 1-3 0,1-1-12 0,-2 1 1 0,4 1-1 16,-2 1 4-16,1 1-6 0,-9 5 1 15,14-5 6-15,-14 5-5 0,14-1 1 0,-14 1 1 0,16 4 1 16,-7-1 0-16,2 1-1 15,-2 2 4-15,1 1 5 0,-1-1-2 0,-1 1 0 0,1-1 1 16,0 1 1-16,-1-1 2 16,1-1-1-16,-2 2 0 0,3-3 1 0,-1 1 2 0,2-1 0 0,3-2 5 15,-3-2 1-15,-11 0 1 0,24 0-2 0,-24 0 8 0,31-5-6 16,-19 2 3-16,-1-3 2 16,5 0 1-16,-5 1 1 0,0-3-3 0,-3 3-5 0,1-3 0 15,-9 8 1-15,13-14-1 0,-7 4-1 16,-1 0 4-16,0-1-4 0,-2 0 0 0,-3 11 0 0,2-23-1 15,0 10 1-15,-2 13-8 0,-3-22 3 16,1 13-3-16,2 9 0 0,-5-14 5 0,5 14-2 16,-5-10-6-16,5 10 5 0,0 0-3 15,-13-5-2-15,13 5 1 0,0 0-4 0,-27 19 2 0,15-6 3 16,1 2 1-16,2 0-1 0,0 1-2 0,0-2 3 0,4 3 3 16,1-1-2-16,2-3-14 0,2-1-23 15,1 2-24-15,3 0-22 0,1-4-16 0,2 2-21 0,4-3-57 16,7-1-72-16,-1-1-218 15,4-2-507-15,7-2 224 0</inkml:trace>
  <inkml:trace contextRef="#ctx0" brushRef="#br0" timeOffset="3777.68">5504 3127 93 0,'0'0'219'0,"0"0"-9"0,0 0-13 0,0-7-13 0,0 7-20 16,0 0-21-16,0 0-11 0,0 0-18 15,0 0-12-15,0 0-8 0,0 0-13 0,9 19 7 0,-1-3-4 16,-2 2-7-16,3 6-4 0,-2 0 2 0,0 5-3 0,-2-10-7 16,0 7-4-16,0-8-2 15,-1 1-3-15,-1-2-8 0,0-1-1 0,0-3-10 0,0-3 0 16,0 1-2-16,0-4-4 0,-2 0-4 15,-1-7 0-15,4 8 0 0,-4-8 10 0,3 9 20 0,-3-9 18 16,0 0 12-16,3 5-6 0,-3-5-1 16,0 0-5-16,9-14-10 0,-2 4-1 0,3-3-9 15,-1-1-7-15,1-9-6 0,3 0-4 0,-5 5-3 0,4-11-4 16,4 4-1-16,-3-4-4 0,2 2-3 16,-4-2 8-16,3 3-14 0,0-2-4 0,-1-1-4 0,6 5-1 15,-8-1-7-15,-4 8-1 16,-2 2-1-16,-1 6-24 0,0 1-20 0,-1 0-35 0,-1 4-30 0,-2 4-32 15,4-6-40-15,-4 6-25 16,0 0-30-16,0 0-35 0,0 0-143 0,-18 35-449 0,7-20 199 16</inkml:trace>
  <inkml:trace contextRef="#ctx0" brushRef="#br0" timeOffset="4107.8">5855 3270 142 0,'0'0'176'0,"4"8"-2"16,-4-8-16-16,2 9 0 0,-2-9-9 16,-2 11-3-16,1-2-15 0,-2-1-11 0,2 2-12 0,0 1-5 15,-1-3-11-15,4 1-7 0,-2 1-12 0,0-10-9 0,0 14-2 16,1-9-2-16,2 1-12 0,1 0-3 16,-4-6 4-16,5 8 12 0,2-5 4 0,-2-1 0 0,-5-2 1 15,14 2-3-15,-1-2-6 16,-3-3-4-16,1 1-2 0,-1-3 5 0,1 0-8 0,0-4-2 15,-1 2-5-15,-3-1 1 0,1-1-4 16,0-3 3-16,-2-3-9 0,-1 0 1 0,-2-2-5 0,-1 3-2 16,-3-3-3-16,0 1-4 0,-3 0-4 15,0 2 2-15,2 3-1 0,-5-1 1 0,2 3-4 0,0 1-10 16,-1 1-7-16,0 2-14 0,-4 2-11 0,0 2-21 16,0 1-15-16,-3 4-16 0,3 1-31 15,-4 5-32-15,1 2-47 0,4-3-44 0,-2 3-141 0,6-2-405 16,2-2 180-16</inkml:trace>
  <inkml:trace contextRef="#ctx0" brushRef="#br0" timeOffset="4377.78">6211 3059 78 0,'2'-7'242'0,"-1"1"-5"0,-1 6-6 0,4-8-14 0,-4 8-20 0,0-8-17 15,0 8-23-15,0 0-18 16,3-6-14-16,-3 6 0 0,0 0 3 0,0 0-11 0,-1 37-6 16,1-18-9-16,-2 6-11 0,0 3-3 15,-2-2-11-15,3 0-5 0,-1 3-6 0,-3-5-3 0,4 3-10 16,0-3-5-16,-1-6-6 0,0 2 4 0,1-4-12 0,2 2 1 16,-1-1-3-16,0-1-11 0,0-5-26 15,0 0-17-15,1-2-28 0,0 3-25 0,-2-4-38 16,2-1-58-16,-1-7-40 0,2 12-208 15,-2-6-451-15,0-6 199 0</inkml:trace>
  <inkml:trace contextRef="#ctx0" brushRef="#br0" timeOffset="4607.66">6415 3059 207 0,'1'-10'225'0,"1"4"1"0,-2 6-15 16,0-11-18-16,1 6-19 0,-1 5-21 0,0 0-14 0,0 0-3 15,0 0-14-15,0 0 1 0,-4 29-4 16,0-8-4-16,-1 5-9 0,0 1-11 0,1 0-7 16,-1 3-3-16,-1-5-6 0,3 2-9 15,-1-2-5-15,2-5-6 0,-1-1-3 0,1-2-8 0,0 1 1 16,1-3-6-16,1-2-2 0,0-2-28 0,0-1-18 0,0-1-25 16,1-3-13-16,-1-6-23 15,0 11-23-15,0-11-24 0,2 8-25 0,-2-8-21 0,0 0-51 0,0 0-155 16,0 0-395-16,0 0 175 15</inkml:trace>
  <inkml:trace contextRef="#ctx0" brushRef="#br0" timeOffset="5747.8">6269 3224 157 0,'0'0'147'0,"0"0"-12"0,0 0-11 0,0 0-12 0,0 0 2 0,14-7-8 15,-3 7-12-15,3 0-2 16,2 0-6-16,5-2 2 0,-1 1-12 0,1-2-11 0,7 2-2 15,-8 0-10-15,3-1-3 0,-5-1-8 16,1 0-3-16,-2 2-2 0,0-1-5 0,-7 2 0 0,2-3-8 16,-4 3 6-16,-8 0 3 0,12 0 12 15,-12 0 8-15,9 0 6 0,-9 0 9 0,0 0 4 16,0 0 3-16,9 0-1 0,-9 0-4 0,0 0-4 0,0 0-7 16,0 0-10-16,0 0-3 0,0 0-7 15,0 0-1-15,0 0-6 0,-22 14-1 0,15-6-6 0,2 2-3 16,-4 4-3-16,-1-2-2 0,1 4 5 15,3-7-7-15,-3 7-4 0,3-3-1 0,0-3 1 0,1 1-2 16,3-2-3-16,0 0 0 16,1-3 4-16,1-6-3 0,1 13-3 0,-1-13-1 0,2 8-2 0,2-4 3 15,-4-4 0-15,7 5 0 0,1-5 0 0,-8 0 0 0,18 0-4 16,-10-2 6-16,-2 0-4 16,3-1 1-16,0 0-1 0,2-1 2 0,-2-1-3 0,0-2 2 15,-4 2-2-15,4 0 1 16,0-4 1-16,-5 2 1 0,1 0-3 0,-1 1 4 0,0-1-3 15,0 3 1-15,-4 4-1 0,6-8 2 16,-6 8 4-16,2-7-5 0,-2 7 1 0,4-7-5 0,-4 7-1 16,0 0-1-16,0 0 0 0,0 0 1 15,0 0-1-15,0 0 2 0,0 0-1 0,6 19 2 0,-6-12-2 16,0-7 2-16,2 11-2 0,1-5 2 0,1 1 0 0,1-2 6 16,1 2 2-16,3-4-1 15,1 1 6-15,8-1-2 0,1-2-1 0,3-1 0 0,5-4-1 16,1 0 3-16,-6 1-5 0,-1 0 2 15,0-3-5-15,7-1 0 0,-8-2 2 0,-3 3 1 0,1-3-2 16,-3 1 0-16,-1 1 2 0,-2-1-6 16,-5 0 6-16,4-1-4 0,-5 0 1 0,0 1 0 0,-2 0-1 15,-1-3-1-15,-2 1 0 0,0 4 6 0,-1 6-4 0,-2-14 1 16,1 9-1-16,-5-1-2 16,6 6-1-16,-10-4-1 0,10 4-4 0,-18 0 5 0,9 3-2 0,-3 4 0 15,1-1-1-15,1 3 1 16,-4 1 0-16,5-1 1 0,1-1 1 0,1 1-3 0,0-2-1 15,2 4 2-15,3-6 0 0,-1-1-9 16,3-4-4-16,0 12 0 0,0-12-2 0,4 9-1 0,0-5-1 16,-4-4 0-16,10 4 2 15,-5-1 1-15,-5-3-2 0,13 0 6 0,-7 1-5 0,-6-1 1 16,13-3 2-16,-13 3 5 0,9 0 3 0,-9 0 1 0,8-1-2 16,-8 1 0-16,0 0 2 0,9-4-1 15,-9 4-1-15,0 0 1 0,0 0-4 0,0 0-3 0,7 5-1 16,-7-5 4-16,5 11-2 15,-3 2 5-15,0 4-1 0,1 9 0 0,1 6 2 0,-4 3 2 16,2-2 0-16,1 12 5 0,-2-8 8 16,2 12 3-16,-3-13 6 0,1 12 2 0,-2 0 0 0,1 0 5 0,-2-15-2 15,2 3-2-15,0-5 4 16,-6-1-4-16,1 0 2 0,-4-5-3 0,1-2 1 0,-1-5-2 16,3-1-3-16,-3-3 3 0,-1-2-2 0,-2-3-2 0,2-2-2 15,0 0 6-15,-6-2-9 16,1-4 3-16,0-1-3 0,15 0-4 0,-26-6-5 0,11-1-5 15,1-3-7-15,4-4-8 0,-1 0 0 16,5-5-3-16,0-5 2 0,6 5-3 0,4-10 3 0,3-3-1 0,3 0 4 16,4 1 0-16,4 3-4 15,10-10 5-15,-5 9 0 0,11-7-3 0,1 4 1 0,-7 6 4 16,2 3-9-16,11-9 4 0,-12 8 1 0,2 3-1 0,-2-2 0 16,11-7-1-16,-12 8-3 15,-2 0 2-15,-1-2 1 0,-3 3 0 0,1-2 0 0,-4 1 3 16,-4 0-4-16,1-2 4 0,-5 2 1 15,-3 3 3-15,-2 2-1 0,-5-3 12 0,-1 3 1 0,-1 4 4 16,-3-1 5-16,-2 3 3 0,1 2-1 16,1 2-2-16,-4 2 5 0,-3 1 0 0,-1 4 0 0,-2 2-2 15,-5 5 0-15,-1 1-1 0,-2 8-3 16,4-5-2-16,4 3 7 0,-1 0-7 0,4 1-2 0,1 2 2 16,3-2-4-16,1 0 2 0,5 0-1 0,1-1 3 15,5 2-10-15,3-2-10 0,2-3-12 16,4 1-22-16,4-3-39 0,9-1-51 0,2-2-51 0,2-4-200 15,-3-2-421-15,3-1 187 16</inkml:trace>
  <inkml:trace contextRef="#ctx0" brushRef="#br0" timeOffset="7400.41">7863 3242 92 0,'-11'-4'203'0,"-2"2"-9"0,-1 0-11 15,-2 2-9-15,-3 2-10 0,1 3-17 0,0 0-7 0,1 1-13 16,0 4-12-16,-1 2-7 0,-4 5-7 16,10-1-8-16,-8 4 1 0,10-1-8 0,0-2-7 0,-2-3-7 15,5 4-8-15,2-3-4 16,2 0 0-16,2-2-12 0,1-2-4 0,1 0-6 0,3 0-1 16,0-3-4-16,1 1 0 0,4-2 6 0,1-2-1 0,0-1-1 15,3-3-4-15,5-1-2 0,1-1 2 16,0-3-9-16,2-1 1 0,-1-5-4 0,7 0-3 0,-9 1 0 15,5-6-1-15,-9 3-1 16,4-7-5-16,-8 4 1 0,0-2 2 0,3-5-6 0,-4-2-4 16,0-1 0-16,-1 0 1 0,-3 0-2 15,0-1 1-15,-1 2-2 0,1-2 1 0,-4-3-3 0,2 5 0 16,0-5 0-16,1-2 8 0,0 2-5 0,-1 1-2 0,-2 3-2 16,-1 0 7-16,1 6-1 15,-1 1 6-15,0 8 3 0,0 0 3 0,0 3-4 0,0 7 3 16,2-12-6-16,-2 12-6 0,0-8 2 15,0 8-6-15,0 0 0 0,0 0-5 0,0 0 2 0,0 0-1 16,0 0 2-16,0 0-1 16,-11 30 2-16,10-11-2 0,-3 7 2 0,0 4 0 0,2 2 2 0,-2 0-1 15,-1-3 0-15,5 3 2 16,0-3 1-16,-3-1-1 0,2 0 0 0,0-1 0 0,1-1 1 16,0-7-3-16,0-1 4 0,1 0 0 0,-1-1-1 0,3-5 1 15,0 2-1-15,0-2 0 0,5-2 3 16,-5-1-1-16,3-1-2 0,0-1 0 0,3 0 10 0,1-2-7 15,0-2-3-15,2-2 2 16,1 0-5-16,-2-3-1 0,3-1 0 0,-1-1 0 0,1 0 1 16,0-2-3-16,3-4-11 0,-3 0 0 0,-1-2-5 15,1-1-1-15,-5-1 2 0,2 0 0 0,-3-2-1 0,-3-1 0 16,0 1-1-16,-4 0 1 0,1-1 1 0,-2 5 2 0,0-1 0 16,-4 3 3-16,1 0-2 15,1 4 10-15,-6-6-7 0,0 6 4 0,2-2-2 0,-1 2 3 16,1 3 0-16,6 3 0 15,-8-7 1-15,8 7-2 0,-7-4 0 0,7 4 1 0,-4-5-2 16,4 5 6-16,0 0-11 0,0 0 11 16,0 0 0-16,0 0 1 0,0 0-6 0,0 0 5 0,18 12-1 15,-11-9 3-15,2-1-6 0,4 3 4 16,-3-3-2-16,-1 2 5 0,3-2 0 0,-6 1-7 0,2 0 5 16,0 0-2-16,2 1-1 0,-5 0 1 0,1 1 0 0,-2 0 0 15,1 0 0-15,2 4 14 0,-5 0-2 16,2 1 5-16,-3-1 1 0,2 2-3 0,-2 1 7 0,0 0-2 15,-1 2-5-15,2-4 8 16,-2 2-10-16,1-2 3 0,-1-3-4 0,1 0 1 0,1 1 0 16,-2-8-2-16,3 10-2 0,-1-3-5 15,3-3-3-15,-2-1-1 0,5 0-5 0,1 1-1 0,5-3-3 16,4-2-1-16,0-2-4 0,-5 1-4 0,5-3 3 0,-5 2 2 16,2-5 7-16,-5 2-6 0,0 1 3 15,0-4 3-15,-4 2 3 0,0-4 1 0,-1 2-5 0,0-1 6 16,-2 2-1-16,-1 0 5 15,0-1 3-15,0 3 3 0,-2 6 5 0,1-11 4 0,-1 11 1 16,2-8 0-16,-2 8-2 16,0 0-4-16,0 0-3 0,0 0 10 0,0 0 3 0,0 0-1 15,0 0-2-15,-12 20 0 0,10-10-3 16,-1 0 4-16,-1 3 4 0,0-3-3 0,3 2 4 0,0-4-8 16,1 2 4-16,1 1-4 0,-1-3-2 0,1 1 7 0,2-2-10 0,0 0 10 15,-1-2 7-15,2 1 1 16,1-1 1-16,0-2-4 0,0 1 5 0,2-2 5 0,-7-2-11 15,11 1 3-15,-1-2-5 0,-10 1 0 16,13-4-1-16,-6 0-4 0,0-1-10 0,-2-2 0 16,0 0-6-16,-2-1-7 0,1-1-4 15,-2-3-4-15,1-4-14 0,-3 4 0 0,0-2-1 0,-3-4 4 0,0 2 3 16,0-1-1-16,-1 6 5 0,-1-4 1 0,2 2 3 0,1 5-1 16,1 3 3-16,1 5-1 15,-5-11-1-15,5 11 4 0,-3-8 2 0,3 8-5 0,-1-7 0 16,1 7-3-16,0 0 2 0,0 0 1 15,0 0 0-15,0 0 5 0,0 0-1 0,0 0 8 0,19 0-2 16,-9 1 7-16,4-1-4 16,-1 0 2-16,5 0-1 0,1-3 2 0,0-2-4 0,-1 0 7 15,-1-2-4-15,-2 0 2 16,0 0 2-16,-4 1-3 0,0-1 2 0,-2-2-1 0,-1 0-2 0,-1-2 2 16,2-4 3-16,-1 1-4 0,-2 3 0 0,2 0 3 0,-3-3-4 15,-1 3 6-15,2-6 0 16,-3 7 6-16,1 1-4 0,0-1 7 0,-3 0 0 0,3 5 0 15,-4 5-1-15,3-10-2 0,-3 10-6 16,3-7-1-16,-3 7-7 0,0 0 2 0,0 0-4 0,0 0 7 16,0 0 7-16,3 29 1 15,-6-1-1-15,-2 3 0 0,0 2 6 0,-1 13 1 0,-1-10 10 16,-3 9-4-16,1 1-1 0,1-11-1 0,-1 14 3 0,3-15-2 0,0 2 1 16,-2-5 0-16,3 1-4 15,0-3-6-15,1-1 6 0,1-2-8 0,3 0 9 0,0-8-6 16,-1 0-10-16,1-2-10 0,0-3-21 15,0-1-21-15,1-1-24 0,-1 1-19 0,0-12-35 0,0 18-43 16,0-18-49-16,-1 11-53 16,1-11-142-16,-8 7-446 0,8-7 197 0</inkml:trace>
  <inkml:trace contextRef="#ctx0" brushRef="#br0" timeOffset="7647.93">8842 3171 79 0,'9'-9'168'0,"1"4"-9"0,-1-1-16 0,0 2 1 16,2 3-7-16,1 1-19 15,0 3-5-15,0 0-14 0,0 4-4 0,1-4-6 0,-6 6-5 16,1-2 3-16,-2 0 9 0,2 3 7 0,-6 0-8 0,-2-3-8 16,0 2-4-16,-2 1-6 15,-3 1-5-15,-1 0-2 0,-5 1-10 0,-1-2-7 0,-3 3-12 0,1-3-17 16,-2 0-20-16,-2-1-22 0,3-2-31 15,-6-1-42-15,4 0-51 0,-2-1-58 0,-1-2-114 0,7-1-339 16,-5-2 150-16</inkml:trace>
  <inkml:trace contextRef="#ctx0" brushRef="#br0" timeOffset="8367.98">9531 3107 190 0,'-6'-4'212'0,"-1"0"-15"0,-2 0-13 16,0 3-10-16,-2-2-17 15,0 6-10-15,-1-2-17 0,-1 5-8 0,-2 0-14 0,0 7-12 16,3-1-6-16,-1 5-8 0,3-1-7 15,1 1-9-15,-1 2-5 0,4-3-10 0,0 3-1 0,3-2-4 16,1 0-7-16,2 0 0 16,1-6-3-16,4-1 0 0,0 1-9 0,3-2 0 0,2-1-4 0,-1-1 1 15,4-3-3-15,1-2-2 16,3-2-8-16,1 0-1 0,-3-3-2 0,0 1 1 0,-2-3 1 16,2-1-3-16,0-2 0 0,0-2-2 0,-5 2 3 0,2-4-8 15,-4 2 8-15,0-1-4 16,0-1 0-16,-3 2-2 0,4-5 3 0,-5 3-2 0,-2-3 1 15,0 2-5-15,0 1 6 0,1 3 10 16,-2-1 3-16,-1 4-1 0,0 6 0 0,1-9-5 0,-1 9-1 16,2-8-7-16,-2 8 0 0,0 0 0 15,0 0-2-15,0 0-2 0,0 0 2 0,0 0-4 0,-7 23 5 16,3-13 1-16,0 2-3 0,3-2 0 0,-2 3 3 0,1 0 1 16,2-3-2-16,0 3-5 15,0-1-23-15,2 0-22 0,1-1-38 0,1-2-51 0,0-4-42 0,2 4-204 16,-2-4-413-16,2-2 182 15</inkml:trace>
  <inkml:trace contextRef="#ctx0" brushRef="#br0" timeOffset="9918.14">9880 3066 194 0,'0'0'188'0,"-10"-1"-3"0,10 1-8 0,-13 3-7 15,5 3-13-15,-3 0-12 0,0 6-6 16,0 0-9-16,-2 4-11 0,2-2-11 0,2 1-12 0,-2 1-5 16,5 1-10-16,0-1-6 0,0 3-5 15,4-3-8-15,-1-1-4 0,5 2-1 0,-2-5-9 0,3 5-5 16,0-8-2-16,2 3 0 0,0-2-5 0,2-1-4 0,3-1-5 16,-1-3 3-16,0 3-2 15,2-3 3-15,2 0-3 0,4-4-4 0,-3 1 1 0,4-2-2 16,-2-2-3-16,2 2-9 0,-1-3-2 15,1-1-4-15,-3-2-8 0,2 0 0 0,-2 1-11 0,0-4-4 16,-6 3-11-16,5-7-4 16,-2 2-5-16,-2-1 1 0,0-1 0 0,-3-1-2 0,-1-1-7 0,0 0 6 15,-2 2 0-15,3-3 2 16,-5-2 3-16,1 4 6 0,-5-2-1 0,0 2 4 0,-1 3 3 16,-2 0 8-16,3 4 13 0,-3-3 3 0,5 10 6 0,-8-13 0 15,3 7 5-15,5 6 3 16,-12-5-2-16,12 5-5 0,-10-5-1 0,4 4 2 0,6 1-3 15,0 0 0-15,-13 1-1 0,13-1-1 16,0 0-1-16,-9 3 0 0,9-3-2 0,-3 6-3 0,3-6 2 16,0 0 3-16,0 0 2 0,12 11 15 15,-5-8-13-15,5 0 0 0,-2-2 0 0,3 0 0 0,0-1-3 16,1 1 3-16,-1-2-4 0,2 0 3 0,-3-2-2 0,-1 3 0 16,0 0 0-16,0-1-3 0,-2 1 2 15,0 1-1-15,-9-1 0 0,10-1-3 0,-10 1 4 0,11-1-3 16,-11 1 0-16,0 0 1 15,10-1 2-15,-10 1-6 0,0 0-1 0,8 1-2 0,-8-1 5 16,0 0 2-16,4 6 12 0,-4-6 9 16,1 11 5-16,-1-4-2 0,0 4 2 0,-1-2-2 0,1 2 2 15,-2 1 3-15,-1 5-4 16,2-6-2-16,-1-1-5 0,0 3 3 0,0-1-4 0,1-2 0 0,1 0-1 16,0-1 1-16,0 0-4 0,1-1-3 0,1-2 0 0,-2-6-5 15,4 10-8-15,-2-5-16 16,2-1-11-16,-4-4-14 0,10 4 2 0,-2-1-13 0,-8-3-12 15,15 1-5-15,-2-4 4 0,-3 1 0 16,2-3 3-16,2 1 7 0,-3 0-2 0,1-3 8 0,1 0 8 16,-3 2-2-16,1-2 12 0,-3-3-2 15,1 1 5-15,-3-1 5 0,2-2 14 0,-2 5 5 16,-2-2 15-16,0 1 9 0,-1 0 3 0,-1 4 15 0,-2 4 5 16,4-9 3-16,-4 9 3 0,3-6-7 15,-3 6-4-15,0 0-4 0,0 0-3 0,0 0-5 0,0 0 8 16,0 0 4-16,0 0-1 0,0 0 2 15,-12 22-3-15,8-12-1 0,0-1-2 0,2 0-3 0,2 0-3 16,-1 1 4-16,1-1-10 16,0-1 0-16,1 1 0 0,1-2-3 0,1 0 2 0,0-1-2 0,0 0-1 15,3-3 2-15,-1 1-3 16,-5-4 2-16,15 2-3 0,-3-4-2 0,0 2-5 0,0-3 4 16,-2-1 1-16,0 2-5 0,0-4 1 0,-3 1 2 0,2-2-3 15,-3 2-2-15,-1-5 4 16,0 2-5-16,1-3 0 0,-3 2 0 0,0-2-3 0,-1 1 1 0,1-2-5 15,-3-1 4-15,0 0-3 0,1 3-2 16,-2-3 1-16,-2 2 1 0,3 1 1 0,-3 0-4 16,0 4 1-16,3 6-3 0,-6-10 2 15,2 7-3-15,4 3-1 0,-12 1 1 0,2 4 3 0,-1 0 3 16,-5 7 2-16,2 1-1 0,-1 1 1 0,-3 4 0 0,5-3 2 16,2 1 2-16,2-2-2 0,0 0 1 15,2-3 1-15,2 1 2 0,1-1-4 0,3-1 6 0,2 0-3 16,1-3 1-16,0 0 1 0,2 0 3 15,5 0 12-15,0-2 2 0,3 0 4 0,1-1-5 0,7-4-2 16,-1 0 4-16,3-2-5 16,-3-1-3-16,10-1-2 0,-8-3 2 0,-1 2-3 0,-1-2-2 15,0-2 3-15,-3-1-3 16,2 2-1-16,-4-4-1 0,1-1 0 0,-1 1-3 0,-1-4 2 16,-3-2 0-16,-1 1-3 0,0 0 1 0,-3-3-2 0,0 4 1 0,-3-1-5 15,0 6 4-15,1 0-5 0,0 0 2 16,-1 4 3-16,-3 0-1 0,0 7-2 0,4-12-2 0,-4 12-2 15,1-8-5-15,-1 8 1 16,0 0-4-16,0 0 6 0,0 0-3 0,8 27 14 0,-8-11 4 16,1 0 4-16,-1 1-3 0,-2 3 4 15,-1 4 0-15,2-5 1 0,-2 0 1 0,1-2 1 0,-3 2 1 16,2-4 1-16,1 2-1 0,1-5-5 0,-2-1 0 16,2-1 1-16,-1-1 1 0,1-2 3 0,1-7 1 15,-2 11-6-15,0-6 1 0,2-5-9 0,0 0 8 0,-1 9 1 16,1-9 1-16,-1 7 7 15,1-7-10-15,0 0-2 0,0 0 1 0,0 0 3 0,0 0 6 16,0 0-9-16,0 0-3 0,32-19-6 16,-20 9-6-16,5-4-1 0,5-2-1 0,-2 0-5 0,4-3-1 15,-1 1-4-15,-2-2-4 16,-2 1 0-16,-4-2-3 0,-2 6 0 0,-1-2 9 0,-2 8 0 16,-4-1 4-16,1 2 13 0,-1 0 7 0,-2 5 2 0,0-3 3 0,-4 6 3 15,5-7-4-15,-5 7 1 16,2-6-2-16,-2 6-6 0,0 0-1 0,0 0-21 0,0 0 9 15,0 0-5-15,0 0-7 0,0 0 3 16,0 0-3-16,0 0-5 0,0 0-8 0,-15 19 1 16,15-19 1-16,-2 10 1 0,2-10 1 15,1 10 3-15,-1-10 3 0,4 15 1 0,-4-9-1 0,6 2 5 16,-3-2 2-16,2 3 0 0,1 1 3 0,-1-3-2 0,2 3 6 0,1-3-2 16,-2 1 2-16,-1-1-2 15,0 3 3-15,-1-3-2 0,0 2 2 0,-1-3 3 0,1 4 0 16,-3-3-1-16,1-1-4 0,-2-6-1 15,-3 16 2-15,-1-8 0 0,1-2-12 0,-2 3-11 0,-1 0-17 16,1-2-24-16,1-1-34 16,4-6-45-16,-7 11-46 0,1-8-41 0,0 3-139 0,6-6-405 15,-7 7 179-15</inkml:trace>
  <inkml:trace contextRef="#ctx0" brushRef="#br0" timeOffset="10218.27">11478 2937 154 0,'0'0'273'0,"3"-7"-5"0,-3 7-14 16,3-6-18-16,-3 6-10 0,0 0-24 0,2-7-25 0,-2 7-19 15,0 0-17-15,0 0-1 0,0 0-7 0,0 0-12 0,-2 30-9 0,-1-13-9 16,2 8-8-16,-1-4-5 15,-1 3-4-15,1 4 5 0,-3-2-19 0,4 2 9 0,-2-1-11 16,-2 0-9-16,3 0 4 16,-1-9-10-16,0 6-8 0,1-4-1 0,-2-1-5 0,2-1-4 0,-1-1-4 15,2 0-14-15,-1-5-21 16,0-1-17-16,1 1-21 0,1-5-16 0,-1 3-17 0,-1-5-17 16,2-5-16-16,-1 11-33 0,1-11-22 0,0 8-41 0,0-8-20 0,0 0-24 15,0 0-143-15,0 0-421 16,0 0 187-16</inkml:trace>
  <inkml:trace contextRef="#ctx0" brushRef="#br0" timeOffset="10578.14">11491 2862 127 0,'8'-9'179'0,"2"2"-15"15,-1 2-5-15,-4 2-15 0,3 2-16 0,-8 1-12 0,15-2 4 16,-5 5 4-16,-1 0-12 0,0 2-10 15,0 2-2-15,0 2 2 0,0 0-1 0,-4 1-10 0,0 0-3 16,-1-1-4-16,-4 3-3 16,2 0-3-16,-2-2-9 0,-3 2-1 0,-2-3-8 0,0 1-3 15,-2 0-8-15,0 0-4 0,-4-3-3 16,2 1-2-16,1-3-6 0,0 0-2 0,-2 0-8 16,2 0-2-16,1-2 0 0,0 1 1 0,7-4-7 0,-8 3-1 0,8-3 1 15,-7 3-6-15,7-3 0 16,-5 4-1-16,5-4-1 0,0 0-7 0,-5 6-3 0,5-6-3 15,0 0-1-15,-3 6-1 0,3-6 1 16,1 14 3-16,-1-4-2 0,2 1 2 0,1 0-2 0,2 5 4 16,0 1-2-16,1 0 3 0,-1 0 2 15,1-1-1-15,3 1-1 0,-1 2 6 0,2-3-19 0,4-1-10 16,-5-1-23-16,6-1-31 0,-1 2-40 0,-1-4-36 0,3 1-38 16,-2-5-179-16,-2 3-399 0,1-7 177 15</inkml:trace>
  <inkml:trace contextRef="#ctx0" brushRef="#br0" timeOffset="10948.17">11976 3188 154 0,'1'-9'243'0,"-1"9"-1"16,1-8-15-16,-1 8-15 0,0 0-16 0,0 0-20 0,0 0-15 15,-5-9-12-15,5 9-15 0,0 0-12 16,0 0-7-16,-22 12-5 0,16-7-12 0,-3 1-8 0,-1 2-13 15,4 0-4-15,0-2-14 0,1-1-1 16,1 0-6-16,-1 6-5 0,3-5-6 0,-1 1-3 0,3-7-6 16,0 14-10-16,2-4 1 15,0-3-8-15,4 2-4 0,-3 1-2 0,5-3 3 0,-2 2-2 16,3-1-3-16,-1 0-1 0,0-1-2 0,1 0-1 0,-3 0 4 16,0-2-4-16,-2 1 0 0,0-1-1 15,1-2 1-15,-5-3-2 0,5 9 3 0,-4-4-3 0,-1-5 7 16,0 8-2-16,0-8 1 0,-4 11 0 15,-1-8 1-15,0 1 4 0,-5 0-2 0,3 3 2 0,-4-2-5 16,-1 0-2-16,1 1 3 16,-2-4-8-16,2 1-11 0,-2 1-15 0,1-1-18 0,0 0-24 15,1-1-31-15,11-2-42 16,-16 4-54-16,16-4-51 0,-16 4-140 0,8-4-417 0,8 0 184 16</inkml:trace>
  <inkml:trace contextRef="#ctx0" brushRef="#br0" timeOffset="11148.31">12320 3464 61 0,'4'2'229'0,"-4"-2"6"0,4 7-12 0,-4-7-14 16,5 5-19-16,-5-5-14 0,3 11-20 15,-3-3-11-15,0-8-18 0,-5 12-26 0,0-7-48 0,5-5-70 16,-14 14-106-16,1-9-172 0,2-1-318 16,-7-2 141-16</inkml:trace>
  <inkml:trace contextRef="#ctx0" brushRef="#br0" timeOffset="27484.7">12299 3495 35 0,'0'0'36'0,"0"0"-1"16,-8 0 8-16,8 0-10 0,0 0 4 0,0 0 5 0,0 0-8 15,0 0 2-15,0 0-7 16,0 0 0-16,0 0-3 0,0 0 4 0,0 0-7 0,0 0-4 16,0 0 1-16,0 0 7 0,0 0 8 0,0 0-4 0,0 0-1 15,0 0 21-15,0 0-18 0,0 0 6 16,0 0-5-16,0 0-2 0,0 0-1 0,0 0-6 0,0 0 2 16,0 0 1-16,0 0-3 15,0 0-3-15,0 0-2 0,0 0 7 0,0 0-14 16,0 0-6-16,0 0 15 0,0 0-15 0,0 0 2 0,0 0 0 15,0 0 0-15,0 0-3 0,0 0-3 16,0 0-5-16,0 0-1 0,0 0 2 0,0 0-1 0,0 0 7 0,0 0-2 16,0 0 5-16,0 14 6 0,0-14 2 15,0 0-1-15,-2 8-10 0,2-8 3 16,-4 10 2-16,1-4-2 0,3-6 1 0,-5 9-2 16,4-3-5-16,-7 2 11 0,3 2-10 0,-1-2 0 0,-3 3-16 15,0 2-21-15,-4 0-32 0,-1 3-32 16,-8 0-73-16,-1 0-183 0,0-1 81 0</inkml:trace>
  <inkml:trace contextRef="#ctx0" brushRef="#br0" timeOffset="38381.9">12909 2945 3 0,'0'0'6'0,"0"0"-1"15,0 0 3-15,0 0 0 0,0 0 1 16,0 0-2-16,0 0 1 0,0 0 1 0,0 0 4 0,0 0 1 15,0 0 10-15,0 0-7 0,0 0-2 16,0 0 5-16,0 0-5 0,0 0 3 0,0 0 3 0,0 0-4 16,0 0 1-16,0 0 5 0,0 0-4 0,0 0 0 0,0 0 2 15,0 0-7-15,0 0 1 16,0 0-7-16,0 0 9 0,0 0-2 0,0 0 2 0,0 0-1 16,0 0-2-16,0 0 9 15,0 0-6-15,0 0-5 0,0 0-1 0,0 0 10 0,0 0-4 0,0 0-9 16,0 0 1-16,0 0 1 15,0 0 0-15,0 0-2 0,0 0 1 0,0 0-3 0,0 0 4 16,0 0-1-16,0 0-1 0,0 0-6 16,0 0 3-16,0 0-7 0,0 0 11 0,0 0-6 0,0 0 3 15,0 0-3-15,0 0 5 0,0 0-2 0,0 0 2 0,0 0-1 16,0 0-3-16,0 0 6 0,0 0 5 16,0 0-8-16,0 0 6 0,0 0-1 0,0 0 3 15,0 0-2-15,0 0 14 0,0 0-11 16,0 0 3-16,0 0 1 0,0 0 2 0,0 0-8 0,0 0 7 15,0 0-1-15,0 0 4 0,0 0-1 16,0 0-2-16,0 0-11 0,0 0 9 0,0 0 4 0,0 0-9 16,0 0 2-16,0 0-3 0,0 0-17 0,0 0 10 0,0 0 6 15,0 0-3-15,0 0 0 0,0 0-2 16,0 0 1-16,-25 1 2 0,25-1-4 0,0 0 2 0,0 0 2 16,0 0 12-16,0 0-13 15,0 0 2-15,0 0 0 0,0 0 1 0,0 0-1 0,-7 4-7 16,7-4 4-16,0 0-3 15,0 0 6-15,0 0 9 0,0 0-4 0,29 0 2 0,-20-1 4 16,5 1-3-16,-3-1 5 0,5 1-7 16,-1 0-4-16,4 0 8 0,-2-1-5 0,1-1 0 0,-5-1-7 15,8 2 2-15,-3-2 0 0,0 2 4 0,-4 0-6 0,5-1-1 0,0 1 1 16,-2-2-2-16,2 3-1 16,-1-2-1-16,1-1 1 0,-2 1 9 0,2 0-18 0,0 0 2 15,-1 0-13-15,-1 1-16 0,-8 1-24 16,5-2-11-16,-5 2-16 0,1 0-15 0,-2 0-5 0,-8 0-14 15,13 0-60-15,-13 0-188 16,7 0 83-16</inkml:trace>
  <inkml:trace contextRef="#ctx0" brushRef="#br0" timeOffset="39031.9">13136 2934 81 0,'-10'-1'90'0,"10"1"-19"0,0 0-1 0,0 0-5 0,0 0-15 15,0 0 7-15,0 0-9 0,0 0-10 0,0 0-1 0,0 0-8 16,0 0 15-16,0 0-4 16,0 0 4-16,10 16 23 0,-6-8-9 0,-2 1 1 0,1 0-6 15,-1 4-5-15,0 0-6 16,-2 3-1-16,2 3-3 0,-2-6-5 0,0 4 3 0,0-1 6 0,2 0-6 15,-4 0 1-15,4 0-6 0,-4-1 0 16,2 0-9-16,0-1 12 0,0-3-3 0,0 2-5 0,0 0 0 16,-2-3-7-16,4 3-5 0,-4-4 4 0,4 1 2 0,-4 1-1 15,2-2 1-15,0 1-9 16,0-2 2-16,0-8-3 0,0 11-1 0,0-11-3 0,0 11 2 16,0-11-2-16,0 10 3 15,0-10 1-15,0 9-1 0,0-9 0 0,-2 7-3 0,2-7 1 16,-2 7-4-16,2-7 3 0,0 0 6 0,-3 7-7 15,3-7 4-15,0 0-3 0,-2 7 3 0,2-7-3 16,0 0 2-16,0 0-1 0,0 0 5 16,0 0-5-16,-7 5 3 0,7-5-5 0,0 0 4 0,0 0 1 15,0 0-4-15,0 0 0 0,0 0-2 0,-16-6 1 0,16 6 3 16,0 0-9-16,-8-2 5 16,8 2-3-16,0 0-1 0,-16-1 5 0,16 1 0 0,-9-3-5 0,9 3-5 15,-9-1 9-15,9 1-3 16,-12-1-1-16,12 1 4 0,-10-2-2 0,10 2-4 0,-9-2 4 15,9 2-7-15,-14 0 1 0,14 0 5 16,-9-1 1-16,9 1-4 0,-10 0 1 0,10 0 3 0,0 0 0 16,-13 3-4-16,13-3 3 0,0 0-1 0,0 0-3 0,-8-2 2 15,8 2-7-15,0 0 6 16,0 0 2-16,0 0-6 0,0 0 4 0,0 0-6 0,0 0 6 16,0 0 0-16,0 0-5 0,31 4 12 15,-20-4-5-15,1-2-3 0,1 2 6 0,-2 0-1 0,3-2-6 16,-1 1 8-16,1-1-1 0,5 0 1 15,-2 1-5-15,0-1 5 0,3 1-7 0,-1 1 2 0,-2-1-24 16,2 1-29-16,-6-1-31 0,1-1-29 16,-3 2-28-16,2 0-108 0,-1 2-271 0,-12-2 121 15</inkml:trace>
  <inkml:trace contextRef="#ctx0" brushRef="#br0" timeOffset="39681.94">13488 3223 33 0,'0'0'104'0,"0"0"-10"0,0 0-5 0,0 0-3 0,0 0-13 15,0 0-14-15,0 0 2 0,0 0 5 0,0 0-13 0,0 0-12 16,0 0 8-16,25-6 1 16,-14 6-1-16,5 0-5 0,-1 0 9 0,4-3-12 0,2 3 3 15,-2 0-6-15,1-3-8 0,-2 1 1 16,0-1-2-16,0 1 3 0,0 2-1 0,-7 0 2 0,1 0-9 15,-2 0-4-15,-3-2-7 0,-7 2 6 16,14 0-7-16,-14 0 4 0,9-1-6 0,-9 1-4 0,8 1 7 16,-8-1-1-16,0 0-2 0,8 2 0 0,-8-2-6 0,0 0 11 15,0 0 2-15,0 0-5 16,2 10 8-16,-2-10 10 0,-4 13-1 0,-2-6 0 0,-4 7-2 16,1 0-6-16,-3 3 4 15,-1 7 9-15,-5 0-4 0,2 0 1 0,-2 0-6 0,1 2 12 0,-2-2-7 16,-1 0 1-16,0 0-2 0,2-4 2 15,-2 1 0-15,4-1 5 0,3-6-7 0,-3 0 6 16,3-2-8-16,1 1-2 0,5-5-3 16,-2-1-2-16,0 1 1 0,4-3-5 0,1 1-2 0,0-2-1 15,4-4 0-15,-7 8 0 0,7-8-5 0,-4 6 1 0,4-6-2 16,0 0 6-16,0 0-3 0,0 0-4 16,9 7 4-16,-9-7 0 0,11 0-3 0,2-2 0 0,-4 1 2 15,2 1-1-15,3-1-2 0,3-2 1 16,2 1-3-16,-1-2 2 0,2 3-4 0,3-3 1 0,6 1 0 15,-9-1 4-15,9 0-8 16,-2 0-13-16,2-1-24 0,-8 3-14 0,6-2-19 0,0 0-27 16,-4 1-25-16,-4 1-14 0,4 0-15 0,-1 0-141 0,-4 0-318 15,-2-1 142-15</inkml:trace>
  <inkml:trace contextRef="#ctx0" brushRef="#br0" timeOffset="39931.94">14234 3585 79 0,'0'0'136'0,"0"0"-16"0,0 0-5 15,2 7-4-15,-2-7-11 16,0 9-10-16,0-9-10 0,-1 9-6 0,1-9-2 0,-4 15-13 16,4-15-6-16,-6 17-22 0,4-8-48 15,-2 3-41-15,1-2-117 0,-6-1-188 0,2-2 83 0</inkml:trace>
  <inkml:trace contextRef="#ctx0" brushRef="#br0" timeOffset="43115.01">14884 3114 48 0,'1'-7'129'0,"-1"7"-7"16,2-6-2-16,-2 6 1 0,0 0-5 0,0-9 2 0,0 9-11 0,0 0-9 16,0 0-12-16,2-7-4 0,-2 7-11 15,0 0-6-15,0 0-14 0,0 0-9 0,0 0-1 0,0 0-6 16,0 0-4-16,0 0-1 16,0 0-9-16,0 0 2 0,7 21 4 0,-6-10-10 15,1 6 5-15,0 0 1 0,0 2-8 0,-2 6 4 16,2-6 3-16,-1 1-1 0,1 8 1 0,-2-5-2 0,2 3 5 15,-2 1-3-15,1 0-1 0,-1-10-2 0,0 3-5 0,0-2 2 16,1 0-4-16,-1 0-1 0,2-1 4 16,-2-1-1-16,0-1 11 0,0-2-2 0,0-3-4 0,0 1-4 15,2 0 2-15,-2-1 0 0,1-3-6 16,1 0 3-16,-2-7-3 0,1 14-1 0,1-10-3 0,-2-4 4 16,2 10-2-16,0-5-1 15,-2-5-2-15,0 8-15 0,0-8-13 0,4 6-25 0,-4-6-25 16,0 0-33-16,0 0-26 0,1 7-21 0,-1-7-115 0,0 0-288 15,0 0 127-15</inkml:trace>
  <inkml:trace contextRef="#ctx0" brushRef="#br0" timeOffset="43416.37">14999 3001 69 0,'10'-13'121'0,"1"4"-10"16,-2 2-17-16,2 1-5 0,-2 2-8 0,0 1-6 0,-1 1-7 15,-8 2-12-15,14 2 2 16,-8 1-7-16,0 2 9 0,-2 5 3 0,-1 0-4 0,-3 4-6 16,-1 5-4-16,-3 0-9 15,-4 8 12-15,-1-4-3 0,-5 3-7 0,1-4 3 0,-2-2-5 16,3-3-6-16,0-2 0 0,0 0-2 0,-1-2-6 0,1-2 0 0,2-2-1 15,2 0-4-15,-1-2-1 16,1 2-7-16,0-2-25 0,2-3-28 0,0 1-31 0,1-1-36 16,5-4-131-16,-6 7-257 0,6-7 113 15</inkml:trace>
  <inkml:trace contextRef="#ctx0" brushRef="#br0" timeOffset="43864.95">15222 3320 73 0,'6'1'155'0,"-6"-1"-14"0,15-1 4 16,-7-2-10-16,6 3-13 0,-1-2-8 15,-2-2-13-15,5 3-9 0,-5-1-10 0,4 0-4 0,-3 1-9 16,0-1-11-16,-1 1-4 0,1 1-4 0,-2 0-3 0,0 1-11 15,0-1-4-15,-2 2-1 16,1-1-3-16,-3 1-2 0,3 3-1 0,-1-1-4 0,-2 0-6 16,-2 2 0-16,1-1-1 0,0 2 1 15,-2 1-1-15,-3 2 2 0,0 1-5 0,-1 0 1 0,-3 2-1 16,-4 1 2-16,0 1 4 0,-2 2 1 16,-5 4 7-16,-4-1-1 0,-1-1 7 0,-1 0 1 0,-1-2-4 15,7-2 7-15,-6 1-3 16,3-2 0-16,5-2-8 0,0-2-2 0,1-2 1 0,4-2-9 15,2 3 5-15,1-6-6 0,-3 3-3 0,8-6 4 0,-5 8-3 16,2-3-2-16,3-5-3 0,-5 7-1 16,5-7 3-16,0 0-2 0,5 10 3 0,1-7-2 0,4-1 12 15,-1 0 4-15,4 0 0 0,7-4 2 16,0 1-3-16,11-2-4 0,1-2-1 0,2-1 0 0,5-3-4 16,13-3-9-16,-3 2-31 15,-13 1-34-15,2 0-51 0,-1 1-50 0,-4 1-51 0,-2 0-110 16,-2-3-347-16,-3 2 153 0</inkml:trace>
  <inkml:trace contextRef="#ctx0" brushRef="#br0" timeOffset="44084.91">16039 3585 2769 0,'0'0'189'16,"0"0"-91"-16,7 2-52 0,-7-2-7 0,0 0-27 0,0 0-6 15,0 0-1-15,0 0 20 0,0 0 15 0,0 0 9 0,0 0 12 16,0 0 1-16,0 0-3 16,0 0-3-16,0 0-4 0,0 0-6 0,0 0-7 0,0 0-6 15,0 0 1-15,13 2-19 0,-13-2-28 16,0 0-42-16,0 0-37 0,0 0-47 0,0 0-46 0,0 0-76 16,0 0-238-16,0 0-540 15,0 0 240-15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8T05:06:31.5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21909 4569 25 0,'-9'1'77'16,"9"-1"-10"-16,-7 4 3 0,7-4-11 0,-8 5 2 15,2-2-8-15,6-3 1 0,-11 7-11 0,5-1 3 0,2-2-7 16,-5 3 4-16,4 1-5 0,-1-1-1 15,-2 3-1-15,0-3-2 0,1 4-6 0,0-3-2 16,-2 5 5-16,3-2-6 0,-2 0-5 0,1 3-3 16,2-3-9-16,-1 3 14 0,0 2 1 0,0-2 0 0,2-1 3 15,1-2-3-15,-1 0-10 0,3 2 7 0,1-2 2 16,0 3-8-16,1-4 4 0,1 2-5 0,-1 0 1 16,3-1 0-16,-3-1-8 0,3 2 4 15,1-3-5-15,0 1 2 0,2 0-1 0,-2-2 5 16,2-1 1-16,1 0 3 0,1-2-2 0,0 1 11 15,2-3 4-15,2 1 2 0,-1-1 2 0,2-3 5 16,2 0 3-16,0-3 4 0,0-1-8 0,2 1 9 16,0-4 2-16,-3 1-2 0,2-3 5 0,-2 2-4 15,1-6-3-15,-2 5 2 0,0-3-9 0,-1-2 4 16,-2-1-9-16,-1-1 3 0,-1 1-2 0,-2-2-3 16,-3 4 1-16,1-5-3 0,0 1-9 0,-4-2-2 15,0 1 4-15,-2-2-2 0,-4 0-4 0,0 2-1 16,1-2-2-16,-1 2-1 0,-2 1 0 0,0 1-6 15,-6 2 2-15,5 4 3 0,-6-1-5 0,4 2 2 16,0 2 0-16,-4 1-4 0,2 1 1 0,-3 1 1 16,-3 3 1-16,-1 2-2 0,0 1-7 0,0 4 0 0,1 0-17 15,1 1-6-15,2 0-16 0,-1 1-4 0,2 0-27 16,4-1-13-16,1-1-22 0,1 1-18 16,0 2-23-16,4 0-119 0,0 0-289 0,3-4 129 15</inkml:trace>
  <inkml:trace contextRef="#ctx0" brushRef="#br0" timeOffset="536.29">22216 4767 32 0,'0'0'80'16,"0"0"-5"-16,0 0-1 0,0 0-14 0,-9 0 0 15,9 0-1-15,0 0-10 0,0 0 7 0,0 0-9 16,0 0 8-16,20 6 6 0,-8-6 2 0,6 0 3 16,2-3 6-16,11 3 1 0,1-3-8 0,1 0 7 15,3 0-9-15,0 1-1 0,0-2-6 0,-1 2-4 16,1-1 3-16,4 0-2 0,-6-1-10 0,3 3-4 16,0-3 2-16,1 0-1 0,1 1 1 0,-1-1-10 15,-2 1 2-15,4-2 3 0,-4 1-11 0,1 1 4 16,-3-2 0-16,-2 3-3 0,0-2 1 0,0 1-3 15,-3-2-6-15,-6 1 4 0,-3 2-1 0,1-2-2 16,-4 2 1-16,1-1-1 0,-5 2 1 0,-1 0-5 16,-1 0 4-16,-5-1-5 0,-6 2 3 0,14-2 3 15,-14 2 1-15,9-2 3 0,-9 2 1 0,6-1-2 16,-6 1 1-16,0 0-3 0,0 0-4 0,9-2 4 16,-9 2-5-16,0 0-1 0,0 0-3 0,0 0-13 15,0 0-13-15,0 0-19 0,0 0-29 0,0 0-33 16,0 0-29-16,0 0-37 0,8 0-153 0,-8 0-338 15,0 0 150-15</inkml:trace>
  <inkml:trace contextRef="#ctx0" brushRef="#br0" timeOffset="3985.17">23407 4676 33 0,'0'0'95'0,"-6"-7"-1"16,6 7-1-16,-5-3 0 0,5 3 2 15,0 0-10-15,-4-9-3 0,4 9-2 0,0 0-3 16,0 0-6-16,-5-6-9 0,5 6-5 0,0 0-7 0,0 0-2 16,0 0-6-16,0 0-2 0,0 0-5 0,0 0 0 15,0 0-10-15,0 0-3 0,0 0-5 0,0 0 6 16,0 0-9-16,0 0 4 0,-4-5 1 0,4 5-5 16,0 0-1-16,0 0-7 0,0 0 5 15,0 0 1-15,0 0 5 0,0 0-11 0,0 0 2 0,0 0 14 16,0 0 1-16,0 0 3 0,0 0 10 0,0 0 0 15,0 0 2-15,0 0 2 0,0 0-12 0,0 0 2 16,-4-7-4-16,4 7 3 0,0 0-6 16,0 0 5-16,0 0 1 0,-1-7-3 0,1 7-2 0,0 0 2 15,0 0-5-15,0 0-3 0,0 0-2 0,0 0 2 16,-3-9-1-16,3 9-5 0,0 0-2 0,0 0-1 16,0 0-3-16,0 0-4 0,0 0 1 0,0 0 0 15,0 0-2-15,0 0 5 0,0 0-5 0,0 0 3 16,0 0-3-16,-2 20 3 0,2-20-1 15,0 0-4-15,2 14 0 0,-2-14 3 0,0 9-1 16,0-9 0-16,1 8 1 0,-1-8-5 0,2 8 6 0,-2-8-4 16,1 7 1-16,-1-7 0 0,0 0-2 0,0 0 3 15,3 7-5-15,-3-7 4 0,0 0-1 0,0 0 4 16,0 0-1-16,0 0-2 0,0 0 2 16,1 6 8-16,-1-6-4 0,0 0 0 0,0 0 6 0,0 0 0 15,0 0-2-15,0 0 2 0,0 0-5 0,0 0-1 16,14-11 4-16,-10 5-11 0,1-1 11 0,3-1-5 15,-3-2 3-15,1 2-5 0,0 3 5 0,0-5-4 16,0 1 3-16,0 1-6 0,4-1 5 0,-2 0-3 16,0 0 3-16,1 1-4 0,-2 3-4 15,1 0-3-15,0-1 1 0,-3 3 0 0,3 0 4 16,-8 3 2-16,12 0-8 0,-4 0 3 0,-8 0-6 0,15 1 9 16,-6 1-3-16,-1 5 1 0,2-3 1 0,-3 1-1 15,0 2 0-15,2 2 2 0,1-1 2 16,-3 1-2-16,1-3 0 0,2 3 0 0,-3-2 0 15,1-1-1-15,0 1-1 0,1-1 4 0,-3 1-6 16,2-2 5-16,-2 0 0 0,-2-2 1 0,4-1-1 0,-8-2 1 16,11 3 2-16,-4-1-3 0,-7-2 8 0,11-1 1 15,-11 1-2-15,13-4-3 0,-7 1 0 0,3 1 6 16,-1-5-8-16,-1 1 3 0,1-1 0 16,4-1-3-16,-5 0 3 0,1-1 0 0,0-1 0 15,1 1-1-15,-2-2 0 0,4-2-2 0,-3 6-1 16,-1-3-1-16,0 1 1 0,1 1-1 0,0 1-1 0,-4 2 0 15,1 2-2-15,-5 3-4 0,5-6-2 0,-5 6 0 16,8-2 1-16,-8 2 1 0,0 0 1 0,16 6 4 16,-9-1-3-16,0 2 3 0,0 0 6 15,1 3-6-15,-2-1 0 0,0 1 6 0,-1 0-5 16,0-1 0-16,3 0 0 0,-2 1-2 0,-1-3 1 0,1 1 1 16,0-1 3-16,0 1-3 0,-2-2 2 0,1-3 2 15,0 2-2-15,1-1-2 0,-6-4 1 0,8 3-2 16,-8-3 7-16,8 4 0 0,-8-4-1 15,8-1-5-15,-8 1 5 0,11-6 2 0,-3 2 1 16,1-3-2-16,0 0-2 0,0-2 0 0,4-2 2 0,-4 2 0 16,3-3-6-16,0 1 3 0,-3 1 0 0,2 2 0 15,-2-4-3-15,3-1 1 0,-3 4-1 0,-3 1-5 16,0 2 2-16,1 1 3 0,-2 1-6 16,-5 4 0-16,10-4-1 0,-10 4 0 0,12 1-4 15,-6 3 10-15,-6-4-4 0,13 12 5 0,-7-4 4 16,-1 1-1-16,1 4-3 0,1-2 0 0,-2-3-3 0,3 4 1 15,-2 2 7-15,-2-4-5 0,4 2-4 0,-3-2 7 16,1-1-2-16,-1-2 0 0,-1 0-4 0,0 0 2 16,2-4 0-16,-2 2-1 0,-4-5 5 15,4 6-2-15,-4-6 0 0,5 4 4 0,-5-4 0 16,7 2 4-16,-7-2-1 0,0 0 2 0,17-10 5 16,-9 5-1-16,0-3-3 0,1 1-1 0,-2-1 1 15,2-2-4-15,-1 0-1 0,0 0 3 0,2-2 4 16,-2 1-8-16,6 0 4 0,-5 2-10 0,1 0 2 15,-1 0-3-15,0 4 1 0,0-1 2 0,1 3-3 16,0-1-5-16,-10 4 0 0,14-3 2 0,-14 3 3 16,21 1-2-16,-21-1 2 0,11 5 1 0,-6-1-3 15,5 3 4-15,-3-1 0 0,-1 2 0 0,-1 1-1 0,4 0 1 16,-2 1 4-16,-1 1-7 0,1-3 0 16,-2 1 6-16,1-1-3 0,0-1 3 0,1 1-3 15,1-1-3-15,-1 1 5 0,2-2-1 0,0-2 3 16,1 1-4-16,2 0 2 0,1-1-4 0,6-3 1 15,3 1 5-15,-2-2 0 0,12 0-3 0,0-2-2 16,4-2 4-16,4 0-4 0,14-4 4 0,1 5-3 16,1-7 0-16,7-1 6 0,-2 0 3 0,35-3-1 15,-5 4-1-15,1-4 3 0,1 3-5 0,2 3 6 16,-3 0 0-16,-29 3 1 0,31-4 2 0,-28 5 0 16,21-5 2-16,-31 5-1 0,1 2-6 0,3 0 6 15,-4-1-2-15,-5 5-4 0,2-2 1 0,-15-3-1 16,2 1-6-16,-2 3 5 0,-4-2 0 0,-2-1 0 15,-1 2-1-15,-11 0-1 0,-2 0-2 0,-4-2-1 16,-1 4 2-16,-1-4 5 0,-3 2-7 0,-9 0 1 16,13 0 2-16,-13 0 6 0,9-2-6 0,-9 2-11 15,0 0-15-15,0 0-43 0,0 0-42 0,0 0-58 16,0 0-50-16,-33-6-157 0,5 2-400 0,-5 2 176 16</inkml:trace>
  <inkml:trace contextRef="#ctx0" brushRef="#br0" timeOffset="4435.68">23325 4088 129 0,'-1'-10'180'0,"0"3"-3"0,0 0-7 0,1 7-7 16,-3-11-8-16,3 11-17 0,-3-6-20 0,3 6-13 0,0 0-11 15,0 0-15-15,0 0-5 0,0 0-4 0,9 31-8 16,-7-13-6-16,1 7-5 0,0 4-5 0,-2-1-4 16,0-1 0-16,1 2-7 0,-1-4 0 0,0 1-4 15,2-1-4-15,-3-7 4 0,3 1-8 0,-1 0-2 16,-1-2-2-16,3 1-2 0,-1-2-7 15,3 1-30-15,-5-6-42 0,2-3-46 0,1 3-35 0,0-3-29 16,-4-8-111-16,5 11-306 0,-5-11 135 0</inkml:trace>
  <inkml:trace contextRef="#ctx0" brushRef="#br0" timeOffset="4668.08">23645 4087 99 0,'2'-8'131'0,"-2"8"-15"0,0 0-9 0,0 0-9 0,0 0-7 16,0 0 1-16,0 0-3 0,6 19 11 15,-6-8-1-15,0 1-5 0,-2 1-5 0,4 3-7 16,-1-3-13-16,0 2-1 0,2 0-3 0,-1-2-10 16,0-2-5-16,-2-1-9 0,0 2-1 0,1 0-3 0,-1 0-2 15,1-1-1-15,0 0-9 0,-1-11-31 0,-1 20-44 16,4-12-37-16,-3-8-23 0,2 12-27 15,-2-6-99-15,0-6-256 0,0 0 113 0</inkml:trace>
  <inkml:trace contextRef="#ctx0" brushRef="#br0" timeOffset="4891.28">23842 4137 146 0,'0'0'143'0,"-2"-9"-10"16,2 9-14-16,0 0-7 0,0 0-11 0,0 0-16 15,-7-4-1-15,7 4-5 0,-12 12-6 0,5-2 1 16,-2-1-10-16,-2 5-4 0,1-5-2 0,5 2-4 16,-1 0-4-16,-1 2 2 0,2-2-14 0,1-1 5 15,2-1-5-15,2 1-6 0,1-3-3 0,0 2-2 16,3 0-3-16,1-2-10 0,4 0 12 0,2-1-4 16,1 1-19-16,6-1-32 0,1-2-36 0,2-1-45 15,-2 0-34-15,1-3-96 0,-3 2-259 0,2-1 116 16</inkml:trace>
  <inkml:trace contextRef="#ctx0" brushRef="#br0" timeOffset="5243.65">24151 4301 149 0,'6'-3'193'16,"-6"3"3"-16,0 0-4 0,0 0-8 0,0 0-4 15,0 0-13-15,8-5-13 0,-8 5 10 0,4-5-15 16,-4 5-15-16,6-6-11 0,-6 6-11 0,7-8-3 15,-3 2-18-15,-1 1-8 0,2-1-8 0,-1-2-4 16,1-3-4-16,-1 3-5 0,0-3-3 0,0 1-4 16,-2-1-8-16,0-3-2 0,-1-1-6 0,4-1-3 15,-4 1-3-15,1 4-4 0,-2-2-3 0,2 1 1 16,-1 1-9-16,2-1-3 0,0 3-2 0,-1-1 0 16,2 2-7-16,-1 1 1 0,2 2-5 15,2 0 1-15,0 2-3 0,0 1-3 0,6 2 2 0,0 0-4 16,-2 4 1-16,5 3 2 0,-5 1 2 0,3 2-1 15,-5 1 0-15,-2 0 2 0,1 4 0 0,-2 1 2 16,-1 1-2-16,-1-3 1 0,-3 3 1 0,1-2 1 16,-2 1-2-16,0-4 0 0,2 0 0 0,0 0-1 15,1-2-6-15,1-1-26 0,2 0-20 0,0-1-32 16,7-2-25-16,3 0-34 0,15-2-63 0,3-4-213 16,3-5-454-16,15-3 201 0</inkml:trace>
  <inkml:trace contextRef="#ctx0" brushRef="#br0" timeOffset="8252.62">21884 7473 78 0,'5'-6'124'0,"-5"6"9"0,5-6-5 0,-5 6-6 0,4-6 6 16,-4 6-16-16,4-6 0 0,-4 6-4 0,0 0-5 16,0 0-5-16,2-5-7 0,-2 5-4 0,0 0-5 15,0 0-12-15,0 0-5 0,0 0-4 0,0 0-13 16,0 0-8-16,0 0 0 0,0 0-6 0,0 0-1 0,0 0-5 16,0 0 0-16,-17 23-9 0,10-13 1 15,1 4-1-15,-1 2-5 0,2 1 0 0,0 1 2 16,1 0-4-16,-1 0-2 0,3 0-3 0,-1-2-2 0,3 3 5 15,3-5-9-15,-1 4 6 0,3-4-6 16,1 1 2-16,0-2 0 0,0-3-3 0,5 2 5 16,-2-2-4-16,4-1 4 0,0-4-4 0,6 2 5 15,-1-4 1-15,1-3 2 0,0-1-3 0,3-1-1 0,-3-2 0 16,2-1 4-16,-1-4-5 0,-2 1 1 0,0 1 3 16,-1-3-6-16,0-2 3 0,-5-1 1 0,-1-2-2 15,1 0 2-15,-3 0 5 0,-2 1-8 0,-3-4 3 16,0 2-3-16,-4 0 3 0,-1-1 0 0,-3 1-4 15,-1-1-2-15,-4 1 0 0,1 0-1 0,-2-1 0 16,-6 2 1-16,4 2-4 0,-6 3 3 0,-6-3-1 16,6 6-1-16,0 0 1 0,-1 3-2 0,-1 0-4 15,-2 2-10-15,5 2-13 0,-2 4-18 0,1 0-8 16,0 3-20-16,0 2-14 0,3-1-12 0,5 1-23 16,-4 0-25-16,3 4-103 0,5-2-275 0,0-3 122 15</inkml:trace>
  <inkml:trace contextRef="#ctx0" brushRef="#br0" timeOffset="8816.28">22226 7545 50 0,'-12'2'104'0,"1"-1"-16"0,3 1 5 16,0-1-19-16,-1-1-4 0,9 0-6 0,-11 2-8 15,11-2-4-15,-7 2-9 0,7-2-7 0,0 0-1 16,-8 2-5-16,8-2 0 0,0 0 1 0,0 0 0 16,0 0 16-16,0 0-2 0,14 13 4 0,-7-9-3 15,3-4 11-15,2 4 0 0,5-4-5 0,4 3 1 16,-1-3 2-16,8 0 2 0,0-2 4 0,7 1-7 0,-2 0-1 15,1-2-5-15,5 1 0 0,12-3 6 0,-1-1-2 16,1 5 0-16,5-6 4 0,2 5 1 16,6-5 0-16,25-1 0 0,-24 7-5 0,28-6-6 15,-3 1 3-15,1 2-12 0,-30 1 3 0,27 1 0 0,3-5-2 16,-26 5-4-16,34-1 2 0,-6 3-2 0,-1 3-4 16,-3-3 3-16,-24 0-6 0,33 1-5 0,-33 3 0 15,29-3-2-15,-30 2-2 0,27 0-3 16,-26-3 2-16,-2-1-1 0,2-1 4 0,0-1-5 15,2 2 1-15,-2 1-5 0,0 1 0 0,-1 2 0 0,-4-6 1 16,-1 3-2-16,-3 0-6 0,3-1 3 0,-3 2 3 16,4-2-2-16,-6-1 1 0,3 1-3 0,-1 0 2 15,-3 0-3-15,-14 0 1 0,-1 1-6 0,0 0 1 16,-7 1-7-16,-2-2-2 0,1-1-1 0,-8 2-3 16,-2 0 1-16,-3 0-3 0,-4 2-10 0,3-4-3 15,-4 4-2-15,5-1-14 0,-4 0-5 0,-1-3-9 16,1 3-11-16,1-1-13 0,-1-1-7 15,0 1-3-15,1-3-7 0,-1 0-12 0,-1 3-9 0,-1-2-22 16,-5 2-28-16,-6 0-98 0,12-5-288 0,-12 5 128 16</inkml:trace>
  <inkml:trace contextRef="#ctx0" brushRef="#br0" timeOffset="9704.27">20639 6006 158 0,'-1'-10'163'15,"1"0"-2"-15,0 2 5 0,0 8-1 0,0-11-14 16,0 11-9-16,0-10-21 0,0 10-17 0,0 0-9 16,0 0-16-16,0 0-7 0,0 0-7 0,0 0-8 15,0 0-8-15,20 16-5 0,-10 0-3 0,-1-2-1 16,5 8-2-16,-2 4-5 0,-1 0-4 0,1-1 1 16,-1 1-2-16,2-2-4 0,-5-6-5 15,3 5-1-15,-2-5 2 0,0-1-4 0,-1-2-1 16,0-1-1-16,-2-2-5 0,0-2 1 0,-2 0 1 0,0 0-4 15,-1-3 2-15,0-2-2 0,1 2 0 0,-4-7 0 16,5 7 2-16,-5-7 2 0,4 4 6 0,-4-4 13 16,3 6 14-16,-3-6 5 0,0 0-4 0,0 0-4 15,7-17 2-15,-4 4-13 0,0-3 0 0,0-4-5 16,2-4-4-16,2-3-1 0,-3 1-4 0,3-5 0 16,-1 4-1-16,-1-2-2 0,0 1-2 0,0 0-3 15,0 3-1-15,-1 6 1 0,0 2-2 0,0 1 1 16,-2 4-1-16,-1 3-1 0,3 0 0 0,-3 3-13 15,-1 6-26-15,2-8-36 0,-2 8-41 0,2-7-23 16,-2 7-5-16,0 0-10 0,0 0-17 0,16 16-28 16,-14-5-100-16,1 4-317 0,-2 3 142 0</inkml:trace>
  <inkml:trace contextRef="#ctx0" brushRef="#br0" timeOffset="10559.65">21946 6163 177 0,'5'-6'200'0,"-5"6"-15"0,0 0-12 0,0 0-24 0,6-3-20 15,-6 3-13-15,0 0-9 0,7-3-14 16,-7 3-21-16,14 1-36 0,-6-1-26 0,2 2-29 15,2-2-33-15,-1 3-32 0,0 0-14 0,-1 3-18 16,-4-3-64-16,-1 3-195 0,-1-3 86 0</inkml:trace>
  <inkml:trace contextRef="#ctx0" brushRef="#br0" timeOffset="10697.25">21995 6272 43 0,'0'0'125'0,"-4"5"-3"0,4-5 1 0,0 0-3 0,0 0-10 16,0 0-10-16,0 0-10 0,0 0-10 15,0 0-5-15,0 0-7 0,18 2-6 0,-9-2-11 16,4 0-36-16,3-1-39 0,5 0-46 0,-3-2-112 16,2-1-197-16,-1 1 87 0</inkml:trace>
  <inkml:trace contextRef="#ctx0" brushRef="#br0" timeOffset="11069.6">22447 6000 242 0,'0'0'243'15,"0"0"-19"-15,0 0-18 0,0 0-21 0,4-8-18 16,-4 8-21-16,0 0-15 0,0 0-19 0,0 0-9 16,0 0-12-16,0 0-6 0,0 0-13 0,0 0-6 0,-8 21-9 15,8-13-2-15,-1-1-7 0,2 4-4 16,-1-1-9-16,2 2 4 0,-1-3-10 0,3 1 6 15,0 2-8-15,0 0-3 0,1-1-1 0,4-2-5 16,-3 2-3-16,0 0 2 0,1 0-1 0,2-2-3 16,-2 0 1-16,0-1-3 0,-3 1-2 0,2 0 0 0,-3-4 1 15,2 2-1-15,-3-3-1 0,-2-4 0 16,4 10-1-16,-1-6 1 0,-3-4-3 0,0 0 3 16,0 0-2-16,-6 10 4 0,6-10-2 0,-13 4 5 15,4-1-10-15,-3-3 0 0,-2 2-16 0,1-2-14 0,-2 0-22 16,-2-2-20-16,3 0-21 0,3-1-15 0,-3 1-13 15,5-1-21-15,0-1 0 0,0-3-8 0,2 2-6 16,1-2 5-16,1-1 1 0,2 2-83 0,2-3-247 16,1-1 110-16</inkml:trace>
  <inkml:trace contextRef="#ctx0" brushRef="#br0" timeOffset="11498.09">22357 6146 673 0,'2'-11'-48'0,"-1"0"31"0,3 2 3 0,-2 3 5 16,1-4 8-16,0 2 10 0,2 2 9 0,-2 0 7 16,0 1 5-16,-3 5 10 0,8-11 2 0,-3 8 3 15,0-2 4-15,0 0 1 0,3-1-2 0,1 0 0 16,0 2-3-16,2 1 3 0,0 0-5 15,3-1 4-15,-1 0-15 0,1 2 5 0,0 1 1 0,2-1-6 16,2-2-6-16,-5 3-3 0,1 0-2 0,-2 0 0 16,0 1-3-16,-1-2-1 0,-4 1-6 0,1 1 4 15,-8 0-5-15,15 0 2 0,-15 0-10 0,11-2 4 16,-11 2 4-16,0 0 2 0,11 0-6 0,-11 0 8 16,0 0 2-16,0 0-4 0,6 2 0 0,-6-2 3 15,0 0 0-15,0 0-4 0,0 0-5 0,0 0-2 16,0 0 2-16,8 3-2 0,-8-3 2 0,3 5 0 15,-3-5-1-15,2 8 4 0,-2-1 6 16,3 2 7-16,-3-1-6 0,0 2 4 0,1 1-6 0,0 1 1 16,2-1 3-16,-3 2-3 0,1-2-4 0,0 0 0 15,1-1 1-15,-1 1-3 0,0-4 1 0,2 1 1 16,-1 0-3-16,1-2 2 0,-1-1-3 0,-2-5 5 16,8 8-3-16,-8-8 6 0,8 5 8 0,-8-5 6 15,7 0 11-15,-7 0-4 0,12-4 11 0,-12 4-7 16,15-10 2-16,-10 6 8 0,4-2-1 0,-3-2-5 15,-3-1 5-15,5-1 0 0,-4 0-8 0,-2-2-3 16,1 2-4-16,-3 0-5 0,0-2-1 0,0 0-5 16,-3 1-3-16,1 2-13 0,-2-1-8 0,0 2-2 15,-1 3-12-15,0-2-26 0,-2 3-19 0,0 1-18 16,-1 0-15-16,-5 1-20 0,13 2-32 0,-20 7-24 16,8-2-152-16,0-1-346 0,-1 3 153 0</inkml:trace>
  <inkml:trace contextRef="#ctx0" brushRef="#br0" timeOffset="11873.31">22923 5945 100 0,'0'0'230'0,"7"-5"-18"0,-7 5-17 0,0 0-26 16,7-3-11-16,-7 3-23 0,0 0-19 0,0 0-8 15,11 8-11-15,-7-3-5 0,5 2-8 0,-4 5-7 16,4 1-3-16,1 0-2 0,-1 1-3 0,-2 2-10 16,2-3-3-16,-2 3-6 0,0-6-4 0,0 3-7 15,1-1-1-15,-3 1-6 0,0-1-3 0,2-5-3 16,-2 1-2-16,-1-2-1 0,-1 0-4 0,1 0-1 0,0-1 2 16,0 0-3-16,-4-5 5 0,6 4 4 15,-6-4 20-15,4 6 19 0,-4-6 27 0,0 0 21 16,0 0 23-16,8 1 11 0,-8-1-17 0,0 0-15 15,8-19-5-15,-3 4-25 0,2 0-2 0,-2-2-7 16,2 0-13-16,-1-2 0 0,1-5 0 0,1 1-29 16,0-1 8-16,-3 6-3 0,3 1-12 0,-2 2-1 15,1-2-7-15,-3 4-12 0,1 3-29 0,0 0-40 16,-1-2-51-16,1 3-33 0,-3 3-40 0,2-1-40 16,0 2-49-16,-4 5-240 0,6-7-555 0,-6 7 245 0</inkml:trace>
  <inkml:trace contextRef="#ctx0" brushRef="#br0" timeOffset="17366.48">21287 6209 32 0,'0'0'101'0,"0"0"-7"15,4-7-7-15,-4 7 3 0,2-7 4 0,-2 7 12 16,2-7-15-16,-2 7 3 0,2-9-9 0,-2 9 0 0,3-6 6 16,-3 6-3-16,0-9-1 0,0 9-12 15,0 0 4-15,0 0-10 0,0-10-3 0,0 10-6 16,0 0-5-16,0 0-4 0,-8-8-9 0,8 8-6 16,-9-2 0-16,9 2-6 0,-13 2-5 0,2 2-1 15,1-2-5-15,-7 5-4 0,2 1 2 0,1-2-4 16,-2 2-1-16,5-2-3 0,-5 3-2 0,6-1-1 15,0 0-1-15,0-2 7 0,2 1-9 0,0-1 0 16,1 1 3-16,3 0-2 0,-1-2-7 0,2 2 7 16,1-1-7-16,2-6 5 0,1 14-3 0,3-5 0 0,1-2 0 15,0 2 2-15,4 0 0 0,-1-1 0 0,2-2-1 16,0 4 0-16,2-3 0 0,-2 0 3 16,1-1-1-16,1 0-1 0,-3 1-1 0,3 0 1 15,-3 1-3-15,1-2 0 0,-2 1 2 0,0-1 13 0,-2 0-3 16,-2-1-2-16,1 0 1 0,0 0 0 0,-2 1-2 15,-1 0 1-15,-2-6 1 0,-1 10 2 16,1-10-3-16,-6 12-1 0,-2-5-2 0,-1-1 6 16,-1 2-5-16,-3 0 4 0,-2-4-3 0,0 3-2 15,-2 0 1-15,4-2-3 0,0-2-26 0,2 0-27 0,-1 0-39 16,2 0-34-16,0-1-39 0,0-1-124 0,2-1-309 16,8 0 137-16</inkml:trace>
  <inkml:trace contextRef="#ctx0" brushRef="#br0" timeOffset="22388.1">26681 4573 19 0,'0'0'37'0,"0"0"-2"16,0 0 0-16,0 0-7 0,0 0-1 0,0 0 3 15,0 0 6-15,0 0-6 0,0 0 6 0,-2-9 6 16,2 9 5-16,0 0 4 0,0 0-4 0,-2-8 2 15,2 8-1-15,0 0 13 0,0 0 4 0,0 0 2 0,-1-10 6 16,1 10-2-16,0 0-3 0,-4-8-3 0,4 8-8 16,0 0 0-16,0-10-2 0,0 10-6 15,-2-8 0-15,2 8-1 0,0 0 0 0,-4-9 1 16,4 9 0-16,0-6 4 0,0 6-4 0,0 0-5 16,-3-12-1-16,3 12-1 0,0 0-4 0,0 0 6 15,-4-7-5-15,4 7-2 0,0 0-3 0,0 0-2 0,0 0-4 16,0 0-2-16,0 0-5 0,-2-7-4 15,2 7 0-15,0 0-13 0,0 0 10 0,0 0-7 16,0 0-1-16,0 0-4 0,0 0 1 0,0 0-3 16,0 0 1-16,0 0-2 0,0 0-2 0,0 0 1 15,0 0 2-15,0 0 4 0,0 0-8 0,0 0-2 0,4 27 4 16,-2-22 0-16,-2 5-1 0,3-1 4 0,-1 2-6 16,0-2 4-16,0 1 0 0,-2 0 2 15,2 2 1-15,1 1 5 0,-1-2-5 0,0 4-7 16,-2 2 3-16,0-5 5 0,4 4-6 0,-4-6 1 15,0 3 3-15,5 3 5 0,-4 0-3 0,1-1-3 16,-2-3-1-16,0 1 1 0,2-1 1 0,-2 3 2 0,2-3 0 16,0 1 1-16,-2-1-3 0,0 4-6 0,2-6 7 15,-2 2-4-15,0 2 4 0,2-3-3 16,-1 2-1-16,-1 2 8 0,2-1-6 0,0-3 3 16,2 0-9-16,-2 1 6 0,-1 0 3 0,2 1-1 15,-3 0 5-15,4-1-3 0,-4-1-3 0,4 0 0 16,-2 0-2-16,-1 1 1 0,-1-2 2 0,2 0 0 15,0 0 1-15,0 2 0 0,2-3-3 0,-2 2-1 16,-1 0 3-16,1 0-1 0,0-1 7 0,1 1-10 16,-3-1 5-16,4-1-1 0,-4 3-2 0,2-2 1 15,-1 1 0-15,-1-2 3 0,2 3-4 0,-2-4 1 16,0 4 2-16,0-1-3 0,2-2 3 0,-2-3-3 16,0 4-1-16,0 1 5 0,0-1-3 0,0 0 1 15,0 0-4-15,-2-2 9 0,2 3-6 0,0-1-8 16,0-1 6-16,-2-3-1 0,2-6 0 0,0 11 3 15,0-11 4-15,0 10-7 0,0-10 6 0,-1 8-3 16,1-8 3-16,0 0 1 0,0 10-2 0,0-10-2 0,0 0 1 16,1 8 1-16,-1-8 1 0,0 0-2 15,0 0 2-15,0 0-1 0,0 0 3 0,0 0-1 16,2 6-12-16,-2-6-14 0,0 0-25 0,0 0-12 16,0 0-23-16,0 0-25 0,-2 12-25 0,2-12-24 15,-3 6-116-15,3-6-293 0,-11 6 129 0</inkml:trace>
  <inkml:trace contextRef="#ctx0" brushRef="#br0" timeOffset="23038.21">26706 5268 41 0,'0'0'88'0,"0"0"3"0,-5-5 8 0,5 5-24 16,0 0 3-16,0 0-7 0,0 0-2 15,0 0-11-15,0 0-16 0,0 0-6 0,0 0 4 0,0 0-5 16,0 0-6-16,0 0-5 0,0 0 3 0,0 0-7 16,0 0-2-16,0 0-2 0,0 0 5 0,13 30-6 15,-9-21 8-15,0 1-8 0,0 2 4 16,-2 5 3-16,1-5 1 0,-3 5 2 0,4-1-3 15,-4 0-4-15,2 0 9 0,-2-3-1 0,0 1-3 16,0-2-1-16,0 4-4 0,0-4 0 0,-2-1 1 0,2-2-3 16,0-1 2-16,0-8 3 0,0 11-4 0,0-11-9 15,0 11 2-15,0-11 1 0,0 8 2 0,0-8-11 16,0 0 8-16,0 10 3 0,0-10-6 0,0 0-5 16,0 0 6-16,0 0-5 0,0 10 0 15,0-10 2-15,0 0-12 0,0 0-11 0,-2 10-16 16,2-10-29-16,0 0-19 0,-4 12-18 0,1-9-96 0,-1 4-213 15,4-7 94-15</inkml:trace>
  <inkml:trace contextRef="#ctx0" brushRef="#br0" timeOffset="23802.26">26295 5365 74 0,'0'0'156'16,"-7"-6"-9"-16,7 6-23 0,0 0-26 0,0 0-5 15,0 0-6-15,0 0-15 0,0 0-9 0,0 0-3 16,0 0-9-16,0 0-1 0,0 0-4 0,0 0-9 16,0 0 0-16,0 0-3 0,11 34-4 0,-6-21 0 15,-1-2 1-15,1 4 3 0,0-4-3 0,1 5 6 16,-1-5 1-16,-1 1-6 0,0 1-2 0,-1-3-4 16,3 3 1-16,-1-3-2 0,-2 0 0 0,1 1-1 15,0-3-1-15,1 3-5 0,-3-5 3 0,2 1-1 16,0 0-5-16,2 0 7 0,-4 0-12 0,2-2 9 15,-2 0-10-15,3 1 7 0,-5-6 3 0,6 9-1 16,-3-5-2-16,-3-4 1 0,9 6-6 0,-6-2 1 16,-3-4-2-16,10 4 9 0,-3-1-9 0,0-1 7 15,4-1 2-15,0 1 1 0,1 0 5 0,5-1-5 16,0 0 2-16,0-1-3 0,3-2 4 0,3-2-6 16,4 1 4-16,3-3 4 0,1 0-6 0,0-1-2 15,3 1 0-15,-3-2 0 0,1 4 0 0,-3-2-6 16,0-3 3-16,1 2 1 0,-11 4-2 0,2-2-1 15,1 1-2-15,0 1 2 0,-3-2-1 0,3 2-3 16,-4-3 1-16,0 5-5 0,1-1 3 0,-2-1 0 16,1 1-1-16,-3 0-2 0,1-1 2 0,-4 1-3 15,1-1 0-15,-1 4-1 0,-2-3-1 0,1 2 3 16,-1 0 0-16,1 0-2 0,-5-1-4 0,-6 1 5 16,18 0-1-16,-13-2 1 0,-5 2 3 0,14 2-3 15,-10 0-6-15,-4-2 2 0,9 0-1 0,-9 0 2 16,9 1 2-16,-9-1-4 0,6 3 0 0,-6-3 7 15,8 4-5-15,-8-4 0 0,6 4 0 0,-1-1-3 16,-5-3 1-16,6 9-1 0,-2-4 6 0,-1 0-4 16,4 4 1-16,-3 1 7 0,1 4 3 0,-1-2-1 15,0 3 2-15,1 0 0 0,0 1-9 0,-1 0 3 16,1-1 4-16,-3-3-6 0,3 3 5 0,-3-3-2 16,4 0-1-16,-4 0 2 0,3-1-3 0,-2-1 6 15,1 3-5-15,1-3 1 0,-3 1-22 0,0 1-21 16,2 0-16-16,0 0-15 0,-1 0-30 0,2-1-37 15,-1 5-32-15,-2-1-165 0,-4 0-359 0,-2 2 160 16</inkml:trace>
  <inkml:trace contextRef="#ctx0" brushRef="#br0" timeOffset="24343.64">26753 5684 114 0,'0'0'132'16,"-4"-7"3"-16,4 7-12 0,0 0-12 0,0 0-16 15,-5-5-7-15,5 5-14 0,0 0-6 0,0 0-13 0,0 0-1 16,0 0-5-16,-7 24 1 0,1-9 6 16,1 5-5-16,-7 6-3 0,-1 2 0 0,0 1-4 0,-1 0 9 15,-1-1-8-15,-1-2-3 0,1 0-6 16,3-2-5-16,-1-1 2 0,-1-2-6 0,5-3 1 15,0-3-5-15,3 3-5 0,0-3 0 0,-2 3 2 0,3-2-2 16,-3-2-12-16,3-1-17 0,2-3-20 16,-1-1-31-16,2-2-4 0,2-7-37 0,2 10-6 15,-2-10-19-15,7 9-87 0,-7-9-230 0,13-3 101 16</inkml:trace>
  <inkml:trace contextRef="#ctx0" brushRef="#br0" timeOffset="24613.31">26800 5795 71 0,'0'-8'174'0,"0"8"0"0,0 0-2 0,2-7-11 16,-2 7-15-16,0 0-12 0,0 0-18 0,4-5-20 16,-4 5-4-16,0 0-14 0,0 0-6 15,12 2-8-15,-12-2-7 0,15 8-3 0,-5-2-4 16,3 4-4-16,4 0-2 0,-4 0 0 0,3 2-3 15,-3-2-7-15,0 3 0 0,3 0-3 0,-3-1-5 0,-1 2 0 16,-1-2-4-16,-2 0-5 0,4 3 7 16,-6-1-1-16,0 1-4 0,1-1-7 0,-2-3-12 15,0 4-17-15,1 0-28 0,-3 1-34 0,2-6-20 16,0 2-31-16,-2 0-19 0,0-1-124 0,-4 2-295 16,0-13 130-16</inkml:trace>
  <inkml:trace contextRef="#ctx0" brushRef="#br0" timeOffset="24827.6">26540 6245 26 0,'0'0'148'16,"0"0"-14"-16,22-11-5 0,-4 6-6 0,13-5-16 15,-1 4-9-15,5-1-2 0,1 0-18 0,16-3-4 16,-18 3-18-16,2 2-34 0,-1 0-31 0,-2 1-32 16,0 2-43-16,-3 0-76 0,-13 2-173 0,4-1 77 15</inkml:trace>
  <inkml:trace contextRef="#ctx0" brushRef="#br0" timeOffset="25413.02">26807 6402 70 0,'0'-7'188'0,"0"7"1"15,3-12 0-15,-3 12-6 0,0-10-8 16,0 10-12-16,0 0-15 0,0-10-14 0,0 10-16 16,0 0-14-16,0 0-14 0,0 0-14 0,0 0-11 15,0 0-9-15,0 0-5 0,0 0-6 0,0 0-1 16,13 23-7-16,-9-7-3 0,7 6-1 0,-1 4-4 0,-2 0-4 16,1 3-2-16,-1 0 14 0,0 4-17 15,-3-3-2-15,1 0-3 0,-1 3 2 0,4 0-6 16,-5 2 2-16,1-2-2 0,1 1 4 0,1 2-6 15,7 7 3-15,-8-10 0 0,1 1-1 0,0-3-1 16,2 3-1-16,0-2 0 0,-1 1-3 0,-3-1 7 16,0-1-3-16,2-1-3 0,-5-2 0 0,2-3 0 15,1 1-2-15,-5-1 2 0,2 0-2 0,0 0 0 16,-2 0 2-16,0-5-2 0,0-2-3 0,-2 1-6 16,2 1-3-16,-2-2-10 0,-1 1-23 0,1-3-13 0,-2 1-13 15,4-2-11-15,-2 0-36 0,0-2-17 0,4-4-18 16,0 3-20-16,0-2-126 0,-2-10-318 15,0 0 141-15</inkml:trace>
  <inkml:trace contextRef="#ctx0" brushRef="#br0" timeOffset="26027.69">25801 7570 59 0,'0'0'112'0,"-10"-6"-5"0,10 6-5 16,-8-5-13-16,3 3-12 0,5 2-2 0,-6-4 2 16,6 4-5-16,0 0-6 0,-7-5-1 0,7 5-7 15,0 0-12-15,0 0-4 0,0 0 0 0,-9-6-9 16,9 6-2-16,0 0-5 0,0 0 3 0,0 0-4 16,0 0-2-16,0 0 11 0,38-1 9 0,-16-1-2 15,12-1 3-15,5-2 0 0,18-2 4 0,2 1-3 16,4-5-3-16,26-1-3 0,-28 3 3 0,2-1-6 15,0 1 3-15,-3 3-7 0,4-1-2 0,-6 0-4 16,0 2-2-16,1-2-1 0,-1 1 0 0,1 0-3 16,-5 3-5-16,-1-2 1 0,1 1 1 0,-16 0 1 15,14 2-4-15,-14-1-1 0,-2-2 3 0,3 1-6 16,-5 2-1-16,-1 1-1 0,-1-6 0 0,-3 5-3 16,0-2 1-16,-9 1-19 0,3 0-16 0,-1 2-23 15,-1-2-23-15,-2-3-26 0,0-1-32 0,-6 4-26 16,1 0-95-16,-4 1-276 0,-5-3 123 0</inkml:trace>
  <inkml:trace contextRef="#ctx0" brushRef="#br0" timeOffset="27216.25">25168 6114 111 0,'-1'-8'156'16,"1"8"-4"-16,0 0-11 0,-4-7-14 0,4 7-16 16,0 0-15-16,0 0-8 0,0 0-11 0,0 0-10 15,0 0-5-15,0 0-4 0,0 0-9 0,0 0-6 16,7 29-4-16,-4-19-4 0,6 6-6 0,-1 2 0 16,0 5 2-16,4 1-9 0,-3-7-8 0,0 6 12 15,-1-6 1-15,2-1 0 0,-1 3-2 0,-1-5-4 16,0 1-1-16,0-1 0 0,-1-4-7 0,-2 1-1 15,1-1 2-15,-2-2 0 0,0 1 1 0,0-2 3 16,-2-2-6-16,0 0 4 0,-2-5-4 0,5 8 6 16,-5-8 23-16,2 7 19 0,-2-7 24 0,0 0 16 15,7 1 1-15,-7-1-7 0,0 0-8 0,0 0-11 16,0 0-7-16,1-25-11 0,-2 12-3 0,0-1-4 16,-1-3-8-16,2 1-1 0,-4 0-6 0,6-4-4 15,-4 5-4-15,2-2-3 0,0-1-4 0,-2-1 2 16,2 3-5-16,2 4-3 0,-2 2 1 0,0-1-3 15,0 6-4-15,0 5-16 0,2-13-30 0,-2 13-32 16,-2-9-36-16,2 9-8 0,0 0-22 0,0 0-4 16,9-2-9-16,-9 2-16 0,0 0-6 0,18 16-16 15,-10-6-104-15,-3 1-314 0,4-1 140 0</inkml:trace>
  <inkml:trace contextRef="#ctx0" brushRef="#br0" timeOffset="27540.21">25469 6419 85 0,'0'0'158'15,"0"0"-4"-15,0 0-11 0,0 0-14 0,0 0-13 0,0 0-16 16,0 0-11-16,0 0-5 0,8 2-12 16,-8-2-7-16,0 0-6 0,12 3-1 0,-12-3-10 15,8 5-7-15,-3-2-6 0,-1 0 1 0,0 2-6 16,-1 0-7-16,2 0 5 0,-3 2-7 0,-1 0 2 15,-1 3-4-15,-3 2-1 0,1-3-3 0,-6 5 0 16,2 0-4-16,-3-1 5 0,-1 2-4 0,-1-2-1 16,1-1-2-16,0-2 5 0,2 0-3 0,3-1 1 15,1-4-7-15,-1 2 3 0,1-2 1 0,4-5 0 16,-6 7-4-16,6-7 0 0,-4 8-4 0,4-8 4 16,0 0 1-16,0 8-2 0,0-8 4 0,10 2 1 15,-10-2-3-15,13 2-16 0,-2-2-18 0,3-2-27 16,2-2-26-16,6-1-26 0,-3 2-27 0,0-5-104 15,-3 1-258-15,1-3 115 0</inkml:trace>
  <inkml:trace contextRef="#ctx0" brushRef="#br0" timeOffset="27702.6">25740 6416 32 0,'5'-4'137'0,"-5"4"-6"0,8-4-6 0,-8 4-15 15,12-3-15-15,-7 0-8 0,3 3-18 0,1-3-27 16,-9 3-30-16,19 1-23 0,-9 1-29 0,-2 1-25 16,1 1-56-16,-3 1-131 0,-4-1 58 0</inkml:trace>
  <inkml:trace contextRef="#ctx0" brushRef="#br0" timeOffset="27841.35">25794 6527 53 0,'0'0'151'0,"0"0"-9"15,0 0-13-15,0 0-15 0,0 0-3 0,0 0-14 16,0 0-10-16,30-12-9 0,-20 9-27 0,1 1-27 16,1-2-33-16,-1 0-31 0,2 1-27 0,-3-3-87 15,1 3-167-15,-2 0 75 0</inkml:trace>
  <inkml:trace contextRef="#ctx0" brushRef="#br0" timeOffset="28069.49">25942 6265 126 0,'-2'-10'194'16,"2"10"-5"-16,-2-7-2 0,2 7-30 0,0 0-19 15,-3-7-1-15,3 7-31 0,0 0-13 0,0 0-10 0,0 0-7 16,0 0-2-16,9 23-9 0,-7-10-2 16,2 2-9-16,0 4-4 0,-2 1-4 0,0 4-2 15,-2-6-4-15,0 8-5 0,2-7 0 0,-2 0-1 16,2 5-5-16,-2-6-14 0,1-2-21 0,0 1-20 15,2-1-30-15,-3-4-14 0,6 0-17 0,-6 0-13 0,2-2-21 16,-1-3-11-16,4-1-11 0,-5-6-79 16,2 10-240-16,-2-10 107 0</inkml:trace>
  <inkml:trace contextRef="#ctx0" brushRef="#br0" timeOffset="28316.65">26046 6518 28 0,'4'-6'83'0,"-2"2"11"15,-2 4 4-15,2-11 6 0,-2 11-12 0,3-7-2 16,-3 7-12-16,0 0-10 0,2-4-4 0,-2 4-7 15,0 0-4-15,0 0-8 0,0 0-1 0,4-7-3 16,-4 7 7-16,0 0-4 0,12 0 12 16,-12 0 2-16,7 0 9 0,-7 0 0 0,10-4 4 0,-10 4 5 15,13-5-1-15,-5 3-9 0,1-2-4 0,-1-3-2 16,2 1 1-16,-5 1-2 0,1 0 3 16,-1 1 5-16,2 1 7 0,-5-4-10 0,-2 7-7 0,5-11-5 15,-4 5-7-15,-1 6 0 0,0 0-11 0,-2-15-7 16,2 15-7-16,-6-8-11 0,-1 6-28 0,0 0-20 15,7 2-26-15,-17 0-25 0,4 2-17 0,3 0-29 16,-2 3-26-16,1 0-147 0,0 0-333 16,-1-1 149-16</inkml:trace>
  <inkml:trace contextRef="#ctx0" brushRef="#br0" timeOffset="28660.96">26220 6260 180 0,'0'0'207'0,"3"-7"-14"0,-3 7-16 16,0 0-22-16,0 0-23 0,7-3-11 0,-7 3-13 15,0 0-12-15,11 10-10 0,-5-1-4 0,-1 0-8 16,5 2-3-16,0 5-5 0,-1-1-4 16,1 0-10-16,-2-1-3 0,1 0-1 0,-4-3-7 0,4 0-6 15,-4 1 1-15,3-1-4 0,-3-3-1 0,4 0-1 16,-4 0-5-16,1-2 2 0,-2 0 3 0,-1-3 2 15,1 2 1-15,-4-5 5 0,6 5 12 0,0-2 12 16,-6-3 12-16,0 0 8 0,0 0-1 0,0 0-4 16,0 0 3-16,13-10 0 0,-9 4-4 0,0-3-11 15,2-5-10-15,0 3 1 0,1-3-3 0,-1-3-9 16,-1 1-6-16,-1-3-2 0,2 2-3 0,0 0-5 16,0-2-5-16,-1 2-5 0,1 3-14 0,0 2-10 15,-2 0-25-15,-2 3-23 0,0 1-36 16,-1 2-40-16,-1 6-64 0,4-11-48 0,-2 6-212 0,-2 5-490 15,0 0 217-15</inkml:trace>
  <inkml:trace contextRef="#ctx0" brushRef="#br0" timeOffset="29649.87">26446 4549 35 0,'0'0'49'0,"0"0"-7"0,0 0 20 16,0 0-1-16,21-3 8 0,0 0-2 0,10-2-2 15,5 1 0-15,16-5 1 0,7 1 21 0,6-4-3 16,31-5-17-16,-2-1 2 0,0-2 0 0,10 3-10 16,0-1 5-16,-2 1-18 0,4-2 4 0,-2 9-4 15,-4-6-6-15,0 3 4 0,-1 4-7 0,1-1 6 16,-5 2-9-16,3-3 7 0,-1 5-3 0,2-1-9 16,-7 3 5-16,-27 4-1 0,29-6-4 0,-29 4 0 15,27-1 11-15,-28 0-6 0,27-2-4 0,-33 0 0 0,5 3-4 16,-3-4-3-16,-2 3 30 0,-1-3-7 15,-3 1-3-15,-2-3-3 0,-13 4 3 0,-5-4-8 16,3 2 1-16,-4 0-3 0,-1 0-2 0,-5 0-5 16,-6 0 2-16,-2 2-3 0,-8 1-3 0,6-2-2 15,-6 0 2-15,0 2-5 0,-5 0 0 0,0 1-3 16,-6 2 1-16,11-2-4 0,-11 2-1 0,6-5-9 16,-6 5-16-16,0 0-17 0,0 0-34 0,0 0-27 15,0 0-33-15,9-1-29 0,-9 1-23 0,0 0-116 16,0 0-317-16,-31 16 140 0</inkml:trace>
  <inkml:trace contextRef="#ctx0" brushRef="#br0" timeOffset="30668.45">26511 4991 8 0,'-7'-3'99'0,"7"3"-15"0,-7-3-1 0,7 3-10 15,0 0-1-15,-9-6-11 0,9 6 1 0,0 0-1 16,-7-3-3-16,7 3-16 0,0 0 4 0,0 0 0 15,-8-3-6-15,8 3-5 0,0 0-4 0,0 0-6 16,0 0 1-16,0 0-6 0,0 0-3 0,0 0-7 16,0 0 8-16,0 0-2 0,0 0-5 0,19 16 3 15,-14-9 2-15,7-1-3 0,-2 2 5 0,-1-1-1 16,5 0-6-16,-1 3 4 0,-1-2 4 0,1 0 3 16,-2 1-1-16,3 1-11 0,-5-5 5 0,3 2 5 15,-2-2-6-15,-1 2 2 0,0 0-6 0,0-1-1 16,-2-1 7-16,2 1-7 0,-3 0 2 0,2-2 9 15,-2-2-9-15,1 3-2 0,-1-2 1 0,-6-3 3 16,10 5-15-16,-6-3 12 0,-4-2 11 0,0 0 14 16,9 1 11-16,-9-1 17 0,0 0 17 0,9 1 8 15,-9-1-9-15,0 0-10 0,7-12-8 0,-2 3-4 16,-1-1-6-16,2-6-5 0,1-1-7 0,5-8-3 16,-3 2-5-16,1 1-1 0,0-2-6 0,-3 6-13 15,5-5-14-15,-4 8-28 0,1-2-5 0,-3 1-27 16,1 5-30-16,-1 2-22 0,2 0-40 0,-4 3-142 15,1 2-322-15,-5 4 142 0</inkml:trace>
  <inkml:trace contextRef="#ctx0" brushRef="#br0" timeOffset="31279.86">27043 4817 70 0,'0'0'145'15,"0"0"-23"-15,4-11-3 0,1 6-16 0,4-1-7 16,0-1-6-16,4-3-13 0,-1 2-10 0,7 1 6 16,2-3-16-16,-1 4-4 0,7-3-13 15,-9 4-18-15,2 1-22 0,-4-2-19 0,-2 4-17 0,-1-1-10 16,-1 0-8-16,-4 2-13 0,-3 1 7 0,-5 0-3 15,10-2 3-15,-10 2 11 0,8-1 7 0,-8 1 3 16,0 0 5-16,0 0 3 0,0 0 7 0,0 0 1 16,0 0 14-16,0 0 3 0,0 0 9 15,0 0 14-15,0 0 14 0,0 0-5 0,0 0-2 16,0 0 8-16,0 0-6 0,0 0-1 0,0 0-9 0,0 0-1 16,-27 3 12-16,27-3-18 0,-2 7 5 0,2 0 7 15,0-7 0-15,2 18 0 0,-2-7 8 0,2 5-2 16,0 0 3-16,1 1 7 0,-2 1-6 15,0-1-2-15,3-2 5 0,0 3 2 0,-4-3-3 16,2-2-1-16,1 3-2 0,0-1 2 0,-1-3-3 16,0 0-9-16,0 0-5 0,0-2 3 0,1 0-6 15,-3 0 3-15,2-3-1 0,-2-1-6 0,2 1 7 0,-2 1-1 16,0-8 11-16,0 10-14 0,0-10-6 0,-4 13 2 16,1-10 4-16,3-3 1 0,-6 8-4 0,0-5-3 15,-2-1-13-15,3 1 2 0,5-3 0 16,-20 0-4-16,9-2 4 0,2 2-6 0,-2-1 2 15,0 0 6-15,2 1-4 0,1-2 0 0,8 2 4 16,-15-3-1-16,9 2 9 0,6 1-2 0,-10-4 4 0,10 4-4 16,0 0 0-16,-8-2 2 0,8 2-10 15,0 0 2-15,0 0-2 0,0 0 4 0,0 0 4 16,0 0-2-16,0 0-4 0,0 0 4 0,27 3 1 16,-9-4-8-16,-1-1 7 0,2 0 0 0,0-1-11 15,10 2-18-15,-8-3-24 0,6-1-17 0,-4 3-11 0,-2-1-10 16,0-1-75-16,0 0-181 0,0 0 80 0</inkml:trace>
  <inkml:trace contextRef="#ctx0" brushRef="#br0" timeOffset="31570.3">27591 4897 36 0,'4'-5'103'0,"-4"5"-9"0,0 0-7 0,0 0-2 15,0 0-22-15,0 0 3 0,0 0-6 0,5-3-4 16,-5 3-8-16,0 0 11 0,0 0-11 15,13 10-3-15,-12-5-8 0,3 1 4 0,-4-6 1 16,2 13-16-16,0-5 5 0,-2 2 0 0,-2 1 11 16,-2 0 4-16,1 0-3 0,-2 0 13 0,1-1 3 15,-3 1 0-15,1-3-3 0,1 3 7 0,-4-2-2 0,5-1-11 16,-1-3-13-16,3 1 2 0,2-6-6 16,-4 10-2-16,4-10-5 0,-3 7-3 0,3-7-2 15,0 0 1-15,3 8 3 0,-3-8-8 0,15 4 7 16,1-5-4-16,5-2 0 0,8-2-3 0,5-3-4 15,-3 0-9-15,3 1-34 0,-1-3-24 0,-5 3-23 0,3-3-38 16,-14 2-33-16,3 4-110 0,-7-1-278 16,-1-1 124-16</inkml:trace>
  <inkml:trace contextRef="#ctx0" brushRef="#br0" timeOffset="32338.32">24860 4517 89 0,'-9'-3'110'0,"9"3"-17"0,0 0-9 0,0 0-15 16,0 0 0-16,0 0-15 0,0 0 8 0,0 0-19 15,0 0 11-15,0 0-5 0,0 0 8 0,32 5-4 16,-19-4 7-16,0 0-7 0,-2 2-6 0,3-2-1 16,3 1-7-16,-3 1 0 0,1 1-7 0,-1-2-4 15,-1 1 2-15,1 0-3 0,0 1 4 0,-3-1-9 16,1 1-2-16,0 3-8 0,-3-1 2 0,1 2-1 16,-4 0 4-16,3-3 3 0,-2 3-10 0,-1 1 2 15,-1 1-4-15,0 0-5 0,0 1 7 0,-5 1 0 16,2 1 1-16,-4 0 0 0,0 3-4 0,-3 1-2 15,0 2 6-15,-5 4 1 0,-2 2 4 0,3-2-9 16,-9 2 1-16,4 1-1 0,-3 1 1 0,1 1-27 16,-3 0-22-16,0-2-35 0,3 0-33 0,-2-1-116 15,2-1-243-15,3-2 107 0</inkml:trace>
  <inkml:trace contextRef="#ctx0" brushRef="#br0" timeOffset="32725.7">24219 5263 41 0,'-8'-3'163'15,"8"3"-11"-15,0 0-13 0,0 0-17 0,0 0-15 16,0 0-7-16,10-11-12 0,2 5-9 0,4 1-9 16,6-2-5-16,5-3-22 0,1 2-13 0,3-3-30 0,-2 4-35 15,0 1-29-15,-2-1-28 0,-7 4-76 0,-2 1-182 16,-4-1 80-16</inkml:trace>
  <inkml:trace contextRef="#ctx0" brushRef="#br0" timeOffset="33160.71">24377 5214 72 0,'0'0'85'16,"0"0"3"-16,4 17 9 0,-2-10-6 0,1 2-13 15,1 3-4-15,-2 0-8 0,1 5 3 0,-2-1 3 16,1-5 0-16,1 5 1 0,-1-4-9 0,0 1-5 15,2-2-4-15,-4-1-6 0,4-1-1 0,-2-2-10 16,-2 2-3-16,0-9 0 0,2 12-2 0,0-7-6 16,-2-5 0-16,-1 8-4 0,1-8 1 0,0 0-5 15,1 9 4-15,-1-9-8 0,0 0 3 0,0 8-2 0,0-8 2 16,0 0 3-16,0 0-3 0,0 0 0 16,-4 7-3-16,4-7-4 0,0 0 1 0,-10 4-5 15,10-4 4-15,-9 0 7 0,9 0-9 0,-11 1-2 16,11-1 0-16,-11 1 7 0,11-1-17 0,-11 2 8 15,5-1 10-15,6-1-12 0,-11 1-5 0,11-1 4 0,-8 2-1 16,8-2-1-16,0 0 0 0,-8 0-1 16,8 0 3-16,0 0-10 0,0 0 6 0,-7 3-2 15,7-3-1-15,0 0 2 0,0 0 8 0,0 0 3 16,0 0-15-16,0 0 4 0,0 0 1 0,20 6 1 16,-20-6 1-16,20-3-10 0,-6 0 7 0,5-2-23 0,0 1-19 15,3 0-12-15,0 0-17 0,5-2-15 16,0 0-14-16,-6 3-14 0,1-3-85 0,-3 2-217 15,3-1 96-15</inkml:trace>
  <inkml:trace contextRef="#ctx0" brushRef="#br0" timeOffset="33398.11">24727 5293 20 0,'0'-11'130'16,"0"11"6"-16,0-9-6 0,0 9-1 0,0 0-5 15,-2-13 1-15,2 13-10 0,0 0-11 0,0 0-16 16,0 0-7-16,0 0-10 0,0 0-12 0,0 0-6 15,0 0-2-15,0 0-7 0,7 21-1 0,-5-10-3 16,-2 6-4-16,1-2-3 0,-1 1 1 0,3-1-2 0,-2 0-7 16,0 1 3-16,2-3-1 0,-2 2 0 15,3-4-8-15,-2 1 2 0,-2 1-2 0,3-3-1 16,1 2-1-16,-2-2 4 0,2 1-8 0,-1-2-13 16,-1 2-23-16,1-6-19 0,3 2-5 0,-3-1-24 15,-1 0-12-15,1-1-35 0,-3-5-12 0,5 8-104 16,-5-8-252-16,0 0 111 0</inkml:trace>
  <inkml:trace contextRef="#ctx0" brushRef="#br0" timeOffset="33707.08">24753 5197 63 0,'6'-2'113'0,"1"0"-2"0,0 1-9 15,-7 1-7-15,17 3-8 0,-11 1-2 0,1-1-11 16,-1 0-5-16,0 3-10 0,-3 1-5 0,1 0-6 16,-2 3-1-16,0 0-10 0,-2 2-2 0,-2-1 3 15,-3 4-3-15,1-3-7 0,-6 2 11 0,3-5-8 16,1 0-10-16,0-2-3 0,0 1 7 0,-1-3 1 16,4-1 0-16,3-4 1 0,-7 6 3 0,3-2-6 15,4-4 3-15,-6 5-6 0,6-5 2 0,0 0-7 16,-3 4 1-16,3-4-6 0,0 0-6 0,0 0 8 15,0 0 1-15,0 0-6 0,15 11 2 0,-3-10 1 16,3-1-6-16,5 0-9 0,8 0-22 0,4 0-25 16,1-3-42-16,1 1-25 0,1-1-105 0,-3-4-241 15,2 0 106-15</inkml:trace>
  <inkml:trace contextRef="#ctx0" brushRef="#br0" timeOffset="33860.33">25367 5305 134 0,'11'-6'221'0,"-11"6"-11"0,0 0-21 0,0 0-8 16,0 0-21-16,4-6-14 0,-4 6-15 0,0 0-27 15,0 0-40-15,0 0-45 0,0 0-51 0,0 0-43 16,7-2-54-16,-7 2-92 0,0 0-239 0,0 0 106 16</inkml:trace>
  <inkml:trace contextRef="#ctx0" brushRef="#br0" timeOffset="34788.64">22231 4137 78 0,'-2'-9'170'15,"0"0"-7"-15,0 2-1 0,-2 1 0 0,4 6-2 16,-5-11-8-16,5 11-12 0,-2-10-18 0,2 10-15 15,0 0-9-15,-2-6-16 0,2 6-14 0,0 0-8 16,0 0-5-16,0 0-9 0,0 0 0 0,5 25-8 16,-1-14-2-16,-1 7-2 0,2 5 0 0,-4-4-8 15,0 1-2-15,3-1-2 0,-3 1-6 0,1-1 5 16,-1-1-5-16,2-1-2 0,-2-1 8 0,0-2-5 16,1-1-6-16,-1-2 0 0,1 2-9 0,1-4-27 15,-1 1-17-15,1-1-34 0,1 0-23 0,1-1-18 16,-3-2-15-16,1-1-16 0,0-1-115 0,-3-4-285 15,0 0 127-15</inkml:trace>
  <inkml:trace contextRef="#ctx0" brushRef="#br0" timeOffset="35111.97">22285 4011 72 0,'8'-2'119'0,"-1"-1"-15"16,1 3-5-16,-8 0-12 0,14 3-10 0,-8-1-9 16,0 2-4-16,-1 4-1 0,0-3-24 0,-3 5 11 15,-2 1 0-15,0-1-3 0,-2 1 7 16,-3 4-16-16,-2 0-2 0,0 0-2 0,0-3-3 0,-2-2-2 16,3 1-2-16,0-3-4 0,2-1-1 15,0-3-4-15,1 1 3 0,3-5-6 0,-7 7-3 0,4-2 2 16,3-5-4-16,-5 8-4 0,5-8 2 0,-3 9-1 15,3-9-8-15,-3 8 6 0,3-8-2 0,1 10 0 16,-1-10 4-16,2 8-5 0,1-3 6 0,2 4-4 16,-1-4 6-16,4 2-10 0,1 0-4 15,0-1-21-15,2-1-7 0,0 1-25 0,0-1-8 16,3-2-6-16,-1-1-15 0,1 0-89 0,-3 1-188 0,1-2 83 16</inkml:trace>
  <inkml:trace contextRef="#ctx0" brushRef="#br0" timeOffset="35409.6">22570 4170 16 0,'1'-10'145'0,"-1"10"2"0,0 0-2 15,-2-10-4-15,2 10-26 0,0 0-7 0,-5-5-10 16,5 5-10-16,0 0-13 0,0 0-5 0,0 0-5 0,-21 8-3 16,16-2-13-16,-1 2-10 0,-3 0 2 0,2 1-4 15,0-1-4-15,1 2-1 0,-1-1-8 16,3 0-1-16,2-2 1 0,0 3-2 0,2-1-6 15,0 1 6-15,0 0-11 0,2-2 2 0,0 0-5 16,1-1 3-16,-2 2-2 0,4 0 0 0,-3 0-3 16,4-2 1-16,-2 2 9 0,-2-3-15 0,2-1 3 15,-1 1-1-15,0 0-2 0,-3-6 0 0,5 11 3 16,-5-11-4-16,4 8 1 0,-4-8 2 0,0 8 0 16,0-8 3-16,0 10-6 0,0-10 1 0,-7 10 5 15,0-2-4-15,1-1-13 0,-3-1-24 0,-1 0-36 16,-1-1-22-16,2 1-44 0,-2-1-99 0,-2-2-256 15,2-1 113-15</inkml:trace>
  <inkml:trace contextRef="#ctx0" brushRef="#br0" timeOffset="35609.15">22712 4198 59 0,'0'0'136'16,"10"-2"-11"-16,-10 2-12 0,8-4-9 0,-8 4-11 16,13 0-8-16,-5-1-9 0,9 1-3 0,-5 1-14 15,-12-1-12-15,18 1-46 0,-10 1-36 0,3-1-28 16,-6 3-83-16,3 1-158 0,-8-5 70 0</inkml:trace>
  <inkml:trace contextRef="#ctx0" brushRef="#br0" timeOffset="35772.4">22740 4324 45 0,'-4'6'170'0,"4"-6"-3"0,0 0-12 0,0 0-5 0,0 0-14 16,0 0-16-16,0 0-12 0,0 0-8 16,0 0-10-16,0 0-7 0,32-12-18 0,-10 5-27 0,3-2-44 15,7 0-53-15,-2-1-63 0,-3-1-85 0,2-1-224 16,-2-2 99-16</inkml:trace>
  <inkml:trace contextRef="#ctx0" brushRef="#br0" timeOffset="40673.01">29654 4263 120 0,'0'0'142'0,"0"0"-7"16,0 0-4-16,-8-12-18 0,8 12-5 0,-5-5-13 15,5 5 8-15,-4-7-21 0,4 7 5 0,0 0-5 16,-5-5-10-16,5 5-5 0,0 0-2 0,0 0-6 16,0 0-14-16,-4-6-3 0,4 6-7 15,0 0-5-15,0 0-5 0,0 0-1 0,0 0-2 16,0 0-8-16,0 0 6 0,0 0-8 0,0 0-3 0,0 0 5 16,-2 25-5-16,2-18-1 0,-3-1-2 0,3 5 5 15,-3-1 4-15,0 1-7 0,0 0-4 16,2 1 1-16,-3 0 4 0,0 5-1 0,0-1-3 15,2-1-5-15,-1 2-1 0,2 0 4 0,-3 2-1 16,1 0 4-16,1 6 1 0,1 0-4 0,-1-1 4 16,-1-4-5-16,3 5 0 0,-3-1 1 0,2 1 3 0,1 3 1 15,0-9-1-15,0 1 0 0,0-2-3 0,0 7-3 16,1-6-6-16,2 4 14 0,-3-5-7 16,3 0 2-16,-1 1 4 0,1-1-6 0,0 2 2 15,1-1 2-15,-3-2-2 0,3 1 0 0,-1-1 1 16,-2-2 1-16,2 1 0 0,-2-6 1 0,0 3-6 15,3-2 5-15,-3-1-4 0,-1 1-2 0,1-3 0 16,1 2 5-16,-2-1-6 0,1-3 1 0,0 3 3 16,-1-9 1-16,-1 13-5 0,1-6 1 0,0-7 2 15,1 13 5-15,-1-8-6 0,0-5 1 0,0 10-3 16,0-10 0-16,0 8 7 0,0-8 0 0,0 0-1 16,1 10-2-16,-1-10 2 0,0 0-2 0,0 0-1 15,-1 8 1-15,1-8 9 0,0 0-12 0,0 0 3 16,0 0 0-16,0 0 4 0,3 6-3 0,-3-6 1 15,0 0-1-15,0 0 0 0,0 0 1 0,0 0 0 16,0 0-3-16,0 0 0 0,0 0-5 0,0 0 5 16,0 0-7-16,0 0 9 0,0 0-2 0,0 0-4 15,0 0 0-15,0 0 7 0,5 5-6 0,-5-5 0 0,0 0 3 16,11 0 3-16,-11 0 1 0,14 3 1 16,-7-3-8-16,3 3 2 0,0-2 5 0,-2 2-2 15,-2-2-3-15,6 1 5 0,-2-2-1 0,-1 3-1 16,1-1 1-16,2 0 7 0,-2 2-9 0,-1 0 7 15,2 0-3-15,0 0 1 0,-5-1-5 0,2 3 4 16,-2-2-2-16,2 2-5 0,-2-1 1 0,2 1 3 0,-3-1-8 16,-1 2 11-16,0-1-3 0,-1 2-4 15,-3 1 6-15,3 1-5 0,-2 2 3 0,-2-2 3 16,0 6-3-16,-3-1 8 0,1 0 3 0,-2 2-3 16,0 0 0-16,-5-3-8 0,1 1 12 0,1 2-2 15,-4-1 0-15,1-2 1 0,-2 0-2 0,3 1-2 16,3-1 0-16,-2 1 0 0,-3-3-6 0,6-2 3 15,2 2 2-15,-3-5-5 0,1 5 2 0,0-5-3 16,2 4 2-16,0-3-1 0,-1 2 0 0,0-1 1 16,3 0-5-16,0 1 4 0,2-3-5 0,0 3 2 15,1-4-1-15,2 4 3 0,1-2 0 0,2 1 0 16,-2-1-1-16,2 1 1 0,2-1-5 0,-2-1 6 16,2 0-3-16,1 1-1 0,-1 1 0 0,-2-2 1 15,2 2 1-15,-1-1 1 0,0 1-3 0,-2-3-5 16,-1-1 7-16,-2 1-1 0,2 4 7 0,-3-3-6 15,2 2 0-15,-2 0-6 0,-2 1 4 0,0-1-1 16,-1 2 4-16,-3-1-3 0,-1 2 5 0,-4 1-6 16,-2-1-2-16,1 2 7 0,-3 0-4 0,2-3 1 15,4-1 1-15,-3 2-1 0,5-4-1 0,-1 1-1 16,2 1 2-16,-1-2 1 0,2-2-1 0,0 2 1 16,4-8-2-16,-4 14 0 0,4-14-3 0,-2 14-1 15,2-14 3-15,2 17-1 0,-2-17-2 0,5 17 1 16,0-8 4-16,-1 2-3 0,1 0 5 0,-1-1-7 15,0-3 6-15,0 5-2 0,-2-2 3 16,2 1-2-16,0 6-2 0,1-1-3 0,-1-1 1 0,-4 3 3 16,1-2-2-16,0 3 1 0,1 0-3 0,-1 5 7 15,0 3-6-15,2-4 3 0,-1 3-2 0,-3 1 2 16,2 0-1-16,2 1 1 0,-2 1 1 0,2-2 1 16,0-1-2-16,-2 2 1 0,4-1 1 0,0 2-2 15,1 0 0-15,1 0 0 0,2-1 3 0,-2 2-3 16,-2-1 2-16,2 0-2 0,1 1 3 0,2 1-2 15,-3-1 1-15,1 2-5 0,1-1 9 0,-1-3-1 16,2-2-1-16,-2 2-5 0,0-3 5 0,-2 1-5 16,-1-2 5-16,0-3-2 0,-1-2-2 0,-3 0 3 15,2 1-3-15,-1-3 0 0,-3 2 0 0,2-7 1 16,-1 5 4-16,-2-6-5 0,0 0 2 0,4 0 0 16,-2-11 2-16,-3 18-4 0,0-8 0 0,3-10 3 15,0 13-3-15,0-13-8 0,-1 11-15 0,1-11-14 16,0 0-31-16,0 0-25 0,0 0-31 0,1 18-39 15,-1-18-152-15,0 0-339 0,0 0 150 0</inkml:trace>
  <inkml:trace contextRef="#ctx0" brushRef="#br0" timeOffset="41316.71">27474 7444 59 0,'-9'-5'93'0,"-2"1"3"0,0 2-14 0,0 0 17 0,-1-2-1 15,-1 0 8-15,-1 3-12 0,1-2-14 0,2-1-1 16,-1 2-2-16,-1-1-4 0,4-1 0 0,1 4 0 16,8 0-1-16,-12-2-1 0,12 2-11 0,-9-2-6 15,9 2-7-15,0 0 1 0,-12-2-11 16,12 2-5-16,0 0-2 0,0 0-5 0,0 0-2 0,0 0 3 16,38 5 9-16,-3-6 8 0,15-1 6 0,12-3-3 15,31-3 6-15,4-7-2 0,5 2-5 0,3-1 2 16,10-6 0-16,2-1 0 0,2-2 9 0,2 4-5 15,2-2 0-15,4 2-9 0,5 1 2 0,0-2-1 16,4 1 2-16,2 2-3 0,0-2 0 0,-5 7-5 16,-4 1 0-16,-7 2 0 0,-4-1-4 0,-4 4-4 15,-9 0-3-15,-12-3 0 0,-3 1-7 0,-28 5 1 16,1 1-2-16,-7-4-1 0,2 1-1 0,-6 3 1 16,-15-2-5-16,0 3-4 0,-6-1 1 0,-3-1 2 0,-9 3-3 15,-5-1 1-15,-2-2 0 0,-4 3 0 16,2 0 1-16,-10 0-4 0,11-3-12 0,-8-1-28 15,-3 4-22-15,0-8-20 0,0 8-22 0,-9-10-37 16,2 4-28-16,-4-2-46 0,-5 0-163 0,-3-3-403 16,-9 0 178-16</inkml:trace>
  <inkml:trace contextRef="#ctx0" brushRef="#br0" timeOffset="42227.24">29307 6044 42 0,'-7'10'48'0,"-2"-1"5"0,1 1-8 0,0-1 1 15,-2 0 4-15,4-1 3 0,-1-2 7 0,7-6 0 16,-11 10-1-16,6-6 1 0,1 0 8 0,4-4 8 16,-5 6-3-16,5-6 10 0,-4 4 6 0,4-4 11 15,0 0-3-15,0 0-9 0,0 0-4 0,0 0-8 0,22-27-5 16,-3 10-8-16,5-4 0 0,4-2-2 15,9-11 2-15,7-1-7 0,-2-1-2 0,5-5-6 16,21-17-5-16,-19 19 2 0,27-22-9 0,-2 4 2 16,3 0-5-16,-1-2-4 0,-2 5-5 0,0-1 2 15,-23 16-1-15,-1 2-4 0,-3 1-4 0,0-1 4 0,-2 4-4 16,-3 1-6-16,-11 11 7 0,-6 2-5 16,0 3 5-16,-1 0-2 0,-7 6 2 0,0-2-6 15,-6 5 5-15,-2-1-2 0,2 1-4 0,-3 2 4 16,-2 1-4-16,1 2 8 0,-7 2 3 0,10-5-2 15,-10 5 1-15,5-4 0 0,-5 4-1 0,0 0-4 16,5-3 1-16,-5 3-4 0,0 0-4 0,0 0-2 16,0 0-3-16,0 0 0 0,0 0-1 0,0 0-3 15,0 0-1-15,0 0-1 0,0 0 4 0,0 0-4 16,0 0 0-16,0 0 1 0,-8 25-1 0,3-15 2 16,-1 0-1-16,-2 7 1 0,3-2 0 0,-3 4-1 15,0 0 3-15,-1 3-5 0,-3 4 7 0,-1 1-3 16,3 0 7-16,2 0-10 0,-3-4 5 0,1 4-3 15,-1-3 1-15,0-2 5 0,-1 1-5 0,5-6 2 16,-3 1 3-16,1-1-2 0,2 0 1 0,-3-1-7 16,1-2-28-16,1 1-21 0,-1-2-27 0,1 2-28 15,0-2-34-15,-1 0-38 0,-1 0-23 0,2-3-112 16,0 0-340-16,1-3 151 0</inkml:trace>
  <inkml:trace contextRef="#ctx0" brushRef="#br0" timeOffset="42450.43">30426 5221 11 0,'-11'-13'183'0,"3"2"5"0,-8 1-10 16,1-2-13-16,-3 0-13 0,1 2 8 0,1 0-18 15,-3-1-7-15,1 3-11 0,6 3-10 0,2 0-11 16,-2-1-12-16,3 3-8 0,3-1-9 0,0 2-12 15,6 2-15-15,-13-6-28 0,9 4-39 0,4 2-40 16,0 0-32-16,-6-3-33 0,6 3-28 16,0 0-111-16,0 0-285 0,0 0 126 0</inkml:trace>
  <inkml:trace contextRef="#ctx0" brushRef="#br0" timeOffset="42797.74">30799 5417 209 0,'0'0'239'0,"4"-8"-9"0,-4 8-10 0,0 0-16 16,1-7-8-16,-1 7-11 0,0 0-13 0,0 0-15 15,0 0-18-15,0 0-18 0,1-9-16 0,-1 9-17 16,0 0-10-16,0 0-11 0,0 0-7 0,0 0-7 16,0 0-3-16,-2 32-8 0,2-14-3 0,-3 2-2 15,2-1-3-15,-2 5-5 0,1 2-3 0,-1-6 0 16,2-1-3-16,-2-1-6 0,2 0 0 0,-2 0 2 16,1-1 4-16,2 0-9 0,-1-3 2 0,2 2-6 15,-1-3-16-15,2-2-25 0,1 0-24 0,-2-1-32 16,1-1-26-16,-1-1-44 0,1 0-17 0,1 0-18 15,-2-2-19-15,-1-6-110 0,2 10-346 0,-2-10 154 16</inkml:trace>
  <inkml:trace contextRef="#ctx0" brushRef="#br0" timeOffset="43125.74">30835 5317 42 0,'1'-6'168'0,"-1"6"-15"16,3-9-13-16,-3 9-11 0,2-7-13 0,-2 7-12 16,0 0-13-16,0 0-12 0,0 0-5 0,0 0-12 15,0 0-3-15,0 0-5 0,0 0-7 0,9 19 7 16,-8-9-13-16,-1 0-2 0,0 3-2 0,-2 0-9 16,2-1 6-16,-7 4-6 0,5 1-8 0,-3-2 4 15,0-1-1-15,-1 1-5 0,2-5-5 0,1-1 2 16,0-2-4-16,-2 0-1 0,3 0 3 15,2-7 0-15,-4 10-13 0,1-4 6 0,2 0 3 0,1-6-6 16,-3 8-3-16,3-8 5 0,0 10 1 0,0-10-1 16,3 9 0-16,-1-4 2 0,2 2-2 0,0-4-1 15,5 3-4-15,-1-4-9 0,2 4-7 16,3-3-14-16,-1 2-17 0,6-3-19 0,-2 0-20 0,3 0-22 16,-6 0-24-16,2 0-85 0,-4-1-235 0,2-2 104 15</inkml:trace>
  <inkml:trace contextRef="#ctx0" brushRef="#br0" timeOffset="43405.9">31183 5469 47 0,'0'0'158'0,"0"0"-17"0,0 0-12 0,0 0-16 0,0 0-16 16,0 0-11-16,0 0-5 0,9 8-6 0,-9-8 7 15,0 10-4-15,0-2 1 0,2 1-4 0,-4 2-3 16,4-1 1-16,-5 3-4 0,2-2-7 15,0-1 1-15,2 1-8 0,-1-2-7 0,1 3 0 0,-1-3-3 16,0 2 5-16,1-4-5 0,1 0-2 16,-2-7-2-16,1 13-4 0,-1-13-1 0,0 9-1 15,0-9-3-15,4 6-7 0,-2 0 6 0,-2-6-6 0,7 6 3 16,-3-2-2-16,2-1 0 0,2-1-2 0,3-2-1 16,7 0 2-16,1-4-9 0,4 1-20 0,4-4-25 15,1-2-37-15,-1 0-43 0,-1-2-40 16,-7 3-46-16,-1-3-104 0,-3-1-324 0,-1 0 144 15</inkml:trace>
  <inkml:trace contextRef="#ctx0" brushRef="#br0" timeOffset="44078.25">29394 4671 137 0,'0'0'144'0,"4"-7"-7"0,-4 7-12 0,0 0-21 0,0 0-10 15,0 0-12-15,0 0 0 0,0 0-8 16,0 0-10-16,14 12 1 0,-7-6 3 0,-2 3-16 0,5-2 5 15,-2 4-11-15,3 1-3 0,2 1-4 16,-2 0-8-16,3 0 4 0,-2 0-5 0,-3-4-1 0,1 1-5 16,-2-2 0-16,1 0 0 0,-2-1 0 0,2-1 6 15,-4 0 1-15,-1-3 0 0,1-1-3 0,-5-2 8 16,9 5 3-16,-9-5-1 0,7 4 13 0,-7-4 15 16,0 0 11-16,0 0-11 0,0 0-3 15,16-13-7-15,-10 4-6 0,5-5-7 0,-2-2-3 16,-1 1-5-16,4-2 1 0,-3 1-5 0,5-8-6 0,-5 7-11 15,0-2-3-15,-2 1-28 0,0 2-11 0,2 1-12 16,-4 3-31-16,0 1-31 0,1 0-36 16,-1 0-21-16,1 3-171 0,-2-2-357 0,1 4 158 15</inkml:trace>
  <inkml:trace contextRef="#ctx0" brushRef="#br0" timeOffset="44345.61">30159 4366 27 0,'0'0'179'0,"0"0"-13"0,0 0 13 0,0 0-7 16,2-7-17-16,-2 7-15 0,6-4-15 0,2-1-12 15,4 0-15-15,5-1-6 0,3 0-14 0,0 0-6 16,7-1-10-16,-5 2-19 0,3 0-28 16,-7 2-45-16,1 2-35 0,-6 0-22 0,-3 0-29 15,2 2-11-15,-6 0-89 0,2 0-233 0,-8-1 104 16</inkml:trace>
  <inkml:trace contextRef="#ctx0" brushRef="#br0" timeOffset="44710.37">30307 4318 98 0,'0'0'143'16,"0"0"-5"-16,0 0-16 0,0 0-10 0,0 0-18 16,0 0-9-16,0 0-19 0,-11 3-4 0,11-3-5 15,0 9-4-15,0-9-1 0,2 19 3 0,-1-9-1 16,2 8 13-16,-3 0-6 0,2-1-4 0,1 2 1 16,-2-2-6-16,0 8-7 0,1-6-2 0,2 0-4 15,-2-2-5-15,2-1-2 0,-4-4 3 0,1-2-4 16,2 2-3-16,-3-3-4 0,0-3-3 0,0-6-2 15,2 15 1-15,-2-15-5 0,0 8 1 0,0-8 0 16,0 0 2-16,0 0 0 0,1 14-2 0,-1-14-4 16,0 0 1-16,-11 8 3 0,6-6-3 0,5-2-5 15,-14 0 2-15,6 1 0 0,-1 0 2 0,9-1-4 16,-13 1 2-16,8 1 0 0,5-2 2 0,0 0-1 16,-14-2-6-16,14 2 0 0,0 0 7 0,-7 0-12 15,7 0 0-15,0 0-3 0,0 0 3 0,0 0-4 16,0 0 3-16,0 0 0 0,0 0-1 0,0 0 5 15,0 0-4-15,37 2-2 0,-20-5-14 0,4 2-16 16,1-2-29-16,-1 0-26 0,7 0-24 0,-8 1-12 16,-1-1-15-16,1-1-7 0,-3 1-86 0,1-2-251 15,-1 0 111-15</inkml:trace>
  <inkml:trace contextRef="#ctx0" brushRef="#br0" timeOffset="44963.68">30619 4481 9 0,'4'-12'104'0,"-2"0"8"16,4 3 17-16,-6 2 4 0,3 0 1 0,-2 0 0 15,-1 7 5-15,4-12-7 0,-4 12-10 0,0 0-12 16,-1-9-17-16,1 9-10 0,0 0-14 0,0 0-8 16,0 0-2-16,0 0-2 0,0 0 8 15,7 27-10-15,-7-17 1 0,3 2-6 0,-3 2 4 0,1 1-4 16,1 1 2-16,-1 1 13 0,0-2-5 0,1 0-6 16,-1-3-6-16,-1-3-3 0,2 0-4 0,-2-1-5 15,4 3 1-15,-3-5 3 0,2 1 2 16,-1-1-3-16,-2-6-1 0,3 9 0 0,0-3-6 15,-3-6 2-15,6 4-3 0,-6-4-3 0,13 1 1 16,-3-2-2-16,3 1-4 0,8-3 2 0,10-7-22 16,6 0-37-16,17-8-42 0,-6 0-56 0,2 2-69 0,-1-4-205 15,-3 2-439-15,-12 3 193 0</inkml:trace>
  <inkml:trace contextRef="#ctx0" brushRef="#br0" timeOffset="45111.39">31417 4398 109 0,'0'0'275'0,"0"0"-29"16,-5 2-24-16,5-2-21 0,0 0-20 0,0 0-22 15,0 0-32-15,0 0-43 0,0 0-55 0,0 0-68 16,0 0-77-16,0 0-131 0,0 0-267 0,0 0 119 16</inkml:trace>
  <inkml:trace contextRef="#ctx0" brushRef="#br0" timeOffset="48855.71">24902 8248 142 0,'-11'-2'152'16,"11"2"-9"-16,-9-4 0 0,9 4-8 0,-12-1-4 15,12 1-11-15,-8-3-5 0,8 3-14 0,0 0-19 16,-7-3-3-16,7 3-10 0,0 0-12 0,0 0 1 15,0 0-9-15,0 0-5 0,0 0-3 0,25-6 0 16,-4 5-4-16,12-3-5 0,0-2-2 0,6 1-3 16,-1 2-12-16,12-4-15 0,-14 3-19 0,-3 0-23 15,-1 1-25-15,-3 1-26 0,-9 0-22 0,-5 4-21 16,-3-2-93-16,-1 0-248 0,-2 2 111 0</inkml:trace>
  <inkml:trace contextRef="#ctx0" brushRef="#br0" timeOffset="49265.18">25100 8229 18 0,'0'0'100'0,"0"0"4"0,-2 9-20 0,2-9 0 0,-1 16 1 16,1-5-9-16,-2 2 5 0,2 6-8 15,-1-1-1-15,-2 8-10 0,3-3-3 0,-2 3-1 0,0-6-9 16,-2 3 5-16,2-2-15 0,0-4-4 0,1 2 6 15,-2 0-2-15,1-3-12 0,2 1 5 16,-2-5-6-16,1 1 0 0,1-3-5 0,0 2 2 0,0-2-7 16,-1-1 0-16,-1-3 8 0,2-6-7 0,-1 14-1 15,1-14 1-15,-1 11-2 0,1-5-1 0,0-6-17 16,-3 7 17-16,3-7-5 0,-3 8 2 0,3-8 0 16,-7 5-2-16,7-5-1 0,-8 3 0 15,8-3 0-15,-9 3-5 0,2-3 6 0,7 0-3 0,-16 0 9 16,7 0-10-16,9 0-5 0,-15 0 0 0,15 0 3 15,-11 0 5-15,11 0-8 0,-11-2 0 0,11 2 6 16,0 0-5-16,-12 2 0 0,12-2-4 0,0 0 0 16,0 0 2-16,-7 0 2 0,7 0-7 0,0 0-1 15,0 0 7-15,0 0 0 0,0 0 4 0,0 0-8 16,23 12 4-16,-10-9 1 0,3-2 4 0,1 2-26 16,6-3-13-16,5-3-24 0,3 3-18 0,1-2-24 15,0-3-13-15,0 0-91 0,-4 1-220 0,3-2 98 16</inkml:trace>
  <inkml:trace contextRef="#ctx0" brushRef="#br0" timeOffset="49618.96">25389 8532 2 0,'-2'-5'156'0,"2"5"-9"15,0 0-13-15,0 0-6 0,-5-8-13 0,5 8-14 16,0 0-6-16,0 0-8 0,0 0-15 0,0 0-5 15,0 0-6-15,0 0-13 0,19 0 0 0,-19 0-6 16,11 6 0-16,-11-6-5 0,12 4-1 0,-7 2-11 16,0-3 1-16,0 2 0 0,-1 0-2 0,1 2-6 15,-1 2 4-15,-4 1-2 0,3 2 8 0,-6-1 0 0,1 1 6 16,-2 4 2-16,-3-2-10 0,-1 2 0 0,-3-2 4 16,1 3 1-16,-1-4 6 0,-1 2 3 15,-1-3-10-15,3 1 1 0,-2-3 0 0,3-4 0 16,0 3-2-16,1-2-5 0,2-1-3 0,0-1-3 0,3-1 4 15,3-4-5-15,-7 7-2 0,2-4-5 16,5-3-1-16,0 0 3 0,-4 7-5 0,4-7 4 16,0 0-1-16,0 0 1 0,7 10-4 0,-7-10 1 15,11 4 1-15,0-6-11 0,8 2-18 0,4-2-28 0,8-1-27 16,0-2-39-16,1-1-26 0,-1-2-21 0,1 3-122 16,-1-2-308-16,1 2 137 0</inkml:trace>
  <inkml:trace contextRef="#ctx0" brushRef="#br0" timeOffset="50264.61">25713 8782 113 0,'-9'-4'171'0,"9"4"-8"0,0 0-16 0,0 0-12 15,0 0-20-15,0 0-13 0,0 0-15 0,0 0-5 16,-2 9-15-16,2-9-1 0,0 0-15 0,-3 13-3 16,3-6 3-16,-2 0-5 0,2 1-9 0,0-8 2 15,0 14-10-15,0-7 0 0,0-7 0 0,0 12-2 16,-2-6-3-16,2-6 4 0,0 10-1 0,0-10 14 16,0 8 10-16,0-8 10 0,0 0 13 0,0 0 11 15,0 8 8-15,0-8-1 0,0 0-5 0,0 0-11 16,0 0-11-16,0 0-2 0,0 0-3 0,0 0-6 15,0 0 2-15,-11-20-11 0,11 20-5 0,0-12-3 16,0 12-6-16,2-13-6 0,0 4-1 0,1-2-2 16,3-1-3-16,6 1-4 0,-3-2-1 0,2 1-2 15,0 3-2-15,0 1-2 0,3-3-1 0,-3 4-2 0,2 4-3 16,1 0 0-16,-3 2-3 0,3 0 1 16,-1 1 1-16,1 2-5 0,-1 0 3 0,-2 2-4 15,1 0 1-15,-1 2 2 0,-1-1 0 0,1 0-1 16,-3 1 0-16,1 0-1 0,0 0-2 0,-4-1 2 0,-1-1 1 15,0 0 4-15,1-1-4 0,-5-3 0 0,6 4 5 16,-6-4-1-16,6 6 2 0,-6-6 1 0,0 0-2 16,4 3 4-16,-4-3 1 0,0 0-1 15,0 0 1-15,0 0-1 0,0 0 2 0,0 0-5 0,0 0 3 16,0 0 0-16,0 0 0 0,0 0-1 0,0-22-3 16,2 16 4-16,-2 6-6 0,2-11 2 15,-2 1-2-15,3 4 1 0,1-6-4 0,-2 5 2 16,4-2-2-16,-3 0-4 0,4-1 0 0,0 1-1 0,1 1-2 15,-5 3 1-15,3 1 1 0,0 0 5 0,0 1-6 16,-1-1 0-16,-5 4-4 0,10-2 5 0,-10 2-7 16,12 3 2-16,-8 0 2 0,3 4-2 0,-1-3 4 15,-3 4-1-15,4 1 5 0,-4-1-12 0,-1 4-3 16,2 1-11-16,-2-3-23 0,0 2-14 0,-2-1-30 16,2 1-23-16,-2-1-37 0,0 0-22 0,1 0-24 15,-1-2-115-15,1-2-343 0,0-1 152 0</inkml:trace>
  <inkml:trace contextRef="#ctx0" brushRef="#br0" timeOffset="50650.43">26326 8667 1 0,'0'0'180'0,"-4"-11"-8"0,-3 7-2 15,4-1-2-15,3 5-12 0,-6-5-10 0,6 5-22 16,-11 0-15-16,11 0-10 0,-16 4-6 0,7 4-14 15,1-1-10-15,-4 6-3 0,5-2-7 0,-2-1-5 16,1 2-10-16,2-1-3 0,0-1-2 0,4 0-2 16,-3 1-7-16,5 0 1 0,0-3-5 0,2-2-1 15,-2-6-2-15,3 14-6 0,1-9-18 0,0 2-10 16,-1-4 1-16,-3-3-24 0,11 7 7 0,-6-5-7 16,-5-2-3-16,11 0 5 0,-11 0 2 0,12-3-9 15,-12 3 1-15,13-9 8 0,-7 2-2 0,1 2-11 16,-2-1 21-16,-1 0 2 0,1 1 12 0,-3-5 8 0,2 3 9 15,0 2-4-15,-4 5 12 0,6-10 9 16,-6 10 6-16,4-7-3 0,-4 7-3 0,2-7-4 0,-2 7-7 16,0 0-4-16,0 0 5 0,0 0 1 15,0 0 10-15,0 0-7 0,9 13 1 0,-5-9 3 0,-2 4-6 16,3-4 2-16,0 2-5 0,0 2 1 0,3 2-3 16,-3-1 5-16,1-3-4 0,2 4-9 0,2-1-19 15,-1-2-36-15,1 2-26 0,-1-4-45 0,1 3-177 16,-3-1-323-16,5-2 144 0</inkml:trace>
  <inkml:trace contextRef="#ctx0" brushRef="#br0" timeOffset="50879.87">26528 8677 171 0,'2'-8'168'0,"-2"8"-16"15,0 0-2-15,0 0-5 0,0 0-9 0,0 0-5 16,12 21-10-16,-8-16-11 0,1 5-8 0,1-1-10 16,-1 1-11-16,2 1-9 0,0-1-7 0,1-1-4 15,-1 1-11-15,1 0-19 0,0-2-34 0,-1 3-22 16,1-4-31-16,0-1-22 0,0-2-18 0,-3 1-6 16,-1 0-10-16,1-1-15 0,-5-4-80 0,9 4-223 15,-9-4 98-15</inkml:trace>
  <inkml:trace contextRef="#ctx0" brushRef="#br0" timeOffset="51054.21">26677 8796 95 0,'2'-9'28'0,"-2"-2"8"0,0 0 7 0,2-2 14 16,-2 2-4-16,0-1 3 0,0 0 6 0,2 1 18 16,-2 2 9-16,0 9 7 0,-2-15 15 0,2 10-3 15,0 5-4-15,0-12-5 0,0 12-13 0,0 0-8 16,0 0-15-16,-9-2 15 0,9 2 0 0,-15 15 0 16,1-1 2-16,-4 5 1 0,-4 2-1 0,-1 1-4 15,0-2-6-15,2 3-9 0,0-2-5 0,0 0-7 16,4-2-1-16,-1 2-10 0,5-6-23 0,-1-1-32 15,3 0-42-15,4-5-59 0,-3 1-51 0,2-1-143 0,6-3-337 16,2-6 149-16</inkml:trace>
  <inkml:trace contextRef="#ctx0" brushRef="#br0" timeOffset="51245.71">26867 8627 170 0,'8'-5'235'0,"-8"5"-19"0,4-7-20 16,-4 7-24-16,9-5-21 0,-3 3-8 0,2 0-17 15,3 2-16-15,0-2-47 0,3 2-41 0,-1 2-45 16,-2 0-36-16,2-1-37 0,-2 3-38 0,-1 1-82 16,-3-1-233-16,1-1 103 0</inkml:trace>
  <inkml:trace contextRef="#ctx0" brushRef="#br0" timeOffset="51389.36">26928 8732 171 0,'0'0'216'0,"-4"4"1"0,4-4-2 0,0 0-4 15,0 0-11-15,0 0-17 0,0 0-20 0,0 0-19 16,0 0-15-16,0 0-15 0,0 0-19 0,0 0-27 16,18 6-45-16,-7-6-54 0,7-3-71 0,4-1-75 15,0 1-130-15,4-4-332 0,-4 1 147 0</inkml:trace>
  <inkml:trace contextRef="#ctx0" brushRef="#br0" timeOffset="52413.64">27677 8306 89 0,'0'0'145'0,"-8"-2"-13"16,8 2-6-16,0 0-9 0,0 0-11 0,-6-1-6 16,6 1-3-16,0 0-7 0,0 0-6 0,0 0-3 15,0 0-1-15,0 0-14 0,0 0 9 0,0 0-11 16,-7-6-4-16,7 6-7 0,0 0-7 0,0 0-2 15,0 0-4-15,0 0-7 0,0 0 0 0,0 0-1 16,0 0-7-16,0 0-1 0,0 0 0 0,0 0-3 16,0 0-7-16,0 0 5 0,-11 7 1 0,11-7-4 15,0 0 1-15,0 0 0 0,-8 2 6 0,8-2-3 0,0 0 1 16,-6 4 6-16,6-4 1 0,0 0 5 0,0 0 3 16,0 0 4-16,0 0 0 0,-8 1 5 15,8-1-8-15,0 0 9 0,0 0-1 0,0 0 1 16,0 0-4-16,0 0 3 0,0 0-6 0,0 0-1 0,0 0 1 15,0 0 3-15,0 0-4 0,0 0 3 0,0 0-13 16,0 0 2-16,-9-5-6 0,9 5-4 0,0 0-2 16,0 0-6-16,0 0 0 0,0 0-1 15,0 0-3-15,23-6-1 0,-15 6-5 0,-8 0 2 0,22 1-2 16,-12 2 0-16,0 2-6 0,1-3 4 0,-1 3-1 16,-1 1-1-16,-1 1 0 0,2 2 1 0,-5-1-1 15,1 1-1-15,0 0 0 0,-2 2 3 16,-1 1-1-16,-3-2 1 0,0 2-2 0,0 0 5 0,-3-1-2 15,-1 0-1-15,-2 1 0 0,2-2 3 0,-6 0-3 16,-1 2 0-16,0-3 0 0,2-1 2 0,0-2-1 16,0 1 2-16,1-3-1 0,0 0 1 0,4-1 0 15,4-3 6-15,-11 5-7 0,11-5-2 0,-7 4 0 16,7-4-1-16,0 0-4 0,0 0-8 0,-7 2-4 16,7-2-3-16,0 0-11 0,0 0 0 0,0 0 0 15,0 0 1-15,0 0 10 0,16 10-1 0,-7-8 4 16,0 2 0-16,0 1 4 0,2-1 0 0,0 2 2 15,0-1-2-15,-2 2-1 0,0-2 3 0,1 1-2 16,-4 1 5-16,2 1-5 0,-3-3 1 0,-1 2 2 16,0-2 0-16,-4 3 2 0,2-2 2 0,-2-6 1 15,-2 16 1-15,-2-7 0 0,-4 0 4 0,1 0-3 16,-6 2 3-16,3-3-4 0,-5 2 6 0,3-4-1 16,-5 0 0-16,6-1-1 0,-1-1-5 0,0 0-14 15,0-1-7-15,2-1-11 0,-2 0-22 0,4 0-26 16,2-1-34-16,6-1-28 0,-13-1-43 0,13 1-124 15,-12-4-339-15,8-1 150 0</inkml:trace>
  <inkml:trace contextRef="#ctx0" brushRef="#br0" timeOffset="52736.33">28028 8413 131 0,'8'0'160'0,"-8"0"-8"0,11 5-11 0,-4 1-5 0,-1 1-12 16,-1-2-13-16,-1 2-2 0,1 2-20 15,-1 2 5-15,-3-1-8 0,1 1-5 0,-2 0-8 0,-1 0 0 16,-1 1-3-16,-7 2 0 0,7-1-5 0,-2-3-6 16,-3 0-4-16,2 0-6 0,-1-2-1 15,1 0-2-15,0-3 1 0,-1-1-2 0,6-4-5 0,-5 6 0 16,5-6-4-16,-4 8 2 0,4-8-6 15,0 0 0-15,-4 4-2 0,4-4-7 0,0 0-1 0,0 0-2 16,0 0-5-16,0 0 3 0,13 4-3 0,-2-6-4 16,5 0-17-16,3-2-22 0,2 0-29 0,10-2-23 15,-1 1-42-15,1-2-12 0,-2 1-19 0,1 2-11 16,-10 0-2-16,9 0-97 0,-11 1-285 0,0-1 127 16</inkml:trace>
  <inkml:trace contextRef="#ctx0" brushRef="#br0" timeOffset="53268.62">28414 8479 101 0,'0'-11'169'0,"0"11"3"0,-3-9 4 16,3 9-6-16,-3-7-8 0,3 7-12 0,0 0-17 0,0 0-14 15,0 0-16-15,0 0-10 0,0 0-10 0,0 0-9 16,0 0-1-16,0 0-2 0,0 0-11 0,5 23 2 16,-3-12-9-16,-2-4-5 0,2-1-5 0,-2-6-3 15,1 14-2-15,0-8-3 0,-1-6-4 0,3 10 0 16,-3-10 0-16,0 8-2 0,0-8 13 0,0 0 12 15,2 8 6-15,-2-8 9 0,0 0 10 0,0 0 9 16,0 0 3-16,0 0-5 0,0 0-12 0,0 0-9 16,0 0-6-16,0 0-6 0,0 0-6 0,-2-33-9 15,4 22-1-15,1 0-3 0,-1-1-7 0,2-5 1 16,1-1-1-16,4 4-9 0,0-1-4 0,0 0 1 16,0 4-3-16,-3 3-4 0,1-1-2 0,2 2 0 15,-4 2-6-15,4 1-2 0,-3 0 0 0,1 4 1 16,-7 0 2-16,19 0-4 0,-11 5-1 0,2-1-4 15,0 0 2-15,-1 3 0 0,-1-1 3 0,-1 0-1 16,1 1 0-16,-3 2-1 0,-1-2 3 0,0 0 2 16,0 1-3-16,-2-4 3 0,1 3-2 0,0-1 1 15,-3-6 2-15,4 8 1 0,-4-8 2 0,3 6-3 16,-3-6 5-16,0 0 2 0,0 0 1 0,2 5 3 16,-2-5-3-16,0 0-4 0,0 0-1 0,0 0 0 15,0 0-2-15,0 0 0 0,3-19-9 0,-3 19 3 16,5-16-2-16,-1 4-4 0,1 2-1 0,5 0 1 15,2-2-1-15,-1-1-2 0,2 1 4 0,-1 3-4 16,-2 3 0-16,-1-1 5 0,0 3-4 0,-3 2-1 16,3-1-1-16,-9 3 9 0,12-2-8 0,-12 2 3 15,12 5-3-15,-4-2 3 0,-3 2-1 0,3 3 6 0,-2-4-5 16,-3 1 1-16,2 3-1 0,-3-1-9 0,0 3-26 16,-1 2-24-16,-1-2-31 0,0 3-32 15,0-13-30-15,-3 22-35 0,2-11-225 0,0 0-456 16,-4-1 202-16</inkml:trace>
  <inkml:trace contextRef="#ctx0" brushRef="#br0" timeOffset="53715.64">29031 8382 194 0,'8'-1'177'0,"-8"1"-15"16,0 0-8-16,0 0-5 0,0 0-12 15,0 12-4-15,0-12-12 0,-1 11-7 0,1-11-5 0,-2 18-11 16,2-12-7-16,-2 1-10 0,2-7-8 0,-1 11-8 16,-1-5-5-16,2-6-4 0,0 8-6 0,0-8-1 15,2 9-2-15,-2-9 9 0,0 0 12 0,0 0 12 16,0 0 12-16,0 0 12 0,0 0-7 0,0 0-6 16,0 0-12-16,0 0-8 0,0 0-8 0,0 0-4 15,-8-26-7-15,7 15-4 0,-1 0-5 0,2-7-3 16,0 7-8-16,2-7 2 0,-2 0-3 0,3-2-4 15,0 1-6-15,0 2-2 0,2-2 0 0,-1 1-6 16,-1 6 20-16,-1 0-2 0,3 2 0 0,-3 1-8 16,3-1-3-16,-1 3-1 0,-1 1-5 0,0 1-4 15,-3 5-4-15,7-5-3 0,-7 5-3 0,10-4-2 16,-10 4 0-16,12 7-1 0,-6-5 3 0,2 5-5 16,1 0 7-16,0 2-6 0,-2 1 2 0,1 0 1 15,1-1 1-15,-1 2-2 0,1 2-3 0,-3-3 2 16,2 0 2-16,-3 2 2 0,0-2-3 0,0 2 1 15,2-3 3-15,-1 4-6 0,-4-2 6 0,1-2-2 16,-1 1-17-16,1-1-22 0,0 1-15 0,-2 0-23 16,1-3-33-16,0 1-35 0,-1-1-49 0,0 0-27 15,1-1-223-15,-2-6-481 0,-2 12 213 0</inkml:trace>
  <inkml:trace contextRef="#ctx0" brushRef="#br0" timeOffset="53889.39">29098 8341 165 0,'0'0'219'15,"0"0"-20"-15,0 0-18 0,0 0-18 0,0 0-15 16,0 0-16-16,11-12-10 0,5 10-27 0,2-5-33 16,2 2-45-16,12-3-46 0,0 1-50 0,0-3-52 15,-3-2-80-15,3 5-228 0,-1-3 100 0</inkml:trace>
  <inkml:trace contextRef="#ctx0" brushRef="#br0" timeOffset="66653.88">1629 4091 88 0,'-14'4'79'0,"14"-4"-8"15,-15 11-8-15,4 6 8 0,-5 5-6 0,-1 4 3 16,-2 5-10-16,-4 11-5 0,0 6 1 0,0-3 2 16,0 3-5-16,6 1-5 0,5-14-14 0,0 13 8 15,1-2-11-15,7-11 1 0,1-3 0 0,1-1-4 16,3 1-6-16,1-4 8 0,4-3-8 0,1-1 5 16,0-8 3-16,3-2-7 0,-2-4 2 0,5 0 9 15,3-2 1-15,2-2 16 0,2-6 7 16,8-3 4-16,0-3 3 0,3-5-7 0,0-4-1 15,-1-3 1-15,2-4-4 0,8-8-2 0,-13 5-2 16,12-9 1-16,-8-1 0 0,-6 8-1 0,5-13-6 0,-12 10 0 16,5-10-8-16,-9 8-1 0,1-13-2 0,-4 11-3 15,-4-12-1-15,1 10-7 0,-8-10-1 0,-1 11-8 16,-8-12 1-16,-2 3-3 0,1 11-3 0,-5 2-2 16,-3 2-4-16,-1 0-1 0,-3 9-1 15,1-2 0-15,-4 6 2 0,2 4-9 0,-2 5 1 16,3 5 0-16,-6 4-4 0,-4 6 4 0,0 6-4 15,4 4 1-15,-14 10 2 0,7 5-3 0,3 5 5 16,0 1-12-16,8 1 11 0,8-8 4 0,3 1-5 16,4 0 1-16,2-1-5 0,7 1 1 0,4 2 3 15,3-3-2-15,1 0 0 0,9-1 0 0,-4-3-4 16,8 2 5-16,2-1-8 0,-2-4-4 0,2 0-11 16,2-5-10-16,-2 1-10 0,3-2-5 0,-4 0-20 15,1-2-7-15,0 0-30 0,-8-5-7 0,-1 0-7 16,3 2-80-16,-5-2-227 0,-1-1 101 0</inkml:trace>
  <inkml:trace contextRef="#ctx0" brushRef="#br0" timeOffset="66945.38">1615 4932 67 0,'0'0'116'0,"0"0"-7"0,0 0-14 15,0 0-8-15,37-17-9 0,-14 7-28 0,7 1-17 16,3-4-43-16,5 0-46 0,11-7-40 0,2 0-102 16,-4 0 46-16</inkml:trace>
  <inkml:trace contextRef="#ctx0" brushRef="#br0" timeOffset="67450.32">3049 4156 186 0,'1'-11'199'0,"0"0"-10"0,-1 0-6 0,0 2-11 0,0 9-10 16,2-13-17-16,-2 13-13 0,0-6-19 15,0 6-13-15,0 0-16 0,0 0-12 0,0 0-8 16,0 0-5-16,0 0-2 0,0 39-9 0,0-9-2 16,-2 4-2-16,-1 14-9 0,0-12 3 0,0 13-3 15,1-4-4-15,-3 3-3 0,1-13-4 0,3-2-2 16,-1 2 0-16,1-3-3 0,1-3-28 0,1 1-7 15,-1-2-22-15,0-3-19 0,2-7-15 16,-1 7-28-16,-1-8-26 0,1-3-11 0,2-3-12 0,-2-1-11 16,-1-10-82-16,0 17-260 0,0-17 116 0</inkml:trace>
  <inkml:trace contextRef="#ctx0" brushRef="#br0" timeOffset="67720.27">3032 4182 73 0,'22'-7'107'15,"6"6"-7"-15,0 4-6 0,2 2-24 0,-1 5 15 16,0 3-8-16,-2 1-8 0,-1 4-6 0,-4 0-7 16,2 2-4-16,-6 6-1 0,-3-2-5 0,-5 2-5 15,-2 1-3-15,-7-1 4 0,-2 3-8 0,-7-1-1 0,-2 0-4 16,-5-2-4-16,-6 1 5 0,0-3-8 0,-6-2 5 15,-4-1-10-15,2 0 2 0,-6-4-4 16,1-1-4-16,-1-2-8 0,2-2-11 0,-2-3-6 16,2 2-15-16,2-6-17 0,3 0-14 0,8-1-17 15,3-3-18-15,2 0-72 0,5 2-181 0,10-3 81 16</inkml:trace>
  <inkml:trace contextRef="#ctx0" brushRef="#br0" timeOffset="68031.98">3301 4706 132 0,'33'-14'130'0,"0"-1"-10"16,0 1-4-16,2-4-13 0,-2 1-12 0,-1 2 0 16,-1-1-11-16,-1 1-1 0,-5-1-7 0,-1-3-1 15,-6 8-7-15,-2-2-4 0,0-2-7 16,-5 2-6-16,1-1 2 0,-3 0 3 0,-3 2-3 15,-2 2 6-15,-1-1 0 0,-2 1-2 0,-1 10 0 16,-4-19 3-16,4 19 4 0,-7-12-11 0,1 6-3 16,6 6-10-16,-14-8 5 0,14 8-22 0,-17 0 6 0,17 0-1 15,-26 10-3-15,9-1-7 0,2 2 2 16,-1 1-5-16,2 3 0 0,3 1-1 0,-1 1-1 16,2 5-1-16,4-4 3 0,3 0-11 0,3 1-6 15,3-2-29-15,2-1-15 0,4 0-42 0,2-2-26 16,6-2-44-16,4-5-119 0,8 3-302 0,1-6 134 15</inkml:trace>
  <inkml:trace contextRef="#ctx0" brushRef="#br0" timeOffset="68266.23">4046 4323 1436 0,'2'-31'33'0,"-2"2"15"15,-2 2 20-15,0 0-24 0,0 7 5 0,-2 5 4 16,3 3 12-16,-2 2 11 0,1 0 5 0,2 10 2 15,-6-13-11-15,6 13-12 0,-2-9-8 0,2 9-11 16,0 0-4-16,0 0-3 0,0 0-4 0,-3 33-4 16,5-8 2-16,-1 5-9 0,-2 3 2 0,1 0-2 15,1 13 3-15,-1-13-8 0,0-1 1 16,1 4-5-16,-3-4-4 0,3 1-20 0,-1 1-18 0,0-1-29 16,-1-3-33-16,-1 2-17 0,2-7-38 15,-3 3-57-15,-4-1-107 0,2-8-339 0,0-2 151 16</inkml:trace>
  <inkml:trace contextRef="#ctx0" brushRef="#br0" timeOffset="68431.17">3965 4359 93 0,'0'0'109'15,"18"-3"-30"-15,-3 0-30 0,5 3-41 0,10 3-65 16,-9 0-61-16,6 4 27 0</inkml:trace>
  <inkml:trace contextRef="#ctx0" brushRef="#br0" timeOffset="68918.73">4258 4663 117 0,'16'-7'207'0,"-9"-2"-19"0,-1 1-6 0,4-1-11 16,2-5-11-16,0-1-13 0,1-1-11 0,4-3-14 16,2 0-13-16,-1 0-10 0,-4 4-9 0,-1 0-10 15,1-1-8-15,0-6-9 0,-1 8-4 0,-5-1-13 16,2-1-8-16,-4 2-9 0,-1-2-2 0,-2 7-7 16,-2-1-3-16,-2 3-3 0,1 7-5 0,-4-12 2 15,-2 7-13-15,-1 2-1 0,0 1-1 0,7 2 4 16,-27 4-4-16,13 2 3 0,-5 3-3 0,1 3-1 15,-3 3 4-15,2 3-3 0,1 0 1 0,1 3-3 16,7-6 0-16,0 0 3 0,5 1-2 0,-1 1 0 16,3 1 4-16,0-2-4 0,6 0 8 0,0 1 2 15,-1-5-5-15,7 3-3 0,2-3 9 16,2-1-6-16,0-6 4 0,4 3 2 0,1-4-2 16,0-2-1-16,2 0 2 0,0-3 0 0,2-1-1 0,-1-2 4 15,0 1-4-15,-1-5-2 0,-1 0 0 0,-3-3 7 16,0 0 0-16,-2 0-4 0,-2-3-2 0,0 1 3 15,-1 0-3-15,-3-4 0 0,0 2-3 0,0 0-2 16,0 1 4-16,-3 2-5 0,1-1 3 16,-3 3-1-16,1 4 2 0,-1-1-3 0,-1 2-1 0,-2 5-9 15,4-7 3-15,-4 7 0 0,0 0 12 16,0 0-11-16,0 0 0 0,0 0-1 0,12 13 1 0,-11-5 2 16,2 3 4-16,-1 1 1 0,2 2-1 15,-1 2 4-15,2 0-2 0,0 1-14 0,-3 1-18 16,2 0-35-16,2-2-36 0,0-1-47 0,-1 0-24 15,-1-4-98-15,3 5-295 0,-4-7 131 0</inkml:trace>
  <inkml:trace contextRef="#ctx0" brushRef="#br0" timeOffset="69459.73">4810 4524 79 0,'0'0'106'0,"0"0"-7"15,0 0 5-15,0 0 7 0,0 0-1 0,0 0 0 16,0 0-12-16,11 26 0 0,-8-15-9 0,-1-2 2 16,0 1-4-16,-2-10 5 0,2 19-10 0,-2-19-5 15,0 10-6-15,0-10 7 0,0 0 8 0,0 12 12 16,0-8 13-16,0-4 13 0,0 0 10 0,0 0-11 16,0 0-11-16,0 0-9 0,0 0-19 0,0 0 0 15,0 0-11-15,0 0-7 0,-16-23-7 0,15 10-5 16,-2 2-4-16,2-1-9 0,3-1-1 0,0-3-4 15,0-1-7-15,2 2-10 0,3-1 0 0,-1 4-7 16,1-4-5-16,4 5-5 0,-1 3-3 0,0 0-6 16,-1 5-3-16,2-1-3 0,1 2-1 0,1 2-1 15,-1 4 5-15,0 1-2 0,1 2 2 0,1 5-2 16,-3 0 4-16,0 0-3 0,-2 2 2 0,-3 1 4 16,1-1 1-16,-3-2-2 0,0 0 1 0,0-3 2 15,-3-1 2-15,1 1 2 0,-2-9-4 0,2 12 6 16,-2-12 4-16,2 10 3 0,-2-10-2 0,0 0 3 15,0 0-2-15,0 0 4 0,-10 7 2 0,10-7 1 16,0 0-1-16,0 0-4 0,0 0 0 0,0 0-4 16,-9-26 0-16,9 26-1 0,4-18-2 0,0 6-12 15,0 0-7-15,3-4 0 0,3 3-4 0,2-3-3 16,4 3-5-16,0 0-2 0,1 1-1 0,-2 4 3 16,3 1 0-16,-5 3 0 0,-1 3 3 15,0 1-2-15,-1 0 1 0,0 3-1 0,-2 2 2 16,1 2 6-16,-3 3 3 0,1-2-1 0,3 5 5 15,-6-2 4-15,0 6-1 0,1 0-5 0,-2-2-17 0,-1-3-14 16,-2 3-18-16,2-4-33 0,0-1-35 0,-1 0-24 16,-2-10-25-16,5 16-13 0,-3-10-108 0,1-2-325 15,-3-4 144-15</inkml:trace>
  <inkml:trace contextRef="#ctx0" brushRef="#br0" timeOffset="69625.92">5357 4510 115 0,'1'-12'135'0,"3"-1"6"0,-3 1 0 0,1 3 17 15,-2-2 14-15,0 5 2 0,0 6-6 0,0-10-17 16,0 10-13-16,0-8-16 0,0 8-19 16,0 0-12-16,0 0-6 0,0 0-13 0,0 0-4 15,0 0-5-15,0 0-9 0,5 31-4 0,-3-19-5 16,1 1-22-16,-2 5-36 0,3 2-51 0,0-2-73 16,-2 0-65-16,-2-3-108 0,2-2-334 0,0-2 148 15</inkml:trace>
  <inkml:trace contextRef="#ctx0" brushRef="#br0" timeOffset="70182.31">5707 4587 78 0,'0'0'240'0,"0"0"-3"0,-15-21 2 0,12 16-9 15,3 5-22-15,-5-12-17 0,4 5-20 0,-3 1-17 16,4 6-21-16,1-13-15 0,7 4-17 0,-3 2-19 16,4 0-18-16,-1-1-11 0,2 4-22 0,1 0-8 15,1 2-2-15,2 2-5 0,0 1-5 0,3 2 0 16,-2 3-7-16,-2 0 4 0,2 2-3 0,-2-1 3 16,-4 0-1-16,1 1-2 0,0 0 1 0,0 0-1 15,1 1 0-15,0-2 2 0,2 1-4 0,0-3 6 16,-2-1-4-16,2-3 0 0,5-2 3 0,-5-2-4 15,5-1 3-15,-3-3-2 0,4 0 2 0,0 0-3 16,-5 0 1-16,2-4 2 0,-2 1-1 0,1-2 3 16,-5 5-1-16,3-7 6 0,-4 4 1 0,0-3-1 15,-1-2 3-15,-4 3 5 0,-1-1 1 0,1 2 0 16,-3-2-1-16,-1 3 1 0,-3 1 13 0,3 9 9 16,-3-13-6-16,1 8-4 0,2 5-8 0,-11-5-5 15,3 5-7-15,8 0 0 0,-29 9 1 0,13-2-3 16,-1 6-3-16,2 0-5 0,0 1-29 0,3 2-33 15,3 3-32-15,2-3-56 0,7 2-58 0,4-1-214 16,4 2-450-16,8-5 199 0</inkml:trace>
  <inkml:trace contextRef="#ctx0" brushRef="#br0" timeOffset="70584.12">6890 4291 143 0,'3'-6'256'0,"-2"1"-22"16,-1 5-24-16,4-7-26 0,-4 7-18 0,3-7-25 16,-3 7-14-16,0 0-12 0,0 0-11 0,2 26-8 0,-2-7-11 15,0 9-4-15,-1 3-10 0,-2 0-2 16,0-1-6-16,0 4-7 0,0-1-5 0,0 3-5 15,1-6 0-15,1 1-9 0,1-2-1 0,-4-1-19 16,3-4-22-16,2 1-19 0,-2-8-30 0,0-1-37 16,2 0-32-16,-2-5-61 0,-3 0-142 0,-1-2-353 15,5-9 157-15</inkml:trace>
  <inkml:trace contextRef="#ctx0" brushRef="#br0" timeOffset="71133.97">6867 4428 22 0,'17'-11'134'0,"0"1"-6"0,1-1 10 15,-4 0-3-15,1 2 0 0,-2-1 2 0,-4 3-20 16,1-2-9-16,0 0-13 0,-2 1-13 0,2-1 13 16,-4 1-12-16,1-1-6 0,-2 1-7 0,0 0-6 15,-1 2-2-15,1 0 1 0,-3 1-9 0,-2 5-6 16,4-8-6-16,-4 8-8 0,0 0-9 0,4-5-3 15,-4 5-6-15,0 0 0 0,0 0-3 16,4 18-3-16,-4-8 3 0,-1 6 7 0,0 3-8 16,-2 7-3-16,-1-2 1 0,1 0-2 0,0-4 2 0,-1 5-2 15,-1-4-3-15,1 1 3 0,1 3-3 0,2-8 1 16,0-1 2-16,0-3-1 0,1-1-3 0,0-12-3 16,0 14 0-16,0-14 1 0,1 14-2 0,-1-14 2 15,0 0-7-15,1 9 11 0,-1-9-3 16,0 0 2-16,0 0-6 0,8 7 6 0,-8-7-2 15,0 0 2-15,20-8-4 0,-20 8 1 0,22-3-1 16,-12 3-7-16,-10 0 5 0,24 0-1 0,-13 2 2 16,-1 0 0-16,1 2-4 0,0 0 2 0,1-2 4 0,1 2 0 15,-1 0 1-15,2 0 1 0,-3 0 0 0,5-1 3 16,-4-1-3-16,9-2 2 0,-1-3 2 16,2 0-4-16,5-4 0 0,0-1 1 0,-2-6-2 15,3-3-1-15,-3 4-1 0,-9 1 4 0,6-4-1 16,-9 3-3-16,3-1 0 0,-5-2 4 0,-2 0-3 15,-2 0-2-15,1 0 0 0,-3 1 4 0,-4 4-2 16,1-5-4-16,-4 3 1 0,0 6 4 0,-2-3-2 0,4 10-1 16,-12-12-3-16,7 9-2 0,5 3-2 15,-18 0-1-15,6 5 3 0,-3 5 4 0,-5 5-10 16,1 6 8-16,-2-1 1 0,6 4-4 0,1 1-19 16,1 4-36-16,7-1-61 0,1-5-64 0,0 3-117 15,9-9-327-15,1-5 146 0</inkml:trace>
  <inkml:trace contextRef="#ctx0" brushRef="#br0" timeOffset="71740.17">8345 4705 111 0,'5'-18'183'0,"1"1"7"0,3-1-4 15,-4 0-10-15,-2-6-23 0,3-1-9 16,-2 1-18-16,-1 4-11 0,-1-7-7 0,-2 2-14 0,3 1-4 16,-6 4-7-16,3-4-7 0,-3-1-12 0,1 7-1 15,0 0-6-15,-1 1-4 0,-2 4-3 0,0 0-10 16,1 2-3-16,-4 3-6 0,5 2 0 0,-1 1-6 15,-1 0-4-15,5 5-6 0,-8-7-3 16,8 7 4-16,-15 2-8 0,6 3-1 0,0 2 1 0,-1 1-3 16,-2 5-2-16,4-3 0 0,1 2 0 0,4-2-6 15,1 3-2-15,2-2 1 0,2 0 5 0,3 0-3 16,7-3 3-16,4 2-4 0,5-2 1 0,8-1 4 16,3-1-1-16,3-4-8 0,-5 0 6 0,4-2 3 15,-6-2-3-15,-7 2-2 0,0 2-3 0,-5-2 2 16,-3 0 2-16,1 0-4 0,-5 0 1 0,-1 2-3 15,-8-2-1-15,13 1 0 0,-8 3 1 0,0 1 0 16,0 0-1-16,0 0-1 0,-2 6 6 0,0-1 4 16,1 1-3-16,0 2 2 0,-3 2-3 0,3 0-11 15,-2-1-19-15,1 0-16 0,5 2-25 16,-2-3-39-16,3 3-29 0,-2-6-34 0,0 0-100 16,2 0-300-16,2-3 134 0</inkml:trace>
  <inkml:trace contextRef="#ctx0" brushRef="#br0" timeOffset="72086.75">8997 4349 113 0,'-11'-4'139'0,"1"2"-16"0,-1 4-11 16,-3 5 3-16,-4 1-19 0,-1 3-6 0,-1 6-5 0,-1 1-1 15,3 4-8-15,0-2-6 0,8-5-6 0,0 1-6 16,3 0-8-16,3-1 1 0,3 2-6 15,1-6-2-15,4 0-7 0,0 0-2 0,3-3-3 16,1 1-7-16,1-3-4 0,2-4-1 0,1 1-7 16,-2-3 0-16,-10 0-4 0,26-6 1 0,-15 2-5 15,1-1 4-15,-3-2 1 0,-2-2 1 0,1-1-5 0,0 1 1 16,-5-2-3-16,1 1-1 0,1-5 6 16,-2 4-4-16,0-1 1 0,-1 3 2 0,-1 0 16 0,-1 3 1 15,0 6-5-15,3-9-2 0,-3 9-4 16,0-8-6-16,0 8 3 0,0 0-4 0,0 0-7 15,0 0 5-15,0 0-3 0,9 18 2 0,-8-8-6 0,2 2 8 16,-1 3 1-16,1 2-6 0,2 0-35 0,3-1-36 16,-1 0-34-16,2-1-36 0,-2 0-105 15,-2-2-266-15,2-2 118 0</inkml:trace>
  <inkml:trace contextRef="#ctx0" brushRef="#br0" timeOffset="72445.89">9164 4483 78 0,'-4'-10'123'15,"4"10"-7"-15,0 0-5 0,0 0-4 0,0 0-1 16,0 0-23-16,10 42-1 0,-7-26-10 0,0 0 1 16,-2 1-2-16,0-4-10 0,0-2-1 0,-1 2-7 15,3-3-6-15,-2 0 2 0,-1-10-5 0,3 12-3 16,-3-12 3-16,0 0 10 0,0 12 22 0,0-12 23 15,1 5-1-15,-1-5-2 0,0 0-13 0,0 0-6 16,0 0-12-16,0 0-3 0,-13-25-3 0,13 25-7 16,-2-16-8-16,2 5-3 0,1-2-6 0,0 2-2 15,1-4-5-15,3-2-4 0,4 0-7 0,2 0-1 16,2 1-5-16,2 1-2 0,1 4-6 0,-1 0 3 16,-4 6-7-16,0 0 1 0,0 2-5 0,-1 2-1 15,4 2 2-15,-5 2-10 0,2 2 7 0,0 0 1 16,-2 4 2-16,-1 0-1 0,2 4 0 0,-1 2 5 15,-1 1-1-15,-2 1-4 0,-2 2-21 0,0-2-32 16,1 4-28-16,-2-4-53 0,1 0-39 0,-2 4-149 16,-1-10-353-16,-1 1 156 0</inkml:trace>
  <inkml:trace contextRef="#ctx0" brushRef="#br0" timeOffset="73123.66">9738 4411 104 0,'0'0'219'0,"-8"-9"-16"0,3 5-24 0,-1 2-23 15,6 2-15-15,-18 4-17 0,6 1-12 0,-4 4-13 16,0 2-3-16,-5 6-11 0,0 0-12 0,6-2-4 16,2 0-9-16,2 1-4 0,0-2-7 15,5-2-11-15,0 3-15 0,3-5-11 0,2 0-18 16,1 1-6-16,1-6-7 0,2 1-7 0,-3-6 7 0,0 0-6 15,9 11 4-15,-9-11-4 0,12-1 3 0,-12 1 7 16,0 0-4-16,18-11 5 0,-10 6 4 0,-3-3-1 16,-1 0 8-16,2-1-8 0,-2-2 11 0,0 2 12 15,0-1 8-15,-2 0-4 0,2 0 1 0,0 1-2 16,-3 2 16-16,-1 7-1 0,3-13-7 0,-2 8-4 16,-1 5 2-16,3-7-4 0,-3 7-7 0,0 0 2 15,0 0-9-15,0 0-1 0,0 0-4 0,15 16 0 16,-9-2 7-16,1 10 3 0,-1 2 1 0,2 3 5 15,-4 4 3-15,-2 1 11 0,1 2-6 0,-2 11 3 16,-2 2 4-16,-1-2-1 0,1 0-2 16,-3 1-1-16,-3-3 0 0,2-8 0 0,-3-2-4 15,3 1-1-15,-3-3 1 0,1-1 0 0,0-5-2 0,-1-2-1 16,1 2 1-16,-2-9 0 0,0 0-2 0,0-3-1 16,-4 2-2-16,2-3-1 0,-3-5 3 0,-2-1-1 15,5-5-7-15,-3-1 3 0,2-4-18 0,-3-1 0 16,-1-5-1-16,0-1-1 0,2-7-8 15,-4-4-9-15,6-2 1 0,1-2 5 0,6-6-7 16,4 0 6-16,4-2-1 0,4-3 2 0,12-8 4 0,1 0-4 16,1 12 3-16,11-13-1 0,-2 4 5 0,4 4-1 15,1 1 4-15,1 2 0 0,0-2 9 16,-8 10-3-16,9-11 4 0,-1 6-3 0,-10 6 2 16,-1 1 3-16,-3 0 12 0,0 1-1 0,-3 0-2 15,-2 2 6-15,-4 4 2 0,-2 2 8 0,-1 0-2 0,-1 0 0 16,-4-1-5-16,-1 4 1 0,-2 1 7 0,2 0 1 15,-4 0-4-15,0 3 1 0,0 7 2 16,-2-11-3-16,2 11-7 0,-5-6-8 0,5 6 0 0,-12 2 1 16,12-2-4-16,-23 16-2 0,9-3 2 15,1 4-2-15,3-2-9 0,2 2-18 0,1-1-21 16,4 3-20-16,3 7-20 0,6-9-45 0,6-1-30 0,8 2-43 16,1-1-104-16,11-4-331 0,5-4 147 0</inkml:trace>
  <inkml:trace contextRef="#ctx0" brushRef="#br0" timeOffset="73727.62">10639 4361 80 0,'0'0'224'0,"-6"-6"-22"0,6 6-19 0,-12-2-20 15,12 2-19-15,-19 4-11 0,9 3-12 0,-1 0-9 16,-4 7-13-16,2-1-11 0,1 3-10 0,3 1-7 15,3-1-7-15,0 0-2 0,5-4-10 0,-2 5-8 16,6-3 1-16,-1 0-4 0,3-3-6 0,2-1 2 16,-1-2-1-16,4-1-5 0,-1-2-3 0,0 0-2 15,0-1-4-15,4-2-2 0,-5-1-5 0,-1-1 1 16,4-4-1-16,-5 1-10 0,0 0-4 0,1-5-2 16,-2-1-9-16,1 1 2 0,-1-3 3 0,-2-1-3 15,-2-5-3-15,-1 2 0 0,-1-2 1 0,-2 1 3 16,-1-3-4-16,-3 0 7 0,2 2-3 0,-3-1 0 15,0 2 6-15,3 7 8 0,-1-1 4 0,3 2 0 16,0 4 0-16,0-3-2 0,3 7 2 0,-4-9-6 16,4 9-4-16,-5-5-4 0,5 5-6 0,0 0-1 15,0 0 3-15,0 0-2 0,0 0 2 0,0 0 2 16,27 2 4-16,-9-2-6 0,10-1 3 0,0 0-2 16,3-2-1-16,2-1 0 0,-5-2-3 0,3-2 6 15,-2 2-6-15,-2-4 6 0,-2-1-2 0,-5 3 2 16,-1-3 2-16,4-4-5 0,-10 1 3 0,1-1 0 15,-3 1 11-15,-3-1-14 0,2-1 9 0,-6-3 3 16,0 4 6-16,-2 2 4 0,-2 2-7 0,2-1 14 16,-2 3 7-16,0 1 8 0,0 8 0 0,1-10-8 15,-1 10-7-15,0 0-9 0,0 0-2 0,-5-5 0 16,5 5-2-16,-9 20-3 0,-1 5 0 0,-5 4 3 16,4 6 0-16,-2 10-2 0,-2 3 3 0,6-2-1 15,-4 1-3-15,3 0 4 0,-2 5-3 0,9-5 6 16,-5 4-5-16,5-2 1 0,2-3-3 0,-1 1 1 15,2-1 0-15,3-12 4 0,-3 1-2 0,0-1 5 16,5 0-6-16,1 0 2 0,-3-3-4 0,3 0-1 16,-1-3-17-16,2-2-25 0,-3-2-22 0,-1-6-31 15,1-1-45-15,-2-5-37 0,-1-1-28 0,-2-1-112 16,1-10-337-16,0 0 149 0</inkml:trace>
  <inkml:trace contextRef="#ctx0" brushRef="#br0" timeOffset="73887.45">10842 4655 164 0,'5'-5'173'0,"3"-3"-17"16,3 3-12-16,6-2-18 0,10-3-16 0,4 5-12 16,4-1-25-16,16-8-64 0,3 4-49 0,1 2-130 15,-2-6-182-15,-4 0 81 0</inkml:trace>
  <inkml:trace contextRef="#ctx0" brushRef="#br0" timeOffset="76146.42">12192 4282 174 0,'-2'-10'183'15,"-2"-1"-15"-15,3 3-9 0,1 8-14 0,-4-9-17 16,-1 4-16-16,5 5-16 0,0 0-13 0,-2-7-11 15,2 7-6-15,0 0-6 0,-5 18-6 0,3 0-7 16,0 10 0-16,0 3 1 0,-3 2-8 0,1 13-3 16,-3 1-7-16,4-11 1 0,1-2-2 0,-2-2-5 15,0 1 3-15,2 0-8 0,0-3 4 0,2-2-5 16,-1-2-1-16,2-6-3 0,-2 5-9 0,1-6-24 16,0-3-17-16,-4 1-30 0,4-5-18 0,0-1-17 15,-2-2-18-15,-1-1-27 0,-1 0-86 0,1-2-249 16,-3-3 111-16</inkml:trace>
  <inkml:trace contextRef="#ctx0" brushRef="#br0" timeOffset="76479.35">12205 4251 71 0,'17'-5'97'0,"2"2"-21"0,-5 3 17 15,-1 1-10-15,1 2-11 0,-3 3-11 0,1 2-2 16,-3 4-4-16,-1-2-10 0,-2 2 2 0,3 2-2 16,-5 1-11-16,0 2-2 0,-4 1 0 15,-4 0 2-15,-4 0-8 0,0 1 12 0,-5 1-8 0,-2 1-4 16,0-6-9-16,-4 4 7 0,3-7-1 0,-1 0 20 16,0-1-18-16,1-4-1 0,2 1 7 0,2-3 4 15,4 1 5-15,-1-3-7 0,2-1 10 0,7-2-5 16,-9 5-1-16,5-2-9 0,4-3-2 15,0 0-2-15,-5 3-9 0,5-3-1 0,0 0-2 16,0 0-3-16,0 0 2 0,13 16 0 0,-3-11 0 0,5 1-3 16,4 3-5-16,2-3-15 0,5 1-24 0,0 1-25 15,4 0-30-15,-3 0-16 0,-2 3-24 0,-4-5-70 16,-2 2-217-16,1-2 96 0</inkml:trace>
  <inkml:trace contextRef="#ctx0" brushRef="#br0" timeOffset="76724.62">12594 4564 63 0,'0'-11'168'0,"0"11"-17"15,0 0-10-15,0 0-25 0,0 0-15 0,0 0-11 16,0 0-6-16,0 0-14 0,0 0 5 0,2 32-8 16,-2-13 1-16,1 8-7 0,-4-1 0 0,3 4 0 15,-4-2-11-15,0-1-2 0,2-6-4 0,1-1-1 16,-2-1-6-16,3-2-3 0,3 0-1 0,-6-4-7 15,3-3 4-15,4 1-7 0,-2 1 0 0,2-5-2 16,2 3 3-16,1-4-10 0,-1 2 3 0,4-3 3 16,-1 0-11-16,7-3-14 0,-1 1-31 0,14-6-31 15,1-1-18-15,3-4-48 0,3-1-126 0,0 0-278 16,11-8 123-16</inkml:trace>
  <inkml:trace contextRef="#ctx0" brushRef="#br0" timeOffset="77125.77">13625 4412 11 0,'0'0'178'0,"-1"-12"-8"0,1 12-3 0,-6-9-4 0,2 3-13 16,-5 4-19-16,-1 1-14 0,0 0-11 16,-1 3-5-16,-6 4-16 0,0 3-11 0,-4 4-6 15,-1 3-2-15,7-1-7 0,-4 7-10 0,2-2 1 16,5-4-8-16,-1 5-8 0,6-3 0 0,0-4 0 15,5 3-4-15,2-2 2 0,0-2-7 0,4-1-4 16,1-1 0-16,2 0-4 0,-1-2-1 0,5-1-3 16,-1-1 0-16,-4-4-3 0,7 2 3 0,-3-3 1 15,-10-2-2-15,22-2-1 0,-12-2 0 0,1 1 0 16,-1-3-2-16,0-2-2 0,-1 2 0 0,2-7-2 16,1 2 0-16,-6-4 1 0,1 0 5 0,-1 1-7 15,-2-2 7-15,2 1 0 0,-4 4-2 0,0-1-1 16,2 2 8-16,-4 3 5 0,0 7 6 0,0-13-7 15,0 13-4-15,2-7-5 0,-2 7-2 0,3-5-5 16,-3 5 1-16,0 0 1 0,0 0-5 0,0 0 2 16,2 23-1-16,0-12 2 0,-2 2 1 0,2 3-1 15,2 3 3-15,-1-4-4 0,2 0-7 0,0 2-19 16,1-1-27-16,1-2-25 0,1 0-33 0,0-1-31 16,5-1-40-16,-4-2-128 0,0-2-332 0,0-2 148 15</inkml:trace>
  <inkml:trace contextRef="#ctx0" brushRef="#br0" timeOffset="77455.64">13836 4488 32 0,'0'0'164'0,"0"0"-17"0,2-9-17 16,-2 9-12-16,0 0-11 0,0 0-7 0,0 0-6 0,0 0-8 15,0 0-6-15,0 24 8 0,0-24-4 0,0 17-7 16,0-7-9-16,0-3-6 0,0 0-1 0,2-1-5 15,-2-6-11-15,0 11-1 0,0-11-4 0,0 9 3 16,0-9-2-16,4 7-2 0,-4-7 15 0,0 0 5 16,0 0-5-16,0 0-1 0,0 0-8 0,0 0 0 15,0 0-10-15,0 0 1 0,6-24-4 0,-2 15-3 16,1-3-5-16,3-1-7 0,2 0 3 0,-1-2-4 16,2 1-1-16,3 1-4 0,-1-1-1 0,-5 6-4 15,2 0-2-15,-1 2-3 0,-1 1-5 16,2 1 5-16,-1 3 1 0,4 2-8 0,-3 1 4 0,-2 4-4 15,-1 1 2-15,2 0 0 0,-2 2-8 0,2 6-13 16,-3 1-12-16,1 1-32 0,-3-2-42 0,2 3-25 16,-2 0-36-16,0 7-127 0,-2-8-321 0,3 0 142 15</inkml:trace>
  <inkml:trace contextRef="#ctx0" brushRef="#br0" timeOffset="77891.78">14463 4398 6 0,'-7'-7'208'0,"-2"-1"-11"15,4 2-14-15,-3 2-17 0,-1 0-18 0,-1 1-17 16,-1 3-12-16,11 0-19 0,-22 5-7 0,13 1-6 16,-9 4-12-16,5 3-3 0,-3-1-12 0,3 3-5 15,3 0-8-15,-3 3 0 0,8-4-5 0,-1 3-9 0,1 0 4 16,4 0-6-16,2-1 1 0,2 0-7 15,6-1-1-15,-5-5-2 0,2 1-7 0,1-3 0 16,1-1-8-16,2-2-9 0,-1-2 6 0,1-1-4 16,1 1 1-16,-11-3-4 0,22-10 6 0,-13 1 4 15,0 2-3-15,4-6-1 0,-4-3 3 0,0-6 0 16,-1 3 2-16,-2-5 1 0,-1-3 0 0,-4 1 3 16,0-3-2-16,-2-1-2 0,1 0 3 0,-1 2 3 15,-2-5-4-15,-1 1 12 0,-2 0-3 0,0 4 4 16,2 3 5-16,1-3 0 0,2 9-2 0,-2 5 15 15,1 4 5-15,-2 1 6 0,4 3-18 0,0 6-5 16,-3-10-11-16,3 10-7 0,0 0 0 0,0 0-1 16,0 0-4-16,-5 29 1 0,5-2 1 0,3 2-1 15,-8 2-1-15,1 2 3 0,6-1-1 0,-4 4 1 16,2-4-4-16,2 3 5 0,-2 0-3 0,2-5-7 16,4 5-34-16,-3-2-27 0,2-1-35 0,2-2-61 15,4-3-44-15,-4 0-154 0,2-8-384 0,3-5 169 16</inkml:trace>
  <inkml:trace contextRef="#ctx0" brushRef="#br0" timeOffset="78113.64">15179 4157 169 0,'0'0'219'0,"0"0"-31"16,-1-7-14-16,1 7-14 0,0 0-18 0,8-8-16 16,6 3-11-16,2 1-12 0,6-1-9 0,5-2-14 15,4 1-21-15,-1 3-38 0,-1-2-27 0,1 0-45 16,-2 1-37-16,-8 4-34 0,1-3-109 0,-9 3-249 16,0 0 110-16</inkml:trace>
  <inkml:trace contextRef="#ctx0" brushRef="#br0" timeOffset="78454.13">15337 4117 90 0,'0'0'114'0,"-4"8"-11"0,1 0 1 16,1 1-2-16,-2 5 8 0,-1 3-7 0,0 1-8 16,3 0-4-16,-2 3-6 0,1-2-4 0,1 5-5 15,0-5-11-15,-1-1 0 0,1 0-9 0,-1 0-3 16,2 0-4-16,-2-3-5 0,3 1-6 0,-1-4-3 15,1 0-1-15,0-2-3 0,0-10-9 0,0 16 1 16,0-16 0-16,-2 12-7 0,2-12-13 0,-3 13 2 16,3-13-1-16,-7 9-10 0,2-4-2 0,5-5-6 15,-12 5 9-15,12-5-6 0,-13 2-2 0,13-2 5 16,0 0 5-16,-19-3-1 0,19 3-1 0,0 0 15 16,-14-4-1-16,14 4 4 0,0 0-2 0,0 0 1 15,-13 1-10-15,13-1 6 0,0 0-6 0,0 0-1 16,0 0-2-16,0 0-1 0,0 0 5 0,0 0-1 15,0 0 6-15,0 0-7 0,28 21 2 0,-9-19 3 16,3 0-7-16,7 1-23 0,4-3-30 0,2 0-48 16,5-3-41-16,-3-1-92 0,0-1-254 0,-4-4 112 15</inkml:trace>
  <inkml:trace contextRef="#ctx0" brushRef="#br0" timeOffset="78772.31">15780 4271 178 0,'0'-8'221'0,"0"8"-11"0,0 0-14 16,0 0-24-16,0 0-15 0,0-10-20 0,0 10-20 15,0 0-13-15,0 0-9 0,0 0-8 0,0 0-9 16,3 26-8-16,0-14-3 0,-3 2 0 0,-1 2-13 16,1 3 0-16,1-3-8 0,-1-1-1 0,0 2-3 15,0-1-3-15,3-5 5 0,-2 5-8 0,-1-2-4 16,0-3-6-16,0 5 1 0,1-4-1 0,-1 0-4 15,-1-1 1-15,2 0-4 0,-1-4-4 0,2 0 0 16,-2-7-1-16,0 12 6 0,0-12-8 0,0 9 2 16,0-9-4-16,0 7 2 0,0-7-1 0,0 0 1 15,0 0 0-15,5 6 2 0,-5-6 1 0,10 0 1 16,3 2-2-16,5-4 1 0,5-1 4 0,6-1-8 16,3-6-18-16,0 2-27 0,1-1-32 0,4 0-52 15,0-1-37-15,-1-2-37 0,-3 2-170 0,-3-2-392 16,-1-1 173-16</inkml:trace>
  <inkml:trace contextRef="#ctx0" brushRef="#br0" timeOffset="78948.1">16552 4428 214 0,'6'6'256'0,"-6"-6"-10"0,0 0-16 0,0 0-23 15,0 0-22-15,0 0-14 0,0 0-39 0,0 0-44 16,0 0-55-16,0 0-64 0,4 3-65 0,-4-3-177 16,0 0-295-16,0 0 130 0</inkml:trace>
  <inkml:trace contextRef="#ctx0" brushRef="#br0" timeOffset="83156.42">3937 5459 65 0,'-1'-8'147'0,"-2"-1"-8"0,3-2 8 0,0 3-4 16,-1-1-11-16,1 9 1 0,0-12-15 0,0 12-6 15,-1-11-9-15,1 11-11 0,-2-7-3 0,2 7-22 16,0 0-5-16,-1-10-11 0,1 10-5 0,0 0-4 15,0 0-6-15,0 0-6 0,0 0-3 0,4 32-1 16,-3-14-6-16,0 7 0 0,3 4 3 0,-4 1-2 0,2 2-3 16,-1 2-3-16,-1-3-5 0,0 5 6 15,0-1-3-15,1-2 3 0,-2-1-2 0,1-3-5 16,2 0 2-16,0-1-3 0,-1-8 6 0,-1 0-6 16,4-1-10-16,-3-3-12 0,0 3-20 0,2-4-18 15,-2-3-20-15,3-1-25 0,-2 0-11 0,0-5-22 16,-1 1-21-16,0-1-80 0,-1-6-249 0,0 0 110 15</inkml:trace>
  <inkml:trace contextRef="#ctx0" brushRef="#br0" timeOffset="84186.3">4003 5602 11 0,'22'-17'99'16,"-8"3"-4"-16,4 3 1 0,-5-3-14 0,2 2 4 16,-3 1-4-16,-2-4-8 0,-1 6-4 0,-3 1-5 15,-1-3 5-15,1 1-8 0,-4 1 15 0,1-1-8 16,-1 3 2-16,1 0-5 0,-3-5 3 0,0 4-4 16,0 8-1-16,-4-15-4 0,4 15-7 0,-1-11-4 15,1 11-12-15,1-5-8 0,-1 5-8 0,0 0-4 16,0 0 7-16,0 0-7 0,6 34-2 0,-2-8 4 15,0 5-3-15,-1 2-1 0,-2 3-3 0,1-1 1 16,2 12-9-16,0-14 7 0,0-1-3 0,0-1 4 16,-2-2-4-16,1-3-3 0,-1-8 2 0,0-1 0 15,0-6-2-15,0 2 0 0,-1-5 0 0,1 2 0 16,0-6 4-16,0 3 1 0,-2-7-1 0,0 8 7 16,0-8 5-16,0 0 12 0,3 6 1 0,-3-6-5 15,0 0 2-15,0 0-6 0,0 0-4 0,0 0-5 16,0 0-3-16,7-22-1 0,-5 17 2 0,-2 5-4 15,6-13-4-15,-2 7-4 0,1 2 1 0,0-3-5 16,0 4-1-16,5 0-3 0,-1 3-4 0,-1 0 5 16,-8 0-3-16,19 3-3 0,-8 1 0 0,1 4-3 15,2 0-10-15,0 2-16 0,0-1-19 0,3-1 3 16,-2 0-12-16,4 1-1 0,0-3-18 0,0-2-2 16,2 0-12-16,6-3 0 0,3-1 2 0,0-1-5 15,2-3 3-15,-1-4 5 0,2 0 11 0,-6 0 7 16,2-3 7-16,0 0 15 0,-4-1 10 0,-1-1 15 15,-10 3 15-15,2-2 9 0,-5-1 20 0,1 2 15 16,-2-3 14-16,-5 3-1 0,0-5 12 0,-2 4 12 16,-2-4 3-16,-1 5-10 0,0-1 19 0,-4 2-6 15,0-1-10-15,-2 2 0 0,-2 1 8 0,-1 2-5 16,2 4-3-16,-4-2-10 0,-3 5-6 0,2 3-7 16,-8 5 1-16,-1 5-1 0,-1 5-7 0,3 1-1 15,1-1-1-15,1 3-1 0,6-5-7 0,1 1 1 16,5-2-5-16,-1 0-6 0,5-6 1 0,1 3-1 15,1-2-3-15,5-3 3 0,-1-2 1 0,3 1 0 16,1-4 0-16,3-1 0 0,2 0-2 0,-1-5 0 16,1 2-4-16,-1-4 5 0,6-2-2 0,-4 1-4 15,0-3 3-15,-6 2-2 0,2-1-4 0,0-1 3 16,-4-1 8-16,-1 1-3 0,3-5-1 16,-4 4 4-16,-1-2 0 0,0 2-3 0,-2-1-1 0,-1 1 2 15,2 0 1-15,0 3 7 0,-3 7 1 0,0-9-8 16,0 9 4-16,2-6-10 0,-2 6-4 0,0 0 1 15,0 0-11-15,0 0 5 0,0 0-1 0,0 0 2 16,9 15 4-16,-6-5 1 0,-1 2-2 0,5-2 1 16,-4 0-1-16,0 1-1 0,3 0 0 0,2-1 2 15,0 0-2-15,-1-1 1 0,1-3-4 0,1 1-5 16,-1-4-3-16,2 1 8 0,3-3-3 0,-6-1 0 16,5 0-1-16,1-2-3 0,-2-4 5 0,-1 0-3 15,3 0 3-15,-4-4-3 0,1-2 6 0,2-2 1 16,-5-2 2-16,-1 0-2 0,-1-3 5 0,1 2 2 15,-2-4 5-15,-3-4 1 0,0 0-2 0,-1-2 2 16,0 8 13-16,0 0 3 0,-1-1-1 0,0 2-4 16,-3 1 10-16,3 5 17 0,-3 1 1 0,3 2 0 15,-1 4-3-15,2 5-9 0,-1-13-12 0,1 13-1 16,-2-4-8-16,2 4-4 0,0 0 0 0,0 0-1 16,1 27-2-16,0-9 0 0,0 9-3 0,-1 2 0 15,0 3-1-15,2-2 11 0,-4 0-10 0,2 3 3 16,2-5-6-16,-4 2-4 0,4-1-10 0,-2-1-17 15,1-1-36-15,0-2-31 0,2-1-47 0,-2-6-38 16,0 1-192-16,-3-1-400 0,2-2 176 0</inkml:trace>
  <inkml:trace contextRef="#ctx0" brushRef="#br0" timeOffset="84346.92">5081 5722 11 0,'20'-2'34'0,"10"-1"-24"15,2 0-13-15,5-3-6 0,15 1-10 0,-1 1 5 16</inkml:trace>
  <inkml:trace contextRef="#ctx0" brushRef="#br0" timeOffset="85004.15">5921 5641 51 0,'0'0'163'0,"0"0"-17"0,0 0-14 16,3 9 7-16,-3-9-4 0,-3 17 3 0,-3-3-9 15,3 0-8-15,-4 1-18 0,3 2-6 0,-2 0-4 16,3 0-9-16,1-1-8 0,3-4-5 16,0 0-4-16,1-2-9 0,0-2-6 0,3 1-4 0,0 0 1 15,3-4-7-15,1 3-1 0,2-5-1 0,1 0-5 16,2-3-4-16,4 0 0 0,0-4-1 0,-5-1-2 15,4 0-3-15,-5 0 0 0,5-3 0 16,-6 0 7-16,1-2-6 0,-1 1 6 0,-3 0 1 16,0-1-1-16,-1 0-3 0,1 0-6 0,-4-2 0 15,1 0 1-15,-3 1 1 0,2 2 4 0,-1 1-2 0,-1 4-2 16,-2 4-5-16,3-8-5 0,-3 8-7 0,5-6-1 16,-5 6 0-16,0 0-4 0,0 0 3 15,0 0-5-15,11 14 3 0,-8-4 1 0,2-2-5 16,0 1 7-16,3 0-5 0,-2 1 4 0,1 0-6 15,2-1 5-15,1-1-6 0,-1-1 5 0,1-2-2 16,1 2 1-16,0-4 1 0,0 1 0 0,2-1 3 0,0-2-1 16,0-2 2-16,-2 0 0 0,-1-2 1 0,2 0-2 15,-2-2 2-15,-2 0-2 0,1-2-1 0,-6 1 4 16,3-3-12-16,-3-1 2 0,0-1 0 0,-3-1-4 16,0-1-3-16,-4-3 3 0,-2 1-7 15,1-1 3-15,-5 0-2 0,1 3 4 0,-2-3-3 16,1 3 5-16,4 5 0 0,-1 1 3 0,3 1-1 0,1 1 2 15,0-1-4-15,3 6-6 0,-6-9-7 16,6 9-10-16,0 0 1 0,0 0 5 0,0 0-1 16,0 0 8-16,23-2-4 0,-9 1-1 0,6 0-1 15,8 0 1-15,2-2 3 0,-2 1-1 0,-7 0-3 16,0-4 8-16,-1 3 1 0,-2-1-3 0,-5 1 6 0,-3-1 0 16,4 0 0-16,-3 2 6 0,-2-1 6 0,1-1 15 15,-4 2 13-15,-6 2 9 0,9-6 5 0,-9 6 7 16,8-4-2-16,-8 4 1 0,7 0-7 15,-7 0-5-15,0 0-7 0,0 0-6 0,0 0-9 16,0 0-9-16,8 6 3 0,-8-6 0 0,3 11-7 0,-5 0 2 16,2 4 4-16,0 2 1 0,-2 2-2 0,-1 5 0 15,-1 0 1-15,1 1-5 0,0-6-15 0,-2-1-24 16,2-1-32-16,1-1-27 0,1 1-35 16,1-7-42-16,0 2-43 0,0-2-173 0,0-10-417 15,2 16 185-15</inkml:trace>
  <inkml:trace contextRef="#ctx0" brushRef="#br0" timeOffset="85181.34">6569 5348 1557 0,'-13'-23'21'0,"0"7"39"0,1 2-42 15,2 6 19-15,5-1-26 0,-1 5-8 0,1-2-18 16,1 2-29-16,4 4-15 0,-4-7 8 0,4 7-12 15,0 0-13-15,0 0-17 0,0 0-25 0,18 19-80 16,-7-13-215-16,8 3 95 0</inkml:trace>
  <inkml:trace contextRef="#ctx0" brushRef="#br0" timeOffset="85384.4">6847 5279 3 0,'0'0'219'0,"-1"-9"-11"0,1 9-5 16,0 0-2-16,-3-9-16 0,3 9-12 0,0 0-23 15,0 0-20-15,0 0-12 0,0 0-15 0,0 0-3 16,0 0-13-16,-5 41 1 0,6-14-10 0,-3 3-5 16,-1 0-7-16,3 0-6 0,-2 0-7 0,2-2-3 15,-2 0-6-15,4 0-4 0,-2-1-4 0,0 0-1 16,2-3-7-16,-3-4-20 0,4-1-27 0,-2-2-39 16,-1 0-51-16,1-3-40 0,0-3-37 0,-1 0-151 15,0 0-364-15,0-11 162 0</inkml:trace>
  <inkml:trace contextRef="#ctx0" brushRef="#br0" timeOffset="85587.75">7014 5276 101 0,'0'-8'188'0,"0"8"-22"15,0 0-10-15,0 0-2 0,0 0 10 0,0 0-4 16,-6 38-7-16,0-12-5 0,2 1-21 0,-3 0-9 15,5 4-12-15,-3-3-9 0,2 1-10 0,-1 1-8 16,2-2-6-16,1 3-12 0,1-3-28 0,0-1-42 16,0-3-31-16,1-3-49 0,1-3-64 0,1 1-161 15,-3-4-339-15,0-3 150 0</inkml:trace>
  <inkml:trace contextRef="#ctx0" brushRef="#br0" timeOffset="89122.25">8144 5973 30 0,'-10'-1'189'16,"10"1"-2"-16,0 0 1 0,0 0-4 0,0 0-6 15,-6-5-12-15,6 5-10 0,0 0-13 0,0 0-33 16,-2-8-11-16,2 8-5 0,0 0-10 0,4-16-7 16,0 7-8-16,-1 0-5 0,2-6-10 0,2 0-3 15,1-2-9-15,0-1-4 0,1-5-7 0,-1 5 3 0,-1 0-7 16,-2-1 0-16,2-7-4 0,-4 8-2 16,1-2-2-16,-1 2 0 0,-2-6-1 0,-1 4-5 15,0 2-1-15,-1 3-1 0,-1 3-1 0,1 0-2 16,-3 2 0-16,3 2 3 0,-1 1-8 0,2 7 1 15,-3-11 0-15,3 11-2 0,-3-9-4 0,3 9 0 16,-2-7-2-16,2 7-3 0,0 0 0 0,0 0 5 16,0 0-3-16,0 0-5 0,0 0 6 0,-13 19-5 15,12-14-7-15,1-5-3 0,2 14 3 0,1-8 4 16,1 2-7-16,5-1 3 0,-3 1-2 0,4-1-4 16,0 0 0-16,2-1 3 0,2-2 3 0,3 3-3 15,-3-2-2-15,2 0 0 0,-4 0-9 0,-1 2-1 16,5 3 10-16,-5 1-5 0,-1 1 3 0,0 2 1 15,-3 3 6-15,-1 7-5 0,-3 1 5 0,0-1 4 16,-5 3-3-16,1-8 2 0,-2 6 1 0,0 0 1 16,0-7 5-16,3-2 1 0,1-2-3 0,1-2 5 15,0 0-4-15,1-2 0 0,-1-1 4 0,3 0 4 16,2-3-2-16,2-2-2 0,-2-1 3 0,4-1 1 0,1-3 4 16,1-2 2-16,6-2 0 0,2-2 3 15,2-6 4-15,2 0-5 0,3-1 3 0,-5 0 0 16,2 0-1-16,-2-4 2 0,-2 0 3 0,1-2-6 15,-8 5 4-15,4-5-2 0,-8 3-2 0,1 0-1 16,-1 0-2-16,-3 1-1 0,0-2-1 0,-3 1-1 0,-2 1 2 16,1 4-2-16,-2 3-2 0,-1-1 0 15,0 10 1-15,-1-14 5 0,-3 9-8 0,4 5-2 16,-1-7-4-16,1 7 0 0,0 0 1 0,0 0 0 16,-16 12 2-16,10 2 0 0,-7 8 0 0,0 1-2 15,-1 1 8-15,5-1-8 0,-1 0 1 0,4-5 2 16,1 1 3-16,3-3-9 0,2 0 5 0,0-4-1 15,3 0 4-15,4-1-3 0,0-2 1 0,1 0 0 16,2-3-4-16,1-3 8 0,2 0-1 0,5-2-1 16,0-2-4-16,2-3 7 0,1-1-4 0,-3-2 0 15,2-2 1-15,-2 0-3 0,-1-2 4 0,-1-2-4 16,-3 1 6-16,0-2-1 0,0-1-5 0,-2-1 4 16,1 1-2-16,-5-2 4 0,1 2-5 0,-3 0 2 15,-1 2 0-15,1 2-1 0,-1 1 9 0,0 1 5 16,-4 3-1-16,0 6 1 0,2-9-9 0,-2 9 0 15,0 0-1-15,0 0-3 0,0 0 1 0,0 0-5 16,0 0 3-16,-5 37 4 0,0-19-3 16,-1 8 5-16,2-7-1 0,0 7-5 0,0-7 2 0,0 7 1 15,2 0-1-15,-1-7 5 0,2 7-13 0,0-6-18 16,-1-1-30-16,1 5-30 0,2-7-47 0,-1 0-30 16,2 0-112-16,-2-6-296 0,0 2 132 0</inkml:trace>
  <inkml:trace contextRef="#ctx0" brushRef="#br0" timeOffset="89504.3">9144 5811 132 0,'0'0'179'0,"2"-9"-19"16,-2 9-22-16,0 0-17 0,1-7-7 0,-1 7-15 15,0 0-12-15,0 0 0 0,0 23-8 0,0-14-9 16,0 4-6-16,2-1-4 0,2-1-7 0,-1 1-3 15,6-1-4-15,-1 2-4 0,-2-2-5 0,2-3 0 16,5-1-4-16,-2-1-2 0,3-1-2 0,-2-1-4 16,1-1 1-16,5-1-1 0,-6-4 1 0,1 0-4 15,-1-3 1-15,0 0-1 0,-1-2 3 0,0 0-2 16,-1-3 5-16,-1 0 11 0,0-2-2 0,-1-4 1 16,0-1-3-16,-2 3-1 0,-3-3-1 0,-2 0 4 15,0 2-1-15,-1 3 3 0,-1 1 2 0,0 2 1 16,1 9 1-16,0-13-1 0,0 13-9 0,-2-8-8 15,2 8-11-15,0 0 1 0,0 0-5 0,0 0-3 16,0 0-1-16,0 0 4 0,-4 32-4 0,4-17 1 16,2 4-4-16,0 0 9 0,1 0-8 0,1-2 4 15,0 2-3-15,2 0 1 0,3-3-4 0,0 1-11 16,2-2-20-16,3-1-28 0,0-2-34 0,2-3-35 16,2-1-28-16,0-3-50 0,-6-3-128 0,9-3-360 15,-3-2 159-15</inkml:trace>
  <inkml:trace contextRef="#ctx0" brushRef="#br0" timeOffset="89708.18">9741 5556 127 0,'-2'-11'232'0,"2"4"-15"0,0 7-22 0,-1-10-23 16,1 10-22-16,0 0-17 0,0 0-15 0,0 0-9 15,0 0-9-15,0 0-5 0,-3 39-7 0,2-14 1 16,0 1-12-16,-1-1-6 0,1 4-8 0,0-1-2 15,0 1-7-15,2-1-4 0,-1 0-5 0,1-2-2 16,0 1-10-16,2-2-24 0,0-6-39 0,1 1-39 16,-1-3-51-16,5-2-38 0,-3 1-168 0,-1-3-353 15,-2-4 156-15</inkml:trace>
  <inkml:trace contextRef="#ctx0" brushRef="#br0" timeOffset="89925.66">9996 5595 57 0,'0'-13'244'0,"-1"2"-13"0,1 6-16 0,0 5-19 16,-3-12-27-16,3 12-10 0,0 0-23 0,0 0-16 15,0 0-10-15,0 0-5 0,0 0 0 0,-6 37-7 16,5-13-8-16,1 3-8 0,-3 0-8 0,0 2-2 16,1-2-11-16,1 1-4 0,-1 1-8 0,1 0 0 15,0-2-6-15,1-1-7 0,1 1-21 0,0-3-43 16,-1-5-39-16,0 0-31 0,0-2-39 0,2-1-35 15,-2-3-33-15,-2-4-106 0,1 2-338 0,1-11 150 16</inkml:trace>
  <inkml:trace contextRef="#ctx0" brushRef="#br0" timeOffset="90084.57">9884 5814 39 0,'0'0'173'16,"0"0"-19"-16,3-10-14 0,1 8-13 0,-4 2-22 15,9-3-10-15,3 0-4 0,6 0-7 0,2 1-13 16,9 0-24-16,9 0-18 0,13-5-25 0,5 1-29 16,4-2-31-16,-3 3-28 0,2-3-82 15,-2 2-179-15,-3 1 78 0</inkml:trace>
  <inkml:trace contextRef="#ctx0" brushRef="#br0" timeOffset="90259.25">10750 5646 124 0,'0'0'198'0,"4"-9"6"0,-4 9-7 15,3-6 0-15,-3 6-13 0,0 0-17 0,0 0-19 16,2-8-16-16,-2 8-17 0,0 0-12 0,0 0-13 0,0 0-6 16,0 0-10-16,1 30-4 0,-2-13 0 0,1 2-8 15,-1 0-10-15,-2 7-2 0,1-1-6 16,2-1-4-16,-3-5-5 0,1 7-29 0,2-7-43 16,0 1-35-16,-2-2-49 0,2-1-37 0,2-2-185 15,-2-3-373-15,-2 0 165 0</inkml:trace>
  <inkml:trace contextRef="#ctx0" brushRef="#br0" timeOffset="90442.6">10737 5293 1 0,'1'-6'105'0,"-1"6"-15"0,0 0-9 15,15 19-23-15,-8-1-11 0,6 9-32 0,0 4-15 16,0 4-12-16,6 11-18 0,0 0-30 0,-1-1-64 16,1 0 29-16</inkml:trace>
  <inkml:trace contextRef="#ctx0" brushRef="#br0" timeOffset="90663.78">11013 5785 117 0,'0'0'237'0,"0"0"-12"15,0 0-22-15,0 0-16 0,0 0-20 16,0 0 12-16,0-21 16 0,0 21-14 0,-1-18-20 15,4 9-13-15,-3-3-15 0,1 1-14 0,1-1-15 16,1 1-11-16,0 2-12 0,-1 1-8 0,1 1-10 16,-3 7-12-16,4-8-5 0,0 4-10 0,-4 4-5 15,9-4-3-15,-9 4-5 0,16 5 1 0,-8 3-5 16,2 0 2-16,1 3-2 0,2 2 5 0,-3 2-11 16,-1 1-3-16,-1 0-5 0,-1 0 2 0,-3-1-9 15,0 2-23-15,-2-4-20 0,-1 1-13 0,0 3-25 16,-1-1-39-16,-2-4-49 0,-2 4-61 0,-5 0-150 15,-1-7-412-15,1 0 183 0</inkml:trace>
  <inkml:trace contextRef="#ctx0" brushRef="#br0" timeOffset="90891.61">10768 5439 34 0,'0'0'255'0,"-8"-5"-24"0,8 5-25 0,0 0-24 15,0 0-18-15,-7-3-13 0,7 3-21 0,0 0-16 16,0 0-9-16,0 0-11 0,0 0-15 0,0 0-22 0,0 0-34 16,0 0-49-16,15 19-49 0,-7-13-25 15,-3 2-45-15,1 2-102 0,-1-5-267 0,0-1 118 16</inkml:trace>
  <inkml:trace contextRef="#ctx0" brushRef="#br0" timeOffset="92227.83">32031 4089 121 0,'0'0'140'0,"-5"-4"-14"0,5 4-8 16,0 0-11-16,-5-6-13 0,5 6-2 0,0 0-6 15,0 0-23-15,0 0-2 0,0 0-8 0,0 0-1 16,12-4-9-16,6 2 1 0,3-2-8 0,7 1 9 15,23-3-8-15,1-1 9 0,1 1-8 0,2 5-4 16,-3-2-6-16,0 2-5 0,-16 0-1 0,-1 1-8 16,-5-1-11-16,0 0-17 0,-11 1-26 0,0 0-22 15,-6 0-22-15,1 3-21 0,-4-2-13 0,-3 3-67 16,-1 0-198-16,-6-4 88 0</inkml:trace>
  <inkml:trace contextRef="#ctx0" brushRef="#br0" timeOffset="92937.49">32183 7100 62 0,'0'0'95'0,"0"0"-1"15,-14 9-5-15,14-9-3 0,0 0-11 0,0 0-3 16,0 0-6-16,0 0-2 0,0 0-12 0,0 0 1 16,0 0 11-16,0 0-2 0,0 0 5 0,0 0 6 15,19 16 8-15,-1-13-9 0,9 0-5 16,1 1-7-16,8-1-6 0,1-3-7 0,2 0-2 15,12 2-17-15,-12-2-20 0,-2-2-29 0,1 0-31 16,-5-2-49-16,-33 4-126 0,63-9-247 0,-39 0 110 16</inkml:trace>
  <inkml:trace contextRef="#ctx0" brushRef="#br0" timeOffset="93545.64">32321 5050 42 0,'9'-10'159'0,"-1"-5"4"0,1 1-14 16,-2 2-15-16,2-2 5 0,-4 6-28 0,0-1-9 16,1-2-8-16,0 4-5 0,-1-2-10 0,-1 3 8 15,-2 2 0-15,-2 4-13 0,0 0-5 0,4-8 1 16,-4 8-12-16,0 0-8 0,4-7-4 0,-4 7-2 15,0 0-10-15,0 0-3 0,0 0-4 0,0 0-8 16,0 0-7-16,0 0 6 0,0 0-6 0,0 0-1 16,0 0-2-16,0 0 2 0,0 30-3 0,-1-13 3 15,-2 3-2-15,1 7-3 0,-1 0 6 0,-2 1-5 16,-3 2 0-16,5-1-2 0,-3 0 3 0,2 0 5 16,1 2-6-16,-3-1-2 0,1 5 9 0,4-3-9 15,-5-4 3-15,3 4-12 0,3-2-11 0,-4-1-21 16,1 2-32-16,4-2-32 0,-4 1-35 0,-2 1-30 15,1-3-107-15,-2 0-295 0,-2-2 130 0</inkml:trace>
  <inkml:trace contextRef="#ctx0" brushRef="#br0" timeOffset="93939.76">32044 5857 116 0,'0'0'193'0,"0"0"-15"16,-4-10-22-16,4 10-20 0,0 0-17 0,0 0-15 16,0 0-9-16,0 0-18 0,0 0 2 0,0 0-4 15,24 35-7-15,-16-20-2 0,2 1-11 0,0 2-1 16,3 2-4-16,0-2-5 0,-3-1-2 0,4 7-3 15,-1 0-1-15,-3-8-6 0,0 0 1 0,-3-5-8 16,0-2 2-16,0 0 1 0,0-2 9 0,-7-7 10 16,9 11 11-16,-9-11 23 0,8 8 19 0,-8-8 8 15,10 3 9-15,-10-3-21 0,0 0-6 0,0 0-9 16,23-18 2-16,-15 8 3 0,2-3-5 0,0 0-10 16,2-2-10-16,-2-2-7 0,-1 0 0 0,0-1-7 15,4 1-7-15,1-6-3 0,0 1-12 16,0-2-16-16,-1 2-15 0,-3 4-12 0,0 2-17 0,-1 1-25 15,-3 6-31-15,0 0-48 0,-1 4-31 0,-5 5-62 16,6-9-22-16,-6 9-152 0,0 0-438 0,0 0 193 16</inkml:trace>
  <inkml:trace contextRef="#ctx0" brushRef="#br0" timeOffset="94247.4">32575 6050 76 0,'5'13'149'16,"-5"-13"-6"-16,4 10-7 0,-4-10 5 0,4 7-7 15,-4-7-5-15,5 13-15 0,-1-7-1 0,-4-6-1 16,10 14 6-16,-5-9-5 0,-5-5-9 0,11 6-9 16,-5-2-8-16,-6-4-2 0,14 4 0 0,-14-4-6 15,0 0 2-15,0 0-4 0,0 0 0 0,0 0-7 16,0 0-1-16,70-24-4 0,-70 24-5 0,25-19-3 15,-25 19 0-15,21-25-2 0,-21 25-6 0,12-26-6 16,-12 26-6-16,8-28-5 0,-8 28-2 0,0 0-8 16,0-43-8-16,0 43-11 0,0 0-14 0,-20-35-16 15,8 30-17-15,-5-1-23 0,-5 3-13 0,-7 4-27 16,-2 1-28-16,0 5-12 0,1 2-31 0,0 5-23 16,4 4-118-16,-1-1-347 0,7-1 154 0</inkml:trace>
  <inkml:trace contextRef="#ctx0" brushRef="#br0" timeOffset="94623.99">32389 6435 211 0,'0'0'284'0,"2"-14"-17"0,-2 14-27 0,3-9-23 16,-3 9-32-16,0 0-18 0,0 0-26 0,0 0-12 15,0 0-16-15,0 0-12 0,0 0-8 0,18 26-9 16,-12-7-10-16,2 10-4 0,1-1-9 0,-3 5-4 16,2 1-3-16,-5 2-9 0,1-3-2 0,-1 0-7 15,2 15-20-15,-4-14-22 0,2 14-5 0,-4-15-34 16,1-3-33-16,-2 0-38 0,2-2-36 0,-2-9-42 16,-3 7-154-16,-1-8-377 0,1 1 167 15</inkml:trace>
  <inkml:trace contextRef="#ctx0" brushRef="#br0" timeOffset="94771.57">32578 7038 13 0,'-3'-7'-3'0,"3"7"-2"16,0 0 2-16</inkml:trace>
  <inkml:trace contextRef="#ctx0" brushRef="#br0" timeOffset="110073.78">11920 5888 8 0,'0'0'91'0,"0"0"-5"0,0 0-11 0,0 0-5 16,-7 1-10-16,7-1 0 0,0 0 2 0,-1 8-2 16,1-8-7-16,0 9 1 0,0-9 1 0,0 0 2 0,2 12-6 15,-2-12 7-15,0 0-5 0,4 7 7 0,-4-7 19 16,0 0 14-16,0 0 11 0,0 7 12 0,0-7-5 16,0 0-11-16,0 0-6 0,0 0-12 15,0 0-8-15,-11-18-4 0,11 18-7 0,-9-12-5 16,6 1-8-16,-1-1-6 0,2 1-3 0,-1-1-1 0,3-2-6 15,0-3-6-15,3 1-3 0,1-1-2 0,1 3-6 16,5-1-1-16,0 3-8 0,1 0-1 16,0 5-2-16,5-1-4 0,-4 4-4 0,1 3 1 15,0 1-4-15,1 1 0 0,3 4 1 0,0 4 1 16,1 0 6-16,-3 3-7 0,1 0-5 0,-4 4 4 0,5 3-3 16,-8-2 4-16,2 6-9 0,-5-6 7 15,0-1 1-15,-2 1 0 0,0-2-1 0,-3-4 6 16,1-1-5-16,-2-2 5 0,0 2-7 0,2-5 9 0,-2-5 3 15,0 10-1-15,0-10-3 0,0 0 0 16,-5 6 6-16,5-6-1 0,0 0-5 0,0 0 3 0,-18-16-2 16,14 8 1-16,0-1 0 0,3-2-3 15,0-1-5-15,1 0 4 0,4-4-11 0,2 0-5 16,2-1-5-16,0 1 7 0,3 1-3 0,1 4-1 16,-3-1 0-16,2 5 1 0,5-2 2 0,-5 6-1 15,0 0 2-15,3 2 5 0,-4 2-3 0,3 3-4 16,0 1 5-16,3 5-1 0,-7-1 2 0,3 3 2 0,-2 1 3 15,-5-2-9-15,3 5-8 0,-6 0-13 0,0-3-15 16,1 3-27-16,-1-1-38 0,-2-2-28 16,-2 2-111-16,0-3-276 0,2-1 122 0</inkml:trace>
  <inkml:trace contextRef="#ctx0" brushRef="#br0" timeOffset="110630.18">12778 5673 11 0,'0'0'149'0,"-6"-6"-15"0,-2 4-8 15,8 2 3-15,-22 5-14 0,11 1 0 0,-7 4-8 0,-5 4-2 16,1 3-9-16,2 0-8 0,0 0-10 16,9-4-8-16,-1 2-2 0,3-2-9 0,3 1-8 15,1-2-7-15,3-1-4 0,2 1 1 0,1-3-6 16,5-2-2-16,0 3-4 0,1-6 0 0,5 1 7 15,-1-3-11-15,2-1 2 0,5-1-5 0,2-3-1 16,-2-2-4-16,0 0 1 0,-7-1-4 0,1 0 2 16,1-7 3-16,-2 3-10 0,-1-3 2 0,-4 3 2 15,1-5-7-15,-3 4 7 0,0-1-4 0,-4 2 0 16,1-3 6-16,1 2-4 0,-4 2 6 0,2 2 8 16,0 7-5-16,0-13-4 0,0 13-3 0,-1-8-6 15,1 8-4-15,0 0 1 0,0 0 0 0,0 0-1 16,0 0-4-16,0 0 2 0,0 33 4 0,0-21-2 15,0 4 1-15,0-1 0 0,0 1 0 0,3-5-6 16,4 5 3-16,-5-6-1 0,5 0 0 0,-1-1-5 16,1 0 6-16,5-2 3 0,-1 0-2 0,3-3 1 15,3-3 0-15,3-1-2 0,-2-4 0 0,5 0-4 0,4-6 1 16,-2 2-1-16,-4-4 6 0,-2 3 1 16,-3-4-3-16,-3 0 2 0,0 0-2 0,-1-3 4 15,-5 0-5-15,1 1 9 0,-2-2 8 0,-2 3 0 16,0 2-6-16,-4 1 0 0,2 0 6 0,0 1 5 15,-4 2 3-15,2 8-3 0,0-9-9 0,0 9 0 16,0 0-7-16,-2-9-1 0,2 9-2 0,0 0-3 0,0 0 3 16,-4 23 0-16,0-9 5 0,2 3-8 15,0 1 0-15,0-2 6 0,4 1-6 0,-2 1 3 16,2 0 1-16,-2-1-22 0,4 2-27 0,2-4-47 16,1 1-40-16,-1-6-61 0,-1 1-133 0,4-3-352 15,-4-1 156-15</inkml:trace>
  <inkml:trace contextRef="#ctx0" brushRef="#br0" timeOffset="111011.95">13348 5810 4 0,'0'0'221'0,"4"-11"-24"0,-2 1-1 0,0 0-8 16,2-2-6-16,1-4-2 0,-3 4-17 0,4-3-16 15,-1-2-15-15,4 1-16 0,2 2-10 0,-2 0-10 16,1 1-17-16,0 8-4 0,1-2-15 0,1 3-6 16,-3 1-7-16,2 3-6 0,1 3-5 0,0 1-3 15,0 3-4-15,-1 1-1 0,-2 2-6 0,1 5-3 16,-4-4-8-16,1 7-1 0,-3-1-20 0,0 2-25 16,-2-1-29-16,-2 1-53 0,0 0-33 0,-4-2-55 15,2-2-111-15,0-3-341 0,2-12 151 0</inkml:trace>
  <inkml:trace contextRef="#ctx0" brushRef="#br0" timeOffset="111258.12">13735 5543 1563 0,'-6'-28'8'0,"-4"0"57"0,1 10 7 15,3 2 21-15,1 2 12 0,3 3-15 0,-2 6-12 16,4-3-22-16,0 8-13 0,-5-10-9 0,5 10-8 15,-3-5-4-15,3 5-6 0,0 0 2 0,0 0-4 16,6 25-2-16,0-7 4 0,-1 9-2 0,1 2-2 16,0 0 1-16,-3 0 0 0,4 1 5 0,-2-2-4 15,-1 3-2-15,-2-4-2 0,3 0 2 0,-3-2-5 16,0 3-7-16,0-8-24 0,0-2-29 0,-2-1-30 16,5-2-46-16,-4-3-30 0,1 0-17 0,-2-2-130 15,0-10-331-15,-2 13 147 0</inkml:trace>
  <inkml:trace contextRef="#ctx0" brushRef="#br0" timeOffset="111924.16">13650 5610 92 0,'31'-5'116'16,"7"-1"-15"-16,1-1-5 0,10-3-2 0,-10 4-6 15,-1-1-6-15,-1-1-6 0,-3 4-16 0,2-2-2 16,-3 0-5-16,-5 1-1 0,-8 2-10 0,1 0-5 16,-4-2-6-16,-1 4 0 0,-7 0 0 0,2-1-4 15,-3 1-4-15,-8 1 6 0,10-1 0 0,-10 1 2 16,0 0-1-16,0 0-8 0,0 0 0 0,0 0 1 16,0 0 2-16,0 0-9 0,-35 15 0 0,18-6 3 15,2 1-7-15,-3 4 15 0,0 3-14 0,-2 2 7 16,1 1-8-16,8-6-5 0,1 2-1 0,0 0 8 15,3 0-8-15,3-5 2 0,2 0-1 0,0 2 5 16,4-3-6-16,2 1 2 0,0-1 0 0,1-2-1 16,6-3 2-16,0 0-3 0,0-1 4 0,3-3-4 15,4 0 2-15,0-2-2 0,1-3-1 0,-2-2 9 16,-3 2-3-16,1-3-11 0,-6 1 11 0,3-1-1 16,-1 0-2-16,-1-6 3 0,-2 3 3 0,1-3-3 15,-5 1 0-15,0 0 0 0,-1 2-2 0,-1-4 7 16,1 6-2-16,-1-3 1 0,-2 5 8 0,0 6-5 15,0-10-3-15,0 10-6 0,0 0 2 0,0-11-12 16,0 11 5-16,0 0-4 0,0 0 3 0,0 0-2 16,0 0 2-16,-5 27-2 0,5-14-2 0,0 4 1 15,0 0 2-15,0 1 7 0,0-7-7 0,0 4-2 16,5 3 3-16,-2-8 2 0,1 0-11 0,2-1 3 16,0-2 11-16,-1-1-2 0,5-2 6 0,1-1-1 15,2-2 5-15,1-1 2 0,1-2 0 0,4-3 1 16,-1-1-1-16,4-1-2 0,-4-3 3 0,-1 2 0 15,0-2-1-15,-3 1 2 0,-4 0 8 0,3-1-4 16,-8-1 1-16,2 1-2 0,-1 0-2 0,-1-2-2 16,-3 2-1-16,2-1-5 0,-2 0-1 0,-2 1-1 15,1 1 3-15,-1 9-7 0,0-9 3 0,0 9-5 16,0-7-8-16,0 7 2 0,0 0-4 0,0 0 3 16,0 0-1-16,0 0-2 0,0 0 3 0,-13 21 4 15,10-9-3-15,-1-2-1 0,-1 7 2 0,3-6 0 16,-2 4-5-16,-1 0-33 0,5-3-46 0,0 0-37 15,0-1-48-15,0 1-156 0,4-3-352 0,1 0 156 16</inkml:trace>
  <inkml:trace contextRef="#ctx0" brushRef="#br0" timeOffset="112095.25">14326 5367 50 0,'0'0'55'0,"0"0"-21"0,0 0 2 0,0 0-16 0,0 0-18 15,27 29-19-15,-11-5-13 0,1 3-33 0,2 4 14 16</inkml:trace>
  <inkml:trace contextRef="#ctx0" brushRef="#br0" timeOffset="112328.52">14594 5756 149 0,'6'-15'216'16,"-6"15"-4"-16,2-13 1 0,0 7-2 0,0-3-16 16,-2 2-8-16,1-4-9 0,1 0-23 0,3-1-19 15,-1 1-9-15,1 0-16 0,1-1-13 0,0 2-12 16,1 0-12-16,2 2-9 0,2 3-9 16,-1 0-6-16,-1 1-7 0,0 3-12 0,1 2-1 15,2 2-10-15,-1 2 2 0,-4 1-7 0,4-1-2 0,-3 3 2 16,-2 0-4-16,3 3 1 0,-2-2-2 0,0 3 0 15,-3-2-10-15,2 1-17 0,-1-2-17 16,2 1-22-16,-2-2-23 0,1 0-22 0,-1-2-24 16,3 0-49-16,2-3-188 0,1 1-390 0,1-5 173 15</inkml:trace>
  <inkml:trace contextRef="#ctx0" brushRef="#br0" timeOffset="112524.42">14998 5495 113 0,'0'0'177'0,"0"0"-17"0,-3-6-18 16,3 6-19-16,0 0-11 0,0 0-5 0,0 0 4 0,-7 19-7 15,4-8-6-15,-1 5-5 0,2 1-7 16,-1 1-7-16,1 3-5 0,-1-2-9 0,2 5-3 16,-3 1-3-16,4-7-11 0,0 1-15 0,0-1-32 15,0-1-41-15,0-2-52 0,2-2-49 0,0-2-122 16,-2-2-284-16,0-9 126 0</inkml:trace>
  <inkml:trace contextRef="#ctx0" brushRef="#br0" timeOffset="112677.37">14854 5231 42 0,'0'0'27'0,"0"0"-39"0,12 32-12 16,0-7 5-16</inkml:trace>
  <inkml:trace contextRef="#ctx0" brushRef="#br0" timeOffset="112921.26">15245 5763 2123 0,'0'0'17'0,"0"0"-18"0,0 0 22 15,0 0 8-15,0 0 22 0,0 0 39 0,-7-27 18 16,4 16 4-16,2 3-18 0,0-3-5 0,0 1 5 16,1 0 3-16,-2-2-6 0,4 2-14 0,-1-1-10 15,1 4-4-15,0-1-14 0,2 1-5 0,0 1-9 16,2 2-3-16,4 0-9 0,0 1-5 0,-1 1-2 16,3 4-8-16,-3-1-8 0,4 3-27 0,-2 1-20 15,2 0-24-15,-4 3-7 0,1 2-11 0,-2-1-12 16,-2 2-25-16,2 0-26 0,-1-1-23 0,0 1-32 15,0-2-3-15,-1 1-151 0,-3-1-391 0,5 0 173 16</inkml:trace>
  <inkml:trace contextRef="#ctx0" brushRef="#br0" timeOffset="113425.28">15670 5614 68 0,'1'-12'167'0,"2"5"17"0,-4 0 11 16,1 7 0-16,-2-15-10 0,0 10-15 0,2 5-9 15,-7-11-15-15,1 10-12 0,6 1-16 0,-13-2-12 16,3 4-6-16,-1 2-18 0,-1 3-9 0,-1 0-5 0,2 4-11 16,-2-1-6-16,4 0-4 0,3-1-6 15,1 0-7-15,2 0-7 0,0 0-4 0,3 0-10 16,0-3-10-16,0-6-11 0,6 11-3 0,-3-5-2 16,4-2 1-16,3 0-2 0,-4-2 3 0,2 1 0 15,-8-3 2-15,13 2 2 0,-7-1-3 0,-6-1 4 16,10 0-2-16,-10 0 4 0,8 2 0 0,-8-2 2 15,8 1 1-15,-8-1-3 0,0 0-1 0,0 0 3 16,7 3-8-16,-7-3-3 0,3 6-5 0,0 0 11 16,-1 2-5-16,1 2 4 0,-1 8 3 0,1 6 7 15,1 4 4-15,-4 0 14 0,3 3 5 0,2 3-8 16,-1 1 11-16,1 12-5 0,2 0 7 0,-2-11-12 0,-1 11-2 16,1-12 3-16,-1 0 0 0,0 10 3 15,-2-10 3-15,-2 1-4 0,1-3-2 0,-3 3 3 16,-3-5 0-16,0 1-2 0,-4-4 0 0,0 0 2 15,-3-5-2-15,-3-1-2 0,-3-3 3 0,-4-4-4 16,-3-1 1-16,-1-5-5 0,-3-3 0 0,1-2-2 16,0-4-5-16,-3-6-4 0,4-4 2 0,-1-1 3 15,4-3-1-15,2-4-3 0,5-5 1 0,1-2-1 16,5-5 3-16,5-3 1 0,2-1-7 0,7-13-2 16,2 12-1-16,8-12-9 0,5-1-4 0,7 4-6 15,6 4-4-15,2-2-12 0,5 8-8 0,3-1-1 16,-1 6-18-16,6 3-9 0,-3 2-38 0,-7 6-35 15,10 0-25-15,1 0-27 0,-11 8-110 0,1-3-333 16,-1-1 149-16</inkml:trace>
  <inkml:trace contextRef="#ctx0" brushRef="#br0" timeOffset="113665.8">16438 5398 241 0,'0'-6'223'16,"0"6"-21"-16,0-11-19 0,0 11-22 0,0 0-25 16,0 0-12-16,0 0-13 0,0 0-2 0,-1 43-8 15,-3-16-5-15,-1 7-4 0,1 14-6 0,-4-3-8 16,3-12-7-16,-1 2-7 0,-2-2-1 0,-1 1-7 16,4-2-7-16,-4-2-3 0,2-1-2 0,2-1-6 15,-2-3-1-15,3-4-11 0,-1 3-34 0,1-7-44 16,3-4-45-16,-3 0-53 0,3-4-41 0,0 0-133 15,1-9-350-15,0 0 156 0</inkml:trace>
  <inkml:trace contextRef="#ctx0" brushRef="#br0" timeOffset="114216.18">16372 5659 8 0,'9'-9'129'0,"4"-5"-13"0,0 1-9 0,2 0-9 0,0 2 4 15,-1-1 2-15,0-1-3 0,0 2-7 0,0 0-9 16,0-1-2-16,-2-1 4 0,-2 1 1 0,1-1-7 16,-4 6-7-16,-2-3-4 0,0 5 6 0,-1-2-3 15,0 3-1-15,-4 4-10 0,4-8-6 0,-4 8-6 16,3-5-13-16,-3 5-1 0,0 0-11 0,0 0 3 16,0 0-5-16,-13 33-3 0,5-16 2 0,-3 6-3 15,-1 4-1-15,3-4 1 0,-3 2-6 0,3-1-1 16,-1-2 6-16,2 2-10 0,2-7 2 0,1 0-1 15,1 0-2-15,1-4 2 0,1-2-1 0,1-1 0 16,-1-1-2-16,1-3-4 0,1-6-3 0,0 11-1 16,0-11-4-16,0 0 4 0,0 8 2 0,0-8 1 15,10 2 1-15,-10-2-2 0,16-8 0 0,-2 3 3 16,0-3 1-16,4-3-3 0,-3 1-1 0,4 2 3 16,-5 1-3-16,-1 3 2 0,0 1-1 0,-2 0-4 15,2 3-3-15,-1 1 2 0,-1 2 4 0,-1-1-1 16,2 2 4-16,-1 2 0 0,0-1-1 0,-1 1-3 15,1 0 2-15,1 0 2 0,-1-1 1 0,3 1 3 16,-2-2 0-16,0-1 7 0,7-2 4 0,0-1 0 16,0-1 4-16,0-2-4 0,3-2 4 0,-2-2-3 15,-2-2 4-15,8-3-3 0,-10 2 1 0,1-1 0 16,-4 1 3-16,1-2 3 0,-5-3-2 0,-3 1 0 16,3 1-4-16,-5-4-2 0,0 4 3 0,-2 2 9 15,-3 0-8-15,1 1-5 0,-3 1 6 0,3 9 1 16,-4-14-4-16,1 9-3 0,-1 1 2 0,4 4-14 15,0 0 1-15,-22 6-3 0,9 1 2 0,1 5-3 16,0-1-4-16,-1 4 0 0,6 1-5 0,0-2-30 16,3 4-32-16,4-1-44 0,5-3-50 0,3 0-49 15,4-1-153-15,2-2-394 0,1-3 175 0</inkml:trace>
  <inkml:trace contextRef="#ctx0" brushRef="#br0" timeOffset="115001.87">3926 7047 76 0,'-2'-6'135'0,"2"6"-10"0,-2-7-19 15,2 7-10-15,0 0 0 0,0 0-18 0,15 13-2 16,-5 4 2-16,5 7 4 0,2 5-1 0,5 1 2 16,3 9-2-16,2 0-7 0,-1 1-6 0,-6-12-2 15,2 0-3-15,0-2-5 0,-4-3-4 0,1 0 0 16,-6-7 4-16,1-2-4 0,-3-2 0 0,-3-1 2 16,-2-3 0-16,3-1 12 0,-4-1 19 0,0-3 24 15,-1 1 20-15,-4-4 16 0,5 4 2 0,-5-4-11 16,0 0-10-16,0 0-15 0,4-21-11 0,-1 10-16 15,-3-7-6-15,1-3-12 0,0-4-2 0,-2-3-33 16,0-1-3-16,1-3-5 0,0-1-2 0,0-2-3 16,-3 3-4-16,6-1-10 0,-6 0-9 0,7 5-7 15,-4 3-2-15,1 7-9 0,-1 0-22 0,0 8-33 16,1 0-52-16,1 5-43 0,-2 5-22 0,0 0-19 16,0 0-13-16,13 22-183 0,-13 3-440 0,-2 5 196 15</inkml:trace>
  <inkml:trace contextRef="#ctx0" brushRef="#br0" timeOffset="115325.8">4442 7477 2032 0,'0'0'60'0,"0"0"-22"16,0 0-6-16,0 0-15 0,9-3-9 0,-9 3-9 16,0 0 4-16,0 0-10 0,0 0 1 0,0 0 0 15,0 0-1-15,4 7-2 0,-4-7-2 0,0 12 7 16,1-6-4-16,0 4 3 0,2-1 2 0,2 1 3 15,-1 0-3-15,1-1 0 0,5 1 0 0,-2 0 5 16,2-3-1-16,4 2 2 0,-3-2 4 0,6 0-1 16,-4-4 1-16,0 0 4 0,2-1 0 0,-3-4 3 15,3 2 3-15,-4-3 3 0,3-4 6 0,-3 4 3 16,-1-6 3-16,0 0 3 0,-1-6-8 0,-5 3-1 16,0-2 1-16,-2-1-2 0,-3-2 1 0,-2 0-8 15,1-1-2-15,-5 1 1 0,-4 1-1 0,2 0-4 16,-1 4-2-16,2 2-4 0,-2 3-5 0,1 1-12 15,0 2-23-15,0 1-20 0,1 3-22 0,8 0-11 16,-15 7-18-16,5 0-24 0,3 2-26 0,1 5-18 16,0 1-117-16,3 2-314 0,3-2 139 0</inkml:trace>
  <inkml:trace contextRef="#ctx0" brushRef="#br0" timeOffset="115891.75">4755 7447 1720 0,'6'-5'96'0,"-3"-2"-29"0,-1 3-19 0,-2 4-28 15,4-9-8-15,-4 9-2 0,3-7-12 0,-3 7-3 16,0 0 0-16,0 0-2 0,0 0 1 0,0 0-5 16,0 0 11-16,8 22 8 0,-7-12-10 0,4 6 4 15,-4-2 5-15,4 4 4 0,0 0-6 0,4-3-1 16,-1-2 2-16,0 3-6 0,3-5 2 0,-3-2 7 16,0-3 1-16,3 2-1 0,2-6-7 0,1 2 11 15,4-4-4-15,-4-2 2 0,3-2-2 0,3 0 1 16,-5-4-3-16,4-3 7 0,-2 0-5 0,-2-1-1 15,-1 0 0-15,-3-2 0 0,-4 4-1 0,1-4 5 16,-3 1-8-16,0-2-3 0,-4 3 13 0,1 1-5 16,-2 0 3-16,0 0 3 0,0 3 1 0,0 0 0 15,0 8-3-15,-2-10-3 0,2 10-8 0,0 0-1 16,-2-6-1-16,2 6-1 0,0 0 2 0,0 0-6 16,-8 27 0-16,8-15 2 0,-2 5 1 0,2-3 3 15,1-4-3-15,3 9 0 0,0-3 3 0,1 1 5 16,0-6-2-16,0-2-1 0,4 0-5 0,1 0 6 15,2-4 2-15,0 0 5 0,4 1-2 0,2-6 0 16,-2-2 3-16,5-2-4 0,-2-5 0 0,0 1 1 16,0-3 4-16,-2 0-4 0,-2-2 3 0,-1-1 0 15,0-2-3-15,-4-2 1 0,0 2 1 0,-5-1 0 16,2-1 8-16,-3-1 2 0,-4 0-3 0,0-5-1 16,0 5 1-16,-4-6-1 0,0 7 0 0,-3 0-2 15,2-2 7-15,1 9 7 0,-1 0-3 0,1 1 5 16,0 4-6-16,-1 0 1 0,2 1-8 0,3 5-13 15,-5-6 0-15,5 6-4 0,0 0 0 0,0 0 2 16,-5 16-3-16,5 0 1 0,-2 4 7 0,0 6 3 16,0 2-4-16,0 5 0 0,-1-6-1 0,0 0-2 15,-1 0 1-15,3-1 1 0,0-1-2 0,1-3 3 16,0 1 0-16,0 1-1 0,0 2 0 0,1-6-15 16,3-3-29-16,-4 0-36 0,2-1-45 0,0 2-51 15,-1-1-62-15,-1 0-132 0,-4-1-394 0,-1-6 175 16</inkml:trace>
  <inkml:trace contextRef="#ctx0" brushRef="#br0" timeOffset="116059.58">5218 7452 171 0,'1'-6'233'0,"-1"6"-24"0,2-8-23 0,-2 8-20 0,0 0-19 16,4-9-10-16,0 5-24 0,6 1-30 0,7-4-38 15,10-2-43-15,6 0-40 0,3 2-42 0,3 0-33 16,14 0-98-16,-1 2-227 0,-14 1 101 0</inkml:trace>
  <inkml:trace contextRef="#ctx0" brushRef="#br0" timeOffset="116197.01">5955 7331 28 0,'8'-2'212'0,"-8"2"-6"0,10-1-10 15,-10 1-8-15,0 0-11 0,10-1-13 0,-10 1-12 16,8-2-17-16,-8 2-15 0,0 0-16 0,13-3-27 15,-6 1-29-15,2 1-40 0,4 0-28 0,-1 0-38 16,0 1-30-16,-2 0-30 0,2 2-13 0,-1 0-103 16,-2 4-253-16,0-4 112 0</inkml:trace>
  <inkml:trace contextRef="#ctx0" brushRef="#br0" timeOffset="116327.99">6121 7370 247 0,'-3'10'39'0,"3"-10"21"0,-3 10 8 0,3-10 7 16,-4 6 5-16,4-6 15 0,-5 7-13 0,5-7 15 15,-5 4 9-15,5-4-4 0,-3 7-2 0,3-7-3 16,0 0-11-16,0 0-4 0,0 0-12 0,-4 6-8 15,4-6-7-15,0 0-7 0,8 7-1 0,-2-5-2 16,3 1-29-16,4-3-20 0,9 1-46 0,7-1-31 16,7-2-35-16,16-6-136 0,-13 0-272 0,14-4 121 15</inkml:trace>
  <inkml:trace contextRef="#ctx0" brushRef="#br0" timeOffset="116548.29">6997 6970 1754 0,'1'-14'5'0,"-1"1"49"16,-1 4 2-16,-2-1-4 0,2 4-16 0,1 6 3 16,-2-13-11-16,2 13-3 0,-1-8-12 0,1 8-1 15,0 0-8-15,0 0 1 0,0 0 9 0,-2 34 6 16,2-8 2-16,1 5-1 0,0 0-1 0,-1 5 0 16,1-2 0-16,2 2-2 0,-2-2-3 0,2-1 0 0,-1-2-2 15,2 0 3-15,3-5-1 0,-4 2-8 16,3 0-20-16,-1-4-21 0,-3-7-45 0,3-1-54 15,-1-2-45-15,1 2-136 0,-1-7-340 0,0-4 150 16</inkml:trace>
  <inkml:trace contextRef="#ctx0" brushRef="#br0" timeOffset="116828.11">7202 7260 131 0,'0'0'203'0,"0"0"-21"0,0 0-14 15,0 0-19-15,0 0-10 0,0 0-14 0,0 0-9 16,0 0-9-16,0 0-15 0,0 0-8 0,3 17-2 16,-3-17-10-16,10 5-4 0,-1-1-2 0,1-4-3 15,2 0 1-15,0-3-2 0,5-1 2 0,1-1-7 16,-3-2 3-16,2 0 0 0,-4-2 6 0,-2 1-2 16,-2 0 7-16,0-2 8 0,-2 0-17 0,-2 0-5 15,-2-2-5-15,-3 0 3 0,0 0-16 0,-2-1 0 16,-3 0-10-16,-3 1-7 0,2 2 1 0,-2 0-10 15,-1 4-7-15,-1 0-10 0,-2 3-21 0,-2 0-24 16,-4 7-28-16,-2 1-20 0,2 2-30 0,2 2-30 0,0 4-35 16,3-2-169-16,2 1-391 0,2-2 174 0</inkml:trace>
  <inkml:trace contextRef="#ctx0" brushRef="#br0" timeOffset="117154.13">7550 7012 1925 0,'0'-10'116'0,"1"1"-47"16,-1 2-3-16,0 7-10 0,2-11-22 0,-2 11 0 16,0-8-9-16,0 8-8 0,0 0-12 0,1-7-2 15,-1 7-5-15,0 0 5 0,0 0 4 0,9 23 6 16,-2-7 0-16,2 10 2 0,0 2 1 0,3-2 4 16,1 4-1-16,-1-1 0 0,0-3-1 0,-1-3-1 15,1 0-2-15,-4-4 2 0,2-2-4 0,-1-3 4 16,-3-1-1-16,2-6 6 0,-2 2 6 0,-2 1 1 15,2-6 8-15,-2 1 9 0,-4-5 20 0,5 6 14 0,-5-6 19 16,7 4 11-16,-7-4-5 0,0 0 0 0,10-8-2 16,-4 0-27-16,-1-5 7 0,3-2-15 15,2-7-6-15,2-5-13 0,-2 2-8 0,4-2 6 16,0-3-14-16,3-2 2 0,-2-1-5 0,3 2-20 16,5-11-10-16,-6 12-19 0,2 4-22 0,-1 2-35 15,-1 4-33-15,-1 1-39 0,-5 7-54 0,3 1-62 16,-2 7-252-16,-3-1-558 0,-3 5 248 0</inkml:trace>
  <inkml:trace contextRef="#ctx0" brushRef="#br0" timeOffset="117305.24">8073 7229 3425 0,'-3'6'63'16,"1"-2"-16"-16,2-4-23 0,-4 11-11 0,4-11 18 15,-2 4 26-15,2-4 7 0,0 0-15 0,0 0-6 16,0 0-1-16,0 0-25 0,0 0-41 0,0 0-45 0,0 0-59 15,-7 2-91-15,7-2-108 0,0 0-191 0,0 0-562 16,0 0 249-16</inkml:trace>
  <inkml:trace contextRef="#ctx0" brushRef="#br0" timeOffset="159456.76">9007 8079 22 0,'-5'-6'163'0,"2"-3"-8"0,-1-1 0 0,2 4 11 15,2 6 0-15,-5-10-2 0,3 5-9 0,2 5-12 16,-4-11-14-16,4 11-12 0,-3-7-14 0,3 7-13 15,0 0-12-15,0 0-11 0,-4-5-7 0,4 5-10 16,0 0-5-16,0 0-5 0,0 0-7 0,0 0-3 16,14 15 0-16,-9-7-4 0,3 1-1 0,3 5-4 15,-1 1-4-15,1 1 0 0,0 0-3 0,1-1 6 0,2 6-9 16,-3-3-1-16,-2-2 1 0,5-1-1 16,-4 0-2-16,2-1-1 0,-1-2 5 0,-4-2-6 15,2 6-3-15,0-7 4 0,-2 2-3 0,0 0-1 16,1-4 0-16,-1 3 1 0,-1-4-1 0,1 1 4 15,-2-1-3-15,-1-3 0 0,1 1-3 0,-1 2 1 0,-4-6 4 16,9 7-1-16,-9-7 4 0,4 3 3 16,-4-3 7-16,0 0 6 0,0 0-8 0,0 0 10 15,0 0 2-15,7-16-1 0,-7 7-1 0,3-5-6 16,-4-5 1-16,1 0-6 0,0 0-3 0,4-6 1 0,-4-3-3 16,2 0 5-16,3 1-5 0,-2 2-2 0,-2-4-1 15,3 6 5-15,0-3-9 0,-2 2-2 16,2 5 0-16,-1 5 3 0,-1 1-4 0,-1 2-4 15,1 4-16-15,-1 2-21 0,-1 5-31 0,1-10-20 0,-1 10-32 16,6-4-2-16,-6 4-3 0,0 0 3 16,0 0-29-16,21 10-12 0,-11-1-126 0,-2 2-315 0,1 2 139 15</inkml:trace>
  <inkml:trace contextRef="#ctx0" brushRef="#br0" timeOffset="159835.93">9683 8174 171 0,'0'0'195'0,"0"0"-11"0,5-6-12 16,-5 6-11-16,0 0-15 0,0 0-11 0,0 0-18 16,0 0-12-16,0 0-13 0,0 0-8 0,0 0-11 15,0 0-5-15,-20 13-9 0,16-9-4 0,0 2-10 16,0 0-4-16,0 2-3 0,2-3-3 0,-1 2-7 15,2 1-2-15,1-8-4 0,-1 16 0 0,1-9-3 16,4 1-4-16,-1-1-1 0,2 0-5 0,2-2-1 16,0 4 1-16,0-2-1 0,3 1 3 0,-2-4-2 15,1 3 0-15,0 0-2 0,1 1 1 0,-1-4-4 16,0 0 2-16,0-2-1 0,-3 1-1 0,3 1-3 16,-4-1 3-16,3 2-1 0,-4 0-3 0,1-2-1 15,-5-3 0-15,5 6 3 0,-3-1 1 0,-2-5-3 16,3 6 2-16,-3-6-3 0,0 0 3 0,-4 15 2 15,-1-10 8-15,-1 3-10 0,-3-1-2 0,0 2-9 16,0 0-16-16,-3-4-21 0,2 3-19 0,0-3-37 16,1 1-16-16,3-3-38 0,-2 1-133 0,1 0-312 15,2-2 139-15</inkml:trace>
  <inkml:trace contextRef="#ctx0" brushRef="#br0" timeOffset="160008.07">10350 8074 99 0,'9'-3'204'0,"2"0"-18"0,0 0-17 0,0 2-20 16,2-2-13-16,0 0-15 0,1-1-35 0,3 1-40 16,0-1-37-16,4 2-36 0,-3-1-40 0,-1 3-119 15,-5 0-200-15,1 2 88 0</inkml:trace>
  <inkml:trace contextRef="#ctx0" brushRef="#br0" timeOffset="160169.84">10494 8214 168 0,'0'0'241'0,"-6"6"-18"0,6-6-12 16,0 0-8-16,-1 6-10 0,1-6-16 0,0 0-17 15,0 0-20-15,0 0-12 0,0 0-16 0,0 0-16 16,25-4-41-16,-8-3-53 0,1 2-68 0,10-5-72 15,-8 3-180-15,7-5-344 0,-1-1 153 0</inkml:trace>
  <inkml:trace contextRef="#ctx0" brushRef="#br0" timeOffset="160695.97">11364 7846 96 0,'0'0'237'16,"0"0"-25"-16,1-8-20 0,-1 8-20 0,0 0-22 16,0 0-15-16,0 0-13 0,0 0-15 0,1-6-14 15,-1 6-10-15,0 0-6 0,0 0-11 0,0 0-6 16,6 22-4-16,-3-16 10 0,1 3-7 0,3 0-7 15,1 0-1-15,2 0-8 0,-1 0-1 0,5 0-6 16,-4-1-5-16,6 2 0 0,-5 0-5 0,5-2-2 16,-5 0-4-16,-2-1-2 0,3 1-1 0,-1 0-1 0,3 1-6 15,-6-3 4-15,1 2-4 0,-3 1 0 16,4-2 0-16,-4 0-1 0,-1-1-3 0,-1 0 9 16,-2 0-9-16,1 0 1 0,-3 1-3 0,0-7 8 15,-3 16-9-15,-1-7 5 0,-3-1-2 0,1 1 2 16,-6 0-3-16,-2 0 1 0,-1-1 3 0,-2 1-7 15,-1-3 2-15,0-1-25 0,-1 0-15 0,-1-2-16 16,7-3-47-16,0-3-42 0,1-2-39 0,-1 0-158 16,1-4-366-16,4-3 162 0</inkml:trace>
  <inkml:trace contextRef="#ctx0" brushRef="#br0" timeOffset="160857.31">11446 7808 200 0,'0'0'205'15,"7"-5"-24"-15,-7 5-13 0,3-4-12 0,-3 4-20 16,8-4-10-16,-2 1-9 0,4-2-9 0,5-2-9 16,4 0-3-16,8 1-17 0,4-3-7 0,1 1-17 15,1-1-37-15,3 0-51 0,4 2-41 0,-1 1-45 16,-7 5-146-16,-1-4-288 0,-2 2 128 0</inkml:trace>
  <inkml:trace contextRef="#ctx0" brushRef="#br0" timeOffset="161157.1">11956 7771 39 0,'-6'9'139'0,"4"-3"-9"0,-1 0-2 15,-1 2 1-15,0 3-6 0,-2-1-12 16,2 0-11-16,2 0-11 0,-1 1-2 0,1 0-10 0,2 0-5 16,0-2-1-16,1 1-9 0,4-3-5 15,0 2-6-15,0-4 3 0,2 0 0 0,3-2-2 16,1 0-4-16,3-3-3 0,5-1-1 0,3-2-7 0,-3 0 0 15,3-3-4-15,-3-1 1 0,4-2-3 16,-5 0 1-16,0-1 4 0,-4 0 4 0,-1-1 2 16,-4 1-3-16,0 1 4 0,-2-3 15 0,-3 5-2 15,-1-6-8-15,-3-2 0 0,-3-1-8 0,-1 0-1 0,-3-1-7 16,-5 4-6-16,1-2-1 0,-3 3-1 0,0-1-5 16,-2 3-4-16,2 5-1 0,1 0-11 0,-3 2-17 15,-1 5-34-15,-1-1-27 0,1 5-48 16,6-2-31-16,-5 6-58 0,3 3-120 0,2-3-359 0,1 1 160 15</inkml:trace>
  <inkml:trace contextRef="#ctx0" brushRef="#br0" timeOffset="161535.87">12358 7655 2585 0,'2'-9'39'16,"0"1"10"-16,-2 8 11 0,2-10-11 0,1 4-15 15,-3 6-7-15,1-8-4 0,-1 8-11 0,0 0-3 16,2-8-5-16,-2 8-4 0,0 0-2 0,0 0 0 16,0 0 1-16,17 16-1 0,-10-7 1 0,5 4 0 15,0 3 1-15,7 7 1 0,-10-7 1 0,7 4-3 16,-3-4-1-16,-2 0 6 0,1 0-5 0,-1-1 1 16,0 2 4-16,0-4-7 0,-4-2 5 0,2-2 0 15,0 1-3-15,0 2 4 0,-3-6-4 0,-1 5 4 16,-1-5 0-16,1-1-2 0,0-1 1 0,-1 2 1 15,-4-6 5-15,7 5 3 0,-1-3-3 0,-6-2 10 16,5 6 18-16,-5-6 12 0,0 0 11 0,9-10 1 16,-2 1 0-16,1-6 1 0,4-2-2 0,-1-9-6 0,2 1 8 15,-1-5-14-15,7-14-10 0,-2 15 0 16,4-15-7-16,-4 13-5 0,-1-2-3 0,1 4 5 16,-2 1-9-16,0 3 2 0,-3 4-20 0,-4 6 8 15,1 2-27-15,-5 1-23 0,1 5-40 0,-2 2-50 0,-1 0-65 16,-2 5-63-16,4-8-238 0,-4 8-539 0,0 0 239 15</inkml:trace>
  <inkml:trace contextRef="#ctx0" brushRef="#br0" timeOffset="165059.87">12935 7960 96 0,'0'0'111'0,"0"0"-7"16,0 0-16-16,0 0-5 0,0 0-6 0,0 0 1 15,0 0-11-15,3 17 0 0,-6-8-8 0,1 1-11 16,-4 7 3-16,-1 1-3 0,-2 1 0 0,0 2-6 15,-5 3-19-15,5-6-23 0,3 0-25 0,-3-1-48 16,-5 6-93-16,5-6-179 0,3 1 80 0</inkml:trace>
  <inkml:trace contextRef="#ctx0" brushRef="#br0" timeOffset="165391.84">13823 7715 2505 0,'2'-19'-7'0,"-2"0"-1"0,0-2 9 16,0 3 6-16,0 5 2 0,-2 0-8 0,0-2 4 16,0 5 8-16,2-1 14 0,-1 3 16 0,1 8 8 15,-2-11 10-15,2 11-4 0,-2-9-3 0,2 9-10 16,0-7-13-16,0 7-1 0,0 0-11 0,0 0-3 15,0 0-2-15,0 0-5 0,0 0 4 0,11 33-4 16,-5-16-2-16,1 8 4 0,-5 1-1 0,6 1-1 16,-2 1-1-16,-2-1-2 0,1-2 2 0,-5 0 18 15,4 0-1-15,1-1-8 0,0-5 6 0,1 0-8 16,-5-1-22-16,1 0-20 0,-2 0-8 0,2-1-15 16,0 1-40-16,-2-1-21 0,-2-3-39 0,2-2-43 15,-2-1-27-15,2 0-161 0,-5-2-413 0,1 0 182 16</inkml:trace>
  <inkml:trace contextRef="#ctx0" brushRef="#br0" timeOffset="165742.31">13733 7625 28 0,'-2'-26'209'0,"0"6"-12"0,6 2-9 0,-2-1-16 15,5 2-8-15,-3 2-5 0,4 0-4 0,0 1-12 16,-1 3-11-16,3 4-12 0,0-1-15 0,3 2-12 15,-1 2-8-15,5 1-12 0,-3 3-6 0,2 4-8 16,4 0-4-16,-4 3-7 0,0 3-5 0,-3 1-4 16,3 1-2-16,-7 2-7 0,0 0-1 0,-5 4-2 15,1 1-1-15,-8 0-5 0,1 0 1 0,-7 6-4 16,3-1 3-16,-6 1-4 0,1-8-2 0,-2-1 0 16,-1-1 0-16,1-5-2 0,4 0-1 0,1-1 2 15,2-2 1-15,2-2-5 0,-1-1 3 0,1 1 0 16,4-5 1-16,-5 5-5 0,5-5-1 0,-5 5-1 15,5-5-1-15,0 0-4 0,0 0-4 0,-2 6-1 16,2-6 3-16,0 0-3 0,0 0-1 0,0 0 1 16,14 7 0-16,-8-3 2 0,3-1-2 0,3 1 1 15,-1-1-9-15,2 0-17 0,6 0-26 0,-1 1-36 16,4 0-31-16,5-2-37 0,-5-2-38 0,6 3-152 16,-6-2-375-16,-2-2 167 0</inkml:trace>
  <inkml:trace contextRef="#ctx0" brushRef="#br0" timeOffset="166072.31">14390 7644 45 0,'0'0'207'15,"-4"-11"-14"-15,4 11-8 0,-4-8-12 0,4 8-10 16,-4-7-14-16,4 7-18 0,-7-3-12 0,7 3-12 16,0 0-11-16,-25 13-10 0,16-6-9 0,0 2-8 15,0 2-7-15,0 3-7 0,-2 0-1 0,2-5-8 16,5 2-2-16,-1-1-5 0,3 1-3 0,0-2-8 15,2 2 0-15,0-4-4 0,4 3 0 0,2 0-2 16,-1-1-6-16,1-1 1 0,4 0-4 0,-1-2-1 0,0 0 2 16,2 0-2-16,-2 2-3 0,2-2 0 0,-3-1 2 15,1 2-4-15,-1-1 2 0,-2-1-5 16,-1 0-2-16,-1 0-1 0,1 1 1 0,-2-2-2 16,-3-4 1-16,0 9 2 0,0-9 0 0,-5 13 1 15,-4-6-2-15,2 2-1 0,-2 0 0 0,-7 0 2 0,1 1-1 16,1-1 4-16,3-5-4 0,0 2 4 0,-1-1-10 15,1 1-12-15,-1-2-19 0,2-2-13 0,3 2-24 16,1-2-29-16,6-2-30 0,-12 1-33 16,12-1-147-16,-13-1-336 0,13 1 149 0</inkml:trace>
  <inkml:trace contextRef="#ctx0" brushRef="#br0" timeOffset="166245.93">14663 7678 111 0,'9'-5'119'0,"2"0"-11"0,0 1-8 0,-2 0-9 0,3-1-13 15,0 4-12-15,2-2-27 0,-1 2-35 0,1-2-23 16,-3 5-37-16,0 0-52 0,-6 2-115 0,4-2 52 16</inkml:trace>
  <inkml:trace contextRef="#ctx0" brushRef="#br0" timeOffset="166369.51">14755 7775 69 0,'-3'5'122'0,"3"-5"0"0,-6 6-9 16,6-6-7-16,-5 4-10 0,5-4-12 0,-1 7-14 15,1-7 11-15,0 0-15 0,0 0-5 0,9 8-7 16,-3-7-20-16,10-2-48 0,4-1-57 0,0-1-95 16,7-5-180-16,4-1 81 0</inkml:trace>
  <inkml:trace contextRef="#ctx0" brushRef="#br0" timeOffset="166622.03">15357 7465 2134 0,'-2'-11'33'0,"1"1"77"0,0 1-36 0,1-2-27 16,-2 4 18-16,2 7 6 0,-2-12 12 0,2 12 3 16,-1-10-4-16,1 10-7 0,0 0-7 0,-1-8-12 15,1 8-5-15,0 0-13 0,0 0-5 0,0 0-2 16,0 0-7-16,8 22 0 0,-1-6 0 0,-3 3-6 15,2 0 6-15,1 5-8 0,2-5-1 0,-6-1 0 16,4 8 0-16,-3-8-3 0,2 7 3 0,-2-6-3 16,2 0 3-16,-2-3-5 0,0 1 4 0,1 1-1 15,0-4-5-15,-1 2-13 0,0 0-34 0,1 0-35 16,-3-3-38-16,1-1-31 0,-3 0-47 0,3-1-29 16,-2-1-220-16,-1 0-474 0,0-10 210 0</inkml:trace>
  <inkml:trace contextRef="#ctx0" brushRef="#br0" timeOffset="166868.03">15694 7438 18 0,'3'-10'274'0,"-2"4"-13"0,0-1-13 16,-1 7-16-16,4-9-22 0,-4 9-20 0,2-6-19 15,-2 6-24-15,0 0-16 0,0 0-12 0,0 0-6 16,0 0-2-16,3 19-7 0,-1-9-11 0,2 8-3 15,-3-1 1-15,0 0-8 0,0-1-6 0,2 2-8 16,-3 2-8-16,1-5-6 0,2 5-4 0,-2-5-5 0,-1-1-1 16,3 2 1-16,-2 0-8 0,-2 0-7 15,1-6-29-15,-3 7-36 0,-1-1-32 0,2-3-43 16,-2-4-41-16,3 4-42 0,-2-5-41 0,0 4-172 16,0-6-437-16,1 2 195 0</inkml:trace>
  <inkml:trace contextRef="#ctx0" brushRef="#br0" timeOffset="167100.4">15921 7467 39 0,'0'0'186'0,"0"0"-12"0,-6-10-5 0,6 10-11 0,0 0 2 16,-19 10-1-16,10-4-6 0,0 3-6 15,-2-1-9-15,-1 3 2 0,1 3-13 0,2-5-11 16,1 2-9-16,1-4-11 0,-1 1-9 0,2 1-8 0,2-1-8 15,1-1-10-15,1 0-5 0,0 0-4 0,2-7-4 16,0 15-4-16,2-9-2 0,1 1-2 16,1-1-5-16,5 3-16 0,3-2-37 0,2 0-36 15,5-3-56-15,9-3-51 0,0-1-49 0,-7 3-149 16,11-6-388-16,-3 2 172 0</inkml:trace>
  <inkml:trace contextRef="#ctx0" brushRef="#br0" timeOffset="167498.03">16298 7690 98 0,'0'0'260'0,"7"0"0"0,-7 0 2 0,0 0-2 16,0 0 1-16,10-3-17 0,-10 3-20 0,7-5-7 15,-7 5-5-15,5-5-12 0,-5 5-15 0,4-7-15 16,0 2-23-16,3-3-12 0,-3 2-15 16,3-3-12-16,0 2-14 0,1-3 17 0,1 0-36 0,0 2-8 15,-1-2 0-15,3-4-6 0,-5 4-8 0,2-3-7 16,0 0-18-16,-2 2 8 0,-2-1 5 15,0 1-12-15,-2-5-9 0,1 4 8 0,-3-5-8 16,2 6-11-16,-2-1 1 0,-1 2 4 0,2-1-3 0,-2 2-2 16,1 9-3-16,-1-15-1 0,2 8 0 0,-1 7-13 15,1-11-11-15,3 6-1 0,-1-1-3 0,-3 6-2 16,11-6-1-16,-3 2-3 0,1 3 3 0,2 1 3 16,1 0-3-16,0 1 1 0,0 6 5 15,-2-2-5-15,1 0 5 0,0 3 3 0,-2 1 0 0,-1 1 1 16,-2 0-3-16,-1 2 4 0,-1 0 1 0,1-2 4 15,-4 2-1-15,1-3 2 0,0 3 1 0,0 1 1 16,0-5 2-16,1 3 0 0,-3-3-4 0,2 1 6 16,1-2 0-16,1-1-3 0,-2 1-16 0,3-1-17 15,2 1-14-15,0-1-21 0,5 0-17 0,-1-4-30 16,7 1-33-16,2-3-39 0,9-5-29 0,-7 2-37 16,-2 0-157-16,6-6-450 0,-1 1 200 0</inkml:trace>
  <inkml:trace contextRef="#ctx0" brushRef="#br0" timeOffset="170319.37">17462 7629 203 0,'0'0'188'0,"0"-7"-19"16,0 7-22-16,0 0-15 0,0 0-11 0,0 0-17 15,0 0-8-15,0 0-12 0,0 0-3 0,-19 28-4 16,12-18-15-16,-6 14-6 0,0-1 3 0,-2-1-12 15,0 3-10-15,0 0-32 0,-2-1-33 0,4-3-22 16,-1 0-31-16,3-6-32 0,2 2-120 0,-1-2-253 16,3-5 113-16</inkml:trace>
  <inkml:trace contextRef="#ctx0" brushRef="#br0" timeOffset="170742.46">17546 7306 183 0,'-1'-7'171'0,"1"7"-19"0,-1-10-21 16,1 10-10-16,0 0-17 0,0 0-11 0,0 0-3 15,0 0-10-15,0 0 3 0,29 20-2 0,-19-7-2 16,3 3 0-16,6 3-13 0,-7-3-3 0,2 0-7 15,5 2 0-15,-5-3-8 0,3 4-16 0,-3-6 10 16,-1 1-10-16,2-1-2 0,-5-1 0 0,3 0 2 16,-4-2-10-16,0-1-2 0,1 0 5 0,-1-3-13 15,-1 3 11-15,1-4-4 0,-2 2-7 0,-1-2 1 16,0 0-1-16,-1-2 2 0,0 1 2 0,-1 0-3 16,-4-4 8-16,0 0 10 0,9 2-2 0,-9-2 4 0,0 0-4 15,9-15-1-15,-7 6-3 0,2-8-3 0,-3 2-2 16,2-6-2-16,-1-3-4 0,1-3 5 15,-2 0-4-15,3-1 1 0,0-2-1 0,-2 1-3 16,1-1 0-16,0 1-5 0,0 4 3 0,0 6-4 0,0 3-5 16,-2-1 0-16,1 5-12 0,-2 3-18 0,2 3-32 15,-2 6-33-15,1-14-37 0,3 10-23 0,-4 4-4 16,0 0-6-16,10 0 1 0,-10 0-96 0,8 10-282 16,-4 0 125-16</inkml:trace>
  <inkml:trace contextRef="#ctx0" brushRef="#br0" timeOffset="171057.3">17983 7442 27 0,'3'5'125'16,"-3"-5"-2"-16,0 0-7 0,0 0 8 0,14-5-17 16,-14 5-1-16,17-1-8 0,-7-3-5 0,1 2-9 15,2-1-11-15,0 0-3 0,-3 2-8 0,0 0-9 16,-2 1-7-16,1-2-7 0,-9 2 0 0,11 0-2 15,-11 0-4-15,11 0-7 0,-11 0 2 0,8 6-11 16,-5-2 2-16,-3-4 1 0,3 10 0 0,-5-3 4 16,2-7-3-16,-6 18-2 0,0-6 4 0,-2 1-12 15,0 2 9-15,-2 3 3 0,-1-4-1 0,0 1-2 16,0 9 0-16,-1-8 5 0,2-1-11 0,1-2 1 16,2-3-2-16,3 1-1 0,0-1-8 0,1-1 5 15,2 0 5-15,1-1-4 0,0-8-2 0,5 10 3 16,-1-5-4-16,6-1-3 0,2-2-19 0,4-4-22 15,5-2-43-15,7-3-49 0,0 1-30 0,1-4-94 16,1-4-273-16,3-2 121 0</inkml:trace>
  <inkml:trace contextRef="#ctx0" brushRef="#br0" timeOffset="171373.86">18588 7349 115 0,'7'-7'175'16,"-7"7"-12"-16,8-5-22 0,-3 1-5 0,2 0-20 16,4 2-14-16,1-4-11 0,2 3-7 0,-3 0-24 15,2 2-25-15,0 0-30 0,-2-1-17 0,2 2-28 16,-1 2-20-16,-2-1-12 0,-3 3 0 0,0-2 6 16,-3 3-1-16,-4-5 7 0,3 10 4 0,-3-10 5 15,-3 12 13-15,-1-7 14 0,-3 3 16 0,-1-1 16 16,-1 0 13-16,1 0 9 0,-2-1 13 0,1 2 8 15,0-1 0-15,0-2 5 0,0 1 12 0,4-2-10 16,1-1 2-16,-3-1-2 0,7-2-1 0,-6 5-8 16,6-5-5-16,0 0 0 0,-7 5-6 0,7-5 1 15,0 0-1-15,0 0-6 0,17 3-2 0,-5-5-15 16,4-2-18-16,2-1-20 0,9-2-32 0,-1 0-25 16,-1-1-30-16,2-1-93 0,-9 5-220 0,1-5 98 0</inkml:trace>
  <inkml:trace contextRef="#ctx0" brushRef="#br0" timeOffset="171599.61">18980 7151 16 0,'-1'-9'191'0,"0"3"-7"0,1 6 0 0,-2-11-6 0,2 11-9 16,-1-10-15-16,1 10-17 0,0 0-19 16,-3-5-16-16,3 5-12 0,0 0-10 0,0 0-3 15,0 0 5-15,6 25 11 0,-2-9-3 0,-3 4-2 0,0-1-7 16,0 6-6-16,2 1-1 0,-3 0-12 0,0-7-4 15,-3 1-3-15,2 3-3 0,1-2-7 0,0-3-1 16,0-1-5-16,0 1-11 0,0-1-28 0,0-5-28 16,0 0-19-16,0-1-27 0,4 1-40 0,-2-2-37 15,1-1-26-15,-1 0-14 0,0-1-120 0,0-2-337 16,-2-6 150-16</inkml:trace>
  <inkml:trace contextRef="#ctx0" brushRef="#br0" timeOffset="171867.39">19128 7396 67 0,'0'0'176'0,"4"-4"-17"16,-4 4-15-16,0 0-16 0,0 0-14 0,0 0-10 16,0 0-8-16,0 0-11 0,0 0-6 0,0 0-10 15,15 5 0-15,-15-5 3 0,7 8-7 0,-2-6-5 16,-5-2-4-16,8 7 3 0,-1-6-5 0,-7-1 10 16,12 2-5-16,-6 0-3 0,-6-2-2 0,16-2-1 15,-16 2 1-15,11-3-2 0,-3-1 3 0,-1 1 12 16,0 0 7-16,-2-1-1 0,0-1-6 0,-1 0-5 15,-1-2 0-15,-3 7 0 0,5-13-4 16,-3 6-3-16,-2 7-2 0,-2-13-9 0,-1 5 1 0,3 8-10 16,-4-15-2-16,0 9-9 0,1 2-11 0,-5-4-16 15,-2 5-19-15,-1 0-23 0,0 2-26 0,-2-1-24 16,2 4-45-16,-1-1-42 0,1 2-45 0,0 0-131 16,0-1-388-16,3 0 173 0</inkml:trace>
  <inkml:trace contextRef="#ctx0" brushRef="#br0" timeOffset="172253.9">19430 7135 64 0,'0'0'268'16,"1"-13"-13"-16,-1 13-16 0,0 0-24 0,0-8-21 15,0 8-24-15,0 0-21 0,0 0-17 0,0 0-13 16,0 0-7-16,13 22-14 0,-5-5-10 0,-1 1-4 15,2 6-12-15,4 2-5 0,-4-2-8 0,-1-8-5 16,-1 4-7-16,2-2-2 0,0 1-3 0,-2-4-5 16,-1 0-3-16,4-2-4 0,-5-1-1 0,3-3-5 15,-4 1-2-15,1-2 0 0,3-1-2 0,-6-1-2 16,1-2 2-16,-3-4 3 0,5 7 14 0,-3-3 17 16,-2-4 13-16,6 7 23 0,-6-7 17 0,0 0-4 15,0 0-13-15,0 0-6 0,11-15-5 0,-8 6-1 16,4-6-17-16,0 1 6 0,2-1-16 0,1-9-3 15,3 0-10-15,-2-2 3 0,1 0-8 0,-1 0-4 16,-1 2-4-16,-2 0 1 0,-2 8 9 0,2-2-11 16,0 4 15-16,-3-2-12 0,0-1-26 0,-1 7 6 15,0-2-4-15,0 5-6 0,-2-2-32 0,-1 3-32 16,-1 6-37-16,4-11-49 0,-4 11-55 0,3-4-42 16,-3 4-18-16,0 0-28 0,0 0-173 0,0 0-508 15,0 0 225-15</inkml:trace>
  <inkml:trace contextRef="#ctx0" brushRef="#br0" timeOffset="174527.87">8958 9222 16 0,'-6'-5'128'0,"6"5"8"0,0 0-18 0,-4-6-11 15,4 6-19-15,0 0-8 0,0 0-9 0,0 0 0 16,13-8-12-16,-2 4-3 0,7-3-11 0,9-1-2 16,1 1-14-16,4-3-3 0,-3-1-15 0,3 4-14 15,-1 0-23-15,-3 1-18 0,-7 3-17 0,-2-1-25 16,-6 3-58-16,-1-1-156 0,-1 0 69 0</inkml:trace>
  <inkml:trace contextRef="#ctx0" brushRef="#br0" timeOffset="174908.07">9140 9165 61 0,'0'0'88'0,"0"0"4"0,2 13-13 0,-2-13-2 15,4 21 18-15,-1-3-7 0,1 1 2 0,1 6-3 16,2 4 0-16,-4-2-12 0,2 1-9 0,0-1-13 16,-1 1 4-16,0-4-5 0,1 0-6 0,0-4-4 15,-1-1-5-15,-2 0 4 0,1-2-8 0,0-1-11 16,-1 0 6-16,-2-4-2 0,0-1-4 0,0-1 0 0,0-1 2 16,0 3-5-16,0-4 0 0,0-8 1 15,-5 14-7-15,1-8 2 0,0 0-1 0,-2 2-2 16,0-5-2-16,0 2-2 0,-4-2 2 0,1 0-2 0,-1 0-2 15,1 0 5-15,-2-3-5 0,3 0 5 0,8 0-8 16,-13 0 11-16,13 0-1 0,-11 0 3 16,11 0 2-16,-9 0 3 0,9 0-3 0,0 0 0 15,0 0-3-15,-12 0-6 0,12 0 6 0,0 0-12 0,0 0 1 16,0 0 8-16,0 0-6 0,0 0-1 0,0 0 4 16,0 0-15-16,32-6 11 0,-14 3-3 0,1-1-21 15,3-2-22-15,6-1-26 0,3 2-23 16,-2-4-31-16,2-1-30 0,-3 2-80 0,3-4-249 0,-5 3 110 15</inkml:trace>
  <inkml:trace contextRef="#ctx0" brushRef="#br0" timeOffset="175229.74">9499 9472 71 0,'0'0'135'16,"0"0"-10"-16,-3-7-17 0,3 7 2 0,0 0-8 15,0 0-10-15,0 0-8 0,21-5-11 0,-13 3-7 16,4-1-4-16,0 2-9 0,-1 2-6 0,1-1 0 16,-1 1-6-16,1 1-7 0,-3 1 0 0,-2 0-6 15,0 0-3-15,-2 1 0 0,0 3-7 0,-3 1-2 16,1 3-2-16,-4 1 0 0,-4 2 0 0,-2 2-9 16,1 3 3-16,-3-2-1 0,-5 4 8 0,0 0-1 15,2-3-7-15,0-2 10 0,1-2-8 0,0 2 10 16,1-2-11-16,3-2-1 0,1-2 4 0,1-1 1 15,1-4-13-15,1 3 8 0,2-1-4 0,1-7 9 16,3 10-5-16,-1-5 2 0,3-1 1 0,2-1-3 16,6-2-4-16,0-1 4 0,6 0-25 0,2-1-23 15,9-3-15-15,-1-2-26 0,0-4-11 0,1 1-17 16,-1-2-98-16,-1-2-223 0,-1-1 99 0</inkml:trace>
  <inkml:trace contextRef="#ctx0" brushRef="#br0" timeOffset="175765.8">9898 9531 98 0,'-4'-5'113'0,"4"5"-9"0,0 0-2 15,0 0 4-15,0 0-18 0,-5 16 0 0,5-16-2 0,-2 14-9 16,1-6-9-16,0 2 7 0,1-1-8 0,-1 1 0 16,1-2 3-16,0-8-8 0,-2 14 4 15,1-8-10-15,1-6-11 0,0 10 3 0,0-10 0 16,0 8-2-16,0-8 7 0,0 0 11 0,-1 8 7 15,1-8 16-15,0 0 7 0,0 0 6 0,0 0 8 0,-2 7 1 16,2-7 7-16,0 0-23 0,0 0-3 0,0 0-12 16,0 0-4-16,0 0 9 0,-19-19-10 0,15 13-4 15,1-2-10-15,0-2-6 0,0 0-3 0,3-3-8 16,0 2-5-16,2-8-9 0,0 3-1 0,2-3-4 16,4 4-4-16,0-2-2 0,-1 7-6 0,-3 0-3 15,4 0 1-15,-1 2-1 0,0 4-1 0,-1 0-7 16,3 1 2-16,3 0-4 0,-2 5 0 0,-1 0-3 15,1 3 5-15,0 1-5 0,0 0-1 0,-1-1 3 16,2 3-1-16,-5 1 1 0,0-1 2 0,0 1 0 16,-1 0-1-16,0 0-3 0,0-1 3 0,-4-2-1 15,2 2 0-15,-2-3 1 0,-1-5 3 0,2 10 0 16,-2-10 2-16,0 9-1 0,0-9 0 0,0 0 1 16,0 8 0-16,0-8 2 0,0 0 0 0,0 0 0 15,0 0 2-15,0 0-9 0,0 0 0 0,0 0-7 16,0 0 0-16,0 0-12 0,4-25 3 0,0 15-9 15,1-1 4-15,3-4-1 0,-3 6 8 0,1-2-3 16,2 2 2-16,0 0-2 0,1 2 1 0,-2 3-2 16,-1-1 3-16,-1 3 0 0,-5 2 6 0,15-1-4 15,-9 1 3-15,-6 0 2 0,19 7-4 0,-7-2 2 16,-3 1-3-16,0 1-9 0,-1 2-11 0,-1 1-15 16,0 1-35-16,0 1-41 0,1-3-28 0,1 6-31 15,-3-5-31-15,3 0-132 0,-2 0-377 0,-1-2 166 16</inkml:trace>
  <inkml:trace contextRef="#ctx0" brushRef="#br0" timeOffset="176120.79">10461 9405 14 0,'0'0'185'0,"-9"0"-7"0,9 0-20 0,-11 5-3 16,3 4-15-16,-1 0-5 0,3 2-13 0,-3 0-15 15,2 2-9-15,2-2-9 0,-1 1-6 0,3-2-14 16,1 0 1-16,1-1-11 0,1-1-6 0,1 0-1 16,-1-8-9-16,1 13-3 0,3-7-1 0,0-1-6 15,0-1-1-15,1 0-7 0,-5-4-2 0,6 5-2 16,-6-5 4-16,8 3-4 0,-8-3-1 0,0 0-1 16,12-7-4-16,-6 2 1 0,-2-3-3 0,-1 3 5 15,3-2-5-15,-3-4 1 0,2 3 0 0,-2 1-4 16,1 0 0-16,-2 1 5 0,1-1-1 0,-3 7 3 15,4-6-5-15,-4 6-5 0,2-5-3 0,-2 5-1 0,0 0 8 16,0 0-11-16,8-1 2 0,-8 1 0 0,0 0 3 16,13 10-3-16,-8-5 1 0,1 3 3 15,1-1-4-15,1 2 2 0,2-1 1 0,-3 1-5 16,3-2-31-16,-1 0-33 0,-1 1-44 0,4-3-49 0,-2 2-175 16,-3-3-357-16,4-1 158 0</inkml:trace>
  <inkml:trace contextRef="#ctx0" brushRef="#br0" timeOffset="176473.9">10626 9399 173 0,'0'0'223'0,"-4"-9"-19"16,4 9-18-16,-1-7-22 0,1 7-14 16,0 0-17-16,0 0-12 0,0 0-10 0,0 0-10 15,0 0-6-15,17 4-10 0,-7 2-7 0,-3-2-9 0,3 2 0 16,1 1-7-16,-2 0-11 0,1 0-12 0,-1 0-30 15,0 1-25-15,0-1-29 0,-1-2-25 0,0 0-20 16,-1 0-20-16,-2-1-10 0,0 0-2 0,-1 0 3 16,-4-4 2-16,9 4 17 0,-9-4 8 0,0 0 10 15,6 1 8-15,-6-1 22 0,0 0 8 0,0 0 7 16,0 0 18-16,5-17 3 0,-5 10 26 0,0 7 4 16,-1-15 14-16,1 15 18 0,-1-13 5 15,0 7 18-15,1 6 13 0,-3-10 5 0,3 10 2 16,-1-7-9-16,1 7-7 0,0 0-14 0,0 0-5 0,0 0-3 15,0 0 3-15,-14 12 4 0,4 2 1 0,-2 4-3 16,-5 4-2-16,1 2-5 0,-2 1-7 0,0-2-3 16,0 0-4-16,0 0-10 0,4 0-26 0,-1-2-28 15,5-6-33-15,2-1-67 0,-2 0-179 16,5-4-331-16,2-4 146 0</inkml:trace>
  <inkml:trace contextRef="#ctx0" brushRef="#br0" timeOffset="176654.55">11328 9271 107 0,'6'-3'229'16,"2"-2"-25"-16,2 2-32 0,-1-1-36 0,2 2-36 15,1-1-47-15,-1 1-54 0,0 0-39 0,1 2-42 16,-1 3-65-16,-3-1-159 0,-1 2 72 0</inkml:trace>
  <inkml:trace contextRef="#ctx0" brushRef="#br0" timeOffset="176785.48">11402 9407 32 0,'0'0'145'0,"-3"7"-13"0,3-7-15 16,0 0-7-16,0 0-10 0,0 0-10 15,0 0-6-15,14 4-12 0,-7-4-26 0,4-1-24 16,7-4-36-16,1 0-48 0,8-5-84 0,0 1-158 0,-3-2 70 15</inkml:trace>
  <inkml:trace contextRef="#ctx0" brushRef="#br0" timeOffset="177155.77">11875 9041 160 0,'0'0'195'16,"7"-6"-8"-16,-5 2-18 0,-2 4-13 0,0 0-9 15,7-7-15-15,-7 7-7 0,11 0-11 0,-11 0-7 0,12 4-11 16,-5 0-10-16,-1-1-3 0,3 3-8 0,-4-1-4 16,2 1-7-16,-2 1-9 0,0 2 0 0,-3 0-4 15,0-2-6-15,-2 0-3 0,0-7-4 0,-2 18-4 16,2-10-1-16,-2-1-7 0,-2-2 3 0,3 3-8 16,1 2 1-16,-3-4-1 0,3-6-3 0,-1 12-1 15,0-4-5-15,1-8-4 0,1 11-2 0,1-4-3 16,0-1-8-16,-2-6 1 0,5 9-5 0,1 0-1 15,0-2 1-15,0-3-1 0,1 3 5 0,-1 1-4 16,2 1 1-16,-3-3-4 0,3 2 9 0,-4-1-3 16,1 0 1-16,-1 0-7 0,0 1 6 0,-3-2 5 15,-1 4-1-15,-1-2 0 0,-3 1-2 0,-2 0 2 16,-1 2 4-16,-4 1-7 0,-5-1 9 0,-3-3-3 16,3 3 0-16,-3-2-1 0,-5 4-10 0,5-4-16 15,1-2-19-15,-2 0-16 0,3 1-24 0,4-4-28 16,3-3-32-16,5 1-172 0,-4-2-342 0,9 0 152 15</inkml:trace>
  <inkml:trace contextRef="#ctx0" brushRef="#br0" timeOffset="177992.01">12123 9055 200 0,'7'-6'217'16,"1"-2"-3"-16,0 2-9 0,-2 3-15 0,2-1-17 15,-3 2-16-15,-5 2-16 0,16 0-9 0,-7 2-14 16,0 2-8-16,0 3-12 0,2-1-6 0,-2 3-9 16,-2 0-9-16,2 2-8 0,-5 1-3 0,1-2-3 15,-1 7-5-15,-2-1-5 0,-4 0-6 0,-2-1-3 16,0 0-3-16,1-3-4 0,-8 2 0 0,6 2-4 16,-4-4-5-16,3-2-3 0,-2-2-2 0,4-1-5 0,0 0 2 15,0-3-3-15,3 2-2 0,1-6-1 16,-4 7-2-16,4-7 1 0,0 0-4 0,0 8 2 15,0-8 1-15,0 0-2 0,15 1 0 0,-3-5-4 16,6 2-11-16,2-1-19 0,9-4-24 0,0 0-18 0,1-2-30 16,-1-1-18-16,0 0-19 0,1 0 6 0,1-2 12 15,1 2 2-15,-1-2 1 0,0-1 13 0,-2 2 13 16,-4 0 3-16,-9 4 18 0,2 0 17 16,-7 1 13-16,-4-1 19 0,-1 4 11 0,-2-1 21 0,0-3 8 15,-2 1 1-15,0-2 20 0,-2 8 6 0,0-10 17 16,0 10 6-16,0 0 5 0,-3-13 7 0,3 13 2 15,0 0-6-15,0-7-9 0,0 7-8 0,0 0-11 16,0 0-10-16,0 0-2 0,0 0-3 0,0 0-6 16,0 0 0-16,0 0-1 0,0 32 0 0,0-21 4 15,-2 1-4-15,2 1 2 0,-3-2 2 0,3-1 0 16,0 2-5-16,-2-5 0 0,2-7-3 0,2 14 2 16,-2-8 10-16,0-6 5 0,0 9 11 0,0-9 6 15,0 0 9-15,0 0 8 0,-2 9 2 0,2-9 17 16,0 0-21-16,0 0-5 0,0 0-10 0,0 0-7 15,0 0-5-15,0 0-3 0,-11-27-1 0,11 27-3 16,-4-17-1-16,4 7-11 0,2-3-3 0,2-4 0 16,1-1-8-16,-1 0 4 0,4 0-5 0,2-4-8 15,4 0-4-15,-2 5-8 0,1 2 0 0,5 2-3 16,-3-2 7-16,-1 3-3 0,3 4-3 0,-5 3-2 16,4 0 0-16,-2 4-4 0,-2 1-2 0,2 2 3 15,-3 1 2-15,2 2-1 0,-1-1 1 0,-3 3 0 16,0 1 1-16,1 0 9 0,0 1-8 0,-5-2-3 15,1 2 1-15,2 1 3 0,-4 0 2 0,0-4 1 16,1 0-1-16,-3-2 6 0,-2-4-1 0,2 12-2 16,-2-12-1-16,2 6 6 0,-2-6-5 0,0 0 3 15,-4 9 4-15,4-9-1 0,0 0 1 0,-9 3-6 16,9-3 2-16,0 0 7 0,0 0-7 0,-14-8-12 16,14 8 0-16,-6-9-3 0,6 3-5 0,-3-2-8 15,6-2-6-15,-1-3-4 0,0 2-1 0,4 1 1 16,2 0 1-16,1 0 2 0,-3 1 5 0,3 2 0 15,1 2-1-15,-4 1 3 0,1 1-1 0,1 1 3 16,-8 2 3-16,16 2 0 0,-9 0 0 0,3 2 4 16,-2 2 0-16,-3-2 2 0,1 5 0 0,1-1 3 0,0 2-3 15,-4-2-11-15,1 5-21 0,-2-3-29 16,2 2-40-16,-4-2-46 0,1-1-52 0,1 1-204 16,-2-3-451-16,0-7 200 0</inkml:trace>
  <inkml:trace contextRef="#ctx0" brushRef="#br0" timeOffset="178413.75">13331 9006 104 0,'0'0'181'0,"0"0"-9"0,0 0 2 0,0 0 0 16,-2 20-10-16,2-20-6 0,-5 21-21 0,3-10-7 15,-1 2-12-15,3-6-6 0,-2 3-4 0,0 1-13 16,2-4-2-16,0-7-12 0,-2 11-8 15,1-5-10-15,1-6 6 0,-2 8-8 0,2-8 3 0,0 0 9 16,0 0 22-16,0 0 2 0,0 0 8 0,0 0 3 16,0 8 2-16,0-8-23 0,0 0 2 0,0 0-9 15,0 0-12-15,-4-25-6 0,4 16-6 16,-2-3-5-16,4 0-1 0,0-5-12 0,2-1-3 0,3-7-6 16,-1 0-1-16,4-2-5 0,1 0-13 0,1 1-1 15,-3 0 11-15,4 1-15 0,1 1-4 0,-6 8 3 16,4 1 0-16,-5 4-2 0,-1 2-2 0,1 1-3 15,-3 3 1-15,2 2-7 0,0 0 1 0,-6 3-3 16,11 0 2-16,-2 5-1 0,2 1 1 0,-4 3-2 16,0 3 1-16,7 2 3 0,-6 1 1 0,1 1 1 15,-3 1-1-15,4-1 6 0,-5 2-1 0,1-4-1 16,-2-2 2-16,1 2-2 0,0-2 2 0,0 0 1 16,-3-2-1-16,2 2-1 0,0-3 2 0,1 0-22 15,-5-2-21-15,4-1-34 0,-2 1-34 0,0 1-42 16,-2-8-31-16,3 8-28 0,-3-8-37 0,-3 8-172 15,3-8-454-15,0 0 200 0</inkml:trace>
  <inkml:trace contextRef="#ctx0" brushRef="#br0" timeOffset="178557.07">13365 9045 24 0,'-9'-2'256'0,"9"2"-23"15,0 0-5-15,0 0-9 0,-8-3-13 0,8 3-17 16,0 0-19-16,0 0-18 0,0 0-19 0,19-14-36 15,-3 5-34-15,8-3-59 0,7 0-75 0,3-3-89 16,3 1-131-16,-6-1-314 0,1-1 138 0</inkml:trace>
  <inkml:trace contextRef="#ctx0" brushRef="#br0" timeOffset="190795.7">24497 10028 47 0,'0'0'140'0,"0"0"-7"15,-1-11-13-15,1 11-9 0,0 0-16 0,0 0-8 16,1-8-11-16,-1 8-11 0,0 0-2 0,0 0-9 16,0 0-9-16,0 0-9 0,0 0-2 0,4 24 0 15,-5-11-2-15,1-1-2 0,1 2-5 0,-2 4-2 16,-2-2-1-16,0 1-2 0,1-1 0 0,1 1-6 16,1-2-1-16,0 2-1 0,-3-2 1 0,3 1-6 15,-1 1 1-15,0 0 1 0,-2-1 0 0,3 0-22 16,-2-1-13-16,1-5-17 0,-1 3-22 0,-1 0-15 15,1-4-21-15,-1 1-78 0,-3 0-193 0,2 0 86 16</inkml:trace>
  <inkml:trace contextRef="#ctx0" brushRef="#br0" timeOffset="191063.86">24444 9990 90 0,'6'-25'98'0,"-2"6"-1"15,2 4-3-15,3-2-18 0,-1 2 0 0,2 2 2 16,-1 4-16-16,2 1-3 0,2 2-7 0,4-1-6 0,-6 6 1 16,1 0-8-16,-1 1-2 0,1 2-6 0,-4 3 2 15,0-1-10-15,1 6 3 0,-3 0-2 16,-4 1-8-16,-1 6 6 0,1 1-2 0,-5 1-9 0,-1 0 5 16,0-2-5-16,-2 7 7 0,-1-8-3 0,-4 1-2 15,0 0 0-15,0-2-1 0,-1-1 2 0,0 0-6 16,2-3 4-16,1-2 2 0,-1 1-8 0,1-3-6 15,0 2-27-15,0-2-16 0,2-2-22 16,1-1-19-16,1 2-22 0,0-2-58 0,1-1-178 0,4-3 78 16</inkml:trace>
  <inkml:trace contextRef="#ctx0" brushRef="#br0" timeOffset="191324.22">24748 10150 35 0,'0'0'120'0,"10"-1"-7"0,-10 1-20 16,10 0-4-16,-10 0-13 0,9 3 2 0,-9-3-10 16,0 0-26-16,8 6 19 0,-7-3-11 0,-1-3 0 15,0 10 3-15,0-10-1 0,-6 16-3 0,-1-7-3 16,1-1 4-16,2-1-4 0,-5 3-6 0,3-2 1 16,-1-1-7-16,2 0 0 0,3 0-6 0,-2 0-1 15,3-2-2-15,1-5-1 0,-2 13-9 0,2-13 2 16,4 10-1-16,0-7 3 0,2 0-6 0,5 1 0 15,0-2-2-15,3-2-19 0,5-1-26 0,3-1-16 16,5-2-30-16,2-1-15 0,-1-2-19 0,-2 0-78 16,-4 1-207-16,5-4 93 0</inkml:trace>
  <inkml:trace contextRef="#ctx0" brushRef="#br0" timeOffset="191479.02">25263 10122 29 0,'5'-5'128'0,"1"1"-1"0,-1-1-8 0,2 3-3 15,-7 2-7-15,11-6-14 0,-4 3-6 0,-2 0-9 0,-5 3-6 16,13-4-9-16,-7 3-12 0,-6 1-20 0,11 0-18 16,-11 0-14-16,12 2-29 0,-8 1-5 0,-4-3-9 15,5 7-23-15,-5-1 3 0,0-6-19 0,-5 15-56 16,1-8-149-16,0 4 65 0</inkml:trace>
  <inkml:trace contextRef="#ctx0" brushRef="#br0" timeOffset="191581.89">25324 10175 345 0,'-6'8'-11'0,"1"1"9"0,-1-1 3 15,0-1 7-15,0 1 8 0,1-2 8 0,2 1 0 16,0-2 1-16,-2 1 0 0,5-6 1 0,-4 8 1 15,4-8 12-15,0 8 0 0,0-8 5 0,9 4 2 16,-2-3-15-16,7-1 5 0,5-3-25 0,9-2-31 16,7-1-26-16,4-1-69 0,-1-1-124 0,0-2 54 15</inkml:trace>
  <inkml:trace contextRef="#ctx0" brushRef="#br0" timeOffset="191952.84">25954 9900 195 0,'6'-3'188'0,"1"2"-21"16,-7 1-14-16,14 1-5 0,-1 1-8 0,-4 2-15 16,3 3-12-16,0-2-8 0,2 4-12 0,-1 3-9 15,-2 3-7-15,1 1-9 0,-1-1-4 0,-2 0-7 16,1 0-6-16,1-1 0 0,-1-1-10 0,-4 2-4 15,2-4-4-15,-3 1-3 0,-1 0-3 0,1-1-1 0,2-3 2 16,-1 1-8-16,-5-3 3 0,0 0-5 16,2 0 0-16,-3-6 1 0,4 9-5 0,-4-9 15 15,2 5 16-15,-2-5 11 0,0 0-9 0,0 0 0 16,0 0-1-16,0 0 5 0,14-21-2 0,-9 11-5 0,-3-2-3 16,2-4-7-16,3-3-2 0,-1-6-1 0,-3 8-4 15,4-2-4-15,2-4-1 0,-1-4-2 0,4 3-5 16,-1-1-7-16,2 1-12 0,-3 1-3 0,1 6-10 15,-1 1-8-15,0 3-18 0,-5 2-27 0,3 1-31 16,-1 3-38-16,0 1-23 0,-2 3-19 0,1-1-16 16,1 2-126-16,-7 2-349 0,16 0 154 0</inkml:trace>
  <inkml:trace contextRef="#ctx0" brushRef="#br0" timeOffset="192345.78">26519 10010 43 0,'0'0'192'0,"0"0"-11"16,0 0-11-16,0 0-10 0,15-3-19 0,-15 3-7 15,12-7-19-15,-5 4-12 0,2 0-6 0,3-1-17 16,-2 1-6-16,2-2-10 0,1 1-14 0,-2 0-10 16,3 2-12-16,-3 1-4 0,1-3-12 0,-6 2-2 15,1 1-5-15,-7 1 0 0,11-3-2 0,-11 3 0 16,12 0 0-16,-12 0 0 0,0 0 2 0,8 3-4 15,-8-3-1-15,3 5 2 0,-3-5-2 0,0 0-6 16,4 7 6-16,-4-7-4 0,0 12 3 0,-2-5 2 16,0 3 2-16,-3-1-3 0,-1 3 1 0,-2 3 3 15,2-1-1-15,-5 0 7 0,0 1 1 0,-3 1 4 0,-4 4-6 16,-2-1 4-16,2 0 1 0,2-4 4 0,0-1-2 16,3 0-6-16,-1-1 5 0,5-4-1 15,-1 0 1-15,3-4-1 0,-3 3 9 0,6-3 4 0,2-2 1 16,2-3-2-16,-7 6-3 0,7-6 1 0,-4 5-3 15,4-5-2-15,0 0-2 0,0 0 3 16,0 0-1-16,13 5 3 0,-2-7-7 0,9-3 2 16,1 1-9-16,8-4-24 0,0 1-24 0,-1 1-29 0,3-3-42 15,-3 2-42-15,-5 2-155 0,-5 0-333 0,0-1 148 16</inkml:trace>
  <inkml:trace contextRef="#ctx0" brushRef="#br0" timeOffset="192513.48">26926 10049 98 0,'9'-4'164'16,"-4"1"-19"-16,-5 3-16 0,9-5-4 0,-3 4-23 16,-6 1-27-16,14-1-35 0,-8-1-46 0,-6 2-44 15,11 2-87-15,-11-2-149 0,10 1 65 0</inkml:trace>
  <inkml:trace contextRef="#ctx0" brushRef="#br0" timeOffset="192763.89">27315 9783 123 0,'-1'-6'223'0,"1"6"-9"0,-4-10-13 16,4 10-11-16,-4-9-12 0,4 9-21 0,-2-8-16 16,2 8-14-16,0 0-10 0,11-8-15 0,-1 5-11 0,4 1-9 15,4-2-11-15,9 0-13 0,0 1-20 16,0-1-15-16,2 1-18 0,-1 2-24 0,-1 0-28 16,-6-1-18-16,-2 1-28 0,1 0-29 0,-11 2-23 15,2-1-19-15,-4 0-84 0,-7 0-269 0,9 1 120 0</inkml:trace>
  <inkml:trace contextRef="#ctx0" brushRef="#br0" timeOffset="193136.74">27461 9749 86 0,'0'0'142'0,"0"0"-22"0,0 0-4 0,-8 5-14 16,8-5 2-16,-2 7-1 0,0-1 6 0,2-6-11 15,-2 16-2-15,2-5-5 0,0 2 3 0,-2 3-5 16,2-2-7-16,-1 3-5 0,-1 0-11 0,3-1 3 15,-1 2-13-15,0-1-1 0,1 0-6 0,-1-5-8 16,1 1-1-16,-1-1-6 0,0-1 0 16,2-1-7-16,-2 0 0 0,0-3-6 0,2-1 2 0,-2-6-1 15,2 11 1-15,-2-11-6 0,0 8-2 0,0-8 0 16,-2 9 0-16,2-9-5 0,-6 5-13 0,6-5-9 16,-9 5-11-16,2-3 1 0,-3-1-7 0,2 0-1 15,-3-1-1-15,-1 3-3 0,2-4 4 0,-1-1 9 16,1 2-2-16,-1 0-3 0,11 0 11 0,-14 2-1 15,14-2-2-15,-11-2 5 0,11 2 1 0,0 0 1 16,-9 0-1-16,9 0 10 0,0 0-7 0,-9 3 10 16,9-3 3-16,0 0 11 0,0 0 2 0,0 0-2 15,0 0 8-15,0 0-5 0,24 7-1 0,-12-7-3 16,2 0-3-16,4-1-4 0,3-1-5 0,0 0-25 16,8 0-29-16,-8-1-34 0,-2-1-34 0,0 4-40 15,-6-3-87-15,-1-1-267 0,-1 1 118 0</inkml:trace>
  <inkml:trace contextRef="#ctx0" brushRef="#br0" timeOffset="193424.05">27562 9936 78 0,'10'-3'145'0,"3"3"-3"16,-2-2-9-16,2 2-2 0,0 0-9 15,-2-2-3-15,1 2-15 0,-3 2-2 0,2 0-13 16,-2-2-11-16,-4 3-6 0,1 0-8 0,-2 1-2 0,-4-4-8 15,7 9-1-15,-7-3-3 0,0-6 10 0,-2 13-3 16,-1-7-3-16,-5 4-3 0,4-2 2 0,-6 2-1 16,2-1-4-16,1 1-3 0,-2-3 1 0,-1 3-2 15,2-2-1-15,3-1-2 0,-1-1-6 0,3 0-5 16,-2 0-1-16,1-1-1 0,4-5-4 0,-5 8-2 16,5-8-2-16,1 9-2 0,-1-9 2 15,9 8-1-15,0-4-6 0,0-3-14 0,7-1-28 16,4 1-23-16,-2 0-22 0,1-2-32 0,0-1-26 0,1 0-18 15,-2-3-25-15,-6 1-114 0,1 1-313 0,-1-2 140 16</inkml:trace>
  <inkml:trace contextRef="#ctx0" brushRef="#br0" timeOffset="194012.48">27907 9994 25 0,'0'0'121'16,"5"-6"-3"-16,-5 6 9 0,4-5 0 0,-4 5 1 15,0 0-11-15,5-5-7 0,-5 5-12 0,0 0-7 16,0 0 1-16,0 0-3 0,0 0 3 0,9 10-4 15,-9-10-5-15,2 8-7 0,0-1 1 0,-1 0-2 16,-1-7-3-16,2 12-4 0,-2-6-5 0,0-6-5 16,-1 11-4-16,1-11 0 0,1 11-4 0,-1-11 1 15,-1 8-5-15,1-8-2 0,0 0-1 0,1 10 1 16,-1-10-1-16,0 0 1 0,0 7-2 0,0-7 7 16,0 0-1-16,0 0 3 0,2 7 0 0,-2-7 7 15,0 0-9-15,0 0-2 0,0 0-4 0,0 0-4 16,0 0-3-16,0 0-5 0,0 0 0 0,0 0-2 15,0 0-5-15,-13-18-3 0,13 18-2 0,-3-11 2 16,2 4-7-16,1 7 0 0,0-15-4 0,3 7 7 16,-2-1-4-16,3-1-4 0,0-3 0 0,-1 1-3 15,3 2-6-15,4-1-2 0,-1 3 1 0,-3-2 1 0,-2 3-5 16,1 3 4-16,-2-1-7 0,-3 5 4 16,11-5-3-16,-5 5 5 0,-6 0-5 0,23 5 0 15,-12 0 4-15,3 1 0 0,-4 1-2 0,2 0-1 16,0-2 2-16,-2 2-2 0,-3 1 0 0,3-3 1 0,-4 3 0 15,0 0-1-15,-1-3 3 0,-1 0 4 16,-1 0-5-16,2 0 2 0,-3-1-1 0,-2-4 3 16,6 6 3-16,-6-6-3 0,3 6 0 0,-3-6-2 0,0 0 4 15,0 0-2-15,0 0 0 0,0 0-5 0,0 0-5 16,0 0-6-16,0 0-9 0,0 0 0 0,0 0-9 16,0 0-1-16,0 0-13 0,0 0 3 15,0 0-9-15,-6-23-8 0,9 15-6 0,0-1 0 0,1 2 5 16,1 2 6-16,-1 0 0 0,-4 5 2 0,7-9 17 15,-3 6-6-15,-4 3 8 0,9-3 2 0,-9 3 3 16,9 3-2-16,-9-3 7 0,14 3 6 0,-9-1-2 16,1 3 5-16,-2-1 2 0,0 1 6 0,2 0-4 15,0 0 2-15,-6-5 6 0,9 9 0 0,-4-3 1 16,-1 0-19-16,3-3-18 0,-3 2-39 0,1 0 1 16,0 1-25-16,1-3-9 0,0-1-16 0,0 0-11 15,3 1-86-15,-1-2-243 0,-8-1 108 0</inkml:trace>
  <inkml:trace contextRef="#ctx0" brushRef="#br0" timeOffset="194341.87">28406 9987 61 0,'0'0'100'16,"2"-13"-1"-16,-2 6 6 0,0 7-4 0,-2-12 11 15,2 12-1-15,-1-9 5 0,1 9-4 0,-2-7-4 16,2 7-13-16,-4-6-10 0,4 6-12 0,0 0-1 16,0 0-13-16,-21 10 0 0,18-4-1 0,-4 0-5 15,2 0-2-15,1 1-8 0,-1 1-2 0,1 1-4 0,0-3-3 16,1 4 0-16,3-2-3 0,0-8-1 15,2 13-7-15,-1-6 0 0,3-1-4 0,-1-2-5 16,-3-4-6-16,6 9 1 0,-2-7-12 0,-4-2 2 16,7 5-3-16,-7-5 4 0,7 0-2 0,-7 0-1 0,10 0 2 15,-10 0-2-15,0 0-2 0,12-5 2 0,-8 1 3 16,-4 4-6-16,5-7 0 0,0 3 7 16,-5 4-4-16,6-9-2 0,-6 9 0 0,3-6-5 15,-3 6 7-15,5-3-1 0,-5 3-3 0,0 0 0 0,0 0 5 16,0 0-1-16,8 0 11 0,-8 0-1 0,0 0 7 15,8 9-6-15,-6-6 0 0,-2-3 4 0,6 10-6 16,-2-6 6-16,-1 1-7 0,-1 1 1 16,3 0-1-16,-1-1-19 0,1 2-27 0,0-4-34 0,1 1-49 15,1 2-164-15,-2-2-312 0,-5-4 138 0</inkml:trace>
  <inkml:trace contextRef="#ctx0" brushRef="#br0" timeOffset="194555.83">28572 9957 45 0,'0'0'200'0,"0"0"-7"0,11 7-9 0,-9-2-11 16,-2-5-14-16,9 8-14 0,-4-3-17 0,0 1-7 15,1 1-11-15,-1 2-12 0,0-3-7 0,0 3-7 16,3 1-16-16,-2-4-26 0,0 1-41 0,0-3-39 15,-4 3-25-15,4-4-42 0,1 2-30 0,-3-2-116 16,-4-3-271-16,6 3 121 0</inkml:trace>
  <inkml:trace contextRef="#ctx0" brushRef="#br0" timeOffset="194722.04">28712 9933 136 0,'0'0'170'0,"-4"-7"-12"0,4 7 3 0,0 0-5 0,0 0-3 15,-22 15 2-15,8-4-18 0,-9 6-8 16,3 1-14-16,-7 2-9 0,4-1-10 0,-1 1-11 16,-1 1-10-16,5-2-25 0,-3 2-43 0,3-1-47 15,-2-1-42-15,1 2-68 0,-3-6-120 0,1 0-292 0,6-5 130 16</inkml:trace>
  <inkml:trace contextRef="#ctx0" brushRef="#br0" timeOffset="200755.69">26477 10414 9 0,'0'0'48'16,"0"0"-13"-16,0 0-20 0,0 0-34 0,0 0-18 15,0 0 8-15</inkml:trace>
  <inkml:trace contextRef="#ctx0" brushRef="#br0" timeOffset="203055">24690 10505 30 0,'0'0'85'0,"0"-15"-11"0,0 15-28 0,0 0-21 15,0 0-14-15,5-4-12 0,-5 4-16 0,0 0-26 16,12-3-45-16,-12 3 20 0</inkml:trace>
  <inkml:trace contextRef="#ctx0" brushRef="#br0" timeOffset="203182.1">24744 10485 14 0,'0'0'102'0,"0"0"-5"0,0 0-11 0,0 0-10 15,0 0 2-15,0 0-28 0,0 0-32 0,0 0-34 16,0 0-69-16,0 0-90 0,0 0 40 0</inkml:trace>
  <inkml:trace contextRef="#ctx0" brushRef="#br0" timeOffset="203351.66">24694 10511 11 0,'0'0'-3'0,"0"0"-1"16,0 0 1-16</inkml:trace>
  <inkml:trace contextRef="#ctx0" brushRef="#br0" timeOffset="203528.2">24681 10533 73 0,'0'0'99'0,"0"0"-28"15,0-9-19-15,0 9-24 0,0 0-14 0,0 0-22 16,0 0-48-16,0 0-58 0,0 0 25 0</inkml:trace>
  <inkml:trace contextRef="#ctx0" brushRef="#br0" timeOffset="203719.92">24730 10551 7 0,'0'0'138'0,"0"0"-10"0,0 0-15 15,-12-18 2-15,12 18-22 0,0 0-5 0,0 0-12 16,0 0-4-16,0 0-9 0,0 0-15 0,-7-3-27 0,7 3-15 16,0 0-26-16,0 0-13 0,0 0-21 0,0 0-15 15,0 0-63-15,0 0-143 0,0 0 63 16</inkml:trace>
  <inkml:trace contextRef="#ctx0" brushRef="#br0" timeOffset="204575.69">24842 11063 194 0,'0'0'196'0,"-7"-9"-6"0,7 9-2 0,-3-10-16 16,3 10-15-16,-1-11-17 0,1 11-12 0,6-11-16 16,2 6-11-16,0-3-12 0,3 2-7 0,8 0-8 15,2-1-8-15,7 0-6 0,0-1-11 0,3 0 2 16,-1 3-14-16,1-3-14 0,0 3-15 0,2 2-17 15,-7-2-27-15,2 3-18 0,-8 0-26 0,0 1-6 16,-4 0-21-16,0 1-14 0,-5-2-10 0,-1 4-17 16,1-1-77-16,-7 2-242 0,-4-3 107 0</inkml:trace>
  <inkml:trace contextRef="#ctx0" brushRef="#br0" timeOffset="204924.68">25144 10982 43 0,'-4'2'110'15,"4"-2"-15"-15,-9 3 12 0,7 2-4 0,0 3-4 16,-2 1-3-16,3 3 2 0,-1 0-12 0,2 1 5 16,-2 4 0-16,2 2-15 0,0-1 0 0,2 1-3 15,-2 2 0-15,0-4-14 0,1 2 0 0,0-2-8 16,0 0-9-16,1-1 0 0,-2-5 1 0,2 1-8 0,-2 1 0 16,0-2-5-16,-2-2-6 0,0 3-1 15,1-5 0-15,-1 0-5 0,0 0-3 0,2-7 3 16,-5 10-5-16,2-5 2 0,-1 1-2 0,-2-3-6 15,6-3 0-15,-9 5 0 0,5-3-9 0,4-2 3 0,-12 1 7 16,12-1-2-16,-13-1 0 0,13 1-4 0,-11-2 1 16,11 2 2-16,0 0-2 0,-12 0 6 15,12 0-4-15,0 0-5 0,-8-2 3 0,8 2-3 16,0 0 1-16,0 0 4 0,0 0-5 0,0 0 4 0,0 0-3 16,0 0 4-16,31 2-4 0,-20-3-13 15,5 1-14-15,-1-1-6 0,-1-1-19 0,0 2-8 16,3 2-20-16,-3-5-5 0,-1 3-17 0,1 0-4 15,-1-2 0-15,-1 1-15 0,0 0-78 0,-2 1-215 0,2-2 95 16</inkml:trace>
  <inkml:trace contextRef="#ctx0" brushRef="#br0" timeOffset="205150.29">25318 11311 52 0,'0'0'69'0,"14"-3"1"0,-8 0 9 0,1 1-3 16,3 0 1-16,1 2 5 0,-1-1-7 0,-3 1-2 15,-7 0 0-15,16 0-2 0,-10 1 5 0,-6-1-3 16,11 7-9-16,-7-4 6 0,2 4-8 0,-3 0 7 15,-1 3-1-15,-3-2-7 0,1 3 0 0,-4 0-3 16,-3 0-1-16,0 3 3 0,-2 1-5 0,3-1 0 16,-2-3 0-16,1-1-6 0,-1 0-6 0,3 0-4 15,1-1-5-15,-1-2 2 0,3 2 1 0,2-9-11 16,-3 9 2-16,2-5-1 0,1-4-3 0,6 10-2 16,-1-6-7-16,4-1-22 0,-1 3-19 0,3-5-27 15,-1 1-28-15,3-2-29 0,0 0-34 0,0 0-140 16,1-1-306-16,-1 0 135 0</inkml:trace>
  <inkml:trace contextRef="#ctx0" brushRef="#br0" timeOffset="205958.7">25641 11418 5 0,'0'0'186'0,"0"0"-17"0,0 0-10 15,0 0-10-15,0 0-1 0,0 0-13 0,0 0-11 16,0 0-8-16,12 14-4 0,-12-14-8 0,1 9-13 15,0-3-7-15,-1-6-8 0,2 10-8 0,-2-10-9 16,2 10-3-16,-2-10-6 0,-2 8-2 0,2-8-1 16,0 0 4-16,0 8 7 0,0-8 9 0,0 0 3 15,0 0-7-15,0 0 1 0,0 0-8 0,0 0-3 16,0 0-4-16,0 0-5 0,0 0-3 0,-16-18 3 16,12 12-13-16,4 6-3 0,-1-16-2 0,1 6-3 15,0 1-2-15,0-1-4 0,5-3 1 0,-4 2-4 16,5 1-2-16,-1 1-1 0,1 0-3 0,0 1 0 15,2 4-3-15,-3-1 1 0,5 2-4 0,-1 0-1 0,3 3-1 16,-3 0 0-16,2 3-2 0,2 1 1 16,-2 3 4-16,1-2-3 0,-3 1 2 0,-1 2-2 15,-1 1-1-15,3 0-1 0,-6-2 0 0,3 0 2 16,-3-1 0-16,-2-2 0 0,2 1 0 0,-3 2-2 0,-1-7 1 16,5 7 2-16,-5-7 1 0,4 7 1 0,-4-7-2 15,3 5 7-15,-3-5-3 0,0 0-2 0,0 0 3 16,0 0-3-16,0 0 1 0,0 0 8 0,0 0-13 15,0 0-6-15,0 0-5 0,0 0-7 0,-3-26-6 16,3 20-8-16,4-2 3 0,-1 2 0 0,3-2 6 16,-1 0-3-16,2 5 5 0,-1-2 0 0,1 3 0 15,-7 2 1-15,11-4 4 0,-6 4 0 16,-5 0 3-16,11 0-2 0,-11 0 2 0,9 7-1 0,-5-2 1 16,-1 0 8-16,1 0-2 0,-1 1 0 0,1 0-8 15,-3 0-18-15,1 1-12 0,2 3-12 0,0-4-15 16,-2-1-13-16,3 1-16 0,-1 0-4 0,2-3 1 15,0 0-9-15,0 0-5 0,-6-3 9 0,13 2 8 16,-5-2 7-16,1 0 11 0,-9 0 9 0,13-6 8 16,-4 1 15-16,0-1 10 0,-4-1 12 0,1 1 10 15,1-2 17-15,-2-1 9 0,2-1 0 0,-1 1 17 16,-2-2-2-16,-2 3 15 0,0-2 8 0,2 1 15 0,-2 3 13 16,-2 6 11-16,0-11 3 0,0 11-6 15,0-9-9-15,0 9-5 0,0 0-6 0,-10-4-2 16,10 4-6-16,0 0-7 0,-17 6 1 0,12-2-3 15,-2 0-5-15,1 2-2 0,1 2-6 0,1-3-2 16,0 0-2-16,3 2 0 0,1-7-7 0,-4 10-7 16,4-10 5-16,0 9-2 0,0-9 4 0,0 0-3 15,2 9-1-15,1-5 0 0,-3-4 2 0,8 2-4 16,-8-2-2-16,7 4-5 0,-7-4-1 0,0 0 0 0,16-2 3 16,-16 2-6-16,9 0 4 0,-9 0-4 15,8 0 2-15,-8 0-4 0,10 3-1 0,-10-3-2 0,8 4 1 16,-3-2 7-16,-5-2-2 0,9 5-3 15,-5 0 0-15,2-1-7 0,-2-1-15 0,2 1-15 0,-2 0-10 16,1 1-20-16,-1 0-12 0,4-3-28 0,-8-2-23 16,8 6-22-16,-8-6-125 0,7 3-299 15,-7-3 133-15</inkml:trace>
  <inkml:trace contextRef="#ctx0" brushRef="#br0" timeOffset="206286.09">26165 11397 99 0,'0'0'184'0,"0"-10"-16"0,0 10-7 0,0 0-2 0,6-5-10 16,-6 5-11-16,9-2-3 0,-9 2-19 0,0 0-7 16,19 3-14-16,-19-3-8 0,13 4-8 0,-7-1-4 15,2-2-9-15,3 3-4 0,-1-2-7 0,-5 2-14 16,4-2-27-16,0 2-16 0,-2-2-26 0,2 0-20 16,-4 1-21-16,-5-3-5 0,8 3-8 0,-8-3 3 15,9 2 9-15,-9-2 6 0,10 3 15 0,-10-3 2 16,0 0 1-16,0 0 2 0,8-8 22 0,-8 8 10 15,1-5 8-15,-1 5 13 0,2-12 14 0,-2 12 11 16,-2-11 2-16,2 11 23 0,0-11 3 0,0 11 16 16,-1-10 0-16,1 10-3 0,-4-6-5 0,4 6-4 15,0 0-8-15,-14 2-5 0,14-2 0 0,-20 7-7 16,4 3-4-16,1-1 1 0,1 4-7 0,-6 5-3 16,0 1-1-16,4-4-3 0,3 0-17 0,-6 4-16 15,8-4-24-15,0-2-32 0,4-1-21 0,1-1-19 16,3-2-17-16,1-1-35 0,0-3-138 0,0 1-314 15,2-6 139-15</inkml:trace>
  <inkml:trace contextRef="#ctx0" brushRef="#br0" timeOffset="206538.4">26443 11368 88 0,'9'-6'157'0,"-2"2"-10"0,-1 0-13 0,2 1-23 0,-2-2-5 16,1 2-17-16,-3 0-18 0,-4 3-37 15,12-1-23-15,-12 1-26 0,11 1-10 0,-11-1-11 16,6 7-3-16,-3-3-11 0,-1 3 4 0,-2-7 7 0,2 13-3 16,0-9 8-16,-2-4 12 0,0 15 22 0,0-15 8 15,-2 9 21-15,2-9 1 0,0 10 17 0,-2-5 16 16,2-5 7-16,0 0 9 0,0 12 1 0,0-12 1 16,0 0 0-16,2 6-1 0,-2-6-5 0,0 0-10 15,14 1-1-15,-7-1-13 0,5-3-31 0,0 0-43 16,11-2-46-16,-5 2-73 0,4-2-74 0,7-4-232 15,1 1 104-15</inkml:trace>
  <inkml:trace contextRef="#ctx0" brushRef="#br0" timeOffset="207129.4">27742 10850 103 0,'0'0'197'0,"-5"-11"-1"0,5 11-8 0,-2-9-16 15,2 9-18-15,0 0-16 0,-3-4-17 0,3 4-12 16,0 0-12-16,0 0-5 0,0 0-4 0,0 31-8 15,0-13 1-15,3 0-4 0,-6 2-7 0,8 6-3 16,-5 2-10-16,0-1-2 0,0-1-3 0,0-2-5 16,2-4-6-16,-2-1-2 0,3 1-4 0,-3-1-2 15,1-2-7-15,2 1 0 0,-3-2-15 0,2-2-22 16,-2-3-22-16,2 1-24 0,-4 0-28 0,0-1-34 16,2-1-30-16,0-3-18 0,0-7-139 0,-3 12-330 15,0-7 146-15</inkml:trace>
  <inkml:trace contextRef="#ctx0" brushRef="#br0" timeOffset="207369.41">27792 10817 110 0,'6'-10'111'0,"3"3"-6"0,0 3 0 0,-1 0-9 15,4 3-6-15,-4 2 1 0,1 1 0 0,-1 4-10 16,3 3-14-16,-5-1-1 0,1 5-10 0,3 2-2 15,-6 0-6-15,0 2-3 0,-2 0-2 0,-2-1-9 0,-2 3-1 16,-2-2-5-16,-1 2 3 0,-5-1 0 16,2-1-9-16,-3 0 2 0,-3-4-4 0,1 2-2 15,2 1 2-15,-3-5-9 0,1 0-19 0,-1 1-13 16,6-2-25-16,-3-1-22 0,1-2-25 0,4 0-28 0,-2-2-75 16,2 1-212-16,1-2 94 0</inkml:trace>
  <inkml:trace contextRef="#ctx0" brushRef="#br0" timeOffset="207635.31">27986 11086 5 0,'9'-3'172'0,"-3"2"-4"0,1 0-14 0,-7 1-12 16,14 1-18-16,-14-1-9 0,9 6-12 0,-9 0-8 15,0-6-18-15,0 13-1 0,0-2-4 0,-4 0-8 16,-5 3-5-16,-1 0-4 0,3 0-8 0,-3-2-7 15,1-1-2-15,0 2-3 0,0-5-4 0,0 3-1 16,-1-1-6-16,4-1 2 0,2-1 1 0,-5-1-11 16,6 0 5-16,1-1-1 0,0 2 1 0,2-8 0 15,0 10-4-15,0-10 2 0,7 9-5 0,-3-6-1 16,7-1 1-16,7 2-1 0,0-2-10 0,4-2-21 16,6-1-32-16,0-1-37 0,2-1-41 0,1-1-154 15,-3 1-305-15,-9-1 135 0</inkml:trace>
  <inkml:trace contextRef="#ctx0" brushRef="#br0" timeOffset="207877.93">27631 11572 70 0,'-27'7'194'0,"10"-2"-17"0,5 0-20 0,1 0-13 0,7-1 0 16,4-4-6-16,0 0-8 0,26 11-10 16,6-10-13-16,6-1-15 0,25-5-5 0,27-2-10 15,2-2-5-15,-27-1-13 0,29-4-18 0,-31 5-17 16,-1 1-28-16,-2 0-27 0,-2-1-18 0,-6 9-11 0,-1-2-25 16,-15 3-52-16,-4 4-108 0,-6-4-265 0,-7 3 118 15</inkml:trace>
  <inkml:trace contextRef="#ctx0" brushRef="#br0" timeOffset="208245.58">27993 11767 185 0,'-6'-2'266'0,"6"2"-28"0,-10-1-25 16,10 1-21-16,0 0-22 0,0 0-18 0,0 0-11 15,0 0-12-15,18 12-10 0,-5-3-10 0,5 2-11 16,3 6-14-16,1 3-6 0,-2 2-10 0,1 1-3 16,-1 2-6-16,-2 2-7 0,0 0-6 0,-4-2-2 15,0 2-6-15,0-3-5 0,-3 1-2 0,-3-8-1 16,0 1-6-16,-1-3-2 0,-5-2 4 0,2-3-10 16,-1 2 1-16,-1-5-4 0,2-1 2 0,-2 0-3 15,-2-6 3-15,3 5-1 0,-3-5 1 0,0 0 2 16,1 6-3-16,-1-6-1 0,0 0 0 0,0 0 1 15,4-23 5-15,-4 13 2 0,4-7 1 0,0-1-2 16,4-6-6-16,-2 5-1 0,1-8 0 0,2 3-1 16,0-4 1-16,2 3-2 0,-2 3-2 0,-2 5 0 15,2-1-8-15,0 2-12 0,-1 2-21 0,-5 5-26 16,2-2-29-16,-3 5-42 0,3 1-42 0,-5 5-52 16,2-9-172-16,-2 9-427 0,6-4 189 0</inkml:trace>
  <inkml:trace contextRef="#ctx0" brushRef="#br0" timeOffset="208561.73">28432 12060 109 0,'3'6'237'0,"-3"-6"-11"0,0 0-13 0,0 0-13 16,0 0-9-16,0 0-17 0,25-12-13 0,-14 8-17 15,5-1-16-15,-1-1-14 0,1 2-8 0,-4 2-12 16,2-1-9-16,-1 1-12 0,-1 2-10 0,-1 2 0 15,-4 0-11-15,0 1-7 0,0 2-4 0,-2 2-1 16,-3 3-6-16,-2 1 1 0,-4 0-7 0,-2 6 0 16,-4-1-5-16,-3 1 0 0,4 0-1 0,-9 5 3 0,7-6 0 15,-3 1 1-15,1 0-3 0,0-3 3 16,1 0-3-16,6-3-3 0,-3-2 4 0,4 1-6 16,0-1-3-16,3-3 3 0,0-2-4 0,2-4 2 15,-1 12-2-15,1-12 4 0,10 7-1 0,3-4-6 0,0-2 0 16,8-5-15-16,8-1-25 0,2-1-20 0,4-3-31 15,-2-2-36-15,3-1-28 0,1-3-37 16,12-2-42-16,-14 3-156 0,9-10-410 0,-1 0 182 0</inkml:trace>
  <inkml:trace contextRef="#ctx0" brushRef="#br0" timeOffset="208752.89">29344 11586 180 0,'0'0'263'0,"0"0"-17"16,0 0-20-16,0 0-25 0,0 0-17 0,8-9-21 15,1 7-17-15,9-4-13 0,0 2-14 0,1 4-17 16,3-3-30-16,6-3-38 0,1 5-56 0,-9 1-56 16,-1-1-53-16,-2 1-176 0,-5 0-332 0,-2 1 148 15</inkml:trace>
  <inkml:trace contextRef="#ctx0" brushRef="#br0" timeOffset="208900.24">29429 11726 211 0,'-8'4'216'0,"3"-2"6"15,5-2 6-15,-8 4 4 0,8-4-1 0,-5 4-7 16,5-4-17-16,0 0-27 0,0 0-11 0,0 0-19 16,0 0-21-16,35-7-31 0,-14 0-27 0,6-5-51 15,2 2-48-15,2 1-66 0,5-4-72 0,-3 4-218 16,1-5-415-16,-3 0 184 0</inkml:trace>
  <inkml:trace contextRef="#ctx0" brushRef="#br0" timeOffset="213289.73">30058 11189 44 0,'0'0'136'0,"0"0"-12"0,0 0-7 16,0 0-4-16,0 0-15 0,0 0-5 0,0 0 5 15,-6-14-10-15,6 14-4 0,0 0-1 0,0 0-10 16,0 0 0-16,4-4-11 0,-4 4-6 0,0 0-9 16,0 0 0-16,0 0-11 0,0 0 2 0,0 0 0 15,0 0-10-15,0 0-2 0,0 0-3 0,3-7 1 16,-3 7-9-16,0 0 7 0,0 0-8 0,0 0 0 15,0 0-6-15,0 0 7 0,0 0-7 0,0 0 6 16,0 0-3-16,0 0-5 0,0 0 0 0,0 0-3 16,0 0 0-16,0 0-15 0,0 0-2 0,0 0-6 15,0 0-4-15,0 0 1 0,0 0-13 0,0 0 1 0,0 0 5 16,0 0-4-16,0 0 6 0,0 0-12 0,0 0 11 16,0 0-4-16,0 0-4 0,0 0 6 15,0 0 6-15,0 0 19 0,0 0-20 0,0 0 1 16,0 0 7-16,0 0-2 0,0 0 9 0,0 0-2 0,0 0-2 15,0 0-1-15,0 0-3 0,0 0 9 0,0 0 2 16,0 0-1-16,0 0 2 0,0 0-3 16,0 0 6-16,0 0 1 0,0 0-1 0,0 0 1 15,0 0 5-15,0 0-11 0,0 0 4 0,0 0-1 0,0 0 6 16,0 0 3-16,0 0-1 0,0 0 7 0,0 0-3 16,0 0-1-16,0 0-7 0,0 0 9 15,0 0 0-15,0 0-14 0,0 0 19 0,0 0-3 16,0 0 1-16,0 0 4 0,0 0-4 0,0 0 3 0,0 0 1 15,0 0 7-15,0 0-8 0,0 0 3 0,0 0 2 16,0 0 4-16,0 0-4 0,0 0-4 0,0 0 7 16,0 0-4-16,0 0 0 0,0 0-3 0,0 0 0 15,0 0-2-15,0 0 2 0,0 0-7 0,0 0 3 16,0 0 1-16,0 0 0 0,0 0-1 0,0 0-5 16,0 0 3-16,0 0 0 0,0 0-7 0,0 0 6 15,0 0-9-15,0 0 8 0,0 0-9 0,0 0 11 16,0 0 2-16,0 0-5 0,0 0 1 0,0 0 11 15,0 0-6-15,0 0 0 0,0 0-4 0,0 0 1 16,0 0 2-16,0 0 0 0,0 0-2 0,0 0-3 16,0 0-2-16,0 0 2 0,0 0 2 0,0 0 4 15,0 0-4-15,0 0 5 0,0 0-3 0,0 0 2 16,0 0 0-16,0 0 3 0,0 0 0 0,0 0 1 16,0 0 1-16,0 0-2 0,0 0 3 0,0 0-2 15,0 0 6-15,0 0 0 0,0 0 1 0,0 0-4 16,0 0 4-16,0 0 0 0,0 0 0 0,0 0 8 15,0 0 1-15,0 0-5 0,0 0 4 0,0 0-5 16,0 0-1-16,0 0-1 0,0 0-2 0,6-4-4 16,-6 4 12-16,13-6-2 0,-7 3-4 0,3-2-4 15,3 0-3-15,-2 1 1 0,4 0-3 0,-1 1-1 0,5-1-1 16,-2 2 0-16,2 0 2 0,0 1-6 0,-5 1-5 16,0 0 0-16,-3 1-3 0,3 3 1 15,-3-1 1-15,-1 1-3 0,-1 2 2 0,-2-2 1 16,-1 2-2-16,-1 0 4 0,-3 1-5 0,-2 2 2 0,-3 1 1 15,-1-2-3-15,-5 6 2 0,1-7 0 0,-1 3-1 16,-4 0 4-16,-1 0-1 0,-2-2-3 16,1-1 2-16,1 2 0 0,2-5 2 0,0 1-1 15,2-1-4-15,1 0 1 0,-2-1 3 0,6 0-3 0,1 0 4 16,5-3-2-16,-8 4-1 0,8-4 1 0,-9 2-2 16,9-2 2-16,0 0-5 0,0 0 0 15,0 0 5-15,0 0 3 0,0 0-4 0,40-2-4 16,-29 2 2-16,1 0-2 0,2 0-1 0,-1 0 1 15,-2 3-1-15,1 1-1 0,-1-4 0 0,0 3-1 0,-2 2 0 16,2-1 2-16,-1 0-2 0,-5 0 4 0,-1 3-4 16,0-2 1-16,0 1-1 0,-2-1 2 0,-2-5 4 15,0 12-1-15,-4-4 0 0,-2 3 3 0,-3-3 0 16,-1 1-2-16,-4 0-2 0,-2 1 4 0,0 1 1 16,-2-1-2-16,-1-5-2 0,-1 5 1 0,1-3-17 15,1-2-10-15,1 0-19 0,0-1-17 0,-2-1-29 16,6-2-19-16,-1 0-19 0,5 2-26 0,1-2-133 15,8-1-313-15,-14-5 140 0</inkml:trace>
  <inkml:trace contextRef="#ctx0" brushRef="#br0" timeOffset="213562.36">30491 11162 75 0,'6'0'180'0,"3"0"-9"0,-1 2-12 16,-8-2-7-16,9 7-11 0,-5-5-10 0,-4-2-13 16,5 9-12-16,-5-2-9 0,0-7-4 0,-5 14-10 15,1-7-4-15,-1 3-6 0,-2-1-9 0,5-2-4 16,-5 0-8-16,5 0-6 0,-1 1-5 0,-1-4 0 16,4-4-4-16,-5 11-4 0,5-6-4 0,0-5 1 15,0 11-7-15,0-11 0 0,4 8 0 0,1-4-4 16,0 0-1-16,5-1-11 0,1-2-17 0,0 1-18 15,3 1-29-15,-1-2-25 0,2-1-29 0,2 0-29 16,2-1-18-16,-5 0-112 0,0 1-292 0,-1 0 129 16</inkml:trace>
  <inkml:trace contextRef="#ctx0" brushRef="#br0" timeOffset="214076.15">30799 11268 22 0,'8'-3'160'0,"-8"3"-2"0,7-3 1 0,-7 3-6 0,0 0-9 16,6-3-11-16,-6 3 2 0,0 0-10 15,0 0 5-15,10 6-1 0,-10-6-7 0,5 8-7 16,-4-3-8-16,-1-5-5 0,4 9-6 0,-2-4-7 16,-2-5-7-16,4 12-4 0,-3-7-11 0,-1-5-2 15,2 9-7-15,-2-9-7 0,2 7-3 0,-2-7 5 16,3 5 0-16,-3-5 6 0,0 0 4 0,0 0 5 16,0 0 5-16,0 0 7 0,0 0-10 0,0 0-9 15,0 0-4-15,0 0-8 0,0 0-3 0,0 0-4 16,2-25-5-16,1 16-3 0,1-1 0 0,1-1-6 0,2 1-4 15,2-4-4-15,2 3 3 0,1-3-9 16,-1 0 0-16,0 3-6 0,-1 3 1 0,-1 1-6 16,2-1 0-16,0 3 1 0,-2 1-2 0,-1 2 0 15,3 0-4-15,-2 1 2 0,-9 1-3 0,14 3-2 16,-6 1 3-16,-1 1-2 0,-1 1-1 0,-1-1 1 0,-1 1 4 16,0 1-3-16,-2 0 3 0,2-2 8 15,-3 1-10-15,-1-6 0 0,3 11 1 0,-3-11-5 16,2 7 5-16,-2-7 2 0,1 7 0 0,-1-7 1 15,0 0-2-15,0 0 3 0,0 0 3 0,0 0 2 16,0 0-4-16,0 0-4 0,0 0 5 0,0 0-3 16,0 0 0-16,0 0 2 0,0 0-1 0,0 0-5 15,0 0 1-15,3-33-6 0,3 24-1 0,1-1 3 0,2 1-4 16,0 0 3-16,1 3-1 0,1-1 3 16,-2 1-3-16,-1 1-2 0,1 1 1 0,-3 2 2 0,2 2-7 15,-8 0 7-15,12 0-2 0,-6 4 1 0,0 1-1 16,1 3 2-16,-3 1-4 0,-2 0 4 0,-1 1 1 15,1-1-16-15,-1 4-24 0,-4-3-22 0,2 1-29 16,-1 1-27-16,-2-2-42 0,2 2-28 16,0-2-38-16,-1-1-183 0,-1 1-448 0,4-10 199 0</inkml:trace>
  <inkml:trace contextRef="#ctx0" brushRef="#br0" timeOffset="214477.93">31269 11227 63 0,'0'0'182'0,"0"0"-16"16,0 0-7-16,0 0 0 0,0 0-10 0,0 0-13 16,0 0-12-16,8 14-7 0,-7-9-4 0,0 4-9 15,-1-9-1-15,0 13-12 0,0-6-12 16,0-7-3-16,3 11-5 0,-3-5-9 0,0-6-6 0,1 9-3 16,-1-9 1-16,3 7 7 0,-3-7 5 0,0 0 9 15,2 6 7-15,-2-6 6 0,0 0-6 0,0 0-8 16,0 0-8-16,0 0-4 0,0 0-6 0,0 0-5 15,0 0-2-15,-4-28-5 0,7 20-3 16,0-3-4-16,-1 2-6 0,2-3-3 0,-1 1-3 0,7-4-2 16,-5 5 0-16,1-7-2 0,5 1-5 0,2 1-2 15,-2 0 1-15,-1 1-4 0,1 3 0 16,-2 3-1-16,0 1-4 0,3 1 0 0,-3 2-1 16,-3 2-6-16,1 1 2 0,-7 1-2 0,14 1-1 0,-8 3 0 15,1 2 0-15,0 2-2 0,-2 3 4 0,-1-2-2 16,-1 4 8-16,-1 3-5 0,2 0 4 0,-3 1-2 15,-1-5-3-15,2 4 3 0,-1-4 0 0,-1-1-2 16,0 1 0-16,-1-3 5 0,-1 2-2 0,1 0 0 16,2-3-16-16,-2 2-25 0,1-10-30 0,-4 12-36 15,0-3-51-15,4-9-49 0,-7 12-53 0,-5-5-159 16,3-3-449-16,-4 3 198 0</inkml:trace>
  <inkml:trace contextRef="#ctx0" brushRef="#br0" timeOffset="214623.74">31322 11262 168 0,'11'-6'169'0,"0"0"-14"0,8-1-20 0,0 3-11 16,2-2-11-16,-1 3-38 0,9-3-60 0,-1 1-62 16,-8 3-105-16,-2 0-164 0,0 0 73 0</inkml:trace>
  <inkml:trace contextRef="#ctx0" brushRef="#br0" timeOffset="-213872.35">28712 12257 59 0,'0'0'48'0,"0"0"-34"16,0 0-35-16,-20 11-21 0,20-11 9 0</inkml:trace>
  <inkml:trace contextRef="#ctx0" brushRef="#br0" timeOffset="-212810.67">28535 12496 11 0,'0'0'117'0,"0"0"-19"0,0 0-6 15,0 0-9-15,0 0 2 0,0 0-25 0,0 0 4 16,0 0-18-16,0 0 9 0,0 0-12 0,0 0 11 16,0 0-22-16,0 0-8 0,0 0 0 0,0 0 2 15,0 0-4-15,0 0-1 0,0 0-7 0,0 0 0 16,0 0-15-16,0 0-5 0,-5 5-18 0,5-5-6 15,0 0-10-15,0 0-14 0,0 0-8 0,0 0-14 16,0 0-40-16,-2 7-124 0,2-7 55 0</inkml:trace>
  <inkml:trace contextRef="#ctx0" brushRef="#br0" timeOffset="-210594.11">27990 11109 29 0,'3'-5'36'0,"-3"5"3"0,0 0-8 0,6-5 6 15,-6 5-10-15,0 0 0 0,4-5-3 0,-4 5-1 16,0 0-4-16,3-6 4 0,-3 6 0 0,0 0-4 16,0 0-5-16,0 0 0 0,0 0 5 0,5-5 0 15,-5 5-3-15,0 0 3 0,0 0 0 0,0 0-3 16,0 0 0-16,0 0-1 0,0 0 1 0,0 0-1 16,0 0-6-16,0 0 5 0,0 0-13 0,0 0 9 15,0 0-5-15,0 0 3 0,0 0-10 0,0 0 7 16,0 0 1-16,0 0-1 0,0 0-1 0,0 0-9 15,13 4-2-15,-13-4-8 0,7 4 0 0,-7-4-12 16,4 4 5-16,-4-4-5 0,5 4 0 0,-5-4 2 16,5 5-2-16,-5-5-3 0,5 5 4 0,-5-5 6 15,5 4 0-15,-5-4 4 0,0 0 0 0,0 0 4 16,0 0 8-16,3 5 5 0,-3-5 3 0,0 0 7 0,0 0 6 16,0 0-3-16,0 0 10 0,0 0-4 15,0 0 2-15,0 0-1 0,0 0 12 0,0 0-13 16,0 0 1-16,0 0-1 0,0 0-1 0,0 0-3 0,0 0 5 15,0 0-13-15,0 0 9 0,0 0-5 0,0 0-2 16,0 0-1-16,0 0 8 0,0 0 2 0,0 0-2 16,0 0 7-16,9-13 0 0,-9 13 7 15,0 0-8-15,0 0 5 0,0 0-6 0,0 0-1 0,0 0 6 16,0 0 3-16,0 0-13 0,0 0 12 0,0 0-15 16,0 0 5-16,0 0-6 0,0 0 2 0,0 0-11 15,0 0 12-15,0 0-6 0,0 0 1 16,0 0-3-16,0 0 6 0,0 0 2 0,0 0-4 0,0 0-5 15,0 0 8-15,0 0-2 0,0 0-6 0,0 0 1 16,0 0 7-16,0 0-8 0,0 0-1 0,0 0 1 16,0 0 3-16,0 0-12 0,0 0 8 0,0 0 2 15,0 0 0-15,-22 0-4 0,22 0 1 0,0 0 5 16,0 0 10-16,0 0-6 0,-14 2-2 0,14-2 3 16,0 0 0-16,0 0-2 0,-9 0 1 0,9 0-10 15,0 0 3-15,0 0 3 0,0 0-1 0,-14 0-5 16,14 0 4-16,0 0-5 0,0 0 3 0,-9 0-1 15,9 0 3-15,0 0-4 0,0 0-2 0,0 0 7 16,-12 0-4-16,12 0-5 0,0 0-1 0,0 0 8 0,0 0-4 16,0 0 0-16,0 0 0 0,-10 0-3 15,10 0-4-15,0 0 6 0,0 0 0 0,0 0-10 16,0 0-4-16,0 0-15 0,0 0 12 0,0 0-14 16,0 0-1-16,0 0-6 0,0 0-6 0,0 0-7 15,0 0-21-15,0 0 1 0,0 0-3 0,0 0-7 16,0 0-71-16,0 0-162 0,13 17 72 0</inkml:trace>
  <inkml:trace contextRef="#ctx0" brushRef="#br0" timeOffset="-203688.87">30254 11724 33 0,'0'0'121'16,"0"0"-1"-16,-5-5-12 0,5 5-19 0,-5-3 5 15,5 3-5-15,-8-5-6 0,8 5-5 0,0 0 5 16,-7-2-8-16,7 2-2 0,0 0-8 0,-8-4-3 0,8 4 1 16,0 0 5-16,0 0-7 0,0 0-6 15,19-5-1-15,3 2-5 0,10 0-7 0,19-5-5 16,9-3-1-16,32-3-5 0,0-2-16 0,3 1-28 15,-1-2-24-15,5 1-35 0,-5 0-29 0,-2-1-39 0,-33 3-81 16,5 3-238-16,-3-4 106 0</inkml:trace>
  <inkml:trace contextRef="#ctx0" brushRef="#br0" timeOffset="-203004.18">25659 12179 96 0,'-9'0'126'0,"9"0"-14"16,0 0 0-16,0 0-19 0,0 0-10 0,0 0-4 16,0 0-4-16,29-10-16 0,3 3 1 0,4-1-7 0,16-3-6 15,6-1-2-15,0 0-3 0,8 3-27 0,-3-3-28 16,31-4-27-16,-6 0-26 0,-25 9-97 16,0 1-178-16,1-2 79 0</inkml:trace>
  <inkml:trace contextRef="#ctx0" brushRef="#br0" timeOffset="-151647.1">24725 9096 39 0,'-14'-1'60'0,"14"1"1"0,-13-2 1 16,6 2 3-16,7 0-7 0,-13-3 4 0,5 3-16 15,8 0 2-15,-14-3-3 0,7 0 3 0,7 3-2 16,-9-1-1-16,9 1-4 0,-10-1 1 0,10 1-7 16,0 0 1-16,-11-3-3 0,11 3-5 0,0 0-11 0,0 0 8 15,-7-2-4-15,7 2-6 0,0 0 1 16,0 0-5-16,0 0 0 0,0 0 8 0,0 0-2 15,0 0 5-15,0 0-9 0,0 0 1 0,28 4-1 0,-17-4 8 16,1 0 2-16,1 0 1 0,9 0-2 0,-3 1-1 16,7-2 1-16,-3 2 4 0,6-2-4 0,4-1 7 15,5 1-3-15,0 0-3 0,1-2 3 16,15 0 0-16,-1 3 1 0,-3-2-1 0,4-2 1 0,5 0-2 16,-1 2 1-16,5-3 6 0,-3 0-13 0,4-1 3 15,-1 1 2-15,2-1-4 0,24-2 2 0,-26 2 4 16,-2 1-5-16,6-3-4 0,-4 0 3 0,2 1-4 15,27-5 1-15,-29 5-5 0,27-6 2 0,-30 4 3 16,3-1 0-16,25-4-2 0,-27 4-1 0,29-2 4 16,-28 3-7-16,3-1 0 0,25-2 4 0,-27 0 0 15,2 1-9-15,27-2-1 0,-31 5 0 0,31-7 1 16,-31 5 2-16,4 0-1 0,25-6-5 0,-27 7 4 16,2 2 2-16,0-2-6 0,0 2 1 0,0-2 2 15,-2 1-10-15,2-2 7 0,-2 3-3 0,1 0 0 16,-4-2-7-16,2 4 3 0,2-2 3 0,-1-1-5 15,-1 1 2-15,1 0 2 0,-2 0-3 0,-3 2-2 16,1-2 3-16,-8 2 1 0,3 0-3 0,-2-2 2 16,-2 1 1-16,-12 1 6 0,-2 0-2 0,0 2-5 15,-3-3-3-15,1 1 5 0,-3 1 2 0,0-1 0 16,-2 2 3-16,-1-1 0 0,-6-1-2 0,-1 2 0 0,0-1-5 16,7 0 8-16,-7-1-8 0,-1 2 6 15,1-2-5-15,-1 2 3 0,-2 2 2 0,2-4-1 0,0 1-5 16,1 2 6-16,-3-2-3 0,0 1 7 0,0 1-8 15,-4 0-1-15,1 0 3 0,-3 1 0 0,2-1 4 16,-8 2-7-16,3-1 2 0,-2 0-14 16,-7 1-16-16,10-2-14 0,-10 2-14 0,0 0-9 0,0 0-23 15,0 0-9-15,0 0-29 0,-30 9-101 0,-4-4-248 16,-6-2 110-16</inkml:trace>
  <inkml:trace contextRef="#ctx0" brushRef="#br0" timeOffset="-150023.06">25113 9067 14 0,'-6'-3'49'15,"6"3"-3"-15,-12-6 2 0,6 2-1 0,0 0-8 16,0-1 7-16,-2-2-9 0,-2 1-3 0,1-2 0 16,-1 3 0-16,3-3 7 0,0 1-5 0,-3-1-1 15,1-1-4-15,1 0-1 0,-2 0 0 0,4 0-7 16,-2-1-2-16,0 1-1 0,1-5-6 0,-2 0 8 15,1 0-6-15,1-1 2 0,-2-2-6 0,2-1-7 16,0 0 6-16,-1 0 3 0,0-5-10 0,-1-3 5 16,3 0-3-16,-1 2-2 0,0-3 10 0,-1 1-12 15,1 0 7-15,0-3-6 0,1 1-4 0,-3-4-1 16,2 0 3-16,2 2 6 0,-4 1-3 0,3-1-2 16,-2 1 3-16,2 2-4 0,-2-1-6 0,-2-2 13 15,4 5-5-15,-1-3 8 0,0 3 1 0,-2 1-10 16,1-2 5-16,0 4 1 0,2 3 0 0,-2 1 7 15,3 1-1-15,-1 0 9 0,-1 3 1 0,1-1 1 16,2 4-8-16,-1-4 14 0,3 3-5 0,0 0-2 16,1 1-8-16,1 1-6 0,-1-1-5 0,2 0-19 15,-2 1 30-15,1 10-6 0,0-12-2 0,1 4 7 16,-1 8-21-16,3-11 11 0,-2 5 12 0,-1 6-14 16,1-8 4-16,-1 8 2 0,5-7-3 0,-2 1-12 15,-3 6 12-15,10-7 3 0,-5 4-6 0,5-1 0 16,2 1-3-16,-1-3 3 0,7 2 2 0,9-5 12 15,2 3-15-15,5 2-7 0,2-4-2 0,13-2 9 16,5-2-19-16,2 6 18 0,3-4 6 0,5 1-24 0,29-3 25 16,-30 4-4-16,33-8-4 0,-2 4 2 0,1 3 1 15,-1-6-3-15,5 4-3 0,-9 0 8 0,3-4-7 16,1 3 5-16,3 3-8 0,1-3 12 0,1 4-10 16,-3-6 9-16,3 1-12 0,-2 4-3 0,-5 1 8 15,-2 0-2-15,-27 1 10 0,34 0-5 0,-5 0 4 16,-27 1-3-16,27-3-13 0,0 1 13 0,0-1-6 15,-4 3-5-15,-24 3-1 0,28-8-10 0,-1 5 7 16,-26 2 4-16,31-4-1 0,-6-1-2 0,-25 2-8 16,31 0 9-16,-30 2-2 0,26-3-2 0,-31 1-7 15,3 4 10-15,-1-2 4 0,-5-1-10 0,1 1 2 16,0-1 1-16,-3 0 2 0,2 2 2 0,-6-2-1 16,2 1-3-16,-16 2 5 0,2-1-3 0,-2-1-2 15,-1 3 0-15,-2-4 0 0,-2 4 9 0,-2-2-2 16,-3 2 3-16,0-2-3 0,-8 1 4 0,-2 1-5 15,3-2-1-15,-2 2 5 0,-3-1 2 0,2 2 1 16,-5-1-4-16,5 1 0 0,-1-3-3 0,0 2 8 16,0 2-6-16,-3-1 6 0,-1-1-6 0,5 1 13 15,-4 1-9-15,-2 0-2 0,0-2 0 0,-2 2 4 16,2 0 1-16,-2 2 2 0,-4-2-6 0,6 1 0 16,-12-1-1-16,11 2-7 0,-4-2 8 0,-7 0 5 15,11 1 0-15,-6 1-9 0,-5-2 3 0,12 4 2 16,-7-3 7-16,-5-1-11 0,11 6 5 0,-5-3 4 15,1 1-6-15,3 2-1 0,-1 0 5 0,2-2 0 0,-4 4-4 16,3 0 1-16,-2-1 5 0,1 1-3 16,0 2 3-16,-1-1-5 0,-1 1 3 0,1 0-6 15,2 5 6-15,-5-4-3 0,2 5 5 0,-1-3-5 16,-1 3 3-16,2 1 4 0,-2 0-16 0,0 1 16 16,0 1-4-16,-1-3 6 0,0 4-18 0,-2-1 16 15,3 0-1-15,-3 1-17 0,1-1 12 0,0-3 3 16,1 5-5-16,-4-1 8 0,4-2 0 0,-3 1-1 15,3 0 7-15,-3 0-19 0,2-2 18 0,-1 2-9 16,-2-3 15-16,0 0-7 0,0 3-1 0,-1-2 2 0,2-1 3 16,-1 2-10-16,-1-1 9 0,1-2-12 0,-1 3 3 15,1-2 3-15,-1-3-4 0,1 3-5 0,-2 0 9 16,1-1-9-16,-2 0 4 0,2 1-5 16,0-4 14-16,-1 3-6 0,0-3 6 0,1 3-3 0,-2 1-1 15,0 0-7-15,1-5 2 0,-1-1 1 0,2 4 4 16,-3-3 0-16,3 0-1 0,-1 0-2 0,-1-1 3 15,0 0-3-15,1-2 1 0,1 3-3 0,-2-4 3 16,2 2-3-16,-1-3 5 0,0 1-4 0,2-7-8 16,-3 10 11-16,2-3-8 0,-2 0 8 0,3-7-5 15,-3 11-5-15,0-4 8 0,-1-3-3 0,-1 4 0 16,-1-1 3-16,-2 1 0 0,-5-2 8 16,0 3-5-16,-7-1-4 0,0 0 3 0,-9-1-2 0,1 3 0 15,-2-3 1-15,-2 1 3 0,-3-2-6 0,0 0 7 16,0 1-3-16,-1-2 4 0,0 3-2 0,2 0 8 15,-1-2-13-15,2 0 0 0,0 2 0 0,2-3 4 16,4 4-12-16,1-3 9 0,6-2-5 0,1 1 12 16,1 3-12-16,1-2-3 0,0 2-13 0,-2 0-27 15,1 1-10-15,-1 2-34 0,-8 2-59 0,0-1-160 16,1 0 71-16</inkml:trace>
  <inkml:trace contextRef="#ctx0" brushRef="#br0" timeOffset="-104835.02">6434 10650 5 0,'-5'-4'116'0,"5"4"-5"0,0 0 1 15,-5-5-7-15,5 5 0 0,0 0-17 0,0 0 4 16,-6-5-4-16,6 5-8 0,0 0-6 0,0 0-5 16,0 0-2-16,0 0-8 0,0 0 0 0,0 0-6 15,0 0-6-15,0 0-7 0,-9-1 1 0,9 1-2 16,0 0-11-16,0 0 3 0,0 0-1 0,0 0-5 16,0 0 1-16,0 0-1 0,0 0 3 0,0 0-2 15,0 0-3-15,0 0 0 0,0 0-2 0,0 0-1 16,0 0 0-16,0 0-6 0,0 0-1 0,0 0 0 15,0 0-3-15,0 0 7 0,0 0-1 0,0 0 0 16,0 0-7-16,0 0-1 0,0 0-9 0,0 0 11 16,0 0 0-16,0 0-3 0,20-8 0 0,-6 3-2 15,8-2-6-15,6-1 4 0,0 1-4 0,0 0 6 16,0-1-1-16,-1 1-1 0,0 3 0 0,-6-1-7 16,-4-2-1-16,3 4-9 0,-3-1-9 0,-4 2-16 15,5-1-20-15,-5 2-6 0,0-2-16 0,-2 0-13 16,1 3-21-16,-1-1-10 0,-11 1-96 0,14 1-238 15,-14-1 105-15</inkml:trace>
  <inkml:trace contextRef="#ctx0" brushRef="#br0" timeOffset="-104306.14">6700 10568 61 0,'0'0'120'0,"0"0"-20"0,0 0-4 0,0 0-13 16,-9-1-4-16,9 1-6 0,0 0-28 0,0 0 15 16,0 0-13-16,0 0-1 0,0 0-8 0,0 0-7 0,0 0-1 15,-8 4-1-15,8-4-7 0,0 0 3 0,-2 14-6 16,2-8 9-16,-1 6 2 0,-1 3 2 0,1 3-5 16,2 2-7-16,-1-1 2 0,2 6 2 0,-1 0-9 15,0 0 9-15,0 2-10 0,1-1 6 0,-2 3-7 16,1-3 2-16,2 1 3 0,0 1 4 0,1-2-5 15,-1 2 6-15,-1-4-3 0,0-5 4 0,-1 0 1 16,1-2-4-16,1 0 2 0,0-3-9 0,-1-4-3 16,1 0 3-16,-2 2-9 0,0-3 7 0,2 1-5 15,-3-3 5-15,2-1-2 0,-2-6-2 0,2 11 0 16,-2-11-1-16,1 10-6 0,-1-10 5 0,1 6 7 16,-1-6-3-16,0 0-2 0,0 0 2 0,0 0 2 15,-9 5-9-15,9-5-3 0,-13-2 8 0,13 2-10 16,-14-3 10-16,3 2-10 0,1-2 7 0,-2 1-5 15,3 0 5-15,-2 0-1 0,-2 1-1 0,3 1-1 16,1 0 0-16,9 0-2 0,-16-2-11 0,10 1 15 16,6 1-7-16,0 0 2 0,-14-1 0 0,14 1 6 15,0 0-8-15,-10-1 6 0,10 1-9 0,0 0 3 16,0 0 2-16,0 0 1 0,0 0 4 0,0 0-4 16,0 0 2-16,0 0 4 0,0 0 0 0,0 0-3 15,0 0 0-15,0 0-4 0,38 0 4 0,-20-2 0 16,4-1 3-16,-2 1-10 0,2 0-10 0,0-1-16 15,6-1-23-15,-8 1-17 0,8 2-21 0,-7 1-19 16,-1-2-18-16,1 2-73 0,-4-2-217 0,3 0 96 16</inkml:trace>
  <inkml:trace contextRef="#ctx0" brushRef="#br0" timeOffset="-103790.78">7232 10987 29 0,'0'0'189'0,"1"-8"-1"0,-1 8-4 0,0-7-11 16,0 7-15-16,0 0-14 0,-5-7-10 0,5 7-13 0,-8-3-8 16,8 3-10-16,-11 0-13 0,11 0-5 15,-17 3-11-15,4 4-5 0,2-1-6 0,-4 1-5 16,-1 2-7-16,5-2-7 0,-1 5-4 0,2-4-3 16,0 0 2-16,2 2-11 0,3-3-4 0,0 3-1 15,1-1-3-15,1-1 1 0,3 1-4 0,2 1-2 0,-1-2 4 16,3 1-5-16,-2-1-1 0,5-1-3 0,-1 1 4 15,3-1-5-15,-1-1 4 0,2 0-7 16,0 0 3-16,3 1-4 0,-3-2-2 0,3-1 3 16,-3 1-1-16,2 2-2 0,-1-3 0 0,1 0 1 0,-2-1-3 15,0 2 0-15,-1-1 1 0,-4 1-3 16,0-2 3-16,2 1-3 0,-4-1-1 0,3 1 2 16,-6-4-3-16,5 5 3 0,-5-5-3 0,2 6-3 15,-2-6 4-15,0 8 2 0,0-8 0 0,-7 8 0 16,1-3 0-16,-2 1 1 0,-1 0-2 0,-2 1-1 15,0-4-5-15,1 1 6 0,-2 1-12 0,1-1-9 0,2 1-8 16,-2 0-21-16,3-2-20 0,1 0-36 0,7-3-36 16,-13 4-31-16,8-2-133 0,-2 2-331 0,7-4 147 15</inkml:trace>
  <inkml:trace contextRef="#ctx0" brushRef="#br0" timeOffset="-103432.27">7763 10955 75 0,'-6'-5'133'0,"6"5"-6"0,-9-1 0 15,9 1-8-15,0 0-5 0,-13 0-8 0,13 0 2 16,-7-1-1-16,7 1-5 0,0 0-3 0,0 0-4 16,-14-2-7-16,14 2 1 0,0 0-7 0,-7 0-3 15,7 0-5-15,0 0-4 0,0 0-9 0,0 0-1 16,0 0-4-16,0 0-6 0,0 0-2 0,0 0-8 16,0 0-2-16,-9-1-4 0,9 1-5 15,0 0-4-15,0 0-3 0,0 0-1 0,0 0-2 0,0 0 3 16,24-2-4-16,-9-2-4 0,2 2-12 0,1 0-23 15,1 2-36-15,1-2-27 0,-4 4-41 0,-2-2-24 16,-2 2-37-16,-2 0-103 0,1 2-313 0,-3-1 140 16</inkml:trace>
  <inkml:trace contextRef="#ctx0" brushRef="#br0" timeOffset="-103255.18">7743 11103 170 0,'0'0'205'0,"0"0"-14"0,0 0-14 0,0 0-17 0,-5 4-19 16,5-4-15-16,0 0-12 0,0 0-14 0,0 0-11 15,0 0-24-15,28-2-20 0,-15 2-30 0,-1 2-33 16,1-2-34-16,4-2-43 0,-3 4-36 0,1-2-86 16,-2 0-236-16,1 0 105 0</inkml:trace>
  <inkml:trace contextRef="#ctx0" brushRef="#br0" timeOffset="-101759.1">24970 5318 59 0,'0'0'70'16,"0"0"-2"-16,0 0-10 0,0 0 1 0,0 0 0 16,0 0-9-16,0 0-7 0,0 0-5 0,0 0-5 15,0 0-4-15,0 0-1 0,0 0 0 0,0 0-6 16,0 0 2-16,0 0-10 0,0 0-1 0,0 0-3 15,0 0-3-15,0 0 3 0,0 0 0 0,0 0-2 16,0 0-1-16,0 0-3 0,0 0 2 0,0 0-3 16,-19-13 5-16,19 13 10 0,0 0 12 0,0 0 4 15,-8-3 2-15,8 3-7 0,0 0 4 0,0 0 7 16,-7-4 4-16,7 4-3 0,0 0 0 0,-7-6 4 16,7 6 3-16,0 0 10 0,0 0 0 0,-6-5-8 15,6 5-1-15,-3-5-4 0,3 5 2 0,0 0-5 16,-6-5-5-16,6 5-1 0,-7-4 2 0,7 4 9 15,-6-4-4-15,6 4-1 0,0 0-3 0,-6-5-7 16,6 5-5-16,0 0 3 0,-8-5-8 0,8 5-1 16,0 0-6-16,-9-2 1 0,9 2-4 0,0 0-3 15,-14 0-1-15,14 0 1 0,-9 2-4 0,9-2 2 16,-13 2 2-16,7 1-5 0,6-3-1 0,-10 4-1 16,3-1 1-16,7-3-3 0,-7 5 14 0,3-2-10 15,-1 3 0-15,5-6-4 0,-5 8 4 0,2-3-5 16,3-5 4-16,-3 7-3 0,3-7 0 0,0 9-6 15,0-9 12-15,0 0-9 0,3 14 4 0,1-10 0 16,-4-4-2-16,5 10 1 0,1-4 3 0,-1-1-4 16,3 3-1-16,0-2 4 0,1 1 1 0,1 0-3 15,-1 0 11-15,-2-2-11 0,2 1 1 0,1 1 1 16,-2-2-2-16,0 1-3 0,-2-2 0 0,1 0 5 16,-1 2 1-16,-2-3-5 0,1 1 2 0,0 1-1 15,-2-1 2-15,-3-4-7 0,6 8 3 0,-2-3-3 0,-4-5 2 16,1 6 1-16,-1-6 0 0,0 0 3 15,-1 11 1-15,1-11-2 0,-10 6 0 0,0-3-1 16,-1 3 1-16,0-1-1 0,-1 0 2 0,-4 1-1 16,-2-1-10-16,1 0-2 0,-3-2-16 0,3 4-12 15,2-3-13-15,2-2-21 0,-1 2-15 0,4-2-15 0,0 0-17 16,2-1-18-16,0 2-94 0,1 1-253 0,7-4 112 16</inkml:trace>
  <inkml:trace contextRef="#ctx0" brushRef="#br0" timeOffset="-101324.63">24924 5300 87 0,'0'0'178'0,"-1"-9"-16"0,1 9-24 0,-5-10-12 16,5 10-4-16,-9-7-12 0,4 3-11 0,5 4-9 15,-14-4-13-15,6 2-11 0,-6 1-4 0,3 2-16 16,-2 1 1-16,-1 2-4 0,-3 1-4 0,-2-1-6 16,7 0-2-16,1 4-3 0,1-4-6 0,1 3 0 15,1-4 7-15,-1 2-13 0,1 0 3 0,4 4-8 16,1-2 0-16,-1-2 2 0,1 2-3 0,1 0-1 16,2-7 4-16,0 11-8 0,0-3 5 0,2-1-1 15,3-1-3-15,2-2 3 0,2 3-6 0,1 1 0 16,3-3 6-16,1 4-3 0,-2-4 6 0,1 0-8 15,0-1-1-15,0 1-1 0,-2 0-1 0,1 0 2 16,-2 0 2-16,-2 1-5 0,-1-2 3 0,1 1-6 16,-3-1 3-16,0 1 1 0,0 0 0 0,-5-5-3 15,4 8 2-15,-2-3 0 0,-2-5 3 0,2 8 0 16,-2-8 2-16,-8 7-6 0,0 1 4 0,-3-4-2 16,-5 5-3-16,-2-3 6 0,0-1 2 0,-1 0-3 0,1 1-2 15,0-2-6-15,3 0-12 0,1-1-13 16,1 0-16-16,1 0-34 0,1-1-29 0,4-1-10 15,7-1-21-15,-14 1-82 0,9 2-240 0,5-3 107 16</inkml:trace>
  <inkml:trace contextRef="#ctx0" brushRef="#br0" timeOffset="-100946.6">24901 5299 60 0,'-5'-6'155'0,"2"1"-15"0,-4 0-8 16,1 1-7-16,-2 1-13 0,-4 1-15 16,1 2-6-16,-2 0-11 0,-5 1-6 0,4 2-7 15,0 2-7-15,-5 0-4 0,5 2-7 0,1-2-9 16,3 2 0-16,3 0-5 0,-2 0-7 0,4-1 0 16,0 1 0-16,1 0-11 0,2 0 10 0,2 1-7 0,0 2-2 15,2-2-2-15,2 2-1 0,1-2-4 16,4 1 6-16,0-2-8 0,-1 2 3 0,3-2-5 15,-2 1 2-15,3 1 2 0,-1-4 0 0,1 2-5 16,-2 1 1-16,1-3-2 0,-2 3 5 0,2-2-7 16,-1 0-2-16,-2 0 3 0,-3 1-1 0,0-4-2 0,0 0 2 15,-5-3-5-15,6 9 6 0,-3-5 5 0,-3-4-8 16,-3 10 9-16,3-10-4 0,-12 10-5 16,1-3 5-16,0-2-6 0,-3-1 3 0,-3 2-5 15,-2 0 8-15,2-3-9 0,5 1 1 0,-4-2-9 0,5 0-13 16,-1 0-18-16,1-2-18 0,0 0-17 0,4 2-14 15,7-2-25-15,-15-3-110 0,15 3-246 16,-11-2 109-16</inkml:trace>
  <inkml:trace contextRef="#ctx0" brushRef="#br0" timeOffset="-100572.27">24916 5317 117 0,'0'0'167'0,"0"0"-4"16,-2-11-1-16,2 11-12 0,0 0-15 0,-4-6-13 0,4 6-12 16,0 0-17-16,-11-1-10 0,11 1-6 0,-17 8-11 15,7-4-8-15,-3 2-2 0,4-2-7 16,-1 2-5-16,0-1-9 0,2 0-2 0,3 1-2 0,-2 1-5 16,1-1-1-16,1 2-4 0,2-2 3 15,1 1-3-15,2-7 0 0,0 14-4 0,0-14-3 16,5 14 0-16,0-5-2 0,3-2-2 0,-2 1-4 0,4 0 5 15,-2-1-6-15,2 2 2 0,-1-2 1 16,-2-1-1-16,1 2 1 0,-1-2-3 0,-2 0 0 16,3 0-3-16,-3-1 0 0,-3 0 0 0,3 1-4 15,-2 0 3-15,-3-6-4 0,4 9 4 0,-4-9-2 0,1 8 1 16,-1-8-1-16,-5 9 9 0,-1-6-7 0,0 3 1 16,-4-2-2-16,-1 2 0 0,-3-2-2 15,-4 2 1-15,1-1-11 0,-1-2-10 0,5-1-7 16,-2 2-26-16,1-1-11 0,3-1-17 0,-2-2-27 15,3 0-16-15,2 0-19 0,0 1-86 0,8-1-248 0,-15-2 110 16</inkml:trace>
  <inkml:trace contextRef="#ctx0" brushRef="#br0" timeOffset="-100216.34">24970 5310 143 0,'-3'-10'172'0,"3"10"-1"0,0 0-20 0,-3-8-9 16,3 8-22-16,-12-3-13 0,2 3-14 15,-3 6-4-15,-3-1-10 0,-2 4-9 0,1-1-6 0,-1-1-7 16,3 3-7-16,0-1-2 0,4 1-5 0,1 1-5 16,0-5-6-16,5 3 1 0,-2 0-12 0,3-1-1 15,2-1 1-15,1 0-6 0,1-7 1 16,3 17-1-16,0-8-5 0,1-1 0 0,2 1 0 0,1-2-1 15,2 1-2-15,-2-1 0 0,2 0-6 0,-4-2 1 16,6 3-5-16,-6-4 4 0,3 3-3 0,-3-2 6 16,1 0-6-16,-2 0-2 0,-1-1 2 0,-3-4-3 15,7 8 1-15,-4-4 3 0,-3-4-4 16,0 0 7-16,-2 8-7 0,2-8 6 0,-15 7-1 0,4-2-1 16,-9-1-4-16,2 2-6 0,-3-3-9 0,-6 1-17 15,6 0-12-15,3 0-34 0,-1-1-25 0,4-1-19 16,-3 2-107-16,0 0-253 0,4-3 112 0</inkml:trace>
  <inkml:trace contextRef="#ctx0" brushRef="#br0" timeOffset="-92230.74">9353 10696 16 0,'-7'-7'149'0,"2"0"-22"16,-1 2 0-16,1-1 1 0,1 0-6 0,-1 1-6 16,1-1 0-16,4 6-1 0,-7-6-7 0,7 6-9 15,-5-7-8-15,5 7-13 0,-4-4-7 0,4 4-6 16,0 0-1-16,0 0-15 0,-7-8-1 0,7 8-9 16,0 0-8-16,0 0-3 0,0 0-8 0,0 0 1 15,0 0 0-15,0 0-4 0,0 0-5 0,20 24 2 16,-8-13 3-16,1 3-5 0,1 0 1 0,2 5-2 15,3 2-2-15,1 0-3 0,1 1 2 0,-1-1-1 16,-1 0 0-16,2-1-2 0,-1 1 1 0,-2-1-3 16,1-1 3-16,2-1-1 0,-5 2 3 0,-1-6-5 15,-3-3 2-15,0 1 2 0,0-1 10 0,-1-3-4 16,-4 0 0-16,2-2 0 0,-1-1 0 0,-3 0 12 16,0-1-14-16,-1-1 2 0,-4-3 7 0,8 5 11 15,-8-5-1-15,0 0 8 0,6-10 1 0,-2 0-3 16,-3-3-4-16,3-6-2 0,-1 0-3 0,0-8 6 15,1-2-5-15,1 1-4 0,-1-1-2 0,0 0-1 16,-2 3-1-16,2-3-6 0,-1 0 0 0,2 4-1 16,-2 1-4-16,2-1 0 0,-3 6-1 0,-1 4 1 15,1 3-4-15,-1 1 1 0,0 2-8 0,1 2-21 0,-2 0-26 16,0 7-31-16,1-9-33 0,-1 9-18 16,0 0-3-16,0 0 2 0,0 0-4 0,0 0-10 15,0 0-20-15,14 21-93 0,-13-9-282 0,3 5 125 16</inkml:trace>
  <inkml:trace contextRef="#ctx0" brushRef="#br0" timeOffset="-91173.13">10038 10958 56 0,'8'-12'84'15,"-4"7"2"-15,-4 5-6 0,9-12 1 0,-6 7-4 16,-3 5 4-16,7-12 2 0,-7 12 3 0,4-11-20 15,-4 11 7-15,2-10-4 0,-2 10 0 0,2-8-7 16,-2 8-2-16,1-7-1 0,-1 7-2 0,0 0 7 16,0 0-8-16,0 0-11 0,-4-11-4 0,4 11-5 15,-9-1 1-15,9 1-14 0,0 0 0 0,-23 8-1 16,13-3 1-16,1 1-9 0,-1 1 5 0,1-1-7 16,0 3-3-16,0-1 2 0,1-1-2 0,2 2-3 15,1-1 0-15,-3 0 1 0,4-2 1 0,2 2-4 16,0-2-3-16,2-6 0 0,0 14 3 0,3-4-8 15,0-5 9-15,4 4-1 0,1-2 0 0,-1 2-2 16,4-2-2-16,4 3 1 0,0-3 3 0,2 0-4 16,-2 1 5-16,-1-3-5 0,0 1 1 0,3 2 4 15,-2-2-5-15,-3 1 0 0,-3-2 2 0,0 1-5 16,0 0 5-16,-2 0-4 0,-2-2 1 0,1 1 6 16,-2-1-1-16,-2 2-10 0,-2-6 10 0,0 11-4 15,-1-2-4-15,-4-2 2 0,-2 2 0 0,-3-2 2 16,-3 5-2-16,-2-4 4 0,-4 2 1 0,2-3-3 15,-2 0 0-15,1 0 3 0,3-1-3 0,2-1-14 16,3 1-14-16,-1-4-18 0,4-1-27 0,0 2-48 0,7-3-122 16,-10 0-264-16,10 0 117 0</inkml:trace>
  <inkml:trace contextRef="#ctx0" brushRef="#br0" timeOffset="-90799.02">10557 10926 164 0,'0'0'168'0,"0"0"-8"15,1-8-8-15,-1 8-18 0,0 0-9 0,0 0-17 0,0 0-10 16,0 0-8-16,0 0-12 0,0 0-14 0,0 0 0 15,5-5-6-15,-5 5-10 0,10-1-1 0,-10 1-1 16,16-2 0-16,-6 0-2 0,4 1-4 0,0-2-1 16,3-1-2-16,-4 0-2 0,6-1 8 0,0 0-7 15,-1 0-2-15,0 1-4 0,-4 1-1 0,-1 0 0 16,5 0-3-16,-7-1-6 0,-2 2 2 0,-3 0 11 16,1 0-18-16,-7 2 6 0,10-3 0 15,-10 3 0-15,9-2 1 0,-9 2 11 0,0 0-16 0,0 0 3 16,0 0-3-16,0 0-3 0,9-2 0 0,-9 2-3 15,0 0-8-15,0 0-16 0,0 0-25 0,0 0-35 16,0 0-23-16,0 0-30 0,0 0-40 16,0 11-145-16,0-11-337 0,0 0 150 0</inkml:trace>
  <inkml:trace contextRef="#ctx0" brushRef="#br0" timeOffset="-89526.38">11127 10529 5 0,'0'0'56'0,"0"0"6"15,0 0 0-15,-5-6-6 0,5 6-8 0,0 0-5 16,0 0-4-16,-3-7 4 0,3 7-14 0,0 0 17 15,0 0-1-15,0 0-7 0,-2-7-6 0,2 7 8 16,0 0-3-16,0 0 3 0,-3-6 2 0,3 6-7 16,0 0 6-16,0 0-9 0,-5-6 2 0,5 6-7 15,0 0 6-15,0 0-7 0,-4-9 10 0,4 9-11 16,0 0 4-16,0 0 2 0,-2-7-5 0,2 7-4 16,0 0 3-16,-3-8 0 0,3 8-1 0,0 0 2 15,-2-8 3-15,2 8 2 0,0 0-2 0,0 0-5 16,0 0-5-16,-4-6 1 0,4 6-2 0,0 0-6 15,0 0 1-15,0 0 1 0,0 0-5 0,0 0-4 16,0 0-3-16,0 0-8 0,0 0 5 0,0 0-7 0,0 0 10 16,16 22 2-16,-9-13 0 0,3 5 4 0,-1-1-6 15,0 3 7-15,1 1-5 0,1 1 0 16,0 4 0-16</inkml:trace>
  <inkml:trace contextRef="#ctx0" brushRef="#br0">11278 10818 875 0,'4'-1'198'0,"-4"2"27"0,0-2 254 0,0 1-242 0,0 0-74 0,0-1 1 0,0-1-180 0,0 2 25 16,0 0-32-16,0-17 60 0,2 5-89 0,-2-5 95 15,7-1-10-15,-2-6-47 0,4-1-53 16,0 2 103-16,3-4-32 0,0 2-30 0,1-2-11 0,0-1 119 16,-2 3-123-16,0-2 27 0,0 4-17 15,-1 0 41-15,-4 5-117 0,-1 2 216 0,3 0-141 16,-5 0-48-16,-1 3-7 0,1-2 139 0,-2 3-125 15,-1 1 91-15,2 1-62 0,-2 3-20 0,2-1-49 16,-2 8 50-16,-2-12-104 0,2 12-8 0,2-7-17 16,-2 7-23-16,0 0 112 0</inkml:trace>
  <inkml:trace contextRef="#ctx0" brushRef="#br0" timeOffset="-87662.21">11006 10516 88 0,'0'0'85'0,"0"0"-2"16,-2-9-1-16,2 9-18 0,0 0 2 0,0 0 8 16,0 0-10-16,0 0-8 0,0-10 1 0,0 10-3 15,0 0-16-15,0 0 9 0,0 0-1 0,0 0-7 0,0 0 3 16,0 0-7-16,0 0-2 0,0 0-3 0,0 0 8 16,0 0-15-16,0 0-7 0,0 0 0 15,0 0 5-15,0 0-2 0,0 0 6 0,-3-5-8 16,3 5 0-16,0 0-9 0,0 0 3 0,0 0 5 0,0 0-3 15,0 0-9-15,0 0 0 0,0 0 0 0,0 0-2 16,3-9 2-16,-3 9 12 0,0 0-13 16,4-6 7-16,-4 6-12 0,0 0 0 0,8-6 11 15,-8 6-5-15,2-7-3 0,-2 7 4 0,4-6-8 0,-4 6 3 16,3-6 2-16,-3 6-4 0,2-6 2 16,-2 6 4-16,3-6-6 0,-3 6 6 0,0 0-2 15,3-8 0-15,-3 8 3 0,0 0-1 0,0 0 2 16,1-7 6-16,-1 7-6 0,0 0-1 0,0 0-3 0,0 0 14 15,0 0-17-15,3-6-1 0,-3 6 1 0,0 0 2 16,0 0-5-16,0 0 6 0,0 0 1 0,0 0 2 16,17 9-8-16,-13-4 4 0,1 1 2 0,5-3-3 15,-1 5-2-15,-1 0-1 0,1 1 11 0,4 2-4 16,-4-1-4-16,2 3 7 0,2 0-9 0,-1 1 5 16,0-2-1-16,0 2 0 0,-1 0 5 0,1 0-3 15,-1 0 4-15,1-2 0 0,-2 0-5 0,-1-3 5 16,0 1-11-16,5 1 6 0,-5 3 10 0,-1-6-9 15,0 2 2-15,-1-2-1 0,1-1 3 0,-2 1-7 16,2 1-4-16,-5-3 8 0,5 1-8 0,-4-2 11 16,1-1-7-16,-1 0-6 0,-4-4 10 0,7 9-6 15,-7-9 3-15,7 4 2 0,-7-4 8 0,3 3 10 16,-3-3 11-16,0 0 5 0,0 0 12 0,5 3-2 16,-5-3 0-16,0 0-4 0,0 0-14 0,0 0 5 0,0 0-4 15,5-14-2-15,-5 14-2 0,0-10-3 16,2 0-2-16,-3 0-2 0,2-1-6 0,-2-1-2 15,1 1 2-15,0-5-4 0,0-3 2 0,0 2 3 16,1-2-5-16,1 2-2 0,-2-4 1 0,3 2-3 0,0-6 2 16,-1 7-6-16,1-2 8 0,0 1-8 0,0-1 3 15,1 2-7-15,-1 2 2 0,1-2 3 0,3 1 0 16,-4 2 1-16,-1 3-6 0,1 0 2 16,-2 2-6-16,3 1 6 0,-3 2-2 0,1 0 3 15,-2 7 2-15,2-10 2 0,-2 10-5 0,3-7-5 0,-3 7-4 16,0 0-11-16,1-8-9 0,-1 8-7 0,0 0-12 15,0 0-10-15,0 0-8 0,0 0-7 16,0 0-6-16,0 0-2 0,0 0-2 0,0 0-13 16,0 0-8-16,0 0-5 0,0 0-10 0,-5 28-82 0,2-18-216 15,2-2 95-15</inkml:trace>
  <inkml:trace contextRef="#ctx0" brushRef="#br0" timeOffset="-78884.14">11750 10646 5 0,'0'0'88'15,"-8"-5"-4"-15,8 5-4 0,-6-6 2 0,6 6-17 0,-10-6-11 16,10 6 10-16,-6-6-4 0,6 6-3 0,-7-5-12 15,7 5 4-15,-6-3 7 0,6 3-11 0,-5-5-14 16,5 5 7-16,0 0 5 0,0 0 2 0,-8-3-16 16,8 3 4-16,0 0-7 0,0 0-3 0,0 0-6 15,0 0-2-15,0 0 2 0,0 0-6 0,0 0 1 16,0 0 3-16,25-8-8 0,-12 6 5 16,2 4-2-16,3-6 1 0,0 2-13 0,-2-1 4 0,-2 3 7 15,3 0-5-15,-3 0-3 0,-2 0 5 0,-2-2-8 16,2 4 8-16,-5-2-4 0,1 0-4 0,-8 0 2 15,14 1 0-15,-8 1-3 0,-6-2-2 0,9 2 3 16,-9-2-1-16,9 1-1 0,-9-1 6 0,5 3-3 16,-5-3 0-16,0 0 3 0,4 8-2 0,-4-8-9 15,0 0 7-15,-7 13 2 0,1-4 2 0,1 1-7 16,-3-1 3-16,-4 3 2 0,3 3-3 0,-4 0-3 16,1-1 5-16,-1 1 5 0,2 1-7 0,-2-1-3 15,3-1 10-15,2 0-8 0,-4-1 5 0,1-3 1 16,2 0-3-16,2-2 2 0,0-1-2 0,1-3 2 15,2 2-5-15,0-1 5 0,4-5 5 0,-6 9-3 0,6-9 1 16,-3 7-2-16,3-7 0 0,0 0-3 16,8 8 5-16,-8-8-4 0,11 3 4 0,-5-2-13 15,8-2-5-15,-2 1-12 0,6-1-4 0,-1-4-22 16,-3 5-7-16,3-2-26 0,-3 4-75 0,-2-2-172 0,-1 0 76 16</inkml:trace>
  <inkml:trace contextRef="#ctx0" brushRef="#br0" timeOffset="-78596.54">10732 11310 50 0,'-5'3'72'0,"5"-3"-10"0,-5 5-9 16,5-5 3-16,0 0 5 0,0 0 5 0,26 3-12 15,2-4-7-15,6-2 3 0,21-6-10 0,3-1 1 16,31-6-6-16,-25 2 2 0,28-5-12 0,-2 0-9 16,-29 4 2-16,26-4-8 0,-29 5-12 0,3 3-11 15,-5-2-8-15,1 2-12 0,-3 3-18 0,-18 2-62 16,-3 2-121-16,-4 1 54 0</inkml:trace>
  <inkml:trace contextRef="#ctx0" brushRef="#br0" timeOffset="-77398.27">11131 11527 30 0,'0'0'85'0,"0"-10"4"0,0 10 2 0,0 0-5 16,-1-10-5-16,1 10-8 0,0 0 0 0,0-11-6 15,0 11 9-15,0 0-9 0,1-7-14 0,-1 7-2 16,0 0-3-16,0 0-17 0,0 0-1 0,0 0-3 16,0 0-3-16,0 0 0 0,0 0-4 0,0 0-3 15,0 0-1-15,0 0-1 0,5 32-1 0,-5-21-10 16,0 6 8-16,0 1-9 0,0 0 14 0,1 1-1 0,0 5-10 16,-1 1-2-16,3-7 4 0,-3 1-8 15,0-2 7-15,0 0-3 0,0 0 5 0,-3 1-7 16,6-1 2-16,-2-2-5 0,-1 1 4 0,2-4 0 15,-1 0-2-15,-1-2 3 0,1 0 1 0,1-1-9 16,-2-1-9-16,1-1-8 0,-1-7-15 0,1 14-14 16,-1-14-7-16,0 9-14 0,0-9-4 0,1 9-2 15,-1-9 1-15,0 0-5 0,0 0-42 0,0 0-134 16,0 0 59-16</inkml:trace>
  <inkml:trace contextRef="#ctx0" brushRef="#br0" timeOffset="-77096.56">11108 11529 1 0,'9'-19'77'0,"1"2"-6"16,4 1-6-16,-1 3-3 0,2 1 1 0,1 3-2 15,0-1-12-15,0 5-3 0,-2 1-7 16,-3 2 4-16,1 4-7 0,-1 1-2 0,-3 3-5 16,1 1 3-16,-3 3-3 0,-2 2-8 0,-3 4-8 0,-1 0 9 15,-4 2-5-15,-1 0-1 0,-1 0-1 0,-1-1 2 16,-2-1-8-16,-1-1 2 0,0-1 5 0,2-3-6 15,1-2 3-15,-1 0 4 0,-1-3-8 0,5 0 12 16,-2-1-2-16,3 0-2 0,3-5 5 16,-7 7 5-16,7-7-3 0,-5 5 2 0,5-5-12 0,0 0 4 15,-3 5-9-15,3-5 21 0,0 0-18 0,0 0-4 16,19 0 4-16,-9-2-8 0,8 1 7 0,0-3 7 16,9-3-8-16,1 1-2 0,4-3-8 15,1 2-7-15,1-3-28 0,14-4-22 0,-12 4-33 0,14-4-88 16,-4-2-192-16,1-4 86 0</inkml:trace>
  <inkml:trace contextRef="#ctx0" brushRef="#br0" timeOffset="-76827.09">12803 10772 148 0,'0'0'139'0,"0"0"-13"16,0 0-14-16,7-9-12 0,-3 5-7 0,5 3-9 15,3-4-9-15,-1 2-18 0,5 0-17 0,1 1-23 16,0 1-26-16,2 1-20 0,-5 0-36 0,-1 0-16 15,1 2-54-15,-8 1-145 0,3 1 64 0</inkml:trace>
  <inkml:trace contextRef="#ctx0" brushRef="#br0" timeOffset="-76673.22">12841 10904 33 0,'0'0'138'0,"0"0"-16"0,0 0-13 15,0 0-9-15,0 0-3 0,0 0-14 0,29-3-22 16,-16-1-34-16,4 1-29 0,0 0-41 16,1 2-79-16,3-1-130 0,-1-1 58 0</inkml:trace>
  <inkml:trace contextRef="#ctx0" brushRef="#br0" timeOffset="-74472.66">14355 10327 14 0,'0'0'76'15,"4"-5"-7"-15,-4 5-1 0,0 0-2 0,0 0-5 16,0 0-16-16,0 0 6 0,3-7-8 0,-3 7 3 16,0 0-3-16,0 0 0 0,0 0-4 0,0 0-4 15,0 0 5-15,0 0-9 0,0 0 1 0,2-5 0 16,-2 5 8-16,0 0-17 0,0 0 9 0,0 0-7 16,0 0 4-16,0 0-4 0,0 0-4 0,0 0 2 15,0 0-4-15,0 0-7 0,0 0 3 0,0 0 2 16,0 0-9-16,0 0 7 0,0 0-4 0,0 0-7 0,0 0 9 15,0 0-6-15,0 0-1 0,0 0 3 16,0 0-2-16,0 0 1 0,0 0-5 0,0 0 7 0,0 0-7 16,0 0 1-16,0 0-4 0,0 0 9 0,0 0-14 15,0 0 12-15,0 0-5 0,0 0-4 0,0 0 0 16,0 0 5-16,0 0-5 0,0 0 8 16,0 0-7-16,0 0 1 0,0 0-1 0,0 0-1 0,0 0 3 15,0 0 6-15,0 0 0 0,0 0-15 0,0 0 10 16,0 0 0-16,0 0-2 0,0 0-1 0,0 0 0 15,0 0-14-15,0 0 9 0,0 0 11 0,0 0 0 16,0 0-8-16,0 0 6 0,0 0-3 0,0 0 1 16,0 0 1-16,0 0 0 0,0 0 3 0,0 0-12 15,0 0 12-15,0 0-4 0,0 0 1 0,0 0 1 16,0 0-7-16,0 0 5 0,0 0 1 0,0 0-5 16,0 0-2-16,0 0 7 0,0 0-1 0,0 0-6 15,0 0 6-15,0 0 1 0,0 0-5 0,0 0-14 16,0 0 21-16,0 0-3 0,0 0-1 0,0 0-3 15,0 0 9-15,0 0-1 0,0 0 1 0,0 0-8 16,0 0 6-16,0 0-4 0,0 0-4 0,0 0 12 16,0 0-9-16,0 0-1 0,0 0 1 0,0 0 0 15,0 0-2-15,0 0-10 0,0 0 17 0,0 0 2 0,0 0 2 16,0 0-2-16,0 0-6 0,0 0 4 16,0 0 4-16,0 0-4 0,0 0 8 0,0 0-6 15,0 0-4-15,5-6 8 0,-5 6-13 0,0 0 7 16,0 0-3-16,-4-11-4 0,4 11 9 0,0 0-5 0,0-8 8 15,0 8-12-15,0 0 5 0,0-9 5 16,0 9-3-16,0 0-3 0,0-8 6 0,0 8-5 16,0 0-1-16,0 0-3 0,0 0 3 0,0 0-1 15,0-10 0-15,0 10-2 0,0 0 5 0,0 0-6 0,0 0 4 16,0 0-2-16,0 0-9 0,0 0 12 0,4-7 3 16,-4 7-3-16,0 0-3 0,0 0 3 15,0 0-2-15,0 0-3 0,0 0 3 0,0 0 3 16,0 0-7-16,0 0 9 0,0 0-4 0,0 0-3 0,0 0 7 15,0 0-8-15,0 0-8 0,0 0 11 0,0 0 0 16,0 0-2-16,0 0 4 0,0 0-2 0,0 0 3 16,0 0-8-16,0 0 0 0,0 0-5 0,0 0 9 15,0 0 7-15,0 0-11 0,0 0 0 0,0 0 10 16,0 0-5-16,0 0-1 0,0 0-3 0,0 0 7 16,0 0-3-16,0 0 5 0,0 0-7 0,0 0 2 15,0 0-1-15,0 0 1 0,0 0 2 0,0 0-4 16,0 0-2-16,0 0 8 0,0 0-9 0,13 10 6 15,-13-10-1-15,0 0-3 0,0 0 8 0,0 0 1 16,0 0-13-16,0 0 13 0,0 0-4 0,0 0 1 16,5 4-2-16,-5-4-1 0,0 0-4 0,0 0 7 15,0 0-2-15,0 0-2 0,0 0-2 0,0 0 1 16,0 0-1-16,0 0 3 0,0 0 4 0,0 0-6 16,0 0 9-16,0 0-12 0,0 0 3 0,0 0 4 15,0 0-2-15,0 0-9 0,0 0 5 0,0 0 5 16,0 0 4-16,0 0-4 0,0 0-3 0,0 0 4 15,0 0-5-15,0 0 8 0,0 0-6 0,0 0 2 16,0 0-8-16,0 0 15 0,0 0-6 0,0 0 3 0,0 0-6 16,0 0 4-16,0 0-3 0,0 0 1 0,0 0-9 15,0 0 8-15,0 0-6 0,0 0 1 0,0 0 5 16,0 0-1-16,0 0 0 0,0 0-8 16,-5 14 11-16,5-14-7 0,-4 11-6 0,4-11 13 0,-3 9-19 15,-1-3 20-15,2 1-3 0,-2 0-1 0,3 0-3 16,0 3 3-16,0-1-1 0,-4-1 7 0,5-1-9 15,-2 1 0-15,2-8 12 0,0 17-10 0,2-11 5 16,0 2-1-16,2-2-6 0,-1 3 8 0,2-1-2 16,2-1 2-16,2 3-3 0,1-5 6 0,2 1-8 15,-1 0 7-15,3-1-4 0,3 1 6 0,-1 0-7 16,0-1-7-16,2-1 7 0,-2 2 1 16,-3-2-1-16,3 1 4 0,-3-1-7 0,0-1 4 0,-1 2 2 15,-1 0-4-15,-2-1-9 0,1 1 11 0,-2 0-5 16,-1 0-2-16,-2 1 8 0,-1-2-2 0,-2 0 4 15,-2-4-10-15,2 11-4 0,-2-4 9 0,0-7 6 16,-4 12-1-16,-3-3-1 0,-2-2-3 0,-1 0-6 16,-2 0 17-16,-3 0-14 0,2-1 7 0,-2 0-4 15,0 1-2-15,2-3 0 0,0 0 2 0,-2-2 2 16,-1 3-7-16,3-2 5 0,2-1 7 0,-3 1-13 16,3-1 2-16,-1-2 0 0,1 2-25 0,0-2-21 15,0-1-5-15,0 0-22 0,0-1-24 0,4-1-65 16,-4-1-179-16,2 0 79 0</inkml:trace>
  <inkml:trace contextRef="#ctx0" brushRef="#br0" timeOffset="-73855.63">14422 10207 35 0,'0'0'77'15,"0"0"-1"-15,0 0-7 0,-2-8-5 0,2 8-1 16,0 0-17-16,0 0-6 0,0 0 3 0,0 0-6 16,0 0-6-16,0 0-4 0,0 0-2 0,0 0-3 15,-2-7-2-15,2 7-8 0,0 0-2 0,0 0-5 16,0 0 3-16,0 0-17 0,0 0-8 0,0 0 3 16,0 0-6-16,0 0-6 0,0 0-4 0,0 24-13 15,0-24-7-15,2 8-34 0,-2-8-90 0,2 8 39 16</inkml:trace>
  <inkml:trace contextRef="#ctx0" brushRef="#br0" timeOffset="-73630.24">14364 10268 67 0,'0'0'79'0,"0"0"-7"0,0 0-12 16,0 0-5-16,0 0-2 0,0 0 0 0,20-11-6 16,-7 7-4-16,8-2 0 0,8-1-5 0,0-1-4 0,2 0-6 15,1-1-5-15,0 4 4 0,-1-1-15 0,-2 3-25 16,-1-1-16-16,-8 3-23 0,0 1-55 0,-2-2-116 16,-5 2 52-16</inkml:trace>
  <inkml:trace contextRef="#ctx0" brushRef="#br0" timeOffset="-73266.41">14872 10287 80 0,'0'0'111'0,"6"3"-4"15,-6-3-16-15,0 0-2 0,1 7-3 0,-1-7-3 16,3 10-16-16,-2-4-4 0,-1-6-5 0,4 13-4 15,-2-7-6-15,3 4-3 0,-2-3-1 0,1 2-15 16,0-3 17-16,-2 1-10 0,5 0 1 0,-2 0-8 16,1-1-5-16,0 0 8 0,0 0 3 0,0-4-3 15,1 2 2-15,1-2-3 0,-2 1-4 0,2-2 1 16,-8-1-2-16,16 0-6 0,-11 0-10 0,-5 0 12 16,13-5 0-16,-6 2 4 0,1-1 0 0,-4-2-10 15,0 0 15-15,-2 0-1 0,2 0-4 0,-3-5-2 16,-1 3-2-16,-2-2-5 0,-1-1 4 0,-2-1-8 15,-5-1 1-15,0 0-5 0,2 3 0 0,-1 1 2 16,-3 2 0-16,1-1-8 0,-2 1 2 0,3 2-6 16,-3 2-6-16,0 2-17 0,1 0-11 0,0 3-16 15,1 0-6-15,0 2-34 0,1 2-22 0,3 1-8 16,0 0-106-16,3 0-246 0,3-2 110 0</inkml:trace>
  <inkml:trace contextRef="#ctx0" brushRef="#br0" timeOffset="-73091.24">15361 10307 170 0,'10'-8'151'16,"5"2"-15"-16,2-1-6 0,0-1-16 0,3 2-14 15,2 2-17-15,-1-2-39 0,8 3-26 0,-5 1-29 16,-1 0-39-16,-3 1-98 0,2 0-160 0,-3 0 71 15</inkml:trace>
  <inkml:trace contextRef="#ctx0" brushRef="#br0" timeOffset="-72881.24">15708 10039 29 0,'-1'-7'206'0,"1"7"-5"0,-2-9-11 16,2 9-18-16,-2-9-22 0,2 9-19 0,0 0-17 15,0 0-9-15,0 0-13 0,0 0-9 0,0 0-8 16,4 31-4-16,-1-14-4 0,-1 3-9 16,2 5-1-16,-4 0-4 0,1 1-6 0,-1-2-4 0,-1 3-5 15,1-3-6-15,0-3-15 0,-1-1-31 0,1 0-33 16,1-2-40-16,0-1-52 0,2 0-152 0,-2-2-315 16,3-4 139-16</inkml:trace>
  <inkml:trace contextRef="#ctx0" brushRef="#br0" timeOffset="-72586.39">15979 10156 40 0,'0'0'138'16,"0"0"-10"-16,0 0-16 0,0 0-1 0,0 0-13 15,0 0-4-15,12 13-2 0,-7-9-9 0,5 1-3 16,3-1-3-16,1 0-3 0,-1 0-7 0,5 0 2 15,-5-4-7-15,6 2-8 0,-5-2-2 0,2-2-4 16,-2-1-8-16,-2-1 0 0,1 0 6 0,-3-1 1 16,1 2 4-16,-4-1 3 0,-1-4-4 0,-2 3-8 15,-1-2-2-15,-3 7-9 0,-2-15-2 0,-2 4-2 16,-1 1 1-16,-2 1-10 0,-3 0-2 0,-3-1 2 16,-4 1-4-16,0 3-6 0,-3-1-6 0,0 4-17 15,-1 3-20-15,-1 2-12 0,-4 3-15 0,5 1-25 16,-1 2-23-16,-3 3-23 0,1 3-133 0,7-2-287 15,0 0 128-15</inkml:trace>
  <inkml:trace contextRef="#ctx0" brushRef="#br0" timeOffset="-72234.54">14557 10857 54 0,'0'0'157'0,"0"0"-21"0,0 0-10 0,0 0-12 16,57-7-5-16,1-2-11 0,29-10-8 15,10 0-14-15,5-2 2 0,9 1-10 0,6-3 2 0,2 3-8 16,-1 1-8-16,-1-2-6 0,-10 1-1 0,-8 3-4 15,-9 2-8-15,-26 5-5 0,-1 0-2 0,1 0 0 16,-5 3 9-16,-2-5-9 0,-5 6-1 0,-2-2-6 16,-13 3-2-16,-5 1 2 0,-2 0-3 0,-10 2-3 15,-2-2-1-15,-5 1 0 0,-1 1 2 0,-1 1-13 16,-4-1-10-16,-7 2-7 0,13-1-13 0,-13 1-21 16,8 0-17-16,-8 0-4 0,0 0-30 0,0 0-27 15,0 0-96-15,0 0-240 0,-28 18 107 0</inkml:trace>
  <inkml:trace contextRef="#ctx0" brushRef="#br0" timeOffset="-71257.48">15165 10850 52 0,'-1'-7'107'0,"1"7"-4"0,-3-10-10 0,3 10-12 16,-2-12-5-16,-1 5 8 0,3 7-5 0,-2-10 11 16,2 10 1-16,-3-8-10 0,3 8 3 0,-1-9-6 15,1 9-15-15,-4-7-7 0,4 7-4 16,0 0-6-16,0 0-4 0,0 0-5 0,0 0-5 0,0 0-7 16,0 0-2-16,0 0 1 0,8 25-6 0,-7-12 4 15,2 2-8-15,-2 4 1 0,-1 0 2 16,0 0-11-16,0 5 8 0,2 3 5 0,0-3 1 0,-2-5-9 15,0 1 6-15,0-2-3 0,0-1-7 0,0 0 6 16,2 0-6-16,0-2-2 0,1 0 4 0,2 0-2 16,-1-3 3-16,0 4-7 0,-3-3-7 0,1-1-24 15,2-1-20-15,-2 0-30 0,-1 0-22 0,3-1-28 16,-4 2-100-16,0-2-245 0,0-3 110 0</inkml:trace>
  <inkml:trace contextRef="#ctx0" brushRef="#br0" timeOffset="-71052.23">15487 11053 67 0,'0'0'118'0,"0"0"-12"16,-21 20-24-16,12-13 8 0,0 1-6 0,-4 5-12 15,0 2-24-15,-1-1-3 0,-3 6-3 0,4-3-33 16,-4 2-26-16,-1 2-27 0,0-4-73 0,3-4-127 16,1-1 56-16</inkml:trace>
  <inkml:trace contextRef="#ctx0" brushRef="#br0" timeOffset="-70082.58">15584 10885 67 0,'0'0'116'0,"0"0"-14"0,0 0 2 15,0 0-8-15,0 0-2 0,-11 18-3 0,7-8-16 16,-2 4 1-16,1 2-11 0,1-5-5 0,0 0-7 15,1 3-3-15,1-2-4 0,0 1-12 0,1-2 1 16,1 0-3-16,0-1-3 0,3-1 7 0,-1-1-11 16,4-3-5-16,-1 2 3 0,1-3 1 0,4 2-5 15,0-3 5-15,2-3-4 0,1 2 0 0,1-2-4 16,3-3 4-16,-3-1-8 0,2-4 1 0,-2 2 3 16,-1 0-4-16,1-2 0 0,0-1 2 0,-4 0 0 15,-2 1-5-15,1-3-4 0,-2 2 1 0,-1-1-1 16,-1 0 1-16,-3-2 0 0,1 1-4 0,-3 0-1 15,-1-2 1-15,-2 3-8 0,-1-2 15 0,-1 2-6 16,-1 0 0-16,-2 2 0 0,-1 0-14 0,0 1 12 16,-2 0 0-16,2 1-1 0,-2 2 0 0,1-1-3 15,-1 1 4-15,2 3-2 0,2 0 5 0,7 1-7 16,-12-3-2-16,12 3-3 0,-11 0 1 0,11 0 1 16,0 0 4-16,0 0-1 0,0 0-3 0,0 0 0 15,0 0 9-15,39 3-4 0,-18-5 0 0,0 0 2 16,10 0 0-16,-2-3 3 0,-1-1-5 0,-1 2-2 15,-5 0 3-15,-1 1 0 0,-3 3-6 0,-4-2 5 16,-2 0 3-16,-1 4-6 0,-2-4 2 0,-9 2-2 0,13 3 8 16,-8 0-10-16,0-2 4 0,-5-1 1 15,9 7 1-15,-6-2-2 0,-3-5 4 0,2 13 15 16,0-6-3-16,-2 1-4 0,0 3 5 0,-3-2 0 16,0 0-12-16,1 2 10 0,-2-1-2 0,0-1-5 15,3 2 11-15,0-2-8 0,0 3-5 0,2-4-1 0,1 1 7 16,0-2-5-16,1-1 0 0,0 1 10 0,1-3-7 15,2 1-1-15,2 0 0 0,1-2 5 16,0-1 2-16,1-2-4 0,0 0 0 0,2 0-5 16,-2 0-1-16,1-4 3 0,1 1 2 0,-3-1 1 0,1-2-4 15,-2-1 6-15,1-1-3 0,-4 1-4 0,1-2-1 16,-2-1-2-16,0-2 8 0,-3 1-12 0,-2-4 5 16,2 4-3-16,-2 0-8 0,0-1 8 15,-2 0 0-15,3 0 1 0,-4 1 3 0,3 1-1 0,1 0-3 16,0 10-4-16,1-12 3 0,-1 12-2 0,4-10-3 15,0 4 5-15,1 1 2 0,4 0-8 0,4 4 5 16,0-3 2-16,6 0-10 0,-3 2 9 0,3-1 0 16,-1 4-1-16,2 1 0 0,-3 2-2 0,-1 0 2 15,-2-1 0-15,-3 2 0 0,1 2-4 0,-1-1-2 16,1 1 15-16,-2 0-11 0,0-1 1 0,-1 1 1 16,0-1-2-16,0 0-4 0,3-1 14 0,-3 0-1 15,2-1 2-15,-2-1 3 0,1-2 0 0,3 1 4 16,-3-2-5-16,1 2 4 0,1-4-2 0,-2 1-6 15,2-2 6-15,-1-1-6 0,0-2 3 0,-2-2 0 16,-1 1 0-16,-1-3-4 0,-1-1 9 0,-2 2 4 16,-1-2-5-16,-3-1 3 0,0 1 0 0,-3-2 0 15,-1 1 0-15,-1-4-7 0,0 5 8 0,-5-5-9 16,-2 4 0-16,0-2-4 0,-2 2 1 0,-1 2 0 16,-1 3-1-16,0 0-3 0,3 4-1 0,0 0 2 15,-1 3 0-15,1-2-23 0,0 4-20 0,0-2-20 16,2 3-35-16,4 1-34 0,-3 2-38 0,3 0-92 15,4-2-281-15,3-4 124 0</inkml:trace>
  <inkml:trace contextRef="#ctx0" brushRef="#br0" timeOffset="-69890.72">17090 10428 1847 0,'4'-9'-7'0,"1"0"53"15,-2 2-2-15,-1 0-15 0,-2 7-6 0,5-10-9 16,-5 10-3-16,4-8-3 0,-2 3-3 0,-2 5 7 16,11-6-9-16,-1 3-11 0,3 1-18 0,0 0-27 15,4 2-18-15,1 1-35 0,0 0-33 0,0 5-133 16,-8-2-295-16,-1 1 130 0</inkml:trace>
  <inkml:trace contextRef="#ctx0" brushRef="#br0" timeOffset="-69750.95">17181 10509 51 0,'0'0'164'0,"-7"4"-6"0,7-4 6 0,0 0 0 16,-7 1 1-16,7-1-16 0,0 0-23 0,0 0-3 15,0 0-17-15,0 0-13 0,0 0-22 0,21 5-40 16,-2-5-45-16,2 0-54 0,7-1-61 0,0-1-97 16,-1-3-244-16,2-2 107 0</inkml:trace>
  <inkml:trace contextRef="#ctx0" brushRef="#br0" timeOffset="-68758.58">18284 10000 50 0,'0'0'124'0,"0"0"-13"15,2-10-3-15,-2 10-1 0,0 0-3 0,0-9-7 16,0 9-12-16,-1-10-1 0,1 10 3 0,0 0 3 16,-1-9-8-16,1 9 8 0,0 0-15 0,-3-8-5 15,3 8-7-15,0 0-10 0,0 0-4 0,0 0-6 16,0 0-2-16,0 0-2 0,0 0 5 0,-1-7-13 16,1 7 2-16,0 0-6 0,0 0 7 0,0 0-2 15,0 0 4-15,0 0 1 0,0 0-8 0,0 0 2 16,0 0 2-16,0 0-4 0,1-11 0 0,-1 11 0 15,0 0-7-15,0 0 4 0,0 0-8 0,0 0-5 16,0 0 1-16,0 0-6 0,0 0-5 0,0 0 3 16,0 0 1-16,0 0-6 0,0 0 2 0,12 18-4 15,-9-7 3-15,1 1 1 0,-1 2-4 0,1 5 4 16,2 0 2-16,-1-2-2 0,-1 2 0 0,0 0-1 16,1-2-3-16,0 1 3 0,3-1 6 0,-2-2-5 0,2-1 2 15,1 1-3-15,-2-4 2 0,5-1 0 0,-2-1 1 16,0-3-3-16,2 0 4 0,-1 0-3 0,3-3 1 15,-1-2-1-15,1-2 0 0,-1-1 0 16,1-1 2-16,-2-2-5 0,3-3 3 0,0-4-6 0,-2 1 1 16,1-2-2-16,-4-1 0 0,-2-2 1 0,0-2 3 15,-2 3-3-15,-2-3 0 0,0 1 4 0,-2 0 0 16,0 5-2-16,-4-6-1 0,2 5 5 0,2 4 5 16,-1 0-3-16,0 2 1 0,-1 7-1 0,0-13 0 15,0 13-8-15,0-7 1 0,0 7 2 0,0 0-6 16,0 0 0-16,0 0 4 0,6 29 0 0,-3-13 4 15,-2 4-4-15,-1 5 4 0,0 0 1 0,1 0-4 16,-2 0 0-16,2 0 3 0,2-1 1 0,-2-3-2 16,-1 3 5-16,0-4-2 0,3 4-2 0,-2-5-3 15,1 0-16-15,0-1-24 0,-1-2-21 0,1 0-28 16,0-3-23-16,0-2-30 0,0 1-166 0,-2-5-335 16,1 0 148-16</inkml:trace>
  <inkml:trace contextRef="#ctx0" brushRef="#br0" timeOffset="-68465.76">18758 10199 52 0,'0'0'110'16,"10"22"9"-16,-5-17-15 0,1 4-1 0,5-1 5 15,-2 0-4-15,3-1-19 0,3 2 0 0,1-5-7 16,1 1-4-16,1-2 1 0,-2 0-12 0,3-3 4 15,-2 0-5-15,0-4 4 0,-3 2-2 0,-2-3 10 16,0 1 9-16,-1-3-4 0,-2-1 1 0,-1-1 1 0,-2 1-11 16,-3-3-2-16,-1 1-9 0,-2-3-6 0,-2 3-8 15,-3-3 0-15,-3-2-8 0,-1 1-3 0,-1 0-6 16,-4 2-1-16,4 4-7 0,-4 0-2 16,4 2-5-16,-3 1-9 0,0 3-29 0,0 2-12 0,-5 3-21 15,3 3-35-15,1-1-28 0,4 2-24 0,-1 1-39 16,-1 4-95-16,5-5-303 0,3 2 134 0</inkml:trace>
  <inkml:trace contextRef="#ctx0" brushRef="#br0" timeOffset="-67971.03">19217 10142 62 0,'0'0'146'0,"0"0"-18"0,0 0-12 0,7 4 13 16,-7-4-1-16,4 9-11 0,-3-3-2 0,2 1-14 15,-1 0-7-15,0 1-6 0,-1 1-8 0,0 0-10 16,2-1-7-16,-3-8 0 0,1 10-9 0,-1-10-8 16,1 7 9-16,-1-7 11 0,2 7 17 0,-2-7 14 15,0 0 1-15,0 0-14 0,0 0-6 0,0 0-7 16,0 0-3-16,0 0-14 0,0 0 1 0,-8-32-9 16,7 22-2-16,-1-3-7 0,0-1-4 0,1 1-3 15,4 1-5-15,-1-5-3 0,0-1-2 0,2 1-3 16,0 2-5-16,2-1-7 0,2 3 3 0,-2 2-8 15,2 5-2-15,1-2-4 0,-1 3-1 0,1 2 0 16,1 3-7-16,1 3 8 0,-1 3-4 0,0 1 3 16,0 0 2-16,0 6-2 0,0 1 2 0,1-1 0 15,0 1 2-15,-1 2 0 0,-3-5-3 0,-1 0 4 16,2 0-1-16,-3-2 0 0,1-2 0 0,-2-1 0 16,0 1 3-16,-2-1-1 0,3-2 0 0,-5-4 3 0,4 6 4 15,-4-6 0-15,0 0-4 0,8 0 3 0,-8 0-4 16,0 0-1-16,13-16 3 0,-6 9-4 15,1-1 0-15,0-2-3 0,2-3 4 0,0 4-2 16,2-6-1-16,0 3-7 0,1-1 4 0,-1 0 1 0,2 3 0 16,0 1 2-16,-1 4 0 0,-2-1-5 0,-1 2 1 15,2 2-3-15,-4 2-1 0,1 0 2 16,1 4 4-16,-3 2-4 0,1 1 4 0,-1 2-1 0,-1 1 1 16,-2 2-5-16,-1 0-8 0,0 3-19 0,-2 1-29 15,-1 1-17-15,0-2-34 0,0 2-37 0,-4 0-184 16,2-6-364-16,-1 3 162 0</inkml:trace>
  <inkml:trace contextRef="#ctx0" brushRef="#br0" timeOffset="-67578.79">19916 10085 21 0,'0'0'184'0,"2"-6"-25"0,-2 6-16 16,0 0-15-16,0 0-6 0,0 0-7 0,0 0-12 15,9 15-3-15,-8-5-6 0,-1 1-10 0,0 1-8 16,0 0-9-16,2 0-6 0,-4-2-7 0,2 2-3 16,0-4-2-16,2-1-5 0,-1-1-4 0,-1-6 5 15,0 9 22-15,0-9 15 0,0 0 0 0,0 0-6 16,0 0-6-16,0 0-5 0,0 0-6 0,0 0-6 16,0 0-5-16,-10-25-3 0,7 14-3 0,3 0-5 15,-1-6-4-15,1 0-6 0,1 1-2 0,2-1-3 16,1-7-2-16,2-2 5 0,-1 10-7 0,4-3-2 15,0 1-5-15,-1 1 0 0,3 1-2 0,-1 4-1 16,-2 2-3-16,0 1-1 0,-1 2-2 0,0 3-2 16,-2 2-3-16,-5 2-4 0,13-2 4 0,-13 2-3 15,15 9 2-15,-7 1 1 0,3 4 2 0,-2-1 0 16,-1 5-1-16,-2-3 2 0,3 0 0 0,-3 2 2 16,2 0-2-16,-3-2 3 0,2 3-1 0,-1-1 1 15,-2 1-2-15,0-3-12 0,-3-2-24 0,4-2-29 16,-5 2-12-16,0-3-27 0,0 3-38 0,-1-3-23 15,0-1-185-15,-3 1-376 0,0-3 166 0</inkml:trace>
  <inkml:trace contextRef="#ctx0" brushRef="#br0" timeOffset="-67437.69">19950 10149 125 0,'0'0'177'15,"-6"-7"-6"-15,6 7-8 0,-7-3-11 0,7 3-14 16,0 0-17-16,0 0-6 0,0 0-14 0,0 0-14 0,16-8-22 15,-3 8-44-15,8-2-55 0,7 0-57 0,3 1-128 16,2-2-236-16,0 0 104 0</inkml:trace>
  <inkml:trace contextRef="#ctx0" brushRef="#br0" timeOffset="-60240.66">8062 12647 42 0,'0'0'114'0,"0"0"-7"0,0 0-7 0,0 0-3 16,0 0-3-16,25-8-7 0,-6 2 3 0,8 0-6 16,1-2-11-16,1 2-10 0,6-4-6 0,2 1-5 15,-3 1-6-15,0 1-12 0,1 1-15 16,-3-1-18-16,-2 2-2 0,-5 0-22 0,-3 3-15 0,0-2-16 16,-6 0-10-16,2 3-19 0,-5 0-67 0,-2 0-162 15,-3-1 72-15</inkml:trace>
  <inkml:trace contextRef="#ctx0" brushRef="#br0" timeOffset="-59825.96">8310 12633 43 0,'0'10'73'0,"0"1"-6"0,2 3-2 0,0 1-8 15,-1 3 1-15,5 3-4 0,-1 3-10 0,-3 1-1 16,3 0-10-16,0 0-2 0,-2-1-2 0,1 0-2 16,-3-6 2-16,2 3-6 0,1-2-1 0,-3 0-10 15,1 1 5-15,-2-1-6 0,0 0 7 0,2-1-5 16,-2 0-2-16,-2-3 3 0,0 2-7 0,-1-2-3 16,2-2 7-16,-3-2-11 0,0 1 8 0,3-1-4 15,-3 1 1-15,2-2 7 0,-5-2-8 0,4 1 1 16,0-2-2-16,-1-1 0 0,-1-1 1 0,0-1-1 15,0 1 4-15,-3-1-4 0,8-4 2 0,-10 5-1 16,3-3 3-16,7-2 1 0,-11 3 15 0,5-1-4 16,6-2 8-16,-9 2 5 0,9-2-1 0,-8 3 4 15,8-3-3-15,0 0-5 0,-9 1 0 0,9-1-4 16,0 0-2-16,0 0-9 0,0 0 10 0,0 0-10 16,0 0 0-16,0 0 7 0,0 0-7 0,27-4-4 15,-13 3-1-15,4-2-11 0,10-3-8 0,1-2-19 16,2 2-19-16,0-2-16 0,-2 1-16 0,0 0-13 15,-2-1-66-15,-5 1-173 0,-3 1 76 0</inkml:trace>
  <inkml:trace contextRef="#ctx0" brushRef="#br0" timeOffset="-59554.62">8667 13017 96 0,'0'0'146'16,"0"0"-15"-16,-1-8-15 0,1 8-12 0,0 0-16 15,0 0-6-15,0 0-12 0,0 0-8 0,0 0 1 16,0 0-2-16,12 17-14 0,-9-3 3 0,0 0-7 16,-1 3-3-16,-2 2 1 0,-1-1-12 0,0 0-3 15,-2 2-1-15,-1 0-4 0,-1-1-1 0,1-1 1 16,2-3-1-16,-2-3-3 0,1 5 0 0,2-6-3 16,-2 0 3-16,2-1-11 0,0-1 2 0,2-2 2 15,-1-7-2-15,0 12 1 0,0-12-2 0,4 11 13 16,0-7-11-16,0 0-2 0,4-1-1 0,0-1 0 15,1-1-10-15,4-1-21 0,5-2-23 0,1-2-19 16,3 1-24-16,-2-2-24 0,7-2-88 0,-1-3-219 16,-6 3 98-16</inkml:trace>
  <inkml:trace contextRef="#ctx0" brushRef="#br0" timeOffset="-58946.78">9186 13123 22 0,'0'0'104'0,"0"0"-11"15,-10 7-9-15,7-1-2 0,3-6-8 0,-6 15-11 16,3-7 1-16,2 2-14 0,-3 2-2 0,3-1 8 16,-1 0-16-16,1 0-1 0,-1 2 0 0,0-3-13 15,1 2 2-15,-2-2 7 0,1 0-7 0,1-3-6 16,-1-1 8-16,2-6-4 0,-2 11 7 0,2-11 8 15,-3 8 13-15,3-8 15 0,-1 7-8 0,1-7-3 16,0 0-3-16,0 0 8 0,-11 1-2 0,11-1-8 16,0 0-2-16,-12-9-3 0,12 9-2 0,-7-11 5 15,5 1-7-15,-2 2-7 0,0-3 9 0,2 1-13 16,1 1 0-16,1-2-7 0,0 0-1 0,0 1-5 0,2-2 0 16,3 2-6-16,1-1-1 0,1 1-1 15,3-1-1-15,0 2-2 0,4 0-3 0,3 2 2 16,0 0-3-16,-1 4-2 0,1 0 3 0,-2 3-6 15,-2 1 1-15,1-1-3 0,-2 5-1 0,-2-1 2 16,2-1-2-16,0 3 4 0,-2-1-3 0,0 3 2 0,-1-1 0 16,-1 0-3-16,-3 1 3 0,0-4-5 15,-1 2 1-15,-1-1 2 0,-1 1 2 0,-2-6-2 16,4 7 3-16,-4-7-2 0,0 8 7 0,0-8-4 16,0 0 3-16,-6 7-4 0,6-7 5 0,-7 3-3 15,7-3 3-15,0 0 4 0,-14 0-1 0,14 0-3 16,0 0 1-16,-11-6 0 0,11 6-1 0,-10-8-2 15,6 3-2-15,3-1-2 0,1 6-2 0,0-14-1 16,1 2 2-16,3 4-1 0,2-3-1 0,-1 3-3 16,1-1 0-16,1 2-3 0,3 1 3 0,-1 0 0 15,-1 2 1-15,1 0-4 0,0 2 2 0,0 2 0 16,1 0-1-16,-10 0 0 0,16 2 0 0,-5 3-1 0,-2 0 5 16,-1 2-2-16,1 0 6 0,-3 2 3 15,0-1-8-15,-1 1-4 0,-1 0 1 0,-2 2-12 0,0-1-8 16,-2 2-20-16,0 0-21 0,0-2-27 0,1 1-32 15,-1 0-24-15,-1-1-106 0,1-10-280 0,0 13 124 16</inkml:trace>
  <inkml:trace contextRef="#ctx0" brushRef="#br0" timeOffset="-58573.08">9700 13076 112 0,'-4'-5'162'0,"4"5"-11"16,-7-8-8-16,7 8-6 0,-10-3-7 0,10 3-19 0,-11 3-8 16,11-3-9-16,-12 8-18 0,3 0-4 0,3-1-7 15,-2 3-6-15,2 5-4 0,-1-5-9 16,2 6-2-16,3-4-5 0,0-2 8 0,4 3-18 16,-1-4-4-16,2 2-8 0,-1-2-11 0,2 1-3 15,1-7 1-15,3 4 0 0,-3-2 4 0,1-4-2 0,1 2-5 16,-7-3-2-16,15 0 4 0,-15 0-4 0,13-7 5 15,-7 3-5-15,-1-1 4 0,-1 2 1 0,1-3 12 16,-2 0 1-16,1-1 0 0,-1-2 4 16,-1 4-3-16,-2 5 3 0,2-12 3 0,-2 12 5 0,0-10 4 15,0 10 4-15,3-7-3 0,-3 7-5 0,0 0-5 16,0 0-4-16,0-12-5 0,0 12 0 0,0 0-3 16,0 0-3-16,0 0 9 0,0 0-11 15,15 16 4-15,-10-12-4 0,2 3-14 0,-1 0-31 16,2 0-8-16,-1 0-19 0,0 2-14 0,3-3-23 0,-2 1-29 15,1-2-26-15,-2 1-105 0,-1-2-284 0,0-2 127 16</inkml:trace>
  <inkml:trace contextRef="#ctx0" brushRef="#br0" timeOffset="-58366.36">9843 13066 116 0,'2'-8'168'0,"-2"8"-10"0,7-3-14 16,-7 3-12-16,0 0-12 0,14 4-10 0,-7-1-4 16,4 2-22-16,-1 1-4 0,1 2-6 0,-2-2-7 15,2 3-6-15,-3-1-5 0,3-1-20 0,-2 0-17 16,0 2-30-16,1-3-24 0,-3 0-23 0,2-1-23 16,0 1-18-16,-4-2-23 0,1-1-66 15,-6-3-203-15,5 5 90 0</inkml:trace>
  <inkml:trace contextRef="#ctx0" brushRef="#br0" timeOffset="-58240.99">10008 13046 149 0,'-4'-6'171'15,"4"6"-1"-15,-5-8-7 0,2 3-14 0,3 5-12 16,-8-5-17-16,8 5-16 0,0 0 0 0,0 0-11 16,-14 8-2-16,8 3-8 0,-5 2-3 0,-1 4-11 15,-3 4-10-15</inkml:trace>
  <inkml:trace contextRef="#ctx0" brushRef="#br0" timeOffset="-56486.77">10281 12869 6 0,'0'0'95'0,"0"0"-9"15,0 0-3-15,0 0-6 0,0 0-13 0,0 0-2 16,32-1-6-16,-15-3-1 0,2 2-16 0,8-4-7 16,-6 4-29-16,0-2-20 0,2 1-22 0,-2 1-62 15,-1 0-108-15,-1-1 48 0</inkml:trace>
  <inkml:trace contextRef="#ctx0" brushRef="#br0" timeOffset="-56283.48">10353 12995 24 0,'-6'6'123'0,"6"-6"-4"15,0 0-10-15,0 0-9 0,0 0-7 0,21 6-6 16,-2-6-8-16,2-2-8 0,8 1-18 0,3-5-24 16,1 2-29-16,3-1-35 0,0 3-28 0,-4-3-69 15,-3 2-142-15,1-1 62 0</inkml:trace>
  <inkml:trace contextRef="#ctx0" brushRef="#br0" timeOffset="-52900.65">11357 12630 25 0,'0'0'111'0,"-5"-7"-2"0,5 7 12 0,0 0-31 16,-5-7-3-16,5 7-8 0,0 0-11 0,-8-5-7 15,8 5-10-15,0 0-4 0,-5-4 2 0,5 4-8 0,0 0-4 16,0 0-11-16,0 0 5 0,0 0-8 0,0 0 5 15,23-9-9-15,-6 5 0 0,2-3-6 0,12 0 3 16,-1-1-7-16,3-2-4 0,3-2-11 0,-1 2-13 16,-1 2-12-16,-4-2-14 0,-1 5-20 15,-7-1-11-15,-1 3-15 0,-1-1-48 0,-8 1-150 0,0 3 66 16</inkml:trace>
  <inkml:trace contextRef="#ctx0" brushRef="#br0" timeOffset="-52450.76">11529 12518 6 0,'0'0'62'0,"0"0"8"15,0 0-6-15,2 19 15 0,-2-9-8 0,4 7 2 16,-2 0-4-16,2 2-13 0,-1 0-7 0,1 7-1 0,-2-7 0 15,2 2 3-15,-1 2-4 0,-1-4-7 16,1 0 2-16,0-2-8 0,0 2 5 0,-1-1-8 16,2-1 4-16,-1-6-8 0,-1 5 4 0,0-5-3 15,0 0-5-15,-2 2-3 0,0-3 0 0,0-4-8 0,0-6 4 16,0 14-3-16,0-14 7 0,0 9-12 16,0-9 7-16,0 0-4 0,0 0 1 0,-4 17-4 15,2-15 3-15,2-2-1 0,-9 9-3 0,-1-5 0 16,1 1 3-16,-1-1-8 0,-4 0-3 0,3-1 1 15,2-1 1-15,-3-1 1 0,1-1-2 0,2 2 3 0,2-2 14 16,7 0-15-16,-12 2 0 0,12-2-3 0,-9 2 2 16,9-2-1-16,-6 2 3 0,6-2-8 15,0 0 7-15,0 0-13 0,-9 2 9 0,9-2-5 0,0 0 2 16,0 0 3-16,0 0 1 0,0 0-2 16,0 0 3-16,0 0-4 0,34 2 0 0,-20-2-1 0,-1-2 4 15,5-1 1-15,0 2-8 0,3-5-3 0,1 5-17 16,-2-1-16-16,9-6-11 0,-2 4-19 0,-7 2-21 15,7-1-71-15,-6 0-178 0,-1 0 79 0</inkml:trace>
  <inkml:trace contextRef="#ctx0" brushRef="#br0" timeOffset="-46843.16">12146 12890 30 0,'-14'4'64'0,"7"-3"-5"16,0 3 1-16,0 0-4 0,-2 0-13 0,1 0-4 15,0-1-1-15,1 2-1 0,1 2-5 0,-3-2-5 16,1 1 4-16,2 2 0 0,-2-1-2 0,3 0-9 16,1 0-3-16,0-2 3 0,3 1-4 0,-2 0-5 15,1 1 1-15,2-7 3 0,2 14-2 0,0-7-5 16,4-1 4-16,-1 1 0 0,3 0 2 0,-2 1-6 0,6-3 3 16,-1 1-2-16,7 2 5 0,-2-4 0 15,4 2 5-15,-3-1 4 0,2-1-6 0,0 0-10 16,-4 0 7-16,3 0-7 0,-5-1 2 0,-2 1-2 15,1 0-3-15,-3 0-2 0,-3 0-1 0,2-1 3 0,-2 3-3 16,-2-2 2-16,-4-4 4 0,0 13-2 16,-2-3 3-16,-5 0-2 0,-2-2 1 0,-2 3 5 15,-5-1-6-15,-1 1 3 0,0-1 7 0,-2-2-1 16,0 1 1-16,0-3 2 0,-1 0-2 0,1-2-1 16,4 2-5-16,3-2 1 0,1-2 1 0,3-1-4 0,3-1-11 15,5 0-18-15,-10 4-37 0,10-4-38 16,-8 1-61-16,8-1-170 0,0 0 76 0</inkml:trace>
  <inkml:trace contextRef="#ctx0" brushRef="#br0" timeOffset="-36658.82">585 13281 5 0,'0'0'34'0,"0"0"-6"0,0 0 20 0,0 0-8 15,0 0-1-15,0 0 8 0,0 0 6 0,0 0 2 16,0 0 4-16,0 0-3 0,0 0-7 0,0 0 3 0,0 0-1 16,0 0-11-16,0 0 0 0,0 0-15 15,0 0 5-15,0 0-1 0,0 0 9 0,0 0-12 16,0 0-7-16,0 0 8 0,0 0 5 0,0 0-6 15,0 0 4-15,50-19-17 0,-21 11 20 0,2 3-10 16,1-3 1-16,1 3-14 0,-3 0-12 0,-1 1-14 16,0 0-20-16,-7 2-21 0,5-1-18 0,-7 2-75 15,-2 1-161-15,-5 1 71 0</inkml:trace>
  <inkml:trace contextRef="#ctx0" brushRef="#br0" timeOffset="-36232.66">811 13252 12 0,'0'0'88'0,"0"0"-2"0,-15 48-14 15,15-48 13-15,0 43-10 0,0-43-8 0,2 44-14 16,-2-44 3-16,2 50-6 0,-2-50 1 0,5 38-12 15,-3-21 7-15,0 0-9 0,-2-17 1 0,2 34-19 0,-2-23 8 16,4 4-1-16,-4-2 4 0,2-1-9 16,0-2-6-16,-2 0-3 0,0-10 13 0,0 16-5 15,0-7-6-15,0-4 1 0,0-5-2 0,0 0 7 16,0 0-14-16,0 0 8 0,0 0-4 0,0 0 0 16,-30 38-2-16,30-38 3 0,0 0-5 0,-27 12 0 15,27-12-10-15,0 0 11 0,0 0-8 0,0 0 4 16,-45 5-4-16,45-5 5 0,0 0-2 0,0 0 0 15,0 0 2-15,0 0-9 0,0 0 8 0,-30 6 1 16,30-6-8-16,0 0 9 0,0 0-3 0,0 0 4 16,0 0-4-16,0 0 4 0,0 0-4 0,0 0 11 15,0 0-14-15,0 0 4 0,52 4 1 0,-33-6-2 16,0-1 4-16,0 0-9 0,10 0-19 0,-2-3-20 16,0 1-22-16,0 0-5 0,-9 2-10 0,3-3-17 15,-2 2-50-15,2 0-157 0,-3-1 69 0</inkml:trace>
  <inkml:trace contextRef="#ctx0" brushRef="#br0" timeOffset="-35927.72">1123 13568 52 0,'0'0'90'15,"0"-11"0"-15,4 6 18 0,-4 5-2 0,0 0 3 16,-4-12-8-16,4 12 0 0,0 0-4 0,-2-6-11 16,2 6-8-16,0 0-10 0,0 0-12 15,0 0-2-15,0 0-11 0,0 0-7 0,0 0 3 16,0 0 1-16,-21 16-1 0,13-7-5 0,1 1-4 15,1-2-9-15,-1 3-3 0,3 1-2 0,1-3-7 16,2 3 3-16,1-2 3 0,0 2 1 0,2-5-3 16,-2-7 0-16,10 18-7 0,-3-7 2 0,0-4-6 15,3 1 4-15,0-1 4 0,-1 0-5 0,2-1 0 0,-2 1-6 16,0 0 6-16,0-1 6 0,-4-1-9 0,-5-5-1 16,9 10 3-16,-5-6-6 0,-4-4 4 15,4 8 1-15,-4-8-2 0,0 0 6 0,-4 15-3 16,4-15-3-16,-15 15 2 0,5-8-1 0,-5 3 0 15,-1-2-3-15,5-1 3 0,-5 1-24 0,2 1-27 16,2-2-24-16,0-1-30 0,1 0-136 0,-3 4-258 16,5-4 114-16</inkml:trace>
  <inkml:trace contextRef="#ctx0" brushRef="#br0" timeOffset="-35078.29">1269 13743 50 0,'0'0'62'0,"0"0"-6"0,0 0 5 0,0 0-13 16,0 0-2-16,0 0-11 0,0 0 2 0,0 0-5 15,0 0-3-15,0 0-1 0,12 21-3 0,-12-21-2 16,0 0 2-16,0 0 3 0,0 0 14 0,0 0-7 15,0 11 21-15,0-11 0 0,0 0 12 0,0 0 4 16,0 0 7-16,0 0-5 0,0 0 11 0,0 0 1 0,0 0-6 16,0 0-2-16,0 0-13 0,0 0-3 15,0 0-7-15,0 0-3 0,0 0-9 0,0 0 3 16,0 0-11-16,0 0-3 0,-7-34-4 0,12 27-2 16,-1-1 2-16,-1-1-10 0,1-1 2 0,1 1-9 15,1 1-2-15,1 0 2 0,-2 2 0 0,4-1-3 16,-1 3-4-16,-8 4 1 0,16-3-8 0,-16 3 2 15,18 0 1-15,-18 0-1 0,16 6 2 0,-7-2-2 16,-3 1 1-16,4 2-2 0,-3 1 0 0,-3-2 0 16,0 1-1-16,1 2-2 0,-5-9 4 0,4 13 4 15,-4-13-3-15,5 10 2 0,-5-10 4 0,0 10-1 16,0-10 2-16,0 0 1 0,2 11 1 0,-2-11 2 16,0 0 3-16,0 0 10 0,0 0-4 0,0 0-2 15,0 0-3-15,0 0-1 0,0 0-1 0,0 0 0 16,0 0 0-16,0 0-2 0,-18-28-3 0,18 28 1 15,0-19-1-15,0 19-2 0,7-16-1 0,-3 6-1 16,-2 4-1-16,-2 6-1 0,10-13-2 16,-6 7-4-16,-4 6 4 0,9-7-8 0,-9 7 6 15,13-3-4-15,-13 3 0 0,12 0 1 0,-12 0-2 0,20 5 0 16,-11-1 1-16,0 0 0 0,1 2 4 0,-3 1 1 16,1 1-7-16,-2-1 7 0,2 0-1 15,-2 0 6-15,-6-7-19 0,11 16-16 0,-7-6-14 16,1-2-27-16,-5-8-22 0,7 17-45 0,-7-17-26 15,5 15-97-15,-5-15-283 0,3 10 126 0</inkml:trace>
  <inkml:trace contextRef="#ctx0" brushRef="#br0" timeOffset="-34872.67">1688 13643 22 0,'0'0'148'0,"0"0"-19"0,0 0-14 15,0 0-14-15,0 0-13 0,0 0-12 0,0 0-2 16,0 0-8-16,0 0-9 0,13 25 0 0,-11-14-8 16,2 0 0-16,1 0-8 0,-1 5 2 0,-3 1-9 15,3 0-5-15,-3-4 4 0,2-1-14 0,-2 1-18 16,1-3-18-16,0 2-26 0,-2-4-23 0,0 3-25 16,0-11-78-16,0 14-184 0,0-14 82 0</inkml:trace>
  <inkml:trace contextRef="#ctx0" brushRef="#br0" timeOffset="-34512.07">1846 13747 58 0,'0'0'150'0,"0"0"-5"0,0 0-8 0,12-11-8 16,-12 11-7-16,4-13-10 0,-4 13-11 0,3-15-5 16,0 5-6-16,-3 10 1 0,4-16-17 0,2 3-1 15,-2 4-9-15,1-3-9 0,4 3-3 0,-1-1-14 16,-2 2 2-16,2 1-10 0,-3 2 5 0,-5 5-9 15,14-2-5-15,-14 2-4 0,15 2-3 0,-15-2 6 16,19 8-8-16,-10-2-2 0,0 0 1 0,-1 2 1 16,-3 3 0-16,4-1-1 0,-5-2-5 0,5 8-9 15,-5-6-22-15,0 2-35 0,-1-1-33 16,1 0-42-16,-1 0-123 0,-3-11-280 0,7 20 124 16</inkml:trace>
  <inkml:trace contextRef="#ctx0" brushRef="#br0" timeOffset="-34368.64">2262 13541 88 0,'15'-5'58'0,"-15"5"-40"16,0 0-25-16,0 0-20 0,14 13-28 0,-14-13 13 15</inkml:trace>
  <inkml:trace contextRef="#ctx0" brushRef="#br0" timeOffset="-34252.49">2273 13685 34 0,'27'0'70'0,"-27"0"-25"0,33-6-40 0,-6-1-31 16,2-2-28-16,2 3 12 0</inkml:trace>
  <inkml:trace contextRef="#ctx0" brushRef="#br0" timeOffset="-33994.92">2965 13260 33 0,'-11'-3'197'0,"6"-1"-25"0,0 1-14 0,5 3-23 16,-9-3-11-16,9 3-14 0,0 0-8 0,0 0-10 15,15-12-12-15,-2 7-8 0,9 1-13 0,-2-4-26 16,7 2-38-16,1-1-38 0,-6 2-40 0,0 3-40 16,-7-2-63-16,-2 2-201 0,-7 4 90 0</inkml:trace>
  <inkml:trace contextRef="#ctx0" brushRef="#br0" timeOffset="-33650.7">2976 13317 114 0,'5'10'144'0,"0"6"-16"0,2 1-2 15,-2 2-4-15,1 0-18 0,0 4-3 0,0-3-11 16,-3-2-6-16,1-1-13 0,0 0-1 0,-1 1-13 15,-1-2-1-15,1-3-5 0,-2-1-6 0,0-1 9 16,0-1-20-16,1 0 3 0,-1 0-2 16,-1-1-7-16,0-9 3 0,-4 13-3 0,2-7-4 15,2-6 0-15,-5 9-2 0,1-5-5 0,4-4-2 0,-9 6 1 16,4-3-3-16,-2-2 0 0,7-1 0 0,-14 2 1 16,7-2-4-16,7 0-5 0,-14-2 4 0,14 2 3 15,-11 0-2-15,11 0 4 0,-7 2 0 0,7-2-2 16,0 0-5-16,0 0 0 0,0 0-2 15,-12 0-5-15,12 0 3 0,0 0-6 0,0 0 4 16,0 0 4-16,0 0 1 0,28 2-1 0,-15-2 5 0,0-1 5 16,5 0-27-16,0-2-26 0,9-1-43 15,1-1-35-15,0-2-38 0,1 2-101 0,-7-2-275 0,-4 0 121 16</inkml:trace>
  <inkml:trace contextRef="#ctx0" brushRef="#br0" timeOffset="-33388.89">3289 13495 86 0,'0'0'148'0,"0"0"-18"0,3-6-13 16,-3 6-7-16,0 0-18 0,10-3-3 0,-10 3-14 15,0 0-1-15,16 5-7 0,-9-3-9 16,-1 2-4-16,-1 3-3 0,3 0-9 0,-3 0 4 16,-2 3-8-16,-1-2-1 0,0 3 2 0,-4-1 2 15,-2 2 6-15,0-2 5 0,-2 2 3 0,-1 2-1 16,0-2-5-16,-1-3-8 0,5-1-1 0,-5 2-2 0,3-3-6 15,1 0-6-15,1 0-2 0,3-7 1 16,-2 11-2-16,-1-5-2 0,3-6-5 0,3 10 2 16,-3-10 0-16,6 9-9 0,1-3-1 0,-1-4-19 15,4 0-29-15,3 1-24 0,5-6-32 0,0 3-25 16,1-3-20-16,0-1-113 0,-1-1-273 0,0 3 122 16</inkml:trace>
  <inkml:trace contextRef="#ctx0" brushRef="#br0" timeOffset="-32907.28">3554 13602 42 0,'2'-9'107'0,"-2"9"3"0,4-8 7 16,-4 8 2-16,0 0-4 0,1-9-16 0,-1 9-17 16,0 0-4-16,0 0-12 0,0 0-5 0,0 0 1 15,0 0-4-15,0 0-1 0,8 17 3 0,-8-17-7 16,3 15 12-16,-2-8-5 0,0 1-2 0,-1-1-7 16,0-7-7-16,0 13 1 0,0-13-5 0,0 8-3 15,0-8-4-15,-1 8 16 0,1-8 11 0,0 0 20 16,-1 9 11-16,1-9 4 0,0 0-10 0,0 0-7 15,0 0-10-15,0 0-9 0,0 0-3 0,0 0-7 16,0 0-3-16,-12-24-10 0,12 14 0 0,0 10-3 16,1-17-6-16,3 5-3 0,0 1-3 0,2-4-4 15,3 2-2-15,4-1-6 0,-1 2 2 0,-1 5-4 16,-3 0-2-16,2 2-3 0,-1 2-1 0,2 1-1 16,0 0-5-16,1 4 4 0,0 0 0 0,0 4-1 15,0 0-2-15,-3-1 2 0,0 3-3 0,0-1 2 16,-1 1-1-16,-3 0 0 0,0-1 3 0,-1 3-1 15,-3-4-1-15,0 0 4 0,-1-6-3 0,0 12 4 16,0-12-1-16,-1 8 3 0,1-8-2 0,-4 7 3 16,4-7 0-16,0 0 1 0,-5 3 0 0,5-3 1 15,0 0-4-15,0 0 1 0,0 0-2 0,0 0-1 16,-10-13-3-16,10 13 0 0,0-11-4 0,0 11-3 16,5-12 0-16,-1 4-1 0,4 0 2 0,-2 1-4 15,0 4 3-15,-1-2 1 0,1 1-3 0,1 2-1 16,2 0 4-16,-9 2-1 0,14 0 1 0,-6 0-3 15,-2 3 1-15,3 1 3 0,-2 1 1 0,-2-1-8 16,-5-4-10-16,14 15-14 0,-8-8-28 0,-2 3-16 16,0-1-32-16,0 1-35 0,0-1-21 0,-2 1-160 15,-2-10-356-15,1 13 157 0</inkml:trace>
  <inkml:trace contextRef="#ctx0" brushRef="#br0" timeOffset="-32724.38">3961 13553 25 0,'0'0'185'0,"4"-16"-1"16,-3 10-8-16,-1 6-12 0,0 0-21 0,0-12-18 16,0 12-13-16,0 0-11 0,0 0-16 15,0 0-11-15,0 0-4 0,0 0-2 0,0 0-7 16,25 25-7-16,-23-15-3 0,2 4-3 0,0-3-7 16,-2 5-2-16,1 0-4 0,0 0-22 0,-3 0-22 15,0-2-35-15,1-3-40 0,-1 1-38 0,-1 5-145 0,1-17-287 16,-6 18 127-16</inkml:trace>
  <inkml:trace contextRef="#ctx0" brushRef="#br0" timeOffset="-32368.47">4191 13679 11 0,'7'-13'200'0,"-3"7"-10"15,1-3-9-15,-3 1-7 0,2-1-13 0,-1-2-18 16,0 1-11-16,1 1-9 0,0-2-5 0,0-1-10 15,-4 12-15-15,8-12-9 0,-3 6-12 0,-5 6-7 16,6-9-9-16,-6 9-5 0,8-4-7 0,-8 4-3 16,0 0-13-16,0 0 3 0,15 12-2 15,-15-12-1-15,8 14-2 0,-6-4-3 0,1 2-3 16,-2-1-16-16,2 1-24 0,-1 1-31 0,3-3-59 0,0 6-39 16,1-5-20-16,1 0-121 0,0-3-314 15,7-3 139-15</inkml:trace>
  <inkml:trace contextRef="#ctx0" brushRef="#br0" timeOffset="-32155.76">4828 13401 208 0,'0'0'212'16,"0"0"-19"-16,0-10-22 0,0 10-16 0,0 0-17 15,11-9-11-15,-2 6-10 0,4 0-16 0,5-2-9 16,9-3-7-16,0 4-9 0,-6 0-24 0,7-3-33 16,-8 2-39-16,-1 2-32 0,0-1-44 0,-4 1-32 15,-2 1-114-15,-4-2-262 0,-9 4 116 0</inkml:trace>
  <inkml:trace contextRef="#ctx0" brushRef="#br0" timeOffset="-31967.54">4966 13222 19 0,'0'0'208'0,"-7"-8"-19"0,7 8-18 0,0 0-18 16,0 0-21-16,0 0-8 0,0 0-10 0,0 0-2 15,0 0 0-15,-5 23-4 0,5-11-6 0,0 5-8 16,2 0-7-16,-4 3-7 0,4-1-8 0,-2 0-9 16,1 7-4-16,0-2-8 0,2 3-2 0,-5-8-17 15,0 1-38-15,2 5-38 0,0-6-59 0,0-1-47 16,0 2-155-16,0-2-331 0,-1-6 147 0</inkml:trace>
  <inkml:trace contextRef="#ctx0" brushRef="#br0" timeOffset="-31396.27">5455 13108 13 0,'0'0'116'0,"0"0"-10"0,21-12-12 16,-10 8-11-16,6-1-7 0,-6 2-13 0,7-2-15 15,-5 3-22-15,-1-2-25 0,0 2-17 16,-1 0-17-16,0 1-3 0,-5 0-6 0,-6 1-2 0,11-1 8 16,-11 1 1-16,0 0-29 0,0 0 57 0,0 0-16 15,0 0 8-15,0 0 9 0,0 0 5 0,0 0 17 16,0 0 9-16,0 0 9 0,0 0 14 0,-35-1 2 16,35 1 6-16,-8 0-17 0,8 0-1 15,0 0-5-15,0 0-15 0,-10 2-2 0,10-2 1 16,-1 12 15-16,0-6 12 0,1 7 7 0,1 3 7 0,-1 4-2 15,3 5 13-15,-3 1-7 0,2 0-7 0,-2 0-3 16,0-5-6-16,-2 4 1 0,2-8-2 0,0 7-3 16,-2-5 1-16,1 0-6 0,0-2-3 15,0-1-5-15,-1-4 6 0,1-1-7 0,-2-1-3 16,1 2-1-16,-1-3-1 0,2-3 2 0,1-6-7 0,-3 11 4 16,3-11-2-16,-1 7 10 0,1-7 8 0,0 0 2 15,-1 8 6-15,1-8-1 0,0 0-2 0,0 0-3 16,0 0-5-16,0 0 3 0,0 0-8 0,0 0 2 15,0 0-12-15,0 0 1 0,0 0-5 16,0 0-2-16,0 0 0 0,20-6-14 0,-20 6-19 0,19-2-19 16,-7 2-13-16,1 0-37 0,0-1-15 0,-1 1-18 15,0 1-31-15,-1-1-8 0,2 2-82 0,-4-2-262 16,-9 0 116-16</inkml:trace>
  <inkml:trace contextRef="#ctx0" brushRef="#br0" timeOffset="-31162.27">5738 13350 121 0,'0'-7'132'16,"0"7"14"-16,1-13 9 0,-1 13-11 0,1-8-15 16,-1 8-10-16,0 0-22 0,2-9-9 0,-2 9-8 15,0 0-5-15,0 0-6 0,0 0 0 16,15 24-3-16,-11-8-5 0,-2-1 2 0,0 2-4 16,-2 1-4-16,0 0-3 0,-2-2-9 0,4 2 2 0,-4-2-12 15,4-5 6-15,-1 1-8 0,0-1 1 0,2 0-3 16,-2-4-3-16,3 0-6 0,-2-1 0 0,2 1-1 15,0-3-1-15,1 1 2 0,3 1-2 16,-2-4-15-16,8 1-21 0,-3-4-23 0,1 2-33 16,1-4-38-16,1 0-23 0,1-4-29 0,-2 4-108 15,0-3-295-15,1-1 130 0</inkml:trace>
  <inkml:trace contextRef="#ctx0" brushRef="#br0" timeOffset="-30343.76">6002 13466 101 0,'0'0'123'0,"0"0"-7"0,4 16-4 0,-4-16-10 0,0 12-5 16,-1-4 1-16,1-8-7 0,-1 12-5 0,1-12-2 15,-2 10-9-15,2-10-4 0,-1 9-5 16,1-9-2-16,0 0 12 0,-1 7 12 0,1-7 6 16,0 0 0-16,0 0 4 0,0 0-11 0,0 0-4 15,0 0-8-15,0 0-9 0,0 0-5 0,0 0-9 16,0 0-5-16,-16-19 0 0,16 10-8 0,0-1-1 0,3 0-9 15,1 0 1-15,2-1-6 0,-1 1 0 0,4-4-7 16,-2 4 0-16,0 1-5 0,1 2 0 16,1 1-6-16,0 2-2 0,-2 1 1 0,1 3-5 15,-8 0 1-15,22 3-2 0,-16 3-1 0,2-2-1 16,0 5 1-16,-1-2 3 0,0 3 2 0,-3 0-3 0,1 1 4 16,0-3-4-16,-4 3 1 0,3-1 0 15,0-3-1-15,-3 0 5 0,0-2-4 0,-1-5 4 16,0 10-5-16,0-10 9 0,1 8-2 0,-1-8 5 15,0 0-4-15,0 0 5 0,0 0 3 0,0 0-4 16,0 0-1-16,0 0-2 0,0 0-2 0,0 0 0 0,0 0-1 16,3-29 3-16,1 18-6 0,1-1 2 0,3-4-3 15,2 1-1-15,-1 1-2 0,1 2 0 16,-1 4 7-16,0-2-6 0,-3 2-8 0,3 4-1 16,-1 0 2-16,-3 3 0 0,-5 1-3 0,14-3 8 15,-14 3-5-15,14 5 3 0,-7 1-1 0,0-1 2 16,-2 1-3-16,4 3 6 0,-4-1-2 0,1-1-1 0,-1 3-14 15,0 0-25-15,0-4-17 0,2 3-21 16,-3-2-21-16,0-1-20 0,1-1-5 0,1 1-10 16,-1-4-3-16,1 3 0 0,0-3 1 0,-6-2 11 15,16 1 7-15,-7-2 15 0,-2-1 11 0,1-2 10 16,-3 1 16-16,0 0 19 0,0-4 20 0,-5 7 18 16,7-13 2-16,-3 3 6 0,-3 4 40 0,0-4 4 15,-2-1 14-15,2 1-2 0,-2-1 4 0,1-1 16 16,-1 5 11-16,1 7 4 0,-4-13 16 0,1 6 10 15,3 7-5-15,-5-9-7 0,5 9-13 0,-5-4-13 16,5 4-9-16,0 0-3 0,0 0-10 0,-13 10-1 16,7 0-7-16,-1 1-4 0,1 0-5 0,2-1-4 0,0 2-4 15,3 1-6-15,0-2 3 0,1-2-3 0,1-1-5 16,-1 3-3-16,3-4-13 0,-1 1-8 16,2-3-4-16,2 0-9 0,-2 0-3 0,-4-5 5 15,9 4-2-15,-2-4 3 0,-7 0 2 0,13-2 4 16,-13 2 0-16,11-6 1 0,-6 0 0 0,0 1 3 15,-2 0-2-15,2-1 3 0,-2 0 2 0,0-1-4 0,1 2 4 16,-4 5 4-16,6-10 5 0,-4 6 5 0,-2 4-4 16,0 0 0-16,4-8-4 0,-4 8 0 15,0 0 2-15,0 0-4 0,0 0 2 0,0 0-1 16,12 15-4-16,-8-11 4 0,0 2 1 0,0 1 0 16,0 1 2-16,-1-1 0 0,4 4-15 0,-2-1-36 15,-1-5-23-15,2 2-28 0,-2 0-46 0,1-3-34 16,-2 2-113-16,-3-6-315 0,0 0 140 0</inkml:trace>
  <inkml:trace contextRef="#ctx0" brushRef="#br0" timeOffset="-30146.77">6617 13366 132 0,'3'-7'174'15,"0"3"-11"-15,-3 4-13 0,8-5-15 0,-3 3-7 16,-5 2-9-16,14 3-15 0,-7 0 4 0,3 2-1 15,-1 1-14-15,0 0-2 0,0 0-12 0,2 1-10 16,-3 0-4-16,1 0-5 0,0 0-4 0,1 2-14 16,-1-3-29-16,-1 0-40 0,0-2-34 0,-1 0-38 15,-2-1-26-15,0 0-17 0,-5-3-97 0,0 0-260 16,9 3 116-16</inkml:trace>
  <inkml:trace contextRef="#ctx0" brushRef="#br0" timeOffset="-29992.36">6761 13321 64 0,'-7'-7'193'0,"7"7"-11"0,0 0-8 0,0 0-9 16,-16 9 3-16,4 4-1 0,-1 1-16 0,-6 8-8 15,-1 4-19-15,3-1-11 0,-1 1-12 0,1 1-8 16,2-1-10-16,-1 2-19 0,6-4-43 0,-2 1-49 16,4-6-66-16,0-2-84 0,2 2-107 0,-2-3-308 15,0 2 137-15</inkml:trace>
  <inkml:trace contextRef="#ctx0" brushRef="#br0" timeOffset="-29184.6">7609 13363 41 0,'-12'2'92'15,"1"-1"5"-15,3-1 7 0,8 0-9 0,-15 0-5 16,7 0 4-16,8 0 5 0,-13 0-5 0,13 0-12 0,-9 0-4 16,9 0-3-16,0 0-15 0,-11-1-8 15,11 1 0-15,0 0-7 0,0 0-9 0,0 0-1 16,0 0 0-16,29-10-6 0,-11 4 4 0,1 0-3 15,12-1-5-15,-2 0-27 0,2 0-22 0,1 0-39 16,-1 1-35-16,-1 2-117 0,-8 3-232 0,6-3 103 16</inkml:trace>
  <inkml:trace contextRef="#ctx0" brushRef="#br0" timeOffset="-28993.47">7596 13481 60 0,'-6'1'126'0,"6"-1"-6"0,0 0-18 0,0 0-6 15,0 0 1-15,0 0-17 0,0 0-4 0,35 4-7 16,-15-5-21-16,1-2-37 0,7 0-30 0,0-1-31 16,0 1-23-16,-6 2-52 0,-3-2-133 0,3-1 60 15</inkml:trace>
  <inkml:trace contextRef="#ctx0" brushRef="#br0" timeOffset="-28740.7">7775 13163 115 0,'20'-4'114'15,"1"2"-10"-15,2 2-15 0,4 4-6 0,0 3-6 16,-2 4-7-16,-2 4-18 0,-8-2 1 0,6 6 3 15,-7 2-11-15,0 1-1 0,-5 7 2 0,-3 0 2 16,-2 3 13-16,-4-1-15 0,-4 0-6 0,-2 2 0 16,-2-5 4-16,-5 4 4 0,-1-3-12 0,0-3 4 15,-2-1 0-15,0 0-15 0,0-3 12 0,2 0-6 16,-2 0-5-16,5-6-10 0,1 3-17 0,2-5-41 16,3-1-25-16,1-3-32 0,3 2-121 0,-1 0-238 15,4-3 105-15</inkml:trace>
  <inkml:trace contextRef="#ctx0" brushRef="#br0" timeOffset="-25257.63">12653 12883 25 0,'0'0'109'0,"-7"-5"-2"15,7 5-18-15,-8-3 14 0,8 3-21 0,-6-6 2 16,-1 3-5-16,7 3-3 0,-8-3 5 0,8 3-10 15,0 0-2-15,-10-2-9 0,10 2-12 0,0 0-2 16,0 0-4-16,0 0 4 0,0 0-24 0,0 0 14 16,23-11-8-16,-4 8 1 0,2-3-8 0,8-1 3 15,5-1-10-15,3 0-18 0,-1 1-27 0,3-1-16 16,-1 1-25-16,-1 0-39 0,-1 0-77 0,-5 4-204 16,-3-3 91-16</inkml:trace>
  <inkml:trace contextRef="#ctx0" brushRef="#br0" timeOffset="-24985.22">13329 12501 36 0,'0'0'127'0,"0"0"-16"0,0 0-13 15,0 0-9-15,0 0-9 0,15-10-4 0,-3 6-8 16,7-2-11-16,0-2-11 0,8 0-7 0,0 2-16 16,-3-3-24-16,-2 5-23 0,-3 1-16 0,1 1-22 15,-2-2-59-15,-5 3-131 0,-1-2 59 0</inkml:trace>
  <inkml:trace contextRef="#ctx0" brushRef="#br0" timeOffset="-24626.22">13506 12481 98 0,'2'11'111'0,"-1"4"-14"0,-1 3 2 16,0 1 0-16,4 6 5 0,-2 0-7 0,0-8-6 15,-2 2-7-15,5 0-4 0,-5 0-10 0,4-2-4 16,-4-1-11-16,4 0-3 0,-4-3 4 0,2 0-14 16,-1-1-3-16,2-2-3 0,-1 1-2 0,-2-2-9 15,2 1 4-15,-4-4-4 0,2-6-2 0,-2 13 0 16,-2-7 0-16,4-6-8 0,-6 10 1 0,2-6 4 16,-5-1-10-16,5 0 2 0,-8 0 1 0,1-1-7 15,2-1-1-15,-5-1-1 0,8 1 3 0,6-1 0 16,-17 0-1-16,17 0 4 0,-10 0-7 0,10 0 2 15,-9 0-2-15,9 0-4 0,0 0 1 0,0 0-2 0,0 0-6 16,0 0 8-16,0 0 3 0,0 0-3 16,0 0 5-16,0 0 0 0,0 0-5 0,33 4 4 15,-15-5-10-15,0 0-2 0,3 1-15 0,-2-2-22 16,11-1-20-16,-8 0-27 0,5 1-18 0,-6 0-20 16,-4 1-75-16,2-3-222 0,-2 2 99 0</inkml:trace>
  <inkml:trace contextRef="#ctx0" brushRef="#br0" timeOffset="-24368.63">13867 12727 41 0,'8'4'98'16,"-4"-1"-5"-16,1 3-7 0,-3 0 6 0,4 2-4 15,-6 1-2-15,0 1-3 0,0 1-8 0,-2 0-2 16,-2 1 1-16,-3 2 4 0,0-3-8 0,0 0-3 15,1 0 0-15,1-3-5 0,-1 5-1 0,-4-7-2 16,6 3-5-16,-1-4-4 0,1 1-7 0,2 0-3 16,2-6-5-16,-2 11-3 0,2-11-3 0,2 10-1 15,-2-10 0-15,9 7 1 0,3-6-15 0,-2 0-14 16,3 1-18-16,6-2-26 0,1-4-30 0,0 2-16 16,1-3-15-16,1 1-16 0,-2 1-94 0,2-4-230 15,-1 1 101-15</inkml:trace>
  <inkml:trace contextRef="#ctx0" brushRef="#br0" timeOffset="-23862.17">14193 12794 11 0,'0'0'134'0,"5"-10"-15"0,-5 10-11 15,0 0-17-15,0 0-4 0,0 0-1 16,0 0-2-16,0 0 0 0,0 0-5 0,6 16 6 16,-4-11-10-16,-2-5-4 0,2 16-3 0,-2-10-3 15,0 1-4-15,0-7-5 0,0 15-4 0,0-9-9 0,1 0 1 16,-1-6-6-16,-1 10-3 0,1-10 3 0,0 0 14 15,-1 9 13-15,1-9 1 0,0 0 3 0,0 0-5 16,-5 3-7-16,5-3 3 0,0 0-13 16,0 0-1-16,0 0-9 0,-9-19-3 0,7 13-4 15,2 6 2-15,4-19-8 0,-1 7-3 0,-1 0-2 0,2-3-4 16,3-3-8-16,3 1 2 0,0 2-1 0,1-1-8 16,3 1 2-16,1 1 2 0,0 2-4 15,-5 5-3-15,2 0 3 0,1 1-3 0,-2 4 0 16,1 2-2-16,1 2 7 0,-1 2-9 0,-1 0 2 0,-1 3 0 15,1 0 5-15,-3 2 1 0,1 0-1 0,-5 1-6 16,1-1 4-16,0 2 0 0,-3-1 0 0,0-1 2 16,0 0 0-16,-2-1-1 0,1-2 2 15,-1-6 0-15,-5 13 1 0,3-10 1 0,2-3 2 16,-7 8 1-16,7-8-2 0,-5 4 3 0,5-4-2 0,0 0 3 16,0 0-4-16,0 0 2 0,0 0-2 0,-11-15-2 15,11 7 0-15,0 8-2 0,7-21 4 0,-1 10-2 16,4-4-2-16,1-2 2 0,2 2-2 0,0-2 1 15,0 4-4-15,2 1 1 0,-2 1-1 0,1 3 2 16,-3 1-2-16,0 4-4 0,0 0 2 0,-2 5-4 16,2-1 3-16,-1 2 2 0,1 1-1 0,-3 2 3 15,0 1 3-15,0 2-3 0,-3-1-2 0,-1 3 2 16,3 1 3-16,-7 0-8 0,4 0-27 0,-1-2-24 16,-2 2-24-16,2 0-39 0,-3-2-36 0,0 1-160 15,-1 1-341-15,2-5 152 0</inkml:trace>
  <inkml:trace contextRef="#ctx0" brushRef="#br0" timeOffset="-23670.37">14759 12647 31 0,'3'-6'206'0,"-3"6"-18"0,1-10-17 0,-1 10-24 16,5-4-14-16,-5 4-13 0,0 0-10 0,0 0-8 15,9 13-4-15,-7-3-3 0,0 2-13 0,-1-1-3 16,3 6-9-16,-4 0-8 0,4-2-8 0,-3 0-4 15,-1 3-5-15,1-5-1 0,0 3-23 0,-1-2-37 16,0-3-33-16,2 0-29 0,-2-1-37 0,0 0-27 16,-2-3-110-16,0 0-272 0,2-7 121 0</inkml:trace>
  <inkml:trace contextRef="#ctx0" brushRef="#br0" timeOffset="-23298.68">14917 12732 13 0,'7'-10'186'0,"-5"-1"-7"0,7-2-18 15,-1-2-12-15,2 3-15 0,0-1-12 0,1 1-13 16,-1 3-2-16,4 0-14 0,-3 3-12 0,2 1-4 16,-1 2-5-16,-1 2-9 0,2 2-5 0,-4 1-1 15,2 1-7-15,-4 1-5 0,-1 3 0 0,1-1-10 16,-1 3 0-16,-2 0-3 0,2 1-3 0,-3 1-2 15,-2 1-2-15,2-1-6 0,-3 2-23 0,0-1-24 16,-2-1-46-16,2 1-37 0,2-2-42 0,-2 2-120 16,0-12-294-16,0 14 130 0</inkml:trace>
  <inkml:trace contextRef="#ctx0" brushRef="#br0" timeOffset="-23116.9">15528 12472 39 0,'0'0'186'15,"8"-7"-14"-15,1 4-20 0,-3 3-14 0,2-2-15 16,3 1-16-16,-11 1-49 0,21 3-40 0,-10 0-39 16,0 0-53-16,-6 2-76 0,-5-5-162 15,11 9 72-15</inkml:trace>
  <inkml:trace contextRef="#ctx0" brushRef="#br0" timeOffset="-22953.56">15592 12628 163 0,'0'0'254'0,"0"0"-1"0,0 0-11 16,0 0-19-16,0 0-21 0,0 0-18 16,0 0-22-16,0 0-18 0,0 0-12 0,12 7-11 0,-12-7-16 15,12-2-29-15,-4 2-32 0,5 0-41 0,-2 0-47 16,7 0-49-16,0-3-43 0,1 0-55 0,-1 0-117 15,0 0-332-15,0-4 147 0</inkml:trace>
  <inkml:trace contextRef="#ctx0" brushRef="#br0" timeOffset="-4085.25">12268 13396 8 0,'0'0'9'15,"0"0"1"-15,0 0 3 0,0 0-6 0,0 0 4 16,0 0 2-16,0 0 0 0,0 0 2 0,0 0-10 15,0 0 2-15,0 0 5 0,0 0-4 0,0 0-3 16,0 0 2-16,0 0-4 0,-9 2 4 0,9-2-2 0,0 0 0 16,0 0-1-16,0 0-5 0,0 0-2 15,0 0 1-15,0 0 7 0,0 0-3 0,-6 3-1 16,6-3 1-16,0 0-2 0,0 0 0 0,0 0 2 16,0 0 1-16,0 0 3 0,0 0-5 0,0 0 1 15,-5 6-1-15,5-6 4 0,0 0-1 0,0 0-9 16,0 0-1-16,0 0-5 0,0 0-19 0,0 0-31 15,0 0 15-15</inkml:trace>
  <inkml:trace contextRef="#ctx0" brushRef="#br0" timeOffset="13213.3">15650 12536 19 0,'0'0'36'16,"-10"-3"2"-16,10 3-2 0,0 0-2 0,-8 0-1 16,8 0-6-16,-9-3 5 0,9 3-5 0,0 0 6 15,-10-2 0-15,10 2-1 0,0 0 3 0,-9-1-6 0,9 1-6 16,0 0 2-16,-10 0 0 0,10 0 8 16,0 0-5-16,0 0-7 0,-11-1 0 0,11 1 1 15,0 0 2-15,0 0-4 0,0 0 1 0,-11-1 5 16,11 1 4-16,0 0-4 0,0 0-2 0,0 0-1 15,-11-2 2-15,11 2-7 0,0 0 7 0,0 0-3 0,0 0 2 16,-8-2-2-16,8 2-5 0,0 0-2 0,0 0 4 16,-7-2-6-16,7 2 2 0,0 0-6 15,0 0 0-15,0 0 1 0,-5-5 7 0,5 5-4 16,0 0 1-16,0 0-2 0,0 0 1 0,0 0 7 16,-5-6-9-16,5 6-8 0,0 0 7 0,0 0 0 15,15-7-5-15,-7 1 0 0,5 1-1 0,-2 1-1 0,7-3 5 16,0 3-6-16,0-3-1 0,0 2 13 15,1 0-8-15,-1-2-3 0,0 2-5 0,0-1-2 16,0 1 10-16,-5 0-14 0,4 1-17 0,-3 1-18 16,-2 1-18-16,-1-1-5 0,-1 2-17 0,-2 1-79 15,-8 0-174-15,12 1 77 0</inkml:trace>
  <inkml:trace contextRef="#ctx0" brushRef="#br0" timeOffset="13445.06">15629 12643 11 0,'-5'3'81'0,"0"1"-5"0,5-4-11 16,-6 4-2-16,6-4-8 0,-6 4-6 0,6-4-3 15,0 0 0-15,0 0-1 0,0 0-5 0,0 0-9 16,13 7 2-16,-4-6-2 0,5-2-1 0,5 0-6 15,-1-1-3-15,3-1-4 0,-1 1-7 0,2-1-12 16,6-1-19-16,-6 3-32 0,-3-1-64 0,1 0-126 16,-1 0 56-16</inkml:trace>
  <inkml:trace contextRef="#ctx0" brushRef="#br0" timeOffset="54876.01">12241 13675 16 0,'0'0'22'0,"0"0"-2"16,0 0-5-16,0 0 2 0,0 0-2 0,0 0-2 15,9 5-1-15,-9-5-3 0,0 0-5 0,0 0 3 16,0 0 1-16,0 0-3 0,0 0-3 0,0 0 4 15,0 0-3-15,0 0 3 0,0 0-1 0,0 0 1 16,0 0-2-16,0 0-3 0,0 0 2 0,0 0 3 16,0 0-6-16,0 10-4 0,0-10 8 0,0 0-4 15,0 0-4-15,0 0-1 0,0 0 0 0,0 0 1 16,0 0-4-16,0 0-1 0,0 0-1 0,0 0-6 16,-2 11-8-16,2-11-26 0,0 0 11 0</inkml:trace>
  <inkml:trace contextRef="#ctx0" brushRef="#br0" timeOffset="56874.89">16891 12162 24 0,'0'-13'128'0,"0"13"-5"0,3-8 1 0,-3 8-8 15,2-8-2-15,-2 8-22 0,0 0 1 0,1-7-20 16,-1 7-9-16,0 0-7 0,0 0-8 0,0 0-5 0,0 0-10 16,0 0 2-16,0 0-2 0,10 18-4 15,-7-8-4-15,2 7 5 0,0-2-9 0,0 3-3 16,-4 0 1-16,3 1-2 0,3-1-7 0,-1-1 0 16,0 1-2-16,5-1 8 0,-6-2-9 0,5 0-3 15,-4-1 4-15,2-3-6 0,1-1-2 0,0 0-2 16,1-2-5-16,-1-2 13 0,0 1 2 0,0-2 0 15,2 0-2-15,-2-3 4 0,-1 0-3 0,1-2 2 16,-9 0 4-16,17-4 7 0,-11-3-1 0,4 0 1 0,-2-2-6 16,-2-2 11-16,3-4 1 0,-1 0 0 0,-2-3-4 15,1 0 10-15,-2 0-6 0,-1 0 1 16,1 0-2-16,-2-1-1 0,1 1 4 0,2 3 0 16,-5 0 0-16,0 4 2 0,0 3 7 0,1-2 1 0,-2 10-5 15,1-9-5-15,-1 9-8 0,0-10-3 0,0 10-5 16,0 0 0-16,0 0-1 0,0 0-1 0,0 0-4 15,5 23 3-15,-2-8-4 0,-1 10 3 16,-2 0-3-16,0 0-2 0,3 0 2 0,-2 2 0 0,-2-3 0 16,3 4 2-16,2-2 9 0,-1 1 0 0,-1-2-3 15,3 1-1-15,2-1-3 0,0-1-27 0,-3-6-31 16,1 1-27-16,3 1-39 0,-2-4-24 16,2 2-28-16,-2-3-128 0,-2-3-317 0,0-1 140 0</inkml:trace>
  <inkml:trace contextRef="#ctx0" brushRef="#br0" timeOffset="57219.68">17435 12401 10 0,'0'0'167'0,"1"-8"-13"0,-1 8-20 16,2-6-9-16,-2 6-16 0,0 0-14 0,0 0-4 15,0 0-12-15,0 0-8 0,0 0-5 0,0 0-7 16,14 11-2-16,-9-5-3 0,0 1-8 0,4 0 0 15,-2 1-5-15,1-3-6 0,1 1 0 0,1 0-5 16,2-3 0-16,-2 1-2 0,4 1-1 0,-2-4-3 16,0 1 4-16,1-4-5 0,-1 1-2 0,5-3-2 15,-5-1 2-15,1 2 0 0,-2-5-1 0,0-1 10 16,-1 1 3-16,-3-2-1 0,-1 0 1 0,-3-1-4 16,-1 0-1-16,-1-5-4 0,-2 3 0 0,-2-4-3 15,-1 1-9-15,-3 0 3 0,-2 0 0 0,-2 2-1 16,1 4-4-16,-2-2-2 0,0 5 1 0,2 0-4 15,-3 3-1-15,0-1-1 0,0 3 2 0,2 2-7 16,-2 2 4-16,0 2-16 0,2 2-12 0,-1 2-17 16,3 0-20-16,3 2-33 0,2 2-25 0,1-1-25 15,3 1-123-15,2 1-291 0,3-3 129 0</inkml:trace>
  <inkml:trace contextRef="#ctx0" brushRef="#br0" timeOffset="57407.73">18046 12364 112 0,'12'-4'147'0,"-5"2"-9"0,1 1-18 0,2-2-7 0,3-1-13 16,1 1-11-16,5-3-10 0,0 1-3 0,4 2-14 15,7 0-13-15,-4-1-37 0,6-3-46 0,-11 7-68 16,-3-3-59-16,1 0-173 0,-8 1 77 0</inkml:trace>
  <inkml:trace contextRef="#ctx0" brushRef="#br0" timeOffset="57939.98">18580 12222 118 0,'1'-4'183'0,"-1"4"-1"0,3-9-3 16,-3 9-7-16,0 0-4 0,5-8-9 0,-5 8-9 15,3-5-10-15,-3 5-4 0,3-5-10 0,-3 5-4 16,0 0-10-16,0 0-5 0,0-10-8 0,0 10-6 16,0 0-7-16,0 0-6 0,0 0-7 0,0 0-5 15,-5-9-6-15,5 9-5 0,0 0-7 0,0 0-2 16,0 0-7-16,0 0-6 0,0 0-4 0,0 0-4 15,0 0-4-15,0 0-1 0,0 0-7 0,0 0 1 16,0 0-4-16,0 0-2 0,-16 12-1 0,16-12 0 16,-4 12-7-16,3-1 3 0,-3 0-1 0,1-1 0 0,2 2-1 15,-2 1 5-15,3 2-5 0,2 0 2 16,-2-3-3-16,1 2 1 0,3-2-2 0,-2-1 3 16,1 0-3-16,3 0 2 0,1 1 1 0,4-3 0 15,2 3-5-15,-4-4 0 0,2 1 1 0,1-3-1 16,4-2-4-16,1 4 3 0,0-4-4 0,-1-3 1 0,-2-1 1 15,-1 0-1-15,1-1 0 0,-1-1 0 16,1-3 1-16,1-1 1 0,1-3 0 0,-6 0 0 16,-1 1 1-16,0-4 3 0,0-3-5 0,-4 5 0 15,0-7 2-15,-2 0-1 0,-2 0-1 0,-2 0 0 0,-3 1-1 16,0 0 3-16,-3-1-5 0,-4 3 2 0,2-1 2 16,-1 1-1-16,-4 3 2 0,0 0-6 0,-1 2 2 15,-1 3 0-15,0-1-2 0,1 5-1 16,1 1-9-16,-4 1-6 0,1 3-18 0,1 2-15 0,4 3-26 15,1 0-28-15,2 0-36 0,3 4-30 0,0 2-28 16,3-1-141-16,2 0-374 0,3-3 166 0</inkml:trace>
  <inkml:trace contextRef="#ctx0" brushRef="#br0" timeOffset="58120.84">19334 12205 169 0,'4'-4'219'0,"0"-1"-11"0,-4 5-20 0,9-7-18 16,-3 0-22-16,0 4-12 0,3-1-18 0,4 0-10 15,-1 2-7-15,2 0-26 0,0 2-42 0,4-2-57 16,-3 4-40-16,1 2-51 0,-3-2-130 0,-1 4-266 16,-2 0 117-16</inkml:trace>
  <inkml:trace contextRef="#ctx0" brushRef="#br0" timeOffset="58267.41">19472 12359 13 0,'0'0'158'0,"0"0"-5"0,0 0-9 0,0 0-16 16,8 7-18-16,-8-7-3 0,13-4-14 0,-1 4-10 16,6-4-26-16,1 0-50 0,1 0-38 0,8-3-58 15,-1 0-67-15,-6 1-168 0,7-2 74 0</inkml:trace>
  <inkml:trace contextRef="#ctx0" brushRef="#br0" timeOffset="58765.52">20337 11920 128 0,'-2'-9'238'0,"1"1"-13"0,1 8-6 15,-3-12-5-15,3 12-15 0,-3-9-20 0,3 9-18 16,-2-7-18-16,2 7-18 0,0 0-15 0,0 0-10 16,0 0-10-16,0 0-11 0,0 0-11 0,0 0-6 15,13 16-5-15,-7-7-8 0,-1 0-1 0,-1 2-6 16,1 1-5-16,0 0-6 0,0 0 2 0,3 0-6 16,-2 1-3-16,1 1-3 0,-1 2 2 0,4-3-3 15,-3-2-5-15,0 0 1 0,2-2-1 0,2 0 0 16,-4-2 1-16,2 1-1 0,6 1 2 0,-3-3-3 15,2-2-3-15,-2 1 0 0,-1-1 0 0,2-3-3 16,-3-1 4-16,2-1-4 0,-2-1-1 0,1-3 0 16,0 0 5-16,-1-2-4 0,-1 0-2 0,0-3 2 15,1-4-2-15,-2 0 2 0,-1-1-6 0,-2 0 1 16,-1-3 3-16,1 3-3 0,-1-2 0 0,0 0-3 16,-1 3 5-16,-1-1 2 0,-1 2 7 0,2 3-4 15,-3 0 5-15,0 1 6 0,0 1 0 0,0 8-4 16,1-9-5-16,-1 9-7 0,0 0 1 0,0 0-4 15,0 0 4-15,0 0-3 0,0 0 1 0,13 29-1 16,-11-12-1-16,1 1 3 0,1 6 0 0,-2 1-4 16,0-5 1-16,-2 0 0 0,2 4 1 0,0-5-2 15,3 5 4-15,-4-4-2 0,3 0 0 0,-2 1-1 16,1-4 2-16,-1 2-38 0,1-2-24 0,1 2-35 16,-3-8-33-16,2 3-39 0,-2-1-35 0,3 1-33 15,-3-2-150-15,0-6-414 0,2 3 183 0</inkml:trace>
  <inkml:trace contextRef="#ctx0" brushRef="#br0" timeOffset="59057.42">20911 12113 42 0,'0'0'140'0,"0"0"-7"0,0 0-7 15,0 0-3-15,0 0-6 0,11 17-12 0,-9-12-5 16,3 3-7-16,-1-5-5 0,4 5-12 0,-2 0-7 15,2-5-6-15,0 3-4 0,0-2-4 0,4-1-3 0,-1-2-6 16,-1 1-3-16,2-4-2 0,1-2 2 0,-2 1-5 16,2-2 3-16,-1-2 9 0,-3 0 1 0,3 0 4 15,-3-3 2-15,-1 0 8 0,-3-1-6 16,3 1-5-16,-6-1-3 0,1-1-5 0,-3-1-6 16,0 1-2-16,-3 0-1 0,-1 0-3 0,-1 2-8 0,0 1-3 15,-1 2-1-15,1 0-4 0,-4 2-8 0,-4 1-15 16,1 3-21-16,-2 2-32 0,3 2-24 15,-1 1-34-15,0 2-32 0,4 1-42 0,-2 1-111 16,1 1-326-16,4-4 145 0</inkml:trace>
  <inkml:trace contextRef="#ctx0" brushRef="#br0" timeOffset="59593.45">21384 12073 16 0,'0'0'187'16,"0"0"-16"-16,0 0-12 0,10 2-8 0,-10-2-9 16,0 0-11-16,4 7-10 0,-4-7-11 0,3 5-10 15,-3-5-7-15,4 6-4 0,-4-6-7 0,3 5-8 16,-3-5-7-16,0 0-4 0,4 7-3 0,-4-7 5 16,0 0 10-16,0 0 9 0,0 0 5 0,0 0-1 15,5 2-10-15,-5-2-4 0,0 0-8 0,0 0-2 16,0 0-8-16,0 0-8 0,-10-26 1 0,10 16-9 15,-1-1-4-15,1 1-2 0,1-3-6 0,3-2 2 16,1 0-7-16,1-2-1 0,-1 2-4 0,4-1 0 16,2 3-5-16,-1 0-2 0,0 5-1 0,0 0-3 15,3 2-4-15,0 2 4 0,1 1-6 0,-1 3 2 16,5 3-1-16,-2 1-2 0,1 0 1 0,-6 2-1 16,2 1 0-16,-1 1 3 0,-2 0-4 0,0 1 2 15,-1-1-1-15,0-1 0 0,-1 1 0 0,-3-2 0 16,0 0 1-16,-1 0 0 0,-2-1 2 0,-2-5 0 15,5 10 0-15,-5-10 4 0,2 5-4 0,-2-5 4 16,0 0-6-16,0 0 4 0,0 0 1 0,0 0 1 16,0 0-4-16,0 0 0 0,0 0 0 0,-17-13-3 15,17 13 3-15,-1-11-3 0,2 1-2 0,2-1-5 16,0 0-7-16,5-4-3 0,1 0-1 0,2 2 5 16,0 1-2-16,0 0 1 0,-2 3-1 0,1 2 2 15,-2 1 0-15,0 2 3 0,-2 1-5 0,1 3 3 16,-7 0 0-16,14 1 2 0,-6 5-1 0,-1 0 2 15,-1 4 1-15,0-1 3 0,-4 4-4 0,-1-1 3 16,1 2 3-16,0 2-2 0,-4 0 3 0,0 0-6 16,-1 0-25-16,-3 0-36 0,1-1-59 0,3-3-46 15,-4 0-219-15,5-2-424 0,-1 0 189 0</inkml:trace>
  <inkml:trace contextRef="#ctx0" brushRef="#br0" timeOffset="60028.55">22073 11939 167 0,'0'0'191'0,"0"0"-4"0,0 0-6 15,0 0-6-15,0 0-12 0,5 18-15 16,-6-7-13-16,-1 1-10 0,1-1-12 0,-1 5-5 16,-1-5-8-16,-1 1-11 0,2 1-5 0,-2-1-11 15,3-1-6-15,-2 0-5 0,0-1-8 0,2-3-4 16,0-1-2-16,1-6-3 0,-1 11-3 0,1-11 14 0,-4 7 17 15,4-7 9-15,0 0-3 0,0 0-9 16,0 0-5-16,0 0-6 0,0 0-8 0,0 0 0 16,-12-20-8-16,12 11-5 0,0-3 2 0,4 0-11 0,0-6-6 15,1 1 1-15,4-6-4 0,4-3 2 0,-3 0-4 16,4-1 1-16,1 2-8 0,1-3 0 0,2 3-2 16,-4 1 1-16,4 5-6 0,-6 3 1 15,0 2-3-15,-6 5-1 0,2 0-1 0,-3 3-3 16,0 3-4-16,-5 3 3 0,13-1-3 0,-13 1 5 0,15 6-3 15,-6 1-1-15,-1 3 3 0,0 4-2 0,-1 0-2 16,1 0 5-16,-2 3-1 0,-2-2 1 0,0 2-1 16,0-1-1-16,-2 1 2 0,0 0 1 0,-1-5-1 15,3 2 2-15,-3-4-2 0,0 2 2 0,2 0 0 16,-2-4 0-16,-1 2 1 0,1-1 1 0,1 2-15 16,-2-5-25-16,0 3-30 0,0-9-33 0,-2 14-33 15,0-8-35-15,-1 0-34 0,-1-1-43 0,-3 0-135 16,2-1-412-16,-2-1 182 0</inkml:trace>
  <inkml:trace contextRef="#ctx0" brushRef="#br0" timeOffset="60183.32">22113 12050 84 0,'0'0'159'15,"0"0"-12"-15,0 0-8 0,0 0-17 0,0 0-8 16,21-7-14-16,-4 3-8 0,5 1-19 0,6-1-35 15,1-1-39-15,3 0-33 0,-1 1-32 0,-3 0-96 16,4-2-174-16,-12 2 77 0</inkml:trace>
  <inkml:trace contextRef="#ctx0" brushRef="#br0" timeOffset="86139.16">22401 6674 5 0,'0'0'35'0,"-5"-5"-9"0,5 5-2 16,0 0-5-16,0 0 3 0,0 0-2 0,0 0 2 16,0 0-4-16,0 0 2 0,0 0-3 0,0 0-4 15,0 0 4-15,-13 1-13 0,13-1 9 0,0 0 3 16,0 0-8-16,-12 0 2 0,12 0 3 0,0 0 0 16,-12 0 1-16,12 0 1 0,0 0-7 0,-9 0 5 15,9 0-7-15,0 0 10 0,-10 2 4 0,10-2-7 16,0 0 4-16,0 0 3 0,-9 2-7 0,9-2 6 15,0 0 4-15,0 0-3 0,0 0 2 0,0 0 0 16,0 0-6-16,0 0 0 0,0 0-1 0,0 0 3 16,0 0 5-16,37 0-1 0,-9 0-2 0,0-4 2 15,6 4-1-15,3-5-5 0,1 3-4 0,-1-2 1 16,15 1 1-16,-2-1-8 0,3-1 0 0,0 4-12 16,2-3-14-16,-1 3-15 0,2-2-22 0,-1 2-63 15,-2-1-130-15,-2-1 58 0</inkml:trace>
  <inkml:trace contextRef="#ctx0" brushRef="#br0" timeOffset="119276.52">8607 13573 28 0,'-6'-1'55'0,"6"1"-3"0,0 0 5 0,-12-1-16 15,12 1 1-15,-8-2 1 0,8 2-3 0,0 0-3 16,-14 0 1-16,14 0-4 0,-9-1-3 0,9 1-1 16,-9-2 7-16,9 2-3 0,-10 0 1 0,10 0-13 15,-10 0-2-15,10 0 0 0,0 0 2 0,-17 2 0 16,12-1-12-16,5-1 6 0,-11 3 1 0,4-2 1 15,0 2-6-15,7-3 1 0,-12 3 0 0,6 0-1 16,-1-2 2-16,7-1 3 0,-12 3-9 0,5 0 3 16,2-1 5-16,5-2-4 0,-15 3 8 0,10-1-1 15,5-2 0-15,-12 2 1 0,8 1-6 0,4-3 1 16,-12 3 13-16,6-2-1 0,6-1-21 0,-10 2 11 16,10-2 3-16,-6 2 3 0,6-2 2 0,0 0-7 15,0 0-5-15,0 0 5 0,0 0 1 0,-12 0-6 16,12 0-1-16,0 0-4 0,0 0-2 0,34-4 3 15,-6 1 9-15,6-1 6 0,21-8-3 0,5 3 3 16,3-2-7-16,29-5 2 0,-28 5-1 0,29-9 3 16,-32 12 0-16,1-6 2 0,27-4 1 0,-26 8-4 15,-1-1 1-15,0 0 4 0,0 1 3 0,-2-1-1 16,2-4-8-16,-1 5 3 0,-1-1 2 0,3 0-1 16,-2-1-4-16,-1 0 6 0,-4 0-2 0,2 1-4 15,-1-4-1-15,-3 3 2 0,0 3-2 0,-16 1-5 16,-3-1 1-16,-2 2-2 0,-4 1-2 0,-2-1 7 15,-6 1-3-15,-6 3-1 0,-2 0 2 0,-3-1-2 16,-2 4 5-16,-1-2 11 0,-7 2-6 0,12-4 3 16,-7 3 3-16,-5 1-4 0,0 0 1 0,10-1-4 15,-10 1-2-15,0 0-3 0,0 0-2 0,0 0 1 16,6-2-2-16,-6 2-8 0,0 0-5 0,0 0-17 16,0 0-11-16,0 0-11 0,0 0-22 0,0 0-15 15,0 0-36-15,0 0-30 0,0 0-30 0,-14 14-104 16,14-14-298-16,-15 8 133 0</inkml:trace>
  <inkml:trace contextRef="#ctx0" brushRef="#br0" timeOffset="121256.04">30679 5902 19 0,'0'0'30'16,"0"0"-12"-16,0 0-4 0,0 0 0 0,0 0 1 0,0 0-4 16,0 0 0-16,0 0 3 0,0 0-1 0,0 0-6 15,-24 4 1-15,24-4-3 0,-11 4 2 0,5-2-3 16,-2-1 3-16,-2 1-5 0,2 1 1 0,0-2-4 16,-3 1 7-16,3 0-3 0,-1 0-1 15,0 2 2-15,2-2-7 0,7-2 7 0,-12 1-2 0,12-1-2 16,-7 2 0-16,7-2 3 0,0 0-4 0,0 0 0 15,-10 0 0-15,10 0 3 0,0 0 2 0,0 0-5 16,0 0-1-16,0 0 5 0,0 0 3 0,0 0 6 16,0 0 1-16,0 0-2 0,36 3-1 0,-16-6 6 15,10 3 4-15,5-2-9 0,1 1 9 0,4 1-1 16,12-3-5-16,-1-2 3 0,1-1-4 0,-2 1-1 16,-13 2-1-16,0-1 0 0,-1 1 2 0,-3 1 0 15,0-1 0-15,-3 1-3 0,-9 2 4 0,0-3-9 16,-2 2 10-16,-2-2-13 0,-4 3 10 0,-4-2-5 15,-1 2-3-15,-8 0 7 0,11-1-2 0,-11 1 0 16,10-2 0-16,-10 2 7 0,0 0-2 0,10 0 3 16,-10 0-9-16,0 0 1 0,0 0-2 0,0 0 3 15,0 0-3-15,-36-4-3 0,20 4-1 0,-2 0-2 16,-3 2 10-16,-9 0-18 0,0 0 1 0,-3-1 3 16,1 1-6-16,0 2 4 0,1-1 2 15,3-1-1-15,0 1-1 0,1-1-1 0,7-2 4 0,3 3 2 16,3-1 3-16,1 0-8 0,1-1 0 0,3 0 0 15,2-1 2-15,7 0 2 0,-12 1-4 0,12-1-1 16,0 0 3-16,-8 1 9 0,8-1 0 0,0 0-8 16,0 0 2-16,0 0-8 0,27 2 9 0,-9-3-7 15,2 1 6-15,8 0 0 0,3 0 2 0,1-2-3 16,-1 0 3-16,-1-1-8 0,-2 3-11 0,0 0-3 16,-8 0-25-16,-4-1-43 0,-3 2-95 0,-2-2 42 15</inkml:trace>
  <inkml:trace contextRef="#ctx0" brushRef="#br0" timeOffset="124067.39">6745 14964 71 0,'0'0'87'16,"-4"-4"-13"-16,4 4-7 0,0 0-4 0,-5-7 15 15,5 7-16-15,-8-5 1 0,8 5-16 0,-5-8 0 16,0 6 1-16,5 2-14 0,-8-6 7 0,3 3-13 16,5 3-7-16,-11-4 17 0,6 1-19 0,5 3 3 15,-13-1 0-15,1 0-4 0,12 1 3 0,-12-2-10 16,12 2-1-16,-13 2-4 0,1 1 1 0,3 0 4 15,-1 3-1-15,-1 0 0 0,0 3-4 0,-1-2-1 16,0 5 7-16,-2-1-1 0,3 3-2 0,-2-1-10 16,1 4-2-16,3-2 7 0,0-1 13 0,2 2-9 15,-3 1 5-15,4-2 1 0,1-1-3 0,1 3-2 16,0-5 0-16,3 0 4 0,2-2-6 0,1 7 5 16,0-7-6-16,2 2 2 0,-1-1-4 0,2 1 2 15,3-3 2-15,0-2-10 0,3 5 9 0,-1-6 4 16,5 4 4-16,-1-4-9 0,4 2 5 0,0-1-19 15,0-7-20-15,1 0-26 0,2-1-16 0,-1-2-18 16,2 1-14-16,-3-2-52 0,0-1-166 0,0-1 73 16</inkml:trace>
  <inkml:trace contextRef="#ctx0" brushRef="#br0" timeOffset="124407.9">6938 15066 89 0,'0'0'99'0,"0"0"-10"0,0 0-7 0,0 0-3 16,0 0-2-16,0 0-4 0,0 0 0 0,-8 25-1 16,7-12-3-16,-2-1-7 0,1 2 6 15,-1 3-10-15,2-2-8 0,1 2 1 0,0 1-6 16,1-8-6-16,0 2-1 0,2 3-5 0,2-5-1 0,0 0-11 16,3 1 6-16,-1-1-4 0,3-4 0 0,0 2-1 15,2-3-1-15,1-1-6 0,0-2 3 0,4 0-2 16,-2-2-2-16,0-2 0 0,3 0 1 15,-1-5-1-15,-4 2-1 0,1-5 1 0,-3 4 6 16,2-6-2-16,-5 4-1 0,-2-5-1 0,0 3 7 16,-2-2-5-16,-3-1 0 0,-2 1 3 0,-1-5-6 0,-5 0 2 15,2 1-3-15,0-1-6 0,-1 6 1 0,-2 1 0 16,-1-1-3-16,1 5-1 0,-2 0-3 16,0 2-15-16,1 2-12 0,-1 2-10 0,-3 6-14 15,3-1-31-15,1 2-13 0,-5 7-11 0,5 0-25 16,1 4-81-16,-1-2-227 0,3-2 101 0</inkml:trace>
  <inkml:trace contextRef="#ctx0" brushRef="#br0" timeOffset="125505.73">7209 15321 132 0,'9'-13'121'16,"0"-2"-4"-16,-2-2-17 0,2 0-13 0,0 1-4 0,1-2-9 15,-3 0-6-15,-1-1 3 0,1 1-3 16,-4-2-4-16,-1 1-6 0,-2 0-3 0,-2 4 4 0,-1-2-4 16,-4 3-5-16,0-1-5 0,-3 5-1 15,0 3-5-15,0 0 6 0,-1 1 5 0,-3 1-14 16,2 2-3-16,-1 1 2 0,2 0-11 0,0 2-1 16,0 0-7-16,3 3 3 0,8-3-9 0,-12 3 1 15,12-3 6-15,-4 4-15 0,4-4 9 0,0 0-10 16,9 13 4-16,-2-8 1 0,5-1 2 0,6 0-6 15,0-1 0-15,1-1 5 0,3-4-2 0,0 2 2 16,5 0-1-16,-6-1 2 0,1-1-5 0,-3 2 4 16,-3-1-9-16,-2 2 7 0,-2 1-1 0,0-1-6 15,-5 2 0-15,3 2-2 0,-3 2-1 0,0-1 4 16,2 1-3-16,-2 2 8 0,-3 0-3 0,-2 2 0 16,1 0-6-16,-1 0 6 0,2-1-6 0,-1 3 2 15,0-2 3-15,1-1 2 0,0 1-5 0,1 0 8 16,2-2-8-16,-2 0 6 0,1-1-2 0,-1-2 0 15,4 2 4-15,0-4-1 0,3 0 2 0,-1-4 0 16,-1 2-10-16,4-2 11 0,1-2 1 0,1-2-2 16,1 1 2-16,-5-1 0 0,4-4-3 0,-2-1-3 15,-4 1 6-15,-1 0-3 0,1-6-4 0,-1 0 1 16,-2-1 2-16,-2-2-2 0,-1 1-8 0,-2-2 3 16,-2 0 3-16,-4-1 2 0,-1 0-12 0,-1 2 4 15,-1 2 3-15,0 1 2 0,-2 3 4 0,2 1-2 16,-2 2 4-16,3 0 2 0,0 4 1 0,1 1-7 15,-2-1 6-15,7 4-3 0,-9-3-5 0,9 3 4 16,0 0-2-16,0 0-5 0,-9 8 1 0,9-8 6 16,0 0 0-16,12 11-5 0,-3-7 1 0,1 2 1 15,3-3-2-15,2 1 4 0,4 1 2 0,0-3-2 16,-2 2 3-16,2-2-7 0,-2 2 1 0,-3-3-3 16,-4 2 0-16,0 1 1 0,3-2 1 0,-7 1 5 15,0 0-11-15,0 4 4 0,-1-1 4 0,0 0-2 16,-1 4-2-16,-3-1 3 0,2 1-3 0,-1 0 3 15,0-1-2-15,-2 4-3 0,1-4 7 0,0 1-2 16,1 0 4-16,-1-1-3 0,1 1 6 0,1-1-6 16,1-3 3-16,1 2-1 0,1 1 2 0,2-4 1 15,2 0 7-15,-1-1 5 0,3 0 3 0,0-3 6 16,5-1-2-16,1-3-2 0,-1-2 0 0,3 0 5 16,-3-1-4-16,2-2 7 0,-3-1-13 0,0 0 4 15,0-3-1-15,-2 2 1 0,0-2-7 0,-3 0 0 16,0-2 2-16,-2 0-1 0,-3 1 0 0,1 0-1 15,-1-3 2-15,-4 4 1 0,-1 0 3 0,0 2-6 16,-2 0 1-16,1 10-1 0,-3-11-4 0,3 11 0 16,-5-9-3-16,5 9-1 0,-10 0-2 0,10 0-2 15,-17 11-2-15,7-1 2 0,-3 3-2 0,4-1 3 16,0 3 23-16,2-1-6 0,0-2 0 0,4 1-1 16,1 2-5-16,2-2 0 0,0-5-3 0,2 5 0 15,4-5 1-15,0-1-3 0,2 3 3 0,2-7 1 16,8 1-2-16,0-2-3 0,2-2 2 0,1-3 2 15,1 0 0-15,4-6-3 0,4 2 2 0,-3 0-3 16,-7-1 4-16,4-4-2 0,-7 2-1 0,-2-1-2 16,1 1 3-16,-2-2-1 0,-3 1 2 0,-6-2-2 15,4 0-2-15,-4-1 1 0,-2 3-1 0,-2-1-2 16,-1 1-2-16,0-2 2 0,0 2 3 0,-2 1 4 16,2 10-3-16,-2-11 0 0,2 11-4 0,-5-8-1 15,5 8-3-15,0 0-6 0,0 0 2 0,0 0 1 16,0 0 3-16,-10 22-3 0,9-10 1 0,1 0 0 15,0 4 1-15,0-5 0 0,0 3-3 0,0 2 1 16,0-5 1-16,1 3-1 0,2-1 1 0,-1 3-1 16,0-1-1-16,-1-4 4 0,0 2 0 0,2 3-2 15,-1-4-1-15,1-1 3 0,-2 0-8 0,-1 1-27 16,-3 1-22-16,-2-2-24 0,2 6-45 0,-1-7-43 16,-2 2-50-16,0-1-131 0,0 1-379 0,-4-5 168 15</inkml:trace>
  <inkml:trace contextRef="#ctx0" brushRef="#br0" timeOffset="125930.9">8733 14553 89 0,'-1'-12'189'0,"1"12"-20"0,0 0-14 0,0 0-19 16,0 0 4-16,8 25-5 0,-3 2-6 0,0 4-4 16,-1 2-7-16,5 14-6 0,-3-1-6 0,1 2-10 15,-1-2-8-15,-2-13-6 0,1-2-12 0,2-1-7 16,-1-2-6-16,-1 3-6 0,1-3-2 0,1-3-6 16,-2-2-4-16,0-3-7 0,-1-4 2 0,-1 3 2 15,0-4-10-15,-2-2-2 0,3 0-5 0,-3-2-26 16,-1-2-9-16,0 2-36 0,-1 0-30 0,-1-3-25 15,-1-2-33-15,-1-1-36 0,4-5-130 0,-10 4-331 16,10-4 147-16</inkml:trace>
  <inkml:trace contextRef="#ctx0" brushRef="#br0" timeOffset="126142.14">8837 14829 91 0,'9'5'119'0,"0"4"-11"16,0-1-9-16,-3 4-12 0,1 4 3 0,-2 0-7 16,-3 1 0-16,1 1-4 0,-7 0-3 0,0 0-11 15,-1 1 4-15,-3-2-11 0,2-2-3 0,-3 2-12 16,0-3 2-16,1-3-10 0,2 0-9 0,0-1-28 16,1-2-26-16,-1-3-29 0,3 0-23 0,-1 0-28 15,4-5-65-15,-7 4-188 0,7-4 84 0</inkml:trace>
  <inkml:trace contextRef="#ctx0" brushRef="#br0" timeOffset="126625.24">8975 14898 25 0,'0'0'129'16,"0"0"-1"-16,0 0-16 0,0 0-6 0,7 18-4 15,-7-12-6-15,2 4-3 0,0-1-4 0,1 1-11 0,0-1-6 16,2 0-6-16,0-1-11 0,-1-2-1 0,3 1-3 15,0-3-3-15,-1 0-3 0,3 0 2 16,2-2-14-16,-3 1 2 0,4-3-5 0,-2-3 2 16,0 2-4-16,0-3-4 0,2-1 2 0,-2-1-2 15,-1 1-3-15,-3-5 2 0,-2 6-3 0,0-7 2 16,-1 1-5-16,-2-1 2 0,0-1-2 0,-2 2 1 0,1-7-10 16,1 5 2-16,-2-1-2 0,1 2-2 0,0 0 1 15,4 5 0-15,-3 0-4 0,-1 6 0 16,5-9-8-16,-5 9 3 0,0 0 2 0,21-1 3 15,-14 2-2-15,1 5 0 0,2 3 3 0,-1 1 6 16,1-1-7-16,0 3 3 0,-1 1 6 0,-2-3-7 16,1 0 0-16,2-1 4 0,-4 3-2 0,-2-4-1 0,1-1 1 15,-1-1 4-15,0 1 3 0,-2-3 11 16,-2-4 15-16,4 7 19 0,-4-7 11 0,0 0 2 16,0 0-1-16,0 0-5 0,0 0-7 0,0 0-3 15,0 0-10-15,8-14-5 0,-4 4-2 0,-2-1-4 16,3-5-2-16,0 1-5 0,2 0-5 0,-1-1-4 15,3 2-1-15,0 3-2 0,1-1-3 0,-1 2-2 16,0 3-5-16,1 0-2 0,-2 3 2 0,2 2-4 16,-1 2 2-16,1 3-2 0,1 3 1 0,-1 2 2 15,-2 0 1-15,-1 6-7 0,1 0-4 0,1-2-11 16,-7 6-29-16,2-1-41 0,-2 0-51 0,-1 1-59 16,-2-1-192-16,2-2-420 0,-1-3 186 0</inkml:trace>
  <inkml:trace contextRef="#ctx0" brushRef="#br0" timeOffset="127269.83">9763 14700 151 0,'0'0'158'0,"0"0"-6"0,-14 20-8 16,7-10-15-16,-1 5-12 0,-1 2-12 0,-1 0-5 15,2 2-13-15,1 5-6 0,1-7-11 0,1-1-1 16,0-1-10-16,4 0-6 0,1-4-11 16,4 0 0-16,-3-1-2 0,3-2-1 0,0-1-8 15,0-2 4-15,3 1-3 0,0-4 0 0,1 1-7 0,3-3-2 16,-11 0 3-16,19-3 2 0,-9-2-4 0,0-1-1 15,1-3 9-15,-2 0-2 0,2-6 9 0,-3 0-2 16,-3-3-3-16,-3 0 11 0,4-6-14 16,-5-1 1-16,-2-4-2 0,-2 2-4 0,-2 0-1 0,2-5 3 15,-4 3-3-15,2 0 9 0,1 3-3 16,-4-3 0-16,2 6 2 0,-1 5 13 0,2 1 3 16,1 7-3-16,2 0-6 0,-2 1-1 0,1 4-5 0,3 5-8 15,-2-10-4-15,2 10-4 0,0 0-5 0,0 0-1 16,0 0-3-16,6 24-1 0,-1 0 2 0,3 4 0 15,-2 5 0-15,2-1-2 0,-3 3 2 16,2-2 2-16,-2-2-6 0,2-1 3 0,-2-1-3 16,4-3 2-16,-1-1-4 0,2-2 0 0,-1-5 4 15,2-4-1-15,-1-4 1 0,0 2-2 0,0-3 2 0,1-4 2 16,0-1 1-16,0-3 2 0,2-1-6 0,0-2 0 16,3-6 6-16,1-1-6 0,0-3 2 15,-3-2 1-15,0 0-1 0,-4 0 1 0,2-5 1 16,0-2-4-16,-7 3 0 0,1 2 1 0,-3-2 0 15,0 3-4-15,-3-1 3 0,1 6 7 0,2 1 4 16,-3 9-7-16,1-13 5 0,-1 13-8 0,0 0-4 0,0 0-2 16,1-7 1-16,-1 7 0 0,0 0 2 0,0 0-1 15,-1 33-3-15,2-18-2 0,-1 3 3 16,3 0 2-16,-1-1-2 0,1 1-7 0,1-1-24 16,0 1-30-16,0-3-38 0,2 0-40 0,-1-5-50 15,3 0-46-15,-2 2-178 0,1-5-444 0,-2-3 196 16</inkml:trace>
  <inkml:trace contextRef="#ctx0" brushRef="#br0" timeOffset="127421.29">9927 14385 42 0,'0'0'100'0,"0"0"-42"0,23 23-30 0,-11-6-38 15,4 8-27-15,1 4-39 0,7 11 18 0</inkml:trace>
  <inkml:trace contextRef="#ctx0" brushRef="#br0" timeOffset="127639.11">10299 14795 8 0,'0'-6'214'0,"1"-6"-14"0,2 1-7 0,1-7-13 16,1-2-15-16,0-4-8 0,5 0-6 0,1 7-5 15,-2 1-11-15,2 2-15 0,0 5-13 0,2-3-8 16,0 7-12-16,-2 0-8 0,6 2-8 0,-4 3-7 16,0 5-7-16,2 0 3 0,-1 4-11 0,1 1-4 15,-3 2-6-15,-3 2-2 0,1 1-3 0,-2 2-4 16,-2-1 0-16,3 0-16 0,-2-1-25 16,-1-3-30-16,-1 0-39 0,0-2-57 0,1-1-54 15,3-2-162-15,0-4-380 0,1 0 169 0</inkml:trace>
  <inkml:trace contextRef="#ctx0" brushRef="#br0" timeOffset="128141.37">10930 14469 73 0,'0'0'254'0,"-10"-11"-12"0,4 7-20 0,6 4-21 16,-14 0-15-16,3 2-12 0,-1 5-15 15,1 1-13-15,-3 6-13 0,0 8-11 0,4-6-12 0,1 0-12 16,1 1-10-16,3 0-7 0,3-1-8 0,0-3-6 15,1 0-10-15,1-3 0 0,3 1-8 16,-1-2-6-16,1-1 0 0,-1-4-4 0,2 1-1 16,3-1-4-16,-7-4-3 0,0 0-2 0,20 1-4 15,-20-1 1-15,13-6-4 0,-13 6 2 0,11-7-6 16,-6 3 2-16,-5 4 0 0,10-13-8 0,-8 6 4 16,-2 7 0-16,8-12-6 0,-8 12 0 0,6-10-1 15,-6 10-4-15,4-6-7 0,-4 6 1 0,0 0 1 16,0 0-2-16,0 0 0 0,27 25 4 0,-18-8 3 15,-1 8 0-15,4 6 8 0,-6 4 10 0,5 16 7 16,-1-1 0-16,0 0-1 0,2 2-3 0,0-1 2 16,-4 0-3-16,1 2-4 0,4-6 1 0,-5 1-1 15,1-1 2-15,2 1-4 0,-2-3-1 0,-1 0 0 16,-2-11-2-16,-1-2-1 0,-1-3 4 0,-3 1-3 0,0-4-3 16,-3-7 2-16,-1-3-9 0,-3-6 18 15,-2 0 3-15,1-3 2 0,-6-3 3 0,-4-4-5 16,0-1 0-16,-4-5-3 0,-6-2-1 0,0-9-13 15,0-4 9-15,2-1 12 0,-2-5-17 0,-4-13-2 16,6-3 2-16,6 1-3 0,2-3-11 0,9 10 9 16,4-13 4-16,3 13-6 0,6-12-5 0,7 2 4 15,1 10-10-15,7-6-6 0,1 11-9 0,1 0 3 16,9-7-27-16,-5 11-20 0,12-4-29 0,4-1-20 16,4 5-38-16,8 2-31 0,1-2-52 0,6 2-51 15,-3 3-165-15,27-8-484 0,-30 10 215 0</inkml:trace>
  <inkml:trace contextRef="#ctx0" brushRef="#br0" timeOffset="128807.03">12111 14665 137 0,'-4'-11'220'0,"0"1"-9"0,4-1-14 0,0-7-5 16,2 2-19-16,0-1-11 0,6-7-13 0,2-2-12 16,-3-1-14-16,3-1-8 0,2 1-9 0,-1-4-7 15,0 1-9-15,1-5-7 0,3-7-9 0,-3 9-5 16,1-12-5-16,-6 9-2 0,2-8-9 16,-4 10-6-16,-1 1-1 0,-4 3-2 0,0 4 2 15,-3 0-1-15,1 11 5 0,0 4-2 0,0-1-8 0,-1 3-4 16,1 1 0-16,2 8-3 0,-4-11-10 0,1 6-7 15,3 5-3-15,0 0-1 0,0 0 0 0,-7 28 1 16,6-3-2-16,-2 6 0 0,2 4 0 0,-2 1-1 16,3 10 2-16,0-9-1 0,2-4 2 15,-1-1-2-15,1-2-2 0,2-3-6 0,2-1 5 16,3-2 1-16,-1-6-6 0,0 0 1 0,1-4 2 0,1 1-2 16,2-5 5-16,-2 1-1 0,1-5 0 0,2 2-2 15,-4-4 4-15,5 2 0 0,-1-6-3 0,1 0 3 16,4 0-5-16,-6 0 3 0,1-4-2 15,0 1 2-15,0-3 1 0,-4 0-4 0,1-1 1 16,-2-2-14-16,-1 2 0 0,0-3-7 0,0-1-7 16,-3-1 7-16,-3 2-2 0,3-3 3 0,-4 2 1 0,0 0 1 15,0 0-1-15,0 11 1 0,-2-12 3 0,2 12-4 16,-2-12-1-16,2 12-3 0,0 0 3 16,0 0-3-16,0 0 3 0,0 0 3 0,0 0 1 15,2 31 4-15,-4-20 1 0,4 2-3 0,-2-1 2 16,2 2 1-16,2-2-1 0,-2 0 7 0,3 0-7 0,1-1 6 15,4-3 1-15,-3 0 4 0,5-4 0 0,2-1 2 16,-1-3 1-16,4-2-2 0,0-1 4 0,1-2-3 16,-2-1 7-16,2-2-1 0,-3-2 1 15,-3 3 3-15,1-4 1 0,-5 2 6 0,-2 0-1 16,-1-2-6-16,-5-1 0 0,0 0-3 0,-3 1-2 16,-1-2-2-16,-3 0-1 0,0 3-1 0,-2 0-7 0,1 1 0 15,-2 0-9-15,3 3-13 0,1 2-18 0,-5 2-24 16,1 2-24-16,-1 1-25 0,3 1-27 0,0 4-25 15,0 0-30-15,6 0-29 0,-3 3-149 16,5-9-402-16,0 0 177 0</inkml:trace>
  <inkml:trace contextRef="#ctx0" brushRef="#br0" timeOffset="129531.93">12933 14245 196 0,'0'0'209'0,"0"0"-5"0,0 0-8 16,0 0-10-16,-13-10-8 0,13 10-13 0,-16 6-6 15,5 1-13-15,1 2-11 0,-5 3-13 0,-1 1-6 16,3 3-15-16,-5 3-10 0,7-5-5 0,0 0-12 16,3 2-9-16,4-4-7 0,0 0-4 0,4 0-7 0,0-1 2 15,0-1-8-15,4 0-5 0,0-2 0 16,2-1-5-16,2-2-1 0,-3-1-1 0,4-2 0 0,4 0-9 16,-2-2 5-16,2-2-3 0,-1-2-2 15,-1-1 2-15,1-3-2 0,-1 5-3 0,-3-8-1 16,2 2-1-16,-3-1-3 0,1-1 1 0,-1 0-1 0,-3-5-5 15,2 4 0-15,-2-3 0 0,-2 2-2 0,0 3 0 16,-1-1 1-16,0 5-3 0,2 1 0 16,-3 5-9-16,2-8 2 0,-2 8-3 0,0 0 6 15,0 0-5-15,0 0 1 0,18 15 3 0,-11-7-2 16,-1 3 4-16,3 3-3 0,-2 2 1 0,0-2-1 16,2-1-7-16,5 2-19 0,-1-2-17 0,2-2-23 15,3-4-17-15,5 0-12 0,4-3-8 0,2-6-12 16,5 0 8-16,0-7-2 0,-1 3 14 0,-1-5 3 15,-1 1 16-15,-4 0 2 0,0-1 15 0,-11 2 9 16,0 2 25-16,-5 0 18 0,-3 0 16 0,-2 1 11 16,-4-1 11-16,2-2 6 0,-4 3 7 0,0-2 6 15,0 8 1-15,-2-12 6 0,0 6 4 0,2 6-1 16,-14-7 5-16,7 5 5 0,-7 2-1 0,5 0-2 16,-4 6-3-16,-1-2-5 0,-3 4-7 0,1 2-1 15,1 0-3-15,1 4-6 0,3-1-4 0,2 2-4 16,-1-2 0-16,4-2-7 0,2 0-3 0,1 1 2 15,3-2-5-15,2 0 1 0,1-3 2 0,1 0-4 0,2-3 0 16,2-1-5-16,3-1-1 0,0-2 6 16,3-2-4-16,-1-1 0 0,3-5 3 0,-1 1-4 15,1-2-3-15,-3-1-2 0,1-3 7 0,-3 1 1 16,0-5-5-16,-1-1-1 0,1-5-4 0,-7 4 3 16,3-6-2-16,-9-4 2 0,2 0 0 0,4-2-4 15,-6 0 2-15,-5-3-3 0,7 2 5 0,-4-3-5 16,-1 2 0-16,-1 1-3 0,2 1 3 0,-4 4-1 15,6 8 15-15,0 7 17 0,0-1 4 0,2 5-6 16,-3 1-3-16,3 7-7 0,0 0-5 0,0 0 6 16,0 0-5-16,0 0 4 0,7 40 2 0,-7-9 4 15,0 2-22-15,0 3 18 0,0 0-6 0,-2 0 8 16,0-2-7-16,2-2-5 0,2 2 2 0,2-4-5 16,-2-2-15-16,4 0-26 0,0-4-32 0,-2 4-46 15,7-5-28-15,3 0-17 0,2-2-55 0,8-3-72 16,-3 0-168-16,11-5-484 0,-3-1 214 0</inkml:trace>
  <inkml:trace contextRef="#ctx0" brushRef="#br0" timeOffset="130738.32">14335 14423 149 0,'0'0'203'0,"-3"-12"-1"15,1 0-12-15,4 1-7 0,-2-5-15 0,3-2-14 16,-1 0-10-16,1-2-8 0,-1-6-30 0,2-2-10 16,-1-2-10-16,-2 2-6 0,1 0 5 0,-2 1-13 15,-1-2-5-15,-1 1 5 0,-1 9-4 0,-1 0-8 16,0 2 1-16,-4 4 5 0,2 2-12 0,1 2-3 15,-3 1-6-15,0 4-3 0,-1 1-8 0,0 1-3 16,-4 5-2-16,2 2-7 0,0 1-1 0,-1 4-6 16,3-1-4-16,3 2 4 0,1-1-5 0,3 2-1 15,2-2-1-15,2 2 2 0,5-1-2 0,0-2 1 16,9 1-1-16,8 1 1 0,-2-6 2 0,8 0 2 16,5-1-1-16,-3-6-4 0,4 1-3 0,2-1 1 15,-4-2-5-15,0 0 4 0,-5 1-2 0,-10 1 1 16,-1 1-6-16,-8 1 0 0,3 1-3 0,-6 2-4 15,2 3 7-15,-5-1 1 0,3 3 1 0,-4 2 1 16,-1-1 2-16,0 4 2 0,-2-2-3 0,0 2 1 16,2-1 0-16,-1 4 6 0,-1-4-7 0,3 1 4 15,-1-3-1-15,1-1 7 0,3 1-6 0,0-2-4 16,1-2 0-16,1-1 5 0,1 0-4 0,5-3 4 16,-1-1-3-16,3 1 6 0,3-5-7 0,2 0 3 15,-1-3 0-15,-2-1 0 0,3-2-5 0,-5 0 4 16,1-1-1-16,-2-3 0 0,0 1-1 0,-3-1-1 15,-1-2-1-15,-3 0-6 0,-1 1-5 0,-4-5-1 16,1 5 2-16,-4-4-1 0,-3 6-1 0,1-4 2 16,-2 4-2-16,-1 3 3 0,1 0-1 0,-1 1-1 15,0 4-2-15,5 4 0 0,-13-3 2 0,13 3 1 16,-14 7-3-16,3 2 2 0,2 6 0 0,0 1 3 16,-4 6 0-16,6-4 2 0,3-1-3 0,1 0 3 15,2 0 3-15,1-1-3 0,1-3 2 0,3-2 4 16,2 2 0-16,3-5 0 0,0 0 2 0,3-1-1 15,2-2 2-15,4-3 1 0,1-1-2 0,1-3 2 16,-1 0-1-16,2-5 2 0,-1-2-3 0,-2 2 1 16,2-4 1-16,-4 2 0 0,-2-3-1 0,-1 2 3 15,-3-3-2-15,1 0-1 0,-5-3 0 0,1 2-3 16,-3-1 4-16,0-1-5 0,1 0 4 0,-1-1 0 16,-1 5-4-16,0 1 2 0,-3 2-1 0,2 3 0 15,-2 6-7-15,2-7 0 0,-2 7-6 0,0 0 7 16,0 0-1-16,6 17-2 0,-3-1 2 0,-2 4 4 15,1 7 2-15,-5 1 4 0,2 0 0 0,-3 1-1 16,1-1 1-16,2-2 1 0,-4-2 0 0,3-5 0 16,0-2 1-16,2-6 0 0,-1 2-1 0,2-5 1 15,-1-1 0-15,0 0 5 0,0-7-3 0,0 0 12 16,2 8-2-16,-2-8-1 0,0 0 1 0,16-9-4 16,-5 0-3-16,4-2 1 0,1-2-1 0,-3-1 6 15,6-7-8-15,0 2 2 0,-2-1-3 0,-2-1-3 16,3-2 2-16,-5 0-1 0,2-1-3 0,-3-1 2 15,-1 8-1-15,-3-1-2 0,0 5-2 0,-1-1 9 16,-2 3-4-16,0 4-2 0,-3 0-5 0,0 3-3 16,-2 4-3-16,0 0 2 0,0 0-2 0,0 0 5 15,0 0-1-15,0 0 2 0,-5 26 0 0,1-16-4 16,-1 2 3-16,0 5 1 0,3-7-1 0,0 0 8 16,2 2-6-16,0-2 2 0,2 0 2 0,-1-3 2 15,3-1-1-15,2 0 3 0,2-2 2 0,3 0-1 16,5-2 0-16,2-4 1 0,5-2-2 0,3-1-2 15,1-3 1-15,-8 2 0 0,6-6-1 0,-6 4 0 16,-1-3 0-16,-2 0 2 0,-1-2 9 0,-1 0-12 16,0 0 0-16,-3-1 2 0,-3-1-2 0,-3 4 1 15,-1-5 0-15,-2 4-2 0,0-2-2 0,-2 2 0 16,-2 2 1-16,1 0 1 0,0 3-2 0,1 7-3 16,0-11-3-16,0 11-1 0,0 0-4 0,0 0 3 15,0 0 0-15,0 0 1 0,0 0 8 0,0 0-8 16,2 30 3-16,0-15 12 0,0 1-12 0,-1 3 2 15,2-4-1-15,-1 2 1 0,1 2-1 0,-2-4 9 16,2 2-8-16,-1 0-2 0,1-1 3 0,-1 0 1 16,-2-6-2-16,2 2 4 0,-2-2-20 0,-2 0-23 15,0 0-33-15,-1-1-25 0,-1 1-41 0,-3-2-34 16,1-3-33-16,-4 3-211 0,1-4-452 0,-2 0 200 16</inkml:trace>
  <inkml:trace contextRef="#ctx0" brushRef="#br0" timeOffset="130893.33">15117 13909 98 0,'0'0'146'0,"0"0"-18"16,0 0-17-16,0 0-34 0,0 0-34 0,0 0-55 15,15 16-87-15,-2-10-106 0,5 2 46 0</inkml:trace>
  <inkml:trace contextRef="#ctx0" brushRef="#br0" timeOffset="131193.97">15860 13717 154 0,'-6'-12'241'0,"1"1"-2"0,-1 1-19 0,1 2-5 16,1 1-15-16,1 1-22 0,3 6-18 0,-2-9-19 16,2 9-18-16,0 0-14 0,0 0-10 0,0 0-8 15,6 22-6-15,-1-3-1 0,3 12-1 0,1 4 10 16,-2-1-4-16,0 14-2 0,-1-5-11 0,-6-6-3 16,3-3-10-16,-2-1 8 0,1-1-20 0,1 2 1 15,0-3-10-15,-2-1 3 0,0-3-8 0,-1-2-4 16,0-6-4-16,0-2-15 0,-1-1-31 0,1-5-26 15,0 2-36-15,-1-4-47 0,1-2-33 0,0-7-36 16,-2 8-34-16,2-8-177 0,0 0-438 0,0 0 194 16</inkml:trace>
  <inkml:trace contextRef="#ctx0" brushRef="#br0" timeOffset="131792.04">15733 13959 33 0,'0'0'124'0,"0"0"3"0,7-9-13 0,5 8-6 16,2 1-12-16,6 0 0 0,10-1-9 0,-2-1-7 0,5 0-1 16,2 1-14-16,-3 1-2 0,-1-4 2 0,0-1-13 15,0 2-3-15,-6-3-5 0,-5 4 0 0,-3 1 4 16,-6 0 0-16,0-2 14 0,-2 2 12 0,-2 1 2 16,-7 0-2-16,9 1 7 0,-9-1-12 15,0 0-1-15,0 0-5 0,0 0-3 0,-13 16 8 16,1-6-8-16,1 1-2 0,-2 3-2 0,0-1-5 0,6-3-3 15,-3 0-5-15,2 3-3 0,1-2-6 0,2-1-1 16,1-2-5-16,3 2 1 0,1-5-5 0,0-5-2 16,4 16 0-16,0-11-4 0,1 0 1 0,2 0-1 15,4-2 0-15,-2-2-1 0,3 3-2 16,0-7-1-16,-2 2-2 0,5-1-1 0,-3-1-1 0,2-1 2 16,-2-1 0-16,-2 1 0 0,0-4-2 0,-1 1 2 15,0 1-4-15,-4 1 1 0,3-2-4 0,-2 1 1 16,-2 3-6-16,0-1 4 0,-4 4-4 0,7-6 1 15,-7 6 2-15,9-4-9 0,-9 4 4 16,0 0-9-16,11 10-8 0,-9-4-2 0,2 2-13 16,-1 2-8-16,-2 0-9 0,-2 6-16 0,2-1-9 0,-1-2-20 15,1-4-4-15,-1 2-5 0,0 0-3 0,1 0-8 16,1-3-8-16,0 1-8 0,2-3-4 0,-2 0 2 16,4-3-2-16,-6-3 16 0,7 1 7 15,-7-1 9-15,0 0 10 0,12-6 22 0,-8 1 13 16,-4 5 26-16,6-12 14 0,-3 4 5 0,-1 0 15 0,1-3 8 15,-2-1 10-15,0 0 0 0,2-3 0 0,-1 0 14 16,1 4 12-16,2-1-11 0,-1 0 5 0,0 2 2 16,2 0 6-16,1 1 0 0,1 1 6 0,1 0 2 15,0 4 0-15,4 0-12 0,-3 2 13 0,2 0 4 16,1 5-3-16,-3 1-6 0,0 0-2 0,3 2-7 16,-3 1-3-16,0 0-5 0,3 2-2 0,-4 1 3 15,0 0-8-15,0-1-26 0,-3 1-31 0,1 0-36 16,-3-1-31-16,2-1-40 0,-2 0-110 0,-1-1-267 15,-1-3 118-15</inkml:trace>
  <inkml:trace contextRef="#ctx0" brushRef="#br0" timeOffset="132183.41">16773 13847 196 0,'0'0'220'0,"-6"-16"-10"0,3 12-11 15,3 4-16-15,-8-5-17 0,8 5-14 0,0 0-9 16,-20 14-1-16,8-1-10 0,1 3-4 0,-4 5-9 0,0 2-3 16,2 2-8-16,1 0-11 0,3-2-11 15,1-4-3-15,3 5-10 0,3-6-8 0,2 0-6 16,0 0-2-16,4-3-5 0,2-4-7 0,3-1-4 16,4 1-3-16,2-3-3 0,2-1-1 0,3-1-2 15,-1-5 1-15,8-2-6 0,3-3-3 0,0-6-1 16,2 2-2-16,-1-2-2 0,-2-4-2 0,-5 4 0 0,-3 0 1 15,-4-2-7-15,2-6 2 0,-6 4 1 0,-2-1 0 16,-3 0-5-16,-3 0 3 0,-3 0-4 16,-2 3 1-16,-1-4-4 0,-2 4 1 0,0 1 0 15,-1 4 1-15,-4-1 2 0,1 2-1 0,-4 5-2 16,11 1 0-16,-20 5 1 0,7 4 0 0,-4 3 4 16,5 2-2-16,-4 1 0 0,2 5 10 0,3-4-12 15,2 0-2-15,2 1-1 0,4 1 5 0,1-3-4 16,2 1-1-16,4-4-25 0,6-1-34 0,4 1-44 15,2-3-59-15,5-4-70 0,13-1-24 0,2-4-188 16,3 0-475-16,15-9 210 0</inkml:trace>
  <inkml:trace contextRef="#ctx0" brushRef="#br0" timeOffset="133717.71">18096 13657 69 0,'0'0'126'0,"0"0"-9"0,1-8 1 0,-1 8-16 16,0 0 4-16,0 0-6 0,0 0-6 0,0 0-8 0,0 0 6 15,0 0-20-15,0 0-6 0,0 0-8 0,0 0-1 16,0 0-12-16,0 0 8 0,0 0-13 0,0 0-3 16,0 0-7-16,0 0 2 0,0 0-9 15,0 0 2-15,0 0-5 0,0 0 0 0,0 0 1 0,0 0 1 16,0 0-1-16,0 0 1 0,0 0-5 0,0 0-1 15,0 0 0-15,0 0 0 0,0 0-4 0,0 0 2 16,0 0-4-16,0 0 4 0,0 0-1 0,0 0 1 16,0 0-10-16,0 0 5 0,0 0-3 15,0 0-2-15,0 0-1 0,0 0 4 0,0 0-2 0,0 0-1 16,0 0-3-16,0 0 1 0,0 0 1 0,0 0 2 16,0 0-1-16,0 0 1 0,0 0 1 0,0 0-2 15,0 0-4-15,0 0 1 0,0 0 2 0,0 0-1 16,0 0-4-16,0 0 8 0,0 0-5 0,0 0 2 15,0 0 1-15,0 0 1 0,0 0 0 0,0 0 4 16,0 0-3-16,0 0 0 0,0 0-1 0,0 0 0 16,0 0-1-16,0 0 1 0,0 0 0 0,4-5 2 15,-4 5-3-15,0 0 2 0,0 0-2 0,0 0 7 16,0 0-4-16,0 0-4 0,0 0-4 0,0 0 5 16,0 0-2-16,0 0 3 0,0 0-4 0,0 0 1 15,0 0-3-15,0 0 9 0,0 0 1 0,0 0 3 16,0 0 5-16,0 0 3 0,0 0 5 0,0 0-1 15,0 0 0-15,0 0-2 0,0 0-3 0,0 0 0 16,0 0-2-16,0 0 2 0,0 0-6 0,0 0 1 16,0 0-2-16,0 0-3 0,0 0-1 0,0 0 1 15,-3-10-3-15,3 10 1 0,0 0 0 0,0 0-4 16,0 0 1-16,0 0 1 0,0 0-1 0,0 0 2 16,0 0 0-16,0 0 0 0,0 0-4 0,0 0 1 15,0 0-1-15,0 0 3 0,0 0 1 0,0 0 0 16,0 0-2-16,0 0 0 0,-2-10 2 0,2 10 2 15,0 0-2-15,0 0 2 0,0 0-1 0,0 0-1 16,0 0 0-16,0 0 2 0,0 0 2 0,0 0-2 16,-5-6 1-16,5 6-2 0,0 0-1 0,0 0-4 15,0 0-4-15,0 0 0 0,0 0 1 0,0 0-1 16,0 0 2-16,-7 22-2 0,7-13 4 0,0 2 1 16,0 1-4-16,2 0 4 0,-1-1 1 0,1 1-1 15,3-1 0-15,-1-1-2 0,0 3 3 0,1-3 2 16,0 0 0-16,2 0-1 0,2-4-4 0,-2 3 4 15,2-2 0-15,0-1 1 0,1-1 0 0,-1 0-1 16,2-1 1-16,-1-3 0 0,-2 1 1 0,2-2-2 16,-1 0 4-16,-9 0-2 0,12-2 1 0,-5 1-2 15,-1-4 4-15,2-1-5 0,-3 2 8 0,-1-2-10 16,0 0-1-16,0-3-1 0,-2 1 1 0,2-3-2 16,-3 0 2-16,2 1-2 0,-3 0-1 0,1-2-3 15,-2 4 5-15,1 8-4 0,1-13-2 0,-1 13-2 16,-1-10-1-16,1 10 0 0,0 0-4 0,0 0 4 15,0 0 2-15,0 0 1 0,0 0 2 0,0 0-3 16,0 0 2-16,0 0-3 0,20 17 1 0,-15-13 3 16,3 2 4-16,1 0-2 0,0-2 0 0,4 1 1 15,-2-3 1-15,2 1 3 0,1-3-1 0,-1 0-1 16,1-1-2-16,-3-1 1 0,3-3 1 0,-2 0 0 16,2 0 4-16,-4-1 0 0,-3-2-2 0,-1 0 0 15,-1-1 3-15,-2 0-3 0,-2-1 5 0,-2 0-3 0,1 0-1 16,-5-1 0-16,-1 1-3 0,0-1 4 15,-7-2-5-15,4 5 2 0,-1 0-2 0,-1 1-2 16,0 0-3-16,1 1-16 0,0-1-20 0,1 5-22 16,1 1-24-16,8 1-22 0,-11 2-34 0,11-2-34 15,-10 8-158-15,4-4-360 0,4 1 160 0</inkml:trace>
  <inkml:trace contextRef="#ctx0" brushRef="#br0" timeOffset="133909.01">18613 13576 24 0,'0'0'235'0,"0"0"-17"0,8-5-16 0,-8 5-25 16,0 0-20-16,8-2-10 0,-8 2-9 0,7 8-3 15,0 0-9-15,-1 2-11 0,-3 0-7 0,4 7-10 16,-3-2-7-16,1 3-10 0,2 6-5 0,-2 0-8 16,-3-5-6-16,2 0 2 0,0-1-18 0,-1-2-32 15,-2 2-33-15,3-3-35 0,-2-2-43 0,2-1-55 16,-1-1-50-16,-2-3-108 0,-1-8-335 0,4 14 147 15</inkml:trace>
  <inkml:trace contextRef="#ctx0" brushRef="#br0" timeOffset="134054.79">18581 13441 22 0,'0'0'54'0,"0"0"-38"0,0 0-32 0,25 16-16 16,-13-7 7-16</inkml:trace>
  <inkml:trace contextRef="#ctx0" brushRef="#br0" timeOffset="134261.99">18877 13437 110 0,'0'0'214'16,"2"-10"-4"-16,-2 10-14 0,1-9-22 0,-1 9-22 15,0 0-10-15,0 0-15 0,0 0-1 0,17 19-6 16,-11-3-8-16,1 3-6 0,2 6-6 0,0 2-10 16,-3-1-10-16,-2 1-6 0,0-3-9 0,1 2-5 15,-2-6-7-15,0 4 0 0,1-6-7 0,0-2-7 16,-2-3-13-16,4 3-32 0,-5-7-31 0,1 2-42 16,0-3-42-16,0-2-33 0,2-1-41 0,-4-5-120 15,0 0-339-15,0 0 150 0</inkml:trace>
  <inkml:trace contextRef="#ctx0" brushRef="#br0" timeOffset="134449.46">19118 13398 196 0,'1'-7'193'16,"-1"7"-22"-16,2-6-18 0,-2 6-1 0,0 0 5 16,0 0 2-16,9 26-2 0,-8-9-9 0,-1 2-10 15,0 9-11-15,-1 1-11 0,-1 0-14 0,-1 1-11 16,1-3-9-16,1 0-4 0,-2 0-8 0,2-6-7 15,0-2-20-15,0 1-37 0,1-2-40 0,1 1-55 16,3-4-45-16,2 1-21 0,3-3-25 0,2-5-122 16,9-2-327-16,7 0 144 0</inkml:trace>
  <inkml:trace contextRef="#ctx0" brushRef="#br0" timeOffset="135066.24">19858 13283 93 0,'-1'-8'277'0,"1"1"-31"0,0 7-24 0,0 0-24 16,0 0-7-16,0 0 3 0,-7 22-1 0,7 3-14 15,-3 3-16-15,1 4-11 0,2-2-15 0,-1 2-14 16,1-1-14-16,3-2-6 0,0 1-11 0,1-4-8 16,0 0-9-16,1-9-6 0,-2 1-8 0,1-2-7 15,0-3-6-15,-2-3-3 0,-1-1-2 0,1-2-2 16,0 0-7-16,-2-7 0 0,3 8 2 0,-3-8-7 15,1 6 3-15,-1-6-4 0,0 0-4 0,0 0 2 16,0 0 1-16,0 0-1 0,0 0-6 0,0 0-6 16,2-27-5-16,2 17-6 0,1-4-8 0,2-2-8 15,4 0-4-15,2 3 1 0,0-2-1 0,4 4-2 16,-3 1 2-16,-2 4 2 0,1 1 0 0,0 2 2 16,-2 3-2-16,0 1 2 0,-1 4 4 0,-4 2 4 15,1 2-6-15,-2 2 2 0,-3 1 3 0,-3 0-1 16,0 5-1-16,-4-1 1 0,-3 0 1 0,-1-1 2 15,-1 0 0-15,0-1-1 0,-2-1-1 0,3-3-2 0,0-1 2 16,3-3 2-16,1-1-1 0,-3 1 0 16,4-4 2-16,4-2-8 0,-7 4-6 0,7-4-1 15,0 0-4-15,0 0 1 0,0 0 1 0,0 0 2 16,-2-17 2-16,2 17 1 0,13-11 1 0,-4 4-1 16,1 1 4-16,4-3-3 0,3 2 4 0,-2-1 1 15,4 0-2-15,2 0 7 0,-2-1 2 0,0 1-3 16,2 0 2-16,2-4 0 0,-3 4-1 0,-1-1 2 15,0 0 3-15,1 2 0 0,-5-3 0 0,3 1-1 16,-3-2 5-16,-5 2 9 0,-2 0 6 0,-1-2-3 16,-4-1-3-16,2-1-2 0,-3 3 0 0,-2-3 4 0,-2 1 6 15,1 2 0-15,-3 0 4 0,2 2 1 16,-2 0-5-16,-1 2-2 0,-2 5-2 0,-3-2-4 16,10 3 0-16,-19 6 4 0,7 2 3 0,-3 2 1 15,1 2-1-15,-1 2-4 0,3 0-3 0,0 0 1 16,4 3 1-16,1 0-4 0,2-3-1 0,4 3-5 15,2-5-30-15,3 0-30 0,8 1-50 0,2-3-62 16,4-3-83-16,3-1-226 0,11 1-516 0,4-7 229 16</inkml:trace>
  <inkml:trace contextRef="#ctx0" brushRef="#br0" timeOffset="135669.31">20693 13444 75 0,'0'0'179'0,"0"0"-7"0,11 18-5 0,-7-7-11 15,1-2-10-15,-2 2 3 0,0 0-2 0,1-1-13 16,-1 3-13-16,-2-3-10 0,0 3-5 0,2-4-7 15,-3 1-4-15,1 0-1 0,-1-3 3 16,0-7 0-16,0 9 4 0,0-9 8 0,0 7 7 16,0-7 9-16,0 0-2 0,-5 6-10 0,5-6-8 0,0 0-8 15,0 0-9-15,-15-10-1 0,9 5-10 0,-1-3-7 16,3-2-10-16,0-1-2 0,2-1-7 0,0 0-3 16,2-6-3-16,2 1-6 0,0-2 0 15,7-8-12-15,3 4-9 0,-2-2-2 0,4 1-5 16,3 4-1-16,-1 0 1 0,0 6-5 0,-2 3-3 0,1 2-1 15,-5 3 4-15,3 3-1 0,-1 2-7 0,-1 3 1 16,2 1-3-16,-3 4 2 0,-1 3 0 0,4 4 0 16,-4 0 0-16,2 9 0 0,-2-8 1 15,-1 2 0-15,-3 0-2 0,-2-2-2 0,0-2 7 16,0-3-2-16,-1 2-3 0,0-4 6 0,1 0 0 0,-3-2-3 16,0-6 5-16,3 10-2 0,-3-10 4 0,0 5-3 15,0-5 0-15,0 0 3 0,0 0-2 0,0 0 2 16,0 0-5-16,0 0 11 0,-18-15-13 0,17 8 0 15,2-4-2-15,1 0-5 0,-1-1-4 16,3-5-2-16,2 1-6 0,2 1 4 0,2 1-5 0,-2-1-2 16,4 2 5-16,-3 4 0 0,-1 2 0 0,3 1-1 15,-4 3 3-15,3 1 2 0,2 2-4 0,-12 0 5 16,15 7 3-16,-7 0 0 0,4 3-1 0,-4 2 0 16,-1 2-1-16,0 0 4 0,-2 1-1 15,-4-3 3-15,3 5-12 0,-2-2-23 0,-1 0-36 0,0-2-36 16,-1-2-30-16,0 0-44 0,1-1-41 0,-1-1-230 15,0-9-496-15,-1 14 220 0</inkml:trace>
  <inkml:trace contextRef="#ctx0" brushRef="#br0" timeOffset="135853.68">21226 13326 102 0,'0'0'171'16,"0"0"-8"-16,0 0-9 0,0 0-5 0,0 0-13 15,11 17-9-15,-10-5-9 0,3 4-8 0,-3 2-12 16,2-2-8-16,1 9-6 0,-4-6-10 0,2 0-3 16,1 0-10-16,1-1-24 0,-2 0-44 0,1-2-42 15,2-5-48-15,-3 1-38 0,0-3-109 0,-1 1-262 16,-1-10 116-16</inkml:trace>
  <inkml:trace contextRef="#ctx0" brushRef="#br0" timeOffset="136006.57">21196 13107 33 0,'0'0'82'0,"0"0"-19"0,19 20-23 0,-11-7-16 16,1 13-24-16,2 0-41 0,0 5-43 0,-4 0 19 15</inkml:trace>
  <inkml:trace contextRef="#ctx0" brushRef="#br0" timeOffset="136209.04">21407 13536 59 0,'9'-13'211'15,"-4"7"-12"-15,0-2-12 0,2-2-7 0,-2 0-6 16,2-2-6-16,4-1-15 0,-2 5-9 0,2-3-4 16,0 3-12-16,0 1-6 0,0 2-12 15,2 1-6-15,-3 1-9 0,2 3-3 0,-2 2-10 16,0 3-3-16,2 2-3 0,-3 0 0 0,1 5-10 0,-5-1-4 15,3 4-6-15,-5 0-1 0,1 4-7 0,-4-3-5 16,-1 1-35-16,-2-2-45 0,0 1-65 0,0-3-69 16,-2-1-89-16,-1-1-132 0,-1-3-424 0,-1 0 188 15</inkml:trace>
  <inkml:trace contextRef="#ctx0" brushRef="#br0" timeOffset="136627.57">21971 13271 5 0,'0'0'225'0,"-2"-8"-19"0,2 8-26 0,0 0-7 15,0 0-13-15,0 0-4 0,0 0-8 0,4 32-5 0,-1-15-5 16,-2 3-8-16,3 6-11 0,-3 0-12 0,2 1-9 16,-3-2 8-16,0-6-6 0,2 5-15 0,-2-4-8 15,2-1-10-15,-4-2-6 0,1 1-21 0,0 0-29 16,-1-4-37-16,0 1-38 0,-1-3-59 0,1-2-46 16,-2 0-191-16,-2-2-388 0,2-2 173 15</inkml:trace>
  <inkml:trace contextRef="#ctx0" brushRef="#br0" timeOffset="137199.84">22105 13605 62 0,'0'0'242'0,"0"0"1"15,0 0-8-15,-12-19-15 0,12 19-18 0,-1-11-16 0,1 4-14 16,0-3-14-16,1-1-16 0,2-2-15 0,4-2-11 15,1-2-13-15,0 1-8 0,2 1-11 0,3-7-11 16,-1 7-2-16,0 1-12 0,0 2-7 16,0 2-4-16,0-3-7 0,-4 7-2 0,1 2-7 0,1 2-8 15,0 4-1-15,-2 2-2 0,1-1-4 0,0 5 0 16,-2 0 1-16,0 5 1 0,2-1-3 0,0 4 1 16,-4-1-4-16,-3-3-4 0,1-1 3 0,-1 2-3 15,-2-4 1-15,2 1-2 0,-2-3 3 0,0-7-3 16,0 11 1-16,0-11 3 0,0 7 4 0,0-7-1 15,0 0-1-15,0 0 3 0,0 0-4 0,0 0 3 16,0 0-4-16,0 0-3 0,-7-23 0 0,9 10-2 16,-2 2 0-16,2-7 2 0,2 0-2 0,2 1-1 15,2-2 0-15,1-4 0 0,4-1 2 0,-2 9-6 16,-1-1-2-16,3 3 1 0,-5 4-3 0,0 2 1 16,2 2-2-16,-4 0-1 0,2 5 0 0,0-2-2 15,-8 2 2-15,17 8 2 0,-9-1-3 0,0 3 2 16,-2 0 2-16,2 6-1 0,-2-1-1 0,-1 4-5 15,-1-1-23-15,0 0-30 0,-2 1-38 0,1-2-33 16,-3-1-24-16,2 0-47 0,-2-4-38 0,-1 2-140 16,0-6-413-16,2 3 183 0</inkml:trace>
  <inkml:trace contextRef="#ctx0" brushRef="#br0" timeOffset="137515.79">22571 13376 53 0,'3'-13'220'15,"-2"4"2"-15,-1 2-13 0,0 7-20 0,1-13-20 16,-1 13-21-16,2-5-12 0,-2 5-15 0,0 0-4 16,0 0-6-16,0 0-7 0,7 22-9 0,-4-11-4 15,-2-1 2-15,4 0-15 0,-1 2-6 0,1-2-8 16,0 1-5-16,2-3-6 0,2 1 2 0,-2-2-6 16,4-1 0-16,-5-2-3 0,5-3-2 0,1-2-3 15,-2-1-4-15,2-2-3 0,1-2 5 16,-2 1-5-16,1-2-6 0,0-4 1 0,-3 1-1 0,0-3-3 15,0 1-1-15,0 1 0 0,1-3-2 0,-5 3 1 16,2 0-4-16,0 1-2 0,-2 1 2 0,1 1-4 16,-2 1-3-16,-2 3-1 0,-2 4-3 0,5-6-5 15,-5 6 1-15,0 0-2 0,0 0 2 0,12 20 2 16,-10-7-2-16,1 5 2 0,-6 1-19 16,1 5-31-16,0-5-43 0,-1 8-42 0,0-1-44 0,3-7-43 15,1 0-202-15,-2-2-451 0,4-2 200 0</inkml:trace>
  <inkml:trace contextRef="#ctx0" brushRef="#br0" timeOffset="137899.67">22946 13560 75 0,'0'0'204'0,"0"-17"-4"0,-2 5-7 0,2 2 8 16,-1-7-2-16,2 2-16 0,-1-2-7 0,3 0-14 16,1-1-8-16,2 1-8 0,-1 1 2 0,3 2-4 15,0 0-13-15,-4 1-12 0,3 4-11 0,3-1-11 16,-2 2-12-16,4 2-5 0,-1 1-11 0,-1 2-6 15,4 0-5-15,-3 5-4 0,0 0-3 0,2 2 2 16,-2 2-4-16,0 4-8 0,0-3 13 0,1 5-8 16,-5-5-4-16,2 5-4 0,0-3-3 0,-2-1-4 15,-2 2-1-15,1-1-6 0,-2-4-1 0,-2 1-3 16,1 0 2-16,0-1-3 0,-3-5 5 0,2 6-5 0,-2-6 3 16,0 0-2-16,0 0 4 0,0 0-5 15,0 0-1-15,0 0 5 0,0 0 1 0,0 0-7 16,0 0-6-16,0 0-1 0,-9-27 3 0,12 16-6 15,-1-2 6-15,6-2-8 0,0-2 1 0,1-1-4 16,2 3 1-16,2 0 0 0,1-1-4 0,0 5 0 16,-4 3 1-16,2 0-1 0,-3 3-4 0,0 1-2 15,0 2-3-15,-2 2 8 0,-7 0-1 0,15 6 0 16,-7 1 0-16,-3 2 0 0,2 0-1 0,-3 3 3 16,1 3-1-16,-3-2-15 0,1 5-33 0,-2 0-56 15,-1 0-63-15,3-2-78 0,-2 1-300 0,1-1-590 16,0-5 261-16</inkml:trace>
  <inkml:trace contextRef="#ctx0" brushRef="#br0" timeOffset="138414.29">24148 13332 183 0,'-3'-9'240'16,"0"-3"1"-16,-3 2-12 0,-3 2-10 0,2 1-17 15,-2 0-17-15,0 3-20 0,1 2-13 0,-4 2-15 16,0 6-13-16,-4 3-11 0,-5 7-4 0,1 3-12 16,-2 1-5-16,4 0-11 0,3 1-7 0,8-4-11 15,-3 0-4-15,5-1-5 0,0 0-2 0,5-3-10 16,0 0-4-16,3 0 0 0,-1-2-3 0,3 0-1 16,2-1-3-16,0-3-3 0,2-1-3 0,4-3 1 15,-1 0-7-15,-1-2-5 0,3-2-3 0,-1 0-5 16,3-4 1-16,1-1-3 0,-2-3 2 0,-2 1 0 15,0-5-4-15,0 2 0 0,-5 1 1 0,3-4-5 16,-5 1 5-16,3-1-4 0,-1-2 2 0,0 0-2 16,-3 8-1-16,0-1 1 0,-1 4 0 0,-1 2-4 15,-3 3-2-15,3-8 1 0,-3 8-1 0,0 0 0 16,0 0 2-16,0 0 3 0,5 23-2 0,-5-14 3 0,0 3-2 16,3 3 0-16,-2 2 2 0,-1-2-13 15,-1-2-29-15,-3 2-38 0,3-3-44 0,1 0-46 16,-1 0-32-16,1-3-43 0,0 1-139 0,-2-3-418 15,2-7 185-15</inkml:trace>
  <inkml:trace contextRef="#ctx0" brushRef="#br0" timeOffset="138745.62">24298 13401 143 0,'0'0'191'0,"0"0"-5"0,0 0-4 0,14 10-5 15,-9-6-12-15,-2 1-7 0,0 1-12 16,0 0-9-16,0 1-11 0,-1-2-13 0,-2-5-10 16,5 11-8-16,-3-8-11 0,-2-3 3 0,3 8-13 15,-3-8 3-15,5 5 4 0,-5-5-10 0,0 0-5 16,0 0-4-16,0 0-8 0,0 0-5 0,0 0-7 0,15-18-1 16,-9 9-4-16,1-1-5 0,-1 1-1 0,2-1-7 15,-1-2-1-15,3-1-2 0,2-1-3 16,-3 0 0-16,1 2-4 0,0 3 0 0,-1 1-1 15,-1 2-4-15,-1 1-2 0,0 1-4 0,-2 1-1 0,4 1 1 16,-9 2 1-16,0 0-2 0,15 9 3 0,-11-4 0 16,4 2-1-16,-3 5 1 0,4-1 1 15,-4 1-1-15,1 1-1 0,-2-3-21 0,-1 2-40 16,3-1-56-16,2 0-61 0,-2 0-79 0,-1-3-149 16,4 1-434-16,2-5 193 0</inkml:trace>
  <inkml:trace contextRef="#ctx0" brushRef="#br0" timeOffset="139153.28">24818 13260 115 0,'-3'-6'287'0,"0"-3"-17"0,-4 5-13 16,7 4-30-16,-11-4-13 0,0 7-13 15,-1 2-6-15,-4 5-15 0,0 1-16 0,0 2-15 0,0 2-16 16,3 0-6-16,4 0-17 0,-2 2-11 15,4 0-14-15,3-2-4 0,1 2-8 0,5-2-8 0,-1 1-5 16,5-5-6-16,1 0-5 0,7 1-4 0,-4-5-2 16,7 2-3-16,-4-5-3 0,5-2 1 0,-1 0-7 15,-3-4-3-15,-3 0-2 0,2-1-4 16,-1-5-2-16,-4 0 5 0,1-7-8 0,1 0-3 16,-5-3 2-16,3-6 0 0,-5-1-4 0,-3-3 0 0,0-2-2 15,-1-2-4-15,-1-4 4 0,-2 2 3 0,2-11-4 16,-2 0-3-16,1 12 0 0,1 0-2 0,-2 1 3 15,1 4 1-15,1 4 20 0,1 8 22 16,-1 3 3-16,2 2 6 0,0 6-9 0,-2-1-13 16,2 6-9-16,0 0 2 0,0 0-5 0,0 0 13 0,-5 28-19 15,5-1 4-15,-2 4 2 0,1 4 1 0,2 1-13 16,1 10 4-16,0 0-1 0,3-9 2 0,0 8 0 16,4-9-12-16,0-3-38 0,0 0-43 15,-1 1-45-15,1-5-62 0,-4 0-69 0,0-3-65 16,-5 1-238-16,0-8-599 0,-2 0 266 0</inkml:trace>
  <inkml:trace contextRef="#ctx0" brushRef="#br0" timeOffset="141081.46">12507 15752 143 0,'0'0'139'0,"0"0"-8"0,0 0-18 16,0 0-11-16,0 0-12 0,0 0 8 0,0 0-2 15,0 0-7-15,16 31-9 0,-12-14 4 16,1 1 7-16,1 5-1 0,-2 2-10 0,1 0-3 16,2 2-4-16,-1-2-5 0,-1 2-11 0,-1-3-3 15,-2-5-2-15,3 9-5 0,2-8-7 0,-5 5 10 16,3-6-15-16,-1-2-1 0,1 1-3 0,-1 0-6 0,-4-3-2 15,4 1 2-15,-2-6-26 0,-1 2-18 16,-4-5-35-16,5 2-26 0,-2-2-40 0,-4-1-27 16,4-6-22-16,-4 9-86 0,4-9-275 0,-9-1 121 15</inkml:trace>
  <inkml:trace contextRef="#ctx0" brushRef="#br0" timeOffset="141403.44">12533 15605 87 0,'7'-9'129'0,"-1"3"-8"16,0 2-4-16,7 1-6 0,-7 3-2 0,7 3-13 15,-3 2-10-15,1 3-7 0,1 4-10 0,-1 3 1 16,-3 0-17-16,2 5 6 0,-3 4-9 0,-5-5-4 16,-2 6-8-16,-7 0 2 0,0 0-7 15,2-6 2-15,-1-1-6 0,-3-2-4 0,-5 6-1 0,5-7-4 16,-4-4 1-16,4-1-6 0,-4 0 2 0,4-2-3 15,-1-3 6-15,0 0 11 0,5-3 7 0,-3 0 11 16,2 1 2-16,6-3 2 0,-13 2 0 0,13-2-4 16,-6 4-4-16,6-4-7 0,0 0-6 0,0 0-1 15,0 0-1-15,0 0-6 0,19 6-1 0,-2-3-4 16,0 0-1-16,3-1 0 0,7 2-1 16,1 0-3-16,0 0 0 0,2 1-8 0,2 0-26 0,1-1-28 15,-2-2-41-15,5 1-35 0,-7 0-37 0,3-1-143 16,-3 3-330-16,-6-4 146 0</inkml:trace>
  <inkml:trace contextRef="#ctx0" brushRef="#br0" timeOffset="141660.41">13019 15931 8 0,'0'0'183'15,"0"0"-22"-15,0 0-7 0,0 0-25 0,0 0-4 0,0 0 11 16,-5 16-2-16,2-5 0 0,3 1-13 0,0 4-8 15,0-2-5-15,0 4-4 0,0 1-8 16,3-3-4-16,-2 2-7 0,1 1 0 0,0-2-1 16,2-2-4-16,-2-2-7 0,3-3-3 0,-1 3-37 15,0-4-2-15,-1 1 4 0,2-4-7 0,-1 4-1 16,3-4-3-16,1 2 1 0,-1-3-3 0,3 3-1 16,-1-2-3-16,3 0 1 0,0-1-8 0,-3-1-24 15,3-1-40-15,-3 0-28 0,4-2-37 0,1 0-39 16,-4-2-43-16,1 2-125 0,1-5-352 0,1 0 157 15</inkml:trace>
  <inkml:trace contextRef="#ctx0" brushRef="#br0" timeOffset="142173.56">13380 16105 14 0,'0'0'132'0,"0"0"3"0,0 0-5 0,0 0-12 0,0 0 1 16,16 17-2-16,-12-8-6 0,-2 0-12 0,-1 3-11 15,1-3 3-15,0 2-1 0,2-2-5 16,-4-9 1-16,0 18-9 0,0-10-2 0,0-8 7 0,3 11 8 16,-3-11 11-16,0 0 5 0,0 0-5 0,-5 12-2 15,5-12-5-15,0 0-7 0,0 0-7 0,0 0-9 16,-24-14-4-16,19 6-9 0,0-2-7 16,1 0-2-16,2-3-6 0,0-3-3 0,0-2-3 15,2-1-5-15,2-1-3 0,-2-3-4 0,4-3 0 16,0 8-6-16,6-2-5 0,-1 4 1 0,2 2-4 15,-5 2-3-15,4 4 3 0,-1-3-6 0,1 6-1 16,0 0-3-16,1 2 3 0,0 2-1 0,-11 1-2 16,25 7 0-16,-13-1-1 0,3 2-2 0,-3-2 6 0,1 4-3 15,-2 3 3-15,-2-3-6 0,-2 3 0 16,1-2 3-16,-3-2 2 0,1 2-3 0,0 1-1 16,-2-2 2-16,0-3 2 0,-4-7 1 0,2 13 0 15,-2-13 4-15,0 0-2 0,3 8 1 0,-3-8-1 16,0 0 2-16,0 0-1 0,0 0-2 0,0 0-1 15,0 0 1-15,0 0-2 0,-9-30 3 0,9 30-6 16,0-20-1-16,0 10 0 0,4-2-2 0,-2-1 2 16,3 2 4-16,1 0-4 0,-1 0-7 0,2 3 2 15,-4 2 1-15,5 0-3 0,-3 0 2 0,1 5-2 16,-6 1-1-16,16 0 2 0,-5 2 1 0,-1 1 0 16,-4 4 0-16,3 0 0 0,-2 2 3 0,2 3 1 15,-2-2-1-15,-1 3-10 0,-1-1-28 0,-1 3-23 16,0 3-27-16,0-3-40 0,-2 1-44 0,0-2-43 15,2-1-164-15,-4-4-413 0,5 0 183 0</inkml:trace>
  <inkml:trace contextRef="#ctx0" brushRef="#br0" timeOffset="142363.59">13888 15943 101 0,'0'0'220'0,"0"-11"-12"0,0 11-27 0,0 0-21 0,-2-7-20 15,2 7-7-15,0 0-16 0,0 0-9 0,9 19-7 16,-5-9-12-16,-4 2-7 0,4-1-11 16,1 5-3-16,-3 0-6 0,-2 3-10 0,3 5 0 15,-1-5-29-15,0-2-36 0,2 0-34 0,-1 0-27 16,-1-3-53-16,0-5-158 0,-2 3-308 0,0-12 136 16</inkml:trace>
  <inkml:trace contextRef="#ctx0" brushRef="#br0" timeOffset="142743.04">14135 16050 150 0,'2'-23'195'16,"-2"7"-8"-16,2-2-10 0,2 4-8 0,-1-4-18 15,5 2-8-15,-2-1-12 0,5 4-9 0,-1-2-12 16,3 5-11-16,-1 3-5 0,4 0-4 0,-4 6-15 15,-1-1-9-15,3 5 1 0,-2 0-7 0,5 3-2 16,-4 4-8-16,-1-2-3 0,-1 5-2 0,-3 2-6 16,2-1 1-16,-2 0-8 0,-3 3-4 0,2-1-3 15,0 1-26-15,-5 1-28 0,0-2-32 0,2-1-42 16,-1 2-43-16,1-6-52 0,0-1-121 0,-4-10-345 16,9 15 152-16</inkml:trace>
  <inkml:trace contextRef="#ctx0" brushRef="#br0" timeOffset="142910.87">14779 15831 39 0,'0'0'163'0,"0"0"-21"16,7-4-17-16,-7 4-3 0,0 0-18 15,19 3-10-15,-19-3-35 0,0 0-43 0,17 4-53 16,-7 0-43-16,-10-4-45 0,11 5-135 0,-7-1 60 15</inkml:trace>
  <inkml:trace contextRef="#ctx0" brushRef="#br0" timeOffset="143064.11">14833 15965 101 0,'0'0'240'16,"-9"5"-8"-16,9-5-14 0,-5 3-16 0,5-3-22 15,0 0-22-15,-6 3-11 0,6-3-15 0,0 0-9 16,0 0-11-16,0 0-12 0,11 8-10 0,-11-8-28 15,23-4-31-15,-1-3-48 0,-4 4-58 0,14-8-58 16,-3 1-185-16,-3-1-343 0,0 0 152 0</inkml:trace>
  <inkml:trace contextRef="#ctx0" brushRef="#br0" timeOffset="144313.51">16908 15064 171 0,'-3'-6'192'0,"-1"1"-3"15,-3-1-10-15,7 6-9 0,-6-10-14 0,6 10-22 16,-1-5-17-16,1 5-9 0,0 0-18 0,0 0-2 15,0 0-10-15,0 0-8 0,20 28-4 0,-9-11-1 16,2 7-8-16,2 1-2 0,0 1-5 0,-4-1-5 16,6 3-5-16,-3 1-6 0,-4 0 1 0,4 1-3 15,-2-2-4-15,1-1-2 0,-2-3-1 0,-1 2-3 16,0-9-4-16,0-1 26 0,-3-2-3 0,0 3-6 16,-1-6-3-16,0 1-4 0,-1-4-2 0,-1 1 0 15,-1-2-5-15,3 1 1 0,-2-4-4 0,-1 1 3 16,-3-5-4-16,3 7 3 0,-3-7 9 0,0 0-2 15,0 0-2-15,0 0 1 0,0 0 0 0,16-20-1 16,-11 5 5-16,0-3-3 0,-1-8-1 0,1 0 2 16,0-4-2-16,3-3-2 0,-2-2-3 15,2 3 0-15,-2-1-2 0,1 1 1 0,-2-1-9 0,4 3 6 16,-2 1 1-16,-3 6 1 0,0 4-3 0,0 2-1 16,0-1-3-16,-2 4 1 0,1 2-4 0,-2 8 1 15,2-4-1-15,-3 8-3 0,2-13-6 16,-2 13-6-16,1-6-25 0,-1 6-16 0,0 0-23 15,0 0-17-15,0 0-35 0,0 0-33 0,0 0-43 16,3 23-46-16,-4-13-137 0,1-10-413 0,-2 24 182 16</inkml:trace>
  <inkml:trace contextRef="#ctx0" brushRef="#br0" timeOffset="144629.56">17487 15222 1534 0,'0'0'40'0,"8"-7"42"0,-8 7-70 0,0 0-5 16,8-6-4-16,-8 6 2 0,0 0 10 0,0 0 19 16,9 8 17-16,-8-1 15 0,-1 3 4 0,1 3 4 0,0 3 2 15,-2 8 3-15,1 2-2 0,-1-2 1 16,1 2 1-16,-1-2-5 0,-1-3 2 0,1-3-5 16,1 1-3-16,-4 8-3 0,3-9-6 0,-1 1-3 15,2-1-7-15,-3-2-1 0,6-2-6 0,-2 1-3 16,-1-4 0-16,1 0-5 0,2-2 0 0,-1 1-6 15,-1-5-2-15,2 0 3 0,-1 2-3 0,-2-7 3 16,4 6-5-16,0-2-6 0,-4-4 3 0,13 0-2 16,-3-1-4-16,2-3 8 0,-1-1-8 0,7-3-3 15,-1-1 1-15,2-2 2 0,0 1-24 0,5-2-27 16,-6 2-33-16,0 0-34 0,-1 1-45 0,-1-1-55 16,0 3-41-16,-4 0-196 0,-3 1-476 0,0 3 211 15</inkml:trace>
  <inkml:trace contextRef="#ctx0" brushRef="#br0" timeOffset="145048.12">16952 15921 27 0,'-6'3'211'0,"-1"-1"-28"0,7-2 0 16,-5 5-2-16,5-5-9 0,0 0-10 0,36 3-12 16,-3-5-13-16,18-5-5 0,9 0-4 0,31-6-7 15,0 1-6-15,1-5-7 0,0-1-7 16,2-2-8-16,2-1-4 0,-5 1-12 0,-3-2-6 15,-27 6-6-15,2 2-7 0,1-1-5 0,-3 2-5 16,-3-3-2-16,-2 1-6 0,-18 6-4 0,-2 2 1 0,-4-2-6 16,-4 4 0-16,-11 0 0 0,-4 5 3 15,-3-4-1-15,-1 0 1 0,-2 1 4 0,0 2-2 16,-7 1-3-16,0 0 2 0,10-2-2 0,-10 2-3 16,0 0-3-16,8-2-3 0,-8 2-2 0,0 0-3 15,0 0-3-15,0 0-16 0,0 0-31 0,0 0-36 16,0 0-38-16,0 0-47 0,-17 16-61 0,12-13-56 15,5-3-147-15,-22 4-451 0,11-3 200 0</inkml:trace>
  <inkml:trace contextRef="#ctx0" brushRef="#br0" timeOffset="147756.61">17597 15224 48 0,'0'0'110'0,"0"0"-10"0,-10-2-12 15,10 2-4-15,0 0-5 0,0 0 0 0,0 0 0 0,0 0-15 16,-15 5-4-16,15-5 7 0,-8 6-2 0,8-6 5 16,-6 7-11-16,3-4-5 0,3-3 2 0,-8 10 1 15,5-4-4-15,-1 2-1 0,-1-2-6 16,1 5-2-16,0-1 0 0,-1-2-7 0,1 5 0 16,0-2-4-16,0 0 6 0,1 2-5 0,-1 4-3 0,3-1-3 15,-5 0-3-15,4 0 1 0,1 0 23 0,-2 0-5 16,3 1-1-16,0-1 1 0,-1-5-7 15,1 3 1-15,1-3-6 0,2 0-1 0,-2 0 2 0,3 0-5 16,0 0 3-16,1-1-1 0,0-1 2 16,0-2-3-16,2 1-1 0,3 0 2 0,-3-5 2 15,3 4 5-15,1-6 0 0,0 2-6 0,-1-1 0 16,2-2 0-16,0 0 2 0,0 0-2 0,-2 0-3 16,3-3-1-16,-1 1-2 0,-1 0-2 0,-1-2 0 0,-1 0-3 15,5-1 1-15,-3 0-1 0,-1 0-1 16,0-1-3-16,0 0 1 0,-2 0 0 0,2-2-2 15,-2 1 1-15,-1 1-5 0,1-3 4 0,0 0 2 16,-3-2-4-16,1 2-1 0,-2 0-3 0,1-3 2 16,-1 2 1-16,-1-3-1 0,2 1 2 0,-5 1-1 15,0-2-4-15,-2-3 1 0,1 5 2 0,-3-6-4 16,1 0 0-16,-1-3-1 0,-1 5-2 0,-1 1 2 16,-1-2-2-16,-1 6 2 0,2-1-2 0,-1 2 0 15,0-1 1-15,-2 1-2 0,0 0 0 0,0 3-3 16,-1 0 0-16,-1-1 3 0,0 4-4 0,1 0 0 15,-2 0 0-15,2 1 0 0,-2 2-1 0,0 1 0 16,0 3-2-16,-1-2 4 0,0 2 0 0,0 2-5 16,0 1 5-16,-1 2-3 0,3-3-1 0,-1 4 0 15,2-1 1-15,0-1-3 0,1 7 3 0,1-5-1 16,1 4 3-16,2-2-5 0,1 1 3 0,2 2 0 16,0-2-2-16,1-1 0 0,2 3 4 0,1-2-2 15,2 2 3-15,-2 0-2 0,1-3-1 0,2-2 4 16,4 6 0-16,-6-8-3 0,4 3 2 0,-1-4 0 15,1 1 0-15,-1 0 1 0,0 0 2 0,0-3-2 16,-1-2 2-16,0 3 2 0,0-4-6 0,-5-2 6 16,9 5-3-16,-9-5 2 0,6 3-2 15,-6-3 3-15,0 0-6 0,8 0-11 0,-8 0-15 0,0 0-20 16,11-2-19-16,-11 2-30 0,0 0-43 0,0 0-35 16,5-10-40-16,-5 10-164 0,0 0-408 0,4-15 182 15</inkml:trace>
  <inkml:trace contextRef="#ctx0" brushRef="#br0" timeOffset="149496.28">17427 16337 101 0,'-10'0'149'0,"1"0"-14"0,9 0-16 0,-13-3-18 0,13 3-8 15,-7 0-6-15,7 0-3 0,0 0-10 0,0 0-3 16,0 0 3-16,0 0-5 0,39 0-2 0,-17-4-8 16,9 1-7-16,1-1-1 0,2-3-6 0,1 0-9 15,-2 1 3-15,1-3-15 0,2 1-33 16,-1 2-35-16,-4-1-30 0,-10 4-28 0,-2-1-116 16,-6 1-234-16,-3-2 104 0</inkml:trace>
  <inkml:trace contextRef="#ctx0" brushRef="#br0" timeOffset="149878.31">17637 16334 162 0,'0'16'171'15,"1"3"-8"-15,0 5-9 0,1 4-2 0,-2-2-9 16,-2 3-6-16,1-3-9 0,4 2-15 0,-3-2-2 15,-2-7-11-15,5 5-10 0,-6-4-2 0,7 5-4 16,-4-8-13-16,0 1-4 0,-1-3-7 0,0-3-6 16,2 1-5-16,-2-5-6 0,1-8-1 0,0 20-4 15,-3-13-6-15,3-7 1 0,-2 11-5 0,2-11 3 16,-7 11-4-16,7-11-3 0,-3 8-1 0,-3-6-3 16,6-2 0-16,-10 2-3 0,4-1-6 0,6-1 4 15,-13 0-6-15,13 0 1 0,-10-1 3 0,10 1-4 16,0 0 1-16,-13-2-4 0,13 2-3 0,0 0 0 15,0 0-6-15,-8 0-1 0,8 0 3 16,0 0 1-16,0 0 0 0,0 0-1 0,0 0 2 16,0 0-2-16,39-3 2 0,-28 0-1 0,2 2 3 15,6-1-3-15,-1-1-5 0,1 1-13 0,1-3-23 16,-1 1-25-16,0 1-41 0,2 0-28 0,-4-2-36 0,1 1-27 16,-7 1-105-16,2-1-329 0,-4 1 145 15</inkml:trace>
  <inkml:trace contextRef="#ctx0" brushRef="#br0" timeOffset="150120.56">17914 16618 134 0,'0'0'147'0,"0"0"-17"16,0 0-8-16,0 0 9 0,8 1 7 0,-8-1-3 16,0 0-3-16,10 18 4 0,-5-8 2 0,0 4-8 15,-1 1 3-15,-1 2-8 0,1-2-12 0,-4 1-4 16,0 0-3-16,2 1-11 0,1-2-7 0,1 1-2 15,-3-7-9-15,0 2-6 0,3 0-5 0,0 0-7 16,0-3-5-16,1 3 1 0,-1-4-8 0,2-1-5 16,-2 0-3-16,6-1-2 0,-10-5-4 0,17 3-24 15,-6-3-31-15,-11 0-32 0,21-3-45 0,-7 1-40 16,0-2-41-16,2-3-39 0,0 1-149 0,0-3-397 16,-2 1 175-16</inkml:trace>
  <inkml:trace contextRef="#ctx0" brushRef="#br0" timeOffset="150625.49">18295 16745 152 0,'-1'13'171'0,"1"-13"-1"16,-1 16-5-16,1-16-12 0,-2 16-3 0,1-9-8 16,1-7-5-16,0 14-1 0,0-14-3 0,-3 9-4 15,3-9-7-15,-1 11 1 0,1-11-2 0,0 0-1 16,-1 9 5-16,1-9 5 0,0 0-7 0,0 0-10 15,0 0-14-15,0 0-9 0,0 0-6 0,0 0-8 16,0 0-12-16,0 0-1 0,-10-32-6 0,11 22-9 16,-1 10 1-16,4-25-9 0,1 7-6 0,-1 1 8 15,5 1-16-15,-2-3-2 0,3 4-2 0,1 0-3 16,-2 0-3-16,2 5-1 0,-2 1-2 0,0 3-8 16,4 1 5-16,-4 2-7 0,1 1 8 0,-10 2-8 15,21 4-1-15,-12-1-1 0,1 4-3 16,-4 1 5-16,3-1 1 0,-1 2-4 0,-1 0 0 15,1 0-1-15,-2 0 1 0,0 0-1 0,-3 0 1 0,4 0 5 16,-7-9-5-16,9 14 3 0,-8-9-1 0,-1-5 2 16,3 7 2-16,-3-7 1 0,0 0 2 15,0 0-1-15,0 0-1 0,0 0 0 0,0 0-1 16,0 0-1-16,0 0 6 0,0 0-7 0,0 0-1 16,0 0-3-16,0 0 4 0,-2-32-4 0,6 21 1 15,1-1 0-15,7-4-2 0,-5 0 1 0,1 1-1 16,5 1 2-16,1-2 3 0,-3 4-5 0,1 4-2 15,3-1-1-15,-5 4-5 0,-1 1 3 0,-1 3-3 16,-8 1 5-16,22-2-5 0,-22 2 2 0,13 7 3 16,-3-1-2-16,-3 3 6 0,0 0-7 0,-3 1 4 15,0 1-16-15,-1-1-23 0,0 1-23 0,1 2-41 16,-3-4-30-16,-1-9-15 0,5 21-37 0,-5-21-36 16,5 15-215-16,-2-8-473 0,-3-7 210 0</inkml:trace>
  <inkml:trace contextRef="#ctx0" brushRef="#br0" timeOffset="150983.84">18947 16526 60 0,'-6'-4'224'0,"-5"1"-7"16,11 3-12-16,-21 2-13 0,8 3-12 0,1 3-8 16,-2 1-15-16,4-1-13 0,-3 6-11 15,4-4-18-15,0 5-11 0,3-1-8 0,0 0-10 16,3-2-7-16,-1-1-6 0,3 0-9 0,1-11-6 15,5 21-2-15,0-14-7 0,3-1-3 0,2-3-2 16,0 0-10-16,2-1 2 0,2-3-2 0,-14 1-4 16,25-5-2-16,-13 0-2 0,-1-2-1 0,5-2-5 15,-6 4 0-15,0-3-2 0,-1-1-2 0,-1-1-2 16,-2 0-3-16,2 0 0 0,-2-1 1 0,-1-1-2 16,2 3-4-16,-3-1 0 0,-2 3 8 0,-2 7-5 15,8-12 5-15,-8 12-4 0,7-6-4 0,-7 6 3 16,0 0 7-16,9-3 6 0,-9 3-5 0,0 0 1 15,13 12-3-15,-8-6 4 0,0 1-5 16,2 2 0-16,-2-2-1 0,0 1 3 0,3 2-2 0,-3-2-3 16,1 0-19-16,1 0-26 0,-1 1-28 15,0-2-32-15,2-2-38 0,-8-5-42 0,10 7-47 16,-3-5-186-16,-7-2-440 0,0 0 195 0</inkml:trace>
  <inkml:trace contextRef="#ctx0" brushRef="#br0" timeOffset="151178.57">19270 16436 163 0,'0'0'211'0,"0"0"-13"0,0 0-8 16,0 0-7-16,18 12-17 0,-10-5-16 0,-8-7-17 16,9 12-10-16,-5-6-10 0,-4-6-10 0,11 11-10 15,-2-5-11-15,0-1-15 0,-1 1-27 0,-8-6-39 16,19 8-30-16,-19-8-39 0,13 3-30 0,-13-3-29 15,15-1-19-15,-15 1-112 0,0 0-280 0,22-9 124 16</inkml:trace>
  <inkml:trace contextRef="#ctx0" brushRef="#br0" timeOffset="151343.37">19474 16412 98 0,'0'0'115'0,"0"-14"20"0,0 14 16 16,0 0 13-16,-7-12-1 0,7 12-3 0,0 0-4 15,0 0 1-15,0 0 5 0,-24 3 10 0,24-3-4 16,-23 18-11-16,6-3-4 0,3-1-13 0,-5 7-9 0,1-2-12 15,1 0-11-15,-2-1-12 0,8-2-10 0,-3-2-7 16,2 0-8-16,3-1-26 0,-2 1-37 16,3-6-45-16,0-1-54 0,2 2-50 0,0-6-68 15,6-3-211-15,0 0-454 0,0 0 201 0</inkml:trace>
  <inkml:trace contextRef="#ctx0" brushRef="#br0" timeOffset="151559.34">19817 15659 84 0,'7'-6'217'0,"2"-2"-10"0,2 2-23 0,8-2-21 16,0 3-15-16,7-3-16 0,-7 3-12 0,1-1-32 15,1 2-52-15,1 0-57 0,-2 1-54 0,-3 0-140 16,-6 1-230-16,0 0 101 0</inkml:trace>
  <inkml:trace contextRef="#ctx0" brushRef="#br0" timeOffset="151730.16">19909 15748 76 0,'-6'5'250'16,"-1"-1"3"-16,7-4-11 0,-7 6-13 0,4-3-14 15,3-3-16-15,0 0-17 0,-5 5-7 0,5-5-10 16,0 0-17-16,0 0-13 0,23 0-13 0,-4-2-9 16,3-6-14-16,6-1-42 0,5-3-45 0,2 0-53 15,-2-3-67-15,-1 1-67 0,-1 0-217 16,-2-5-423-16,2 4 187 0</inkml:trace>
  <inkml:trace contextRef="#ctx0" brushRef="#br0" timeOffset="155557.51">20881 14612 11 0,'2'-14'197'0,"2"1"0"0,-1 3 3 15,-1-2-12-15,1 3-12 0,0 3-19 16,-1-1-14-16,-2 7-20 0,5-7-12 0,0 4-11 0,-5 3-4 16,13 3-8-16,-2 4-1 0,3 4 3 0,0 4-3 15,4 5-7-15,0 5-6 0,-1-3-4 0,1 3-6 16,-2 2-2-16,1-1-3 0,-4 1-10 0,5-2-2 16,-6-3 0-16,0-3-7 0,-3-1-1 15,1-1-5-15,3-3-3 0,-4-4 1 0,-3 1-6 0,3-3 3 16,-4-1-3-16,-1-2 8 0,0-2 15 0,-4-3 9 15,5 7 7-15,-5-7-8 0,0 0 3 0,0 0-12 16,15-14-4-16,-8 3-4 0,-2-3-4 0,1-1 0 16,2-1-8-16,-2-3-3 0,2-4 1 15,-2-1-6-15,-2-1 2 0,2-1-2 0,-1-2-5 16,2-1 4-16,1 2-6 0,-2 2 2 0,0 1-1 0,-2 6-4 16,0 1-1-16,0-1 0 0,-3 7-6 0,0-1 4 15,1 2-6-15,-1 2-14 0,0 3-27 0,-1 5-30 16,2-9-46-16,-2 9-37 0,0 0-23 0,0 0-25 15,0 0-25-15,0 0-19 0,0 0-156 0,-6 31-434 16,4-15 192-16</inkml:trace>
  <inkml:trace contextRef="#ctx0" brushRef="#br0" timeOffset="155889.69">21429 14743 95 0,'11'-8'183'0,"-3"3"-17"0,1 1 5 0,1 0-13 0,0 0-12 16,2 0-10-16,-1 2-13 0,3 1-4 0,-1-1-8 16,0 2-5-16,1 0-6 0,-4 2-13 15,2-1-6-15,-3 4-8 0,0 0 0 0,-3 3-5 0,0-1 2 16,-3 3-2-16,-3 0 2 0,-4 2-5 0,-3 5-3 16,-1-1-4-16,-1 2-1 0,-4-3-4 15,3 1-5-15,-7 6-5 0,6-6-1 0,-1 0-5 0,-2-1-1 16,1-1-6-16,1-3-2 0,3-1-6 0,2-2 0 15,2-1-2-15,-1 2-1 0,1-3-2 16,3 0 5-16,1 1-7 0,1-7-1 0,3 11 0 16,2-7 30-16,1-1-4 0,1-1-3 0,4-1-6 15,2-1-3-15,5 0 3 0,5-2-5 0,-2 0-2 0,9-2-4 16,-10 0-13-16,9-1-26 0,-9 0-34 16,0 0-35-16,0 1-42 0,-3-1-55 0,0 1-43 15,-2 0-192-15,-7 1-453 0,1 0 202 0</inkml:trace>
  <inkml:trace contextRef="#ctx0" brushRef="#br0" timeOffset="156193.44">21076 15209 187 0,'-28'6'235'0,"9"0"-16"0,5-3-16 0,2-1-18 0,4 0-21 16,3 3-15-16,5-5-1 0,0 0-3 0,0 0-7 16,32 4-11-16,5-7-7 0,2-4-1 0,23-2-5 15,27-7-5-15,-24 4-10 0,29-8-7 0,-31 4-10 16,2 3-9-16,-3-2-2 0,-2 0-9 0,-7 3-8 16,-2-1-1-16,-14 6-6 0,-2-2-3 0,-2 2-5 15,0 1-3-15,-2 0-5 0,-4 2-1 0,-5 0-1 16,-3-1-20-16,3 2-24 0,-3 2-22 0,-3-1-24 15,-2 1-27-15,-1 0-44 0,2 1-45 0,-2 0-37 16,-1 1-34-16,-12-1-126 0,19 3-405 0,-9 0 180 16</inkml:trace>
  <inkml:trace contextRef="#ctx0" brushRef="#br0" timeOffset="156545.94">21144 15664 219 0,'0'0'206'0,"-5"-5"-22"0,5 5-16 0,0 0-14 0,15-16-20 16,-5 10-14-16,7-1-10 0,8-5-9 0,2 2-11 15,-1-4-19-15,-1 3-24 0,2 3-35 0,-6 0-32 16,-1 2-39-16,1-1-31 0,-4 4-27 0,-5-1-105 15,-2 0-240-15,-2 1 106 0</inkml:trace>
  <inkml:trace contextRef="#ctx0" brushRef="#br0" timeOffset="156875.29">21343 15558 28 0,'0'6'146'0,"0"-6"0"0,0 19 12 0,0-8-11 16,3 7 0-16,-3-1-7 0,1 1-1 0,2-1-5 15,-3 3-5-15,0-2-10 0,0-2-2 0,1 0-10 16,0 1-6-16,-2-4-7 0,0 3-5 0,1-6-9 16,0 2-7-16,0-3-6 0,-3 2-7 0,2-4-6 15,-1 0-5-15,2-7-7 0,-1 15 1 0,0-8-6 16,1-7-1-16,-5 12-3 0,3-9-3 0,2-3-2 16,-5 8-3-16,5-8-2 0,-6 8-1 0,1-7 1 15,5-1-6-15,-8 5 0 0,8-5 0 0,-6 2-7 16,6-2 1-16,0 0-2 0,-8 2-2 0,8-2-2 15,0 0-5-15,0 0 0 0,0 0-2 0,0 0 2 16,0 0 0-16,0 0 1 0,0 0 0 0,21 3 1 16,-10-6-4-16,1 3 2 0,0-2-8 0,8 0-4 15,-5-2-21-15,5 2-18 0,-1-2-23 0,1 0-25 16,0-1-28-16,0 1-21 0,0-2-17 0,0 1-11 16,-2 0-135-16,-3 0-338 0,-1 1 150 0</inkml:trace>
  <inkml:trace contextRef="#ctx0" brushRef="#br0" timeOffset="157111.67">21632 15740 87 0,'0'-9'160'0,"0"9"1"0,1-8-5 15,-1 8-17-15,0 0-9 0,0 0-20 0,0 0-6 16,0 0 2-16,0 0 11 0,0 0 10 0,0 0-3 16,7 21-4-16,-6-11-5 0,0 2-3 0,0 3 2 15,-1-2-14-15,4 4-4 0,-2-4-10 0,-1-1-8 16,0 0-3-16,0 0-9 0,2-1-5 0,0-2 1 15,-1 0-10-15,2-1-5 0,2-2-1 16,-2-1-6-16,3 0-4 0,-1-2 0 0,3-1-6 16,2 2-9-16,-2-2-24 0,4-1-31 0,-1-1-30 0,-1-3-30 15,2 2-27-15,-2-2-40 0,0 0-24 0,0-1-26 16,-1-1-130-16,-2 1-368 0,2-2 163 0</inkml:trace>
  <inkml:trace contextRef="#ctx0" brushRef="#br0" timeOffset="157592.51">21918 15859 28 0,'5'7'130'0,"-3"-2"2"0,0 0 9 16,-2-5 0-16,1 10-2 0,-1-10-7 0,2 10-7 15,0-7 2-15,-2-3-3 0,0 9 2 0,0-9-7 16,0 0 1-16,2 10 2 0,-2-10 1 0,0 0 3 16,0 0 5-16,-3 8-2 0,3-8 4 0,0 0 2 15,0 0-11-15,0 0-9 0,0 0-16 0,0 0-1 16,0 0-16-16,0 0-5 0,0 0-7 0,-10-21-8 15,8 13-6-15,2 8-6 0,2-17-3 0,0 6-5 16,1 0-10-16,5-4-1 0,-2-1 0 0,3 1-12 16,-1-2 2-16,2 3-3 0,0 6-2 15,4-2 1-15,-4 4-5 0,2 1-2 0,-2 3-1 0,0 2-3 16,3 1-2-16,-3 1-3 0,-2 3 2 0,5 1-3 16,-6 2 1-16,1 0 3 0,0 1-3 0,-2-1-3 15,1 0 0-15,-2 3 5 0,-3-3-3 0,1-1 2 16,-1 0-2-16,0 0 3 0,1-1 1 0,-3-6-1 15,2 9 2-15,-2-9 6 0,1 7-3 0,-1-7-4 16,0 0 4-16,0 0-7 0,-6 8 4 0,6-8-2 16,0 0 8-16,0 0-14 0,0 0-3 0,0 0 0 15,0-31-3-15,3 21-3 0,2 0 0 0,1-6-7 16,1 1 0-16,5-2-1 0,-3 4 4 0,1-3 2 16,1 1 2-16,2 4-6 0,-2 1 3 0,-3 4-1 15,1 0 1-15,-2 2 2 0,-1 1 0 0,6 3 3 16,-12 0-1-16,12 5-1 0,-4 0 2 0,1 1 2 15,-3 3 1-15,-2 1-1 0,0 0 2 16,0 1-17-16,-3 1-25 0,3-1-24 0,-3 2-34 16,2 0-34-16,1-3-34 0,-1 1-23 0,1 0-38 15,3-2-166-15,-3-4-434 0,7 0 192 0</inkml:trace>
  <inkml:trace contextRef="#ctx0" brushRef="#br0" timeOffset="157883.91">22491 15744 227 0,'-4'-9'226'0,"0"3"2"0,-1 0-3 16,-1 1-5-16,-1 0-5 0,1 3-15 0,6 2-19 16,-13-3-9-16,13 3-17 0,-13 5-8 0,7-1-18 15,1 1-13-15,1 1-12 0,-1 3-8 0,2-3-11 16,1-1-9-16,0 4-4 0,0-2-10 0,2-7-5 16,2 13-4-16,2-7-5 0,0-1-1 0,1 0-7 15,2-3 1-15,0 1 0 0,3-2-10 0,1-1 0 16,-2-1-3-16,1 0-5 0,-2-2 1 0,-1 1-6 15,-7 2 3-15,13-6-3 0,-5 3-6 0,-2 1 1 16,-6 2-1-16,12-4-5 0,-7 2 0 0,-5 2-1 16,0 0-4-16,14 1-1 0,-8 2 1 0,-6-3 0 15,12 7-4-15,-9-3 3 0,1 1-2 0,4 2-14 16,-2 0-23-16,1-1-39 0,-3-2-37 0,3 3-32 16,-7-7-39-16,12 8-42 0,-8-4-227 0,-4-4-490 15,12 3 217-15</inkml:trace>
  <inkml:trace contextRef="#ctx0" brushRef="#br0" timeOffset="158215.67">22725 15699 163 0,'0'0'219'0,"2"-5"-22"0,-2 5-14 16,0 0-17-16,0 0 1 0,0 0-7 0,0 0-15 15,0 0-14-15,13 11-12 0,-13-11-12 0,10 10-9 0,-6-4-10 16,1-1-7-16,-1-1-23 0,1 1-26 0,0-2-21 15,-5-3-35-15,14 7-22 0,-14-7-19 0,11 6-19 16,-11-6-17-16,11 1-1 0,-11-1 18 16,0 0-4-16,14-2 12 0,-14 2-3 0,0 0 20 15,12-6 14-15,-12 6 28 0,5-7 20 0,-5 7 16 16,0 0 9-16,0-14 15 0,0 14 4 0,0-12 13 16,0 12 19-16,-3-9 16 0,3 9 2 0,-4-8-1 15,4 8-4-15,-6-3-7 0,6 3-1 0,0 0-4 16,-14 7 1-16,5 0 1 0,-1 1-9 0,-2 4 0 15,0 0-9-15,-1 1-4 0,-1 1-4 0,0 1-9 16,1-1-6-16,0-3-12 0,1 4-28 0,1-2-41 16,1 0-48-16,2-4-49 0,2 0-44 0,-1-1-207 15,7-8-419-15,-5 5 185 0</inkml:trace>
  <inkml:trace contextRef="#ctx0" brushRef="#br0" timeOffset="158407.18">23228 15150 88 0,'14'-5'153'0,"-2"0"-9"15,2 3-21-15,2 1-37 0,4-2-55 0,-9 1-63 16,2 2-68-16,-13 0-106 0,19 2 47 0</inkml:trace>
  <inkml:trace contextRef="#ctx0" brushRef="#br0" timeOffset="158559.37">23199 15368 84 0,'0'0'247'0,"-7"4"-13"15,7-4-20-15,0 0-18 0,-1 8-18 0,1-8-14 16,0 0-20-16,14 0-11 0,0-5-19 0,7 0-34 15,7-4-46-15,0-3-58 0,8-3-77 0,-4-1-183 16,-3 0-305-16,-2 3 135 0</inkml:trace>
  <inkml:trace contextRef="#ctx0" brushRef="#br0" timeOffset="159526.29">24395 14399 177 0,'0'0'183'0,"0"0"-10"0,0 0-6 16,-1-8-17-16,1 8-7 0,0 0-10 0,0 0-14 16,0 0-7-16,0 0-11 0,0 0-8 0,0 0-9 0,0 0 4 15,1-9-31-15,-1 9-8 0,0 0-3 16,0 0 0-16,0 0 0 0,0 0 5 0,0 0 3 16,0 0 6-16,0 0 5 0,0 0 5 0,0 0 2 15,0 0-1-15,0 0 1 0,0 0-6 0,3-6-5 16,-3 6-7-16,0 0-7 0,3-7-4 0,-3 7-3 15,0 0-9-15,3-9 2 0,-3 9-3 0,1-10-2 16,-1 10-4-16,5-10-2 0,-3 4-1 0,-2 6 1 16,3-13-2-16,-3 8 2 0,0 5-5 0,3-11 2 15,-3 11 2-15,3-7 4 0,-3 7-3 0,1-8 2 16,-1 8-6-16,0 0-1 0,2-6-3 0,-2 6-8 0,0 0-2 16,0 0 1-16,0 0 0 0,0 0 11 15,7 20-4-15,-5-7 7 0,0-2 2 0,0 8 2 16,2-2-2-16,-3 3 8 0,1 5 4 0,-1-6 4 15,0 0-2-15,0 5 2 0,2 2-2 0,0-10 0 16,-2 1-5-16,0 0-2 0,2-5-5 0,-1 0 2 0,0 4-1 16,-1-3-3-16,3 2-4 0,-2-3-2 15,1-2-4-15,-2 3 4 0,0-2 2 0,0 0-3 16,2-2-4-16,-3 2-13 0,3-3-16 0,-2 0-18 0,1-1-31 16,-2-7-28-16,-1 13-28 0,2-7-42 15,-1-6-36-15,0 9-46 0,0-9-32 0,3 7-155 0,-3-7-469 16,0 0 208-16</inkml:trace>
  <inkml:trace contextRef="#ctx0" brushRef="#br0" timeOffset="159897.12">24695 14448 5 0,'0'0'216'0,"3"-8"-2"0,-3 8-8 0,0 0-6 16,-3-10-28-16,3 10-18 0,0 0-19 0,0 0-10 15,0 0-15-15,0 0-7 0,0 0-5 0,0 0-6 16,0 0-2-16,0 0-7 0,9 24 0 0,-7-15-7 16,3-1-8-16,-3 0-6 0,5-1-5 0,-5 4-1 0,3-3-5 15,-1 0-4-15,3 1 0 0,0-1-1 16,3-2-2-16,-2-1-5 0,2 1 1 0,4-3 7 16,-2 0-14-16,6 1-3 0,0-4-2 0,0 0 4 15,1-3-5-15,-1-1-6 0,1-2 5 0,-4 1-5 16,3-3 0-16,-6 4-2 0,4-5-4 0,-3 0 1 15,-2-2-2-15,1-1 1 0,-6 1 1 0,1-1-2 16,0-1-5-16,-5 2 2 0,-1-3-3 0,-2-3 2 0,-1 1-4 16,-5 0-4-16,0 3 2 0,-3 0 0 15,-4 2-1-15,1-2 0 0,-2 5-4 0,0 1 2 16,-2 3-4-16,-1 1-8 0,3 3-7 0,-2 3-18 0,-3-1-14 16,2 6-25-16,-1 1-25 0,-6 5-32 15,11-4-37-15,-1 2-35 0,5 2-192 0,-4 2-429 16,6-1 189-16</inkml:trace>
  <inkml:trace contextRef="#ctx0" brushRef="#br0" timeOffset="160254.29">24403 14826 126 0,'-14'1'231'0,"2"2"-11"0,-1-3-18 0,6 1-19 15,7-1-18-15,-7 4-14 0,7-4-10 0,0 0-9 16,0 0-8-16,33 10-10 0,-1-10-7 0,20 0-6 16,6-4-11-16,5-3-4 0,27-5-7 0,-25 4-10 0,27-7-4 15,-31 8-6-15,1-2-4 0,-5-2-4 16,-1 2-9-16,-17 3 5 0,-1 1-10 0,-3 0-6 15,1-1-3-15,-5-1 0 0,-3 3-4 0,-9 1 0 16,0 1-4-16,-1 0 1 0,-1 0-3 0,-4 2-4 16,-1-3 6-16,-5 3-6 0,-7 0-3 0,16 0 4 15,-10 0-10-15,-6 0 0 0,11 3-5 0,-7-1-13 16,-4-2-26-16,9 7-35 0,-7-4-29 0,-2-3-44 16,3 10-59-16,-3-10-190 0,0 0-428 0,-8 18 189 15</inkml:trace>
  <inkml:trace contextRef="#ctx0" brushRef="#br0" timeOffset="160953.57">24278 15215 142 0,'0'0'198'0,"0"0"-24"0,0 0-18 16,0 0-1-16,0 0-5 0,0 0-9 0,0 0-10 16,-4 32-5-16,6-14-11 0,1-3-10 0,3 3-9 15,-1-1-11-15,-1-2-1 0,4 2-11 0,2-3-4 16,-1-2-6-16,1-2-9 0,2 1-2 0,-1-3-2 16,-1-1-4-16,1-3-5 0,0 1-2 0,1-2-5 15,0-3-1-15,-1-1-2 0,-2 1-4 0,2-5-3 16,-1-1 4-16,-1 1-7 0,1-3 3 0,-2-2 1 15,2-4-2-15,-1 1 2 0,1-3 1 0,-3 0 5 16,1 1 1-16,-5-1 1 0,4-1-3 0,0 1 2 16,-3 0 7-16,1 2 8 0,-1 3 13 0,0 4 13 15,-4-1-16-15,1 3-9 0,-1 5-7 0,5-8-5 16,-5 8-5-16,0 0 1 0,0 0 12 0,0 0-7 16,11 19 0-16,-9-8 3 0,0 6 0 0,-2-1-9 15,0 2 2-15,1 2-4 0,0 0-4 0,3 2-1 16,-4-2-6-16,0-1 2 0,4 0-1 0,0 1-9 15,2 5-20-15,-4-6-37 0,0-2-34 0,0-2-41 16,1 1-26-16,-3-3-46 0,4-2-47 0,0-1-41 16,-3 2-147-16,3-4-464 0,-2 0 206 0</inkml:trace>
  <inkml:trace contextRef="#ctx0" brushRef="#br0" timeOffset="161227.41">24782 15377 7 0,'0'0'199'0,"1"-5"-16"0,-1 5-8 16,0 0-6-16,3-6-7 0,-3 6-4 0,0 0-8 16,0 0-17-16,0 0-10 0,0 0-5 0,17 14-4 15,-11-11-13-15,3 1-4 0,3 0-5 0,3-3-10 16,0-1-2-16,7-1-7 0,-5-1-8 0,0-2-6 16,1 0-4-16,0-2-1 0,-5 1 4 0,-1 0 1 15,-3-3 4-15,-1 0-2 0,-1-1 5 0,-2-1-4 16,-3 1 2-16,0 3-7 0,-4-5-2 0,-3 1-7 15,-1 0-9-15,-6-3-6 0,2 4 1 0,1 1-4 16,-3 4 1-16,-4-3-3 0,0 5-25 16,1 2-16-16,-1 2-23 0,-2 2-29 0,0 3-35 0,3 1-42 15,-1 1-42-15,5 1-41 0,-1 5-188 0,5-6-447 16,3 1 198-16</inkml:trace>
  <inkml:trace contextRef="#ctx0" brushRef="#br0" timeOffset="161686.28">25051 15440 210 0,'0'0'215'16,"7"4"0"-16,-7-4-3 0,7 1-9 0,-7-1-11 15,8 3-8-15,-8-3-17 0,0 0-9 0,8 1-8 16,-8-1-2-16,0 0 3 0,0 0-10 16,0 0 3-16,0 0-4 0,10-4-14 0,-10 4-9 0,0 0-3 15,0-11-21-15,0 11-14 0,-2-13 3 16,2 4-9-16,0-1-9 0,-2 1 2 0,2-3-12 0,2 1-10 15,-2 2-2-15,2-7-5 0,1 4 8 0,3-5-17 16,0 0-2-16,1 2-4 0,7 0-3 16,-5 0 1-16,4 5-6 0,0 0-7 0,-3 1 0 0,3 3-3 15,-4 2 1-15,2 4-1 0,-1-2-3 16,-1 4 7-16,3 0-9 0,-1 2 1 0,-1 0 7 16,-2 1-2-16,1 2-4 0,-4-1 9 0,2 1-8 0,-3-1 0 15,-4-6 1-15,7 13 0 0,-7-13 3 0,5 8-3 16,-5-8-1-16,5 8 1 0,-5-8 4 0,0 0-3 15,4 8 0-15,-4-8 5 0,0 0 2 0,0 0 0 16,0 0-2-16,0 0-4 0,0 0 3 16,0 0-3-16,0 0 3 0,0 0-11 0,0 0-2 15,7-18 3-15,-5 12-6 0,2-2 1 0,0 1-5 0,2-2 2 16,-2 4-1-16,-1-1-3 0,-3 6 5 0,10-6-5 16,-10 6 2-16,7-2-1 0,-7 2 0 15,0 0 2-15,0 0-4 0,0 0 9 0,16 11-6 16,-16-11-4-16,4 13-24 0,0-5-33 0,-3 4-40 15,-1-12-34-15,-3 21-45 0,5-10-39 0,-2-1-50 16,-4 0-167-16,3-1-486 0,1-9 215 0</inkml:trace>
  <inkml:trace contextRef="#ctx0" brushRef="#br0" timeOffset="162060">25563 15280 214 0,'6'-7'250'0,"-6"7"-16"0,0 0-23 15,2-6-19-15,-2 6-23 0,0 0-9 0,0 0-8 0,0 0-11 16,0 0-9-16,8 16-3 0,-8-16-9 16,2 11-11-16,0-7-12 0,-2-4-11 0,0 10-9 15,0-10-5-15,0 0-4 0,0 8 3 0,0-8 4 16,0 0 11-16,0 0 8 0,0 0 5 0,0 0-6 16,0 0-12-16,0 0-6 0,0 0-8 0,0 0-2 15,0 0-12-15,0 0-6 0,0 0-2 0,-2-26-2 16,2 26 2-16,2-19-14 0,0 7-2 0,3-2-1 15,1-3-5-15,1 2-5 0,3-1-5 0,1-8 3 16,-1 9-2-16,2-2 3 0,-3 5-4 0,-1 1-1 16,4 0-2-16,-3 3 2 0,-5 3-11 0,3-1-2 15,0 4-2-15,-7 2-1 0,9-1 5 0,-9 1 2 16,13 6 1-16,-8 2-1 0,2 1 2 0,-2-1 8 16,1 4-1-16,-2-2 3 0,1 2-2 0,-1 4-6 15,1 0 1-15,-2-4-1 0,-1 1 6 0,4 2-4 16,-4-4-8-16,0-1-34 0,3 1-37 0,-3 1-47 15,0-2-60-15,0 0-51 0,3-6-65 0,-5-4-221 16,1 12-555-16,-1-12 246 0</inkml:trace>
  <inkml:trace contextRef="#ctx0" brushRef="#br0" timeOffset="162224.01">25684 15225 219 0,'0'0'223'0,"6"-8"-4"0,-1 3-22 16,2 0-18-16,4 0-15 0,0-2-19 0,7-3-14 16,7 0-20-16,-1-2-40 0,4 2-58 0,1-3-71 15,2-2-67-15,-6-1-124 0,4 1-268 0,0-2 118 16</inkml:trace>
  <inkml:trace contextRef="#ctx0" brushRef="#br0" timeOffset="162400.44">26133 14755 170 0,'0'0'243'0,"0"0"-17"0,1-6-25 0,-1 6-20 16,8-5-17-16,-8 5-15 0,13-4-16 0,-13 4-29 16,14-3-39-16,-14 3-38 0,18 0-39 0,-18 0-46 15,22 0-40-15,-15 2-29 0,-7-2-101 16,10 6-247-16,-10-6 109 0</inkml:trace>
  <inkml:trace contextRef="#ctx0" brushRef="#br0" timeOffset="162533.03">26199 14835 102 0,'0'0'129'0,"-10"14"16"16,4-9 0-16,3 3 1 0,-1-4 1 0,2 2 7 15,-3-1-9-15,5-5-2 0,-4 8-9 16,4-8-1-16,-2 5-2 0,2-5-6 0,0 0-10 16,0 0-12-16,15 3-7 0,-4-6-10 0,3-1-10 15,3 0-25-15,10-6-39 0,-2 0-52 0,5-2-58 0,-1-1-64 16,-2 2-175-16,-4-1-364 0,1-3 162 15</inkml:trace>
  <inkml:trace contextRef="#ctx0" brushRef="#br0" timeOffset="163753.81">26749 14353 37 0,'-8'-3'111'0,"8"3"-3"0,0 0-6 16,0 0-4-16,-6-3-8 0,6 3-6 0,0 0 4 15,0 0-7-15,0 0 4 0,-11-2-10 0,11 2 9 16,0 0-1-16,0 0 4 0,-12-1 0 0,12 1-5 16,0 0 0-16,-6-3-12 0,6 3 0 0,0 0 4 15,-7-4-3-15,7 4 1 0,0 0-4 0,-6-6-6 16,6 6-4-16,-2-6-4 0,2 6-6 0,0 0 2 16,0 0-5-16,4-14-2 0,2 8-4 0,-3 3-7 15,5-1-2-15,0-2-4 0,1 2-1 0,1 0 2 16,4 0-6-16,-3 3 0 0,2-2-7 0,1 3 6 15,-1 1-4-15,1 1-2 0,-3 3 0 0,-2 1 3 16,3 2-3-16,-6 2 6 0,1 0-6 0,-3 2-3 16,-2-1 2-16,2 5-2 0,-4-3 0 0,-4 2-2 15,0-2 1-15,-5 2 1 0,3-1-3 0,-1 0 0 16,-2-1 0-16,0-4 1 0,0-1-3 0,-3 6 2 16,4-8 1-16,-1 1-4 0,-1 0 1 0,4-1 0 15,-1 1-1-15,5-3-2 0,2-4 0 0,-9 6 1 16,9-6-1-16,-4 4 3 0,4-4-3 0,0 0-1 15,-3 5 2-15,3-5 4 0,0 0 2 0,0 0 3 16,18 3-1-16,-9-3 1 0,3 1-2 0,-1-1-1 16,3 0-4-16,-1 0 5 0,5 0-1 0,-5 0-4 15,2 0 2-15,4 0-17 0,-1 2-26 0,-5-2-29 16,1 0-33-16,-1-2-35 0,2 2-36 0,0-1-26 16,-3 0-18-16,2 1-122 0,-14 0-361 0,14-5 159 15</inkml:trace>
  <inkml:trace contextRef="#ctx0" brushRef="#br0" timeOffset="164061.81">27067 14301 115 0,'-4'-9'228'0,"4"9"-20"0,-2-6-16 16,2 6-19-16,0 0-13 0,0 0-5 0,0 0-12 15,0 0-4-15,-18 10-12 0,16-4-15 0,-1 3-6 16,-1 0-10-16,4 1-9 0,0 0-11 0,2-1 0 15,0 2-11-15,3-2-3 0,1 1-8 0,2 0-1 16,1-1-5-16,4 2-8 0,1-2 0 0,1 3-5 16,-1-3-7-16,3-1 1 0,-3 2-4 0,-5-2 0 15,2-1-2-15,-1 3-1 0,-2-3-1 0,1 2 0 16,-3 1-4-16,0-1 0 0,-4 1 3 0,-2-1 2 16,2 2-3-16,-4-1-3 0,-4 0 1 0,0-1 1 15,-1 1-1-15,-1 0-6 0,-4-2 1 0,1 0 2 16,-2 3-11-16,-5-3-12 0,4-2-23 0,0-2-24 15,-1-1-33-15,1 0-38 0,1-3-41 0,1 0-35 0,-1-2-182 16,-5-3-415-16,9 2 184 0</inkml:trace>
  <inkml:trace contextRef="#ctx0" brushRef="#br0" timeOffset="164392.75">27139 14349 19 0,'19'-9'166'15,"-2"5"-2"-15,-5-1-10 0,1 2-3 0,1 2-12 16,-5-1-12-16,4 2-3 0,-4 1-8 0,0 3-7 16,-3 0-2-16,-1 1-8 0,-1 0 0 0,2 0-3 15,-2 0-7-15,0 4 1 0,-1-2 1 0,-2 0-11 16,2 0-5-16,1 1-8 0,0-1-4 0,2-2-4 16,0 3 0-16,-1-4-3 0,1 1-9 0,1-1-4 15,-3-1-4-15,4-1-1 0,-8-2-4 0,17 4-1 16,-9-3-6-16,2-2 0 0,-1-3-3 0,0 1-1 15,2-1-1-15,-4-1-2 0,-1-1-1 0,-1-1 3 16,2 0-6-16,-2-2 0 0,-1-1-7 0,-4 0 5 16,-2-2-5-16,0-1-2 0,-1 3-1 0,-4-6 0 15,0 5-2-15,-1-2 4 0,-1 3-1 0,-1 2-4 16,2-1-3-16,-1 1-4 0,1 2-23 0,-4 1-16 16,1 2-25-16,1 3-35 0,1 0-32 0,9 0-34 15,-15 5-28-15,8 3-166 0,0 0-393 0,1-1 174 16</inkml:trace>
  <inkml:trace contextRef="#ctx0" brushRef="#br0" timeOffset="164753.81">27472 14452 212 0,'4'-2'224'0,"5"-3"-12"0,1 0-7 15,-2-1-19-15,-1 2-15 0,4-3-13 0,-4 1-9 16,0-2-11-16,3-1-13 0,0 0-14 0,-1 0-8 15,-1-3-7-15,-3 2 2 0,3 0-6 0,-4-1-12 16,0-6-7-16,0 2-5 0,-4-1-9 16,2 4 0-16,-4-5-8 0,1 2-4 0,1-1-5 0,0 0-3 15,0-1-5-15,1 1-3 0,1 0-2 0,1 0-3 16,1 5-3-16,6-3-5 0,-3 4-1 0,1 2-2 16,1 0-4-16,3 3 0 0,-3 2-1 0,5 2 1 15,-2 3-1-15,-1 1 2 0,1 3 1 0,1 5 4 16,-1 0 2-16,-3 1 1 0,-1 3 5 0,-1 1-1 15,-1-3 0-15,-2 2 2 0,0-4-4 0,2 1-2 16,-3-4 8-16,-1 2-2 0,2 0-6 0,2-2 1 16,-2 1-4-16,2-1 3 0,1 1 0 0,1-4-3 15,2 0 0-15,-1-3 0 0,2 2-26 0,3-4-33 16,-1 0-45-16,9 0-41 0,-1-3-42 0,-1-1-57 16,1-2-32-16,-1 3-166 0,-1-1-460 0,-2-3 204 15</inkml:trace>
  <inkml:trace contextRef="#ctx0" brushRef="#br0" timeOffset="164876.97">28118 14201 121 0,'0'0'213'0,"0"0"2"0,1-8 1 16,-1 8-4-16,0 0-7 0,0 0-13 15,0-11-18-15,0 11-12 0,0 0-17 0,0 0-22 16,-1-10-33-16,1 10-53 0,0 0-73 0,5-9-95 16,-5 9-192-16,7-9-351 0,-7 9 156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1-26T10:54:32.1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18828 10788 16 0,'-11'-1'23'0,"11"1"0"0,-12-1-6 15,4 0-1-15,8 1-2 0,-16-2 0 0,7 4-1 16,0-4 2-16,9 2-5 0,-13-1 3 0,2 1-4 15,11 0 2-15,-14-1-1 0,3 1-5 0,1-3 2 16,2 3-2-16,-2-1 13 0,-1-1 2 0,-1 2 4 16,-1-3-8-16,-1 2 0 0,3-1-2 0,-1 1-3 15,1-2 1-15,-1 2 4 0,3 0 1 0,9 1 8 16,-14-1-4-16,8 0 1 0,-2-2-5 0,8 3 0 0,-13 0-6 16,13 0 6-16,-9-3-7 0,9 3 11 15,-8-2-2-15,8 2-2 0,0 0-2 0,0 0-4 16,-9-2 6-16,9 2 0 0,0 0-4 0,0 0 2 15,0 0-5-15,0 0 2 0,0 0 1 0,38-4-1 0,-16 3-3 16,10-3 1-16,0 1 5 0,7 1-1 16,15-6 6-16,3 5-1 0,5-3-2 0,4 1-3 0,28-3 8 15,-5 0-4-15,-24 1-4 0,27-1 11 0,-1 5-2 16,-26-3-3-16,30 2-3 0,-2-3 1 0,-25 3-13 16,27-1 19-16,-5 3-11 0,-26-1-5 0,25-4 5 15,-30 3-3-15,-3 1 2 0,2-2 6 0,-1 3-6 16,-3-1-2-16,-14 0 5 0,11 0-4 0,-13 2-4 15,-1-1 2-15,-3-1-2 0,1 1 12 0,-2 0 2 16,-1 2 3-16,-2-3-1 0,-3 0 1 0,-4-1 12 16,-4 3 6-16,-2-2-4 0,0 0-4 0,-4 0-4 15,0 1 2-15,-4 0-2 0,-3 1 13 0,-6 1-4 16,12-3 2-16,-12 3-3 0,9-3-2 0,-9 3-4 16,6-1-7-16,-6 1-3 0,0 0 1 0,5-3-1 0,-5 3-4 15,0 0-4-15,0 0-15 0,0 0-38 16,0 0-26-16,0 0-34 0,-34 13-44 0,2-4-112 15,-5 1-275-15,-14 2 123 0</inkml:trace>
  <inkml:trace contextRef="#ctx0" brushRef="#br0" timeOffset="19586.12">6426 13663 15 0,'0'0'40'0,"0"0"-6"0,0 0-4 16,0 0 11-16,0 0-14 0,0 0-1 0,0 0 1 16,0 0-3-16,0 0-3 0,0 0-2 0,0 0-2 15,0 0-5-15,0 0 4 0,0 0-2 0,0 0-1 16,0 0-2-16,0 0 1 0,0 0-3 0,0 0-1 16,0 0 1-16,0 0-2 0,0 0 0 15,0 0-1-15,0 0-1 0,0 0-1 0,0 0-3 0,0 0 0 16,0 0 1-16,0 0 0 0,0 0 2 0,0 0 2 15,0 0-3-15,0 0-1 0,-19-10-2 0,19 10 4 16,0 0 1-16,0 0-7 0,0 0 2 0,0 0 5 16,0 0-5-16,0 0 3 0,0 0-4 0,0 0 1 15,0 0 1-15,0 0 4 0,0 0 1 0,0 0-7 16,0 0-2-16,0 0 1 0,0 0-4 0,0 0-5 16,0 0-2-16,0 0 1 0,0 0-14 0,0 0-4 15,0 0-37-15,0 0-71 0,0 0 32 0</inkml:trace>
  <inkml:trace contextRef="#ctx0" brushRef="#br0" timeOffset="29968.9">20965 6722 3 0,'0'0'63'0,"-12"0"2"15,12 0-6-15,0 0-1 0,0 0-5 0,0 0-6 16,0 0-8-16,0 0 0 0,0 0 1 0,0 0-13 16,0 0-3-16,0 0 2 0,39-1-2 0,-23 2 0 15,14-1 12-15,2 0-3 0,7 0-1 0,18-1 4 16,4 0-9-16,3-1 3 0,28-1 9 15,1-1-12-15,-2 2-6 0,-2-1 3 0,-23 3 0 0,33-4-11 16,-6 1 3-16,-1 1 0 0,0 2-2 0,-26 0 0 16,27-2-1-16,-28 0 0 0,27 2-4 0,-32 0 7 15,-2-1-9-15,-3-2 9 0,4 3-16 16,-24 0 8-16,6-2-8 0,-3 1-1 0,-3 2 5 0,-2-1 3 16,-3 0 0-16,-2 0-1 0,-8 2-6 0,-3-2 14 15,-5 0-10-15,0 0-1 0,-2 0-1 0,2 0 5 16,-7 2-9-16,-5-2 18 0,11 0 1 0,-11 0 3 15,0 0 6-15,12-2 5 0,-12 2 0 0,0 0-6 16,0 0 5-16,0 0-4 0,8-2-5 0,-8 2-2 16,0 0-4-16,0 0 1 0,0 0 3 0,0 0 7 15,0 0-4-15,0 0-3 0,0 0-1 0,0 0 2 16,0 0-4-16,0 0 0 0,0 0-5 0,0 0 1 16,0 0-4-16,0 0 2 0,0 0-1 0,0 0 0 15,0 0 7-15,0 0-8 0,0 0 3 0,0 0-8 16,0 0 2-16,0 0 1 0,0 0-3 0,-4-11 3 15,4 11-1-15,0 0 2 0,0 0-6 0,0 0 3 16,0 0-1-16,0 0-1 0,0 0 3 0,0 0-3 16,0 0 3-16,0 0 0 0,0 0-4 0,0 0 0 15,0 0-2-15,0 0 1 0,0 0 1 0,0 0-3 16,0-11 4-16,0 11 9 0,0 0-15 0,0 0 8 16,0 0 5-16,0 0-6 0,0 0-2 0,0 0-1 15,0 0 2-15,0 0-1 0,0 0 3 0,0 0-6 16,0 0 2-16,0 0-1 0,0 0 0 0,0 0 1 15,0 0 5-15,0 0-2 0,0 0-3 0,0 0-1 16,0 0-1-16,0 0 5 0,0 0-7 0,0 0 6 0,0 0-3 16,0 0 4-16,0 0-3 0,0 0 1 0,0 0-4 15,0 0-1-15,0 0 4 0,-4-8 3 16,4 8-6-16,0 0 1 0,0 0 1 0,0 0-1 16,0 0-3-16,0 0 6 0,0 0 0 0,0-10 3 15,0 10-6-15,0 0 2 0,0 0 0 0,0 0 3 0,0 0 0 16,0 0-1-16,0 0-2 0,0 0 1 0,0 0 6 15,0 0-6-15,0 0 1 0,-3-8-1 16,3 8-3-16,0 0-1 0,0 0 1 0,0 0 9 16,0 0-12-16,0 0 3 0,0 0 3 0,0 0-3 15,0 0 5-15,0 0-2 0,0 0-1 0,0 0-1 16,0 0-4-16,0 0-2 0,0 0-6 0,0 0-15 16,0 0-12-16,0 0-15 0,0 0-30 0,0 0-24 15,0 0-25-15,0 0-83 0,0-7-233 0,0 7 104 16</inkml:trace>
  <inkml:trace contextRef="#ctx0" brushRef="#br0" timeOffset="30908.67">22437 6354 37 0,'0'0'60'0,"0"0"-7"0,0 0-2 0,0 0-8 0,0 0-3 15,0 0-4-15,0 0-6 0,0 0 0 0,0 0-5 16,0 0-5-16,0 0-9 0,0 0-8 0,0 0-5 16,0 0-8-16,0 0-5 0,0 0-12 0,0 0-38 15,0 0-69-15,0 0 31 0</inkml:trace>
  <inkml:trace contextRef="#ctx0" brushRef="#br0" timeOffset="32313.62">11947 12960 3 0,'0'0'58'0,"0"0"-6"16,0 0-5-16,0 0-3 0,0 0-4 0,0 0-9 16,0 0-5-16,0 0-4 0,0 0-1 0,0 0 3 15,0 0-2-15,0 0-10 0,0 0 7 0,0 0-8 16,0 0 5-16,0 0-5 0,0 0-1 0,0 0-1 15,0 0 0-15,0 0-7 0,0 0-2 0,0 0-2 16,0 0-2-16,0 0-4 0,0 0 3 16,0 0-8-16,0 0 3 0,0 0-7 0,0 0 3 0,0 0 3 15,0 0-4-15,0 0 3 0,0 0-1 0,0 0-3 16,0 0-4-16,0 0-8 0,0 0-23 0,0 0-54 16,0 0 25-16</inkml:trace>
  <inkml:trace contextRef="#ctx0" brushRef="#br0" timeOffset="33485.89">11899 13156 11 0,'0'0'78'0,"0"0"-4"0,0 0-9 16,0 0-8-16,0 0-7 0,0 0-12 0,0 0 3 15,0 0-9-15,0 0-6 0,0 0-14 0,0 0-5 16,0 0-13-16,0 0-12 0,0 0-12 0,0 0-44 15,0 0-78-15,0 0 35 0</inkml:trace>
  <inkml:trace contextRef="#ctx0" brushRef="#br0" timeOffset="34563.01">13595 13011 2 0,'0'0'74'0,"0"0"-15"0,0 0-8 0,0 0-12 16,0 0-8-16,0 0-14 0,0 0-23 0,0 0-39 16,0 0-48-16,0 0 21 0</inkml:trace>
  <inkml:trace contextRef="#ctx0" brushRef="#br0" timeOffset="35642.11">15053 12940 52 0,'0'0'52'0,"0"0"-2"15,0 0 1-15,0 0-12 0,0 0-5 0,0 0 1 16,0 0 0-16,0 0-6 0,0 0-12 0,0 0 1 16,0 0 2-16,0 0-6 0,0 0-2 0,0 0 9 15,0 0-10-15,0 0 3 0,0 0-8 0,0 0 9 16,0 0-7-16,0 0 3 0,0 0-4 0,0 0 1 15,0 0-7-15,0 0 10 0,0 0-8 0,0 0 2 16,0 0-3-16,0 0 3 0,0 0-2 0,0 0-2 16,0 0-6-16,0 0 8 0,0 0 0 0,0 0-3 15,0 0 2-15,0 0 0 0,0 0-7 0,0 0 6 16,0 0 2-16,0 0-3 0,0 0 4 0,0 0-5 16,0 0-6-16,0 0 5 0,0 0 2 0,0 0-3 15,0 0 1-15,0 0 2 0,0 0-1 0,0 0-1 16,0 0-4-16,0 0-2 0,0 0-3 0,0 0 0 15,0 0 2-15,0 0-5 0,0 0-2 0,0 0-11 16,0 0-1-16,0 0-4 0,0 0-9 0,0 0-23 16,0 0-67-16,0 0 30 0</inkml:trace>
  <inkml:trace contextRef="#ctx0" brushRef="#br0" timeOffset="57205.09">20442 12647 25 0,'0'0'27'16,"0"0"0"-16,0 0 0 0,0 0-4 0,0 0 0 15,0 0-2-15,0 0-6 0,0 0-1 0,0 0 1 16,0 0-4-16,0 0 5 0,0 0-1 0,0 0 3 16,0 0-4-16,0 0-3 0,0 0 0 0,0 0-2 15,0 0 4-15,0 0-8 0,0 0 4 0,0 0-1 16,0 0-11-16,0 0 15 0,0 0-10 0,0 0 2 16,0 0-6-16,0 0-8 0,0 0-17 0,0 0-29 15,0 0-60-15,0 0 27 0</inkml:trace>
  <inkml:trace contextRef="#ctx0" brushRef="#br0" timeOffset="65418.62">18721 12685 53 0,'0'0'121'0,"0"0"-7"15,-6-12-3-15,6 12-8 0,0 0-21 0,0 0-2 16,-3-4-7-16,3 4 1 0,0 0-7 0,0 0-15 15,0 0 7-15,-8-7-7 0,8 7 2 0,0 0-9 16,-6-4-5-16,6 4-7 0,-7-3 9 0,7 3-5 16,0 0-3-16,-9-2 0 0,9 2-1 0,0 0-1 15,0 0 1-15,-10-3-1 0,10 3 5 0,0 0-2 16,0 0 5-16,0 0-7 0,-9 0 6 0,9 0-2 16,0 0-3-16,0 0-6 0,-11-1 5 0,11 1-1 15,-9-2-2-15,9 2-5 0,-10-1 10 16,10 1-1-16,-10-1 3 0,10 1-2 0,0 0 0 0,-11 0 0 15,11 0 2-15,0 0-4 0,-9 1-4 0,9-1 1 16,0 0-5-16,0 0-5 0,0 0 7 0,0 0-7 16,0 0 3-16,0 0-1 0,0 0-8 0,0 0 3 15,0 0 1-15,0 0-1 0,36-3-3 0,-22 3 0 0,5 0 0 16,4 0-3-16,8-2 0 0,2 1 6 16,3 0 0-16,1-2-5 0,0 0 1 0,3 0-2 15,11-3 3-15,-19 3-2 0,1-4-4 0,-3 4 0 16,-1-1 3-16,-1 0-6 0,-3 0 2 0,-7 0-1 0,0 1-1 15,-1 0-1-15,-6 0 4 0,1 0-4 16,-2 1 8-16,-5 0-2 0,3-1 4 0,-8 3 2 16,10-1 1-16,-10 1-1 0,5-3-2 0,-5 3 0 0,0 0-7 15,0 0 4-15,0 0-2 0,0 0-5 16,-24-9 5-16,12 8-3 0,-2 0-2 0,-4 2-2 16,-2-1 1-16,-7-1 0 0,-1 1 2 0,-4 2-4 15,1 0 2-15,1 2-4 0,-2-1 2 0,6 0-1 0,-2-3 1 16,0 4-1-16,6-3 0 0,2 1 0 0,2 1 0 15,0-5 0-15,1 5-1 0,-1 0 5 0,7-3-4 16,0 2-2-16,1-1 4 0,3 1-2 0,7-2 2 16,-13 0 2-16,13 0-6 0,-6 1 3 0,6-1 1 15,0 0 0-15,0 0 2 0,-9 3-5 0,9-3 4 16,0 0-1-16,0 0-4 0,0 0 4 0,23 2 1 16,-12-3-3-16,7 1-1 0,1-1 3 0,2-2-3 15,0 2 2-15,5 1 1 0,-3-2-3 0,4 0 2 16,1-2-4-16,-9 3 2 0,-1-1-1 0,2 1 5 15,-2 0-4-15,0-1-2 0,-5-1 4 0,0 3 0 16,-4-1-3-16,0 1-10 0,0-2-7 0,-9 2-11 16,11 0-20-16,-11 0-22 0,0 0-21 0,0 0-29 15,8-1-23-15,-8 1-35 0,0 0-177 0,0 0-386 16,0 0 170-16</inkml:trace>
  <inkml:trace contextRef="#ctx0" brushRef="#br0" timeOffset="69498.7">18544 12565 73 0,'7'-6'92'0,"-2"4"-3"0,-5 2-1 15,10-4-8-15,-5 1-4 0,-5 3-4 0,3-6-6 16,-3 6-6-16,0 0 1 0,5-5-8 0,-5 5-12 0,0 0-3 15,0 0-1-15,0 0-11 0,0 0-2 16,0 0-6-16,0 0 2 0,0 0-4 0,0 0-10 16,0 0 0-16,0 0-1 0,0 0-8 0,0 0 3 15,-21 7-3-15,21-7 0 0,-6 4 3 0,6-4-4 0,-6 3-2 16,6-3 2-16,-7 2 4 0,7-2-2 16,-8 3-1-16,8-3 6 0,-8 3 1 0,8-3-7 0,-7 2 1 15,7-2 2-15,-5 3-2 0,5-3 1 0,-8 5 2 16,8-5 1-16,-10 2-1 0,5 0 1 0,5-2 4 15,-9 5-11-15,5-3 3 0,4-2-2 16,-10 4 5-16,10-4-2 0,-10 4-6 0,10-4 5 16,-8 2 10-16,8-2 1 0,-6 2-4 0,6-2-1 0,0 0 1 15,0 0 4-15,-10 1 2 0,10-1 3 0,0 0-14 16,0 0 7-16,0 0-1 0,0 0 4 0,-8 2 1 16,8-2 1-16,0 0-7 0,0 0 5 0,0 0-6 15,0 0 9-15,0 0-6 0,0 0-1 0,0 0 10 16,0 0-6-16,0 0 1 0,0 0 4 0,0 0 2 15,0 0 12-15,0 0 0 0,0 0 1 0,0 0-11 16,33 1 9-16,-20-2 1 0,4 1-2 0,0-2-3 16,3 1 12-16,0 1-4 0,2 0 8 0,-3-3-7 15,3 3 0-15,6-2 2 0,-5 2-2 0,-3-3-3 16,2 2-3-16,-2-1-6 0,0 2 2 0,-1 0-3 0,-1 2 2 16,-6-2-3-16,1 0-4 0,-1 0 2 15,-1-2-1-15,2 4-5 0,-2-4 3 0,-3 2-7 16,-8 0 6-16,14 0-6 0,-14 0 1 0,12 0-2 15,-12 0 2-15,7 2-2 0,-7-2 1 0,0 0 0 0,9 0 1 16,-9 0 0-16,0 0-3 0,0 0-1 0,0 0 0 16,0 0 1-16,0 0 0 0,0 0-5 15,0 0 1-15,0 0-1 0,-34 0-1 0,22 0 1 16,5 1 0-16,-6 0-1 0,1 1 5 0,1 0-7 0,-2-1 3 16,0 1-3-16,-1-1 0 0,1 1 4 0,1-1-4 15,-2-1-2-15,-1 0 5 0,2 1-2 0,0 1-2 16,-1 0 1-16,1-4 2 0,0 4 1 0,0-2-6 15,2 1 7-15,1 0 2 0,2-1-2 0,8 0-5 16,-13 2 4-16,13-2 0 0,-10 1-4 0,10-1 2 16,0 0-3-16,-6 3 2 0,6-3 1 0,0 0 4 15,0 0 9-15,0 0 1 0,28 2 2 0,-14-1-6 16,4-2 12-16,3 1-7 0,0 0-6 0,-2-2 1 16,3 2 0-16,-1-2-1 0,0 2-4 0,1-1 0 15,-1-2-6-15,-1 3-7 0,-1-1-14 0,-5 0-24 16,0-1-36-16,-1 1-24 0,1 1-25 0,-4 0-32 15,-4 0-91-15,-6 0-276 0,12-2 122 0</inkml:trace>
  <inkml:trace contextRef="#ctx0" brushRef="#br0" timeOffset="71024.87">20881 12517 109 0,'0'0'136'15,"0"0"-10"-15,0 0-6 0,0 0-8 0,0 0-3 16,-6-16-10-16,6 16-7 0,0 0-1 0,0 0-16 15,0 0-5-15,0 0-2 0,0 0-6 16,-4-5 5-16,4 5 2 0,0 0-5 0,0 0-1 0,0 0-8 16,0 0-1-16,-7-4-2 0,7 4-1 0,0 0-3 15,0 0-1-15,0 0-2 0,0 0-6 16,-6-5-1-16,6 5-3 0,0 0-4 0,0 0 0 0,-8-2-5 16,8 2-3-16,0 0-4 0,0 0 6 0,-8-3-4 15,8 3 3-15,0 0-6 0,0 0 0 0,0 0-4 16,0 0 3-16,0 0 0 0,0 0-3 0,0 0 3 15,0 0 9-15,0 0-4 0,32 2-1 0,-14-2-4 16,9 1 3-16,6 1 2 0,4 0-3 0,16-2-2 16,3-3 1-16,-1 3 3 0,5-1-3 0,-3 0 0 15,3 1-1-15,0-2-1 0,-2 2-3 0,-2-3 1 16,-1 1-6-16,-4-2 1 0,-14 3 2 0,0-2-2 16,-1-1-1-16,-1 4-3 0,2-3 1 0,-7 0 1 15,1 0-2-15,-2-3 2 0,0 5-1 0,-9 0 0 16,2-1 8-16,-6-1 9 0,2 0 2 0,-5 2-1 15,0-2 6-15,-4 2 17 0,-1-1 7 0,-8 2 2 16,12-2 2-16,-5 2-3 0,-7 0 0 0,9-1-2 16,-9 1-7-16,7-4 0 0,-7 4-6 0,7-3-4 15,-7 3-11-15,0 0 6 0,3-9 7 0,-3 9-14 16,4-7-6-16,-4 7 1 0,3-4-5 0,-3 4-4 16,0 0 2-16,4-8-3 0,-4 8-1 0,0 0-3 15,0 0 2-15,0 0-2 0,5-6 1 0,-5 6-4 16,0 0-2-16,4-3 3 0,-4 3-4 0,0 0-6 0,0 0-8 15,0 0-8-15,0 0-15 0,0 0-14 0,0 0-28 16,0 0-28-16,0 0-29 0,0 0-27 0,0 0-37 16,0 0-25-16,0 0-199 0,0 0-458 15,0 0 203-15</inkml:trace>
  <inkml:trace contextRef="#ctx0" brushRef="#br0" timeOffset="71730.89">9513 12964 27 0,'0'0'60'0,"0"0"-9"0,0 0-4 15,0 0-5-15,0 0-11 0,5 5-5 0,-5-5-13 16,0 0-6-16,0 8-24 0,0-8-32 0,0 0-51 15,-6 13 23-15</inkml:trace>
  <inkml:trace contextRef="#ctx0" brushRef="#br0" timeOffset="72188.64">9542 13640 88 0,'0'0'107'0,"0"0"-3"0,7-4-10 15,-7 4 2-15,0 0-11 0,0 0-8 16,5-6-9-16,-5 6-1 0,0 0-6 0,4-5-10 0,-4 5-6 15,0 0-3-15,0 0-5 0,0 0-4 0,0 0-2 16,0 0 5-16,0 0-12 0,0 0-2 0,7-3-5 16,-7 3 2-16,0 0-1 0,0 0 2 15,0 0-6-15,0 0 5 0,0 0-5 0,0 0-5 0,0 0-1 16,0 0 1-16,0 0 5 0,0 0-8 0,0 0 7 16,0 0 2-16,0 0-11 0,0 0-1 0,0 0 3 15,0 0-7-15,0 0 5 0,0 0-4 0,0 0 2 16,0 0-4-16,0 0 2 0,0 0 4 0,0 0 2 15,0 0-3-15,0 0 0 0,0 0-2 0,0 0-2 16,0 0-1-16,0 0-11 0,0 0 7 0,0 0-10 16,0 0-5-16,0 0 3 0,0 0-12 0,0 0-9 15,0 0 7-15,0 0-9 0,0 0-4 0,0 0-3 16,0 0-10-16,0 0-4 0,0 0-21 0,0 0-65 16,0 0-158-16,0 0 70 0</inkml:trace>
  <inkml:trace contextRef="#ctx0" brushRef="#br0" timeOffset="75790.64">12787 16038 22 0,'0'0'100'15,"0"0"-11"-15,0 0-7 0,0 0-11 0,0 0 1 16,0 0-9-16,2-10-25 0,-2 10-19 0,0 0-8 16,0 0-10-16,0 0-1 0,0 0-17 0,0 0-19 0,0 0-51 15,0 0-92-15,0 0 41 0</inkml:trace>
  <inkml:trace contextRef="#ctx0" brushRef="#br0" timeOffset="76226.95">13688 16216 46 0,'0'0'58'0,"0"0"-5"0,0 0-10 16,0 0-1-16,0 0 1 0,0 0-13 0,0 0 9 15,0 0-13-15,0 0 0 0,9-1-6 0,-9 1-4 16,0 0-3-16,0 0-4 0,0 0-5 0,0 0-3 16,0 0 0-16,0 0-6 0,0 0 5 0,0 0-10 15,0 0 2-15,0 0-9 0,0 0-8 0,0 0-10 16,0 0-27-16,0 0-67 0,0 0 29 0</inkml:trace>
  <inkml:trace contextRef="#ctx0" brushRef="#br0" timeOffset="77595.73">17114 15361 7 0,'0'0'83'0,"0"0"-3"0,0 0-19 16,0 0 5-16,0 0-9 0,0 0-12 0,0 0-1 15,0 0-31-15,0 0-11 0,0 0-30 0,0 0-44 16,9 15-78-16,-9-15 35 0</inkml:trace>
  <inkml:trace contextRef="#ctx0" brushRef="#br0" timeOffset="78433.73">17568 16879 50 0,'0'0'51'0,"0"0"-15"0,0 0 7 0,0 0-10 16,0 0 7-16,0 0-15 0,0 0 3 0,0 0-5 15,0 0-3-15,0 0 1 0,0 0-9 0,0 0 5 16,0 0-3-16,0 0 2 0,0 0-11 0,0 0 3 15,0 0-3-15,0 0 1 0,4 8 8 0,-4-8-14 16,0 0 6-16,0 0-1 0,0 0 0 0,0 0 1 16,0 0-8-16,0 0-11 0,0 0 1 0,2 6-9 15,-2-6-6-15,0 0-5 0,0 0 1 0,0 0-28 16,0 0-63-16,0 0 28 0</inkml:trace>
  <inkml:trace contextRef="#ctx0" brushRef="#br0" timeOffset="80366.17">21513 14898 42 0,'0'0'86'0,"0"0"-10"15,0 0-8-15,0 0-11 0,0-7-13 0,0 7-18 16,0 0-8-16,0 0-15 0,0 0-21 15,0 0-49-15,0 0-74 0,0 0 33 0</inkml:trace>
  <inkml:trace contextRef="#ctx0" brushRef="#br0" timeOffset="81420.69">21852 16273 8 0,'0'0'49'0,"0"0"-8"16,0 0 5-16,0 0-13 0,0 0 2 0,0 0-5 15,0 0 3-15,0 0-2 0,0 0-5 0,0 0 2 16,0 0-11-16,0 0 0 0,0 0-3 0,0 0 9 16,0 0-5-16,0 0-3 0,0 0-2 0,0 0-2 15,0 0-4-15,0 0 2 0,0 0 2 0,0 0 2 16,0 0-7-16,0 0-4 0,0 0 9 0,0 0 1 16,0 0-8-16,0 0 10 0,4 6-12 0,-4-6 2 15,0 0-4-15,0 0 0 0,0 0 5 0,0 0-8 16,0 0 0-16,0 0 0 0,0 0 3 15,0 0 3-15,0 0-3 0,0 0 3 0,0 0 1 16,0 0-6-16,0 0 7 0,0 0 2 0,0 0-5 0,0 0-7 16,0 0 8-16,0 0-7 0,0 0 5 15,0 0 3-15,0 0-2 0,0 0-5 0,0 0 1 0,0 0 7 16,0 0-8-16,0 0 0 0,0 0 2 0,0 0-3 16,0 0 7-16,0 0-6 0,0 0 5 0,0 0 1 15,0 0-10-15,0 0 6 0,0 0-1 16,0 0 0-16,0 0-2 0,0 0-8 0,0 0-3 15,0 0 5-15,0 0-4 0,0 0 0 0,0 0-1 0,0 0-1 16,0 0 1-16,0 0 2 0,7 1-1 0,-7-1-5 16,0 0-2-16,0 0 13 0,0 0-12 0,0 0-1 15,0 0-6-15,0 0-1 0,0 0-22 0,0 0-54 16,0 0 24-16</inkml:trace>
  <inkml:trace contextRef="#ctx0" brushRef="#br0" timeOffset="82666.28">25106 14594 32 0,'0'0'103'0,"0"0"-11"0,0 0-5 0,0 0-3 0,0 0-9 15,0 0-18-15,0 0 1 0,0 0-10 16,0 0-7-16,0 0-9 0,0 0-9 0,0 0-15 16,0 0-11-16,0 0-16 0,0 0-15 0,0 0-18 15,0 0-54-15,0 0-114 0,0 0 51 0</inkml:trace>
  <inkml:trace contextRef="#ctx0" brushRef="#br0" timeOffset="83335.73">25035 15722 5 0,'0'0'118'0,"0"0"-13"0,0 0 1 15,0 0-25-15,0 0 5 0,0 0 4 0,0 0-25 16,8 0-9-16,-8 0-14 0,0 0-20 0,0 0-17 16,0 0-13-16,0 0-19 0,0 0-14 0,0 0-28 15,0 0-37-15,0 0-116 0,0 0 52 0</inkml:trace>
  <inkml:trace contextRef="#ctx0" brushRef="#br0" timeOffset="83601.92">25456 15603 32 0,'0'0'69'0,"0"0"-7"0,0 0-9 0,0 0-8 15,13 0-18-15,-13 0-8 0,0 0-17 0,0 0-13 16,0 0-39-16,0 0-54 0,0 0 24 0</inkml:trace>
  <inkml:trace contextRef="#ctx0" brushRef="#br0" timeOffset="84017.17">25692 15607 58 0,'0'0'102'0,"0"0"-15"0,0 0-3 0,0 0-6 0,0 0-12 15,0 0-7-15,0 0 0 0,0 0-3 16,0 0-7-16,0 0-9 0,10 1 10 0,-10-1-16 16,0 0 6-16,0 0-5 0,0 0-7 0,0 0 12 15,0 0-16-15,0 0 6 0,0 0 5 0,0 0-14 0,0 0-2 16,0 0 4-16,0 0-10 0,0 0 1 0,0 0-2 16,0 0-1-16,0 0-2 0,0 0-3 0,0 0 8 15,0 0-11-15,0 0 6 0,0 0-1 0,0 0-4 16,0 0-10-16,0 0 1 0,0 0-5 15,0 0-5-15,0 0-15 0,0 0 3 0,0 0-11 0,0 0-9 16,0 0-14-16,0 0-15 0,0 0-76 0,0 0-162 16,0 0 71-16</inkml:trace>
  <inkml:trace contextRef="#ctx0" brushRef="#br0" timeOffset="84817.98">26937 14743 76 0,'0'0'74'0,"0"0"-18"0,0 0-3 16,0 0-17-16,0 0-13 0,0 0-19 0,0 0-20 16,0 0-35-16,0 0-56 0,0 0 25 0</inkml:trace>
  <inkml:trace contextRef="#ctx0" brushRef="#br0" timeOffset="85289.65">27104 14764 33 0,'0'0'65'0,"0"0"-14"0,0 0-23 0,0 0-23 15,0 0-36-15,0 0-33 0,0 0 15 16</inkml:trace>
  <inkml:trace contextRef="#ctx0" brushRef="#br0" timeOffset="86120.15">27854 14272 103 0,'0'0'96'0,"0"0"-14"0,0 0-7 0,0 0 5 16,0 0-20-16,0 0-5 0,0 0-3 0,0 0-8 16,0 0-6-16,7-5 2 0,-7 5-1 0,0 0-12 0,0 0 6 15,0 0 1-15,0 0-14 0,0 0-5 0,0 0-5 16,0 0-14-16,0 0-14 0,0 0-16 15,0 0-24-15,0 0-74 0,0 0-142 0,0 0 62 16</inkml:trace>
  <inkml:trace contextRef="#ctx0" brushRef="#br0" timeOffset="91366.97">24798 10337 14 0,'0'0'21'0,"0"0"-9"15,0 0-21-15,0 0-8 0,0 0 5 0</inkml:trace>
  <inkml:trace contextRef="#ctx0" brushRef="#br0" timeOffset="94831.08">26838 10410 20 0,'0'0'30'0,"0"0"9"0,0 0-10 0,0 0-1 15,0 0 2-15,0 0-10 0,0 0-3 0,0 0 0 0,0 0 0 16,0 0-3-16,0 0-7 0,0 0-1 0,0 0-5 16,0 0-7-16,0 0-6 0,0 0-10 0,0 0-18 15,0 0-42-15,0 0 19 0</inkml:trace>
  <inkml:trace contextRef="#ctx0" brushRef="#br0" timeOffset="95443.61">28100 10277 25 0,'0'0'45'0,"7"-2"-10"0,-7 2-13 0,0 0-18 16,0 0-27-16,16 3-22 0,-9-2 9 0</inkml:trace>
  <inkml:trace contextRef="#ctx0" brushRef="#br0" timeOffset="95736.09">28769 10267 25 0,'0'0'92'0,"0"0"5"15,0 0-12-15,0 0-8 0,8-2-6 0,-8 2-5 16,0 0-3-16,0 0 0 0,0 0-2 0,0 0-17 16,0 0-5-16,0 0 7 0,0 0-10 0,0 0 2 15,0 0-19-15,0 0 12 0,7-6-9 0,-7 6 2 16,0 0-1-16,0 0-1 0,0 0-1 0,6-4-8 16,-6 4 9-16,0 0-8 0,0 0 1 0,0 0-8 15,0 0-12-15,0 0-14 0,0 0-7 0,0 0-14 16,0 0-4-16,0 0-15 0,0 0-22 0,0 0-63 15,0 0-156-15,0 0 69 0</inkml:trace>
  <inkml:trace contextRef="#ctx0" brushRef="#br0" timeOffset="96278.12">25661 11755 53 0,'0'0'92'0,"3"-4"-7"0,-3 4-1 16,0 0-12-16,0 0-7 0,1-8-7 0,-1 8-4 15,0 0-6-15,0 0-23 0,0 0 0 0,0 0-5 0,0 0-15 16,0 0-4-16,0 0-16 0,0 0-10 0,0 0-13 16,0 0-20-16,0 0-35 0,3 21-99 0,-3-21 45 15</inkml:trace>
  <inkml:trace contextRef="#ctx0" brushRef="#br0" timeOffset="104032.03">28456 11220 148 0,'2'7'171'16,"-2"-7"1"-16,0 6-9 0,0-6-6 0,0 0-20 0,2 7-1 16,-2-7-11-16,0 0-7 0,0 0-4 0,0 0-4 15,5 6-3-15,-5-6-1 0,0 0-12 16,0 0-8-16,0 0-9 0,0 0-9 0,0 0-4 15,22-14-4-15,-11 8-10 0,6-5-4 0,7-1-7 0,4-3-16 16,3-2-24-16,4 0-27 0,12-7-35 16,1 1-41-16,6-1-51 0,1-1-182 0,26-13-365 0,-2 0 162 15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8T05:16:29.9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5008 3485 3 0,'0'0'132'0,"0"0"-10"0,0 0-12 15,0 0-4-15,0 0-15 0,0 0-5 0,0 0-7 16,0 0-4-16,0 0-7 0,26-10 8 0,-14 5-15 16,10-1-7-16,4-1 0 0,3-1-9 0,1 0-2 15,1 1-3-15,3 0 3 0,-2 1-19 0,1-1-15 16,-4 0-24-16,4 2-33 0,-7-1-20 0,-4 4-23 16,-3-3-93-16,-6 3-198 0,-1-1 88 15</inkml:trace>
  <inkml:trace contextRef="#ctx0" brushRef="#br0" timeOffset="409.06">5266 3368 77 0,'4'11'95'16,"0"6"-5"-16,2 2 3 0,2 8 3 0,0 0-5 15,-1 2-5-15,1 2-4 0,2 2-4 0,-2-3-6 16,0 5-7-16,-1-3-8 0,-1 2 4 0,2 0-12 16,-3-2 2-16,-1-2-12 0,1-2-2 0,0-8-4 15,-2 6 4-15,-1-7-6 0,0 0 2 0,-2-3-9 16,2 1-4-16,-3-1 2 0,1-3-4 0,-3-1-1 16,1 1 1-16,-2-2-4 0,-1 0 0 0,1-1-4 15,-4-2 4-15,2-1-2 0,-3 0-3 0,0 0 0 16,0-3-3-16,-1 0 1 0,-1-1 0 0,-1-1-1 15,2 0 2-15,0-2 3 0,-1 0-5 0,11 0 1 16,-15 0-1-16,7-1 3 0,8 1 6 0,-9-1 4 16,9 1-8-16,-9-2 0 0,9 2-3 0,0 0-2 15,0 0-3-15,-10-1 0 0,10 1 0 0,0 0 0 16,0 0-3-16,0 0-2 0,34-3 6 0,-15 0-4 16,2 0 7-16,6-2-5 0,6 2-2 0,2-1-7 15,-2-4-15-15,3 1-37 0,-4-1-35 0,4 0-44 16,-4 3-96-16,-3-4-253 0,2-1 112 0</inkml:trace>
  <inkml:trace contextRef="#ctx0" brushRef="#br0" timeOffset="1352.45">5937 3771 2 0,'0'0'141'0,"0"0"-1"15,-6-8-11-15,4 4-4 0,2 4-12 0,0 0-4 16,0 0-9-16,0 0-9 0,-3-7 0 0,3 7-13 15,0 0-4-15,0 0-2 0,0 0-8 0,0 0-6 16,0 0 3-16,0 0-6 0,0 0 0 0,0 0-4 16,0 0 1-16,0 0-2 0,0 0-4 0,-5-5 1 15,5 5 3-15,0 0-4 0,0 0 1 0,0 0 5 16,0 0-9-16,0 0 3 0,0 0-12 0,0 0 3 16,0 0-6-16,-3-7 0 0,3 7-4 0,0 0 1 15,0 0 1-15,0 0 0 0,0 0 2 0,0 0-4 16,0 0-5-16,-3-8-2 0,3 8 1 0,0 0-4 15,0 0-2-15,-1-12-2 0,1 12-2 0,0 0-2 16,-1-7 3-16,1 7-2 0,0 0-1 0,0 0 4 16,0-11-1-16,0 11 0 0,0 0 1 0,0 0-1 15,0 0 2-15,-3-6 1 0,3 6 3 0,0 0-6 16,0 0-1-16,0 0-2 0,0 0-1 0,0 0-3 16,0 0 1-16,0 0 0 0,0 0-7 15,0 0 5-15,0 0-5 0,0 0 2 0,0 0-4 16,0 0 4-16,0 0-5 0,0 0 5 0,0 0-4 15,0 0 1-15,0 0 0 0,0 0-6 0,0 0 5 16,0 0 3-16,0 0-3 0,0 0 4 0,0 0-2 0,0 0-1 16,0 0-1-16,0 0-2 0,12 19 7 0,-12-19-3 15,1 9-1-15,0-3 3 0,-1-6-4 16,3 13 1-16,-3-7-1 0,5 2 2 0,-4 1 0 16,0 1 4-16,2 1 0 0,0-2-4 0,-2 1 2 15,1-1 2-15,0 1-3 0,0-2 0 0,1-1-1 16,0 3 2-16,-2-4-1 0,0 3 2 0,0-2-3 15,1 0 4-15,0 1-4 0,1-2 1 0,-2 1-3 16,0 0 6-16,2-1-7 0,-2 1 2 0,-1-7 5 16,1 10-6-16,2-4 0 0,-3-6 4 0,2 10 1 15,-2-10-2-15,3 9-2 0,-3-9 0 0,-1 8 1 16,1-8 3-16,4 6-5 0,-4-6 6 0,0 0-2 16,0 8-2-16,0-8 3 0,0 0 6 0,5 5-6 15,-5-5 0-15,6 3-2 0,-6-3 4 0,0 0-2 16,6 4 1-16,-6-4-3 0,0 0 0 0,8 0-2 15,-8 0-3-15,0 0-12 0,17-4-7 0,-10 2-15 16,4-2-9-16,1-1-14 0,5-3-17 0,3 2-8 16,0-1-22-16,1 0-11 0,0 0-9 0,6-4-17 15,-8 4-6-15,1 0-13 0,-3 0-88 0,1 0-274 16,-2-1 122-16</inkml:trace>
  <inkml:trace contextRef="#ctx0" brushRef="#br0" timeOffset="2065.71">6534 3753 18 0,'0'0'132'0,"0"0"-18"0,0 0-9 0,0 0-11 15,0 0-16-15,0 0-5 0,0 0-3 0,0 0-5 0,0 0-10 16,0 0-3-16,0 0-4 0,-5 36-5 16,5-27 4-16,0-9-8 0,-1 19 3 0,-2-9-6 15,3-10-2-15,-1 13-2 0,1-13 1 0,-2 10-6 16,2-10-1-16,0 0 2 0,-1 13 1 0,1-13 7 15,1 7 7-15,-1-7 4 0,0 0 13 0,-1 8 9 16,1-8 3-16,0 0-2 0,0 0-10 0,0 0-3 16,0 0-13-16,0 0 3 0,-20-8-6 0,20 8-2 15,-7-10-4-15,2 5-3 0,4-2-4 0,-3-3 0 16,2 0-5-16,0-1-3 0,4-5-6 0,0 0 2 16,2 1-4-16,-2 0 2 0,4-2-3 0,0 0-3 15,2 3-3-15,1 0-1 0,-2 5-1 0,2-1-1 16,-1 2-1-16,3 1-1 0,0 1 1 0,3 3-2 15,-3 0 1-15,2 2-6 0,0 2 2 0,1 2 1 16,0 2-1-16,-4 1 0 0,3 3 5 0,-4 0-4 16,1-1 3-16,-1 1-3 0,0 0 3 0,-3 1 2 15,3-1-3-15,-4-1 3 0,-1 1-5 0,2-1 6 16,-3-4 1-16,0 2 1 0,-3-6 1 0,0 7 4 16,0-7 2-16,1 10-2 0,-1-10 0 0,0 0 0 15,0 0 2-15,-9 6 1 0,9-6-1 0,0 0-1 16,0 0-1-16,-14-11-3 0,14 11 1 0,-6-9-5 15,4 3 3-15,2 6 3 0,0-17-6 0,2 8-3 16,7-5 2-16,-4 2-4 0,5-4 0 0,0 2 3 16,2-1-6-16,4 2 5 0,2 0 3 0,-4 4-6 15,3 0-4-15,-6 5 1 0,3 1-1 0,0 2 1 16,-1 1 1-16,0 2-4 0,1 2 3 0,1 3 2 16,-4 0-2-16,-1 0 2 0,0 1 1 15,-2 1 1-15,-1 1 1 0,-1 1-4 0,0-1 6 16,0 6-5-16,-1-4 6 0,-2-1-1 0,-2 3-3 15,0-2-25-15,1 5-28 0,-4-3-29 0,1-4-42 0,0 3-42 16,-3 1-142-16,-1-1-337 0,0-5 149 0</inkml:trace>
  <inkml:trace contextRef="#ctx0" brushRef="#br0" timeOffset="2263.48">7109 3646 117 0,'0'0'144'0,"5"-5"-20"16,-5 5-7-16,0 0-5 0,0 0-11 0,0 0-7 16,10 14-11-16,-7-8-4 0,2 3-3 0,-2 3-6 15,-1-1-2-15,1 5-7 0,1 0-10 0,-4 0-1 16,2 2-5-16,1-2-3 0,1 1-21 0,-2-2-32 16,1-5-33-16,0 3-25 0,0-3-46 0,-1 0-88 15,-2-10-220-15,3 12 98 0</inkml:trace>
  <inkml:trace contextRef="#ctx0" brushRef="#br0" timeOffset="2430.92">7055 3330 27 0,'0'0'76'0,"25"26"-22"0,-12-2-33 15,2 2-22-15,-1 3-29 0,1 4-32 0,-1-1 15 16</inkml:trace>
  <inkml:trace contextRef="#ctx0" brushRef="#br0" timeOffset="2645.09">7337 3770 54 0,'0'0'194'15,"0"0"-7"-15,0 0-6 0,0 0-3 0,-4-24-8 16,2 15-14-16,2-1-6 0,2 0-12 0,-1-2-7 15,3-4-20-15,1 1-10 0,5-2-14 0,-1 2-8 16,4 1-11-16,0 3-8 0,0 2-5 0,-1 3-8 16,0 2-7-16,7 2-4 0,-6 2-7 0,-1 2-1 15,0 5-4-15,5 1-2 0,-3 2-3 0,-3 3 4 16,2-2-7-16,-2 5 3 0,-3 0-2 0,0 1-4 16,-5-3-20-16,3 4-21 0,-4 0-43 0,0 0-45 15,0-4-48-15,-3 3-178 0,1-6-369 0,1-2 163 16</inkml:trace>
  <inkml:trace contextRef="#ctx0" brushRef="#br0" timeOffset="2948.12">8427 3517 30 0,'0'0'209'0,"0"0"-10"0,0 0-15 0,0 0-22 15,0 0-10-15,0 0-16 0,0 0-15 0,0 0-14 16,0 0-14-16,0 0-5 0,0 0-6 15,-2 8-11-15,2-8-9 0,14 2-23 0,-3-4-33 16,3 2-48-16,0 0-55 0,0 0-51 0,-3 2-95 0,-2-2-263 16,0 0 118-16</inkml:trace>
  <inkml:trace contextRef="#ctx0" brushRef="#br0" timeOffset="3098.09">8432 3630 2020 0,'-5'4'121'16,"0"0"-69"-16,5-4-24 0,-5 8-15 0,1-5-3 15,4-3-2-15,0 0 0 0,-7 4 5 0,7-4-2 16,0 0 2-16,0 0-2 0,0 0 1 0,0 0-5 0,0 0 0 16,26 3-24-16,-8-8-45 0,9 0-63 0,5 2-63 15,-3-3-136-15,0-1-351 0,2-3 155 16</inkml:trace>
  <inkml:trace contextRef="#ctx0" brushRef="#br0" timeOffset="6612.59">9737 3245 151 0,'0'0'153'16,"-4"-6"-7"-16,4 6-3 0,0 0-10 0,0 0-14 15,-4-5-17-15,4 5-6 0,0 0-16 0,0 0-4 16,0 0-8-16,0 0-9 0,14-5-9 0,-1 5 1 16,0-2-6-16,10 0-7 0,-2-3-11 0,9 2-5 15,-10 0-33-15,10 0-19 0,-4-1-21 0,-4 3-26 16,-1 0-30-16,-1 0-108 0,-6 2-230 0,-4-1 101 16</inkml:trace>
  <inkml:trace contextRef="#ctx0" brushRef="#br0" timeOffset="7064.22">9838 3242 40 0,'1'14'113'0,"-1"-14"4"0,5 17-3 15,-4-5-7-15,0 1-6 0,3 4-1 0,0 7 8 16,-1-4-15-16,2 3-1 0,-2 1-10 0,-1-6 1 15,3 1-14-15,0 0-2 0,-4-2-6 0,1-1-6 16,2 1-5-16,-1 0-6 0,0-3-4 0,0-2-3 16,-1 4 1-16,-1-5-6 0,1 2-3 0,3-2 2 15,-3 0-9-15,-1-1 0 0,1-1-4 16,-1 1 0-16,-1-1-2 0,1 1-2 0,-1-3-3 0,2 0 3 16,-2-7-5-16,0 13 5 0,0-7-6 0,0-6-2 15,0 0-6-15,-3 16-2 0,3-16-3 0,0 0 1 16,-6 11-2-16,6-11 5 0,-9 8 0 0,5-6-5 15,4-2 1-15,-10 2 2 0,10-2-4 16,-13-2 4-16,13 2-1 0,-13-1 3 0,13 1-2 16,-9-2 3-16,9 2 1 0,-12-2-2 0,12 2-1 15,-9-2 1-15,9 2-1 0,0 0 4 0,-10-3-2 0,10 3-5 16,0 0 1-16,0 0 2 0,0 0-3 16,0 0 2-16,0 0 0 0,0 0 2 0,0 0-2 15,0 0 3-15,0 0 0 0,0 0 2 0,0 0 2 16,34 5-4-16,-17-5-4 0,4 0-11 0,1-3-15 15,0 0-33-15,6 0-21 0,-1-1-27 0,1 1-19 16,-7-1-98-16,6 1-246 0,-6 0 109 0</inkml:trace>
  <inkml:trace contextRef="#ctx0" brushRef="#br0" timeOffset="7388.1">10338 3593 39 0,'0'0'183'16,"0"-5"-9"-16,0 5-6 0,0 0-5 0,3-6-7 15,-3 6-9-15,0 0-13 0,0 0-13 0,0 0-16 16,0 0-12-16,0 0-8 0,0 0-13 0,0 0-7 16,0 0-3-16,0 0-9 0,0 0-3 0,-13 21-9 15,12-14 1-15,0 0-8 0,1-7 3 0,2 13-9 16,0-6 0-16,3 2-8 0,-2-2 1 0,1-3-5 16,4 5 1-16,0-3-1 0,2 1-1 0,0-1-5 15,0 0 1-15,2 1-1 0,-1-3-3 0,-2 3-1 16,3-2 3-16,-4 1-6 0,1 1 3 0,1-1-6 15,-4 1-2-15,-2-1-1 0,1-1 5 0,-1 1-6 16,-3 3 5-16,-1-2 1 0,0 1 4 0,-2 2-6 16,-4-3 5-16,0 2-5 0,-4-1 4 0,1 0-3 15,-1-1 1-15,-2-3 2 0,-3 5-3 0,-2-2-1 16,4-4-2-16,1 0-21 0,-1 1-19 0,3-2-28 16,1 1-37-16,9-3-35 0,-14 1-32 0,14-1-111 15,0 0-308-15,-13-6 137 0</inkml:trace>
  <inkml:trace contextRef="#ctx0" brushRef="#br0" timeOffset="7645.82">10941 3519 3 0,'-12'-14'208'0,"12"14"-10"0,0 0-5 15,-8-4-8-15,8 4-10 0,0 0-15 0,0 0-16 16,0 0-17-16,0 0-11 0,0 0-10 0,0 0-13 0,0 0-6 16,20-3-6-16,-7 2-6 0,6-3-8 15,3 2-4-15,5-4-9 0,0 3-7 0,0-1-2 16,-7 2-3-16,2 0-6 0,1-2-4 0,-4 2-11 16,2 0-25-16,-8 0-32 0,1 1-44 0,-3 0-47 15,2-1-53-15,-4 2-143 0,-3-3-347 0,-1-1 153 16</inkml:trace>
  <inkml:trace contextRef="#ctx0" brushRef="#br0" timeOffset="7983.96">11830 3140 123 0,'-6'0'197'0,"6"0"-3"15,0 0-15-15,-7-2-13 0,7 2-13 0,0 0-12 16,0 0-16-16,0 0-11 0,0 0-14 0,0 0-4 15,0 0-18-15,0 0-4 0,28-11-5 0,-9 8-6 16,1 0-11-16,1 1-1 0,7-2-11 0,-1 4-4 16,-6-2-32-16,0-2-20 0,0 0-27 0,-2 2-25 15,-1-2-39-15,-3 3-26 0,-1 0-29 0,-5 1-93 16,-1-2-276-16,-1 1 124 0</inkml:trace>
  <inkml:trace contextRef="#ctx0" brushRef="#br0" timeOffset="8352.1">12014 3080 101 0,'0'0'110'0,"0"0"-3"0,-8 5-3 15,7 1 11-15,-2 4 6 0,2-1-13 16,0 6 7-16,-2 3-4 0,3 1-6 0,0 7 0 16,0 0-2-16,0 1-7 0,0-3-10 0,0 2 6 15,2-3-16-15,-1-4-8 0,0 0-4 0,2-1-3 16,-2-1-11-16,0 1-1 0,1-2-4 0,0 0-6 0,1-1 0 15,-2-4-5-15,-1-1-4 0,5 0 1 0,-5 2-6 16,0-3 3-16,-4 1-8 0,3-4-16 16,1-6-2-16,-2 13-2 0,0-9-6 0,-3 2-4 15,0-1-14-15,-5-1 4 0,1-1-3 0,-2 1-2 16,1 0-3-16,0-3 3 0,0 0 9 0,1-1-2 16,0 1 7-16,9-1-3 0,-14-1 3 0,14 1-1 15,-13-1 1-15,13 1 2 0,-10 0 7 0,10 0-1 16,0 0-3-16,-9 0 4 0,9 0 1 0,0 0-2 15,0 0-2-15,0 0 2 0,0 0 3 0,0 0 2 16,0 0 0-16,0 0 0 0,0 0 4 0,29 1-4 16,-11-1-2-16,4-1-5 0,5 1-14 0,1-2-30 15,3-3-44-15,0 1-44 0,0 0-142 0,-3 1-300 16,1-6 133-16</inkml:trace>
  <inkml:trace contextRef="#ctx0" brushRef="#br0" timeOffset="8638.09">12318 3401 149 0,'0'0'174'15,"0"0"-17"-15,4-5-8 0,-4 5-9 0,0 0 0 16,0 0-11-16,23 7-7 0,-15-4-9 16,-1 1-14-16,3 1-14 0,-3 1-5 0,-1 1-2 0,2 2-11 15,-2 0-3-15,1 1-6 0,-5 2-1 0,2-2-6 16,-4 1-1-16,0 5-8 0,-4-1-1 0,-1 1-4 15,-2 0-1-15,0-3 1 0,-3-1 0 0,1 2 3 16,1-3-5-16,-2 0 0 0,3-3-3 0,0 1-4 16,2-1-5-16,-1 0 3 0,1-3-4 0,3 1-3 15,2-6-1-15,-5 9 6 0,5-9-9 16,1 11 4-16,-1-11-8 0,11 7-17 0,1-6-21 0,5 1-31 16,3-2-30-16,11-2-52 0,-1-1-42 0,-3 0-158 15,0-2-368-15,-5-3 163 0</inkml:trace>
  <inkml:trace contextRef="#ctx0" brushRef="#br0" timeOffset="9261.4">12772 3501 108 0,'2'-8'195'0,"-2"8"-20"0,0 0-13 16,0 0-23-16,0 0-11 0,0 0-12 0,0 0-6 0,0 0 0 16,0 0 4-16,0 0-13 0,-12 18-8 15,8-10-12-15,1 1-4 0,-1-1-1 0,2 2-1 16,2-1-7-16,0 0-2 0,-2 0-5 0,0-3-8 15,2-6-4-15,-3 12-5 0,2-7-4 0,1-5-3 16,0 0-2-16,0 10 3 0,0-10 9 0,0 0 21 16,-5 5 8-16,5-5 9 0,0 0-2 0,0 0-8 15,0 0-8-15,0 0-6 0,0 0-15 0,-14-10 5 16,14 10-5-16,-8-10-2 0,7 2-5 0,-1-1-3 16,0 0-13-16,2-3-1 0,0 1-6 0,4-1 0 15,-1-4-7-15,5 2-4 0,-3 5-9 0,2-1 5 16,-2 2 2-16,3 1-6 0,1 0 0 0,1 4-1 15,2-1 0-15,-3 4 1 0,3 1 0 0,1 3-1 16,1-1 0-16,1 5 0 0,4 0 0 0,-8-1-2 16,2 2 4-16,3 0-1 0,-9 0-1 0,4-2-4 15,-4 3 3-15,1-3-1 0,-1-2 5 0,-1 4-2 16,0-4 4-16,-2-1-4 0,-1 2 5 0,-3-6-3 16,6 8 0-16,-6-8 1 0,6 3 4 0,-6-3 0 15,3 5 5-15,-3-5 2 0,0 0 7 0,0 0 0 16,0 0 17-16,0 6-5 0,0-6 1 0,0 0-4 15,0 0 1-15,0 0-1 0,0 0-5 0,0 0 0 16,0 0-4-16,0 0 6 0,0 0-7 0,-3-23-5 16,3 23 5-16,-4-9-8 0,4 9 4 0,-2-11-5 15,0 5 1-15,2 6 1 0,0-11-1 0,0 11-6 16,2-13 4-16,0 3-4 0,0 5-1 0,1-4-2 16,1 3-7-16,-2-1 6 0,3 1 0 0,4-1-4 15,-3 1 3-15,1-1-2 0,5 1 3 0,-1 3-3 16,3 0 2-16,-3-1-3 0,6 1 0 0,-5 3-3 15,7 2 6-15,0-1-1 0,-3 4-8 0,1-1 6 16,0 3 1-16,-4 1-6 0,-2-1 6 0,3 3-1 16,-4-2 1-16,0 3 0 0,-3-3 0 0,-1 5 1 15,-1-3 0-15,-3 0-1 0,0 4-4 0,-2-3-19 16,0-1-27-16,0 0-27 0,0 2-29 0,0-12-45 16,-2 19-71-16,-1-10-57 0,-3-1-148 15,6-8-466-15,-4 11 206 0</inkml:trace>
  <inkml:trace contextRef="#ctx0" brushRef="#br0" timeOffset="9647.57">13513 3432 112 0,'-4'-5'213'0,"-4"-1"-13"0,1 4-7 15,-3-1-2-15,1 2-11 0,-3 1-16 0,-1 1-15 16,1 3-15-16,-5 1-9 0,-1 4-14 0,4 0-11 15,-2 1-9-15,1 3-7 0,3 0-12 0,1 1-6 16,3-5-3-16,0 3-5 0,2-2-7 0,3 0-4 16,1-3-7-16,2 2-2 0,0-2-2 0,0-7-3 15,5 13-5-15,1-9-1 0,-1 1-3 0,0-1-6 16,6 0-3-16,-5-3-8 0,6 0-1 0,-3-1-3 16,1-2 1-16,-2-1 1 0,1 1-4 0,-3-2 4 15,1-1-2-15,0-2 0 0,0 0 0 0,-3-3-3 16,1 3 2-16,-1-2 1 0,-2 0 2 0,2-1-1 15,0 5 4-15,-2-2 3 0,-2 7 5 0,2-7 4 16,-2 7 3-16,2-8-6 0,-2 8-2 0,0 0-7 16,4-5-4-16,-4 5-3 0,0 0 2 0,0 0-1 15,0 0-1-15,9 13 4 0,-9-13-4 0,5 14 2 16,-1-6 1-16,1 2 0 0,0-3 0 0,-1 1-1 16,4 0-25-16,-1 2-33 0,1-3-40 0,0 0-58 15,1 1-61-15,-3-2-175 0,4-2-421 0,-3-1 187 16</inkml:trace>
  <inkml:trace contextRef="#ctx0" brushRef="#br0" timeOffset="9876.14">13712 3419 134 0,'0'0'267'0,"0"0"-16"0,-2-6-26 16,2 6-16-16,0 0-25 0,0 0-18 0,0 0-18 15,0 0-12-15,0 0-12 0,0 0-10 0,19 19-10 16,-13-12-10-16,5 1-9 0,1 4-12 0,-3-5 0 0,4 5-9 16,1-3-4-16,-1 2-4 0,1-2-8 15,1 1-9-15,-3-4-29 0,-3 2-33 0,-1-2-34 16,2 0-39-16,-1-2-39 0,-1-1-37 0,-4 0-24 16,-4-3-136-16,12 4-357 0,-12-4 158 0</inkml:trace>
  <inkml:trace contextRef="#ctx0" brushRef="#br0" timeOffset="10058.44">13926 3415 93 0,'-2'-8'197'0,"2"8"5"15,-1-9-2-15,1 9-11 0,0 0-15 0,-2-10-15 16,2 10-19-16,0 0-11 0,0 0-5 0,0 0 4 16,-18 11 5-16,10-1-2 0,-6 4-5 0,0 0-15 15,1 0-9-15,-5 5-10 0,5-2-7 0,-1-2-8 16,1 0-8-16,2 2-22 0,-1-2-31 0,1 0-51 15,2-1-56-15,-2-1-58 0,4-3-71 0,1 0-152 16,1 0-402-16,5-10 177 0</inkml:trace>
  <inkml:trace contextRef="#ctx0" brushRef="#br0" timeOffset="10604.43">15066 3236 78 0,'0'0'215'0,"0"0"-10"16,0 0-15-16,0 0-16 0,0 0-13 0,0 0-19 15,0 0-9-15,0 0-15 0,0 0-8 0,0 0-17 16,0 0-7-16,0 0-11 0,0 0-6 0,30-2-21 16,-18 2-22-16,1 0-32 0,-2-3-35 0,3 2-34 15,-1 1-34-15,0-2-32 0,-1 2-118 0,-4-1-280 16,-8 1 124-16</inkml:trace>
  <inkml:trace contextRef="#ctx0" brushRef="#br0" timeOffset="10761.87">15051 3341 64 0,'0'0'195'0,"-6"3"-11"15,6-3-12-15,0 0-22 0,-6 3-12 0,6-3-17 16,0 0-11-16,0 0-17 0,0 0-19 0,0 0-35 16,24 4-59-16,-6-6-71 0,1 0-115 15,11-2-221-15,1-3 99 0</inkml:trace>
  <inkml:trace contextRef="#ctx0" brushRef="#br0" timeOffset="24428.59">17007 3094 84 0,'3'-9'100'0,"-3"9"6"0,1-11-3 0,0 6-8 0,-1 5 13 16,-1-10-8-16,1 10-6 0,2-12-8 0,-2 12-8 16,-1-8 2-16,1 8-4 0,0 0 0 0,0 0-11 15,-1-11-2-15,1 11-15 0,0 0 0 0,-3-5-7 16,3 5-6-16,0 0-9 0,0 0-2 0,0 0-4 16,0 0 2-16,0 0-4 0,3 30-2 0,-1-17-3 15,2 3 6-15,-1 1-9 0,-2-3 2 0,3 3-3 16,-2-1 1-16,3 0 2 0,1 0-3 0,-1-1 2 15,2-4-2-15,-2 0-1 0,2 1-20 0,-1-2 21 16,2-2-2-16,2 0 0 0,-1 1 5 0,3-2-3 16,-1-4-2-16,1 2-1 0,0 0 1 0,0-3 0 15,-2-1 2-15,3-1-1 0,0 0 3 16,-1-2-2-16,1-2 7 0,-2 0-7 0,-1 0 16 0,-1-1 2 16,0-1-1-16,1-1-8 0,-3-1 2 0,1-3 0 15,0 4 2-15,-3-3 3 0,2 0 9 0,-1-2-9 16,-1-2 3-16,-3 3 3 0,1 1 5 0,0-1-4 15,-2 4-4-15,0 2 1 0,-1 5-8 0,4-12-1 16,-4 12-3-16,1-6-9 0,-1 6-3 0,0 0-1 16,0 0-1-16,0 0 0 0,0 0-2 15,5 21-1-15,-2-5 3 0,1 3-4 0,-2 4 4 16,-1 3 0-16,3-2 1 0,-1 2-2 0,-1 1 2 0,2-1 2 16,0-2-6-16,-3 2 5 0,3-8-1 0,-4 1-2 15,4-1 1-15,-1-1-15 0,0 2-22 0,-1-2-32 16,0-4-29-16,1 3-27 0,1-6-17 0,-1 0-17 15,0 1-17-15,-2-3-95 0,0-2-289 16,-1-6 127-16</inkml:trace>
  <inkml:trace contextRef="#ctx0" brushRef="#br0" timeOffset="24722.59">17553 3357 16 0,'0'0'92'0,"6"16"-8"0,-3-10-1 16,-2 0-8-16,3 4-7 0,1-2 6 0,1 0 2 16,1 1-12-16,-1-1-3 0,3-2-10 0,0 0 9 15,1-1-9-15,3-1 11 0,2 0 2 0,-1-2 5 16,4-4-8-16,0 1-2 0,-6 0-2 0,0-1-3 16,6-5-3-16,-6 4 2 0,-1-1 10 0,-4 1 3 15,-2-1-9-15,-1-3-2 0,-1 2-6 0,-1-2 1 16,-2-1-14-16,0-4-1 0,-4 3-2 0,0-2-5 15,-4 1-5-15,-1-3-3 0,-2 4-3 0,-2-1-2 16,-2 2-5-16,2 2-1 0,-4-1-6 0,5 3-9 16,-6 4-22-16,5 0-11 0,-6 4-32 0,2 1-31 15,1 3-27-15,0 1-135 0,1 4-285 0,6-5 127 16</inkml:trace>
  <inkml:trace contextRef="#ctx0" brushRef="#br0" timeOffset="24902.3">18061 3401 33 0,'0'0'190'0,"10"0"-15"16,-10 0-13-16,0 0-16 0,11-3-16 0,-11 3-9 16,19-3-13-16,-5 2-13 0,6-4-18 0,3 1-28 0,4-1-43 15,3 0-53-15,0-2-58 0,1 4-85 0,-2-6-207 16,-2 2 92-16</inkml:trace>
  <inkml:trace contextRef="#ctx0" brushRef="#br0" timeOffset="25370.65">18595 3151 75 0,'2'-10'195'16,"-2"10"-7"-16,5-9-10 0,-4 2-6 0,-1 7-14 15,5-8-13-15,3 2-20 0,1 1-14 0,2 0-9 16,0 1-14-16,6 1-4 0,-4-2-13 0,1 7-5 16,3-1-8-16,-3 1-11 0,-1-1 0 0,-1 2-6 15,0 1-7-15,-2 0-6 0,2 3-1 0,-5-1-3 16,0 0-4-16,-2 3-1 0,0-4-5 0,-2 2 0 16,-2-1-5-16,-1 1 2 0,0-7 0 0,-8 20 2 15,2-8 1-15,-2-3-4 0,-6 3-1 0,-1-3-1 16,-4 1 3-16,7-3 0 0,2 0-3 0,1-2 3 15,3-2-5-15,-1 0 3 0,7-3-2 0,-9 4-2 16,5-2-2-16,4-2-1 0,0 0 1 0,0 0 1 16,0 0-2-16,-5 7-3 0,5-7 1 0,0 0 1 15,0 0-2-15,23 4-1 0,-11-2 1 0,4 1-2 16,2 2 5-16,-1 1-8 0,1 0 4 0,-3 2-4 16,2-1-1-16,-6-3 9 0,2 3-4 15,-4-1-5-15,0 0 2 0,0 2-1 0,-4-3 1 16,0-2-1-16,-1 4 1 0,-2 0-3 0,0-1 5 15,-2-6 0-15,-4 13 3 0,-1-10 0 0,-3 6-2 0,-5-2 1 16,-2 1 6-16,-3-1-4 0,-1 0 1 0,-2 0-2 16,0-3 0-16,0 1 0 0,2-1-2 0,-1 0-14 15,-1 0-9-15,3-2-23 0,1 1-17 16,5 0-27-16,2-3-29 0,2 0-43 0,8 0-119 16,0 0-306-16,-18 0 135 0</inkml:trace>
  <inkml:trace contextRef="#ctx0" brushRef="#br0" timeOffset="25782.43">19136 3147 60 0,'13'-5'131'0,"-6"1"3"16,4-1-34-16,-1 2 3 0,0 3-12 0,-1-2-2 0,3 4-14 16,-2 1-6-16,-1 1-4 0,0 1 2 0,-2 4-10 15,-1 0-6-15,-1 2 8 0,-4 1-1 0,0 2-6 16,-2-2-10-16,-2 0 2 0,0 3-12 0,-5 1 12 15,-2 1-10-15,1-3 5 0,-3 1 1 16,-2-3-1-16,4 2 3 0,-2-4-1 0,2-2 2 16,4-1 0-16,-1-3-1 0,3 3 2 0,-1-4 2 15,5-3-1-15,-7 5-7 0,7-5-4 0,-5 2-6 16,5-2 1-16,0 0-4 0,0 0 2 0,0 0-5 0,0 0-4 16,16 12 3-16,-3-12-3 0,7 2-12 15,11-1-29-15,1-2-42 0,4-1-42 0,2-2-54 16,1-1-145-16,-1 0-330 0,-2 0 146 0</inkml:trace>
  <inkml:trace contextRef="#ctx0" brushRef="#br0" timeOffset="26019.97">19973 3237 174 0,'0'0'218'0,"0"0"-9"0,0 0-18 0,0 0-19 15,0 0-19-15,0 0-14 0,0 0-16 0,5-7-10 16,2 6-15-16,-7 1-11 0,20-4-30 0,-8 4-28 16,7-1-43-16,-1-3-43 0,-1 5-47 0,-4-2-40 15,3 2-97-15,-16-1-261 0,19 0 116 16</inkml:trace>
  <inkml:trace contextRef="#ctx0" brushRef="#br0" timeOffset="26182.65">20001 3360 109 0,'0'0'192'0,"-3"5"-1"16,3-5-8-16,0 0-12 0,0 0-26 15,0 0-14-15,0 0-11 0,0 0-12 0,0 0-30 16,0 0-22-16,40-2-39 0,-13-1-39 0,5-4-28 15,3 3-50-15,3-4-122 0,0 3-240 0,13-4 107 16</inkml:trace>
  <inkml:trace contextRef="#ctx0" brushRef="#br0" timeOffset="26666.99">20961 3078 90 0,'2'-12'204'16,"-2"12"-9"-16,0 0-7 0,0 0-17 0,0 0-9 15,0 0-16-15,0 0-16 0,0 0-12 0,0 0-19 16,0 0-7-16,0 0-9 0,0 0-8 0,0 0-10 16,0 0-3-16,-16 30-6 0,17-17-5 15,2-1-3-15,1 0-4 0,2 4-5 0,2 0-2 16,-1 1-4-16,4-1-3 0,-1 0-5 0,1-3 4 16,3 2-5-16,-3-1 0 0,0 1-7 0,-1-3-1 15,1 1-4-15,-2-3-2 0,-1-2 1 0,-1 2 2 16,-3-2-7-16,0 1 4 0,-2-3 1 0,-2-6-6 15,3 14 2-15,-3-14 1 0,-7 13 4 0,-1-7-4 16,-4-1 4-16,-4 1-1 0,-3 1-1 0,-1-4-5 16,1 0 0-16,1-2 4 0,4-1-2 0,0-1 3 15,2 0-1-15,1-1 3 0,1-3-1 0,3 1 0 16,2-1-3-16,1 0-1 0,0-2-4 0,2-2-8 16,2-1-5-16,5-2-4 0,-1 0-5 0,5-1-8 15,3-3-5-15,0 1-3 0,9-4-1 0,-6 3 4 16,5-3-2-16,-1 2 1 0,-2 4 8 0,-4-2 3 15,1 0 1-15,-3 0 0 0,2 2 7 0,-1-3 4 16,-6 6 4-16,0-6 8 0,1 0 14 0,-5 7 1 16,-1-4-4-16,-1 2 1 0,0 11 2 0,-3-21 10 15,-1 14 4-15,-2-3-4 0,0 3-5 0,-3-1-2 16,-2 2-1-16,-1 2-7 0,-3 0 0 0,-4 3 0 16,0 3-4-16,1-2-2 0,-1 3-5 0,2 5-14 15,4-1-16-15,2-1-17 0,2 2-22 0,-1 1-39 16,3 3-45-16,2-1-43 0,0 4-112 15,2-3-334-15,3-12 149 0</inkml:trace>
  <inkml:trace contextRef="#ctx0" brushRef="#br0" timeOffset="27178.98">21249 3265 48 0,'6'8'147'0,"-6"-8"1"0,3 9-10 0,-3-9-7 15,2 9-4-15,-2-9-11 0,0 0-4 0,3 11-12 16,-3-11-5-16,0 0-5 0,0 0-11 0,1 12-5 16,-1-12-4-16,0 0-2 0,0 0 7 0,0 10-3 15,0-10 7-15,0 0 9 0,0 0 1 0,0 0 12 16,0 0 8-16,0 0-2 0,0 0 0 0,0 0-20 16,0 0-5-16,0 0-10 0,0 0-9 0,0 0-6 15,0 0-7-15,-4-40-4 0,5 28-5 0,2-4-7 16,2 1 0-16,-1 3-1 0,4-3-8 0,-2 6-2 15,0-1-11-15,4 0-9 0,-1 3 0 0,1 2 4 16,0 1-9-16,0 3-3 0,-10 1-5 0,22 3 6 16,-13 4-3-16,1 0-1 0,-1 0-1 0,-2 3 5 15,1 2 0-15,0 2 2 0,-2-3-5 0,-2 3-3 16,-2-3 7-16,2-1 3 0,0 0-3 0,-3 0 1 16,-1-3 2-16,3 0 0 0,-3-7 8 0,3 9-5 15,-3-9 5-15,0 7 7 0,0-7 11 0,0 0-3 16,0 0-2-16,0 0-1 0,0 0-3 0,0 0-2 15,0 0 0-15,0-26-6 0,2 15 5 0,1-1-6 16,-1 1 1-16,5-1-4 0,2-4-2 16,0-1-3-16,2 3-1 0,2 1-2 0,0 2 2 0,-1-1-1 15,-3 5-2-15,0 2-2 0,0 0-3 16,-1 2 3-16,-2 1-3 0,-6 2 0 0,19 5 0 16,-11 0 1-16,1 0 0 0,-1 4-2 0,-2-1 3 0,0 2-5 15,1 2-5-15,-2 1-4 0,1-2-20 0,-3 1-18 16,1 4-30-16,-2-4-26 0,0-2-30 15,0 2-36-15,-1-1-22 0,-1-1-165 0,2 1-399 0,-2-11 177 16</inkml:trace>
  <inkml:trace contextRef="#ctx0" brushRef="#br0" timeOffset="27565.18">21825 3284 39 0,'5'-3'188'0,"-5"3"-16"0,0 0-16 0,0 0-20 16,0 0-19-16,0 0-12 0,0 0-5 0,0 0 1 15,0 0-3-15,8 17-8 0,-8-7-6 0,0-10-7 16,1 17-1-16,-1-17 4 0,0 17-4 0,0-10 0 16,0-7-5-16,0 12-3 0,0-12-3 0,0 0 1 15,0 12 10-15,0-12 15 0,0 0 12 0,0 0 13 16,0 0 7-16,0 0-11 0,0 0-12 0,0 0-14 16,0 0-5-16,0 0-8 0,0 0-6 0,-14-27-5 15,13 18-13-15,1 9-1 0,0-20-6 0,1 9-3 16,0-1-4-16,2-4-4 0,1 0-3 15,1 0-7-15,3-2 8 0,2 1-11 0,-1-1-4 0,-2 1-2 16,3 3-4-16,1-3 3 0,-6 10-4 0,0 2-5 16,-5 5 0-16,8-10-1 0,-3 6-2 0,-5 4-4 15,12 0-1-15,-12 0 1 0,0 0-2 0,20 11 2 16,-14-1-6-16,0 1 7 0,2 3-4 16,2 3 3-16,-3-1 0 0,0 1 0 0,1 1 2 15,-2-1 2-15,3 7 1 0,-2-6 0 0,-3 0-2 16,0-1 1-16,2 0-15 0,-1-2-24 0,-1 0-33 15,0-4-33-15,-2 2-27 0,2-4-40 0,-4-9-35 0,8 18-21 16,-7-10-184-16,-1-8-448 0,0 0 199 0</inkml:trace>
  <inkml:trace contextRef="#ctx0" brushRef="#br0" timeOffset="27710.1">21911 3332 105 0,'0'0'193'0,"-5"-5"-12"0,5 5-4 15,0 0-28-15,0 0-8 0,0 0-16 0,10-16-16 16,0 13-6-16,2 0-20 0,7-2-33 0,9-4-36 16,1 3-45-16,-1-2-56 0,2 4-132 0,-4-3-237 15,0-2 105-15</inkml:trace>
  <inkml:trace contextRef="#ctx0" brushRef="#br0" timeOffset="29402.22">6671 5224 22 0,'-5'-3'177'0,"0"-2"-9"0,5 5-11 0,-9-5-20 16,9 5-8-16,-11-2-18 0,11 2-10 0,-14 2-9 16,5 5-13-16,0-1-6 0,-5 5-10 15,3 4 0-15,-3 8-5 0,-2 3 6 0,2 2-11 16,0-2-4-16,4 2-4 0,0-2-5 0,3-2-1 0,4-5-4 15,1 0 0-15,0-1-18 0,4 0-3 0,2-2-2 16,-1-4 3-16,2 4-2 0,5-4-2 0,-4 0-1 16,5 0 3-16,4-2-6 0,-4-3-3 0,1 0-13 15,5-4-9-15,-1 0-6 0,2-1 0 0,0-4-9 16,-1 1-2-16,2-6-2 0,-1 2 3 0,1-5-6 16,-1 0 15-16,2-6 0 0,3 1 3 0,-2-4-5 15,-2-2 14-15,-1-1 10 0,-4 2-6 0,-3 6-1 16,-3-3 11-16,2 2 11 0,-3-1 9 0,-1 5 9 15,-1 1 9-15,-1 1 1 0,-2 4-3 0,1 0-4 16,-3 5-6-16,4-8 1 0,-4 8-15 0,0 0 1 16,0 0-1-16,0 0-2 0,0 0-1 0,0 0-1 15,-5 34-1-15,3-17 3 0,2 0-8 0,-1 1 8 16,1 0-6-16,1-1-1 0,2-5 3 0,1 5-2 16,-2-5 2-16,5-2 1 0,0-3-3 0,0 2 4 15,1 1-3-15,2-4 4 0,0-1-3 0,2-3 0 16,1-1 3-16,0-2-2 0,1 0 1 0,-1-2-1 15,4-6 3-15,-2 2-1 0,-6-2 6 0,1 2 6 16,-2-4-2-16,-3 2-3 0,-2-3 6 0,-2 1-11 16,-2-6 1-16,-1 2 0 0,-3-3-3 0,-1 1 0 15,-4 0-2-15,-3 1 2 0,0 1-3 0,-4 3-4 16,2-1-7-16,0 4-2 0,3 1-9 0,0 5-9 16,1-1-8-16,-3 2-24 0,5 5-15 0,0 3-16 15,0 2-20-15,-2 3-12 0,3 6-25 0,0 9-114 16,3 1-279-16,2-3 124 0</inkml:trace>
  <inkml:trace contextRef="#ctx0" brushRef="#br0" timeOffset="30404.14">7207 5657 49 0,'8'-6'198'0,"0"1"-1"16,-2-4-9-16,2 1-4 0,-3-3-10 0,1-1-4 15,1 1-8-15,-4 1-8 0,4-5-20 0,-2-1-11 16,-4-1-11-16,2 1-14 0,-3-3-7 0,0 3-14 15,0-4-3-15,-3 4-11 0,0-2-4 0,-1 1-6 16,0 5-6-16,-1 0-4 0,0 2-6 16,0-1-3-16,-1 2-7 0,3 3-1 0,-1 1-3 0,4 5-5 15,-7-12-1-15,5 10-6 0,2 2-4 0,-4-8-5 16,4 8-19-16,0 0 0 0,0 0 0 0,0 0 0 16,0 0 1-16,0 0 7 0,0 0-7 0,22 3 7 15,-12-3-1-15,3 1 1 0,-2 1-3 0,7 0 0 16,-5-1 6-16,2 2-1 0,-5-1-1 0,2 4-1 15,-1-3 0-15,0 6 5 0,-5-2-4 0,4 2-3 16,-3 1 3-16,-1 0 3 0,-2 0 1 0,0 2-3 16,0-2-2-16,-1 3 6 0,1-4 0 0,-1 4-1 15,3 1 4-15,-3-5-2 0,2 2 2 0,1-2-4 16,0 0 4-16,2-3 3 0,0 4 0 0,3-6-2 16,-2 1 2-16,2-3 2 0,0-1 1 15,-1 1-2-15,1-2 4 0,0-3-2 0,-5 1-3 0,5-1 3 16,-2-5 3-16,2 2-2 0,-1-2-3 0,-3-2 0 15,0 0-2-15,0-5 0 0,-2 4 1 16,-3-7-2-16,0 6 3 0,0-4-3 0,-3 3 0 0,0-4-1 16,-2 5 0-16,-1-4-5 0,-2 1 0 0,1 2-1 15,-1 3 2-15,0 1 0 0,4 3 1 0,-2 0-3 16,0 2 5-16,4 4-8 0,0 0-3 0,-4-10-15 16,4 10-7-16,0 0 6 0,-1-6 3 0,1 6 4 15,0 0 1-15,0 0 1 0,23 3 3 0,-12 0 2 16,1 0 1-16,1 1 0 0,-2 1 2 15,0 0 1-15,1 0 0 0,-3 0 1 0,2 4-1 16,-1-1 3-16,-4 2 3 0,3 3-8 0,-1 1 9 0,-2-4-6 16,-2 3 6-16,-2-3 0 0,1 1-2 0,2-1 3 15,-1 1 0-15,-1-2-1 0,0 0 6 0,0 1-1 16,2-3-1-16,-1 2 1 0,0-5-2 0,1 1-1 16,-1 0 4-16,0 0-1 0,1-2 5 15,-5-3-1-15,14 2-1 0,-7-2 2 0,-7 0 9 0,18-4-5 16,-8-1 6-16,1 0 0 0,0-1 1 0,1-1 2 15,-1-4 8-15,2-1 0 0,-4 0-6 0,4-3-4 16,-3 0 3-16,-2-4-7 0,-1 6 7 0,0 1 0 16,-2-3-5-16,-3 5 3 0,1-1 0 0,-2 0-5 15,-1 2 2-15,0 2 2 0,0 7 2 0,0-9-2 16,0 9-3-16,0-10-1 0,0 10-3 0,0 0-6 16,-1-10-6-16,1 10 4 0,0 0-4 0,0 0 0 15,-13 20-4-15,4-4 8 0,3-2-1 0,-1 4-1 16,2 1-9-16,0-2 7 0,1 1 3 15,2-3-2-15,2-2 1 0,0 0-6 0,2-3 5 16,2 2-2-16,1-5 2 0,2 2 3 0,2-2 2 0,1-1 0 16,1-2-1-16,2-3 0 0,2-1 0 0,3-4 2 15,1 0 0-15,2-5-4 0,-4 2 0 0,0-3 1 16,1 0 3-16,-1-1-3 0,-4 0 3 0,-1-3-2 16,0 0 3-16,-2-1-1 0,-1 0-3 15,-4 1 1-15,-1 0 0 0,0-3-5 0,-1 1 3 0,-2 0-4 16,-1 5 5-16,0 0 1 0,0 5-2 0,0 6 3 15,0-14-4-15,0 14-3 0,0-7-5 0,0 7-4 16,0 0 0-16,0 0-1 0,0 0 2 0,0 0-1 16,0 0 3-16,0 0-2 0,-3 36 2 0,3-19 6 15,-1-2 0-15,1 4-3 0,-1-2 4 0,1 2-4 16,0-1 5-16,0 1 0 0,-3-1 4 0,4 3-3 16,-1-4-2-16,-1-1-6 0,1 2-21 0,0-2-28 15,-2 0-38-15,0 1-32 0,4-6-53 0,-5 6-166 16,-2-2-374-16,2-2 165 0</inkml:trace>
  <inkml:trace contextRef="#ctx0" brushRef="#br0" timeOffset="30639.04">8134 5180 226 0,'-3'-10'228'16,"1"3"-20"-16,2 7-26 0,-3-10-18 0,3 10-23 15,-1-6-15-15,1 6-13 0,0 0-14 0,0 0-1 0,18 27-8 16,-8-5-6-16,0 3-8 0,1 4-4 0,-3 4-5 16,2 1-5-16,-4 0-4 0,-2 1-8 0,0 0-1 15,-1-3-8-15,0 2-2 0,-1 0-1 16,0 1 2-16,-1-3-17 0,-1-1-29 0,1 0-27 16,-3-3-35-16,2-1-37 0,0-3-34 0,0-4-29 15,-2-5-142-15,1-2-334 0,1-3 148 0</inkml:trace>
  <inkml:trace contextRef="#ctx0" brushRef="#br0" timeOffset="30846.6">8185 5401 19 0,'3'-12'153'0,"1"7"-10"0,-1-1-11 15,3 2-11-15,-6 4-4 0,15-5-2 0,-6 3-6 16,1 5-5-16,0 0-5 0,0 2-13 0,1 3-7 15,4 4-3-15,-6 0-11 0,2 3-5 0,-2 2-4 16,-4 0-6-16,-2-2-1 0,-3 2-10 0,-1 2-18 16,-3-2-22-16,-1-1-39 0,-2 1-27 0,-1-1-37 15,-1 0-35-15,-2-3-85 0,1-4-243 0,5-5 108 16</inkml:trace>
  <inkml:trace contextRef="#ctx0" brushRef="#br0" timeOffset="31324.59">8341 5413 104 0,'0'0'138'15,"0"0"2"-15,0 0-8 0,3 26-10 0,0-16-7 16,0 0-13-16,1-3-3 0,0 4-6 0,2-2-1 16,-1-2-10-16,2 2-7 0,-1-6-6 0,3 5-1 15,1-5-11-15,0-1-3 0,1 1-4 0,0-1-5 16,1-4 0-16,-1 0-2 0,-1 1-6 0,-1-4-3 15,0-2 1-15,0 0 4 0,-2 3-3 0,-4-5-5 16,4 0-3-16,-3-2-3 0,1 1 5 0,-2-2 2 16,0 2-8-16,0-1-2 0,-2-3-7 0,1 4 1 15,2 0-1-15,-2 0 3 0,0 3-9 0,1 2-4 16,-3 5-1-16,7-10-5 0,-2 9-1 0,-5 1 1 16,12-1 0-16,-12 1-1 0,16 9 0 0,-8-3 4 15,3 3-4-15,-3 1 0 0,0-1 0 0,1 1-1 16,-2 0 4-16,1-1 1 0,-3 0-4 0,-1-3 6 15,0-1 0-15,-1 1-1 0,-3-6 5 0,6 8 14 16,-6-8 10-16,3 5 19 0,-3-5 10 0,0 0 3 16,0 0-7-16,0 0 4 0,0 0-6 0,0 0-6 15,8-13-4-15,-5 5-6 0,1-3-2 0,1 0-7 16,-1-2-7-16,4 3-1 0,2-4-5 0,-3 0 2 16,1 3-4-16,1 1-3 0,0 4-4 0,0-2-2 15,0 3 0-15,0 1-4 0,0 0 0 0,-3 4-4 16,6 3 0-16,-2-1-2 0,-1 3-3 0,-1 1-16 15,-1 2-7-15,1 7-25 0,-3-4-27 0,-2 1-34 16,0 1-41-16,0-1-29 0,-2 4-34 0,2 0-120 16,-2-4-367-16,0-3 163 0</inkml:trace>
  <inkml:trace contextRef="#ctx0" brushRef="#br0" timeOffset="31890.56">9054 5332 149 0,'-1'-13'205'15,"0"1"5"-15,-2 0 5 0,0 5-4 0,2 1-3 16,1 6-10-16,-2-11-15 0,2 11-16 0,-7-7-22 16,7 7-18-16,0 0-17 0,0 0-13 0,0 0-5 15,-20 17-13-15,11-7-3 0,-1 5-9 0,2 3-8 16,0-1-9-16,2 1 4 0,2-3-12 0,0 2-5 16,3-3-2-16,0-4-7 0,2 0 0 0,0 2-3 15,2-3-7-15,-1-2-6 0,2 1-5 0,2-3-2 16,0-1-8-16,1-2 3 0,-7-2-2 0,17-3-7 15,-8 0-3-15,1-2 4 0,-1-3-3 0,-3-1 7 16,3-4-3-16,-1-3 2 0,0 0 4 0,-3-1-2 16,-1-2 1-16,-4-1 5 0,4-6-4 0,-4-2 7 15,-2 0-3-15,2 0 0 0,-2 0 3 0,-1 0-3 16,2-2 5-16,-3 1 4 0,0 0-1 0,0 5 16 16,1 5 2-16,1 4 12 0,0 2-6 0,0 4 5 15,0 0-6-15,1 4-7 0,1 5-10 0,-2-10-9 16,2 10-5-16,0 0 5 0,0 0-2 0,0 0-4 15,3 36 0-15,-1-12 3 0,0 3 0 0,2 0 1 16,-2 2-3-16,2 3 3 0,1-5-1 0,-4 2 1 16,3-2-1-16,0-1 7 0,2-7-2 0,1-2-7 15,-1 1-3-15,4-4 6 0,1 0-2 0,-4-2 0 16,5-5-2-16,-3 1 0 0,5-4-8 0,-1-3-5 16,-2 0-4-16,7-1-5 0,-5-2-8 0,-1-3 5 15,4-3-4-15,-1-2 2 0,-5 2 0 0,3-5 3 16,-1 0-2-16,-2-2 2 0,-2 0-1 0,-2-1 5 15,-2 5 3-15,-2 0 0 0,1 1 7 0,-1 1 13 16,0 3 7-16,-2 6-2 0,2-11-6 0,-2 11-7 16,0 0-2-16,2-7 0 0,-2 7-4 0,0 0 4 15,0 0 1-15,0 0 0 0,-6 29 6 0,5-18-1 16,1 1-1-16,0 4-2 0,0 1-9 0,3-2-26 16,-2 2-36-16,0-6-45 0,3 0-58 0,3 5-60 15,-4-6-149-15,1-3-417 0,0 3 185 0</inkml:trace>
  <inkml:trace contextRef="#ctx0" brushRef="#br0" timeOffset="32059.12">9266 5103 1906 0,'-6'-11'5'15,"-3"3"-12"-15,3 1-5 0,-1 0-38 0,2 3-55 16,5 4-6-16,0 0 22 0,0 0 10 0,0 0 3 15,0 0-16-15,12 23-7 0,-1-6-16 0,2 4-65 16,0 2-194-16,6-3 86 0</inkml:trace>
  <inkml:trace contextRef="#ctx0" brushRef="#br0" timeOffset="32258.62">9551 5338 205 0,'0'0'197'0,"0"-7"-11"0,0 7-9 0,-2-13-16 16,2 13-5-16,-3-16 10 0,3 6-11 0,0 0-11 15,0 1-12-15,1-1-16 0,2 0-17 0,1 2-7 16,0 1-12-16,5 2-8 0,-3 0-14 0,0 2-5 16,5-1-5-16,0 4-8 0,-1 3-7 0,-1 0-2 15,3 2-3-15,-3 1-1 0,6 3-4 0,-7 0-12 16,3 3-10-16,-3-3-22 0,2 6-21 0,-1-1-38 16,-1-1-43-16,-2-1-46 0,3-2-174 0,-5-1-371 15,2-2 163-15</inkml:trace>
  <inkml:trace contextRef="#ctx0" brushRef="#br0" timeOffset="32766.64">9972 5129 160 0,'-5'-2'214'16,"5"2"-14"-16,-12-7-19 0,12 7-7 0,-14 1-18 15,4 3-8-15,0 2-14 0,1 1-9 0,-5 4-14 16,3 3-8-16,2-2-11 0,1 2-12 0,4-2-7 15,0 0-7-15,1-1-6 0,5 0-8 0,-1 1-6 16,4-2-20-16,4-1-19 0,1 0-8 0,2-5-15 16,2-1-9-16,2-2-5 0,1 2 1 0,0-7-3 15,-1-1 8-15,2 1 3 0,-6-3 3 0,-3 1 9 16,1-1 1-16,-3 1 11 0,0 1 5 0,-2 0 7 16,-1-1 11-16,-4 6 10 0,6-10 11 0,-5 5-1 15,-1 5 5-15,3-7-6 0,-3 7-4 0,2-7-10 16,-2 7-6-16,0 0-5 0,0 0-2 0,0 0-6 15,0 0-1-15,4 36 4 0,-1-8 0 0,-2 5 2 16,4 14 0-16,4 3-2 0,1 1 6 0,1 1-2 16,-1 1 4-16,4 2-2 0,-4-1 2 0,4-2 6 15,-2-2 5-15,3 0-3 0,-2-6 0 0,-2 1-1 16,-1-10 6-16,-2 0-14 0,-1-1 4 0,2-3-6 16,-3 2 2-16,-4-6-2 0,-2-1-3 0,2-5-1 15,-5-4 5-15,-3 1 0 0,-4-4-1 0,-2-2-2 16,-6-3-3-16,-1-2 1 0,-3-5-4 0,-8-2-6 15,0-2-5-15,-3-7 0 0,2-8-3 0,1-2 0 16,0-3 0-16,6-3-4 0,2-2 2 0,3-2-1 16,4-3 1-16,5-3 0 0,2 1-5 0,0-1-9 15,8 0-3-15,5 2-7 0,2-2-6 0,3 3-17 16,4 0-11-16,1 0-11 0,8 3-13 0,3 3-16 16,11-6-15-16,4 4-22 0,2 3-39 0,5 1-33 15,-11 9-110-15,13-7-347 0,3 1 153 0</inkml:trace>
  <inkml:trace contextRef="#ctx0" brushRef="#br0" timeOffset="33420.75">11168 5410 173 0,'0'0'278'0,"0"0"-23"0,0 0-1 0,0 0-27 15,0 0-18-15,6-26-21 0,-1 15-16 0,1-6-18 16,1 2-15-16,3-3-14 0,1-5-10 0,0-1-13 16,2-1-5-16,0 2-15 0,1-1-9 0,-1 0-7 15,-6 1-10-15,5-2 1 0,-2 0-5 0,-2-3-7 16,-1 2 0-16,-2 1 0 0,-1-3-2 0,0 3 0 16,-1-3-5-16,-3 2 3 0,-1 7-6 0,1 2 4 15,-2 1 3-15,2 6-1 0,0-2-5 0,-2 7-5 16,2 5-2-16,-3-14-8 0,2 10-11 0,1 4-3 15,0 0 1-15,0 0 4 0,0 0-11 0,-12 29 1 16,6 0-2-16,1-2 5 0,-3 5-6 0,4 2 6 16,2-3-4-16,0 0 1 0,1-1 5 0,2-1 0 15,6-4-2-15,-2-5-3 0,3-2 4 0,2 0-2 16,0-3 1-16,2-1 1 0,3 1 2 0,1-4 0 16,0-3-6-16,2-1 1 0,2-2-8 0,-3-1-3 15,-1-3-7-15,3-1-3 0,-2 0-4 0,0-4-3 16,-3 1 4-16,1-5 1 0,-5 1 4 15,-1 1 7-15,1-2-3 0,-4 0 0 0,1-3 2 0,-1 2-1 16,-3-2-1-16,2-1 6 0,-5 1 1 0,3-1 3 16,-1 2-3-16,0 1 7 0,-2 2 5 0,0 7 5 15,0-12 2-15,0 12-5 0,2-8-5 0,-2 8-5 16,0 0-5-16,0 0 0 0,0 0 3 16,0 0-3-16,0 0 2 0,0 0-2 0,-5 27 3 15,3-16 6-15,2-11-3 0,2 21 0 0,1-12-3 0,1 2 3 16,-2-2 2-16,2-2-1 0,1 1 0 0,4-1 0 15,-2-2-2-15,2 0 2 0,1-3-2 0,1-1-2 16,-11-1 5-16,19-1-5 0,-7-1 5 16,-2-1-5-16,0-2 2 0,2-2 3 0,-4 2 1 15,-1-3-5-15,0 0 3 0,-4-2 2 0,0-1-3 16,-1-2 4-16,1 4-8 0,-3 9 4 0,-9-23-3 0,7 11-7 16,-5 0-2-16,0-2-12 0,-3 5-13 0,0 2-20 15,0-1-15-15,0 4-22 0,-2 1-28 0,1 3-18 16,11 0-23-16,-15 1-23 0,15-1-26 15,-14 6-158-15,6 1-399 0,8-7 177 0</inkml:trace>
  <inkml:trace contextRef="#ctx0" brushRef="#br0" timeOffset="34141.51">11926 5031 208 0,'5'-2'211'0,"-5"2"5"0,6-5 5 15,-6 5-8-15,0 0-9 0,0 0-14 0,0 0-21 16,0 0-20-16,0 0-14 0,0 0-18 0,0 0-2 15,-19 27-17-15,6-12-6 0,-1 0-9 0,3 0-7 16,-8 4-8-16,11-5-10 0,-1 1-7 0,4-4-3 16,5 0-7-16,0 1 1 0,0-12-6 0,5 21 0 15,0-15-7-15,3 0 0 0,1-1-6 0,3-3-5 16,-1 1-10-16,8-1-3 0,-6-4-11 0,5-1-2 16,1 0-3-16,0-3 2 0,-2-1 1 0,-1 1 3 15,-3-1-2-15,-5 0 0 0,-2 0-2 0,0-2 7 16,1 0 0-16,-5-1-4 0,6 1 2 0,-8 2 4 0,0-3 1 15,0 10 4-15,2-11 1 0,-2 11-3 16,0-7-3-16,0 7 2 0,0 0-12 0,0 0 1 16,0 0 0-16,0 0 2 0,0 0 3 0,0 0 6 15,0 0-7-15,0 0 2 0,3 31-3 0,1-23-8 16,4-1-11-16,-1 1-18 0,5-1-33 0,3-1-26 16,6-1-23-16,8-1-16 0,4-5-21 0,-2 1-11 15,5-3-4-15,0 1-3 0,-2-3 16 0,2 0-85 16,-2-2-268-16,-6 0 889 0,-3 1-459 0,-9 0 32 15,0 1 29-15,-6 0 21 0,-2 2 26 0,-3-3 17 16,-5 6 17-16,8-10 9 0,-8 10 3 0,3-13 1 16,-3 13-5-16,0 0 14 0,-13-17 0 0,6 12-3 15,0 2 7-15,-4 3-1 0,-1 0-8 0,2 2-7 16,-4 1 2-16,-1 5-7 0,1-2-2 0,-1 4-1 16,4-2 4-16,-2 3-12 0,5-2-8 0,1 0-3 15,2 0 0-15,1 1-4 0,1-1-2 0,3-9-1 16,0 18-4-16,0-18 0 0,7 15-5 0,3-10 4 15,-1 1-3-15,1-3-2 0,2-1-2 0,-12-2 2 16,24-2-8-16,-8-3-1 0,-5 1-2 0,5-2-1 16,0-4 6-16,-2-1-8 0,-3 0-1 0,-1-3-1 15,-4 0-2-15,0-3 1 0,-4 0-1 0,-2-1 6 16,-2-1-6-16,-4-6 1 0,-2-1-1 0,2-1 1 16,-1-3-1-16,-2 5-1 0,2-2 4 0,0-1 4 15,-2 0 2-15,-1-1 5 0,0 1 1 0,3 5 24 16,1 4 1-16,1 3 8 0,2 6 17 0,2 1 0 15,-4 0-2-15,3 4-13 0,2 5-9 0,-4-6-8 16,4 6-10-16,0 0 3 0,0 0-9 0,0 43 5 16,6-14-5-16,-4 3 0 0,1 3 10 0,-2-3-10 15,2 3-8-15,2-1 4 0,-1 1 2 0,-2-1-4 16,5-4-1-16,-2 1 5 0,2-3-33 0,-3 0-44 16,3-2-38-16,-1 0-62 0,-2-8-61 0,-1-1-66 15,0-1-159-15,-3-5-483 0,0-11 214 0</inkml:trace>
  <inkml:trace contextRef="#ctx0" brushRef="#br0" timeOffset="35484.11">13993 5221 188 0,'-4'-11'255'0,"1"0"-23"0,-1-1-26 0,4-5-14 15,0-3-15-15,0 1-17 0,5-7-8 0,-1-1-17 16,0-1-11-16,2 1-9 0,0-1-13 0,-2-1-9 15,1 1-15-15,-1 1-3 0,-2 1-9 0,-2 1-6 0,0 6-7 16,0 3 1-16,-4 0-9 0,4 5-4 0,-4-1-3 16,-1 4-5-16,1 2 2 0,0 0-3 0,-2 3-6 15,6 3-8-15,-15-2 0 0,8 7-4 16,-9 2 1-16,1 5-7 0,3-1 4 0,1 2-4 16,1 2 0-16,0-1-4 0,6 3 4 0,-1 1 0 15,7-4-2-15,2 1-4 0,1-2 4 0,7-1-1 0,1-1-1 16,7-2 2-16,7-2-3 0,1 0-2 15,3-4 0-15,1-3-4 0,1-1-1 0,-4-3 0 16,-1 1-3-16,-7 1 2 0,-1-1-3 0,-7 1 3 0,1 0 6 16,-4 1-6-16,-2 1 0 0,-8 0-5 15,14 0-1-15,-14 0-1 0,9 3 0 0,-9-3-1 16,7 7 4-16,-3 0 0 0,3 1 0 0,-3 2 2 0,-1 1 3 16,1-1 2-16,0 2-1 0,1-1 0 15,4-2-2-15,-6 3 9 0,3-3-4 0,1 1 2 16,5-3 2-16,-4-1 1 0,3-1-1 0,3-2 2 15,3 0-1-15,2-4 2 0,1-1 0 0,0-2-1 16,7-6-2-16,-7 3 1 0,-2-2 2 0,-1 0-2 16,-2 0 2-16,1-2-1 0,-4-2-4 0,1-2 1 0,-5 1 0 15,-2-5-2-15,-1 5 4 0,-1-4-4 16,-3 2 4-16,-1-3-10 0,-2 0 7 0,-1 2-5 16,-1 0 3-16,-1 1 3 0,1 6-6 0,-1-1-3 15,0 3 3-15,3 2-4 0,-2 0 0 0,4 6-4 16,-7-5 0-16,7 5 0 0,0 0 6 0,-18 23-4 15,11-6 4-15,-2 6-2 0,-1 3 2 0,3-7 0 16,2 5-1-16,3-6 0 0,2 1 10 0,0-1-7 16,4 0 2-16,-2-5 0 0,6 0 5 0,3 3-3 15,2-6 5-15,1-1-2 0,3-3 0 0,3-2-5 16,8-1-4-16,-1-5-10 0,-5-2-4 0,-2 0-7 16,7-3-9-16,-8-1 2 0,-2-1 0 0,6-5 7 15,-10 4 1-15,-2-3-1 0,-2-2 10 0,-2 1-2 16,-2 0 5-16,0-3 0 0,-4 0 6 0,-1-1 1 15,-1 1 6-15,-4 3 4 0,2 1 11 0,3 6 5 16,-2-3 9-16,2 4-5 0,0 6-5 0,-3-9-6 16,3 9-5-16,0 0-2 0,0 0 5 0,0 0-7 15,0 0 1-15,0 0-5 0,0 32 7 0,0-15 3 16,-1 1-4-16,-1 0-2 0,1 0 5 0,0 0-2 16,1-3 0-16,0-2-4 0,1-2 2 0,-1 0 0 15,1-1 2-15,1-3-2 0,0-2-3 0,0 0 3 16,3 0 3-16,-5-5-2 0,11 5 0 0,-3-3 9 15,-8-2-7-15,21-6-3 0,-9 2 0 0,3-6-2 16,-1 1 0-16,2-4-3 0,-3 1-1 0,3-1 1 16,-5-1-3-16,1 1 0 0,1-3-1 0,-3 3 1 15,-1 0 0-15,-1 1-1 0,-2 6 2 0,-1-1-3 16,-3 3 0-16,3-2-1 0,-1 2 1 0,-4 4-4 16,0 0-3-16,4-6-2 0,-4 6 3 0,0 0 2 15,0 0 5-15,0 0-5 0,11 13 6 0,-11-13-3 16,5 7 0-16,-1 0 3 0,-2-2 0 0,3 1 2 15,2-1 3-15,-2-1 1 0,3-2-2 0,3 0 3 16,2-1-2-16,-2-2 4 0,7-1 2 0,-5-2-6 16,1 1 2-16,-4-4 2 0,1 2 1 0,-1-2-4 15,1 0-1-15,-2 0 1 0,-1-2 6 0,1 2-2 16,-4-2 1-16,-1-1 6 0,-2-1 8 0,1 1-6 16,0 0 1-16,-2 3-4 0,-1 0 4 0,0 7 0 15,1-9-6-15,-1 9 0 0,0 0-6 0,-1-10-4 16,1 10-5-16,0 0 5 0,0 0-1 0,0 0-3 15,0 0 4-15,0 35-3 0,-1-20 4 0,-2 3-4 16,3 7 1-16,-2-6-5 0,2-2 6 0,-1 0 1 16,-1 4 3-16,3-3-5 0,-1-2-23 0,1 1-24 15,0 0-36-15,-2-6-36 0,2 0-51 0,1 1-48 16,-2-1-144-16,0-11-392 0,-4 15 174 0</inkml:trace>
  <inkml:trace contextRef="#ctx0" brushRef="#br0" timeOffset="35648.15">14863 4705 7 0,'0'0'103'0,"-4"-9"-19"0,4 9-19 0,0 0-26 15,0 0-31-15,25 4-59 0,-12 1-56 0,7-5 25 16</inkml:trace>
  <inkml:trace contextRef="#ctx0" brushRef="#br0" timeOffset="35858.08">15427 4621 2115 0,'12'-11'47'15,"-3"2"29"-15,-6-3 9 0,1-4-34 16,-2 4 0-16,-1 4 23 0,2-2 3 0,-3 4 1 16,0 6 9-16,-3-13 10 0,3 13-6 0,0-13-8 15,0 13-7-15,0 0-16 0,-1-5-12 0,1 5-6 16,0 0 1-16,0 0 2 0,10 53-9 0,-6-23-3 15,2 6 1-15,-1-1-2 0,-4 15-2 0,1-5-4 0,-2-11-2 16,0 2-4-16,0-4 0 0,0 0 0 0,0 0 0 16,0-3-17-16,0-2-19 0,0-9-39 15,0 1-38-15,0-2-50 0,0-3-61 0,0-4-53 16,0 0-219-16,0-10-516 0,-3 9 228 0</inkml:trace>
  <inkml:trace contextRef="#ctx0" brushRef="#br0" timeOffset="36258.37">15256 4755 57 0,'0'0'172'0,"0"0"-18"16,19-10-16-16,-6 6-15 0,9 1-8 0,5-1-5 16,2 3-17-16,5-3-4 0,1 2-14 0,0-2-2 0,0 2-11 15,0 0-6-15,-1-2-5 0,-3 3-8 16,-3 2-4-16,-9-2-3 0,-1 1-9 0,-8 0 0 15,2-2-6-15,-5 2 7 0,-7 0 1 0,12 0 2 16,-12 0 3-16,8 5 0 0,-8-5 1 0,0 8 11 16,0-8 6-16,-8 20-1 0,-1-8 10 0,-1 4-7 15,2 0-4-15,-1 0-8 0,1 0-2 0,0 1 1 16,1 0-9-16,1 0-3 0,2-6 1 0,2 1-3 16,1-2-3-16,1-1-7 0,0-2 5 0,1 0-7 15,2-1 3-15,-3-6-4 0,8 8-1 0,-4-5-1 16,3-2-5-16,-7-1 1 0,13-1-2 0,-13 1 3 15,13-6 4-15,-4 0-4 0,-3-2-2 0,1 1 3 16,-2-1-4-16,1 0 7 0,2 1-7 0,-2-3 0 16,1 4-3-16,-3 1 0 0,1 0 0 0,-5 5-8 15,6-6-2-15,-6 6 4 0,10 0-1 0,-10 0 0 16,11 7-8-16,-3 0-30 0,0 1-29 0,-3 0-42 16,2 3-48-16,-5 0-49 0,1 1-111 0,2 0-346 15,-3 0 154-15</inkml:trace>
  <inkml:trace contextRef="#ctx0" brushRef="#br0" timeOffset="36443.68">15885 4870 9 0,'6'-10'189'0,"2"-1"-3"0,2 1-3 0,-2 2-1 16,-1 1-13-16,1 1-17 0,-8 6-16 0,12-7-12 15,-7 5-14-15,-5 2-12 0,0 0-9 0,25 6-7 16,-20 0-4-16,4 0-9 0,-1 3-4 0,-2 1-17 15,1 1-25-15,-2-2-43 0,1 4-52 0,1-5-44 16,-2 2-52-16,-1-2-102 0,-4-8-292 0,9 13 130 16</inkml:trace>
  <inkml:trace contextRef="#ctx0" brushRef="#br0" timeOffset="36795.64">16264 4668 15 0,'-3'-12'236'0,"3"12"-15"16,-6-6-24-16,6 6-23 0,-5-1-16 0,5 1-12 16,-10 11-1-16,2 4-7 0,1 3-8 0,-5 3-9 15,5 3-15-15,1-6-11 0,1 3-2 16,3-2-12-16,3 0-6 0,4 0-7 0,4-3-1 0,4 0-8 16,2-3-2-16,10 0-7 0,1-3-6 0,6-1 1 15,2-5-5-15,3-3-8 0,-5-2-7 0,-2-5-8 16,1-1 1-16,-2 1-6 0,-1-3-3 0,-2-3-2 15,-2 1 1-15,-6 0-3 0,-1 1 1 16,-4-1-3-16,-2-3 2 0,-1-1-1 0,-3 1 1 16,-2-3 0-16,2 2-1 0,-5 0-4 0,-2 2-1 0,0-2 7 15,-2 5-1-15,-1-1 6 0,0 5 4 0,-1 0 0 16,4 6-2-16,-7-5-2 0,-1 5-5 0,8 0-1 16,-24 15 0-16,7-2-2 0,4 2-1 15,-3 6 0-15,2 2 0 0,4-5-20 0,5 0-28 16,2 1-34-16,3-3-50 0,6 0-35 0,6 0-27 15,9 3-175-15,5-5-395 0,8-4 175 0</inkml:trace>
  <inkml:trace contextRef="#ctx0" brushRef="#br0" timeOffset="37274.64">17426 4642 24 0,'1'-5'252'15,"-1"5"-20"-15,2-12-30 0,-2 12-21 0,1-4-21 16,-1 4-15-16,0 0 1 0,0 0-3 0,5 28-7 16,-5-16-7-16,1 4-15 0,2 2-6 0,0 1-15 15,4-2-9-15,1 0-4 0,-1-1-6 0,4-2-7 16,1 0-8-16,0-1-2 0,3-3 2 0,1-2-5 16,-2-4-12-16,2 0-2 0,-2-1-1 0,4-1-2 15,-1-2-4-15,-6-2-3 0,2 0-2 0,-3 0-2 16,-1-3 2-16,0 0 1 0,-1-1 3 0,-2-1-3 15,-6 7-10-15,7-16 5 0,-6 7-3 0,-1-1-4 16,0 10-2-16,-1-22 0 0,-1 12-2 0,0 1 0 16,2 9-4-16,-4-13-1 0,4 13-2 0,-4-12-2 15,4 12-7-15,0 0-5 0,0 0 0 0,-1-10 0 16,1 10-1-16,0 0 9 0,0 0-6 0,0 0-1 16,0 0 0-16,23 22 3 0,-12-16 2 0,2-2 3 15,5 1 1-15,0-2 1 0,4 1-5 0,1-4 13 16,5-2-9-16,0 1 1 0,0-3-1 0,-9-2 3 15,-1 0-1-15,0-1 6 0,-5 2 5 0,-2-3 20 16,-2 2 7-16,-1-4 9 0,-2 0 4 0,-2-1-12 16,-1 0-2-16,-3 0 2 0,0 11 0 0,-5-26-7 15,-3 15-6-15,-1-3-7 0,-5 3-5 0,-4-3-21 16,4 5-12-16,-3-1-30 0,1 2-17 0,-3 0-23 16,2 4-25-16,3 2-27 0,14 2-40 0,-17-1-22 15,17 1-22-15,-12 3-13 0,12-3-153 0,0 0-420 16,0 0 186-16</inkml:trace>
  <inkml:trace contextRef="#ctx0" brushRef="#br0" timeOffset="37443.07">18009 4508 130 0,'4'-2'232'15,"1"-1"0"-15,-5 3 5 0,6-5-1 0,-6 5-8 16,0 0-14-16,9-5-13 0,-9 5-25 0,0 0-21 16,0 0-19-16,0 0-13 0,0 0-16 0,0 0-8 15,4 21-12-15,-5-5-5 0,-1 0-7 0,2 10-7 16,-1-11-3-16,-1 4-10 0,2 6-13 0,-3-6-30 15,4-3-37-15,1 3-34 0,-4-6-55 0,4 3-53 16,0-5-33-16,1 0-205 0,-5-1-438 0,2-10 193 16</inkml:trace>
  <inkml:trace contextRef="#ctx0" brushRef="#br0" timeOffset="37613.11">17839 4373 1843 0,'-7'-9'100'0,"-2"1"-58"0,4 1-39 0,-2 0-15 16,7 7-33-16,-10-5-6 0,10 5 2 0,0 0-14 15,0 0-9-15,0 0-20 0,0 0-19 0,0 0-33 16,9 31-82-16,-1-23-243 0,6 1 108 0</inkml:trace>
  <inkml:trace contextRef="#ctx0" brushRef="#br0" timeOffset="37806.81">18138 4359 19 0,'0'0'235'0,"0"0"-8"0,0-9 4 0,0 9-6 0,0 0-11 15,0 0-19-15,0 0-23 0,0 0-16 0,0 0-19 16,0 0-8-16,0 0-14 0,13 28-9 16,-7-8-12-16,3 3-4 0,-3 6-14 0,2 0 0 15,1 0-8-15,-3 1-4 0,2-2-6 0,1-1-1 16,-1 0-9-16,-2-2-5 0,-2-7-32 0,1 1-33 15,2-1-52-15,-5-3-46 0,3-3-69 0,-2-1-219 0,-3-3-440 16,0-8 196-16</inkml:trace>
  <inkml:trace contextRef="#ctx0" brushRef="#br0" timeOffset="38012.81">18325 4387 123 0,'1'-6'244'0,"-1"6"-21"0,0 0-28 16,4-6-16-16,-4 6-9 0,0 0 5 0,5 17 4 16,-3-7-10-16,5 9-13 0,-5 1-14 0,2 4-10 15,-1 4-12-15,-1-1 1 0,1 0-22 0,-1 0-4 16,0-6-11-16,0 2 4 0,-2 1-27 0,3-5-42 16,-2-2-62-16,0 0-51 0,3-5-79 0,-3 0-238 15,1 0-445-15,-2-12 197 0</inkml:trace>
  <inkml:trace contextRef="#ctx0" brushRef="#br0" timeOffset="38626.51">18951 4333 4 0,'4'-6'313'0,"-1"0"-25"15,2 1-31-15,-5 5-21 0,3-6-30 0,-3 6-16 16,0 0-18-16,0 0-4 0,6 22-2 0,-3-4-6 15,-2 7-11-15,1 2-9 0,0-1-14 0,1-1-13 16,-2 3-8-16,-1-1-5 0,4-1-8 0,-3-7-12 0,0 0 0 16,3-3-8-16,-1 4-2 0,1-5-10 15,-3-3-6-15,0-1-9 0,2 0-4 0,-2-4-3 16,2 0-2-16,-3-7-3 0,1 8 2 0,-1-8-4 16,1 9 0-16,-1-9 0 0,0 0-6 0,0 0 1 15,0 0-1-15,8 7-7 0,-8-7-11 0,0 0-13 16,0 0-2-16,20-18-2 0,-6 9-2 0,-1-3-5 15,2 1-1-15,1 3-4 0,0-2-3 0,-3 6 2 16,-3 2-5-16,-1-1-1 0,-9 3 2 0,13 0-3 16,-13 0 2-16,10 3 9 0,-5 1-3 0,-5-4 6 15,2 14-1-15,-4-7 0 0,-5 4 2 0,-4 1-3 16,0 2-8-16,-6-2-9 0,1 2-4 0,-7-2-1 16,6 0-5-16,-1-3 0 0,3-1-2 0,3-3 7 15,1 0 5-15,5 1 3 0,-1-5 3 0,2 2 5 16,5-3-5-16,-8 4 6 0,8-4 0 0,0 0 2 15,0 0 4-15,0 0 3 0,0 0-1 0,0 0 2 16,32-4 4-16,-12-1 0 0,0 0-5 0,8-5 6 16,0 3 2-16,0 1-4 0,-7 2-2 0,8-4 0 15,-1-2 5-15,-1 0-10 0,-8 1 0 0,7 0 5 16,-10-2 1-16,2 1 6 0,-6 0-5 0,3-1-2 16,-5-2 11-16,-1 4 3 0,4-5-2 0,-7 3 7 15,1-5 4-15,-1 2 5 0,-2 3-1 16,-4 1 9-16,3 4 5 0,-3 6 2 0,0-14 5 0,0 14 4 15,1-12-9-15,-1 12-1 0,0 0-10 0,0 0 3 16,-19 0-3-16,4 9 9 0,-2 1 6 0,2 3 8 16,-1 1-9-16,-6 5-1 0,7-4-4 0,1-1-2 15,4 2-3-15,2-1-3 0,3-2 3 0,4 0-13 16,0-2-36-16,4 0-46 0,5-1-71 16,5-4-85-16,5 2-245 0,10-5-512 0,6-1 227 0</inkml:trace>
  <inkml:trace contextRef="#ctx0" brushRef="#br0" timeOffset="39413.28">20097 4718 8 0,'4'7'178'0,"0"-3"-1"0,-4-4-9 0,0 0-6 0,6 5 0 16,-6-5-1-16,4 3 7 0,-4-3 5 0,0 0 10 16,5 4 17-16,-5-4-6 0,0 0-11 0,0 0-10 15,0 0-22-15,0 0-10 0,0 0-15 16,-10-27-11-16,7 19-10 0,-1-2-13 0,2 1-6 16,-1-2-2-16,-3 1-10 0,6-1-9 0,0-2-3 0,5-2-9 15,-2-3-9-15,3 2-2 0,0 0-9 0,2-1-8 16,7-5-4-16,-4 7-8 0,3 2-2 15,1 3-4-15,3 1-8 0,-5 4 0 0,6 4-2 0,-1 1-1 16,4 4 1-16,-2 2-6 0,2 7 3 16,-6 0 6-16,6 4-6 0,-5 5 3 0,-5-5-3 0,1 4 2 15,-2 2-3-15,-4-4 1 0,-2-3 4 0,-2-4 0 16,-1-1-1-16,0 1 2 0,-1-5-4 16,0 1 7-16,-1-8 5 0,0 9 3 0,0-9 4 15,-6 4-11-15,6-4 4 0,-13 2-5 0,13-2 4 16,-14-7 1-16,6 2 0 0,3 0-3 0,-2-3-1 15,1-1-6-15,4-2-5 0,2-2 4 0,0-3-3 0,4-3 2 16,0 1-4-16,6-7-5 0,0 1-4 16,-1 7 7-16,5 1-3 0,0 2 0 0,0 1 0 15,0 3 3-15,-2 3-4 0,-1 2-2 0,-1 4 4 16,1 0-1-16,-1 2-1 0,-1 4-1 0,1 1 2 16,0 3 4-16,-3 2-1 0,0 3 1 0,1 2-4 0,-3 2-20 15,-3 0-23-15,0-1-34 0,-1 1-34 0,-1 0-47 16,1-1-50-16,1-1-221 0,-1 0-481 0,2-6 213 15</inkml:trace>
  <inkml:trace contextRef="#ctx0" brushRef="#br0" timeOffset="39754.08">20789 4466 50 0,'-11'-3'211'16,"-1"0"-2"-16,-1 4-14 0,-6 4-6 0,2 2-13 15,-1 1-13-15,4 4-11 0,-3 1-14 0,6 4-7 16,-1-1-12-16,3 2-13 0,2 0-7 0,3-1-13 16,1 1-4-16,3-1-10 0,5-2-6 0,1 0-12 15,1 1-16-15,6-6-12 0,0 0-20 0,5-3-11 16,-2-2-13-16,1-1-8 0,1-4-7 0,1 0 6 16,-2-4 0-16,-3 0 1 0,-4-1 5 0,3-2 9 15,-4 0 1-15,0-1 11 0,-3-3 15 0,2 3 4 16,-5-5 10-16,1 3 0 0,0-2 16 0,-1 1 6 15,-2 3 18-15,0 2 0 0,-1 6 8 0,3-12-7 16,-3 12-8-16,1-5-7 0,-1 5-11 0,0 0-9 16,0 0 0-16,0 0-10 0,0 0 1 0,0 0-2 15,13 14 0-15,-9-5-6 0,1 0 5 0,4 2-14 16,2 1-26-16,-2-4-41 0,8 4-33 0,-2-1-53 16,3-2-58-16,-1-3-216 0,0 3-451 0,2-4 200 15</inkml:trace>
  <inkml:trace contextRef="#ctx0" brushRef="#br0" timeOffset="39956.99">21057 4433 176 0,'0'0'233'16,"0"-12"-22"-16,0 12-20 0,-3-7-22 0,3 7-16 15,0 0-6-15,0 0-8 0,0 0-16 0,20 20-2 16,-9-6-11-16,2 2-7 0,-2-1-9 0,10 2-8 15,-3 4-15-15,0-2 0 0,-3-5-23 0,0-1-31 16,0 1-39-16,1-3-50 0,2-1-39 0,-4 1-49 16,1-2-157-16,-3-4-342 0,-1-1 151 15</inkml:trace>
  <inkml:trace contextRef="#ctx0" brushRef="#br0" timeOffset="40131.31">21319 4463 101 0,'-1'-8'215'0,"-3"3"3"0,4 5-13 0,-3-10-9 16,3 10-25-16,-6-3-22 0,6 3-11 16,-21 13-3-16,5-2-2 0,-9 10-9 0,-10 12-5 0,3 2-13 15,5-7-9-15,-1-2-9 0,2 2-10 0,3 1-20 16,-1-3-50-16,5 1-39 0,2-4-44 0,7-5-63 16,5 0-52-16,0-2-128 0,7-4-344 0,-2-12 153 15</inkml:trace>
  <inkml:trace contextRef="#ctx0" brushRef="#br0" timeOffset="40323.25">21484 4457 67 0,'2'-4'281'0,"-2"4"-27"16,4-7-26-16,-4 7-27 0,0 0-17 15,0 0-9-15,0 0-11 0,0 0-2 0,4 23-14 16,-4-10-20-16,0 3-9 0,1 0-15 0,1 2-5 0,-2 1-14 15,2 0-8-15,2 0-44 0,0 0-49 0,0-2-33 16,1 1-67-16,1-6-64 0,-1-1-178 0,0-1-389 16,-1-1 172-16</inkml:trace>
  <inkml:trace contextRef="#ctx0" brushRef="#br0" timeOffset="40479.25">21393 4202 47 0,'0'0'37'0,"15"12"-24"0,-3 1-30 0,-2 3-17 16,4 6 8-16</inkml:trace>
  <inkml:trace contextRef="#ctx0" brushRef="#br0" timeOffset="40878.71">21744 4583 33 0,'0'0'250'0,"0"0"-10"0,0 0-6 16,0 0-11-16,0 0-1 0,0 0-14 0,0 0-14 15,0 0-16-15,0 0-15 0,-12-23-15 0,5 18-6 16,7 5-14-16,-5-11-9 0,4 6-13 0,1 5-6 16,-4-12-13-16,4 12-7 0,4-16-12 0,0 8-10 15,3 0-9-15,2 2-7 0,-1-1-12 0,2 3 4 16,3-1-15-16,-1 2-1 0,1 3 0 0,-1 2-3 15,2 1-8-15,-4 3 3 0,1-2-3 0,0 6-2 16,-1-3-2-16,-2 2 2 0,-2 1 1 0,1 1-3 16,-1-2 2-16,-1 1-2 0,-2-4-3 0,1 3 3 15,-4-9 0-15,4 12 2 0,-4-12 9 0,3 7-6 16,-3-7 1-16,4 8 5 0,-4-8 1 0,0 0-4 16,0 0 3-16,0 0-2 0,0 0-2 0,0 0-1 15,0 0 0-15,0 0-2 0,0 0-4 0,3-30 4 16,3 20-3-16,-2 0 2 0,2-1-7 0,1 0 5 15,3-2 0-15,1 0-10 0,2 1 1 0,1 1-1 16,-1 2 1-16,0 2-5 0,-4 1 2 0,-3 4-3 16,2 1-1-16,-8 1 4 0,0 0-10 0,16 5 8 15,-9 0-6-15,-2 2 4 0,-5-7 0 0,5 15-18 16,-2-5-26-16,-2 3-24 0,-1 3-45 0,0-16-54 16,-3 24-48-16,1-9-206 0,-2-6-468 0,4-9 208 15</inkml:trace>
  <inkml:trace contextRef="#ctx0" brushRef="#br0" timeOffset="41214.37">22226 4406 15 0,'0'0'264'0,"1"-11"-17"16,-1 11-28-16,-1-7-19 0,1 7-22 0,0 0-20 15,0 0-14-15,0 0-13 0,0 0-8 0,0 0-9 16,0 0-15-16,3 29-4 0,-6-19-13 0,4 1-5 15,1 1-5-15,0-1-7 0,2 0-3 0,0 1-8 16,0-1-11-16,2-3-11 0,4 2-8 16,-1-5-9-16,2 0-10 0,-1-1-3 0,0-3-8 0,0 1-2 15,2 2-2-15,-2-6 3 0,-1-3 0 0,-1 2 2 16,-2-1 0-16,0 1 5 0,0-4-3 0,-1 3 5 16,0-2 0-16,2-2 7 0,-3 0 0 0,0 2 11 15,0 0-6-15,0 0 6 0,-2 1 2 0,-2 5 2 16,7-8-2-16,-7 8-3 0,3-3-5 15,-3 3-1-15,0 0-6 0,0 0-2 0,0 0-3 0,0 0 5 16,3 16-3-16,-3-16-16 0,3 22-42 0,-2-10-47 16,2 3-65-16,-2-3-61 0,-1 5-127 0,0-17-384 15,2 20 170-15</inkml:trace>
  <inkml:trace contextRef="#ctx0" brushRef="#br0" timeOffset="41617.08">22653 4514 154 0,'1'-16'260'0,"-1"6"-6"0,0-1-5 0,3-2-15 15,-2 2-9-15,2 1-19 0,-1 3-17 0,5 0-20 0,-1 1-17 16,4 1-19-16,3 1-15 0,7 4-11 16,-1-2-12-16,9 4-15 0,-8 2-2 0,0 2-13 15,-2 3 5-15,-2 0-16 0,-1 2-1 0,-2-4-12 0,1 2-5 16,-4 3-3-16,0-4 0 0,-2 1-4 0,-2-1-5 15,1 0 1-15,-3-2-1 0,-4-6-2 16,5 8-2-16,-5-8 11 0,5 9-8 0,-5-9-3 16,0 0-1-16,0 0 2 0,0 0 0 0,0 0-2 15,0 0-3-15,0 0 1 0,0 0-3 0,0 0-1 16,0 0 2-16,0 0-3 0,-24-18 2 0,24 18-4 16,0-17-5-16,0 17 3 0,5-19-2 0,1 6-3 15,4-1-4-15,0 1 2 0,1 1 3 0,3-2-5 16,0 1-5-16,4 4 4 0,-3-1-3 0,-1 6 2 15,-2 0-4-15,0 1 2 0,-1 4-2 0,-1-2 0 16,1 3-2-16,-2 0 4 0,-1 3-4 0,0 3 3 16,-1-1-1-16,0 1 1 0,-2 3 1 0,-1 1 0 0,-3-1-2 15,2 1-38-15,-1-1-30 0,-1 4-21 16,-1-2-71-16,-1-3-50 0,1 2-254 0,-4 3-509 16,4-15 226-16</inkml:trace>
  <inkml:trace contextRef="#ctx0" brushRef="#br0" timeOffset="41782.53">23448 4555 87 0,'9'2'252'0,"-9"-2"-27"0,6 6-12 16,-6-6-15-16,0 0-24 0,5 12-13 0,-5-12-19 15,0 10-14-15,0-10-45 0,0 0-74 0,-3 17-89 16,3-17-186-16,0 0-287 0,-6 16 127 0</inkml:trace>
  <inkml:trace contextRef="#ctx0" brushRef="#br0" timeOffset="42759.61">23522 4588 61 0,'-1'10'94'0,"0"6"-7"0,-3 3-4 0,-3-1-17 0,-2 7-27 16,0 0-39-16,-1-1-23 0,-1 1-46 15,3-8-73-15,-1 1 34 0</inkml:trace>
  <inkml:trace contextRef="#ctx0" brushRef="#br0" timeOffset="44125.36">24295 4311 98 0,'-4'-9'179'0,"4"9"-14"0,-5-5-13 0,5 5-7 16,-8-4-17-16,8 4-7 0,-9-1-12 0,9 1-18 16,-15 5-9-16,4 2-9 0,-1 6-6 0,-3 2-1 15,-2 6-5-15,-1 3-5 0,1 0-2 0,3 0-4 16,0 3-13-16,3-2 5 0,2 0-5 0,3-7-6 15,5 0-1-15,-1-1-1 0,4 0-4 0,0-6-8 16,1 2 6-16,1-3-4 0,2 2-1 0,-1-3-2 16,3-2 0-16,-3-1 0 0,0-1-3 0,2 0 5 15,1-3 0-15,0 1-3 0,-2-2-5 0,-6-1 4 16,13-3-1-16,-3 0 2 0,-4-2 3 0,1-2 2 16,0 1-3-16,-1 1-4 0,2-6 0 0,-4 1 6 15,1 1 2-15,-3-3 0 0,2 0-3 0,0-6-2 16,0 6 2-16,-1-4-2 0,-1 4 3 0,-1-1 0 15,0 3 2-15,1 0-3 0,-1 3 3 0,2 1-1 16,-3 6 2-16,0-10-5 0,0 10 1 0,0-9-6 16,0 9 2-16,2-7-7 0,-2 7-3 0,0 0 2 15,0 0 1-15,0 0-1 0,1-9-5 0,-1 9-2 16,0 0 1-16,0 0 1 0,0 0 0 0,0 0 0 16,0 0-2-16,0 0-1 0,0 0-1 0,0 0 0 15,0 0 2-15,0 0 0 0,0 0 0 0,0 0 1 16,0 0 0-16,0 0 5 0,0 0-4 15,0 0 1-15,0 0-2 0,0 0 1 0,0 0 2 16,0 0 0-16,0-9 0 0,0 9 2 0,0 0-2 0,0 0 2 16,0 0 7-16,0 0-3 0,0 0 4 0,0 0 1 15,0 0 1-15,0 0-2 0,0 0 7 0,0 0-10 16,0 0 1-16,0 0 0 0,0 0-3 0,0 0-1 16,0 0 1-16,0 0-1 0,0 0 0 15,0 0 1-15,0 0 2 0,0 0 4 0,0 0-6 16,0 0 4-16,0 0 0 0,0 0 4 0,0 0 0 0,0 0 2 15,0 0-3-15,0 0 0 0,0 0 1 0,0 0-2 16,0 0 2-16,0 0-2 0,0 0 4 0,0 0-6 16,0 0-2-16,0 0 4 0,0 0-7 15,0 0 0-15,0 0 0 0,0 0 1 0,0 0-1 0,0 0-1 16,0 0-1-16,0 0 1 0,0 0 1 16,0 0-3-16,0 0 2 0,0 0-2 0,0 0 2 0,0 0-3 15,0 0-2-15,0 0 4 0,0 0 1 0,0 0-3 16,0 0 4-16,0 0-3 0,0 0 3 15,0 0 8-15,0 0-8 0,0 0 3 0,0 0-1 16,0 0 5-16,0 0 0 0,0 0-1 0,0 0 2 16,0 0 2-16,0 0-5 0,0 0-2 0,0 0 5 15,0 0-2-15,0 0 3 0,0 0 0 0,0 0-2 0,0 0 0 16,0 0 0-16,0 0 5 0,0 0-9 16,0 0 2-16,0 0 1 0,0 0-5 0,0 0 0 15,0 0 0-15,0 0-1 0,0 0-5 0,0 0-6 16,0 0-1-16,0 0-2 0,0 0-4 0,0 0 3 15,0 0-1-15,0 0 5 0,0 25-2 0,0-15 4 0,2 2-1 16,-1-2-1-16,2 3 4 0,-1-1-1 0,3 4 0 16,-1-1-3-16,0-3-2 0,-2-2-11 15,2 0-20-15,0 0-19 0,-1-1-28 0,2 1-23 16,1-1-19-16,-2-1-44 0,0-3-25 0,-4-5-30 0,6 12-176 16,-6-12-435-16,3 10 193 0</inkml:trace>
  <inkml:trace contextRef="#ctx0" brushRef="#br0" timeOffset="44456.64">24383 4427 44 0,'2'-9'141'0,"-2"9"-5"0,0 0-21 0,0 0-13 16,0 0-1-16,0 0 3 0,0 0 0 0,17 24 1 15,-14-13-7-15,7 3-8 0,-4 4-8 0,-3-5-4 16,1-3-9-16,-1 2-2 0,-1 0-10 0,5-2 0 15,-3 1-9-15,-3-3 0 0,-1-8-8 0,2 12-4 16,-2-12 2-16,3 9 14 0,-3-9 19 0,3 6 12 16,-3-6 3-16,0 0 1 0,0 0-11 0,0 0-6 15,0 0-7-15,0 0-6 0,0 0-5 0,3-31-9 16,-1 21-5-16,2 0-5 0,-2-2-4 0,6-5-2 16,-2 2-6-16,0 1-3 0,1 2-1 0,-1 2-9 15,4 3 3-15,-3-1-7 0,-2 3 1 0,1 2-6 16,-6 3 1-16,14 0-1 0,-3 0-1 0,-1 6 9 15,0-1-9-15,0 2-4 0,-1 2-9 0,0 0-15 16,1 5-27-16,-4-3-39 0,-1 1-36 0,4-1-33 16,-2 3-49-16,-2 1-120 0,-2-2-360 0,2-4 160 15</inkml:trace>
  <inkml:trace contextRef="#ctx0" brushRef="#br0" timeOffset="44869.84">24974 4353 51 0,'-4'-6'254'0,"-1"-1"-8"0,0 1-21 0,-3 3-21 15,3-1-19-15,5 4-22 0,-13-2-9 0,13 2-20 16,-19 13-16-16,8-1-13 0,0 2-6 0,0 3-12 16,2 6-5-16,0-6-8 0,4 3-9 0,1-2-5 15,4-3-5-15,3 3-7 0,2 1-2 0,0-2-5 16,4-1-6-16,0-3-4 0,0-4-6 0,5 2-6 15,-3-5-5-15,1-1 0 0,1-2-4 0,0-2-2 16,-1-1 0-16,1-4 3 0,-2-2-3 0,0 1 3 16,-2-4 1-16,1-6-5 0,-1 1 6 0,-3-1 9 15,-2-2-3-15,1-2 5 0,-2-6 8 0,-2-2-8 16,-2-2-1-16,0 0 1 0,-3 1 3 16,0-5 2-16,1 1 36 0,-1 0 4 0,-2 2 7 0,1-1 9 15,0 2-7-15,1 3-1 0,1 8 15 0,-1 3 0 16,2 6-12-16,-1-1-29 0,1 3 10 0,2 7-14 15,-2-7-7-15,2 7-5 0,0 0-4 0,7 25-10 16,-3 2 5-16,0 2 0 0,3 3 0 16,-2 4-4-16,6 10-16 0,-4-13-6 0,-1 1 20 15,1-1-12-15,1-3-42 0,-2 5-33 0,2-6-50 0,0 0-48 16,-1 0-64-16,1-3-73 0,-6 2-226 0,2-9-572 16,-2-2 253-16</inkml:trace>
  <inkml:trace contextRef="#ctx0" brushRef="#br0" timeOffset="46009.15">8296 7600 131 0,'-1'-8'209'0,"1"8"-15"0,3-10-17 0,-3 10-22 15,0-9-16-15,0 9-20 0,0 0-13 0,0 0-16 16,0 0-6-16,0 0 1 0,14 17-6 0,-9 2 4 15,-1 4-5-15,3 8 4 0,1-2-13 0,-2 1-1 16,1 1-6-16,-2 0-3 0,-1-1-10 0,1-1-2 16,0-1-4-16,0-4-7 0,-2 2 0 0,0 0 0 15,0-6-7-15,2-1-3 0,-2-2-1 0,0 2-14 16,0-3-18-16,-1 0-27 0,0 0-41 0,0 0-35 16,-2-3-33-16,2-3-40 0,-4 0-127 0,-2-1-334 15,2-2 148-15</inkml:trace>
  <inkml:trace contextRef="#ctx0" brushRef="#br0" timeOffset="46342.57">8199 7561 39 0,'3'-16'191'0,"1"2"-19"0,7-1-17 15,-1 2-9-15,6 1-11 0,-1 3-11 0,4 1-14 16,10 2-3-16,0 5-14 0,-9 1-7 0,2 3-9 15,-2 4-3-15,0 3-9 0,-3 2-4 0,-1-1-7 16,-2 4-1-16,-3 2-11 0,-2 5-3 0,-3-3 2 16,-3 1-11-16,-3 5 2 0,-3-7-4 0,-3 5 0 15,-3 0 0-15,2-4-7 0,-9 1 0 0,3-5 0 16,2-2-5-16,-4 1 3 0,2-4-5 0,-2 2 6 16,0-4-6-16,5-3 3 0,1 1 1 0,3-2 2 15,1 1 0-15,1-3-6 0,-2 4-4 0,6-6-4 16,-2 6 4-16,2-6-1 0,0 0-4 0,9 10 2 15,-1-3 2-15,1-3-2 0,6 1 2 0,4-1-6 0,8 3-16 16,4-7-14-16,-2 4-26 0,2-4-28 0,3-1-30 16,2-2-20-16,-1 2-6 0,-2-5-14 15,0 0-119-15,-4 1-292 0,-8 1 130 0</inkml:trace>
  <inkml:trace contextRef="#ctx0" brushRef="#br0" timeOffset="46568.44">8857 7777 90 0,'-1'-12'160'0,"1"12"-2"0,-4-8 9 0,4 8 0 0,-1-10 0 15,1 10-16-15,0 0-17 0,1-9-17 16,-1 9-14-16,0 0-14 0,0 0-7 0,0 0-2 0,0 0-6 16,10 36 3-16,-6-20 0 0,1 10 3 0,1 0 4 15,-4-1-4-15,1 1-4 0,-1 0-6 0,2-6-3 16,-3-1-4-16,3 2-1 0,-1-5-5 16,-2 2-7-16,2-3-1 0,0 1-4 0,0-4-7 15,2-3-1-15,-2 0-5 0,3 0 3 0,0-2-6 0,1 0 0 16,1-1-5-16,3-2-13 0,-1 0-14 0,2-4-33 15,6-1-40-15,-1 0-35 0,3-4-40 0,6-4-37 16,-5 1-42-16,3 0-123 0,2-6-383 0,-2 3 170 16</inkml:trace>
  <inkml:trace contextRef="#ctx0" brushRef="#br0" timeOffset="47059">9344 7900 109 0,'0'0'200'0,"0"0"-17"0,0 0-15 0,0 0-10 0,0 0 1 15,0 0 7-15,0 0 10 0,0 0-14 0,2 22-16 16,-2-15-11-16,2 3-12 0,-2 0-7 0,-2-1-15 16,2 1-7-16,0-10-7 0,2 13-6 0,-2-8-7 15,0-5-3-15,-2 9-1 0,2-9 0 0,0 0 4 16,2 9 15-16,-2-9 14 0,0 0 13 16,0 0 3-16,0 0-14 0,0 0-9 0,0 0-11 0,0 0-4 15,0 0-15-15,0 0 0 0,-15-22-8 0,13 14-4 16,0 1-10-16,1-5-6 0,-1 0-9 0,2-2-2 15,3-1-2-15,1 0-7 0,1-1-8 0,-1 6 1 16,5-6-10-16,-4 6-4 0,2 4-6 0,0-2-4 16,3 3 1-16,-1 4-3 0,3-1 0 0,0 2 3 15,1 3-2-15,-1 2 1 0,3 2 1 0,0 0 1 16,-1 2 0-16,-3 0 1 0,4 2 2 0,-6-1 2 16,-1 0-5-16,0 0 3 0,-3 1 2 0,1-1 1 15,-3-1 4-15,1 1-2 0,-1-5 2 0,-2 5-2 16,1-4 3-16,-2-6 9 0,2 7-8 0,-2-7 3 15,0 0 6-15,3 7-4 0,-3-7 4 16,0 0-1-16,0 0 2 0,0 0-6 0,0 0 1 0,0 0-4 16,0 0 4-16,6-25-1 0,-4 16-5 0,2-3-6 15,3-4-6-15,2-1 4 0,6-6-2 0,-2 11-3 16,1-3 0-16,0 0 2 0,0 3 2 0,0 5-5 16,-1 0 0-16,-2 2 3 0,0 2-1 0,0 2-7 0,-2 2 2 15,1 2-3-15,-1 2 8 0,0 2-8 16,-3 0-4-16,1 3-16 0,-1 1-27 0,1 4-37 15,-4-2-40-15,1 3-43 0,-1-1-45 0,1 1-240 16,-4-4-510-16,2 1 226 0</inkml:trace>
  <inkml:trace contextRef="#ctx0" brushRef="#br0" timeOffset="47412.18">10138 7724 126 0,'-5'-6'285'0,"-2"1"-21"0,1 3-9 16,6 2-13-16,-15-1-16 0,6 2-19 16,-3 1-19-16,2 4-18 0,-2 4-16 0,4 1-16 15,-3 2-14-15,5-3-9 0,1 1-9 0,1-2-15 0,-1 1-9 16,4 0-7-16,1-1-9 0,2-2-6 0,2 5-1 16,1-6-12-16,-1 0-16 0,1-2-11 0,3 1-3 15,-1-2-6-15,1-1 0 0,-8-2-5 16,14 0 0-16,-14 0 2 0,13-3 0 0,-8-4-1 15,1 3 1-15,0-3 0 0,-3-1-3 0,0 3 1 0,1-5 5 16,-3 0 1-16,-1 2-1 0,1 0 0 0,-1 8 5 16,1-13 2-16,-1 13 2 0,0-10-5 15,0 10-6-15,0 0-2 0,-1-10-6 0,1 10 0 16,0 0-2-16,0 0 0 0,0 0-1 0,0 0-2 0,18 14 7 16,-13-5 1-16,3-2-3 0,0 4-5 0,-1-3-12 15,2 1-40-15,4 2-34 0,-3 1-29 0,4-1-47 16,-3-3-55-16,3-1-228 0,-6 1-487 15,3-3 216-15</inkml:trace>
  <inkml:trace contextRef="#ctx0" brushRef="#br0" timeOffset="47610.59">10284 7696 205 0,'-3'-9'284'0,"-1"6"-9"0,4 3-23 0,-4-9-26 16,4 9-27-16,-3-6-21 0,3 6-18 0,0 0-14 15,0 0-12-15,0 0-9 0,19 15-14 0,-10-7-10 16,3 5-10-16,-1-2-10 0,1 1-6 0,1 1-4 16,1 2-12-16,0-3-30 0,-2 1-29 0,2 1-36 15,-4-7-50-15,2 4-41 0,-1-2-44 0,-1-4-52 16,-1 4-138-16,-2-4-389 0,-2-3 173 0</inkml:trace>
  <inkml:trace contextRef="#ctx0" brushRef="#br0" timeOffset="47784.01">10500 7725 12 0,'-4'-16'189'16,"1"0"16"-16,-1 6 1 0,2 0 3 0,-2 4 0 16,0 2-6-16,4 4-17 0,-5-9-17 0,5 9-17 15,0 0-21-15,-13 3-8 0,1 10-7 0,-1 3-11 16,-8 8-6-16,2 4-8 0,-3-1-5 0,-5 13-10 16,-3-3-5-16,11-8-10 0,1-3-14 0,1 1-34 15,3-1-46-15,0-2-62 0,8-6-62 0,3-1-72 16,-2-2-146-16,5-4-405 0,0-11 180 0</inkml:trace>
  <inkml:trace contextRef="#ctx0" brushRef="#br0" timeOffset="47963.11">10992 7607 308 0,'5'-2'291'0,"-1"-2"-31"0,-4 4-26 0,12-5-15 15,-5 4-34-15,3-3-9 0,3 4-25 0,1-1-32 16,-3-1-52-16,3 1-45 0,-1 4-42 0,0-2-61 16,-2 0-34-16,0 3-40 0,0 3-123 0,-7-3-299 15,1 1 133-15</inkml:trace>
  <inkml:trace contextRef="#ctx0" brushRef="#br0" timeOffset="48082.15">11128 7718 197 0,'-3'7'196'0,"3"-7"-18"16,-2 7-6-16,2-7-12 0,0 0-8 0,0 9-15 15,0-9-15-15,0 0-3 0,5 5-15 0,-5-5-7 0,13 1-8 16,0 1-19-16,0-2-50 0,7-5-74 0,12-2-81 16,-1-1-136-16,3-6-293 0,1 2 129 15</inkml:trace>
  <inkml:trace contextRef="#ctx0" brushRef="#br0" timeOffset="48736.57">13344 7034 64 0,'-4'-12'254'0,"-1"2"-1"0,3 0-3 16,0 4-7-16,0-1-10 0,2 7-24 0,-4-8-15 16,4 8-22-16,-1-8-24 0,1 8-20 0,0 0-15 15,0 0-8-15,0 0-12 0,28 24-4 0,-9-5-8 16,0 6-7-16,2 1-4 0,2 4-6 0,0-2-1 15,8 11-7-15,-10-11-5 0,0-1-3 0,-2 1-3 16,1-1-2-16,-4-2-3 0,2-2 5 0,-5 1-15 0,-2-9 0 16,3 1-2-16,-3-2-6 0,1 0 2 0,-6-4-2 15,3 0-5-15,-3 0 11 0,0-6-12 0,-2 1-1 16,0-1-1-16,-4-4 6 0,7 7 14 16,-7-7 24-16,2 5 19 0,-2-5 8 0,0 0-4 0,0 0-16 15,0 0-11-15,6-23 0 0,-5 9-9 0,-1-5 1 16,0 0-5-16,-1-8-6 0,-1 1 2 15,0-4-7-15,2-1-3 0,-4-2-14 0,4 1 6 16,-4 3-12-16,1-6-22 0,1 2 2 0,-2 2-20 0,-2 3-17 16,2 9-19-16,-2-6-14 0,3 9-14 0,-1 4-33 15,4 4-34-15,-2 1-41 0,2 7-55 0,-2-8-23 16,2 8-201-16,0 0-523 0,0 0 231 0</inkml:trace>
  <inkml:trace contextRef="#ctx0" brushRef="#br0" timeOffset="49104.65">13881 7232 45 0,'-6'3'231'0,"6"-3"-23"0,0 0-25 15,0 0-11-15,0 0-21 0,0 0-12 0,0 0-12 16,0 0 10-16,15 7-9 0,-6-4-7 0,5-3-5 15,3 1-13-15,4-1-5 0,1 1-9 0,-4-1-9 16,5 3-6-16,-5-3-10 0,-7 2-7 0,2 0-7 16,-3 1-4-16,0 1-5 0,-3 2-4 0,2 3 2 15,-4-4 7-15,0 5 5 0,-1 2 5 0,-4 0 8 16,0 4 4-16,-3 0 1 0,-1 0 1 0,-2 2-1 16,-4 1-7-16,1-2 1 0,-4 4-3 0,3-4-6 15,0-2-5-15,1 2-4 0,-5-3 2 0,9 1-10 16,-3-4-5-16,3-3-2 0,0-1 1 0,3 1-7 15,0-1-4-15,2 1-2 0,0-8 5 0,4 11-7 16,4-8 4-16,2 1-4 0,1-2-1 0,8-4-13 16,3 2-22-16,10-6-23 0,1-4-29 0,-1 3-44 15,1-4-53-15,1 0-41 0,0 1-55 0,-3 0-202 16,-3-2-505-16,-1 1 223 0</inkml:trace>
  <inkml:trace contextRef="#ctx0" brushRef="#br0" timeOffset="49483.28">13241 7970 205 0,'-13'7'206'16,"8"-2"4"-16,3-1 8 0,2-4-2 0,22 3-5 15,12-6-8-15,24-10-2 0,41-10-6 0,13-6-24 0,6-2-8 16,7-3-14-16,-1 2-14 0,8-2-15 16,-6 2-6-16,-5 2-5 0,-8-1-7 0,-10 12-6 15,-4-4-3-15,-35 6-4 0,-1 1-10 0,0 3-8 0,-1-3-6 16,-7 4-2-16,-16 4-8 0,-3-1-4 0,0 4-6 15,-3-1-5-15,-11 1-4 0,-8 1-1 16,0 2-6-16,-3 2-1 0,-4-1-12 0,-1-1-5 16,-6 2-17-16,11 0-23 0,-11 0-13 0,0 0-28 15,0 0-43-15,0 0-57 0,-26 16-57 0,5-10-63 16,-8 6-191-16,-3 0-521 0,-3 0 232 0</inkml:trace>
  <inkml:trace contextRef="#ctx0" brushRef="#br0" timeOffset="53936.21">13627 8253 222 0,'-11'-2'212'0,"11"2"-12"0,-7 2-14 0,7-2-18 15,0 0-17-15,0 0-13 0,0 0-17 0,15-18-10 0,2 12-8 16,12-6-9-16,3 1-7 0,5 0-12 0,-1-1-4 16,0 3-14-16,1 3-21 0,-6-1-28 0,-2 4-25 15,-7 0-33-15,-3 0-26 0,-2 0-9 16,-5 2-24-16,1 0-6 0,-4 1 2 0,-4-1 0 0,-5 1 9 16,11 0 4-16,-11 0 14 0,0 0 10 0,8-1 6 15,-8 1 8-15,0 0 11 0,0 0 4 0,0 0 13 16,0 0 17-16,-24 3 16 0,24-3 13 15,-14 0 10-15,14 0 11 0,-13-1 5 0,13 1 10 16,-14 0 5-16,14 0 14 0,-8 0 5 0,8 0-5 0,0 0-7 16,-9-1-9-16,9 1-14 0,0 0-1 0,-7 5 1 15,7-5-9-15,2 10 28 0,-2 3-1 0,1 3-1 16,1 1-4-16,0 1 1 0,0 1-5 0,-2 0-4 16,5 8 0-16,-5-10-9 0,0 11 1 0,2-2-2 15,0-1-2-15,0-1-2 0,-2-3-2 0,2-2-6 16,-2 0 1-16,0-1-6 0,0-1 5 0,-2 1-1 15,2-2-15-15,-4 0-5 0,2-3-16 0,-3-2-12 16,1 0 1-16,-1-1-5 0,0-1 5 0,-1-3 6 16,-1 2 1-16,0-1 0 0,-4-3 4 0,4 2 1 15,-2-3 2-15,-2 0 3 0,4-1 15 0,1 0 6 16,6-2 12-16,-11-2 12 0,11 2 7 0,-12 0 2 16,12 0 1-16,0 0-6 0,-11 0-6 0,11 0-6 15,0 0 1-15,0 0 2 0,0 0-9 0,23-15 2 16,-10 8-12-16,7 0-5 0,9-3-25 0,1-1-22 15,-1 0-18-15,3 0-30 0,-1 1-31 0,1-1-23 16,-3 2-144-16,-3 0-311 0,-6 2 137 0</inkml:trace>
  <inkml:trace contextRef="#ctx0" brushRef="#br0" timeOffset="54186.54">14208 8424 88 0,'-2'-8'202'0,"2"8"-11"0,0 0-18 0,0 0-18 15,-2-10-17-15,2 10-13 0,0 0-16 0,0 0-12 16,0 0-4-16,0 0-3 0,0 0 1 0,12 19-3 16,-7-2-5-16,-3 0-5 0,2 1-3 0,-2 0-3 0,0 2-10 15,1-2-3-15,-2 0-7 0,0-1-8 16,3-1-5-16,-4 0 1 0,2-3-7 0,2-1-1 0,-2-2 0 16,0 1-1-16,2-2-9 0,-2-3 4 15,3 2-3-15,1 0-3 0,0-4-2 0,7-2-18 16,-3 1-18-16,4-2-28 0,2-1-28 0,4-2-31 0,-3-2-15 15,2 0-22-15,3-5-13 0,-6 2-8 16,3 0-114-16,-2-2-299 0,-3-1 133 0</inkml:trace>
  <inkml:trace contextRef="#ctx0" brushRef="#br0" timeOffset="54672.65">14533 8575 129 0,'6'-8'34'0,"-1"-1"19"0,-1 2 20 0,-2 2 27 16,1-2 9-16,-3 7 5 0,5-11 8 16,-4 7 5-16,-1 4-7 0,3-6-7 0,-3 6-14 0,0 0-14 15,4-6-10-15,-4 6-7 0,0 0-7 16,0 0 5-16,0 0 5 0,0 0-1 0,0 0 6 0,2 23-2 15,-2-16-2-15,0-7-1 0,0 12-9 0,0-5-7 16,0-7-4-16,0 10-5 0,2-4 0 16,-2-6-2-16,1 7-2 0,-1-7 3 0,0 0 11 15,0 8 15-15,0-8 13 0,0 0 12 0,0 0-1 16,0 0-7-16,0 0-5 0,0 0-8 0,0 0-2 0,0 0-6 16,-13-15-7-16,13 15-7 0,-2-12-6 0,-1 5-4 15,3-4-5-15,0-1-3 0,3-2-5 0,-1-1-6 16,2-3-1-16,5 1-4 0,-1 0 1 0,6 3-3 15,-1-1-6-15,-3 8-6 0,-1-1-3 0,6-2 5 16,1 3-7-16,0 4-3 0,-2 0 1 0,-1 3-1 16,1 3-5-16,-1 2 7 0,-1-1 7 0,0 1-12 15,-3 5 4-15,3-3-1 0,-4 1 0 0,-1 1 0 16,0 2-3-16,0-2 2 0,-1 1-3 0,-3-3 3 16,2 0 3-16,-3-2-2 0,0 1-3 0,-2-6 7 15,2 6 1-15,-2-6 0 0,0 0 2 0,0 0 1 16,0 0 0-16,0 0-5 0,0 0 1 0,0 0-1 15,0 0 3-15,0 0-6 0,0 0-5 0,-15-16-2 16,16 7-3-16,-1 9 4 0,5-22 6 0,4 8-12 16,-1 1 0-16,-2-2-2 0,5 2 2 0,-2 4-1 15,3-2 4-15,-4 3-3 0,1 2 1 0,0 3 0 16,0 1-2-16,-4-1 3 0,-5 3 1 0,14 3-2 0,-4-1 4 16,-3 6-3-16,2-1 2 0,-5 3-2 15,3-2-3-15,-2 8-14 0,-4-3-20 0,-1 3-33 16,1 4-46-16,-3-4-40 0,1 3-44 0,1-2-34 15,-4-2-144-15,0-3-422 0,4-1 187 0</inkml:trace>
  <inkml:trace contextRef="#ctx0" brushRef="#br0" timeOffset="54870.89">15062 8414 157 0,'1'-17'216'0,"0"6"5"0,1 2 1 16,-1-3 1-16,1 5-11 0,-2-1-6 0,0 8-23 15,2-12-23-15,-2 12-19 0,5-7-17 0,-5 7-16 16,4-4-10-16,-4 4-10 0,0 0-10 0,0 0-3 16,0 0-14-16,12 14-10 0,-8-6-19 0,1 1-19 0,-1 2-26 15,3 3-20-15,-5 2-28 0,1 0-26 16,-1 1-36-16,2 1-41 0,-4 0-39 0,-2-2-129 16,-2 1-357-16,1-5 158 0</inkml:trace>
  <inkml:trace contextRef="#ctx0" brushRef="#br0" timeOffset="55071.16">15091 8174 33 0,'-5'-16'224'15,"0"4"-17"-15,0 1-24 0,0 1-20 0,1 1-16 16,3 3-20-16,1 6-33 0,-4-9-46 0,4 9-20 0,0 0-13 15,0 0-22-15,0 0-10 0,16 22-29 0,-7-7-20 16,0 2-36-16,5 9-71 0,-3-4-185 0,2 1 83 16</inkml:trace>
  <inkml:trace contextRef="#ctx0" brushRef="#br0" timeOffset="55295.54">15279 8473 191 0,'0'0'224'0,"0"0"-18"16,0 0-14-16,0 0-4 0,0 0-5 15,0 0-9-15,1-23-6 0,-1 13-25 0,2-1-11 16,2 0-9-16,-1-1-12 0,5-4-9 0,1 1-15 16,1-2-10-16,7-5-6 0,1 2-7 0,2 0-11 0,-1 2-2 15,-3 7-9-15,1 1-3 0,1 1-8 0,-2 3-4 16,-3 2-7-16,0 1 1 0,-1 3-2 0,-2 0-5 16,2 3-2-16,-2 1-4 0,-1 3 0 15,0-1-5-15,-4 2-11 0,0 3-7 0,-1 1-24 0,0 3-24 16,-3-2-32-16,-1 2-45 0,3 2-37 0,-5 0-198 15,2-2-405-15,-1-6 179 0</inkml:trace>
  <inkml:trace contextRef="#ctx0" brushRef="#br0" timeOffset="55512.49">16360 7688 3001 0,'-6'-10'31'0,"-1"1"57"0,2 0-45 0,-2 3-21 16,4 1-12-16,-1-2-9 0,4 7 8 0,-4-7-17 15,4 7-2-15,-5-4-7 0,5 4 2 0,0 0-9 16,0 0-7-16,13-6-16 0,-3 6-26 0,3 0-25 16,5 4-38-16,3-2-37 0,0 2-34 0,0-1-188 15,-5 3-427-15,2-1 189 0</inkml:trace>
  <inkml:trace contextRef="#ctx0" brushRef="#br0" timeOffset="55648.38">16436 7780 191 0,'-7'2'231'0,"7"-2"-19"0,-7 6-10 15,4-2-8-15,3-4-12 0,0 0-10 16,0 0-15-16,-5 5-16 0,5-5-17 0,0 0-15 16,0 0-10-16,0 0-24 0,22-1-36 0,-11 0-50 15,11-4-68-15,7-6-63 0,-1 1-174 0,3-1-343 0,-3-2 152 16</inkml:trace>
  <inkml:trace contextRef="#ctx0" brushRef="#br0" timeOffset="58231.07">18179 6828 138 0,'-4'-13'152'0,"3"7"-1"0,1 6-6 15,-3-17 4-15,2 10-7 0,0-1-8 0,1 8-11 16,-2-14-7-16,0 7-7 0,2 7 16 0,-3-11-3 16,2 5-6-16,1 6 0 0,0 0-11 0,0-11-3 15,0 11-11-15,0 0-10 0,0 0-9 0,-3-9-8 16,3 9-10-16,0 0-9 0,0 0-8 0,0 0-4 16,0 0-1-16,0 0-4 0,0 0-5 0,4 25-2 15,-1-13-3-15,2 5 4 0,-1 2-3 0,0 6 1 16,1 0-4-16,0 0-1 0,-1-7-1 0,-2 0 1 15,2 1-5-15,-1 0 2 0,-1-3-3 0,1 2 2 16,1 0-2-16,-2 0 1 0,2-1-1 0,0-1-5 0,-2 0-27 16,1-1-28-16,-2-2-25 0,-1-1-40 15,3 0-32-15,-5-1-28 0,2 0-26 0,-1 0-140 16,-2-3-369-16,1-1 163 0</inkml:trace>
  <inkml:trace contextRef="#ctx0" brushRef="#br0" timeOffset="58568.74">18439 6815 132 0,'2'-5'205'0,"-2"5"-12"0,4-6-32 16,-4 6-13-16,0 0-11 0,0 0-10 0,0 0 1 16,9 13-6-16,-8-1-6 0,2 4-9 0,-1-1-10 15,2 3-4-15,-2 0-11 0,3 0-8 0,1-1-5 16,1-4-6-16,2 2-6 0,3-2-3 0,-2 1-1 15,3-3-2-15,1 1-3 0,4-6-4 0,-3 0 1 16,3-2-5-16,-3 2-1 0,4-3 1 0,-2-3 1 16,2-2-2-16,-2-2 6 0,-4 1 0 0,-1-3 6 15,1 3 7-15,-1-4 0 0,2-5-4 0,-4-2 5 0,-2 4-6 16,2-4 7-16,-4-1-2 0,-2-2-7 16,-1 0-8-16,-6-4-6 0,-2 4 0 0,-4-1-3 15,1 1-2-15,-1 3-5 0,-1-2-6 0,-1 2-4 16,-2 4-8-16,3 1-1 0,-1 5-20 0,-5-3-17 15,2 5-25-15,-3 0-33 0,-3 6-32 0,2 1-38 0,1 1-35 16,1 6-38-16,-5 6-201 0,7-3-466 0,-5 3 206 16</inkml:trace>
  <inkml:trace contextRef="#ctx0" brushRef="#br0" timeOffset="58906.68">18180 7493 2303 0,'-36'0'90'0,"1"2"-46"0,-3 0-22 16,4 0-13-16,1-1-4 0,3 0 2 0,11 2 10 16,5-3 11-16,1 0 3 0,4 0-5 0,3 0-2 15,6 0-3-15,0 0-2 0,0 0-1 0,43-9 4 16,14-4-5-16,37-5 11 0,7-4-3 0,6-1-2 15,9-3-1-15,3 3 2 0,-5-4-8 0,-1 6 6 16,-4-2 12-16,-10 4 3 0,-8 0-9 0,-25 9-3 16,-4-3-2-16,-3 0-6 0,-8 2 2 0,0 2-2 15,-14 3-2-15,-4-3-1 0,0 2 0 0,-3 3-2 16,-3-1-3-16,-8 0-10 0,-3 1-9 0,-2 2-10 16,-3-1-16-16,-2 2-11 0,-3-1-15 0,-6 2-25 15,10-1-13-15,-10 1-45 0,0 0-39 0,0 0-24 16,0 0-164-16,-27 14-402 0,4-1 179 0</inkml:trace>
  <inkml:trace contextRef="#ctx0" brushRef="#br0" timeOffset="60133.07">18034 7833 191 0,'0'0'214'0,"0"-9"-10"0,0 9-12 0,0-10-5 16,0 10-13-16,2-9-10 0,-2 9-12 15,0 0-11-15,0 0-11 0,-2-9-10 0,2 9-13 16,0 0-7-16,0 0-4 0,-3-9-11 0,3 9-7 0,0 0-5 16,0 0-6-16,0 0-8 0,0 0-4 0,0 0-8 15,0 0-4-15,0 0 0 0,0 0-6 0,-2-7-6 16,2 7 1-16,0 0-5 0,0 0-2 0,0 0-3 15,0 0-3-15,0 0-3 0,0 0 0 16,0 0-1-16,0 0-1 0,0 0-1 0,0 0-1 0,0 0-2 16,0 0-2-16,0 0-2 0,0 0 5 0,0 0-6 15,0 0 1-15,0 0-1 0,0 0 0 0,0 0-5 16,0 0 6-16,0 0-3 0,0 0-1 0,0 0-1 16,0 0 0-16,0 0-2 0,0 0 1 0,0 0-1 15,0 0-1-15,0 0 3 0,0 0 1 0,0 0-3 16,0 0-1-16,0 0 3 0,0 0-2 0,0 0-1 15,0 0 1-15,0 0 4 0,0 0-3 16,0 0 0-16,0 0-1 0,0 0 1 0,0 0-1 0,0 0 0 16,0 0-1-16,0 0 4 0,0 0 0 0,0 0-3 15,0 0 3-15,0 0-2 0,0 0 7 0,0 0-5 16,0 0-2-16,0 0-1 0,0 0 2 0,0 0 1 16,0 0 1-16,0 0 0 0,0 0 0 0,0 0-1 15,0 0 4-15,0 0-5 0,0 0 1 0,0 0-2 16,0 0 0-16,0 0 1 0,0 0-1 0,0 0-1 15,0 0 3-15,0 0-1 0,0 0-3 0,0 0 4 16,0 0 0-16,0 0-1 0,0 0-1 0,0 0 2 16,0 0-2-16,0 0-2 0,0 0-1 0,0 0 2 15,0 0 2-15,-15 13 2 0,11-7-3 0,-2-2-3 16,1-1 3-16,0 3-1 0,-1 0-1 0,1 1-1 16,-1 3 3-16,1 0-2 0,0-1 3 0,2 0-5 15,-1 1 3-15,3-4-1 0,1-6 2 0,1 16 0 16,4-6 3-16,2-1-5 0,2 1 3 0,4 1 1 15,3-1-3-15,2-1 3 0,5 4 2 0,5-3-3 16,-8-1 3-16,6-2-4 0,-8 2 2 0,1-2-2 16,-2 3 2-16,-1-5-3 0,-4 2 6 0,-1 0-6 0,-2 0 0 15,0 0 2-15,0 1 0 0,-2-1 1 16,-4 2-1-16,-1-2 1 0,-5 5-2 0,1-4-2 16,-6 0-1-16,-1 1-3 0,-4 3-9 0,-3-3-6 15,-1 1 4-15,-3-4-3 0,-1 0 1 0,1-1 0 16,2 1 3-16,-3-4-3 0,2-1 2 0,1-1 6 0,5-3 1 15,2 2-3-15,0-4 2 0,3-3-1 16,4-1-1-16,-2 0 1 0,3-1 1 0,3-6 1 16,4 0 1-16,2 1-3 0,1-3 1 0,0 2 2 15,2-2 1-15,3 0 2 0,3-4-1 0,-2 8 0 0,4-5 4 16,-1-2-2-16,-2 7-1 0,-1-2 2 0,0 2 2 16,-3-1-2-16,0 2 5 0,-1 0 1 15,-2 1 4-15,-2 2 1 0,0 2 1 0,-1-2 0 16,-2 1 0-16,-2 3-1 0,0 6 1 0,-4-13 0 15,-1 7-4-15,0 0-1 0,-1 0 2 0,-3-1-1 0,-3 3-4 16,1 0 2-16,-1 1-2 0,0 2 0 16,-1-1-3-16,-1 2 2 0,1 4 2 0,0-1-7 15,-1 1 5-15,2 3-3 0,0 1-4 0,0-2-16 16,1 3-19-16,-2 5-18 0,4-2-33 0,1 1-34 0,3 0-32 16,3-2-32-16,2 2-158 0,-2-3-380 0,5 3 169 15</inkml:trace>
  <inkml:trace contextRef="#ctx0" brushRef="#br0" timeOffset="60361.13">18394 7803 232 0,'1'-6'297'0,"1"-1"-15"0,-2 0-14 0,0 7-11 15,5-9-17-15,-5 9-25 0,2-6-21 0,-2 6-26 0,3-5-19 16,-3 5-13-16,0 0-16 0,13 10-12 0,-6-3-9 15,4 1-7-15,-2 1-12 0,5 0-8 0,0 4-4 16,2 0-7-16,-1 1-6 0,7 0-7 0,-7 0-4 16,3-4-24-16,-1 2-18 0,2-2-35 0,-3-2-46 15,0 2-42-15,-2-2-41 0,2-1-27 0,-5-1-36 16,-1-1-192-16,-5 0-451 0,0-2 200 0</inkml:trace>
  <inkml:trace contextRef="#ctx0" brushRef="#br0" timeOffset="60538.01">18663 7788 155 0,'-4'-17'237'0,"-1"3"1"16,1 3-4-16,3 3-4 0,-3-1-13 0,3 4-18 15,1 5-25-15,-4-8-20 0,4 8-16 0,0 0-11 16,-14 9-13-16,4 4-14 0,0 3-4 0,-3 8-9 16,0 1-6-16,0 4-9 0,-1-3-3 0,3 3-9 15,3 1-11-15,0-2-30 0,0-3-41 0,1 0-50 16,2 3-57-16,1-9-71 0,-1 0-205 0,1-1-438 15,2-2 193-15</inkml:trace>
  <inkml:trace contextRef="#ctx0" brushRef="#br0" timeOffset="60752.53">18820 7722 39 0,'3'-11'355'0,"-2"6"-37"15,-1 5-37-15,4-10-30 0,-4 10-29 0,0 0-22 16,0 0-6-16,0 0-7 0,0 0-8 0,15 22-19 16,-8-8-12-16,-2 5-13 0,1 1-13 0,3 5-10 15,-1 0-14-15,-2 0-11 0,-1 2-13 0,-1-3-31 16,1 1-42-16,0 0-47 0,-1-1-54 0,-2-5-51 16,1-1-65-16,1-1-234 0,-2 0-486 0,-2-7 216 15</inkml:trace>
  <inkml:trace contextRef="#ctx0" brushRef="#br0" timeOffset="61034.7">19044 7886 52 0,'1'-6'252'0,"-1"6"-27"16,5-6-19-16,-5 6-19 0,0 0-10 16,8 0-7-16,-8 0-15 0,0 0-8 0,12 5-15 15,-5-1-12-15,2-1-12 0,1 1-9 0,1-1-9 16,3 1-8-16,-3-2-7 0,4-2-6 0,-2-2-5 15,6 1-6-15,-2-2-5 0,1-3-2 0,-6 3-7 16,0-1 0-16,-3-2-4 0,-1 3 10 0,-2-5 1 16,1 1 4-16,-5 2-2 0,2-4 12 0,-4 9-9 15,0-17-5-15,-3 8-8 0,0-2-3 0,-5 2-4 16,2 1-7-16,-3 0-1 0,1 2-5 0,-5 0-9 16,2 1-19-16,-7 2-18 0,0 6-20 0,-1-1-28 0,1 4-25 15,0 2-42-15,1 0-33 0,7 0-42 16,0 0-38-16,-1 0-130 0,4 0-412 0,3-2 182 15</inkml:trace>
  <inkml:trace contextRef="#ctx0" brushRef="#br0" timeOffset="61199.53">19274 7744 163 0,'0'0'283'15,"6"-4"-23"-15,-6 4-20 0,6-3-19 0,-6 3-20 16,6-8-24-16,0 6-14 0,2-1-16 15,7-3-20-15,3-1-33 0,0 2-43 0,0-1-44 16,9-6-44-16,1 2-72 0,-1-3-56 0,-9 5-140 0,1 0-328 16,-4-3 146-16</inkml:trace>
  <inkml:trace contextRef="#ctx0" brushRef="#br0" timeOffset="61566.15">19563 7460 36 0,'0'0'255'0,"-1"-15"-9"0,2 7-15 0,2-2-6 0,-1 3-4 15,3 1-14-15,-1-1-19 0,1 3-10 0,3-3-22 16,1 3-13-16,3 1-8 0,1 0-14 0,1 0-14 16,-1 2-10-16,6 4-5 0,-2-2-10 15,1 0-9-15,-2 3-6 0,-2-2-9 0,-1 5-5 0,-1-3-1 16,-1 1-10-16,-2 1-6 0,-1-2-3 0,-2 0-3 16,-3 2-1-16,1 0-1 0,-4 1-1 0,0 3-4 15,0-10-4-15,-3 13-3 0,-1-8-6 0,0 3-10 16,-2-1-4-16,2-2-12 0,0 0-13 0,4-5-12 15,-5 9-7-15,5-9-13 0,-5 6-1 0,5-6 5 16,-1 8-5-16,1-8 9 0,0 0 2 0,6 11 6 16,-2-9 3-16,1 2 11 0,3 2-3 0,-2-3 0 15,3 3 5-15,-1 1 3 0,1-3 9 0,-3 0-3 16,1 1-1-16,-2 1 5 0,0-3 5 0,-1 1 2 16,-4-4 9-16,7 7 9 0,-7-7 2 0,4 6 11 15,-4-6 4-15,0 7 5 0,0-7 0 0,0 0 2 16,-10 11-2-16,5-7-5 0,-3 0-4 0,-1-1-8 15,-4 1-24-15,1 0-44 0,-4 3-47 0,3-3-66 16,3-3-61-16,-4 1-138 0,4 0-396 0,10-2 176 16</inkml:trace>
  <inkml:trace contextRef="#ctx0" brushRef="#br0" timeOffset="61782.59">20534 6978 123 0,'0'0'322'15,"0"0"-31"-15,-5-9-28 0,5 9-29 0,-4-6-21 16,4 6-18-16,0 0-24 0,0 0-21 0,9-7-14 16,-9 7-27-16,19-1-42 0,-6 2-59 15,1-1-77-15,7-1-58 0,0 3-75 0,-4 1-112 0,-3-3-341 16,-2 1 151-16</inkml:trace>
  <inkml:trace contextRef="#ctx0" brushRef="#br0" timeOffset="61920.48">20574 7134 232 0,'0'0'271'0,"0"0"-24"0,-3 8-14 0,3-8-12 16,0 0-18-16,0 0-17 0,0 0-21 0,0 0-12 15,24 1-18-15,-4-4-11 0,8-3-26 0,4-1-21 16,2-3-74-16,3-1-90 0,11-6-101 0,-11 3-158 15,0-1-375-15,6-8 167 0</inkml:trace>
  <inkml:trace contextRef="#ctx0" brushRef="#br0" timeOffset="62785.03">21732 6677 157 0,'0'0'152'0,"0"0"-8"16,0 0-19-16,0 0-15 0,0 0-2 0,0 0-20 15,0 0 0-15,0 0-10 0,0 0-9 0,0 0-9 16,0 0-3-16,0 0-10 0,0 0-3 0,0 0 2 15,0 0 2-15,0 0 0 0,0 0 9 0,0 0 5 16,0 0 11-16,0 0 23 0,0 0 4 0,0 0 4 16,0 0 3-16,0 0 4 0,0 0-1 0,0 0 1 15,0 0-3-15,0 0-8 0,0 0-10 0,0-8-6 16,0 8-6-16,0 0-2 0,0 0-8 0,-2-12-3 16,2 12-7-16,0 0-2 0,2-7 0 0,-2 7-6 15,0 0 4-15,0 0-4 0,0 0-2 0,-3-9-13 16,3 9-9-16,0 0 2 0,0 0-11 0,0 0-6 15,0 0-3-15,0 0-5 0,0 0 1 0,0 0 1 16,6 23-2-16,-3-7 3 0,-2 1-3 0,1 1 1 16,-1 2 1-16,1 6 1 0,1 0-2 0,-3 0 6 15,0-1 0-15,0 0 1 0,0-6-2 0,3 1 0 16,-2-2 0-16,1 6 5 0,1-5-7 0,1-1 2 16,-2 0-4-16,3-2-2 0,-2 1-24 0,1-2-28 0,1 2-37 15,-5-7-33-15,3 2-47 0,-1-1-49 16,-1-2-37-16,-1-1-215 0,0 0-505 0,0-8 224 15</inkml:trace>
  <inkml:trace contextRef="#ctx0" brushRef="#br0" timeOffset="62965.21">21863 6929 2080 0,'7'-19'147'16,"-1"1"-35"-16,-2 2-39 0,0 5-13 0,-2 0-8 15,1 2 14-15,-2 2 10 0,0 0 3 0,-1 7-9 16,4-9 1-16,-4 9-12 0,0-8-3 0,0 8-12 0,0 0-5 15,3-8-10-15,-3 8-31 0,0 0-15 16,0 0-17-16,0 0-25 0,0 0-27 0,0 0-25 16,0 0-46-16,11 22-41 0,-7-18-40 0,-4-4-131 15,3 12-399-15,-3-12 176 0</inkml:trace>
  <inkml:trace contextRef="#ctx0" brushRef="#br0" timeOffset="63261.14">22065 6725 2059 0,'14'-23'69'0,"0"1"3"0,-2 7-31 16,-3 2-5-16,2-1-9 0,2 3-6 0,1 1 6 0,-1-1 7 16,-2 7-1-16,1-2-6 0,2 2 2 15,-2 3-1-15,1 1-2 0,-1 2-2 0,1 5 2 16,-2-1 1-16,2 6-4 0,-1 2-1 0,-2 0-1 16,-2 1-2-16,-3 1 3 0,-4-1 1 0,-2 3-9 15,-1-1 3-15,-1-2-2 0,-3 0-1 0,-1 2 0 16,-1-3 0-16,-3 0 0 0,2-3 2 0,0-2-4 0,0-3 0 15,1 3-2-15,-1-3 2 0,0 1-1 16,2-4 3-16,3 1-1 0,4-4-2 0,-8 7-1 16,8-7 0-16,-5 3 1 0,5-3-3 0,0 0 2 15,0 0-6-15,0 0-2 0,0 0 4 0,17 3-4 0,-4-6 0 16,4-1-15-16,5 0-21 0,6 1-30 16,1-3-44-16,3 2-46 0,2-2-46 0,-2-2-208 15,-4 1-440-15,1 1 196 0</inkml:trace>
  <inkml:trace contextRef="#ctx0" brushRef="#br0" timeOffset="63540.48">22690 6591 111 0,'0'0'264'0,"0"0"-13"0,0-11-19 0,0 11-29 16,0 0-23-16,0-7-18 0,0 7-20 0,0 0-17 15,0 0-11-15,0 0-10 0,0 0-10 0,5 20-9 16,-2-8-6-16,1-2-7 0,0 2-7 0,2 2-9 15,3 1-3-15,1-1-4 0,-1-1-3 0,2 1-6 16,0-1-2-16,-1 0 0 0,1 1-4 0,4-1-3 16,-7-6-2-16,0 3-4 0,0-3-2 0,-3-2-3 15,-1 2-1-15,2 0-4 0,-2-3 3 0,0 1-1 16,-3 2 1-16,-1-7 2 0,-1 11-2 16,1-11 1-16,-13 8 0 0,4-4-5 0,-3 1-9 15,0-4-7-15,-5 3-38 0,3-6-19 0,-4 2-41 0,-1-2-36 16,2-1-42-16,1-1-37 0,-2-4-155 0,0 0-401 15,3-2 179-15</inkml:trace>
  <inkml:trace contextRef="#ctx0" brushRef="#br0" timeOffset="63674.37">22718 6535 25 0,'23'-12'151'0,"3"1"-11"0,1 1-9 0,1 0-13 0,1 0-15 16,1 2-28-16,0 3-25 0,1-3-68 0,0 1-59 15,-5 2-40-15,1-3-126 0,-2 1 56 0</inkml:trace>
  <inkml:trace contextRef="#ctx0" brushRef="#br0" timeOffset="63899.4">23181 6329 33 0,'0'0'297'0,"-5"-9"-8"0,5 9-22 16,0 0-23-16,-4-5-24 0,4 5-23 0,0 0-28 15,0 0-17-15,0 0-14 0,0 0-11 0,1 31 3 16,4-11-3-16,-3 5-7 0,0 0-7 0,2 0-10 16,0 2-10-16,2-2 0 0,-3 1 0 0,-1 0-14 15,-2-7-3-15,0 1-7 0,0 1-7 0,-1-2-4 16,0 0-4-16,-2-2-8 0,1-1-13 0,2-1-49 16,-3-2-38-16,1-2-42 0,2-1-50 0,-3 0-47 15,3-1-34-15,-1-3-38 0,1-6-150 0,-5 9-448 16,5-9 198-16</inkml:trace>
  <inkml:trace contextRef="#ctx0" brushRef="#br0" timeOffset="64115.14">23304 6488 243 0,'2'-10'257'0,"-1"3"-16"16,-1 7-15-16,3-10-21 0,-3 10-21 0,0 0-23 15,0-7-16-15,0 7-11 0,0 0-8 0,-15 19-12 16,4-6-11-16,2 1-7 0,-3 1-2 0,0 2-7 15,4-1-14-15,-2 0-5 0,5-6-4 0,0 2-8 16,3 4-7-16,0-4-5 0,2-1-2 0,4-1 2 16,0 1-4-16,2-3-3 0,4-1-14 0,5 1-17 15,2-3-37-15,4 0-41 0,1-4-53 0,7 0-46 16,-1-1-49-16,-7 0-171 0,-3-2-423 0,-3-1 187 16</inkml:trace>
  <inkml:trace contextRef="#ctx0" brushRef="#br0" timeOffset="64452.52">23549 6689 61 0,'5'3'186'0,"-5"-3"7"0,0 0 9 0,8 1-1 15,-8-1-8-15,0 0-7 0,14-2-4 0,-14 2-10 16,10-6-9-16,-4 2-5 0,6-3-12 0,-4 2-12 16,-1-4-11-16,1 1-3 0,-2-2-6 0,3 0-7 15,-4 0-9-15,1-6-6 0,0-1-7 0,0 2-8 16,2-4-12-16,-3 0-2 0,0 0-7 0,-1-2-5 15,2-2-7-15,-2-3-5 0,-1 7 3 0,3-7-14 16,-2 10 3-16,0 0-4 0,0 7-3 0,-2-1-5 16,1 3-3-16,1-1-2 0,-3 3-7 0,-1 5 1 15,9-9-7-15,-9 9 0 0,10 0-2 0,-10 0-3 16,18 9 0-16,-7 3 0 0,2 1-2 0,-4 1 3 16,0 3-2-16,-2 2 1 0,0 6 2 0,0-2 0 15,-1 4-1-15,-3-6 4 0,0 2-5 0,0-2 1 16,0-2 3-16,-1 0 1 0,3-1 2 0,0 2-4 15,0-5-5-15,2 0-14 0,2-2-27 0,2 3-29 16,-1-5-42-16,1-1-54 0,5-2-51 0,1 1-52 16,1-5-151-16,1 1-460 0,-1-1 203 0</inkml:trace>
  <inkml:trace contextRef="#ctx0" brushRef="#br0" timeOffset="64846.8">21927 7428 30 0,'-21'7'240'0,"5"-1"-24"16,5-3-19-16,4 0-1 0,7-3-2 0,0 0-3 15,0 0-8-15,76-8-7 0,22-11-12 0,20-5-9 16,16-2-17-16,18-3-12 0,10-4-12 0,8-1-9 16,-2-1-13-16,1 2-11 0,-13-2-12 0,-4 9-9 0,-7-2-8 15,-8 4-4-15,-8 4-13 0,-5 1-11 16,-12 0-11-16,-8 2-8 0,-13 2 0 0,-33 8-11 15,1 0-3-15,-9-3-12 0,-13 4-5 0,-3 0-6 0,-7 0-4 16,-10 1-8-16,-4 3-8 0,-2-1-20 16,-3-1-25-16,-8 4-20 0,14-6-35 0,-14 3-27 15,0 3-21-15,0 0-111 0,-17-13-338 0,7 10 150 16</inkml:trace>
  <inkml:trace contextRef="#ctx0" brushRef="#br0" timeOffset="69860.86">5637 10447 74 0,'-3'-7'201'0,"3"7"-21"16,-2-10-20-16,2 10-19 0,0-8-16 0,0 8-17 16,0 0-12-16,0 0-7 0,0 0-8 0,0 0-9 15,0 0-3-15,5 39-7 0,0-14-4 16,0 3-1-16,3 4-7 0,-3 0-1 0,-1 2-8 0,2 0 3 15,-2 1-2-15,0-5-11 0,-2 1-1 0,3-1-3 16,0-5-3-16,-2 4 1 0,1-4-5 0,1 0-3 16,-4-6 2-16,1 0-1 0,-1-2-9 0,-1 1-26 15,0-2-20-15,0 0-26 0,1-5-39 0,-1 0-35 16,0 0-141-16,-4-5-300 0,2 0 133 0</inkml:trace>
  <inkml:trace contextRef="#ctx0" brushRef="#br0" timeOffset="70174.23">5688 10475 116 0,'13'-12'142'0,"-3"4"-17"16,0 2-7-16,-2 1-11 0,2 3-12 0,-2-1-7 15,2 3 3-15,-10 0-16 0,18 5-4 0,-9 0-7 16,-2 4-10-16,0 1-4 0,-2 4 1 0,-1 1-12 15,-7 4 2-15,2 6-6 0,-4-1 3 0,-4 2-7 16,-3 1-5-16,-2-2-5 0,3 0 4 0,-4-1-5 16,2-1-3-16,1-8 0 0,2 1-1 0,1-1-7 15,0-1 10-15,0-3-8 0,4 0-2 0,1-1 0 16,0-3 1-16,2 5 4 0,2-5-3 0,0 0 2 0,2 0-2 16,2-2 7-16,1 0-5 0,4 0 0 15,4-2-5-15,5-1-1 0,9-2 2 0,2-5-12 16,3 1-25-16,1-3-22 0,3-3-31 0,1-1-27 15,-2-1-36-15,-1 3-81 0,-2-3-242 0,0-2 108 16</inkml:trace>
  <inkml:trace contextRef="#ctx0" brushRef="#br0" timeOffset="70416.69">6317 10681 73 0,'0'0'165'0,"0"0"-10"0,9-2-22 0,-9 2-13 0,0 0-1 15,0 0 1-15,10 5-8 0,-10-5-7 16,5 8 20-16,-5 1-2 0,3 1-5 0,-2 1-16 15,0 0-4-15,2 5-3 0,-1-3-11 0,0 3-3 16,-2-4-8-16,0 5-2 0,1-1-4 0,1 1 7 0,1 0 15 16,-1-3-9-16,1-3-10 0,-1 1-5 0,1-1-4 15,0-1-5-15,-1 1-6 0,1-4 1 16,1-1-10-16,-1 1-5 0,1-2 0 0,3 2-4 16,-1-3-2-16,0 1-9 0,3-3-13 0,3 1-15 15,1 0-25-15,2-5-32 0,4 1-24 0,3-3-34 0,5-2-32 16,3-3-30-16,1-1-18 0,2-4-146 0,-2 3-377 15,0-4 167-15</inkml:trace>
  <inkml:trace contextRef="#ctx0" brushRef="#br0" timeOffset="70622.89">7106 10714 179 0,'0'0'229'0,"0"0"-4"0,8-4-6 0,-8 4-10 15,0 0-20-15,0 0-13 0,0 0-16 0,5-3-15 0,-5 3-17 16,0 0-14-16,0 0-12 0,0 0-5 0,0 0-13 16,13 0-6-16,-13 0-5 0,10 1-10 0,2 0-4 15,0-1-7-15,3-2-15 0,4-1-28 0,0-2-35 16,3 0-50-16,-2 1-52 0,1 0-54 16,-4 0-188-16,-4-1-399 0,-1 3 177 0</inkml:trace>
  <inkml:trace contextRef="#ctx0" brushRef="#br0" timeOffset="70806.63">7094 10896 189 0,'0'0'199'0,"0"0"-16"0,14 4-14 0,-14-4-20 16,24-6-16-16,-7 2-12 0,2-3-27 0,0 2-40 15,0-1-43-15,9-4-63 0,-10 3-68 0,0 2-69 0,-1-4-204 16,-2 1 91-16</inkml:trace>
  <inkml:trace contextRef="#ctx0" brushRef="#br0" timeOffset="72502.31">8749 10526 75 0,'0'0'101'0,"0"0"-4"16,0 0-3-16,0 0 3 0,-11 6 1 0,11-6 1 15,0 0 1-15,0 0-3 0,0 0 9 16,0 0-5-16,0 0-11 0,-16-6-5 0,16 6-2 0,0 0-7 16,-9-4 3-16,9 4 2 0,-5-4 1 0,5 4-5 15,-4-5-2-15,4 5-5 0,0 0-4 0,-1-9-12 16,1 9 0-16,6-10-11 0,3 3-3 16,1 0-6-16,8-1-3 0,1-2-2 0,6 2-3 0,-4 1-8 15,1 4 0-15,0 1-4 0,-3 0-1 0,0 4-3 16,-1 2 2-16,0 4 0 0,-3-1-7 0,1 4 0 15,-4 2 7-15,0 1-3 0,-4 1 3 0,-3 4-3 16,-3 0 0-16,0 6-4 0,-5-6-2 0,0 0 3 16,-4 7-3-16,-5-2 3 0,1 0 0 0,0-9-1 15,-1 1 3-15,-1 0-5 0,-4-2-2 0,3-2 3 16,3-1 0-16,-3-6-1 0,3 2-1 0,0-1 1 16,1-3 0-16,3 0 0 0,1-3 4 0,6 0-4 15,-13 0 4-15,13 0 0 0,-9-3 0 0,9 3 2 16,-5-6 2-16,5 6-1 0,0 0-1 0,0 0-2 15,1-10 0-15,-1 10-2 0,8-7 2 0,-8 7-3 16,12-6 1-16,-5 4-3 0,1 1 6 0,5 1-2 16,-1 0-2-16,5 1-1 0,1 1 0 0,0-3 4 15,4 2-4-15,-2 2-3 0,2-3-17 0,-2 1-26 16,7 1-29-16,-7-4-33 0,0 2-39 0,0-1-26 16,0 1-27-16,-7 0-114 0,5-3-334 0,-5 0 147 15</inkml:trace>
  <inkml:trace contextRef="#ctx0" brushRef="#br0" timeOffset="72815.23">9374 10516 17 0,'2'-12'192'0,"1"2"7"16,-2-1-6-16,0 5-6 0,-1 6-10 0,0-12-18 16,0 12-16-16,2-7-20 0,-2 7-16 0,0 0-11 15,0 0-8-15,0 0-6 0,0 0-9 0,0 0-8 16,1 24-1-16,1-12-13 0,1-1-2 0,1 3-6 0,1 2 0 15,1-5-9-15,2 2 3 0,-2-1-4 16,5 0-3-16,0 0-4 0,3 1 0 0,-1-2-3 16,1-1 1-16,0 0-1 0,3 0 2 0,-7-3-8 15,3-1-1-15,-1 4-2 0,-1 0 1 0,-2-3-3 0,-2-2 2 16,0 1 0-16,-2 1-6 0,-1-1 3 0,1 0 0 16,-4 1-2-16,-1-7 2 0,-6 16 1 15,1-8-4-15,-3 0-1 0,-2 1-1 0,-2-3 1 16,-1-1-1-16,1 2-5 0,-4-1-16 0,-2-3-17 0,6-1-28 15,-6-2-28-15,-2 0-34 0,3-2-24 0,0 0-35 16,-1-3-151-16,0-1-359 0,4-2 160 0</inkml:trace>
  <inkml:trace contextRef="#ctx0" brushRef="#br0" timeOffset="73187.02">9538 10309 140 0,'24'-13'150'0,"-4"5"-2"0,0 2-6 0,1 0-8 16,-1 2-9-16,-1 3-10 0,-1 2-3 0,2 3-4 16,-5 1-14-16,1 2-5 0,-1 1-2 0,-3 5-5 15,0-2 1-15,1 2-12 0,-4 2 3 0,-3 1-1 16,-1-1-6-16,-1 2-6 0,0-3-4 0,-1 2-8 16,1 0-2-16,-1 0-4 0,-2-6-2 0,4 0-4 15,-1 0-5-15,0 1 1 0,2-1-5 0,-1-2-1 16,2-1-3-16,2 1 3 0,4-1 0 0,-2-5-1 15,2 2-7-15,6-3 0 0,1-2 2 0,1-1-5 16,1-1 1-16,-2-4-3 0,8 0-1 0,-3-5 1 16,-6 2 1-16,-1-2 0 0,-2 0-1 0,-2 0 3 15,-1-2 0-15,-3-3 0 0,0-1 3 0,-4 2-1 16,-4-1-4-16,-3-2 0 0,-6 0-3 0,0 0 0 16,-1 3-2-16,-3-1 1 0,-5 2-5 0,2 3 3 15,-1-2-2-15,-2 5-3 0,1 3-2 0,3 1-1 16,-1 3-3-16,-1 2 1 0,2 4-19 0,-4 4-21 15,1 0-22-15,3 4-41 0,2 5-34 0,1-2-51 0,4 10-189 16,2-8-409-16,3 2 181 0</inkml:trace>
  <inkml:trace contextRef="#ctx0" brushRef="#br0" timeOffset="73552.61">10266 10645 122 0,'14'-6'232'0,"-8"3"1"16,2-4-12-16,3 2-11 0,0-1-10 0,-1-2-11 0,5-2-17 16,-5 1-20-16,4 0-10 0,-5 1-9 0,0-2-12 15,-1 0-10-15,2 2-12 0,-3-2-1 0,-4 0-9 16,0 0-9-16,0-3-7 0,-3 1-6 16,1-4-12-16,-1-1 0 0,0 1-8 0,-3-1-6 0,3 0-2 15,0 5-6-15,0-5 2 0,2 5-8 0,1 0-7 16,5-4-2-16,-3 6-6 0,2 0 1 15,2 1 6-15,2 3-8 0,0-1-7 0,2 3 3 16,5 1-4-16,0 3-2 0,-4 1 2 0,-1 3 0 16,5 4-5-16,-2-2 3 0,0 3 0 0,-2 0-3 0,-5 1 0 15,2 1 0-15,-3-1 2 0,1 1 1 0,-4 1-2 16,-1-2-1-16,0 2-2 0,-2 0 2 0,1-1 1 16,-2 2-2-16,0-2 9 0,1 0-6 15,-2 0-1-15,0-2 1 0,2 1-19 0,-1 0-17 0,1-1-20 16,1-1-27-16,1 2-31 0,1-2-49 0,3 1-26 15,1-2-42-15,0 0-150 0,3-4-413 0,5 3 182 16</inkml:trace>
  <inkml:trace contextRef="#ctx0" brushRef="#br0" timeOffset="73797.7">11556 10075 138 0,'-2'-10'280'0,"2"3"-16"0,0 7-21 16,-3-8-22-16,3 8-21 0,-1-8-20 0,1 8-21 16,0 0-6-16,0 0 2 0,0 0-4 0,0 0-13 15,0 39-2-15,1-23-9 0,-2 4-7 0,5 3-3 16,-4 4-5-16,-3-3-14 0,3 2-7 0,3-7-10 16,-3 6-10-16,0-7-4 0,0 2-5 0,0-2-8 15,0 0-9-15,2-2-15 0,-2 1-34 0,0-4-38 16,0-2-35-16,0 5-43 0,-2-5-56 0,-1-1-56 15,1 1-242-15,-3-2-513 0,2-3 227 0</inkml:trace>
  <inkml:trace contextRef="#ctx0" brushRef="#br0" timeOffset="74158.16">11397 10286 155 0,'9'-8'187'0,"6"1"-9"0,1-2-6 15,3 2-10-15,1 3-17 0,6-4-10 0,-5 6-14 16,1 2-12-16,1 0-12 0,-5 4-6 0,2 0-12 16,2 0-7-16,-4 3-5 0,-2 2-8 0,-3-1-5 15,-2 0-6-15,1 1-8 0,-7 1 2 0,3-2-7 16,0 2 1-16,-2-3-6 0,-1 5-7 0,1-4-2 16,0 1 0-16,-1 0-1 0,2-1 3 0,0 0-1 15,-2-1-4-15,5-3-3 0,-1 3 2 0,1-5 8 16,1 0 6-16,1-2 1 0,0 0 4 0,2-2 0 15,-2-2 1-15,0-3 4 0,4-1 0 0,-5 1 5 0,4-5 7 16,-3 0 11-16,-1 0-13 0,-1-3 17 0,-4-1 1 16,-1 1 10-16,-1-2-2 0,-4 1-19 0,0-1 2 15,-5 5 11-15,0-5-11 0,-3 1 8 16,-1 1-14-16,1 1-10 0,-1 6-4 0,0 0-5 0,-3 2-7 16,-3 1 0-16,-1 5-8 0,3 0-23 0,-6 3-36 15,-1 2-43-15,0 4-55 0,-3 5-65 0,8-3-71 16,-3 3-212-16,4 0-526 0,-8 3 232 0</inkml:trace>
  <inkml:trace contextRef="#ctx0" brushRef="#br0" timeOffset="75328.67">12833 10084 87 0,'0'0'157'0,"0"0"-7"0,0 0-12 0,0 0-12 16,0 0-8-16,0 0-5 0,0 0-6 0,0 0-8 15,0 0-18-15,0 0 1 0,0 0-5 0,0 0-7 16,0 0-5-16,-1-12-9 0,1 12-6 0,0 0-2 16,0 0-5-16,0 0-4 0,0 0-4 0,0 0-3 15,0 0-4-15,0 0 0 0,0 0-3 0,0 0-4 0,0 0-2 16,0 0 0-16,0 0-3 0,0 0 0 0,0 0 1 15,0 0-1-15,0 0-9 0,0 0 2 0,0 0 1 16,0 0-1-16,0 0 1 0,0 0 5 0,0 0 1 16,0 0 0-16,0 0 1 0,0 0-1 15,0 0 4-15,0 0 5 0,0 0-5 0,0 0 5 0,0 0-3 16,0 0-3-16,0 0-1 0,0 0 2 0,0 0-5 16,0 0-2-16,0 0 1 0,0 0 0 0,0 0-6 15,0 0 1-15,0 0 0 0,0 0 3 0,0 0-7 16,0 0-1-16,0 0 0 0,0 0-1 0,0 0 0 15,0 0-4-15,0 0 4 0,0 0-3 0,0 0-1 16,0 0 2-16,0 0-1 0,0 0 0 0,0 0-2 16,0 0 1-16,0 0 4 0,0 0 0 0,0 0-3 15,0 0-3-15,0 0 5 0,0 0-1 0,0 0-1 16,0 0 0-16,0 0 0 0,0 0 4 0,0 0-2 16,0 0-3-16,0 0 0 0,0 0 0 0,0 0 3 15,0 0-2-15,0 0-1 0,0 0-2 0,0 0 1 16,0 0 1-16,0 0 1 0,0 0-2 0,0 0 0 15,0 0 1-15,0 0 2 0,0 0-6 0,0 0 0 16,0 0 4-16,0 0-6 0,0 0 5 0,0 0-2 16,0 0-1-16,0 0 1 0,0 0-5 0,0 0 6 0,0 0-2 15,0 0 0-15,0 0 0 0,0 0 3 16,0 0-2-16,0 0 4 0,0 0 4 0,0 0-7 16,0 0 0-16,0 0 3 0,0 0 3 0,0 0 8 0,0 0 3 15,0 0 2-15,0 0 3 0,0 0 3 0,0 0 1 16,0-10-2-16,0 10 2 0,0-9 0 15,0 9 11-15,1-12 1 0,-1 12 3 0,0-12-3 16,0 12 1-16,0-10 2 0,2 3 0 0,-2 7-2 0,0 0-3 16,0-11-4-16,0 11 0 0,2-5-8 0,-2 5-2 15,0 0-7-15,0 0-2 0,0 0-2 0,0 0 1 16,0 0-1-16,13 32 1 0,-11-15-1 0,2 3 6 16,0 6 0-16,0 1 1 0,0 0 1 0,-2 3-1 15,3-4-2-15,-1 2 2 0,-2-2 3 0,0 1-9 16,-1-8 5-16,3 6 1 0,1-8-4 0,-3 2-3 15,1 1 0-15,3-1-5 0,-2-2-28 0,-1-3-28 16,1 3-42-16,1-5-47 0,-3 0-35 0,1 0-52 16,-1 2-179-16,0-4-441 0,-2-1 196 0</inkml:trace>
  <inkml:trace contextRef="#ctx0" brushRef="#br0" timeOffset="75494.2">13103 10301 59 0,'0'0'211'16,"6"-8"-25"-16,-6 8-17 0,2-5-22 0,-2 5-18 15,0 0-22-15,0 0-22 0,6-3-22 0,-6 3-43 16,0 0-54-16,11 8-38 0,-8-5-107 0,-3-3-193 16,11 7 85-16</inkml:trace>
  <inkml:trace contextRef="#ctx0" brushRef="#br0" timeOffset="75776.25">13448 10089 111 0,'9'-2'188'16,"2"4"-13"-16,-2 0-4 0,0 4-6 0,-1 3-4 16,-1-1-11-16,1 5-10 0,0 4-12 0,-6 0-14 15,1 9-8-15,-5-2-10 0,1-3-11 0,-5 4-4 16,1-6-10-16,-8 5-8 0,2-7-4 0,-1-1-4 0,1 0-6 15,0-3-3-15,1 0-7 0,6-3 0 16,-2-1-6-16,1-3-2 0,-1-2-3 0,4 0 3 16,2-4 9-16,-6 7-1 0,6-7 1 0,0 0-3 15,0 0-6-15,0 0-1 0,0 0-6 0,0 0-1 0,23-1-3 16,-9-4-4-16,3-1-11 0,4 2-22 16,6-5-22-16,2 0-34 0,1 1-38 0,1-1-20 15,0-1-16-15,-1-1-33 0,1 0-18 0,-4 1-106 16,-3-2-330-16,1-2 146 0</inkml:trace>
  <inkml:trace contextRef="#ctx0" brushRef="#br0" timeOffset="76036.6">13919 10120 116 0,'0'-12'176'0,"-2"3"-2"0,0 0-5 0,0 2 0 16,2 7 1-16,-4-11-9 0,1 6-14 0,3 5-14 0,-3-6-16 16,3 6-11-16,0 0-9 0,0 0-8 0,0 0-8 15,0 0-5-15,0 0 3 0,5 28-2 0,0-16-3 16,1 1-5-16,1 0-3 0,5 2 1 0,1-1 1 15,-2-2-9-15,5 1 0 0,-1 0-3 0,1 0-3 16,-3-2-3-16,3 2-2 0,-2-5-5 0,-1 3-6 16,-4-4 4-16,-2 1-10 0,1-1-2 0,0 0-4 15,-3 0-3-15,-2-2 2 0,-2 3-2 16,1-2-5-16,-2-6 8 0,-5 15-4 0,-1-8-4 0,-4 2-9 16,1 0-6-16,-3-4-19 0,-4 1-17 0,-2 0-27 15,0-1-32-15,-1-3-27 0,-1 1-39 0,0-3-22 16,5-3-46-16,-6-1-153 0,1-3-412 0,2 0 183 15</inkml:trace>
  <inkml:trace contextRef="#ctx0" brushRef="#br0" timeOffset="76185">14013 9972 153 0,'14'-8'195'0,"2"-1"-6"15,2 1-7-15,0 0-10 0,8-5-17 0,-7 6-18 16,3 2-14-16,3-4-11 0,2 4-30 0,2 2-39 15,2 0-49-15,-3 1-51 0,-1 0-61 0,-5 3-109 16,6-2-247-16,-7 3 110 0</inkml:trace>
  <inkml:trace contextRef="#ctx0" brushRef="#br0" timeOffset="76396.89">14671 9865 218 0,'0'-7'264'16,"0"7"0"-16,0 0-6 0,0 0-17 0,-2-11-24 15,2 11-21-15,0 0-26 0,0 0-12 0,0 0-15 16,0 0-3-16,0 0 1 0,0 39-7 0,-2-11-6 16,0-3-10-16,0 1-5 0,-2 2-12 0,3-3-5 0,-3-6-15 15,1 6-2-15,1-1-12 0,1 0-6 16,-1-5 0-16,1 1-14 0,1-5-21 0,-5 2-37 16,5-4-44-16,-2 2-44 0,-1-1-38 0,-1-2-46 15,2-4-43-15,-2 1-51 0,2-2-146 0,0-1-458 0,2-6 204 16</inkml:trace>
  <inkml:trace contextRef="#ctx0" brushRef="#br0" timeOffset="76606.69">14807 9969 214 0,'2'-10'234'0,"2"1"-3"16,-3 1-7-16,0 1-14 0,-1 7-23 15,1-7-18-15,-1 7-18 0,0 0-12 0,0 0-1 16,0 0 0-16,0 0 0 0,-21 25-4 0,12-7-1 0,0-2-24 15,-4 7-9-15,4-5-13 0,3-1-8 0,0-1-8 16,5 1-3-16,1-4-6 0,1 3-9 0,2-4-8 16,2 0-26-16,3-1-27 0,2-2-40 0,3 1-48 15,0 0-47-15,7-3-49 0,-1-3-45 0,1 0-165 16,2-5-435-16,0-1 193 0</inkml:trace>
  <inkml:trace contextRef="#ctx0" brushRef="#br0" timeOffset="76953.57">15161 10139 70 0,'6'-7'197'16,"-6"7"-1"-16,8-6 3 0,-8 6 3 0,7-6-5 16,-3 1-7-16,1 0-9 0,0 2 1 0,-5 3-10 15,9-10-12-15,-4 4-5 0,0 1-12 0,0 0-8 16,-1-4-14-16,5 1-14 0,-1-1-10 0,-3 0-10 16,0-2-4-16,1 0-9 0,-2-1-6 0,0-4-4 15,-4-2-12-15,4 1-3 0,-4 2-6 0,1 0-3 16,0-1-4-16,1 4-3 0,0 0-7 0,2-1-1 15,-1 2-2-15,2 0-2 0,1 1-8 0,0 3 3 16,2-1-5-16,-1 2-5 0,0 3-1 0,3 0-1 16,0 3-2-16,2 1-5 0,-2 2 2 0,1 2-2 15,0 2 3-15,-3 0-1 0,2 3 3 0,-2 1 0 16,1 0 0-16,-6 0 6 0,3 4-4 0,-4 2 2 16,0-1 1-16,0-3 3 0,1-1-2 0,-3-1-1 15,0 1 2-15,1-3 4 0,0 2-4 0,2-2-6 16,2 0 8-16,0 1 6 0,0-3-8 0,3 2-1 15,3-4-8-15,1 1 6 0,4-4-32 0,6 2-28 16,-2-2-40-16,8-6-53 0,-9 2-57 0,7-6-60 16,-8 3-208-16,0-4-511 0,2-1 226 0</inkml:trace>
  <inkml:trace contextRef="#ctx0" brushRef="#br0" timeOffset="77929.66">18028 9588 148 0,'0'0'170'0,"0"0"-1"15,-6-6-9-15,6 6-5 0,0 0-7 16,-5-4-3-16,5 4-15 0,0 0-4 0,-6-4-14 15,6 4-2-15,0 0-5 0,0 0-10 0,0 0-5 16,0 0-9-16,0 0 7 0,-5-6-11 0,5 6-10 0,0 0 0 16,0 0-10-16,0 0-1 0,0 0-11 15,0 0-2-15,0 0-7 0,0 0 3 0,0 0-9 0,22-4-4 16,-8 1 0-16,-1 3-7 0,5-3 0 16,0 3-3-16,3-6 1 0,10 4 1 0,2-2-3 0,-2 0-9 15,1 1-17-15,-1-3-19 0,-1 2-28 0,-3 3-20 16,-7 0-26-16,0 0-32 0,-2 0-16 0,-6 1-18 15,0 1-17-15,-6-1-111 0,-6 0-323 0,9 0 144 16</inkml:trace>
  <inkml:trace contextRef="#ctx0" brushRef="#br0" timeOffset="78324.62">18267 9514 33 0,'-6'-4'161'0,"6"4"-9"16,0 0 5-16,0 0-21 0,-9-2-11 0,9 2-16 15,0 0-8-15,0 0-17 0,0 0-6 0,-3 14 6 16,4-5 8-16,1 6 9 0,0 2-8 0,1 2-1 16,1 6-7-16,-2 0-3 0,-1-5-6 15,5 5-1-15,-4-1-2 0,2 1-4 0,0-5-7 0,-2-2 0 16,2 0-13-16,-1 1-1 0,-2-2-4 0,2-2-5 16,-1 1-4-16,1-4-1 0,-2 0-5 0,-1 0-3 15,1 0-3-15,1-2 3 0,-1 0-8 0,-1-1 4 16,-1-2-2-16,-1 3 0 0,0 0-6 0,-1-4 1 15,-1 0-1-15,-1 0-6 0,-4 1-2 0,0-2-4 16,0-1-6-16,-2-1 6 0,-1 1-8 0,2-4 2 16,-3 2-2-16,2-1 0 0,-2-2 4 0,2-1 0 15,0-1 2-15,4 2-5 0,-1-2 3 0,8 3 3 16,-12-4-1-16,7 2 2 0,5 2 0 0,-7-4-2 16,7 4-1-16,0 0-3 0,0 0 2 0,0 0-3 15,0 0 8-15,0 0 0 0,33-3-8 0,-18 3 7 16,6 0-2-16,7-3 0 0,-1 3 3 0,2-4-1 15,2-1-10-15,-2 1-19 0,2 0-27 0,1 0-34 16,-2 1-35-16,0-1-28 0,-3 1-38 0,-6-1-145 16,0 1-361-16,-3-2 160 0</inkml:trace>
  <inkml:trace contextRef="#ctx0" brushRef="#br0" timeOffset="78592.57">18710 9801 164 0,'0'0'202'0,"2"-11"-6"0,-1 5 2 0,-1 6 1 0,1-7-13 15,-1 7-18-15,3-6-17 0,-3 6-16 16,0 0-13-16,0 0-10 0,0 0-3 0,0 0 1 16,0 0-3-16,10 14 0 0,-7-7 5 0,-3 4-13 15,2 0-3-15,0 1-4 0,-1 4-8 0,-2-4-3 16,2-1-10-16,0 2-7 0,0 3-5 0,-1 3-3 16,0-6 0-16,2 0-12 0,-4-1-3 0,2 2-1 15,2-5-4-15,0-1-3 0,-1 0-4 0,-1-8 3 16,5 14-8-16,-1-8-2 0,0-1 1 0,3-1-1 15,-1 0-5-15,5-1-8 0,2-1-23 0,1-1-20 0,6-1-19 16,0-5-29-16,3 0-27 0,1-4-22 0,-2 4-25 16,-2-3-23-16,10-3-12 0,-3-4-26 15,-4 3-174-15,4-1-423 0,-1-4 188 0</inkml:trace>
  <inkml:trace contextRef="#ctx0" brushRef="#br0" timeOffset="78738.53">19393 9733 144 0,'5'-2'145'15,"-5"2"-2"-15,8-3-1 0,-8 3 1 0,7-5-7 0,-7 5-8 16,9-3-12-16,-9 3-14 0,9-2-6 0,-9 2-13 16,0 0-6-16,13 2-7 0,-8 2-24 0,-5-4-32 15,9 5-40-15,-5-1-32 0,1 2-34 0,-2-2-30 16,-1 2-93-16,-2-6-232 0,0 0 103 0</inkml:trace>
  <inkml:trace contextRef="#ctx0" brushRef="#br0" timeOffset="78865.67">19440 9883 125 0,'-1'7'151'0,"1"-7"9"16,0 0-2-16,4 7-4 0,-4-7-3 0,0 0-10 16,11 4-8-16,-4-2-11 0,-7-2-12 0,19-2-13 15,-8 1-20-15,3-2-40 0,4 0-55 0,4-1-60 16,2-3-74-16,3-3-76 0,-1-4-247 0,-2 1 109 16</inkml:trace>
  <inkml:trace contextRef="#ctx0" brushRef="#br0" timeOffset="79533.14">20953 9426 133 0,'8'-7'285'0,"-3"2"-6"15,-1 0-9-15,-4 5-14 0,5-9-15 0,-1 6-18 16,-4 3-21-16,0 0-19 0,4-7-25 0,-4 7-18 15,0 0-12-15,4-3-12 0,-4 3-12 0,0 0-15 16,0 0-9-16,0 0-7 0,0 0-8 0,-3 22 0 16,3-22-9-16,3 17-10 0,0-4-4 0,5 1-5 15,1 0 0-15,5 0-5 0,0 1-1 0,5 2-6 16,-6-4-3-16,7 3-2 0,-3-2-1 0,6 3-2 16,-5-5 1-16,-3 0-2 0,-1-2-2 0,-3-1-1 15,-4 1-3-15,1-1-2 0,-2-1 0 0,-2 1-3 16,-3-2-2-16,-2 1-3 0,1-8 0 0,-10 14-2 15,1-7-9-15,-3-1 3 0,-5 3-6 0,-1-5 4 16,-1 1-8-16,-2-3 6 0,6 1 6 0,-3-2-4 0,5-1 2 16,0-1-2-16,3-1 1 0,1-3-2 15,4 4-7-15,-2-7-8 0,3 2 0 0,4 6-2 16,-2-16-2-16,6 8-6 0,1-9-2 0,8 2 5 16,2-6 1-16,-1 6 7 0,4-8-5 0,3 1 1 0,0 0-2 15,4 1 9-15,-3-1-3 0,3 2 4 0,1-2 1 16,-5 0 4-16,-3 3 3 0,0-1 2 15,-5 4 4-15,-2-1 9 0,0 2 3 0,-5 1 7 16,-2-1 5-16,0 3 7 0,-3 1 0 0,-1-1-1 0,-1 5-5 16,0-4 5-16,-3 3-4 0,-2 2-4 0,0 2-2 15,0 1 0-15,-7 0-1 0,1 3-3 0,0 3 0 16,-8 2-2-16,-5 6 0 0,-2 2 0 16,3 2-2-16,2 5 1 0,3 0-11 0,0-1-22 0,5 2-31 15,6-5-47-15,-1 2-53 0,7-2-38 0,2 2-52 16,1-2-152-16,1-3-432 0,5-1 191 0</inkml:trace>
  <inkml:trace contextRef="#ctx0" brushRef="#br0" timeOffset="79997.11">21506 9561 121 0,'0'0'254'0,"0"0"6"15,8 0 0-15,-8 0-4 0,0 0-7 0,0 0-10 16,7 3-17-16,-7-3-12 0,0 0-20 0,0 0-19 15,0 0 0-15,0 0-14 0,0 0-12 0,0 0-7 16,0 0-17-16,9-5-5 0,-9 5-10 0,0 0-7 16,0 0-14-16,0 0-9 0,-5-13-4 0,5 13-3 15,0 0-15-15,-6-15-1 0,6 9-11 0,-1-4 6 16,1 1-16-16,0-4-1 0,4 3-10 0,0-2 6 16,4-3-11-16,-1 0 3 0,6 0-13 0,0-1 5 15,1 3-11-15,1 3-5 0,2 2 7 0,0 1-6 16,-4 4 0-16,4 2-2 0,1 1 5 0,-5 3-3 15,5-2-7-15,-2 6 8 0,0 2-6 0,-5-2 6 16,-1 1 9-16,1 1-12 0,-5 1 2 0,2-1-1 16,-1 1 1-16,-2-2 1 0,2 1 0 0,-3-2-2 0,-3 0 15 15,0-1-13-15,-1-6 3 0,0 11 1 16,0-11-5-16,0 7 7 0,0-7-5 0,0 0 9 16,-6 7-5-16,6-7 3 0,0 0 4 0,0 0 0 0,0 0-7 15,0 0-7-15,-11-16 12 0,11 16-7 0,-2-12-3 16,3 4-2-16,-1 8-1 0,4-18-2 0,-1 10-1 15,1-4-3-15,-2 6 2 0,2 0 4 16,0 1-4-16,0 0 0 0,-4 5-2 0,8-6 5 0,-8 6-7 16,11-1-2-16,-11 1 6 0,11 3 1 0,-4 1-12 15,0 1-22-15,1 1-22 0,-2 2-27 0,1 1-35 16,-2-1-42-16,-1 2-44 0,1 0-49 0,0-1-235 16,0-2-537-16,3 0 238 0</inkml:trace>
  <inkml:trace contextRef="#ctx0" brushRef="#br0" timeOffset="80365.66">22116 9485 83 0,'0'0'232'15,"0"0"-13"-15,0 0-7 0,0 0-8 0,8-2-8 16,-8 2-14-16,0 0-13 0,0 0-8 0,0 0-12 16,0 0-9-16,0 0-7 0,0 0-11 0,0 0-4 15,0 0-11-15,0 0-8 0,0 0 4 0,0 0 2 16,0 0 0-16,0 0 4 0,0 0 0 0,0 0-4 15,0 0 0-15,0 0 1 0,0 0-20 0,0 0-6 16,0 0 3-16,-10-14-8 0,10 14 3 0,-5-13-7 16,5 4-11-16,-2-1 0 0,0-1-10 0,2-3-6 15,4-2-1-15,0-2-2 0,1 1-4 0,2 1-12 16,3-10 2-16,2 4-3 0,3 0-4 0,-2-1-12 16,-1 8 12-16,0 0-6 0,0 2-1 0,-2 1-9 15,-2 4 10-15,1 2-13 0,-1 4-2 0,3-1 11 16,-2 2-18-16,-9 1 6 0,19 8-3 0,-10-2-2 15,-1 4 16-15,-1-1-17 0,5 4 8 0,-5 3-6 16,1 3 4-16,1-4 1 0,-3 4-2 0,1-1 18 16,-2 0-13-16,0 1-5 0,0 1 4 0,0-3-31 0,0 0-37 15,-2-1-36-15,1-1-51 0,0-4-59 16,-2 0-60-16,1 0-47 0,-3-4-211 0,1-1-575 16,-1-6 256-16</inkml:trace>
  <inkml:trace contextRef="#ctx0" brushRef="#br0" timeOffset="80528.7">22182 9391 30 0,'0'0'239'15,"0"0"-10"-15,-6-5-12 0,6 5-9 0,0 0-19 16,0 0-13-16,18-9-20 0,-6 6-11 0,8 1-17 16,8-2-12-16,7-3-27 0,2 1-51 0,15 0-49 15,0-1-41-15,2 0-44 0,4-2-54 0,-6 4-126 16,6-1-298-16,-3-4 133 0</inkml:trace>
  <inkml:trace contextRef="#ctx0" brushRef="#br0" timeOffset="80778.17">23210 9057 183 0,'3'-7'270'0,"-1"0"-8"0,0 2-5 0,-2 5-5 15,4-12-9-15,-4 12-13 0,2-7-8 0,-2 7-18 16,0 0-32-16,1-5-17 0,-1 5-18 0,0 0-14 15,0 0-9-15,0 0-4 0,7 21-4 0,-5-9-2 16,3 5 3-16,-3 1-1 0,0 1-12 0,-1 6-2 0,1-5-9 16,-1-1-1-16,-2 5-10 0,-1-4-6 15,1-1-10-15,0 2 2 0,0-3-5 0,-1 1-11 16,0-1 2-16,1-1-4 0,1-2-23 0,0-1-25 16,-2-4-37-16,1 2-21 0,0-2-41 0,1 1-43 15,-3-1-36-15,1 0-39 0,-1-3-42 0,-2-1-250 16,0-3-561-16,-4 1 248 0</inkml:trace>
  <inkml:trace contextRef="#ctx0" brushRef="#br0" timeOffset="81106.66">23168 9287 90 0,'8'-9'201'16,"-2"2"-2"-16,3 0 1 0,-1 3-6 0,2 0-11 15,0 0-17-15,1 2-10 0,1-1-10 0,1 5-13 0,1-1-10 16,-1 0-3-16,-2 4-13 0,6 0-5 0,-4 1-7 15,-2-2-13-15,1 3-3 0,-1-2-12 16,1 2-2-16,-1 0-6 0,2-1-7 0,-1 0-3 0,-2 0-3 16,2-2-6-16,-1-1-4 0,-1 1-2 0,3-2-1 15,-7-1 0-15,-6-1 3 0,19 0-3 0,-12-3-2 16,0 3 0-16,1-4-4 0,0 0-2 0,-2 1 7 16,-1-2 5-16,3-2-1 0,-4 0-5 15,1-3 2-15,-1 2-3 0,-2 1 3 0,-1-3-3 0,1-7-4 16,-2 8 0-16,-2-1-5 0,-1-1 0 0,-1 3-4 15,-1-4-6-15,0 4 6 0,-3 1-4 0,2 1-6 16,-2 2-2-16,0 0 3 0,1 2-6 0,-1 0-3 16,-3 1-15-16,11 1-21 0,-19 1-26 0,8 3-40 15,1 0-46-15,-1 2-52 0,0 1-51 0,-4 1-197 16,3-4-484-16,5 2 215 0</inkml:trace>
  <inkml:trace contextRef="#ctx0" brushRef="#br0" timeOffset="81592.42">24628 8920 115 0,'1'-17'262'0,"0"5"-6"16,-1 2-11-16,1-3-6 0,-1 3-16 0,0-1-15 15,0 3-2-15,0 8-18 0,2-10-20 0,-2 10-17 16,2-7-22-16,-2 7-13 0,0 0-16 0,0 0-5 16,5 26-1-16,-1-9 0 0,-2 8-5 0,1 1-4 15,-3 4-6-15,2 1 1 0,-2-3-7 0,-3 2-1 16,3-2-1-16,0-1-9 0,0 1-6 0,0-1 8 15,1-3-18-15,-1 1 10 0,0-5-13 0,0-1-15 16,0-2-11-16,0-2-22 0,0 2-47 0,-1-5-41 16,1-1-44-16,0 1-47 0,0-5-44 0,0-7-40 15,-2 14-207-15,2-14-512 0,-4 7 227 0</inkml:trace>
  <inkml:trace contextRef="#ctx0" brushRef="#br0" timeOffset="82629.03">24597 8879 46 0,'0'-12'188'0,"0"6"3"0,0 6-5 0,1-8-9 0,-1 8-8 15,0 0-16-15,0 0-21 0,0 0-13 16,0 0-9-16,-3-10-14 0,3 10-8 0,0 0-8 0,-20 12-5 16,11-4-6-16,-6 3-6 0,0 1-6 0,-6 5-7 15,3-5-1-15,4 2-8 0,-7 3-4 0,5-3-4 16,1-1-4-16,3 0-4 0,-2-2 0 0,1 3-3 16,3-2 2-16,0-2-5 0,1-1-2 0,3 1-1 15,-1-2-3-15,0 0 1 0,0-2-6 0,2 2 3 16,1-2-4-16,0-1 2 0,1 1-5 0,3-6 5 15,-2 11-5-15,2-11 3 0,2 9-2 0,1-2 3 16,1-4-2-16,5 4 2 0,5-1 1 0,-1-5-3 16,6 2 0-16,8-4 2 0,0-2-2 0,6 2 2 15,4-3-2-15,13-4-10 0,4 1-1 0,-16-2-19 16,12 1-17-16,-13 3-38 0,1-2-27 0,1 1-33 16,-2 1-26-16,-3-1-167 0,-6 1-357 0,-1-2 158 15</inkml:trace>
  <inkml:trace contextRef="#ctx0" brushRef="#br0" timeOffset="82958.48">25033 9013 173 0,'0'0'178'0,"-5"-4"4"0,5 4-14 0,0 0-8 15,0 0-16-15,0 0-8 0,0 0-5 0,-16 12-4 16,11-7-9-16,1 4-9 0,-2-2-9 0,2 2-3 15,-2 0-6-15,2 2-8 0,4-3-8 0,-3 4-7 0,3-2-7 16,3-1 4-16,0-1-7 0,2 3-6 0,1-1-4 16,0-6 0-16,3 3-6 0,0-2 0 0,1 0-11 15,2-1 2-15,1-3 2 0,-2-1-5 16,0-1-5-16,2-2 1 0,-2 0 0 0,0-1-1 0,-1-1 7 16,-1-2 4-16,1 1 2 0,-3-1-3 0,0-3-2 15,-2 0-4-15,-1-2-4 0,-2 1 1 0,-1-6-6 16,-1 5-1-16,-1-2-3 0,-3 3-1 0,0-4-4 15,-1 4-2-15,-1 1-7 0,0 2-17 0,0 1-21 16,0 3-31-16,-1 1-29 0,7 3-41 0,-16-1-30 16,16 1-43-16,-16 5-192 0,10-1-434 0,-1 1 193 15</inkml:trace>
  <inkml:trace contextRef="#ctx0" brushRef="#br0" timeOffset="83470.82">25421 9109 9 0,'0'0'221'16,"3"8"-4"-16,-3-8-8 0,2 7 2 0,-2-7-3 15,4 5-10-15,-4-5-10 0,3 6-8 0,-3-6-14 16,0 0-11-16,2 6-11 0,-2-6-5 0,0 0-5 16,0 0-2-16,0 0 12 0,4 5-10 0,-4-5 3 15,0 0 0-15,0 0-10 0,0 0-8 0,0 0-16 16,0 0-7-16,0 0-11 0,-2-26-10 0,2 26-6 15,-2-14-6-15,2 4-11 0,2 0 2 0,0-2-3 16,1 1-10-16,1-6 4 0,2 0-9 0,2 1-7 16,0-3-1-16,3 3-6 0,-1-1-8 0,1 3-3 15,-1 2 5-15,-2 3-15 0,1 2-3 0,0 2 4 16,0 1-1-16,4 2-5 0,-4 2-2 0,5 2-1 0,-3 3 5 16,2 3-6-16,1 2-2 0,-3-2 6 15,0 0-4-15,-2 1 3 0,0 0 5 0,0 1-4 16,0-2 1-16,0-1-3 0,-5 1-1 0,1-2 8 15,-3-1-4-15,3 1 5 0,-2-1-4 0,-3-5-1 0,4 6 2 16,-4-6 5-16,4 5 7 0,-4-5-17 0,0 0 7 16,7 3-2-16,-7-3-4 0,0 0-2 15,0 0-4-15,0 0-7 0,9-10 4 0,-4 5-9 16,3-3-8-16,1-1 7 0,0-5-2 0,5 2 2 0,-3 2-2 16,3 0 1-16,-3 1 2 0,-1 2 1 0,2 1 5 15,-3-2 0-15,-3 5-3 0,2 0 0 0,-1 1 13 16,-7 2-11-16,13-2 2 0,-13 2-1 0,9 4 2 15,-4-1 4-15,1 0-3 0,-2 5-13 0,1-2-21 16,-1 1-28-16,-1 2-23 0,-1 1-26 0,0 0-26 16,1 0-33-16,-3-1-19 0,4 1-16 0,-3-3-17 15,3 2-150-15,0-3-417 0,0 0 185 0</inkml:trace>
  <inkml:trace contextRef="#ctx0" brushRef="#br0" timeOffset="83861.36">26156 8958 207 0,'4'-7'226'0,"3"2"1"0,-4 1-8 0,-3 4-17 16,8-3-22-16,-8 3-17 0,4-6-18 0,-4 6-10 15,0 0-7-15,0 0-5 0,12 12-8 0,-12-6-8 16,5-1-1-16,-5 2-5 0,0 3 1 0,2-1-4 16,0-4-8-16,-2 5-5 0,4-1-9 0,-4-1-3 15,0-1-11-15,0-7 2 0,0 11-10 0,0-11-3 16,0 8 7-16,0-8 5 0,0 0 9 0,0 0 4 15,0 0 1-15,-2 7-6 0,2-7-9 0,0 0 7 16,0 0-20-16,0 0-5 0,-11-21-3 0,6 11 6 16,3 0-17-16,2-2 2 0,0-1-1 0,0-5-5 15,7 0-7-15,0-9 1 0,2-2-9 0,1 3-9 16,4-1 6-16,0 1-4 0,2 3-1 0,-6 7-3 16,2 3-4-16,-3 5-3 0,-2 0 6 0,1 1 4 15,0 4-12-15,-4-1-4 0,-4 4 3 0,13 4 0 16,-4 2 0-16,-2 3 4 0,-2 3 3 0,1 3 5 15,1 2-3-15,-5 4 5 0,0-2-2 0,2 5 2 0,-4 2 0 16,0-1-5-16,0-6 3 0,0 0 4 0,-2 1-2 16,2-3-7-16,2-1-22 0,-2-3-29 15,0-1-37-15,-4 1-50 0,4-5-50 0,-2 1-57 16,2-3-45-16,0-6-201 0,-4 9-536 0,4-9 238 0</inkml:trace>
  <inkml:trace contextRef="#ctx0" brushRef="#br0" timeOffset="84014.81">26183 8990 67 0,'0'0'248'0,"0"0"-26"15,0 0-16-15,0 0-16 0,0 0-16 0,24-10-17 16,-5 4-16-16,0 1-12 0,4 0-22 0,4-1-46 16,0 0-49-16,-5 3-60 0,7-2-56 0,-8 2-157 15,-1-3-282-15,-2 3 125 0</inkml:trace>
  <inkml:trace contextRef="#ctx0" brushRef="#br0" timeOffset="87263.58">9109 11018 28 0,'0'0'81'0,"-10"1"4"16,10-1-1-16,-9 1-10 0,9-1-2 0,-10 1 3 15,10-1-7-15,-14 1-2 0,6-1-11 0,0 1-6 16,8-1 12-16,-14 3-4 0,8-1-2 0,6-2-8 15,-13 2 0-15,7 0-6 0,6-2-2 0,-12 4-7 16,7-3-5-16,5-1-2 0,-9 2-2 0,9-2 0 16,-11 3 0-16,11-3-7 0,-8 3-5 0,3-1 1 15,5-2-2-15,-7 3 2 0,7-3-3 0,0 0-1 16,-6 3-5-16,6-3 8 0,0 0-2 0,0 0-2 16,0 0 7-16,0 0 9 0,0 0 5 0,19 3 3 15,0-6 0-15,4-1 7 0,8-1-8 0,6-2 1 16,19-4 1-16,-2 2 0 0,4-3 2 0,2 1 2 15,2 1-6-15,26-6 7 0,-24 7-2 0,0 0-9 0,28-4 5 16,-30 5-6-16,0 1 1 0,4-1 1 16,-4 4-4-16,1-3-3 0,-1 1-1 0,-2 3 0 15,-3-1-7-15,-19-1 5 0,13-2 0 0,-15 5 1 16,-4-2-2-16,-1 1 0 0,-3 1-2 0,-7 0 5 0,0-1-3 16,-3 3 4-16,-4 0-1 0,-3-2 0 0,-2 1-1 15,1 0 5-15,-10 1 4 0,14-1 1 0,-14 1 6 16,9 0 0-16,-9 0-4 0,9-2 3 0,-9 2-1 15,0 0-3-15,9 0 0 0,-9 0 1 0,0 0-7 16,0 0 0-16,0 0-1 0,7 3 0 0,-7-3-5 16,0 0-2-16,0 0-1 0,0 0 2 0,0 0-2 15,0 0-3-15,0 0-5 0,0 0 2 0,0 0-3 16,0 0-15-16,0 0-22 0,0 0-25 0,0 0-26 16,0 0-36-16,-21 16-52 0,12-8-41 0,-5 0-136 15,-4 1-376-15,0-1 166 0</inkml:trace>
  <inkml:trace contextRef="#ctx0" brushRef="#br0" timeOffset="89295.25">21316 9842 32 0,'0'0'33'0,"0"0"-3"0,0 0 5 16,0 0-9-16,-14-5 1 0,14 5 1 0,-9-1-3 15,9 1 0-15,-7-3 4 0,7 3-1 0,0 0 3 16,-11-2 0-16,11 2-12 0,0 0 4 0,-11 0-1 16,11 0-2-16,0 0-3 0,-13 0-1 0,13 0-1 15,-9 1-3-15,9-1 4 0,-10 1-2 0,10-1 12 0,-10 0-9 16,10 0-2-16,-11 3 6 0,11-3-4 0,-15 1 0 15,8 1 3-15,7-2 5 0,-18 0-1 16,10 1 1-16,2 1 2 0,6-2 4 0,-13 2 0 16,5-1 5-16,8-1 3 0,-10 1-7 0,10-1-3 0,-10 1-1 15,10-1 1-15,0 0 0 0,-9 0 0 0,9 0 0 16,0 0-5-16,0 0 4 0,0 0 12 16,0 0-1-16,32 2 9 0,-5-7-8 0,6 1 2 0,6-1 5 15,15-4-4-15,4 2 1 0,2-2-1 0,6 0 6 16,-1 0-8-16,27-4-6 0,-32 6 0 0,-1 0-5 15,3 0-4-15,-2 0 0 0,1 2-6 16,-4-2 2-16,0 1 0 0,-5 2-1 0,-12 1-1 0,-2 1-5 16,-1-3-3-16,-1 3 2 0,-7-2 1 0,1 3 0 15,-9-1-6-15,-2 2 3 0,-6-1 2 0,0-1 3 16,-4 2-3-16,0 0 4 0,-1 0 6 0,-8 0 2 16,11-2-2-16,-11 2 5 0,0 0-4 0,12 2 5 15,-12-2 1-15,0 0-1 0,7-2 4 0,-7 2 3 16,0 0-1-16,0 0 3 0,0 0-1 0,0 0 0 15,0 0-3-15,0 0-2 0,0 0-3 0,0 0-4 16,0 0-3-16,0 0-3 0,0 0-5 0,0 0 0 16,0 0 2-16,0 0-4 0,-25 4-1 0,25-4 0 15,0 0-3-15,-10 0 0 0,10 0 2 0,0 0-3 16,0 0-1-16,0 0-1 0,-12 1 3 0,12-1-6 16,0 0 2-16,0 0 1 0,0 0-3 0,0 0 5 15,0 0-3-15,0 0-1 0,-10-1-1 0,10 1 3 16,0 0-4-16,0 0-2 0,0 0 0 0,0 0 4 15,-12 0-2-15,12 0 1 0,0 0-3 0,0 0 2 16,0 0-2-16,0 0-2 0,-10 1 2 0,10-1 2 0,0 0-1 16,0 0 1-16,0 0 0 0,0 0 1 15,0 0-3-15,0 0 1 0,-10-1 3 0,10 1-1 16,0 0-2-16,0 0 0 0,0 0 1 0,0 0-3 16,0 0 7-16,0 0-8 0,0 0 5 0,0 0-4 0,-10-2 1 15,10 2-1-15,0 0 0 0,0 0-2 0,0 0 3 16,0 0-2-16,0 0 1 0,0 0 2 15,0 0 0-15,-9 2 0 0,9-2-3 0,0 0 2 16,0 0 5-16,0 0-7 0,0 0 1 0,0 0 1 0,0 0 0 16,-8 1 0-16,8-1 0 0,0 0-1 0,0 0 0 15,0 0 0-15,0 0-2 0,0 0 1 0,0 0 1 16,0 0 0-16,0 0 1 0,0 0-1 0,0 0 1 16,0 0-2-16,0 0 4 0,0 0-2 0,0 0-3 15,0 0-1-15,0 0 2 0,-10 0 2 0,10 0-1 16,0 0 2-16,0 0 2 0,0 0-2 0,0 0-1 15,0 0 2-15,0 0-3 0,0 0 1 0,0 0 1 16,0 0-1-16,0 0-1 0,0 0 2 0,0 0 4 16,0 0-7-16,0 0 2 0,0 0 5 0,0 0-4 15,0 0-1-15,0 0-1 0,0 0 4 0,0 0-4 16,0 0 1-16,0 0 1 0,0 0-1 0,0 0 0 16,0 0-3-16,-8 3 5 0,8-3-3 0,0 0 1 15,0 0 1-15,0 0-4 0,0 0 4 0,0 0 5 16,0 0-5-16,0 0-2 0,0 0-2 0,0 0 1 15,0 0 5-15,0 0-2 0,0 0-2 0,-8 1-2 16,8-1 7-16,0 0-4 0,0 0 1 0,0 0 2 16,0 0 2-16,0 0-3 0,0 0-2 0,0 0-1 15,0 0 4-15,0 0 2 0,0 0-3 0,0 0 0 16,0 0 0-16,0 0 2 0,0 0-2 0,0 0 3 0,0 0-5 16,0 0 3-16,0 0-3 0,0 0-2 15,0 0-15-15,0 0-21 0,-10 3-31 0,10-3-26 16,0 0-36-16,-10 2-27 0,10-2-31 0,-15 3-31 15,2-1-117-15,-1 0-363 0,-7 0 161 0</inkml:trace>
  <inkml:trace contextRef="#ctx0" brushRef="#br0" timeOffset="92667.52">13228 10656 16 0,'0'0'92'0,"0"0"-12"16,0 0-9-16,-10 2 2 0,10-2-6 0,0 0-10 15,0 0-3-15,-11 1-7 0,11-1-6 0,-6 3 2 16,6-3-4-16,-8 2-5 0,8-2-5 0,0 0-5 16,-8 1-6-16,8-1 4 0,0 0-8 0,-11 4 4 15,11-4 0-15,-10 2 4 0,10-2-7 0,-6 1 3 16,6-1 4-16,-9 3 5 0,9-3-5 0,-11 2 5 16,11-2-15-16,-12 2 2 0,12-2 3 0,-9 3-3 15,5-1 4-15,4-2-8 0,0 0 12 0,-14 1-11 16,14-1 2-16,-6 1 5 0,6-1-5 0,-5 4-3 15,5-4-8-15,0 0 10 0,0 0-7 0,0 0 4 16,-11 0-3-16,11 0 2 0,0 0 0 0,0 0 0 16,-7 2-5-16,7-2 2 0,0 0-3 0,0 0 4 15,0 0-7-15,-9 2 9 0,9-2 2 0,0 0-1 16,0 0 5-16,-8 2-4 0,8-2 2 0,0 0-1 16,0 0 0-16,-5 3-1 0,5-3 2 0,0 0-2 15,-10 2 0-15,10-2-2 0,0 0-1 0,-11 2-2 16,11-2 5-16,0 0-4 0,-8 1 1 0,8-1 3 15,0 0-8-15,-8 1 7 0,8-1 1 0,0 0 2 16,-8 3 0-16,8-3 0 0,0 0-3 0,0 0 6 0,0 0-6 16,-9 1 9-16,9-1-12 0,0 0-1 15,0 0 5-15,0 0 0 0,0 0-3 0,0 0 1 0,0 0 3 16,-11-4-1-16,11 4 2 0,0 0-4 16,0 0 3-16,0 0 6 0,0 0-8 0,0 0 3 15,0 0 1-15,0 0 6 0,0 0-8 0,-9-2-7 0,9 2 4 16,0 0 0-16,0 0-1 0,0 0 5 0,0 0-6 15,0 0-1-15,0 0-4 0,0 0 1 0,0 0 3 16,0 0-3-16,0 0-2 0,0 0 0 0,0 0 9 16,0 0-7-16,0 0-4 0,0 0 6 0,0 0-3 15,0 0 5-15,0 0-2 0,0 0-1 0,0 0 6 16,0 0 0-16,0 0-3 0,0 0-6 0,0 0 4 16,0 0-4-16,0 0 1 0,0 0 2 0,0 0-3 15,0 0 6-15,0 0-5 0,0 0 3 0,0 0-4 16,0 0-3-16,0 0 3 0,0 0 2 0,0 0 2 15,0 0-3-15,0 0 1 0,0 0-1 0,0 0-5 16,-5-4 0-16,5 4 5 0,0 0 2 0,0 0 0 0,0 0-5 16,0 0 4-16,0 0-4 0,0 0 3 15,0 0 0-15,0 0-1 0,0 0-2 0,0 0 5 16,0 0-1-16,0 0-9 0,0 0 8 0,0 0 1 16,0 0 5-16,0 0-6 0,0 0-4 0,0 0 6 15,0 0-11-15,0 0 11 0,0 0 1 0,0 0-7 16,0 0-2-16,0 0 3 0,0 0 3 0,0 0-1 15,0 0 3-15,0 0-3 0,0 0 0 0,0 0 0 16,0 0-3-16,0 0 7 0,0 0-3 0,0 0 3 0,0 0-5 16,0 0-1-16,0 0 2 0,0 0-3 15,0 0 2-15,0 0 2 0,0 0-1 0,0 0 1 16,0 0-9-16,0 0 15 0,0 0-3 0,0 0-3 0,0 0 1 16,0 0-1-16,0 0-6 0,0 0 8 0,0 0-2 15,0 0-8-15,0 0 6 0,0 0-1 0,0 0-1 16,0 0 2-16,0 0 0 0,0 0 2 0,0 0 0 15,0 0 2-15,0 0-6 0,0 0 6 0,0 0-8 16,0 0 7-16,0 0-5 0,0 0 8 0,0 0 1 16,0 0-4-16,0 0 2 0,0 0-9 0,0 0 4 15,0 0 2-15,0 0-1 0,0 0 1 0,0 0-6 16,0 0 9-16,0 0-5 0,0 0 3 0,0 0-1 16,0 0 1-16,0 0-6 0,0 0 7 0,0 0-1 15,0 0-2-15,0 0-1 0,0 0 2 0,0 0-2 16,0 0-2-16,0 0 5 0,0 0-5 0,0 0 5 15,0 0-1-15,0 0 0 0,0 0-4 0,0 0 2 16,0 0-1-16,0 0 1 0,0 0 2 0,0 0-5 16,0 0 5-16,0 0-1 0,0 0 3 0,0 0-6 15,0 0 5-15,0 0-5 0,0 0 5 0,0 0 1 16,0 0 1-16,0 0-19 0,0 0 13 0,0 0 4 16,0 0-2-16,0 0 0 0,0 0 5 0,0 0-4 15,0 0-5-15,0 0 7 0,0 0-4 0,0 0 6 16,0 0-2-16,0 0 5 0,0 0-6 0,0 0-4 0,0 0 7 15,0 0-3-15,0 0 2 0,0 0-6 16,0 0 5-16,0 0 2 0,0 0-4 0,0 0 1 16,0 0 1-16,0 0 3 0,0 0 0 0,0 0-6 15,0 0 2-15,0 0-2 0,0 0 5 0,0 0 1 0,0 0 3 16,0 0-7-16,0 0 3 0,0 0-7 16,0 0 5-16,0 0 0 0,0 0-4 0,0 0 3 15,0 0-1-15,0 0-3 0,0 0 5 0,0 0-2 0,0 0 1 16,0 0-3-16,0 0 1 0,0 0 6 0,0 0-4 15,0 0-4-15,0 0 1 0,0 0-1 0,0 0 4 16,0 0-2-16,0 0 1 0,0 0-1 0,0 0 4 16,0 0-4-16,0 0 2 0,0 0 0 0,0 0-5 15,0 0 1-15,0 0 2 0,0 0 2 0,0 0-1 16,0 0-1-16,0 0 7 0,0 0-9 0,0 0 5 16,0 0-5-16,0 0 3 0,0 0 0 0,0 0-2 15,0 0 0-15,0 0 3 0,0 0-8 0,0 0 1 16,0 0-1-16,0 0 1 0,0 0 2 0,0 0 0 15,0 0 0-15,0 0 5 0,0 0-3 0,0 0 1 16,0 0 2-16,0 0-2 0,0 0 4 0,0 0-5 16,0 0 3-16,0 0-1 0,0 0-5 0,0 0 8 15,0 0-3-15,0 0 0 0,0 0-5 0,0 0 5 16,0 0-3-16,0 0-4 0,0 0 6 0,0 0 1 16,0 0 1-16,0 0-1 0,0 0-2 0,0 0 1 15,0 0 8-15,0 0-5 0,0 0-1 0,0 0-4 16,0 0 1-16,0 0-3 0,0 0 8 0,0 0-1 15,0 0 0-15,0 0 3 0,0 0-8 0,0 0 3 16,0 0-2-16,0 0 0 0,0 0 2 0,0 0-3 0,0 0 2 16,0 0-1-16,0 0 0 0,0 0 3 0,0 0-1 15,0 0-3-15,0 0 4 0,0 0-4 16,0 0 2-16,0 0-1 0,0 0-2 0,0 0-1 16,0 0 3-16,0 0-1 0,0 0 2 0,0 0 2 0,0 0-2 15,0 0 4-15,0 0-5 0,0 0-2 0,0 0 6 16,0 0-3-16,0 0 0 0,0 0-3 15,0 0 1-15,0 0 4 0,0 0-2 0,0 0 0 0,0 0-2 16,0 0 2-16,0 0 3 0,0 0-4 0,0 0 0 16,0 0-2-16,0 0 4 0,0 0 0 0,0 0 0 15,0 0 1-15,0 0-4 0,0 0-2 0,0 0 4 16,0 0 3-16,0 0 2 0,0 0-5 0,0 0 0 16,0 0 1-16,0 0-2 0,0 0 2 0,0 0-4 15,0 0 0-15,0 0 1 0,0 0-2 0,0 0 1 16,0 0 3-16,0 0 1 0,0 0 0 0,0 0-4 15,0 0 6-15,0 0-2 0,0 0-1 0,0 0 0 16,0 0 3-16,0 0 0 0,0 0 0 0,0 0-2 16,0 0 0-16,0 0-1 0,0 0 3 0,0 0 1 15,0 0-4-15,0 0-4 0,0 0 2 0,0 0 1 16,0 0 7-16,0 0-7 0,0 0-1 0,0 0 2 16,0 0 3-16,0 0-2 0,0 0-5 0,0 0 3 15,0 0 1-15,0 0 3 0,0 0-1 0,0 0 0 16,0 0-5-16,0 0 7 0,0 0 0 0,0 0-2 15,0 0-2-15,0 0-2 0,0 0-3 0,0 0 9 16,0 0-3-16,0 0-4 0,0 0 5 0,0 0-9 16,0 0 10-16,0 0-5 0,0 0 1 0,0 0 1 15,0 0 0-15,0 0 0 0,0 0 3 0,0 0-3 0,0 0 3 16,0 0-4-16,0 0 3 0,0 0-2 16,0 0 1-16,0 0-1 0,0 0-4 0,0 0 5 15,0 0 2-15,0 0-6 0,0 0 2 0,0 0 5 0,0 0-4 16,0 0 1-16,0 0 4 0,0 0-14 0,0 0 14 15,0 0-3-15,0 0-2 0,0 0-1 0,0 0-2 16,0 0 1-16,0 0-1 0,0 0 1 0,0 0 1 16,0 0 2-16,0 0 1 0,0 0 3 0,0 0-7 15,0 0 4-15,0 0-9 0,0 0 12 0,0 0-3 16,0 0-5-16,0 0 12 0,0 0 9 0,0 0-1 16,0 0 7-16,0 0 3 0,0 0 0 0,0 0 0 15,0 0 5-15,0 0-4 0,0 0 0 0,0 0 2 16,0 0-1-16,0 0-1 0,0 0-2 0,0 0-2 15,0 0 2-15,0 0-3 0,0 0-1 0,0 0-5 16,0 0 1-16,0 0-5 0,0 0 2 0,0 0-1 16,0 0 0-16,0 0-6 0,0 0 3 0,0 0-1 15,0 0 3-15,0 0-6 0,0 0 0 0,0 0 0 16,0 0-1-16,0 0 1 0,0 0 1 0,0 0-4 16,0 0 2-16,0 0-2 0,0 0-5 0,0 0 5 0,0 0 4 15,0 0-2-15,0 0 1 0,0 0-1 16,0 0 1-16,0 0-2 0,0 0 1 0,0 0-2 15,0 0 0-15,0 0-2 0,0 0 0 0,0 0-2 16,0 0 0-16,0 0 0 0,0 0-3 0,0 0 2 0,0 0 3 16,0 0-5-16,0 0 7 0,29 4 2 0,-16-4-2 15,6 2-2-15,1-3 6 0,12 2-3 16,1-2 0-16,5-2 2 0,2-1 1 0,17-1-1 0,-1 0 3 16,5 0-4-16,2-2 2 0,1-1 2 0,24 0-3 15,-27 2 1-15,0-1-4 0,2 0 4 0,2 0-5 16,-1 1 1-16,2 0 1 0,-3-1-2 0,-1 2 1 15,-1 0-1-15,2-1 1 0,3 0-2 0,-8 3 1 16,0-2 0-16,0 0 1 0,-4 3-3 0,-2-2 2 16,-15 3-1-16,0-2 0 0,-1-1-1 0,-2 2 2 15,-3 0 0-15,-4 0 0 0,-4 2-6 0,-5-4 6 16,-2 3-3-16,-5 1 3 0,0-2 2 0,-3 2 1 16,-8 0 1-16,13 0 2 0,-6-1 7 0,-7 1 3 15,0 0-2-15,13-1 10 0,-13 1-1 0,0 0-1 16,8 0 0-16,-8 0 1 0,0 0-3 0,0 0-2 15,0 0-3-15,10 0 2 0,-10 0 0 0,0 0-6 16,0 0 0-16,0 0-2 0,0 0-2 0,0 0-1 16,0 0-2-16,0 0 0 0,0 0-1 0,0 0 0 15,0 0-1-15,0 0 0 0,0 0 4 0,0 0 2 16,0 0-8-16,0 0-3 0,0 0 3 0,0 0-6 16,0 0-8-16,0 0-17 0,0 0-21 0,0 0-23 15,0 0-25-15,0 0-31 0,0 0-6 0,0 0-23 16,0 0-15-16,0 0-21 0,-8 15-22 0,8-15-118 15,-9 8-359-15,7-3 159 0</inkml:trace>
  <inkml:trace contextRef="#ctx0" brushRef="#br0" timeOffset="95683.28">24835 9420 79 0,'-11'4'82'0,"5"-2"-2"0,6-2-5 16,-10 3 3-16,1 0 1 0,2 0-14 0,1-1 4 15,6-2 1-15,-14 5-2 0,8-2-2 0,6-3-5 16,-11 3-4-16,6-1-4 0,5-2-3 16,-10 3-4-16,10-3-4 0,-6 1 2 0,6-1-3 0,0 0-1 15,0 0 13-15,0 0 18 0,0 0 14 0,33 4-8 16,1-6-1-16,20 0 0 0,34-10-8 0,2 1-1 16,2-3-2-16,10-3 5 0,0 1-5 0,8 1-8 15,-1-2 1-15,-2 1-5 0,3 4-9 0,-5-2-1 16,-6 4-2-16,-9-2-4 0,-25 5-4 0,0-1-1 15,3 3-4-15,-7-2-3 0,-4 2-1 0,-5-2 1 16,-14 3-6-16,-4 0 0 0,-3 0 4 0,-4-1-3 0,-6 1 8 16,-10 2 3-16,3-1 8 0,-5 2 12 15,-1 1-1-15,2-2 0 0,-10 2 1 0,11-1 11 16,-11 1-11-16,6-5-5 0,-6 5 1 0,5-4-8 16,-5 4-4-16,0 0-3 0,0 0-4 0,0 0-1 15,0 0-7-15,0 0-3 0,2-7 3 0,-2 7-4 16,0 0-3-16,0 0 6 0,0 0-7 0,0 0-5 15,0 0 1-15,0 0 0 0,-20 0-3 0,20 0 1 16,0 0-1-16,0 0-1 0,0 0-2 0,0 0 7 0,-9 0-5 16,9 0-2-16,0 0 2 0,0 0-5 15,0 0 2-15,0 0 2 0,0 0-3 0,0 0 4 16,0 0-3-16,-14 0 1 0,14 0 8 0,0 0-12 16,-8 1 0-16,8-1 0 0,0 0 4 0,0 0-4 0,-9 2 1 15,9-2-2-15,0 0 5 0,0 0-3 0,0 0 2 16,0 0 0-16,-10 2-1 0,10-2 3 0,0 0-2 15,0 0 0-15,-6 5 0 0,6-5-1 16,0 0 0-16,-7 2 3 0,7-2-6 0,0 0 3 0,0 0 0 16,-6 4-3-16,6-4 4 0,0 0-2 0,0 0-1 15,0 0-1-15,-10 0 6 0,10 0-3 0,0 0 1 16,0 0-3-16,0 0-1 0,-9 1 5 16,9-1-5-16,0 0 6 0,0 0-2 0,-6 2-1 15,6-2-2-15,0 0 1 0,0 0 1 0,0 0-3 0,0 0 3 16,0 0-2-16,0 0 3 0,0 0-2 0,0 0 1 15,0 0 2-15,-10 1 1 0,10-1-9 0,0 0 6 16,0 0 0-16,0 0 2 0,0 0-3 0,0 0 3 16,0 0-2-16,0 0-2 0,0 0-1 0,0 0 2 15,0 0-1-15,0 0 3 0,0 0-3 0,0 0 0 16,0 0 2-16,0 0 2 0,0 0-2 16,0 0-2-16,0 0 1 0,0 0 1 0,-6 3-2 0,6-3 8 15,0 0-6-15,0 0-3 0,0 0 12 0,0 0-12 16,0 0 1-16,0 0 5 0,0 0-7 0,0 0 3 15,0 0-2-15,0 0 2 0,0 0 0 0,0 0 2 16,0 0-4-16,0 0 3 0,0 0 0 0,0 0 0 16,0 0 0-16,0 0-3 0,0 0 2 0,0 0 4 15,0 0-5-15,0 0 5 0,0 0-9 0,0 0 9 16,0 0-3-16,0 0 0 0,0 0-1 0,-5 5 1 16,5-5-1-16,0 0 1 0,0 0 0 0,0 0 0 15,0 0-1-15,0 0 11 0,0 0-13 0,0 0 2 16,0 0 0-16,0 0-3 0,0 0 13 0,0 0-7 15,0 0-5-15,0 0-1 0,0 0 5 0,0 0-3 16,0 0 1-16,0 0 10 0,-4 6-10 0,4-6 1 16,0 0 0-16,0 0 1 0,0 0-3 0,0 0 6 15,-6 5-6-15,6-5 1 0,0 0 1 0,0 0 0 16,0 0-1-16,0 0-2 0,0 0 6 0,0 0-2 16,0 0 2-16,0 0-1 0,0 0-4 0,0 0 5 0,0 0-2 15,0 0 0-15,0 0-3 0,0 0 3 0,0 0-3 16,0 0 0-16,0 0-1 0,0 0 4 0,0 0-1 15,0 0-1-15,0 0 3 0,0 0-2 16,0 0 0-16,0 0-1 0,0 0 0 0,0 0-4 0,0 0 7 16,0 0 0-16,0 0-4 0,0 0 2 0,-7 3 1 15,7-3-1-15,0 0 1 0,0 0 10 0,0 0-13 16,0 0 4-16,0 0-6 0,0 0 6 16,0 0-4-16,0 0 2 0,0 0-5 0,0 0 6 0,0 0 0 15,-5 5-2-15,5-5 10 0,0 0-8 0,0 0-1 16,0 0 0-16,0 0 0 0,0 0 0 0,0 0-1 15,0 0 9-15,0 0-11 0,0 0 5 0,0 0-3 16,0 0-3-16,0 0 2 0,0 0 2 0,0 0-1 16,0 0-1-16,0 0 2 0,0 0-2 0,0 0 0 15,0 0 3-15,0 0-1 0,0 0 4 0,0 0-5 16,0 0 0-16,-5 4-3 0,5-4 2 0,0 0 2 16,0 0 0-16,0 0-5 0,0 0 6 0,0 0-4 15,0 0 0-15,0 0 4 0,0 0-1 0,0 0 2 16,0 0-3-16,0 0 1 0,0 0 2 0,0 0-2 15,0 0-2-15,-6 4 4 0,6-4-5 0,0 0 6 0,0 0-3 16,0 0 0-16,0 0-1 0,0 0 4 16,0 0-5-16,0 0 3 0,0 0 0 0,0 0-1 15,0 0-1-15,0 0 1 0,0 0 0 0,0 0 1 16,0 0-1-16,0 0-3 0,0 0 6 0,0 0 4 0,0 0-6 16,0 0 1-16,0 0-3 0,0 0 3 15,0 0-2-15,0 0-2 0,0 0 2 0,0 0 0 16,0 0-5-16,0 0 5 0,0 0-4 0,0 0 2 15,0 0 2-15,0 0 5 0,0 0-4 0,0 0 0 16,0 0-2-16,0 0 0 0,0 0 9 0,0 0-13 0,0 0 3 16,0 0-2-16,0 0 3 0,0 0 0 0,-4 3 1 15,4-3-1-15,0 0 2 0,0 0 5 0,0 0-8 16,0 0-3-16,0 0 10 0,0 0-8 0,0 0 2 16,0 0-2-16,0 0 0 0,0 0-1 0,0 0 2 15,0 0 0-15,0 0 3 0,0 0-4 0,0 0 6 16,0 0-5-16,0 0 2 0,0 0 2 15,0 0-4-15,0 0 2 0,0 0 0 0,0 0-1 0,0 0 1 16,0 0-1-16,0 0 3 0,0 0-3 0,0 0 0 16,0 0 2-16,0 0 7 0,0 0-6 0,0 0 1 15,0 0-5-15,0 0 0 0,0 0 0 0,0 0 2 16,0 0 0-16,0 0 2 0,0 0-5 0,0 0 3 16,0 0-5-16,0 0 5 0,0 0 0 0,0 0 0 15,0 0 2-15,0 0-6 0,0 0 9 0,0 0-4 16,0 0-3-16,-3 8 0 0,3-8 3 0,0 0 1 15,0 0-5-15,0 0 3 0,0 0-3 0,0 0 3 16,0 0-1-16,0 0 0 0,0 0 2 0,0 0 0 16,0 0-6-16,0 0 6 0,0 0-2 0,0 0 4 15,0 0-3-15,0 0 3 0,-2 6-3 0,2-6 0 16,0 0-1-16,0 0 2 0,0 0-1 0,0 0 3 16,0 0-5-16,0 0 1 0,0 0 3 0,0 0-4 15,0 0 0-15,0 0 4 0,0 0-1 0,0 0 0 16,0 0-3-16,0 0 1 0,0 0 0 0,0 0 0 15,0 0 2-15,0 0 1 0,0 0-3 0,0 0 2 0,0 0-1 16,0 0-1-16,0 0-1 0,0 0 2 16,0 0-1-16,0 0 1 0,0 0 1 0,0 0-2 15,0 0 2-15,0 0-3 0,0 0 4 0,0 0 1 16,0 0-6-16,0 0 3 0,0 0-1 0,0 0 1 0,0 0-2 16,0 0 4-16,0 0-3 0,0 0 8 15,0 0-8-15,0 0 5 0,0 0-6 0,0 0 1 16,0 0 7-16,0 0-5 0,0 0-1 0,0 0 0 15,0 0 0-15,0 0-1 0,0 0 1 0,0 0 2 0,0 0-6 16,0 0 4-16,0 0 2 0,0 0-2 0,0 0-4 16,0 0 4-16,0 0-5 0,0 0 14 15,0 0-12-15,0 0 2 0,0 0 0 0,0 0 2 16,0 0 0-16,0 0-1 0,0 0-3 0,0 0 4 0,0 0-3 16,0 0 1-16,0 0-2 0,0 0 5 0,-4 6 6 15,4-6-8-15,0 0-1 0,0 0 1 0,0 0 2 16,0 0-1-16,0 0-2 0,0 0 3 0,0 0-4 15,0 0 12-15,0 0-14 0,0 0 3 0,0 0-1 16,0 0 1-16,0 0 1 0,0 0-4 0,0 0 1 16,0 0 1-16,-5 7 2 0,5-7-1 0,0 0 1 15,0 0 3-15,0 0-4 0,0 0 3 16,-3 6-2-16,3-6 1 0,0 0-3 0,0 0 3 0,0 0 0 16,0 0 1-16,0 0 0 0,0 0-1 0,0 0-3 15,0 0 0-15,0 0 0 0,-4 6 3 0,4-6 2 16,0 0 0-16,0 0-6 0,0 0 4 0,0 0 0 15,0 0-3-15,0 0 4 0,0 0-2 0,0 0 2 16,0 0-3-16,0 0-1 0,0 0 1 0,0 0 1 16,0 0-1-16,0 0-3 0,0 0 5 0,0 0-2 15,0 0-2-15,0 0 3 0,0 0-3 0,0 0-3 16,0 0 4-16,0 0-14 0,0 0 0 0,0 0-6 16,0 0 0-16,0 0-6 0,0 0-3 0,0 0-4 15,0 0-4-15,0 0-3 0,0 0-9 0,0 0-14 16,0 0-11-16,0 0-11 0,0 0-21 0,0 0-16 15,0 0-24-15,0 0-18 0,0 0-28 0,-11 0-163 16,11 0-387-16,-14-3 171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8T05:18:56.0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1050 3585 117 0,'0'0'111'0,"0"0"-14"0,0 0-9 16,0 0-17-16,0 0-3 0,0 0-2 0,-16 24-4 16,8-8-8-16,-5 9 2 0,-2 2 7 0,-1 2-7 15,-5 16-8-15,0 0 1 0,2 1-4 0,-1-3-3 16,3 2-5-16,-2 3-4 0,6-5 1 16,3-8-7-16,2 0 4 0,3-3-1 0,-1 2-6 0,4-2 3 15,2-32-5-15,0 57-4 0,4-31 4 0,2-2-6 16,-1-5-3-16,3-2 7 0,4-2-7 0,-1-2 4 15,5-2 0-15,-2-3 5 0,4 0 7 16,2-3 5-16,0-4 11 0,1-2 6 0,8-6-2 0,-3-1 4 16,5-5 4-16,-5-1 3 0,1-4 8 0,-1-3-7 15,-2-2-1-15,0-2-6 0,-4-4-4 16,1 0-1-16,1-16-8 0,-5 13-2 0,-2-15-5 16,-1 0-6-16,-4-2-2 0,-1 5-6 0,-5-5-1 15,1 2-6-15,-5 0-2 0,-2 1-1 0,-1 10-1 16,-3 2-3-16,-1-11-1 0,-2 11 0 0,0 2-1 15,0 2-7-15,-3 3 7 0,0 2-3 0,-2 2 2 0,2 9-5 16,0 1-3-16,-5 4 2 0,-1-1 2 16,2 5-4-16,-4 3-2 0,2 2 2 0,-4 4-1 15,-3 6 1-15,2 5 2 0,0 6-5 0,2-1 2 16,3 6 0-16,0 1 0 0,10 1 1 0,2 1 2 16,4 2 0-16,9-2 1 0,2 2 1 0,4 1-4 15,4 1 3-15,9 7-3 0,0 0 3 0,-7-10-2 16,5-2-1-16,6 8-1 0,-7-8 4 0,1-1-3 15,1 1 2-15,6 8-3 0,-9-7 4 0,-1 0-1 16,1-1 3-16,-1 0-3 0,-6 1-1 0,3-3-5 16,-4 1-4-16,1-2 5 0,-3-3-10 15,-3-5-7-15,0 1-8 0,-7-3-1 0,2 1 3 16,-1-3-20-16,-3-13-1 0,3 21-25 0,-3-21-16 16,-1 21-31-16,1-21-20 0,-4 15-133 0,4-15-300 15,0 0 133-15</inkml:trace>
  <inkml:trace contextRef="#ctx0" brushRef="#br0" timeOffset="163.44">1615 4069 1766 0,'14'-22'58'15,"-3"8"21"-15,-2 2-33 0,-4 4-16 0,-1-1-7 16,-4 9-12-16,7-9 3 0,-7 9-11 0,6-10-1 16,-6 10-1-16,0 0 5 0,0 0-9 0,8-8 2 15,-8 8 1-15,0 0-1 0,0 0-2 0,0 0-12 16,13 19-31-16,-7-9-41 0,-6-10-59 0,7 24-144 15,-1-12-314-15,-4 2 139 0</inkml:trace>
  <inkml:trace contextRef="#ctx0" brushRef="#br0" timeOffset="341.66">1065 4616 1993 0,'-34'16'129'0,"10"-3"-100"16,6-3-7-16,5-1-23 0,3 0 1 0,2-3 0 15,1 2 0-15,4-2-5 0,3-6 6 0,0 0-8 16,0 0 5-16,16 21 5 0,4-17-4 0,10-4-10 16,5-3-18-16,1-1-27 0,21-11-23 0,-1 4-36 15,0-6-41-15,1 1-131 0,-4-2-308 0,1-2 136 16</inkml:trace>
  <inkml:trace contextRef="#ctx0" brushRef="#br0" timeOffset="1092.73">3446 3556 90 0,'0'0'170'0,"0"-9"-17"0,0 9-16 16,-1-8-19-16,1 8-15 0,0 0-10 0,0 0-17 16,0 0-1-16,0 0-12 0,0 0 1 0,13 28-10 15,-9-10 1-15,2 7-10 0,-4 3 2 0,4 3-5 16,-5-1-3-16,0 3-7 0,1-3-1 15,-2 3-1-15,1-5-2 0,-1 2-2 0,-1 0-4 16,1-2 3-16,-2-1-7 0,1 0 5 0,1-3-4 0,0-6 1 16,-1 0-23-16,-1-2-32 0,1 0-34 0,1-3-15 15,-3-2-31-15,0 0-117 0,-4-2-252 16,2-3 112-16</inkml:trace>
  <inkml:trace contextRef="#ctx0" brushRef="#br0" timeOffset="1348.28">3450 3565 59 0,'30'-12'128'0,"3"8"2"0,-3 0-8 16,4 2-13-16,-4 5-10 0,2 4-3 16,-2 3-9-16,-2 2-16 0,-3 5-2 0,-2 2-8 15,-2 3 0-15,-3 2-6 0,-4 1-6 0,-4 2-9 16,-1 3 4-16,-5 4-6 0,-4-1-5 0,-3-2 3 15,-1 2-1-15,-3-2-4 0,-5-2-1 0,-2 1-3 16,-1-5-8-16,-2-3-3 0,-5 1-2 0,0-4-29 16,-5 1 2-16,1-4-7 0,-1-1-12 0,2-4-23 15,-2-1-11-15,6-3-16 0,1-1-21 0,2-3-93 16,-2-2-212-16,3-1 94 0</inkml:trace>
  <inkml:trace contextRef="#ctx0" brushRef="#br0" timeOffset="1945.47">3609 4239 1 0,'19'-5'153'16,"-1"-1"-2"-16,3-1-15 0,0 0-3 0,4-5-12 16,0 1-6-16,2-2-15 0,1-1-2 0,-2-3-11 0,1 1-3 15,0-5-13-15,-1 0-5 0,-2 0-6 0,0-4-4 16,-2 3-4-16,1-1 1 0,-5 0-4 15,-3 1-13-15,-1-1 2 0,-5 6-10 0,0-3 7 16,-1 4 1-16,-3 1-1 0,-2-4 0 0,-2 7-11 16,-1 1 5-16,0 11-1 0,-1-13-1 0,-2 6 1 15,-1 2-6-15,0-2 1 0,4 7-5 0,-9-6-1 16,3 2-7-16,6 4-2 0,-15 1-2 0,3 3 0 16,-1 4 3-16,0 6-5 0,0-2-2 0,2 4-3 15,-4 4 7-15,3 1-2 0,3-4-3 0,1 1 1 16,3 0 2-16,1 1-2 0,1-2-1 0,2-5-1 15,2 1 1-15,2-2 2 0,-1 1-2 0,2 0-1 16,5-2-5-16,-1-2 13 0,2 0-5 0,2-2 1 16,5-1-1-16,1-2 0 0,3-3 1 0,0-3 0 15,9-1 2-15,-5-2 1 0,5-4-2 0,-5-2-2 16,2 1 2-16,-9 1-1 0,1-1 0 0,0-6 4 16,-2 4-5-16,-2 0 4 0,-1-2-4 0,-2 0-2 15,-2-3 3-15,-2 1 6 0,-2 0-1 0,1-9 1 16,-5 5 0-16,-1 3 2 0,3 0-2 0,-4 3 5 15,-2 1 1-15,0 4 1 0,1 1-5 0,0-1 2 16,1 10-2-16,-3-10-4 0,3 10-1 0,-2-6-5 16,2 6-6-16,0 0-1 0,0 0 1 0,0 0 2 15,0 0-2-15,0 0 5 0,2 38-3 0,0-19 0 16,-2 5 2-16,1-5 3 0,1 7-2 16,2-1 2-16,-3-1-3 0,1-5-1 0,0 1 0 0,-1-1 0 15,-1 2 3-15,3-4-3 0,-3 2 3 0,0-2 2 16,1 1 2-16,1-1-2 0,-2-2-7 0,1-3-6 15,-2 1-23-15,-1 0-25 0,1-2-7 16,0 2-15-16,-2-3-34 0,-1-1-29 0,3-2-31 0,-4-1-109 16,5-6-305-16,-9 7 136 0</inkml:trace>
  <inkml:trace contextRef="#ctx0" brushRef="#br0" timeOffset="2150.11">4455 3829 73 0,'0'0'206'0,"2"-9"-7"0,-2 9-7 16,0 0-30-16,3-6-15 0,-3 6-16 0,0 0-22 15,0 0-7-15,0 0-9 0,0 0-7 0,0 0-7 16,13 20-10-16,-10-7-6 0,4 3-3 0,-2-1-7 16,-1 3-5-16,-2-1-8 0,1 0-23 0,-1 2-34 15,2-2-22-15,-1-1-30 0,1-1-38 0,-3 1-39 16,1-4-113-16,0 3-280 0,-1-3 124 0</inkml:trace>
  <inkml:trace contextRef="#ctx0" brushRef="#br0" timeOffset="2709.06">4956 3699 166 0,'-12'-3'188'0,"-1"2"-2"0,0-2-16 0,-2 6-9 16,-3-2-16-16,0 5-14 0,-1-2-15 0,3 7-9 15,-2 2-10-15,0 7-10 0,1 0-14 0,4 2-3 16,3-3-5-16,5-2-8 0,1 1-6 0,2-2-7 16,6-1-4-16,-1-3-9 0,4-1-6 0,0-2-11 15,2 1-11-15,7-2-2 0,-3-3-10 0,-1 0 0 16,7-5-3-16,-1 0-4 0,-5-1 7 0,5-3 1 15,-3-1 2-15,-3-1-3 0,-1-1 3 0,-2 1 3 16,0-1 1-16,0-5 3 0,-2 4-4 0,-2-1 11 16,-1-1 0-16,-2-2 4 0,1 2-5 0,-3 10 1 15,2-15 4-15,1 5-3 0,-3 10 3 16,4-9-10-16,-4 9-3 0,0 0 5 0,0 0-5 16,0 0 0-16,0 0 1 0,0 0 0 0,12 21 0 0,-6-5 2 15,-4 4 1-15,2-1 3 0,0 5 2 0,-1 2-5 16,1 1 8-16,-2-1 0 0,-2 2 1 0,-2-2 1 15,1-6 2-15,-2 6-4 0,1-7-2 0,-4 8 5 16,3-8 0-16,-1 5-6 0,0-6-17 16,1-1-35-16,-3 1-42 0,0-3-45 0,0-4-43 15,-2 2-112-15,0-2-309 0,1-5 137 0</inkml:trace>
  <inkml:trace contextRef="#ctx0" brushRef="#br0" timeOffset="3049.09">5132 3898 156 0,'14'0'155'0,"-14"0"-7"15,0 0-23-15,15 15-6 0,-11-8-9 0,3 0-7 16,-4 5-10-16,1 0-10 0,1 0-6 0,-1-2-3 16,0 2-12-16,-2-2-2 0,1-1-12 0,0-4 0 15,-3 2-3-15,0-7-1 0,2 8 14 0,-2-8 15 16,0 0-4-16,0 0-2 0,0 0-3 0,0 0 6 15,0 0 10-15,0 0-7 0,0 0-9 0,-6-25 0 16,7 14-7-16,2-5-2 0,3-10-6 0,3 1-10 16,2-4-5-16,5 0-3 0,2-1-5 0,1 1-3 15,4 3-1-15,0 5-6 0,1 3-2 0,-3 2-2 16,-2 9-5-16,-1 1-1 0,-3 1-3 0,0 4 2 16,-2 3-1-16,5 3-4 0,-3 4 2 0,1 3 0 15,-3-1-2-15,-2 5 4 0,2-1 0 0,0 7 2 16,-1 1-1-16,-1 1-2 0,-5-4-21 0,3 4-38 15,-3-6-49-15,-1-2-66 0,1 1-215 0,-3-2-417 16,1-2 185-16</inkml:trace>
  <inkml:trace contextRef="#ctx0" brushRef="#br0" timeOffset="4920.79">6342 3447 133 0,'0'0'171'16,"2"-9"-19"-16,-2 9-23 0,0 0-6 0,0 0-15 16,0 0-12-16,0 0-9 0,19 21-3 0,-12-2-7 15,2 7-3-15,-1 3-5 0,1 1-4 0,-1 2-9 16,-1 0-2-16,-2 2-6 0,4-3 0 16,-1 1-4-16,-2 0-4 0,2-3-7 0,0-3-4 0,-2-1 1 15,0-8-3-15,1 3-5 0,-2-4 0 0,1 1 5 16,-2-4-27-16,-1-2-35 0,1 2-50 0,-3-1-36 15,0-1-36-15,-2 0-85 0,1-11-262 0,-8 15 116 16</inkml:trace>
  <inkml:trace contextRef="#ctx0" brushRef="#br0" timeOffset="5484.2">6402 3766 1539 0,'7'-16'73'0,"-3"4"-51"0,2-5-25 0,0 7 3 16,5-4 1-16,0-1-7 0,4 1 7 0,7-4 2 15,-1 0 2-15,0-1 0 0,1-1 16 0,0 4 7 16,-1-4 13-16,-5 6 0 0,-3 1 6 0,-1 0 1 16,1 2-5-16,-3-2 1 0,1 1 3 0,-3 2-3 15,-1-1 3-15,-1 0 1 0,-1 2 0 0,-1 1-4 16,1-3-5-16,-3 4 4 0,0-1 6 0,-1 3-3 16,-1 5-6-16,2-12-5 0,-2 12-7 0,1-7-7 15,-1 7-6-15,0 0 0 0,0 0-5 0,0 0-1 16,0 0-3-16,8 20 2 0,-6-3-3 0,0 2 3 15,3 7-3-15,-3 1 3 0,2-1-1 0,-3-6 0 16,3 6 1-16,-4-7-3 0,3-1-1 0,-1-1 1 16,0-1 1-16,0 0 0 0,2-5-3 0,-3-1-5 15,2-1-4-15,-1-3-7 0,1 1-8 0,-3-7 0 16,6 10-2-16,-3-6 3 0,-3-4-3 16,0 0-2-16,5 9-4 0,-5-9 2 0,0 0 0 0,0 0 3 15,13 5 2-15,-6-4 1 0,0-1 0 0,3 3 2 16,-4 0 2-16,7-2 0 0,-3 1 3 0,4-2 3 15,-1 3 0-15,5-2 5 0,-4 2-3 0,4-1 4 16,1-1-3-16,2 0 1 0,-3-2 5 0,3-1-4 16,6-3 4-16,-5 2 4 0,3-7-2 0,1 0-2 15,-4 2-1-15,1-3 2 0,-5 0 2 0,-1-1-1 16,1 0 0-16,-4 2 3 0,-1-4-1 16,0 1 1-16,-7 3 6 0,2-4-1 0,1 0-2 0,-7 2-2 15,1-1 7-15,0 2 2 0,-3-1-2 0,0 0 1 16,-3 3-2-16,3 9 9 0,-3-14-1 0,2 11-3 15,1 3-3-15,-2-8-2 0,2 8-3 0,0 0 0 16,0 0 0-16,-18 18-7 0,9-2 8 0,0 2-5 16,-1 8 2-16,2 0-1 0,4 0-15 0,0-10-24 15,4 4-21-15,2-3-38 0,4 0-27 16,2-2-32-16,7-1-21 0,0-3-122 0,14 1-320 16,0-4 142-16</inkml:trace>
  <inkml:trace contextRef="#ctx0" brushRef="#br0" timeOffset="6053.58">8061 3317 108 0,'3'-4'193'15,"-3"4"-20"-15,7-5-2 0,-7 5-33 0,12-3-12 16,-3 0-16-16,1 2 0 0,4 0-22 0,-1-1-6 15,6 2-1-15,-5-2-16 0,5 2-6 0,-3 2-1 16,1-2-14-16,-4 2-4 0,3 0-6 16,-6 2-2-16,0-2-4 0,0 3 3 0,-3 2-9 0,-2 3-3 15,1 6-2-15,-3 1 1 0,-4 7-3 0,-5 3 0 16,-3 2 3-16,-2 2-2 0,-3-1-4 0,-5 2 3 16,-4 7-5-16,4-9 4 0,1-5-5 15,4 0 4-15,-4-3-6 0,6-7 1 0,2-1-3 0,1 0 1 16,3-4 1-16,2-3-4 0,4-7 4 0,-7 10 0 15,7-10-4-15,-5 8 4 0,5-8-2 0,0 0 3 16,0 0 0-16,0 0-4 0,0 0 2 16,0 0-6-16,27-3 6 0,-27 3-1 0,24-9-4 15,-6 7 2-15,-1 0-4 0,1-2 1 0,0 1-4 0,-2 1 3 16,1-1 2-16,-4 0 0 0,6 2-1 16,1-1 1-16,2-1 0 0,7-2 0 0,0-2-1 15,-1 3 4-15,0-3-2 0,-1-3 2 0,-4 2-3 0,2-3 5 16,-1 0-4-16,1-2 4 0,-9 1-1 0,2 1 1 15,3-6 5-15,-7 4 0 0,1-3 2 16,-5 0 3-16,1 0-3 0,-4-1 6 0,-1 0-3 0,0 1 3 16,-2-2 1-16,-4 2 0 0,-2 4 7 15,1 0 11-15,0 2 3 0,-3 1 0 0,1 2 4 16,3 7-4-16,-10-8-7 0,2 5-2 0,-1 4-8 16,-1 3 2-16,1 5-9 0,-4 2 0 0,1 3-1 0,2 3-1 15,0 0-4-15,2 1-9 0,4 1-15 0,1-1-12 16,3 0-18-16,4-1-21 0,-1-1-29 15,4 1-23-15,2-1-28 0,0-1-24 0,1-6-4 16,1 0-140-16,0 1-338 0,4-1 149 0</inkml:trace>
  <inkml:trace contextRef="#ctx0" brushRef="#br0" timeOffset="6835.54">8749 3666 347 0,'5'-3'0'16,"-3"-4"23"-16,-2 7 18 0,7-15 29 0,-7 2 10 16,0 2 9-16,-4-4 2 0,3 0 13 0,-3-2 2 15,-1 2 10-15,1 3 6 0,0 2 1 0,1-2 9 16,1 5-2-16,1 2-9 0,1 5-15 0,-5-11-18 15,5 11-12-15,0 0-7 0,0 0-8 0,0 0-10 16,0 0-1-16,12 19 1 0,-7-8-8 0,2-1-4 16,-1 2-3-16,2 3-2 0,0-2-4 0,-2 0 0 15,-1-3-1-15,0-2-6 0,1 2 2 0,-2-1-4 16,0-1-2-16,-1-2-2 0,-2-2 5 0,-1-4-5 16,4 7 3-16,-4-7 3 0,3 6 2 0,-3-6 9 15,0 0-1-15,0 0-2 0,0 0-3 0,0 0-3 16,0 0-2-16,10-15-2 0,-8 8-3 0,2-3-6 15,1-6 2-15,0 0-4 0,0-1-8 0,6 2-6 16,0-7-5-16,1 6-2 0,2 1-2 16,-1 2 2-16,-1 4-4 0,-3 2-4 0,2 2 1 15,0 3-1-15,-3 1 5 0,-1 1 0 0,5 3 2 16,-2 2 0-16,-1-1 1 0,2 4 4 0,0-1 0 0,-1 2-1 16,5-1 4-16,-6 2 0 0,1-3 1 0,1-2 5 15,0 2-4-15,1-3 5 0,-1-1-4 0,-1-1 2 16,1-1-4-16,3-4 3 0,-2 0 0 0,2 1-1 15,-1-1 2-15,0-5-1 0,-3 1 1 0,1-6-2 16,-1 6 1-16,-3-3 0 0,0-1 1 16,2-2-1-16,-3 1 3 0,-1-3-4 0,-4-1 3 15,2 0-1-15,-2 1-1 0,-2 4 0 0,1-2 0 16,-1 1 4-16,1 3 9 0,0-1 6 0,0 10-2 16,-3-10-4-16,3 10 3 0,-1-9-5 0,1 9-8 15,-4-4-1-15,4 4-1 0,0 0-1 0,0 0 1 16,-15 15 2-16,8-1-4 0,0 2 2 0,-2 0 0 15,1 3 0-15,0-2-2 0,3 1-1 0,0-1 1 16,5-5 1-16,-1 1-1 0,1 3 1 0,5-6 0 16,-1 0-1-16,2 0 4 0,2-3 2 0,1 1-3 15,4-2 4-15,0-2 0 0,0-3 0 0,5 1 0 0,3-2-1 16,-2-2 1-16,0 1 4 0,3-4-4 0,0 1-2 16,-4-2 4-16,1 0-2 0,-1-1-1 15,-1-3-3-15,-1 1-2 0,-2-1 0 0,0-2 1 16,-1 2-4-16,-3-4-3 0,-1 0-6 0,-2-1-4 15,-1 1 2-15,-5-1 0 0,0 1 3 0,0-3-5 16,-2 6 4-16,-3-4 2 0,2 4 7 0,0 2 3 16,0 2 2-16,-1 0 0 0,3 7 1 0,-2-10-4 15,2 10-4-15,-3-9-1 0,3 9 0 0,0 0 3 16,0 0-4-16,7-7-1 0,-7 7 0 0,11 1 5 16,-11-1-3-16,14 2 3 0,-1 0-2 0,-1 1 1 15,0 3 2-15,0-1-1 0,-2 2-3 0,1 0 3 16,0 1 0-16,-2 1-2 0,0 1 2 0,-2 3-4 15,0-1 12-15,-2 1-10 0,0-1 7 0,0 1-3 16,-1 3-1-16,-2 0 2 0,1-3-9 16,-2 1-28-16,2-2-40 0,-2 1-44 0,2-3-46 0,1 3-38 15,-3-3-146-15,3 0-380 0,1-5 168 0</inkml:trace>
  <inkml:trace contextRef="#ctx0" brushRef="#br0" timeOffset="12991.46">10236 3441 10 0,'-5'-11'173'0,"0"-2"13"0,1 2-6 0,0 0-14 0,0 0-8 16,-2 1-6-16,4 2-8 0,-2 2-1 0,4 6-17 15,-1-13-13-15,1 13-17 0,-3-6-12 0,3 6-15 16,0 0-3-16,0 0-13 0,0 0-2 0,20 14-5 15,-7 0-4-15,5 6-6 0,0 1-3 0,4 4-1 16,-2-1-3-16,-2 2-2 0,4-2-2 0,-3-2-6 16,-2 0 3-16,2-2 0 0,-5 0-5 15,0-5 0-15,-3 1-1 0,1-3-1 0,-2 1-5 0,-1-2 2 16,-1-2-1-16,-2-3 0 0,0-2-2 16,-2 1 2-16,0-1-2 0,0-2 4 0,-4-3 2 15,4 6-1-15,-4-6 3 0,0 0 0 0,0 0-3 0,0 0 0 16,0 0 6-16,5-17 0 0,-6 6-4 0,-1-6 2 15,1-9-5-15,1 2 1 0,-1-3-3 0,1-3-1 16,-1 1-2-16,1-2-3 0,1 0 1 0,0 2-3 16,2 0-2-16,-1 10 2 0,1 3-2 0,-2 4-11 15,0 1-24-15,0 2-40 0,1 2-38 16,-2 7-55-16,2-7-4 0,-2 7 4 0,8-2-9 16,-8 2-122-16,0 0-321 0,17 18 142 0</inkml:trace>
  <inkml:trace contextRef="#ctx0" brushRef="#br0" timeOffset="13267.89">10654 3608 33 0,'7'9'104'0,"-3"-6"0"16,1 0-6-16,-5-3 3 0,14 4-6 0,-4-3-4 15,1 1 1-15,-2-2-5 0,2 0 2 0,-1-2-4 16,0 1-1-16,2 1-7 0,-2-4 1 0,-1-2-4 15,-3 0-1-15,2 1-5 0,-1-3-5 0,0 1-1 16,-3-2-1-16,-2-3-10 0,-2-1 0 0,-1 2-10 16,-3-1-1-16,-4-3-9 0,-2 3 1 0,-1 0-8 15,2 2 0-15,-4 3-4 0,3 0-5 0,-3 2 1 16,-1 5-8-16,2-2 4 0,-3 4-6 0,0 3-14 16,-2 3-8-16,2 5-26 0,-2 0-18 0,4 2-30 15,-2 7-31-15,7-4-30 0,1 6-100 0,2-8-271 16,3-1 120-16</inkml:trace>
  <inkml:trace contextRef="#ctx0" brushRef="#br0" timeOffset="13495.48">10976 3315 73 0,'2'-10'208'0,"-2"-1"-4"16,2 1-9-16,-2 3-10 0,0 7-25 0,0-10-20 15,0 10-16-15,0 0-15 0,0 0-15 0,0 0-7 16,0 0-8-16,17 25-10 0,-10-7-3 0,2 8-7 16,-1 1-5-16,1 1-4 0,-2 1-3 0,1 0-6 15,0 1-3-15,-3-3-1 0,0 1-17 0,0 2-21 16,0-3-23-16,-2-3-30 0,1 0-38 0,-2-3-39 16,0-3-28-16,-1-1-121 0,-1-1-303 0,1-6 134 15</inkml:trace>
  <inkml:trace contextRef="#ctx0" brushRef="#br0" timeOffset="13713.68">11282 3252 146 0,'0'-6'163'0,"0"6"-22"16,0-8-17-16,0 8-18 0,0 0-5 15,0 0-15-15,0 0 12 0,10 32-2 0,-5-7-3 0,0 3-6 16,0 1-6-16,0 1-8 0,-1 1-6 0,1-2-4 15,-3 0-3-15,0-2-8 0,-1-1-6 0,2-1-4 16,-2-4-2-16,3-3-5 0,-1 0-19 16,-1 0-28-16,1-1-30 0,-1-5-32 0,4-2-33 15,-4 2-26-15,-1-2-109 0,2-3-261 0,-3-7 115 16</inkml:trace>
  <inkml:trace contextRef="#ctx0" brushRef="#br0" timeOffset="14749.45">11200 3491 68 0,'20'-6'82'0,"9"-1"-4"0,-1 0-5 16,0 2-17-16,1-1 9 0,-2 1-12 0,0-1-8 16,-8 3-9-16,1 0 4 0,1 1-6 0,-3 1-6 15,-6-1 1-15,1-1 2 0,-2 2-8 0,-3 0 1 16,-8 1-4-16,11-1 7 0,-11 1-6 0,10 0-3 15,-10 0 9-15,0 0 4 0,6 2-19 0,-6-2 5 16,0 0-4-16,-5 12 8 0,0-3 5 0,1 0 3 16,-1 3 2-16,-5 4-7 0,0 1 7 0,3-1-8 15,0 2-2-15,1-1 1 0,3 1-7 0,-1-5 2 16,3 2 9-16,1-4-10 0,3 0 2 16,-1-1-4-16,1-1 1 0,-3-9 1 0,7 13-7 15,-1-7 2-15,-6-6-5 0,11 6 5 0,-4-5-2 0,0-1-4 16,-7 0 3-16,15-7 2 0,-5 4 1 15,-1-4 3-15,-1-2-5 0,-1 1 11 0,0-1-3 16,-3 0 1-16,1-3-4 0,-1 1 2 0,-2-5-3 0,3 4-1 16,-5-1 10-16,5 1-2 0,-3 1 2 0,-1 4-5 15,-1-1 1-15,0 8-4 0,1-10-1 16,-1 10-10-16,1-7 3 0,-1 7-4 0,0 0 3 16,0 0-1-16,0 0-4 0,11 18 1 0,-7-9 2 15,1 0 4-15,2 2-3 0,1 0-2 0,3 2 1 16,1-2 0-16,1 0-1 0,3-1 2 0,1-1 1 15,0-4-8-15,2 0 9 0,0-4-2 0,8 1 2 16,0-8-2-16,3 2-4 0,-2-3 4 0,-1 2 6 0,2-8-5 16,0 4-2-16,-1-2 3 0,-4-2-1 0,-6 2 0 15,-3 0 4-15,-2-2-10 0,0 1 8 16,-4 0 4-16,-3 0 3 0,-4 2 4 0,1-2-4 16,-3 1-1-16,0 1 12 0,-5-1-8 0,2 1 0 15,-3 3 12-15,4 1-1 0,-5 2 0 0,7 4-5 16,-14-3-4-16,3 5-7 0,-1 3 4 0,-4 4-4 15,0 1-1-15,0 3 0 0,-1 1-2 0,6-1-5 16,-1 2 1-16,4-5-4 0,4 1 2 0,0 0-2 16,1 0 5-16,2-2-3 0,1 0-4 0,0-9-4 15,5 11-2-15,0-5-7 0,0-2-1 0,2-1 0 16,0-2-1-16,3-1 4 0,2 0-6 0,-1-2 8 16,3-2-2-16,-1 1 1 0,0-6 3 15,1 4 5-15,-5-1-4 0,0 0 0 0,0 1 4 0,0-1 2 16,-5 2 10-16,1 0 2 0,-5 4 2 15,10-3-2-15,-10 3-6 0,4-3-2 0,-4 3-7 0,0 0 5 16,9 6-1-16,-3 5 2 0,-2 0-1 0,4 7-3 16,2 7 5-16,-1 4 1 0,3 6-4 0,3 8 6 15,0 6 5-15,-1 0 3 0,0-3 0 0,-1 3-2 16,-3-1-1-16,1-4 1 0,-4-8 3 0,1-1-4 16,-3-1 1-16,-1 12 0 0,-2-15-4 15,-2 0-1-15,-2-1 2 0,-2-6 0 0,-3 0 1 0,1-7-3 16,-3 0-2-16,-1-3-10 0,2-4 0 0,-1-2-3 15,-1-2-2-15,0-3 0 0,-2-3-3 16,12 0-8-16,-22-5 8 0,13 0-4 0,-3-8 2 0,6-2 1 16,0-10-1-16,6-2-2 0,3-6 1 0,2-1-1 15,9-12 4-15,1 1-2 0,6-1 1 16,-1 1-2-16,5 1 6 0,1-2-5 0,-3 2 2 0,4 2 0 16,-3-2 4-16,1 4 0 0,-6 10-4 15,1 1 5-15,-3-3 4 0,0 3-2 0,-6-1 8 16,1 3-1-16,-2-1 7 0,-4 4 4 0,-1 7 9 15,-3 0 9-15,0 5 2 0,-2 1 7 0,-2 3 2 16,0 1-1-16,2 7-15 0,-2-8 2 0,2 8-5 0,0 0-1 16,0 0-1-16,-32 23-2 0,14-3-4 15,1 2 1-15,-2 5-6 0,4 1 1 0,1 1 4 16,5-1-13-16,5 0-9 0,0-2-31 0,8-1-24 16,4 1-51-16,2-10-47 0,10 5-155 0,1-6-340 15,6-3 151-15</inkml:trace>
  <inkml:trace contextRef="#ctx0" brushRef="#br0" timeOffset="15730.06">13162 3730 2244 0,'10'-9'64'0,"-2"1"-51"16,-1-1 18-16,-3 1-9 0,1-3-6 0,0 4 18 16,-1-5 10-16,1 3 4 0,-3-4-3 0,2 2 15 15,-2-3 3-15,3-3-2 0,-5 0-7 0,5-2 0 16,-1 1 1-16,1 0-2 0,-5-1-4 15,4-7-10-15,-2 1-5 0,3 0-3 0,-1-3-5 0,-2 1-1 16,0 0-7-16,1 10 0 0,-1-2 1 0,-1 4-4 16,-1 4-1-16,-1 3-3 0,1-2 1 15,0 10-2-15,-5-11 1 0,1 6-9 0,4 5-3 16,-9-4 1-16,0 4-1 0,9 0-1 0,-20 9-7 0,5-2 7 16,-1 1-1-16,5 2-3 0,-1-2-2 0,5-1-12 15,-1 1-3-15,5-3-2 0,-1 0-5 0,2 2-1 16,2-7-3-16,2 12 6 0,2-4 4 15,7-3 2-15,0 0-1 0,8-1 10 0,3 0-13 16,-2-3 7-16,2-1 0 0,-1 0 3 0,-1-1-3 16,-6 1 4-16,3 1-3 0,-3-1 2 0,-3 4 1 15,-3 0 0-15,2 2 0 0,-1 1 6 0,-2 3-4 16,0 0 1-16,-3 2-3 0,1 2 4 0,3 2 5 16,-5-1 3-16,-1-3-4 0,2 5 2 0,-1-4 1 15,0 1-3-15,1-1 7 0,0-3-1 0,1 0 2 16,3 0-1-16,0-3-1 0,0 0 5 0,3-2-4 15,1 0 12-15,6-4-12 0,-4-1 4 0,3-1-2 16,3-2-3-16,-2-3 4 0,0 0 0 0,1-2 2 16,-2-3-3-16,-1 1 2 0,0-3-1 0,-2 0 0 15,-2 0 3-15,0-2-4 0,-3 0-1 0,0-3 1 16,-3 0 0-16,1 0-1 0,-4 0 1 0,-1 1 1 16,-2 2 2-16,0 4-4 0,-2 1 4 0,-3 2 0 15,3 1 0-15,-5 0-3 0,3 3-3 0,4 4-3 16,-14-2 0-16,3 5 0 0,0 3 4 0,-3 5-10 15,1 4 5-15,2 1-1 0,-5 4 2 0,5-3 0 16,1 1 3-16,6-2-1 0,2 1 0 0,0-1-1 16,2 0-1-16,4-6 2 0,2 2 2 0,4-3 1 15,3-3-4-15,6 2-1 0,0 0 1 0,8-4-3 16,5-1-6-16,-1-2-4 0,-2-5-4 0,3 3-2 16,-3-4 1-16,0 0-3 0,1-3 2 0,-2 1-1 15,-2-2 3-15,-1-3 1 0,-6 3 3 0,6-3 0 16,-9 1 5-16,1 0 0 0,4-7 3 0,-6 5-1 15,3-6 0-15,-7 5 0 0,3-3 1 0,-5 2 4 16,0-2 12-16,-3 4 1 0,0 3 3 16,-2-2 0-16,2 4 9 0,-6 3 6 0,1-2 8 15,-1 7-6-15,0-12 3 0,0 12-9 0,2-7-2 16,-2 7-8-16,0 0-2 0,0 0 0 0,0 0-3 0,-25 13 3 16,12 0-2-16,0 0-1 0,-1 1-1 0,-1 0 0 15,5-1-5-15,-3 1-1 0,7-3 1 0,-2-3-6 16,4 1 1-16,2-4-5 0,-1 2 1 0,3 3-3 15,0-10-2-15,0 11-1 0,4-6-3 16,-4-5 0-16,10 7 5 0,-5-6-1 0,3 0-1 16,-8-1 0-16,13 1-1 0,-5-1 2 0,-8 0-2 15,13-2 0-15,-13 2 0 0,11 0 0 0,-11 0-1 0,12 1 0 16,-8 0-1-16,-4-1 1 0,11 7-1 16,-7-1 2-16,3 2 6 0,-2 2 1 0,3 0-1 15,-3 5 0-15,1 2 2 0,-2 1 0 0,4 6 3 16,-6-4-3-16,3-1 5 0,-5 0-3 0,2 5 0 15,-2 3 1-15,0-8 3 0,0 0-1 0,-4 0 1 16,2 9-5-16,-3-3 8 0,-1-6 3 0,0 6 4 16,-5 1-2-16,1-8 4 0,-4 7-4 0,-4-3 0 15,0 0-16-15,-3-2-26 0,2 0-36 0,-4-4-45 16,5-4-53-16,-8 1-169 0,-2-6-363 0,-1 0 161 16</inkml:trace>
  <inkml:trace contextRef="#ctx0" brushRef="#br0" timeOffset="16262.98">14319 3313 61 0,'0'0'164'0,"0"0"-12"0,0 0-25 15,0 0-13-15,0 0-9 0,0 0-3 0,0 0-7 16,0 0 5-16,5 34 1 0,-3-16 2 0,-2 1-8 15,4 0-4-15,-2-1-9 0,3 2-4 0,-2-2-9 16,-1-3-3-16,0-4-6 0,0 1-6 0,2-3-6 16,-2-1-2-16,1 1-6 0,1-4 0 0,1-2 10 15,0 2-15-15,-5-5-3 0,11 3 1 0,-11-3-3 16,11 0 4-16,-11 0-2 0,18-6 1 0,-9 0-4 16,-2-2-1-16,4-2-1 0,-4-1-2 0,2-5-3 15,0 2 1-15,-1-5-5 0,-3 3 1 0,3-2-4 16,-7 0 10-16,3 3-6 0,-2-2-3 0,1 1 3 15,-2 5 11-15,0 3 0 0,1 3-4 0,-2 5-10 16,0-8-3-16,0 8-5 0,0 0-1 0,0 0-3 16,0 0 0-16,0 0 6 0,5 26-1 0,-3-9-3 15,-2 1-2-15,3 1 3 0,-2 0 1 0,2 6-2 16,-3-6-4-16,4-1-8 0,1-1-15 0,0 0-27 16,2-2-31-16,-1-1-36 0,-1-3-41 15,1-1-55-15,4-2-142 0,-2-3-380 0,3-2 169 16</inkml:trace>
  <inkml:trace contextRef="#ctx0" brushRef="#br0" timeOffset="16468.36">14671 3114 81 0,'-4'-5'211'15,"4"5"-27"-15,-3-10-24 0,3 10-23 0,0 0-12 16,0 0-11-16,0 0-1 0,-2 22-5 0,0 3-3 15,2 3-1-15,0 5-7 0,0-1-2 0,2 3-15 16,0 11-5-16,-1-11-8 0,1-2-8 0,0 0-3 16,0-3-11-16,5 0-20 0,-4-2-28 0,5-3-35 15,2-2-55-15,-1-5-42 0,0-1-161 0,0-2-319 16,2-3 141-16</inkml:trace>
  <inkml:trace contextRef="#ctx0" brushRef="#br0" timeOffset="16823.05">14993 3336 25 0,'-5'-8'217'0,"-2"4"-16"0,1 1-22 0,6 3-14 16,-12 0-9-16,2 6-6 0,-4 5-7 0,1 2-10 16,-3 8-14-16,2-1-12 0,-2 2-9 0,8-4-9 15,1-1-10-15,1 0-5 0,3-2-8 0,3-3-6 16,0 1-6-16,3-2-11 0,4 5-8 0,-1-7-11 15,4-1-3-15,1-1-10 0,2-1 1 0,-2-4-9 16,2-1 2-16,-2-2-2 0,1-1 2 0,1-2-2 16,-7 0 2-16,1-1-1 0,3-3 3 15,-4 0-1-15,1-2 6 0,-3 0 5 0,1-6-2 0,-3 0 2 16,1 3 0-16,-1 3 2 0,0-2 21 0,-2 3 7 16,0 9-1-16,-2-13-3 0,2 13-7 0,2-5-6 15,-2 5-8-15,0 0-7 0,0 0 1 0,0 0-7 16,0 0 7-16,0 0-8 0,0 0 7 15,-4 36-8-15,8-19 1 0,-4-2-9 0,3 2-27 16,1-2-31-16,-2-1-30 0,5 0-37 0,2 1-43 16,-3-5-25-16,1 0-155 0,2-1-378 0,1-1 168 15</inkml:trace>
  <inkml:trace contextRef="#ctx0" brushRef="#br0" timeOffset="17059.39">15235 3255 65 0,'-1'-19'188'0,"0"0"-2"0,0 8 18 16,1 0 1-16,-2 4-11 0,2 7-17 0,0-12-20 15,0 12-20-15,0-7-20 0,0 7-14 0,0 0-11 16,0 0-8-16,0 28 4 0,0-10 3 0,4 12-11 16,-3-1-10-16,-1 0-5 0,2 1-8 0,-1 0-2 15,4-1-6-15,-2-1-2 0,-1-2-4 0,1-1-1 16,3-1-10-16,-1-5 2 0,-2-2-16 0,2-1-38 15,-1-4-28-15,1 3-35 0,-1-2-39 0,1-2-40 16,0-2-35-16,-2-2-145 0,-3-7-370 0,2 13 164 16</inkml:trace>
  <inkml:trace contextRef="#ctx0" brushRef="#br0" timeOffset="17377.71">15220 3374 2 0,'10'-2'135'0,"1"-2"-11"0,-5 2-17 0,4 2-19 16,2 0 3-16,-2 4-6 0,0 0-7 0,2 2-10 15,-2 1-8-15,-1 1 0 0,6 1-9 16,-4 0 1-16,-2-1-2 0,2 1-2 0,-1-1-3 16,0 0-4-16,1-1-3 0,-4 0-3 0,2-1 11 15,1-2-10-15,-3 0 12 0,1-2 6 0,-2 0 3 16,-6-2 8-16,14 1 9 0,-6-1 2 0,-8 0 3 0,12-3 9 15,-7 0-1-15,1-2-1 0,-6 5 3 16,7-11-6-16,-3 3-6 0,0-1-10 0,0 1 2 16,-7-3-10-16,3 11-10 0,-2-19-3 0,-2 9-13 15,-1 0-13-15,-2 1-14 0,1 2-17 0,-4 0-12 16,1 0-25-16,0 2-21 0,0 4-27 0,3-1-57 16,6 2-12-16,-18 5-23 0,10 2-129 0,-1 2-343 15,3 0 152-15</inkml:trace>
  <inkml:trace contextRef="#ctx0" brushRef="#br0" timeOffset="17741.5">15584 3549 17 0,'10'-4'224'0,"0"-2"-9"16,-1 1 7-16,0 0 3 0,1-4-11 0,-3 1-4 16,0-2-6-16,-1 1-18 0,1-2-17 0,1 0-12 15,0-1-7-15,-1-5-15 0,-2 2-15 0,0-1-10 16,1-1-11-16,-3-2-10 0,2 1-8 15,-4 3-2-15,2 0-6 0,-3 3-8 0,-2-3 7 16,1 3-17-16,-1 2-5 0,0 1-1 0,-2 0-13 0,1 2-3 16,-1 1-3-16,4 6-7 0,-8-10-1 0,6 7-7 15,2 3-6-15,-4-6-12 0,4 6-19 0,0 0-10 16,0 0-7-16,0 0-1 0,0 0 0 0,0 0 4 16,0 0 3-16,0 0 2 0,0 0 4 15,27 6-1-15,-16-2 5 0,2 1-3 0,0-1 8 16,-1 1-3-16,0-1 3 0,-3 2-2 0,2 1 8 15,-2 1-5-15,-1 2 3 0,-3-1 1 0,4 2-1 16,-3 6 3-16,-2 1 5 0,-1-1 0 0,-1 2 6 16,0-2-2-16,-1-1-1 0,-2 1 6 0,2 1 0 0,0-1-1 15,1-1 1-15,0-3-2 0,1 2-8 16,2-5-26-16,0 3-52 0,1-4-44 0,2-1-54 16,0-2-227-16,2-2-444 0,1-2 196 0</inkml:trace>
  <inkml:trace contextRef="#ctx0" brushRef="#br0" timeOffset="23345.59">16799 2843 121 0,'3'-8'178'0,"-1"1"-12"16,-1 0-7-16,-1 7-6 0,-1-12-41 0,1 12-15 16,0-7-8-16,0 7-10 0,0 0-14 15,0 0-6-15,0 0-11 0,0 0 3 0,0 0-7 16,-19 23-4-16,11-5-6 0,-6 8 2 0,4 3-8 0,-1 3 4 16,1 3-4-16,4 0-2 0,1-3-2 0,2 2-10 15,2-1 7-15,-1-2-11 0,2 1 10 0,0 1 1 16,2-3-4-16,-2 0-2 0,1-2-6 15,3 2 5-15,-3-5-5 0,0 3 5 0,5-3-5 16,-5-6 0-16,1 1-2 0,1-3-2 0,1 2-2 16,-3-4-5-16,-1 2-19 0,0-4-27 0,-1-1-22 15,-2-1-22-15,2 0-27 0,-3-3-20 0,0-1-91 16,-1-1-248-16,5-6 110 0</inkml:trace>
  <inkml:trace contextRef="#ctx0" brushRef="#br0" timeOffset="23958.21">16583 3255 39 0,'29'-13'118'0,"4"-1"3"0,4-2-6 0,9-1-10 16,4 0-11-16,-15 8-2 0,0-1-16 0,0 0 1 15,-4 3-8-15,-3 0-1 0,-8 2-12 0,-1-1-8 16,-1 2-3-16,-5 3-2 0,0-1-7 0,-7 2-5 15,2-1 0-15,-8 1-6 0,13-1-8 0,-13 1-2 16,0 0 0-16,9 0 0 0,-9 0 6 0,2 6-10 16,-2-6-6-16,-2 12 6 0,2-12-3 0,-8 16 5 15,5-6 3-15,-3 1-6 0,0 2 5 16,2 2-8-16,0-2 4 0,1-3 0 0,1 3-3 0,-1-1-1 16,4-1-1-16,1-1 0 0,-1 0 4 15,3 0-6-15,0-3 7 0,1 0-8 0,1 0 9 0,4-1-5 16,-1-1 3-16,0-3-4 0,3 0 7 0,-3-1-10 15,1-2 3-15,3-1 5 0,-3-2 3 0,0 0-3 16,0-2 6-16,-1-1 6 0,-2-2-6 0,2 1 7 16,-4-2 8-16,0-1-6 0,-1 2 0 15,-3-8 1-15,2 2-1 0,-5 3 1 0,2 0 5 16,0-4-3-16,-1 5 0 0,0 0-4 0,0 1-2 16,1 10-1-16,-2-12-2 0,2 12-3 0,-1-12-3 15,1 12-8-15,-1-6-6 0,1 6 3 0,0 0-2 0,0 0 1 16,0 0-2-16,15 14 1 0,-7-4 4 0,3 3 2 15,-2-1-6-15,3 5 2 0,-5-2 2 16,2 2-5-16,0 0 3 0,-1-3 1 0,1 2-2 16,-4-5 5-16,0 2-6 0,3-3 4 0,-3-2-3 15,-1 1-2-15,0-5-1 0,-1 2 0 0,0-3 12 16,-3-3-4-16,6 6 10 0,-6-6 6 0,0 0-7 16,10-1 1-16,-10 1 0 0,7-8-1 0,-2-2-1 15,1 1 2-15,2-2-2 0,2-2 0 0,-2-4-6 16,0 2 2-16,0 1-2 0,0-2-4 0,-3 5 4 15,3-5-2-15,0 6-3 0,1-4-15 0,0 4-14 16,-3 0-11-16,3 1-14 0,-3 1-19 0,3 1-25 16,1 1-20-16,-2 1-29 0,0 1-22 0,-2 4-116 15,-6 0-304-15,0 0 135 0</inkml:trace>
  <inkml:trace contextRef="#ctx0" brushRef="#br0" timeOffset="25050.6">5705 4945 143 0,'-3'-6'137'0,"0"-1"-1"0,1 0-9 0,2 7 5 15,-5-9-4-15,5 9-13 0,0 0-12 0,-3-8-9 16,3 8-8-16,-2-6-13 0,2 6-9 0,0 0-11 15,0 0-6-15,0 0-6 0,0 0-6 16,0 0-4-16,0 0-2 0,-3 19-3 0,4-7 1 0,2 4-10 16,-3 1 3-16,1 2 2 0,-1 5-4 0,1-5 2 15,1 0-4-15,-2-1-5 0,0 1-3 0,1-1 6 16,-1 1-2-16,0-1-7 0,1 6 1 16,1-5 2-16,-1 0 1 0,0-2-4 0,-1 3 5 15,0-1-4-15,1 0 3 0,2 1-3 0,-2-2 4 16,-1-1-6-16,2 2 5 0,-1-5-8 0,0 1 8 0,0-3-5 15,1-1-2-15,-2-2 7 0,0-9-7 0,5 14 5 16,-3-7-13-16,-2-7 9 0,1 10 0 16,-1-10 3-16,0 0-5 0,3 9 1 0,-3-9-3 0,0 0 6 15,0 0-1-15,4 9 4 0,-4-9-2 16,0 0 2-16,0 0-3 0,0 0-4 0,0 0-1 16,0 0 3-16,0 0-1 0,15-3-2 0,-15 3 2 0,0 0-6 15,19-7 1-15,-6 3-17 0,0 1-15 0,0-2-3 16,6 1-22-16,-4-1-20 0,7 3-15 0,-2-4-6 15,-2 3-14-15,4 0-8 0,-2-1-91 16,0 3-233-16,-1-1 103 0</inkml:trace>
  <inkml:trace contextRef="#ctx0" brushRef="#br0" timeOffset="25417.09">6157 5260 47 0,'-1'-3'148'15,"1"3"-6"-15,0 0-8 0,0 0-10 0,-2-8-5 16,2 8-11-16,0 0-15 0,0 0-14 0,0 0-12 16,0 0-12-16,0 0 0 0,0 0-7 0,0 0-5 15,0 0 0-15,0 0-6 0,0 0-6 0,-1 30-1 16,1-30-4-16,4 21-3 0,-4-11-6 0,4 1 0 16,-2 2 5-16,2-2-10 0,1-3 4 0,0 2 3 15,2-1-6-15,-3-3 1 0,2 2-1 0,-1-5-1 16,3 4-4-16,-8-7 0 0,11 6 5 0,-3-5 2 15,-8-1 0-15,18 3-1 0,-18-3 9 0,17-5 0 16,-7 0-4-16,0-2 8 0,-2 2 1 0,2-2 1 16,-3-3-6-16,1-1 8 0,-3 1-8 0,0-2-2 15,-1 1-2-15,0 0 0 0,-4-2-2 0,-1 2 0 16,-2-1-1-16,-1 2-12 0,1-3 5 0,-3 2 4 16,-1 1-2-16,0-1-6 0,-2 5-1 0,-1-3-5 15,2 4-4-15,-2 0-8 0,3 4-13 0,-1 1-18 16,8 0-17-16,-18 4-38 0,8 3-12 0,0 5-24 15,-1-5-21-15,2 5-79 0,2-2-256 0,2 0 114 16</inkml:trace>
  <inkml:trace contextRef="#ctx0" brushRef="#br0" timeOffset="25805.73">6585 5117 8 0,'0'-10'182'0,"0"10"-4"16,0 0-16-16,-5-8-3 0,5 8-18 0,-10 0-17 16,10 0-11-16,-14 6-3 0,6-1-15 0,-2 4-5 15,0 4-11-15,-1 0-3 0,0 3-10 0,2 0-2 16,2-1-11-16,2 1-2 0,0-4-8 0,4 1-5 16,-1-3-7-16,3 0 3 0,-1-10-7 0,4 20 5 15,1-12-9-15,-2-2-1 0,-3-6-2 0,9 9-3 16,-2-3 2-16,-7-6-4 0,13 5 2 0,-13-5 2 15,12 2-4-15,-12-2 1 0,0 0-1 0,18-7 0 16,-11 3-4-16,-7 4 2 0,7-12 2 0,-1 2-10 16,-1 0-2-16,0 0 12 0,-2-1-7 0,0 0 1 15,-2-2-1-15,3 2 4 0,-3 0-2 0,-1 1 6 16,2 3-7-16,-2 7 6 0,1-13-4 0,-1 13-3 16,0-6-4-16,0 6-3 0,0 0-6 0,0 0 6 15,0 0-4-15,0 0 2 0,0 0 0 0,20 22-4 16,-12-8 4-16,0 0-26 0,1 0-17 15,0 2-21-15,1-2-24 0,5 2-26 0,-2-1-18 0,2-3-16 16,1-1-136-16,0-1-307 0,1 0 136 0</inkml:trace>
  <inkml:trace contextRef="#ctx0" brushRef="#br0" timeOffset="26209.09">7046 5106 7 0,'-6'-7'121'0,"-4"0"5"15,1 1 8-15,0 2-1 0,-4 1-1 0,3 2-9 16,0 1-15-16,-3 3-7 0,1 1-2 0,-2 7-16 16,0 0-14-16,-1 2-5 0,2 3 1 15,3 1-7-15,0 2-6 0,2-2-3 0,3 0 1 16,1 2-19-16,1-3-3 0,5-4-1 0,-1 1-1 0,4-2 2 16,-1-1 2-16,3-1-9 0,0 0 3 15,2-3-1-15,-1-2-1 0,2 2 0 0,-10-6-3 0,19 2 0 16,-10-4-7-16,5-1 5 0,-5-4-5 15,1 0-1-15,4-4 4 0,-5 1-4 0,3-4 5 16,-3-1-8-16,-4-1-1 0,0-1 8 0,0-2-3 16,-2-6-1-16,-1-1 5 0,-3-1-4 0,1-1-2 0,-4-2 2 15,2-2 0-15,-2 2-4 0,-1-1 4 0,-1-1 3 16,1 2 2-16,-1 4 1 0,2 7 1 16,-1 3 18-16,4 4 7 0,-2 2-1 0,2 2 1 15,0 1-16-15,1 7-7 0,-3-6-7 0,3 6 1 16,0 0-1-16,0 0-5 0,8 46 5 0,-7-14-6 15,3 4 3-15,0 12-2 0,-3 2 1 0,5 0 1 0,-3-1-1 16,1-14-4-16,1-2-13 0,0 2-25 16,0 1-23-16,4-2-26 0,1-2-54 0,3-2-32 15,0 1-178-15,-4-6-372 0,2-2 166 0</inkml:trace>
  <inkml:trace contextRef="#ctx0" brushRef="#br0" timeOffset="26556.93">7519 5015 109 0,'0'0'236'0,"-1"-10"-34"16,1 10-17-16,1-9-22 0,-1 9-22 0,0 0-15 16,0 0-12-16,0 0-7 0,23 18-9 0,-12-5-7 15,1 1-7-15,1 1-5 0,0 1-7 0,1 0-10 16,-3 1-2-16,5-2-14 0,-2 6 2 0,-2-9-6 15,-1 1-4-15,0 1 1 0,1-2-2 0,-5-3-7 16,0 0-6-16,-3-4 1 0,2 1-2 0,-2-2 7 16,-4-4 4-16,6 7 17 0,-6-7 23 0,5 3 17 15,-5-3 6-15,0 0-12 0,0 0-11 0,9-17-5 16,-6 4-10-16,-2-6-3 0,3-6-10 0,-3-2-2 16,4 0-4-16,-2-5-7 0,0 2-3 0,-1-3-1 15,-2 3-5-15,1 1-1 0,2 4-5 0,-2 8-17 16,2 2-19-16,-3 2-25 0,0 3-32 0,0 3-42 15,0 7-50-15,0-10-36 0,0 10 0 0,0 0 7 16,0 0-10-16,0 0-138 0,16 22-372 0,-12-11 165 16</inkml:trace>
  <inkml:trace contextRef="#ctx0" brushRef="#br0" timeOffset="26848.46">7926 5115 64 0,'0'0'117'0,"6"6"0"0,-1-2 1 16,-1-1-2-16,2 1-2 0,0 0-5 0,0-1-10 16,1 1-8-16,0-2 0 0,3-1 0 0,2 3 6 15,-2-3-4-15,2 1-5 0,0-4-6 0,0-2 2 16,5 0-7-16,-4-1-3 0,4-1-8 0,-7-1-2 16,1 1-3-16,0-3 6 0,-5 2 1 0,2-1-4 15,-4-1-1-15,-2 0-6 0,-2-1 3 0,2 0-10 16,-4 1-2-16,-1-1-5 0,-1 1-5 0,-3 1-3 15,1-2-4-15,-3 3-3 0,0 2-6 16,-1 1-5-16,-2-2-2 0,1 5-7 0,0 2-12 0,-1 2-17 16,-4 3-22-16,1 2-21 0,2 3-37 0,4-3-36 15,2 3-26-15,3 0-24 0,0 1-132 16,2-1-343-16,0-2 152 0</inkml:trace>
  <inkml:trace contextRef="#ctx0" brushRef="#br0" timeOffset="27075.42">8445 4793 50 0,'0'-11'222'0,"-3"-1"1"15,3 1-6-15,-1 2 1 0,-1 2 0 0,2 7-14 16,-1-12-23-16,1 12-23 0,0 0-20 0,-1-10-16 16,1 10-14-16,0 0-9 0,0 0-12 0,6 27-5 15,-1-8-8-15,-1 6 1 0,3 3-13 0,-1 2-9 16,-2-1 1-16,1 0-5 0,-1 1-4 0,1-4-5 15,-1 2-1-15,5-3-9 0,-4-6-4 16,3 5-33-16,-5-6-26 0,-1 0-53 0,4 0-43 0,-2-5-47 16,1 2-41-16,-3-4-154 0,0 0-403 0,-2-11 179 15</inkml:trace>
  <inkml:trace contextRef="#ctx0" brushRef="#br0" timeOffset="27312.05">8658 4666 237 0,'0'-9'241'0,"0"3"-27"0,0 6-24 16,1-10-24-16,-1 10-21 0,0 0-15 0,0 0-13 15,0 0 6-15,0 0-8 0,12 36-11 16,-7-9-3-16,0 0-7 0,1 1-6 0,0 1-7 16,-3 1-8-16,5-1-3 0,-6 2-9 0,1-4-4 15,0 0-6-15,-2-8-4 0,1 5-2 0,0-6-5 16,-1 0-7-16,2-2-24 0,-2-5-22 0,0 1-32 15,1-2-29-15,0 0-25 0,-2-10-31 0,3 12-25 16,-3-6 4-16,0-6-21 0,0 0-128 0,0 0-323 16,0 0 144-16</inkml:trace>
  <inkml:trace contextRef="#ctx0" brushRef="#br0" timeOffset="28439.12">8528 4905 72 0,'11'0'106'16,"10"-1"-17"-16,-1-1 9 0,9-3-15 0,2 1 3 16,0-2-6-16,-1 1 9 0,2-2-25 0,-2 2 2 15,-1-1-7-15,-2 1-5 0,1-1-1 0,-10 2-5 16,0-2 0-16,-5 2 1 0,0-1 0 0,-1 3 1 16,-3 0 0-16,-2 0 5 0,0 1 2 0,-7 1 2 15,12-2 3-15,-12 2 1 0,0 0-1 0,7-1 1 16,-7 1-4-16,0 0-2 0,0 0-2 0,0 0-9 15,0 0-4-15,0 0-7 0,0 0-3 0,-14 20-6 16,4-11-1-16,1 4-1 0,-1 1-5 0,0 2-4 16,2-2 1-16,2 3-1 0,0-6-5 0,4 2-1 15,-2-1-2-15,4 0 4 0,3-2-3 0,-2 1-3 16,3-2 3-16,0 0 0 0,3-2 2 0,-1-3-5 16,5 2-6-16,-1-3 2 0,2-3-8 0,0 0 6 15,1-3 0-15,2 1-2 0,-4-2 4 0,2-3-5 16,-2 1 1-16,-1-2 3 0,-1-1-5 0,1-1 3 15,-1-2 1-15,-2 0 2 0,-2 1-3 0,0-1 4 16,0-1-3-16,-2 2 10 0,-1-1-5 0,0-1 3 16,-2 3 2-16,1 0 5 0,-1 10 1 0,-1-13 2 15,2 7 0-15,-1 6-5 0,0 0-5 0,-1-12-3 16,1 12-7-16,0 0 4 0,0 0-1 0,0 0-4 16,0 0 5-16,0 0-1 0,2 30 3 0,-1-18 0 15,1-3-5-15,-1 1 5 0,3 1-6 0,-2 0 5 16,2-2 3-16,4 0-1 0,-1-2-8 0,1-1-1 15,5-1-4-15,-3-1-2 0,9-1 3 0,-1-3-4 16,10-3-2-16,2-2 7 0,-1-5-4 0,3 1 3 16,-1-4-2-16,-2 0 1 0,-1 1 1 0,-4 0-1 15,-5 3 5-15,-3-3-3 0,-3 2 11 16,1-2 5-16,-3 2 7 0,-3-1-4 0,0 1 17 0,-5 0 2 16,0-2 2-16,0 3 2 0,-1-3-4 0,-3 3 12 15,0-1 4-15,-1 4 3 0,2 6-10 0,-6-12 2 16,0 7-7-16,1 2-2 0,5 3-8 0,-12-2 1 15,12 2-8-15,-19 8 0 0,11-1-3 0,-5 5-1 16,5-1-5-16,1 0 1 0,2 5-4 0,-2-5 3 16,4-1-8-16,-1 2-2 0,4 1-2 0,1-3 0 15,3-1-6-15,-3 1-5 0,4-3-4 0,0 0-7 16,1-4-6-16,0 0 1 0,4 1-3 0,-1-2 4 16,0 0 1-16,0-2 6 0,3-4-3 0,-1 2 7 15,0-3 2-15,-1 2 3 0,-1-2 3 0,-3-1 4 16,0 3 4-16,-2-1 6 0,1-5-3 15,-1 5 9-15,-3-4 11 0,-1 8 7 0,4-11-1 0,-1 8 5 16,-3 3-1-16,2-7 0 0,-2 7-6 0,0 0-6 16,2-8-6-16,-2 8-2 0,0 0-5 0,0 0 1 15,8 18-6-15,-2-2 3 0,4 7-3 0,0 6 5 16,0 3-2-16,1 2 2 0,4 11 1 16,-5-1-2-16,-3-8 3 0,0-1 0 0,-1 10-2 15,0-12-1-15,-5 2 0 0,0 10 3 0,-2-10 0 0,-2-3 1 16,-2-1-2-16,-4-1 4 0,-1-1 0 0,-5-2-2 15,-2-3 0-15,-2-1 4 0,1-1-9 0,4-9 3 16,0-2-4-16,0-1 3 0,2-6-4 0,1 0 1 16,-1-3-10-16,12-1 4 0,-19-6-4 0,8-2-2 15,3-1-6-15,2-6-4 0,-2-9 0 16,5-4 1-16,7-4 5 0,1 2-5 0,3-4 2 0,9-9 3 16,4 1-1-16,-3 9 1 0,5-9 0 0,-3 14 0 15,6-16-3-15,4 6 3 0,-1-2-1 0,-6 12-1 16,9-9 1-16,-10 8 1 0,-2 1 3 0,2 4-1 15,-2-1 3-15,-4-1-1 0,0 5 1 16,-7 3 4-16,0 2-1 0,-2-1 2 0,0 2-1 0,-3 3-3 16,-1-1 5-16,-2 2 6 0,0 2 6 0,-2-1 6 15,1 10-2-15,-1-12 5 0,1 12-3 0,-2-10 5 16,2 10-7-16,0 0-4 0,-12 1-3 16,12-1-2-16,-18 15 2 0,6-2-2 0,-2 9-2 15,0 0 0-15,0 2 2 0,4 0-1 0,0 0-1 16,6-4-1-16,1-1-3 0,1-1 2 0,2 0-4 15,4-2-9-15,-1 1-19 0,7-3-23 0,1-1-38 0,3-1-42 16,2-4-41-16,3-2-28 0,1-1-143 0,0-3-373 16,10-2 166-16</inkml:trace>
  <inkml:trace contextRef="#ctx0" brushRef="#br0" timeOffset="28606.48">10316 4811 250 0,'0'0'239'0,"3"-3"-13"16,-3 3-18-16,0 0-17 0,6-5-19 0,-6 5-17 16,0 0-22-16,0 0-21 0,6-4-29 0,-6 4-31 15,10-3-29-15,-10 3-39 0,0 0-55 0,23-3-40 16,-17 2-52-16,-6 1-85 0,0 0-268 0,18 3 119 16</inkml:trace>
  <inkml:trace contextRef="#ctx0" brushRef="#br0" timeOffset="28739.2">10359 4902 46 0,'-5'7'162'0,"5"-7"-7"0,-3 6 2 0,3-6-10 16,0 0-9-16,0 0-11 0,0 0-15 0,0 0-10 15,6 13-12-15,-6-13-2 0,11 4-7 0,-1-3-19 16,3-1-34-16,6-1-41 0,9-3-61 0,3-1-161 16,-3-4-254-16,1-1 112 0</inkml:trace>
  <inkml:trace contextRef="#ctx0" brushRef="#br0" timeOffset="30261.99">11329 4566 30 0,'0'0'113'0,"0"0"-12"0,0 0 6 16,0 0-20-16,0 0-7 0,0 0-2 0,0 0-13 0,0 0-6 15,0 0-6-15,0 0-4 0,0 0-8 16,0 0-3-16,0 0-7 0,0 0-1 0,0 0-6 16,0 0-5-16,0 0 6 0,0 0 0 0,0 0-4 15,0 0 1-15,0 0-8 0,0 0-2 0,0 0 2 16,0 0-15-16,0 0 17 0,0 0-2 0,0 0-2 16,0 0-14-16,0 0 7 0,0 0 14 0,0 0-11 15,0 0 0-15,0 0 7 0,0 0 1 0,0 0 0 16,0 0 0-16,0 0-2 0,0 0-2 0,0 0-4 15,0 0 7-15,0 0-4 0,0 0-1 0,0 0-3 16,0 0-2-16,0 0 1 0,0 0 3 0,0 0-4 0,0 0 9 16,0 0-5-16,0 0-1 0,0 0 1 15,0 0 3-15,0 0-1 0,0 0-4 0,0 0 2 16,0 0 2-16,0 0-2 0,0 0 4 0,0 0-3 16,0 0 3-16,0 0 0 0,0 0-7 0,0 0 1 15,0 0 1-15,0 0 1 0,0 0 0 0,0 0 4 0,0 0-1 16,0 0 1-16,0 0 2 0,0 0 4 0,0 0 0 15,0 0 4-15,0 0-3 0,1-9 9 16,-1 9 1-16,0 0-3 0,0 0 8 0,0 0-1 16,0 0 2-16,0 0 3 0,0 0-4 0,0 0-4 15,0 0-3-15,0 0-4 0,0 0 0 0,0 0 0 0,0 0-2 16,-9-6 0-16,9 6-3 0,0 0-4 0,0 0 7 16,0 0-4-16,0 0 1 0,0 0-2 15,-9-4 0-15,9 4-7 0,0 0 7 0,0 0-3 16,0 0-3-16,0 0-2 0,0 0-1 0,0 0-3 15,-10 0 3-15,10 0-1 0,0 0-4 0,0 0 0 16,0 0 0-16,-10 0 1 0,10 0 3 0,0 0-4 0,0 0-1 16,0 0-1-16,0 0 1 0,0 0-2 15,0 0-4-15,0 0 5 0,0 0 3 0,0 0 1 16,-8-1-5-16,8 1-1 0,0 0 1 0,0 0 1 16,0 0-6-16,0 0 4 0,0 0 4 0,0 0-3 15,0 0 0-15,0 0-2 0,0 0 3 0,0 0-2 0,0 0 0 16,0 0 3-16,0 0-1 0,0 0-1 15,0 0-3-15,0 0 4 0,0 0 1 0,0 0-2 16,0 0 3-16,0 0-3 0,0 0 0 0,0 0-2 16,0 0 1-16,0 0 3 0,0 0-1 0,0 0-1 15,0 0 5-15,0 0-4 0,0 0 1 0,0 0-1 16,0 0 9-16,0 0-8 0,0 0 5 0,0 0-1 16,0 0 0-16,0 0-1 0,0 0-2 0,0 0 6 15,0 0-2-15,0 0-4 0,0 0 0 0,0 0-3 16,0 0 4-16,0 0-6 0,0 0 7 0,0 0-3 15,0 0 2-15,0 0 1 0,0 0-4 0,0 0-1 16,0 0 5-16,0 0-1 0,0 0-2 0,0 0 1 0,0 0-3 16,0 0 1-16,0 0 2 0,0 0-2 15,0 0 2-15,0 0-1 0,0 0 0 0,0 0-1 16,0 0 6-16,0 0-6 0,0 0-1 0,0 0 0 16,-9 7-3-16,7-3 2 0,-2 2 1 0,-4 1-2 15,-1 3 4-15,-1 5-2 0,-1 0 0 0,0 2 0 0,-1 5 0 16,-2-1 0-16,2 4-1 0,0-2 3 15,0 0 1-15,2 1-1 0,0 0-1 0,0-2 0 16,4-3 0-16,1-3 2 0,2 1-2 0,-1-1 0 16,3-2 3-16,1-2-1 0,3 4 0 0,-1-3-4 15,1-4 6-15,2 1-3 0,0 0 1 0,-2-3-1 16,4-1 3-16,2 1 0 0,2-2 2 0,0-2-2 16,0 1-1-16,0-4 0 0,1 1 0 0,-4-1 2 15,4 0-2-15,0-1 0 0,-2-1 1 0,0 0-2 16,0-2 0-16,-3 2 2 0,0-2 4 0,-1 0-5 15,1 0 4-15,-4-3-4 0,1 2 2 0,-1 0-6 16,-3 5 9-16,0-14-6 0,0 14-1 0,-1-10-3 16,1 10 1-16,-6-11-3 0,3 8 1 0,3 3-5 0,-9-7 6 15,9 7-5-15,-11 0 1 0,11 0-2 16,-12 3-1-16,12-3-19 0,-14 7-13 0,5-3-18 16,0 2-29-16,1 0-30 0,8-6-20 0,-10 9-24 15,7-4-16-15,1 1-126 0,2-6-327 0,-4 9 146 16</inkml:trace>
  <inkml:trace contextRef="#ctx0" brushRef="#br0" timeOffset="30438.44">11440 4836 92 0,'8'-4'196'0,"-8"4"-12"0,5-4-7 0,-5 4-11 15,0 0-13-15,5-3-11 0,-5 3-13 0,0 0-14 16,0 0-17-16,0 0-10 0,0 0-16 0,0 0-7 15,0 0-19-15,0 0-29 0,0 0-33 0,0 0-42 16,3 16-23-16,-3-16-36 0,3 6-128 0,-3-6-266 16,0 0 119-16</inkml:trace>
  <inkml:trace contextRef="#ctx0" brushRef="#br0" timeOffset="30939.14">11585 4670 38 0,'0'0'194'0,"0"0"-12"0,0 0-16 16,-2-10-10-16,2 10-19 0,0 0-19 0,0 0-16 16,0 0-7-16,0 0-12 0,0 0-8 0,0 0-11 15,0 0-4-15,14 16-3 0,-7-7-5 0,0 1-4 16,1 0-9-16,2 2 0 0,1 2-8 16,-1-2-1-16,2 0-2 0,-1 3-1 0,2 0 0 0,1-1 1 15,-1-3-11-15,-3 0 1 0,-1-2 0 0,2 2-4 16,-2-1 0-16,0-1 1 0,-3 0 0 0,-2-3-3 15,3 1-6-15,-1 2 5 0,-6-9-2 0,2 13-2 16,-2-13 5-16,-3 16-2 0,-4-8 0 0,-2 1-2 16,-5 0-10-16,-1-1-2 0,-2-1-10 15,-2-2 8-15,1 0 1 0,0-1 2 0,6-4 0 0,0 0 4 16,1-2-11-16,1-2 5 0,2-1 3 0,1-2-1 16,1-1 0-16,3-3 5 0,-2-2-10 0,5 2-4 15,2-6 0-15,5 0 3 0,1 0-1 0,5-3-3 16,2-2-1-16,-1 2 4 0,4 2 0 15,-1-1 2-15,-1 5 4 0,-2-2 2 0,8-4-7 0,-8 7 6 16,-1 1 8-16,-2-1-11 0,1 1 3 0,-6 3 4 16,3-1 7-16,-5-2 5 0,4 3 9 0,-3 0 0 15,-4 2 1-15,-1 7 5 0,1-13 8 0,-1 13-10 16,-1-13 1-16,1 13 3 0,-4-10-3 0,4 10-1 16,-11-9-6-16,4 7-3 0,-2-2-1 15,-5 3-4-15,14 1 2 0,-22 3-3 0,6 2-1 16,-1 4-4-16,-1 1 0 0,2 2-1 0,2-2-2 0,1 3-14 15,1 0-21-15,1-2-20 0,2 4-35 16,2-3-27-16,3-2-32 0,0 3-33 0,1-1-101 16,3-2-302-16,0-10 134 0</inkml:trace>
  <inkml:trace contextRef="#ctx0" brushRef="#br0" timeOffset="31378.6">12071 4613 1743 0,'6'-11'96'0,"-2"5"-49"16,-1-3 4-16,2 4-8 0,-1 0 0 0,-4 5 3 16,3-9 10-16,-3 9 9 0,4-8-1 0,-4 8 1 15,2-7-5-15,-2 7-12 0,0 0-5 0,0 0-7 16,0 0-3-16,0 0-4 0,0 0-5 0,18 17-1 16,-11-5 0-16,2 2-3 0,-1 3 5 0,4 0-11 15,-1-2-1-15,-2 3-2 0,0 0 2 0,1-1-2 16,-2 0 1-16,2-1-2 0,-2 0 0 0,-1-6-3 15,0 5 3-15,2-1-1 0,-5-4-1 0,1 1-4 16,1-1 2-16,-2-3 0 0,-1-1-1 0,1 0-2 16,-2-3 2-16,-2-3 0 0,5 7 3 0,-5-7-1 15,5 7 1-15,-5-7 1 0,2 6 2 0,-2-6 11 16,0 0 20-16,0 0 15 0,0 0 11 0,0 0-6 16,0 0-3-16,0 0-3 0,5-20-5 0,-3 8-8 15,2-4-1-15,-1-2-6 0,4-5 1 0,1-4-8 16,1 3-5-16,2-3-2 0,3 1 0 0,-5-5-6 15,3 6 2-15,-3 8-5 0,1 1 0 0,0 0-4 16,-3 1 5-16,-1 5 4 0,-2 1-11 0,0-4 5 16,1 5-4-16,0 0-6 0,-4 2 2 0,3 2-3 15,-4 4 1-15,4-9-12 0,-4 9-16 0,4-6-16 16,-4 6-25-16,0 0-30 0,0 0-31 0,0 0-32 16,0 0-24-16,0 0-31 0,0 0-21 0,0 0-186 15,0 0-458-15,0 0 203 0</inkml:trace>
  <inkml:trace contextRef="#ctx0" brushRef="#br0" timeOffset="33798.18">5992 6195 11 0,'-1'-12'198'0,"1"12"0"0,-4-8-16 16,4 8-11-16,-8-7-25 0,3 5-11 0,-3-1-11 16,-4 1-8-16,-1 5-18 0,-5 2-7 0,0 3-10 15,-6 4-10-15,-3 3-4 0,4 3-5 0,-1-2-11 16,3 1-2-16,6-2-5 0,3-1-7 0,2-1-1 16,0-2-6-16,5 0-8 0,4 1 1 0,-1-2-5 15,4 2 5-15,0-2-4 0,6-1-2 16,1-1 0-16,0 1-6 0,7 1 1 0,0-3-2 0,3 2 1 15,-2-3-3-15,3 1 3 0,0 0 4 0,0-2-12 16,-3 2 3-16,1-2-6 0,0 0 3 0,-2 2-6 16,-1 0 0-16,-5 0-3 0,2-3-2 0,-5 2-14 15,0-1-1-15,-2 1 1 0,-1-1 2 0,-3 2 6 16,-1-7 1-16,-4 13 6 0,-1-3-5 0,-4-2 3 16,-5 2 5-16,-1-1 1 0,-3 3-1 0,-2-4 2 15,-5 0-3-15,6-2 2 0,2 1-3 0,1-3-21 16,1-1-12-16,3-1-27 0,5-2-27 0,0 0-30 15,7 0-27-15,-13-1-107 0,13 1-279 16,-6-5 124-16</inkml:trace>
  <inkml:trace contextRef="#ctx0" brushRef="#br0" timeOffset="34073.53">6116 6478 106 0,'5'5'104'0,"0"0"-10"0,0 0-7 0,4 1 5 16,0 0 10-16,0-1-12 0,0-1 0 0,1-1-2 16,1-1-1-16,0 0-5 0,3-5-3 0,-2 2-3 15,2-3 3-15,-2 0-4 0,3-3-7 0,-3 0 2 16,-1-1 1-16,0 0 3 0,-3-1 2 0,-1-1 2 16,-1 2 6-16,-1-3 1 0,-3 4-3 0,-2-6-12 15,-1 2-8-15,-2 0-3 0,-2-1-8 0,-1 2-7 16,-4-3-6-16,-1 4-1 0,1 0-9 0,-4 1-9 15,-3 1-7-15,3 4-18 0,-3-1-20 0,-3 4-25 16,2 1-21-16,2 2-30 0,0 4-28 0,3-1-13 16,2 0-34-16,2 2-112 0,3-3-313 0,2 1 139 15</inkml:trace>
  <inkml:trace contextRef="#ctx0" brushRef="#br0" timeOffset="34729.58">6358 6289 8 0,'0'0'208'0,"5"-7"-8"0,-5 7-19 16,3-5-13-16,-3 5-21 0,0 0-17 0,6-5-11 15,-6 5-15-15,0 0-7 0,7 12-17 0,-2-5 0 16,2 2-8-16,-2 2-7 0,1 5-4 0,2-2-13 16,0 0 2-16,-2-3-6 0,2 3-4 0,1-1-4 15,-2-4-3-15,2 2 0 0,-2-3-4 0,0-1-4 16,1 0-1-16,0-4-1 0,-1 0 0 0,0 0 0 15,3-1-3-15,-4-1-1 0,-6-1-5 0,16-1 4 16,-16 1-2-16,12-6 0 0,-4 0-1 16,-4-4-3-16,1 4 2 0,-2-6-1 0,1 3-1 0,-2-2-4 15,1-2 3-15,-5-3 3 0,4 1-5 0,-2 2-1 16,0-2 1-16,-2 0 1 0,0-1-2 0,1 3 10 16,-1 4 1-16,1 2 10 0,1 7-1 0,-3-11 1 15,3 11-7-15,0-9-7 0,0 9-5 0,0 0-3 16,0 0 0-16,0 0-1 0,0 0-4 0,0 0 1 15,0 0 0-15,11 23 2 0,-6-11-1 0,1 2-1 16,-1 2-3-16,-2-4 4 0,3 2-2 0,-1-2 0 16,4-2-2-16,0 0 4 0,0 0-3 0,1 0 0 15,1-3 2-15,4 0 2 0,-4-1-3 0,1-3 6 16,-1 2-5-16,2-4 2 0,0-1 8 0,-2-1-9 16,2-2 1-16,0 0 2 0,-2-1-4 0,1 0 4 15,-1-3 0-15,-3 0 2 0,0 0-6 0,1-3 2 16,-4-1-2-16,0 2-1 0,-1-4-3 0,-3 1-1 15,0-3 0-15,-1 3-5 0,-2-4 3 0,-2 4-1 16,0-3-5-16,-2-1 6 0,-3 2-2 0,4 5 1 16,0-1-4-16,1 3 5 0,-1 3 2 0,5 4-3 15,-9-11-1-15,8 6 1 0,1 5-5 0,-4-8-1 16,4 8-10-16,0 0 1 0,0 0 1 0,0 0-2 16,0 0 6-16,9-7 3 0,-9 7 1 0,14 0 3 15,-4 2-2-15,1-2 2 0,2 0-2 0,-1 1 2 16,-1 5-1-16,1-3-3 0,-1 0 3 0,-1 3 0 15,1 0 0-15,0 2 2 0,-3-1-3 0,-2 2 3 16,2 1 3-16,1 0-2 0,-4 3 4 0,1-1 0 16,-1 2 2-16,-2 1-4 0,0-2 6 0,-1 1-13 15,-2 4-30-15,1-2-32 0,2-5-30 0,-3 1-40 16,4 0-34-16,-4 0-126 0,2-2-329 0,1-1 145 16</inkml:trace>
  <inkml:trace contextRef="#ctx0" brushRef="#br0" timeOffset="35107.5">7262 6113 126 0,'-6'-3'206'0,"6"3"-12"0,-13-2-17 0,13 2-13 16,-15 7-12-16,3-1-11 0,2 7-12 0,-1 3-12 15,1 1-11-15,-1 7-6 0,3-5-7 0,1 0-13 16,4 0-8-16,2 0-6 0,1-2-6 0,4 0-2 15,2 0-7-15,-1-1-6 0,3-6-3 0,4 2-4 16,2 0-3-16,1-3-1 0,2-3-5 0,-5-4-1 16,4 0-2-16,2 0-1 0,1-4-6 0,-5 1-1 15,4-3 2-15,-2-4-1 0,0 2 0 0,-6-2-3 16,0-2-5-16,3 0 4 0,-5-2-7 0,2-1 4 16,-4-1-4-16,-2-1 1 0,-3 3-1 0,3-5 0 15,-4 5 0-15,-1-2 4 0,-2 1 1 0,1 0 5 16,-2 3-5-16,0 1 4 0,1 1 1 0,0 5 4 15,3 3-1-15,-8-6-8 0,8 6 1 0,0 0-3 16,-18 10-5-16,10 0 0 0,-4 6 2 0,3 2-2 16,0 0 1-16,-1 6-6 0,4-7-22 0,4 1-17 15,1 1-29-15,2-2-39 0,3 1-27 0,1-4-48 16,1-2-39-16,3-3-119 0,3 1-367 0,-2-3 162 16</inkml:trace>
  <inkml:trace contextRef="#ctx0" brushRef="#br0" timeOffset="35445.98">7812 6108 132 0,'0'-9'250'16,"0"9"-17"-16,0-12-25 0,0 12-18 0,0-8-23 16,0 8-12-16,0 0-21 0,0 0-10 0,0 0-14 15,20 17-10-15,-8-2-6 0,1 2-7 0,1 5-9 16,0 0-9-16,2-1-1 0,-5-3-9 15,4 3-5-15,-4-3-6 0,2-3-4 0,1-2-7 0,-3-2 2 16,-2 0-4-16,1-1-3 0,-3-2-3 0,1-1 0 16,-3-3-2-16,0 2 9 0,0-3 15 0,-5-3 27 15,7 6 19-15,-7-6 8 0,0 0-2 0,0 0-10 16,0 0-10-16,7-17-2 0,-5 9-11 0,-2-3-2 16,-2-1-1-16,2-5 1 0,-1-2-12 0,-1 0-8 15,-1-7-6-15,2-2-7 0,1-2 3 0,0 2-5 16,0 1-4-16,1 3-17 0,0-1-7 0,1 4-11 15,0 4-19-15,-1 4-18 0,2 3-24 0,-3 1-39 16,1 2-52-16,-1 7-62 0,2-9-33 0,-2 9-19 16,7-2-192-16,-7 2-501 0,0 0 221 0</inkml:trace>
  <inkml:trace contextRef="#ctx0" brushRef="#br0" timeOffset="35733.21">8194 6218 126 0,'0'0'171'0,"4"6"-24"0,-4-6-5 0,4 7 1 16,-4-7 5-16,6 7-3 0,-2-4-10 0,-4-3-11 15,9 5-11-15,-3-3-7 0,2 0-11 0,1-2-5 16,1 0-12-16,-10 0-1 0,20-2-8 0,-3 0-7 16,-3-3-4-16,-5 2-6 0,3-3 2 0,-1 1 4 15,-2-3-4-15,-1-2 2 0,-3 0-5 0,0-1 2 16,-1-1-4-16,-3 2 5 0,-2-2-2 0,-1 0-7 15,-1-2-7-15,-4 2 2 0,1 1-9 0,-2 3 2 16,-1 0-5-16,-2 2-4 0,-2 2-6 0,2 2-2 16,-2 2-2-16,-1 2-13 0,-3 4-16 0,2 4-19 15,-1-1-34-15,4 3-36 0,-1 0-39 0,1 1-46 16,5 2-36-16,-1-4-121 0,7-1-374 0,0-1 166 16</inkml:trace>
  <inkml:trace contextRef="#ctx0" brushRef="#br0" timeOffset="35972.08">8557 5936 239 0,'3'-5'293'0,"-2"-2"-11"0,-1 7-17 0,2-7-19 16,-2 7-29-16,0 0-17 0,4-7-33 0,-4 7-19 15,0 0-17-15,0 0-8 0,8 21-13 0,-4-6-8 16,-1 4-5-16,4 5-11 0,-3 2-8 0,0 3-3 15,1 0-10-15,-1 0 4 0,1-3-19 0,0 0 1 16,-1-8-6-16,-2 2-4 0,2-2-4 0,0 0-14 16,0-1-32-16,0-2-42 0,1-3-40 0,-3-1-42 15,1-2-50-15,-1 1-45 0,1-4-197 0,-2-1-459 16,-1-5 204-16</inkml:trace>
  <inkml:trace contextRef="#ctx0" brushRef="#br0" timeOffset="36199.68">8787 5902 188 0,'3'-10'252'0,"-5"1"0"0,2 9-14 0,0-10-16 15,0 10-16-15,0-7-25 0,0 7-20 0,0 0-15 16,0 0-11-16,0 0-4 0,0 0-2 0,3 26-3 16,-3-11-12-16,0 5-12 0,0 3-8 0,-1-3-4 15,-1-1-9-15,4 6-5 0,-4 0-7 0,1-7-9 16,1 2-5-16,0-1-7 0,0-1 2 0,1-3-12 15,1 1-9-15,0-1-17 0,1-2-17 0,-2-1-33 16,0-4-47-16,0 1-34 0,1-4-52 0,-1 1-32 16,-1-6-24-16,3 10-180 0,-3-10-440 0,0 0 195 15</inkml:trace>
  <inkml:trace contextRef="#ctx0" brushRef="#br0" timeOffset="37273.56">8684 6047 67 0,'10'-3'155'16,"8"-2"-6"-16,0 3-20 0,2-3-8 0,7 0-24 15,0-2-5-15,-6 2-10 0,-1 1-5 0,8 1-11 16,-8 0-5-16,1-2-5 0,-2 2-8 0,0-2-1 16,-1 2-13-16,-6 2 2 0,0-1-11 0,-5-1 5 15,1 3 0-15,-8 0-5 0,11-2 12 0,-11 2 2 16,0 0 8-16,10-2-4 0,-10 2-3 0,0 0 0 15,0 0-3-15,0 0 0 0,0 0 0 0,0 0-7 16,0 0 1-16,-26 13-4 0,19-6 1 0,0 0-5 16,1 2 4-16,-3 0 1 0,4 1-2 0,0 1 0 15,-2 4-2-15,5-3-5 0,-1-2 5 0,2 0-10 16,1 0 0-16,0-1 5 0,1-2-7 0,4 0 3 16,0-1 1-16,1-2 0 0,-1-1-2 0,6 0-1 15,-1-2-7-15,1-1 6 0,1-2-4 0,0 0 1 16,-1-3 3-16,0-3-3 0,-1 4 0 0,0-2-2 15,-1-1-1-15,-3-1 1 0,2 1 0 0,-3 1-1 16,0-2 4-16,-1-1 1 0,1-2-1 0,-2 1 1 16,1 0 6-16,-4 3 10 0,0 7 0 0,0-12 7 15,0 12 6-15,0-9-6 0,0 9-4 0,1-6-3 16,-1 6-7-16,0 0-8 0,0 0 1 0,0 0-3 16,0 0-3-16,0 0 0 0,0 0-2 0,0 0 1 15,0 0-3-15,6 24 2 0,-1-16 0 0,-2-1-1 16,3 2 3-16,3-2 2 0,4-1-2 0,-1-2-2 15,7 0 3-15,3-1-2 0,4-6-7 0,4-1-3 16,-3 0-3-16,1 1-2 0,2-6 0 0,0 2 2 16,0-2 2-16,-3-1 0 0,-1 1-2 0,-8 1 5 15,-1 0-2-15,-1 1 2 0,-3 2 8 0,-3-2 8 16,-4 1 13-16,1 1 2 0,-1-3 2 0,-3 2-2 16,-2-2-2-16,-1 8 7 0,-4-13-8 0,-2 6 0 15,-1-3-3-15,1 6 8 0,1-2-7 0,-5 2 0 16,2 1-2-16,0 1-4 0,8 2-1 0,-19 2 0 15,9 3-2-15,1-2-5 0,-3 4 2 0,2 2-1 16,-1 1 0-16,-1 2-4 0,4-1 0 0,2 0 2 16,0-2-7-16,1 1 3 0,2 0 0 0,1 0 0 15,2 0-1-15,1-3-6 0,1-1-6 0,1 1-5 16,2-2-4-16,1 0 5 0,3 0-5 0,2-2 1 16,3-2-5-16,-2 0-1 0,6-2-6 0,-5-3 4 15,1 2 2-15,-2 1 3 0,-2-2 3 0,1 0 3 16,-4 1 2-16,-7 2 4 0,10-2 0 0,-10 2 2 15,9-5 12-15,-9 5 11 0,6-1-1 0,-6 1-4 16,0 0 1-16,7-3-5 0,-7 3-4 0,0 0-2 16,0 0-2-16,7 9 1 0,-3-3 2 0,2 5 7 15,4 6 1-15,-1 6 3 0,2 5 1 0,0 3-2 16,1 3 5-16,1 0-2 0,0-1-3 0,1 13 9 16,-4-11-7-16,0-3 1 0,1 3-6 0,-5-5 4 15,1 5-4-15,-1-4 4 0,-3-4-1 0,-1 2-4 16,-2-3 1-16,-3-1-3 0,-1-7 4 0,-1 0-1 15,-3-2-2-15,1-1 2 0,-2-6-4 0,0 1-2 16,-4-1-7-16,-1-4-2 0,4 0-3 0,-4-3-3 16,2-1 3-16,1-4-1 0,-1-2-5 0,2-1 0 15,3-3-8-15,0-8-4 0,3-2 0 0,4-7 2 16,1-3-2-16,6-6 5 0,2 3-3 0,5-16-2 16,4 5-3-16,-2 1 1 0,5-2 2 0,-5 12 1 15,5-11-9-15,-1 2 7 0,-6 9-1 0,2 4 3 16,-4-5 2-16,2 4-1 0,-2-1 6 0,-2 4 4 15,-1 0 1-15,-4 9 12 0,-1-1 1 0,-3 1 7 16,-2 2 2-16,-1 6 7 0,-2-1-2 0,-2 2 9 16,-2 2-4-16,-1 2-3 0,0 1 3 0,-4 5-6 15,0 4 3-15,0 2 1 0,-3 2-2 0,2 4-2 16,1 1 0-16,1 6-3 0,5-3-2 0,0 7 3 16,6-6-2-16,5 0-4 0,5-2-18 0,2-1-24 15,8 4-40-15,3-7-37 0,9-4-64 0,5-3-58 16,-1-5-169-16,14-2-436 0,-8-3 193 0</inkml:trace>
  <inkml:trace contextRef="#ctx0" brushRef="#br0" timeOffset="37699.75">10601 5816 3055 0,'-13'-23'-29'0,"-4"3"20"0,7 3 36 0,0 3 2 15,0 0 3-15,2 6 8 0,1 1 3 0,2 1-5 16,3 1 0-16,2 5-4 0,-8-9-7 0,8 9-3 16,-4-4-9-16,4 4-3 0,0 0 1 0,0 0-8 15,0 0 5-15,15 36-2 0,-5-18 2 16,1 7 6-16,2 2-9 0,-3-4-3 0,2 4 4 0,0-3 0 16,0-1 7-16,-2-6-9 0,-1 1-1 0,-3 1 3 15,3-2-4-15,0-2 2 0,-2 2 2 0,-2-2-4 16,0-5 1-16,-1-1-1 0,0 0 0 0,1-2-2 15,-4-2 6-15,1 0 0 0,-2-5 6 0,4 8-1 16,-4-8 23-16,0 0 18 0,0 0 10 0,0 0-6 16,0 0 0-16,0 0-11 0,0 0 0 0,4-29-12 15,-3 12-11-15,1 1 11 0,-2-2-7 0,2-1-2 16,2-8-5-16,-1 2 0 0,4-4-13 0,-2-2 11 16,3 0-6-16,0 2-2 0,1 3-5 0,-2 1 2 15,1 5-5-15,-3 2 5 0,0 3 3 0,2 4-13 16,-4 1 1-16,3-1-4 0,-3 3-18 0,1 3-13 15,0-1-21-15,-4 6-29 0,8-6-21 0,-4 4-21 16,-4 2-21-16,0 0-28 0,12 7-35 0,-4 2-29 16,-3-1-33-16,1 9-180 0,-3-6-491 0,0 0 216 15</inkml:trace>
  <inkml:trace contextRef="#ctx0" brushRef="#br0" timeOffset="38036.98">11031 5841 125 0,'8'-3'264'16,"-8"3"2"-16,0 0-7 0,0 0-11 0,0 0-7 16,0 0-13-16,0 0-11 0,0 0-21 0,0 0-18 15,0 0-18-15,0 0-8 0,-33 11-12 0,20-1-15 16,-2 1-17-16,2 0-4 0,0 1-13 0,0 0-9 16,6-2-6-16,0 2-6 0,2-1-13 0,0 1-2 15,2-1-3-15,3 2-6 0,2-1-8 0,5 2-1 16,-2-3-4-16,4-2 5 0,7 3-8 0,-2-1-13 15,2 1 2-15,0-3-8 0,2 1-4 0,-2-1 1 16,2 0-8-16,-4 1 2 0,1-2-3 0,-4-3 6 16,-1-1-8-16,-1 1 3 0,-3-1-2 0,-1 0-2 15,-1-1 1-15,0 0 4 0,-4-3 0 0,4 8-1 16,-4-8 0-16,-6 11 10 0,-1-4-6 0,-3 2-3 16,-7-3-1-16,2 4 6 0,-12 0-3 0,0-2-2 15,-1 2-8-15,1-2-12 0,1-2-21 0,6-3-30 16,2 1-23-16,6-1-34 0,-2-1-52 0,7-3-59 15,7 1-267-15,-11-6-546 0,11 6 242 0</inkml:trace>
  <inkml:trace contextRef="#ctx0" brushRef="#br0" timeOffset="38233.82">11445 5802 77 0,'0'0'292'0,"0"0"-25"0,0 0-10 16,9 0-19-16,-9 0-21 0,0 0-19 0,16 0-20 16,-5-1-19-16,1-1-16 0,5 2-11 0,2 0-22 15,1 0-37-15,1 0-45 0,-4 0-59 0,-3-2-55 16,-1 4-56-16,1-2-47 0,-6 0-132 0,2 0-346 16,-10 0 153-16</inkml:trace>
  <inkml:trace contextRef="#ctx0" brushRef="#br0" timeOffset="38385.51">11551 5937 52 0,'-5'4'242'0,"0"1"-7"16,-4-1 5-16,4-3 2 0,5-1 5 0,-8 8-10 15,7-4-16-15,1-4-23 0,0 0-16 0,0 0-20 16,0 0-10-16,0 0-22 0,0 0-20 0,18 2-36 16,0-6-40-16,0 0-47 0,0-3-58 0,9 0-75 15,2-2-63-15,-1 0-178 0,1-3-418 0,-2 3 184 16</inkml:trace>
  <inkml:trace contextRef="#ctx0" brushRef="#br0" timeOffset="41974.07">12401 5534 111 0,'0'-10'175'15,"0"10"-22"-15,11-14-9 0,-5 5-4 0,4-1-8 16,-1 1-5-16,6-3-10 0,-5 5-10 0,5-1-7 16,-3 2-13-16,5 0-6 0,-3 2-3 0,-3 4-11 15,0-1-6-15,5 5-3 0,-5-1-8 0,0 2-8 16,5 5-2-16,-7-1-1 0,-1 1-7 0,0 0-1 15,-4 2-3-15,1 0-1 0,-5 4-3 0,2 1 2 16,-6 0-2-16,1-2 0 0,-1 2 1 0,-4-1-3 16,0 0 0-16,1-6 1 0,-3 3 2 0,0-3 2 15,-1 2-2-15,0-3 8 0,1-1-4 0,2-2 2 16,-1 0 4-16,1-2 0 0,2-1 2 0,2 0 7 16,4-3 0-16,-9 6 1 0,9-6-6 0,-4 3 0 15,4-3-6-15,0 0-2 0,0 0-5 0,-5 4-1 16,5-4-11-16,0 0-2 0,0 0-2 0,0 0-2 15,0 0 0-15,0 0-6 0,16 1-2 0,-5-1-11 16,1 0-7-16,2-3-11 0,7 0-10 0,9-1-16 16,3-2-25-16,-4 2-17 0,-2-1-19 0,0-2-23 15,2 3-17-15,-7 1-13 0,5-4-17 0,0 1-111 16,-8 2-321-16,0-1 142 0</inkml:trace>
  <inkml:trace contextRef="#ctx0" brushRef="#br0" timeOffset="42282.49">13005 5587 27 0,'6'-11'82'16,"0"2"13"-16,0-1 18 0,-4 2 5 0,0 0 9 15,1 1 5-15,-3-3-10 0,0 10-2 0,-3-11 9 16,3 11-4-16,-1-9 3 0,1 9-8 0,0 0-12 16,-3-11-16-16,3 11-7 0,0 0-11 0,0 0-10 15,0 0-5-15,-12 20-10 0,8-10 2 0,2 2-1 16,-3 6-10-16,1 0 2 0,2 2-6 0,-2-2-3 16,4-2-3-16,0 0-4 0,2-4 2 0,2 0-7 15,0-1 2-15,3-1-2 0,1-1-1 0,2-3 1 16,-1 1-3-16,3-4 2 0,-1 1-4 0,0-2-4 15,1-2 3-15,1-2 3 0,-1 0-9 0,0-3 9 16,1 0-4-16,-1-2 3 0,-1 0-4 0,0-3 2 16,-1 1 0-16,-2 0 14 0,-1 1 3 0,-1-3-13 15,-5 0 3-15,4-2 3 0,-3-3-4 0,-4 5-3 16,0-6-2-16,-2 4-4 0,-4-1-1 0,3 0-5 16,-3 4-1-16,1 1-6 0,-2 0-17 0,-4 3-19 15,1 0-12-15,1 4-22 0,-2 0-32 0,-1 4-35 16,-1 0-28-16,3 1-40 0,-4 5-134 0,3-2-368 15,4-1 163-15</inkml:trace>
  <inkml:trace contextRef="#ctx0" brushRef="#br0" timeOffset="42679.53">13329 5403 136 0,'0'0'275'0,"2"-8"-24"15,-2 8-24-15,0 0-16 0,0 0-30 0,2-7-18 16,-2 7-15-16,0 0-15 0,0 0-11 0,0 0-13 16,13 17-1-16,-5-7 1 0,-4 0-16 0,5 7-9 15,2-3-9-15,0 2 2 0,0 1-15 0,0-4-3 16,1 3-6-16,-1 0-5 0,1-1-2 0,-1-1-4 16,2 0-8-16,-1 0 6 0,-4-3-9 0,-1-3-2 15,4 1-2-15,-6 0 0 0,4-1-8 0,-1-2 3 16,-2 0-2-16,-2-3-1 0,-2 1-2 0,-2-4 1 15,9 5 0-15,-9-5 6 0,4 4 7 0,-4-4 16 16,0 0 6-16,0 0-5 0,0 0-9 0,9-11 9 16,-4 3-14-16,-5-3 0 0,3-2 0 0,1-3-3 15,2-10-3-15,-4 10-1 0,1-12-9 0,-1 2-5 16,2-3 5-16,-2 2-2 0,1 1-5 0,0-1-4 16,-3 8 5-16,2 2-4 0,0 1-2 0,-2 0 0 15,2 5-7-15,-4 4 6 0,4 0-7 0,-2 7-12 16,0-12-20-16,0 12-28 0,0-9-43 0,0 9-44 15,0 0-46-15,0 0-28 0,2-8-17 0,-2 8-30 16,0 0-136-16,0 0-441 0,21 14 195 0</inkml:trace>
  <inkml:trace contextRef="#ctx0" brushRef="#br0" timeOffset="42954.24">14173 5257 76 0,'0'0'213'0,"0"0"0"0,-11-1-4 0,11 1-6 16,0 0-16-16,0 0-13 0,0 0-22 0,0 0-13 16,0 0-19-16,0 0-11 0,0 0-10 0,0 0-14 15,0 0-6-15,0 0-6 0,0 0-4 0,0 0-6 16,22-9-7-16,-11 7-2 0,10-3-9 0,-1-1-4 15,5-1 3-15,4 0-10 0,0 2-4 0,-2 0-18 16,-7 0-24-16,0-1-26 0,-1 3-44 0,-2-2-36 16,0 1-41-16,0-1-46 0,-4 1-123 0,-4-4-355 15,0 4 157-15</inkml:trace>
  <inkml:trace contextRef="#ctx0" brushRef="#br0" timeOffset="43180.85">14292 5050 2 0,'-6'-3'197'16,"6"3"-14"-16,0 0-17 0,0 0-25 0,0 0-12 15,-9 4 7-15,9-4-1 0,0 13-1 0,4-3 2 16,-2 2-2-16,3 5-11 0,1 0-11 0,1 1-8 16,0 0-6-16,-2-1-9 0,3 2-7 0,-3 0-4 15,-1-1-8-15,3 0-8 0,-4 1-4 0,3 4-4 16,-3-2-7-16,-1-4-2 0,2-2-21 0,-2 2-35 15,0-2-39-15,-2 3-38 0,0-4-47 0,0 1-55 16,-2 2-155-16,0-5-372 0,-1 1 164 0</inkml:trace>
  <inkml:trace contextRef="#ctx0" brushRef="#br0" timeOffset="43384.65">14242 5651 38 0,'0'0'242'0,"0"0"-8"0,0 0-6 0,-4 5-12 16,4-5-15-16,0 0-16 0,0 0-19 0,0 0-24 15,0 0-10-15,0 0-12 0,0 0-9 16,16 3-9-16,-7-3-19 0,5-3-13 0,5 0-23 0,9 0-33 16,-1-2-44-16,4-2-34 0,-2 0-52 0,2-3-48 15,-1 0-163-15,-1 1-353 0,0-4 157 0</inkml:trace>
  <inkml:trace contextRef="#ctx0" brushRef="#br0" timeOffset="43736.81">15058 5206 105 0,'2'-10'263'0,"-2"10"-17"0,0-9-23 16,0 9-20-16,3-5-19 0,-3 5-18 0,6-3-14 15,-6 3-13-15,17-1-12 0,-7 1-6 0,2 4-13 16,1-3-10-16,2 5-6 0,-1-2-9 0,-1 2-6 16,-1 0-9-16,1 5-6 0,-4-3 3 0,0 0-12 15,-2 0-5-15,-5 2-5 0,2-1-5 0,-4 2 2 16,-3 0-3-16,-2 1-3 0,-4 2-1 0,-3 3-2 16,-3-3 0-16,-4 4-3 0,5-4-5 0,-2 0-2 15,0-5 0-15,2 1 4 0,4-4-8 0,2 0-3 16,2-1 3-16,1 0-6 0,1-2-1 0,4-3 10 15,-9 4-11-15,9-4-2 0,-3 5 1 16,3-5-4-16,0 0-1 0,0 0 2 0,0 0-3 0,0 0-3 16,22 1-18-16,-1-3-17 0,6-2-22 0,0-4-23 15,3 2-38-15,-1-2-27 0,1 3-25 0,0-4-26 16,0 2-9-16,-1 1-13 0,0-1-108 0,-5-2-355 16,3-2 157-16</inkml:trace>
  <inkml:trace contextRef="#ctx0" brushRef="#br0" timeOffset="44061.34">15584 5246 16 0,'4'-6'178'0,"-1"3"8"16,-3 3 10-16,4-10 6 0,-4 10 0 0,2-6-6 16,-2 6-12-16,0 0-14 0,4-5-13 0,-4 5-19 15,0 0-15-15,0 0-11 0,0 0-11 0,0 0-1 16,0 0-10-16,-14 22-6 0,8-7-2 0,-2 0-5 16,2-1-6-16,0 2-13 0,3-4-6 0,0-3-3 15,2 3-1-15,1-2-4 0,0 0-7 0,2 0-1 16,0-1-1-16,1 0-2 0,3-2-3 0,2-2 8 15,-1-1-14-15,1-1 3 0,2 0-7 0,1-2 10 16,1 0-9-16,1-2-2 0,-2-1 3 0,1-2-4 16,0-1-2-16,0 0 2 0,-1 0 3 0,0-4-1 15,-2-4-1-15,-2 4 1 0,1 0-1 0,-3-1-4 16,-1-3 1-16,0 2 0 0,-3-4-4 0,-1 2 1 16,0-3-4-16,-5 2-1 0,1 2 0 0,-2 2-3 15,-3-1-3-15,0 3-1 0,0-1-2 0,-8 3-4 16,0 2-7-16,-3 0-6 0,1 1-12 0,1 4-13 15,-1 2-23-15,3 2-34 0,4 0-47 0,2 1-38 16,2 1-39-16,-1 2-229 0,3-2-489 0,2 2 216 16</inkml:trace>
  <inkml:trace contextRef="#ctx0" brushRef="#br0" timeOffset="44348.53">16416 5111 149 0,'3'-4'358'16,"-3"4"-12"-16,5-6-8 0,-5 6-26 0,0 0-16 15,3-6-33-15,-3 6-23 0,0 0-23 0,0 0-33 16,0 0-15-16,0 0-24 0,0 0-8 0,0 0-20 16,-12 28 2-16,3-12-12 0,-6 6-10 0,1 2-8 15,-4 1-8-15,1-1-13 0,-2 1-9 0,0 4-3 16,2-3 0-16,1 1-10 0,3-2 1 0,-2-2-16 15,4-5 8-15,-1 4-5 0,-1-5-5 0,4 0 4 16,0 0-14-16,-1-2-5 0,2-2-15 0,0-3-15 16,2 0-25-16,-2 0-29 0,2-2-37 0,0 0-37 15,-3 1-52-15,-3-1-53 0,2-2-39 0,0 2-243 16,-3-4-574-16,3 0 253 0</inkml:trace>
  <inkml:trace contextRef="#ctx0" brushRef="#br0" timeOffset="44544.97">16057 5185 129 0,'0'0'265'0,"-2"-5"-20"0,2 5-10 16,0 0-14-16,0 0-20 0,-7-3-11 0,7 3-27 15,0 0-20-15,0 0-15 0,0 0-11 0,0 0-6 16,0 0-25-16,0 0-40 0,0 0-47 0,18 14-71 15,-7-8-63-15,0 1-211 0,0-2-374 0,1 1 166 16</inkml:trace>
  <inkml:trace contextRef="#ctx0" brushRef="#br0" timeOffset="44751.34">16438 5419 302 0,'5'4'283'0,"-2"-2"-10"0,-3-2 0 16,6 7 12-16,-6-7 15 0,5 4 6 0,-5-4-17 15,7 3-15-15,-7-3-18 0,0 0-19 0,0 0-13 16,3 4-18-16,-3-4-20 0,0 0-17 0,0 0-14 16,0 0-16-16,0 0-8 0,0 0-20 0,4 4-15 15,-4-4-13-15,0 0-26 0,0 0-24 0,0 0-50 16,0 0-42-16,0 0-48 0,0 0-54 0,0 0-46 16,0 0-56-16,0 0-64 0,0 0-262 0,0 0-636 15,0 0 282-15</inkml:trace>
  <inkml:trace contextRef="#ctx0" brushRef="#br0" timeOffset="51234.56">10161 7087 1712 0</inkml:trace>
  <inkml:trace contextRef="#ctx0" brushRef="#br0" timeOffset="51946.44">10399 6943 70 0,'0'0'149'0,"-13"-4"3"0,13 4-14 16,-8-1-9-16,8 1-13 0,-6-3-20 0,6 3-1 0,0 0-18 15,0 0-4-15,0 0-14 0,0 0 0 0,18-11-5 16,0 7 0-16,2 0-7 0,6-3-6 0,2 0-9 15,-1 1-8-15,-6 1-6 0,0 2-28 0,-2 1-19 16,0-3-27-16,-2 2-10 0,-5 1-25 0,1 0-11 16,-3 2-87-16,-2 0-203 0,-8 0 90 0</inkml:trace>
  <inkml:trace contextRef="#ctx0" brushRef="#br0" timeOffset="52323.53">10530 6882 8 0,'0'0'110'0,"0"0"-15"0,0 0-6 16,0 0-14-16,-9 5 5 0,9-5-14 0,-2 13 7 16,2 3 12-16,-4 2 2 0,5 2 4 0,-2 9-6 15,1 1-3-15,1-1-2 0,-1 4-6 0,0 1 8 16,3-3-7-16,-3 2-1 0,1-3-5 0,-1-1-4 16,1-3-4-16,-1 2-8 0,3-4-3 0,-3-3-5 15,0-2-9-15,0 1-1 0,0-4-2 0,0 1-6 16,0-1 4-16,-2-4-5 0,2-1-1 0,0-1-5 15,-1-1 0-15,0-3 2 0,1-6-2 0,-5 11-2 16,5-11 3-16,-3 10-4 0,3-10 0 0,-6 5-2 16,6-5-1-16,-6 2 0 0,6-2 0 0,-13 2-1 15,13-2 8-15,-13-4 3 0,13 4 0 0,-12-5-2 16,7 3-1-16,-2-1 1 0,7 3-3 0,-9-5 5 16,9 5-7-16,-5-2-5 0,5 2-4 0,0 0-1 15,0 0-2-15,0 0-3 0,0 0 2 0,0 0 0 16,0 0 0-16,0 0 2 0,0 0-3 0,21-3 1 15,-9 2 1-15,-1-1-6 0,5-1-10 0,3 1-20 16,3-2-20-16,6-3-26 0,-7 3-28 0,8-1-29 16,-3-1-32-16,-8 2-147 0,1-3-338 0,-3 1 150 15</inkml:trace>
  <inkml:trace contextRef="#ctx0" brushRef="#br0" timeOffset="52595.74">10791 7238 81 0,'0'0'211'16,"0"-9"1"-16,0 9-21 0,0 0-19 0,0-6-19 0,0 6-19 16,0 0-14-16,0 0-15 0,0 0-6 15,0 0-9-15,0 0-3 0,10 29-8 0,-5-13 4 16,-2 2-6-16,-1 0-9 0,0-1-3 0,-1 9-8 16,0-8 4-16,-1-1-2 0,3 3-2 0,-2-2-8 0,-1 0-5 15,0-7-2-15,3 1 2 0,-2 0-4 0,-1 0-3 16,1-2-2-16,3-1-5 0,-3 0 4 15,2-4-6-15,-2 2-5 0,-1-7-1 0,5 10-2 16,-1-7-1-16,-1 1 1 0,-3-4-3 0,12 7-1 0,-4-6-11 16,4-2-18-16,5-1-33 0,-4-3-34 0,8-1-51 15,4-5-37-15,3 0-39 0,-3-3-151 16,-1-4-386-16,0 1 171 0</inkml:trace>
  <inkml:trace contextRef="#ctx0" brushRef="#br0" timeOffset="52770.44">11384 7187 53 0,'0'0'179'0,"0"0"-13"0,9-1-15 0,-9 1-13 16,6-2-14-16,-6 2-13 0,17-3-13 0,-7 1-8 16,3 1 0-16,1 0-54 0,-1 1-37 0,1 0-43 15,-1 0-44-15,4 0-97 0,-6 2-198 0,-3-1 88 16</inkml:trace>
  <inkml:trace contextRef="#ctx0" brushRef="#br0" timeOffset="52917.47">11480 7283 174 0,'-2'6'193'0,"2"-6"1"0,0 0-7 0,0 0-14 16,0 0-19-16,0 0-18 0,0 0-16 0,0 0-9 15,0 0-10-15,0 0-6 0,0 0-16 0,13 4-26 16,-13-4-46-16,19-4-42 0,-4 1-58 0,3-2-56 15,-2 0-101-15,2-3-272 0,2 0 121 0</inkml:trace>
  <inkml:trace contextRef="#ctx0" brushRef="#br0" timeOffset="54432.4">12185 6831 123 0,'0'0'172'0,"-7"-3"4"16,7 3-11-16,0 0-8 0,-4-6-1 0,4 6-10 15,0 0-5-15,-4-7-8 0,4 7-10 0,0 0-8 16,-1-9-15-16,1 9-5 0,0 0-8 0,5-14 7 16,-1 9-10-16,1-1-9 0,2-1-12 0,-2 0-4 15,5-1-6-15,-2 1-6 0,3 0-5 0,-3 1-5 16,4 2-2-16,-3 2-5 0,1 0-5 0,3 0-3 15,-4 2 3-15,3 4-9 0,0-2 0 0,-3 5-4 16,-1 1 2-16,3-1-2 0,-3 4-3 0,-4 0 1 0,0 2 1 16,1 2 0-16,-5-2-2 0,0 4-2 15,-2-6 3-15,0 1-2 0,1 1 0 0,-3-1-2 16,0-1-1-16,0-2 0 0,2-2 2 0,-1-1-1 16,3 0 2-16,0-6 2 0,-5 10-3 0,5-10 6 0,-4 4-7 15,4-4 3-15,0 0-1 0,-1 7-3 0,1-7 0 16,0 0-5-16,0 0-1 0,0 0-2 0,0 0 1 15,15-1-1-15,-15 1 0 0,19-2-1 16,-9 3-3-16,3-1 0 0,-4 1 2 0,1 0-3 16,2 3 0-16,-3 1 2 0,3 0-4 0,-4 0 3 0,-1 1-1 15,3 2 1-15,-6-1 3 0,0-1 1 0,-2 2 2 16,1 2-3-16,-3-1 1 0,-3 0 3 16,-1 1-1-16,-2 4 1 0,-4-2 3 0,-3-1-3 15,-3 3 0-15,-1-2-1 0,0-1 5 0,0 0-3 0,-4 2 3 16,3-3-10-16,1-4-13 0,5-3-15 0,-1 2-28 15,2-4-22-15,1 2-32 0,4-2-34 0,6-1-38 16,-12-1-159-16,12 1-376 0,-9-6 167 0</inkml:trace>
  <inkml:trace contextRef="#ctx0" brushRef="#br0" timeOffset="54733.61">12529 6915 83 0,'0'0'167'15,"9"0"-22"-15,-9 0-6 0,8 3-12 0,-8-3-6 0,10 6-3 16,-5-1-6-16,1 0-12 0,0 0-6 0,4 1-8 16,-3 0-4-16,4 2 6 0,0-2 0 0,2-1-4 15,-2 0 2-15,8-2-7 0,-2 0-6 0,-3-2-1 16,3-1 0-16,2-1-2 0,0-2-5 0,-2-2-3 16,-1 2 7-16,-3-3-2 0,1 2-4 0,-5-2 0 15,2-4 0-15,-1 1-1 0,0-1-5 0,-6 1 9 16,3-1 1-16,-3 0 1 0,0-1-7 0,-4-4-4 15,-1-2-13-15,-4 7-1 0,1-2-4 0,-3 3-6 16,-4-4-6-16,0 5-3 0,2 0-5 0,-6 0-6 16,1 2 0-16,1 4 2 0,-4-1-16 0,4 3-17 15,-5 3-27-15,-2 1-27 0,4 3-30 0,-2 1-43 16,2 1-41-16,8-1-42 0,-2 1-181 0,0 0-441 16,7 3 195-16</inkml:trace>
  <inkml:trace contextRef="#ctx0" brushRef="#br0" timeOffset="55263.56">13053 6811 174 0,'10'-1'219'0,"-10"1"-21"16,0 0-15-16,7-3-14 0,-7 3-12 0,0 0-13 16,0 0-14-16,0 0-12 0,0 0 0 0,12 7-9 15,-12-7-6-15,2 6-7 0,-2-6-13 0,2 7-8 16,-2-7-6-16,0 0-4 0,0 8-8 0,0-8-2 15,0 0-5-15,0 0 4 0,2 8 9 0,-2-8 13 16,0 0 11-16,0 0 23 0,0 0 5 0,5 3 6 16,-5-3-11-16,0 0-15 0,0 0-7 0,0 0-12 15,0 0-5-15,-11-24-8 0,9 17-8 0,-1-2-5 16,3-4-7-16,0 2-2 0,0-4-11 0,0-1 0 16,1 0-2-16,3 0-10 0,0 1-8 0,0 4-3 15,1 0-2-15,3 3-8 0,-2-1-1 0,2 5-4 16,3-1-4-16,-1 3 1 0,1 2 0 0,2 2 1 0,1 2-3 15,3 3 0-15,0 2 4 0,-4 0-1 16,5 5 0-16,-7-4 3 0,3 4 0 0,-3-2 2 16,-2 3 0-16,2-2-1 0,-6-5 0 0,-1 0 1 15,3 0-4-15,-3-3-2 0,-2-1 3 0,-2-4 4 16,8 8 2-16,-8-8 7 0,2 7-1 0,-2-7 1 0,0 0-1 16,0 0-1-16,0 0 2 0,0 0-3 15,0 0-2-15,0 0 1 0,-10-28 0 0,10 19-3 16,-2-2-3-16,2-1-3 0,2-4-6 0,3-1-7 15,0-8-1-15,1 9-1 0,1-1 3 0,3 3-1 0,-4 3 1 16,1 0 2-16,-1 1-5 0,3 4 1 0,-6 3 0 16,3 0 2-16,-6 3-1 0,16 0 5 0,-10 3-2 15,4 0 1-15,-1 4 2 0,-1 1 1 16,2 1-3-16,-4 1-10 0,3 4-10 0,-7-1-23 0,3 3-30 16,2-1-25-16,-5 1-24 0,1-1-34 0,1 1-30 15,-4-6-26-15,0 3-140 0,0-4-398 0,2 3 177 16</inkml:trace>
  <inkml:trace contextRef="#ctx0" brushRef="#br0" timeOffset="55664.55">13603 6720 36 0,'0'0'211'0,"0"0"-16"0,2-9-16 16,-2 9-22-16,0 0-20 0,0 0-17 15,0 0-12-15,0 0-5 0,0 0-5 0,0 0-4 0,13 16-7 16,-11-11-8-16,2 4-5 0,-3-3-6 0,1 1-7 15,3 0-3-15,-5-1-1 0,0-6-12 0,5 7-2 16,-5-2-3-16,0-5 2 0,4 6 5 0,-4-6 21 16,0 0 19-16,2 6 16 0,-2-6 25 0,0 0-7 15,0 0-5-15,0 0-7 0,0 0-16 16,0 0-8-16,0 0-3 0,0 0-3 0,-4-28-18 0,2 19-10 16,-1-3 0-16,3-1-6 0,3-5-7 0,-3 0 0 15,4-1-7-15,2-6-8 0,3 0-2 0,-4 1-2 16,4 7-6-16,-2-1-1 0,1 1-2 0,2 1-2 15,-3 5-1-15,-1 1-6 0,1 3 0 0,0 0-6 16,0 3 4-16,-1 4-5 0,-6 0 1 0,21 3-1 16,-13 5-3-16,3-1 0 0,3 3 2 0,-1 4 0 15,-4-1-1-15,3 3 1 0,-1-3 8 0,-1 2-5 16,-4-1-1-16,3 3 5 0,-3-2-1 0,0-3-2 16,0 1 0-16,-2-2 1 0,1 2 0 0,1-1 6 15,-1-2-18-15,-1 1-25 0,-2 0-33 0,3-1-33 16,-3-3-39-16,-1 1-44 0,1-1-34 0,0 0-37 15,-2-7-160-15,-2 12-454 0,2-12 202 0</inkml:trace>
  <inkml:trace contextRef="#ctx0" brushRef="#br0" timeOffset="55822.67">13726 6718 151 0,'0'0'176'0,"0"0"-16"0,0 0-17 0,0 0-17 15,0 0-16-15,0 0-7 0,0 0 1 0,0 0-12 16,0 0-29-16,22-7-30 0,-3 4-42 0,3-1-49 16,10-1-57-16,-1-5-66 0,3 2-194 0,1 1 86 15</inkml:trace>
  <inkml:trace contextRef="#ctx0" brushRef="#br0" timeOffset="56077.57">14492 6555 25 0,'0'0'276'15,"0"0"-11"-15,0 0-9 0,-23-7-14 0,23 7-17 16,0 0-16-16,0 0-24 0,0 0-19 0,0 0-15 16,0 0-17-16,0 0-16 0,0 0-11 0,0 0-8 15,0 0-11-15,23-10-7 0,-7 7-8 0,5-1-8 16,8-3-4-16,0 1-7 0,2-2-6 0,2 0 1 15,-1 1-9-15,-3 0-8 0,-1 1-12 0,-9 3-32 16,1-1-26-16,-2 0-40 0,-6 1-39 0,-1-1-38 16,2 0-34-16,-4 1-43 0,-4 0-143 0,-1 0-406 15,-4 3 180-15</inkml:trace>
  <inkml:trace contextRef="#ctx0" brushRef="#br0" timeOffset="56275.07">14625 6329 194 0,'0'0'236'0,"-9"-4"-8"16,9 4-8-16,0 0-22 0,-7-4-19 0,7 4-18 16,0 0-20-16,0 0-16 0,0 0-10 0,-5 14-4 15,5-4-4-15,2 2-6 0,-1 6-14 0,1 0-5 16,1 2-5-16,3 5-8 0,1-2-5 0,-3-3-4 16,1-1-2-16,1 4-12 0,-1-3-2 0,0 0-4 15,-1-1-23-15,1 1-39 0,-2-3-46 0,-1 1-46 16,1 1-59-16,-3 1-225 0,-5-3-430 0,1 1 191 0</inkml:trace>
  <inkml:trace contextRef="#ctx0" brushRef="#br0" timeOffset="56483.52">14560 6931 75 0,'0'0'291'0,"-7"3"-11"16,7-3-10-16,0 0-12 0,0 0-25 15,0 0-21-15,0 0-26 0,0 0-15 0,0 0-24 16,0 0-11-16,0 0-13 0,24-3-11 0,-10 3-11 16,4-9-13-16,9 5-25 0,1-8-29 0,2 2-35 15,-3 2-42-15,2-2-47 0,0-1-42 0,1 1-41 16,-5 3-29-16,4-3 4 0,1 1-126 0,-7 0-350 16,7-3 154-16</inkml:trace>
  <inkml:trace contextRef="#ctx0" brushRef="#br0" timeOffset="56830.08">15344 6375 199 0,'-4'-5'273'0,"3"-2"-8"0,1 7-12 0,-5-10-18 16,5 10-22-16,-3-8-22 0,3 8-23 0,0 0-20 15,0 0-13-15,0 0-17 0,0 0-9 0,0 0-14 16,0 0-10-16,-3 21-7 0,3-21-5 0,3 18-11 15,0-7-6-15,1-4 0 0,1 5-4 0,1-2-11 0,3 1 3 16,1 3-10-16,-2-6 1 0,6 5-6 0,-5-4 0 16,3 2-5-16,-1-2 0 0,3 2-5 0,0 0 0 15,-2-1-3-15,-3-1-1 0,1-1-4 16,0 1-2-16,-2-2 2 0,1-1-1 0,-4 3 0 16,0-5 0-16,-1 2-2 0,0 0-3 0,0-1 6 0,-2 0 1 15,-2-5-2-15,3 10 1 0,-3-10 3 0,-5 10 3 16,-2-1-1-16,3-5-1 0,-6 4 1 15,-1-2 0-15,-5 1-6 0,4-3 7 0,-3-2-11 16,-1 2-17-16,-1-3-32 0,-2-1-35 0,2 0-38 0,2 0-56 16,-1-5-49-16,-1 0-54 0,-1-1-146 0,4-5-455 15,0 2 202-15</inkml:trace>
  <inkml:trace contextRef="#ctx0" brushRef="#br0" timeOffset="57269.68">15335 6322 95 0,'16'-8'159'0,"4"0"-13"0,0 2-6 0,7-5-8 16,-1 6-8-16,3-1-15 0,3 1-9 15,-2 1-7-15,0 0-7 0,-1-2-12 0,-1 2-4 16,-5 3-15-16,-4 0-2 0,0-1-7 0,0 1-11 0,-2 1-14 16,2 3-3-16,-8-3-8 0,1 0-3 0,-3 2-3 15,-3 0 4-15,1 0-4 0,-7-2-4 0,8 2 7 16,-8-2-7-16,8 4 1 0,-8-4 12 0,4 5 7 15,-4-5-2-15,1 11 5 0,1-6 13 0,-4 5-1 16,2-10 0-16,-2 18 4 0,2-7 16 0,-3 5 2 16,2-6-6-16,0 2-3 0,-2-1 8 0,3 2 3 15,-1-1-8-15,1-2 0 0,1-1-3 0,0 2-2 16,3-2 5-16,-1-1 3 0,2 0 2 0,1-1 2 16,3 0 0-16,3-4-1 0,0 1 3 0,5-3-1 15,3-1-4-15,0-2 0 0,-2-1-6 0,1-1-4 16,-3-3 1-16,5 1-1 0,-3-1 2 0,0 1-3 15,-6-1-2-15,0-3 10 0,-3 2 5 0,-1-2 0 16,-2 1-4-16,-1-3-7 0,-4 1-1 0,2 0-7 16,-5-2-4-16,0-2 14 0,-4 0-8 0,-2 0-14 15,-2 2-10-15,-3 2-3 0,1-1-4 0,0 2-7 16,-5 2-19-16,0 4-8 0,-2 0-10 0,0 3-16 16,2 2-17-16,-2 2-20 0,3 1-33 15,3 1-38-15,1 0-31 0,5 2-34 0,-2-1-42 0,2 3-153 16,4-2-453-16,1-3 201 0</inkml:trace>
  <inkml:trace contextRef="#ctx0" brushRef="#br0" timeOffset="57520.06">16394 6149 180 0,'5'-9'263'0,"0"4"15"15,-4-1-7-15,3 1-9 0,-4 5-22 0,4-6-24 16,-4 6-26-16,0 0-18 0,0 0-17 0,0 0-18 15,0 0-15-15,6 17-8 0,-5-5-9 0,-3 7 0 16,0-2-17-16,1 10-3 0,-4-1-1 0,1 1-3 16,-5-1-5-16,3 3 5 0,-2-4-14 0,-1 0-7 15,-1 2 1-15,1-4-5 0,3-4-6 0,-1-2 5 16,0 2-18-16,-2-3-2 0,5-1-3 0,-3-1-1 16,4-1-24-16,-4-3-27 0,5 1-43 0,-3 0-44 15,-1-1-52-15,1-2-67 0,0 0-67 0,-6-2-195 16,2 1-529-16,-3-4 233 0</inkml:trace>
  <inkml:trace contextRef="#ctx0" brushRef="#br0" timeOffset="57688.62">16126 6263 172 0,'-2'-9'263'0,"2"9"-26"0,-3-7-25 16,3 7-27-16,0 0-21 0,0 0-15 0,0 0-17 15,0 0-15-15,0 0-24 0,0 0-45 0,0 0-52 16,27 18-61-16,-12-7-56 0,0-1-143 0,1 0-286 16,3 0 127-16</inkml:trace>
  <inkml:trace contextRef="#ctx0" brushRef="#br0" timeOffset="57849.44">16593 6464 238 0,'6'4'296'0,"-1"-2"-8"0,1 1-2 16,-6-3 8-16,8 5 13 0,-8-5 2 0,5 1-5 15,-5-1-10-15,0 0-19 0,7 3-27 0,-7-3-28 16,0 0-19-16,0 0-21 0,0 0-15 0,0 0-28 16,0 0-34-16,0 0-48 0,6 4-55 0,-6-4-79 15,0 0-53-15,0 0-60 0,0 0-85 0,0 0-310 16,0 0-636-16,-19 11 282 0</inkml:trace>
  <inkml:trace contextRef="#ctx0" brushRef="#br0" timeOffset="83484.27">10214 8338 51 0,'0'0'108'0,"0"0"-3"16,0 0-10-16,0 0-23 0,0 0 9 0,0 0-8 15,0 0-6-15,27-7 1 0,-11 4-5 0,3 0-8 16,0 0-7-16,0 3 1 0,3-5-2 0,-3 4-11 0,0-2-12 16,-1 1-15-16,0 1-26 0,0-2-11 0,-6 2-15 15,-1 1-9-15,-1-2-8 0,-2 2-9 16,0-1-2-16,-8 1 3 0,12 0-40 0,-12 0-116 16,7-3 52-16</inkml:trace>
  <inkml:trace contextRef="#ctx0" brushRef="#br0" timeOffset="83811.64">10496 8300 335 0,'0'0'-20'0,"0"0"11"15,0 0 15-15,0 0 17 0,-16-14 10 0,10 12 10 16,6 2 10-16,-10-3 6 0,10 3 2 0,-12-4 11 15,12 4-4-15,-7-2 0 0,7 2-13 16,0 0-7-16,-9-1-10 0,9 1 0 0,0 0-10 16,-6 9 6-16,5-2-3 0,0 4 0 0,1 1-3 0,0 4 0 15,-4 4-3-15,7 5-5 0,-3 2 3 0,1 1-4 16,-2 0 1-16,1-2 4 0,2 1-7 0,-2-4 1 16,0 2 3-16,0-5-10 0,0-2 0 15,1 0 1-15,-1 0 6 0,2-1 1 0,-2-1-11 0,0 1 4 16,0-2-2-16,-2 2 6 0,1-7-9 0,0 2 1 15,0-1-11-15,-3 0-9 0,0-1-4 0,-1-1-3 16,0 0-8-16,-2 0-3 0,1-3 0 16,-3 2-5-16,0-4 5 0,1 1 8 0,-3-1-3 0,5-1 12 15,-5 1 4-15,5-2-3 0,-2 0 2 0,8-2 12 16,-10 4 1-16,10-4 1 0,-9 4 2 0,9-4 9 16,0 0-6-16,-9 1 5 0,9-1 2 0,0 0-8 15,0 0-3-15,0 0 4 0,0 0-1 0,0 0-5 16,0 0 2-16,0 0 7 0,0 0-7 0,36-7 5 15,-18 1-5-15,1 1-5 0,10-4-14 0,1 0-24 16,0-4-24-16,2 4-38 0,-1-1-84 0,-2 0-199 16,1 0 88-16</inkml:trace>
  <inkml:trace contextRef="#ctx0" brushRef="#br0" timeOffset="84103.37">10699 8654 22 0,'5'-3'153'16,"-5"3"-16"-16,13-4-6 0,-7 2-1 0,1 0-24 16,-7 2-8-16,14 0-5 0,-14 0-10 0,13 6-4 15,-7-3-9-15,1 0-9 0,-1 2-1 0,1 3-11 0,-3 3 2 16,-3 0-5-16,-1 4-8 0,2 2 6 16,-6 0-2-16,-1 1-4 0,-2-1-1 0,0 2 4 15,-7 3 2-15,1 0-3 0,1-5 3 0,3-3-13 0,0 2 0 16,2-1-4-16,-1-5-3 0,3 1-2 0,2-2-2 15,1 3-4-15,-1-3-3 0,3 2 1 16,3-5-12-16,-1 1-15 0,5 1-1 0,4-2-19 16,0-4-25-16,5 1-10 0,12-3 2 0,2 0 2 0,3-3-11 15,5-4-11-15,-2-1-20 0,-1 0-8 0,-1-1 1 16,-1-3-71-16,-2 2-198 0,-3-1 88 16</inkml:trace>
  <inkml:trace contextRef="#ctx0" brushRef="#br0" timeOffset="84616.09">11136 8885 491 0,'13'-11'-30'0,"-4"4"7"0,0-5 17 0,-3 3 4 16,-2-2 2-16,0 0 23 0,-3 1 16 0,-1-1 13 0,-3 3 15 15,3 8 7-15,-5-16 10 0,3 11 14 0,-1-1 6 16,0 1 0-16,3 5-10 0,-7-8-8 0,7 8-14 16,-4-5-3-16,4 5-10 0,0 0-10 15,0 0 1-15,0 0-10 0,0 0 1 0,-11 13 0 0,9-5-3 16,-2 0-5-16,3 3 4 0,-1 2-6 0,-2-3-2 16,3 2-5-16,-1 0 2 0,1-2-5 0,-1-2-1 15,0 0-1-15,1 0-4 0,1-8 6 16,-3 11-2-16,2-6 5 0,1-5 9 0,-2 7 18 0,2-7 14 15,0 0 12-15,-2 9 13 0,2-9 8 0,0 0 1 16,0 0-9-16,0 0-9 0,0 0-9 0,0 0-6 16,0 0-8-16,-11-14-5 0,7 6-7 0,1-4-6 15,1 1-1-15,3 0-7 0,0-5-5 0,2 0-7 16,2 2-8-16,-1 3-1 0,2 0-6 0,-1 3 1 16,3 0-1-16,-3 2-5 0,4 1-1 0,-2 4-3 15,3-1 1-15,2 3 1 0,0 1-3 0,-2 3 4 16,2 1-2-16,-1-1-2 0,1 4-2 0,-3 1 2 15,-1-2 1-15,-2 2 1 0,3 0-4 0,-3 0 3 16,-2 0 0-16,0-2 4 0,0-2-2 0,-2 0-2 16,1 0 4-16,-1 0-3 0,-2-6 0 0,2 7 2 15,-2-7 0-15,0 0 13 0,5 7-11 0,-5-7 4 0,0 0-4 16,0 0-4-16,0 0-8 0,0 0-3 16,7-18-3-16,-3 9 5 0,0-3-4 0,2-2-3 15,3-2-5-15,-1-3-5 0,4 4 2 0,0 0 5 16,0 1 0-16,-2 0 1 0,4 2-6 0,-4 5 8 15,-1 0 1-15,3 3-2 0,-2 2 0 0,-1 2 5 16,3 2 2-16,-2 0-5 0,-1 4 2 0,1 0 3 16,-3 4-1-16,1 0 5 0,2 3-4 0,-5 2-5 15,1-1-8-15,-3 1-17 0,1 1-16 0,-1 1-30 16,-3-5-24-16,3 0-24 0,-1 0-27 0,-1-2-26 16,2 0-122-16,-3-1-336 0,1-2 150 0</inkml:trace>
  <inkml:trace contextRef="#ctx0" brushRef="#br0" timeOffset="84791.04">11637 8760 206 0,'0'0'212'0,"3"-9"-10"0,-3 9-20 0,1-8-22 16,-1 8-14-16,0 0-18 0,0 0-14 0,0 0-9 16,0 0-12-16,0 0-11 0,11 15-6 0,-5-5-8 0,-3 3-4 15,-2-3-5-15,3 6-14 0,-2-1-17 0,1 2-29 16,0-1-19-16,-4 2-29 0,3-1-43 15,-2-1-43-15,0 0-145 0,-4 1-301 0,2-7 134 16</inkml:trace>
  <inkml:trace contextRef="#ctx0" brushRef="#br0" timeOffset="85175.89">11853 8835 84 0,'2'-10'208'0,"0"0"-13"0,0-5-11 16,3 3 1-16,2-5-17 0,2 0-10 0,-2 2-13 15,3 0-11-15,3 0-16 0,2 3-8 0,-1 2-16 16,-2 5-8-16,0 1-11 0,2 1-8 0,-1 2-6 16,1 1-9-16,-1 4-4 0,1-1-5 0,-3 3-6 15,-1 4 0-15,0-2-4 0,1 2-3 0,-3 4-4 16,0-4-3-16,-3 2-20 0,-1 4-28 0,0-5-36 15,0 4-25-15,-1-1-33 0,-1-3-46 0,-2 0-160 16,2-1-352-16,0-3 156 0</inkml:trace>
  <inkml:trace contextRef="#ctx0" brushRef="#br0" timeOffset="85349.99">12484 8547 100 0,'7'-5'176'0,"-7"5"-14"0,0 0-18 0,5-6-14 16,-5 6-26-16,10-1-25 0,-10 1-35 0,0 0-30 15,0 0-33-15,23 7-30 0,-20-1-19 0,3 1-69 16,-6 3-147-16,2-1 66 0</inkml:trace>
  <inkml:trace contextRef="#ctx0" brushRef="#br0" timeOffset="85479.7">12502 8706 137 0,'0'0'131'0,"-2"7"8"0,2-7-9 0,0 0 2 16,0 0-7-16,0 0-3 0,0 0-14 0,6 9-5 16,-6-9-10-16,14-1-6 0,-2-3-15 0,8 0-24 0,8-5-31 15,5-2-38-15,15-8-23 0,2 3-32 16,1-3-33-16,1 0-90 0,0-1-217 0,2-1 96 16</inkml:trace>
  <inkml:trace contextRef="#ctx0" brushRef="#br0" timeOffset="85694.05">13308 8152 69 0,'-2'-11'226'0,"2"1"5"0,0 10-6 15,-2-13 2-15,2 13-15 0,-2-9-9 0,2 9-28 0,0 0-16 16,0-9-22-16,0 9-14 0,0 0-17 0,0 0-8 16,0 0-9-16,6 23-7 0,-2-8-6 15,-1 8-7-15,-1 3-4 0,0-1-10 0,-2 1-7 16,3 1 2-16,-1 0-2 0,-2 3-8 0,0-3-4 0,3 4-4 15,-1-2-4-15,-2 0-25 0,0-3-39 0,0 0-34 16,0-1-49-16,2-5-53 0,-2 3-45 0,-2-2-166 16,2-1-416-16,-2-9 185 0</inkml:trace>
  <inkml:trace contextRef="#ctx0" brushRef="#br0" timeOffset="86234.05">13639 8393 61 0,'2'-6'277'16,"-2"6"-16"-16,0-10-17 0,0 10-23 0,2-8-21 16,-2 8-23-16,0 0-18 0,2-8-18 0,-2 8-13 15,0 0-13-15,0 0-10 0,0 0-10 0,0 27-8 16,0-18-10-16,2 3-7 0,-2-3-9 16,0 1-1-16,3 2-10 0,-6-6-4 0,3 5-4 0,0-4-2 15,0-7-6-15,0 10-1 0,0-10-1 0,0 9 4 16,0-9 17-16,0 0 11 0,-4 9 10 0,4-9 3 15,0 0-4-15,0 0-14 0,0 0-9 0,0 0 5 16,-16-18-7-16,12 8-6 0,-1 0-1 0,1-3-10 16,4-3-4-16,0-2-4 0,0 1-5 0,2-2-7 15,2-7 0-15,1 8-2 0,4 1 0 0,0 2 0 16,4-2-8-16,-1 6 2 0,-1 1-6 0,1 3 2 16,-1 1-4-16,-1 3 2 0,4 1-2 0,0 4-1 15,0 3-4-15,-1 0 1 0,0 1 3 0,3 4 3 16,-3 0-2-16,-1 1-1 0,-1 2 2 0,1-1-3 15,-8-2 0-15,2 2 3 0,-1-3 0 0,-3 0 8 16,0-2-5-16,-2 0 1 0,2 0-1 0,-2-7-3 16,2 8 6-16,-2-8 2 0,2 6 4 0,-2-6 0 15,0 0-2-15,0 0 2 0,0 0 4 0,0 0-7 16,0 0-3-16,0 0 2 0,0 0-5 0,-11-24-6 16,11 13-7-16,1 0 2 0,3-6-5 0,4 1-5 15,0-1-3-15,3-1 1 0,-2 2 0 0,5 0 1 16,-1 3 4-16,-2 6-1 0,-2-3 7 0,-2 4-4 15,2 1-1-15,0 0-2 0,-2 5-2 0,-7 0 6 16,15 3-2-16,-7 1 1 0,-4 0 2 0,5 3 2 0,-5 1 3 16,2 2 0-16,0 0 5 0,0 5-7 15,-1-4-14-15,-1 2-31 0,2 1-33 0,-5 1-34 0,3 0-46 16,1-2-46-16,-5-2-203 0,5 0-454 16,-1 0 202-16</inkml:trace>
  <inkml:trace contextRef="#ctx0" brushRef="#br0" timeOffset="86644.18">14254 8292 61 0,'0'0'262'0,"0"-6"-19"15,0 6-11-15,0 0-14 0,0 0-13 0,0 0-22 16,0 0-18-16,0 0-14 0,0 0-10 0,0 0-13 16,0 0-11-16,0 0-10 0,0 0-6 15,-8 27-10-15,7-21-8 0,-4 0-10 0,3 0-6 0,0 1-4 16,2-7-9-16,-2 11-3 0,2-11-5 0,-3 6-1 15,3-6-3-15,0 0-3 0,-2 5 8 16,2-5 2-16,0 0 4 0,0 0-2 0,0 0-1 0,0 0-7 16,0 0-3-16,0 0-2 0,-11-24-7 0,11 15 3 15,0-3-12-15,1-4-2 0,2-1-3 0,0-9 0 16,7 1-3-16,-3-3-6 0,5 1 0 0,-1 2-1 16,5-2 9-16,-3 2-14 0,1 3 4 0,-3 6-4 15,-4 1 2-15,5 2-8 0,-6 3 0 0,1 5 0 16,-3-2-3-16,3 5 6 0,-7 2-9 0,12 0 1 15,-12 0-2-15,16 11-1 0,-5-2 8 0,-5 1-2 16,5 5 4-16,-5-2 0 0,2 5 4 0,-1-2 2 16,-1 1 2-16,0 0 2 0,-1 0-4 0,2-1 8 15,0-1-7-15,-3 2 0 0,1-5-2 0,-1-2-1 16,0 3 6-16,2-2-6 0,-2-2-13 0,0 3-27 16,0-4-31-16,-2 3-34 0,1-5-31 0,1 2-39 15,-2-2-28-15,1-1-26 0,-3-5-15 0,1 11-147 16,-1-11-422-16,0 0 186 0</inkml:trace>
  <inkml:trace contextRef="#ctx0" brushRef="#br0" timeOffset="86796.32">14235 8270 74 0,'0'0'183'0,"0"0"-11"15,0 0-17-15,0 0-5 0,0 0-10 0,0 0-11 16,0 0-13-16,46-12-6 0,-10 8-31 0,0-3-27 15,16-5-56-15,-1 1-56 0,0-3-156 0,-15 5-234 16,12-4 103-16</inkml:trace>
  <inkml:trace contextRef="#ctx0" brushRef="#br0" timeOffset="97178.06">20693 3944 67 0,'0'0'112'0,"0"0"-12"0,-8 2-4 0,8-2-3 16,0 0-7-16,0 0-11 0,0 0-6 0,-11 3-10 15,11-3-6-15,0 0-5 0,0 0-4 0,-7 1 0 16,7-1-5-16,0 0-2 0,0 0-11 0,-5 3 5 15,5-3-7-15,0 0 1 0,0 0 0 0,0 0 8 16,0 0-5-16,0 0-20 0,0 0 4 0,0 0 2 16,0 0-1-16,0 0 23 0,23 8 0 0,-9-8 7 15,6 2 0-15,9-6 0 0,4 0-4 0,4 0 8 16,1-3-3-16,16 0-6 0,2-3-3 0,-2 3-4 16,1-3 1-16,0 2-3 0,-2-2-5 0,-3 3-3 15,-12 4 2-15,14-5-5 0,0 4 3 0,-16 0-5 16,1 2-1-16,-1-3-4 0,-2-1 1 0,1 5-2 15,-2-3-3-15,-1 2 3 0,2-3-4 0,-3 0 3 16,0 3-5-16,-3-1 3 0,0-3-2 0,0 1 6 16,0-1-4-16,-8 1-5 0,0 1 3 0,-1-1-2 15,-6 1 0-15,7 1 0 0,-4 1 4 0,-2-2 0 16,-2 0-4-16,0 0 1 0,-2 3 0 0,0-1 1 16,-2 1 2-16,-8 1-4 0,11-5 2 15,-5 4-3-15,-6 1 0 0,9-3 0 0,-9 3 0 0,0 0-4 16,10-2 4-16,-10 2 4 0,0 0-4 0,0 0 1 15,0 0-5-15,0 0 2 0,6-2-1 0,-6 2 2 16,0 0-1-16,0 0 0 0,0 0 1 0,0 0-3 16,0 0-3-16,0 0 5 0,0 0 0 15,0 0 3-15,0 0-4 0,0 0 3 0,0 0 0 16,0 0-6-16,0 0 4 0,0 0-2 0,0 0 5 0,0 0 0 16,0 0-4-16,0 0 0 0,0 0 4 0,0 0-4 15,0 0 1-15,0 0-1 0,9 4 5 0,-9-4-6 16,0 0 4-16,0 0 0 0,0 0-2 0,0 0 1 15,0 0 1-15,0 0-2 0,0 0-2 16,0 0 2-16,0 0-2 0,0 0 5 0,0 0-1 0,0 0 0 16,0 0 1-16,0 0-3 0,0 0 12 0,0 0-6 15,0 0-1-15,0 0 7 0,0 0 5 0,0 0 10 16,0 0 2-16,0 0 7 0,0 0-1 16,1-10 4-16,-1 10-9 0,0 0-7 0,4-9 1 15,-4 9-5-15,3-8 1 0,1 3-5 0,-4 5-2 16,1-11 2-16,-1 11-4 0,5-10-1 0,0 4 0 0,-4 0-3 15,3 1 2-15,-4 5-4 0,5-8 0 0,-5 8-3 16,4-6-1-16,-4 6-1 0,4-5 4 0,0 1-10 16,-4 4 2-16,7-4-2 0,-7 4 6 0,10-1-8 15,-10 1 5-15,14 2-3 0,-7 2 3 16,3 0-2-16,1 0-1 0,1 3 2 0,-1 1 0 16,-2 0 2-16,3 3 1 0,0 1 1 0,2 1 0 0,-3 1 0 15,0-3-3-15,3 2 4 0,-5 0 0 0,0 0-1 16,-2-4-1-16,1 1 2 0,-2 0 1 15,1-1 3-15,0-2-5 0,0 0-2 0,-2 0 1 16,0-2 2-16,-1-2 0 0,-4-3-2 0,9 6 7 16,-7-2-3-16,-2-4 1 0,7 5-1 0,-7-5 6 15,0 0-1-15,0 0 5 0,0 0-5 0,15-9 1 0,-11 4 0 16,2-1-1-16,-2-2 3 0,3-1-1 16,-1-1-5-16,3-5 1 0,1 1-3 0,0-2 2 15,-1 0 5-15,3 0-7 0,-1 3 23 0,1 0 0 16,2 1-7-16,-3 1-1 0,1 3-3 0,-1 1-5 15,-2 1 1-15,4 0-3 0,-3 3-3 0,2 1-1 16,-2 0-2-16,0 4-2 0,-1 0 0 0,4 1-1 16,-5 2 0-16,4 0-1 0,-1 0 4 0,-2 3 0 15,2-2-3-15,-3 2 5 0,1 0-7 0,0 0 6 16,-2-2-2-16,1 1 0 0,-3-1-1 0,0 1 4 16,0-2-1-16,2-1-3 0,-2-1 2 0,-5-3 0 15,8 7-1-15,-6-3-1 0,-2-4 9 0,5 4-4 16,-5-4 4-16,0 0 1 0,5 3 10 0,-5-3 3 15,0 0-3-15,0 0 2 0,0 0-3 0,13-11-4 16,-9 5 5-16,0-2-5 0,0 0-3 0,2 0-2 16,0-2 1-16,2 0-1 0,1-4-3 0,2 2 1 15,-6 1-2-15,2 0-5 0,2-2 2 0,2 2-1 16,-2 3-3-16,-1-1-2 0,-4 4-2 0,1 0 1 16,1 1 2-16,-6 4-4 0,13-2 1 0,-3 2-3 15,2 2-1-15,-4 0 4 0,-2 3-4 0,2 0 3 16,3 4 6-16,-5-2-5 0,1-1-2 0,2 2 3 15,-3 0 1-15,-1 1 2 0,2-1 2 0,-1-1-1 16,-1 0 0-16,3 0-1 0,-2 0 1 0,-2-2 1 16,0-2-1-16,-4-3 3 0,9 5-3 0,-9-5 4 15,6 5 0-15,-6-5 2 0,4 4-3 0,-4-4 2 16,0 0 4-16,0 0-1 0,0 0-3 0,14-7 1 16,-14 7-4-16,10-7-1 0,-2 2 2 0,-2-2 0 15,4-1-1-15,0-1 1 0,-1 1-2 0,1-1-1 16,0 2 0-16,0-1-1 0,-1 3-3 0,3-1-1 15,-3 0 3-15,0 4-2 0,2-2 0 0,-1 2-4 16,-1 0 1-16,-9 2-2 0,14 2-2 0,-7-1 4 16,0 2 1-16,1 3 3 0,-2-2-4 0,1-1 3 15,-2 3-3-15,1 2 3 0,-2-3 4 0,1-2-3 16,3 2 1-16,-4-1 1 0,1 1-1 0,-1-1 1 16,1 0 1-16,0 0 3 0,1 0-3 0,-1 1 0 15,2-1 0-15,2-1 1 0,2 2 2 0,0 0 0 16,6-3-4-16,3-1 3 0,1 1 1 0,10-2-2 15,0 0 1-15,3-4-2 0,5 3 2 0,15-4-2 16,0 0 2-16,4-1 0 0,2-2-4 0,2-1 6 16,28-2-5-16,-24 3 5 0,27-3-1 0,-3 0-1 15,1 0-1-15,-29 3 0 0,30-5-2 0,-28 7 3 16,36-5 2-16,-7-1 4 0,-2-1-1 0,4 3 2 16,0-5 0-16,-4 3 0 0,0 0 0 0,-26 3 2 15,35-5 1-15,-39 4 1 0,35-5-3 0,-32 5-4 16,3 3 4-16,21-7 2 0,1 3-5 0,-31 0 2 15,3 4 0-15,0-1 1 0,-1-2-3 0,1-1 3 16,-7 2-3-16,-2 0 1 0,-12 6-3 0,-2-2 0 16,-2 0 3-16,5-1 2 0,-9 2 0 0,3 0-1 15,-5-2-2-15,-1 2-1 0,-9 2-1 0,0 0 0 16,-2 1 2-16,-3-1-3 0,-3 1 2 0,-7 0 2 16,3 0-1-16,-8 1 3 0,9-3 0 15,-9 3 2-15,10-1-3 0,-10 1-5 0,0 0 2 0,0 0-4 16,0 0-5-16,0 0-23 0,0 0-33 0,0 0-33 15,0 0-31-15,0 0-55 0,-52 4-37 16,25-1-219-16,-7 0-469 0,1 2 208 0</inkml:trace>
  <inkml:trace contextRef="#ctx0" brushRef="#br0" timeOffset="97912.08">20783 3950 61 0,'0'16'89'16,"0"-4"6"-16,2 6-11 0,0 10 17 0,1 5 1 16,-2 14-4-16,2 2-24 0,1 4 18 0,-1-2-7 15,5 2 5-15,-2 3-5 0,1-1-10 0,2-3-1 16,0 2 2-16,1-3-5 0,-2-1 1 15,2-1-4-15,-1-2-4 0,1-1-1 0,-4-10-3 0,2 11 3 16,-2-15-6-16,2 4-6 0,-3-4-1 0,-1-3-7 16,2-1-2-16,-2-2-4 0,0-2-4 0,-1-3 1 15,-1-3-5-15,-1-3-4 0,3 2-1 0,-4-3 0 16,0 0 1-16,-1-4-7 0,1 3 3 16,-3-4-3-16,3-9-2 0,0 14-4 0,0-14 2 15,-1 13-3-15,1-13-8 0,-1 13-20 0,1-13-19 0,-4 10-25 16,4-10-24-16,0 0-26 0,-6 11-42 0,6-11-159 15,-10 5-336-15,10-5 150 0</inkml:trace>
  <inkml:trace contextRef="#ctx0" brushRef="#br0" timeOffset="98475.16">20433 5381 26 0,'-13'0'124'0,"1"0"0"0,-6 0 1 0,5 1-9 15,-2-1-2-15,2 1-3 0,1-1 2 0,2-1-6 16,0 1-9-16,0 0-10 0,-1 0-4 0,11 0-6 15,-10 0-11-15,10 0-6 0,0 0-7 0,0 0-10 16,0 0 0-16,0 0 0 0,0 0 6 0,39 0 6 16,-5-4 3-16,24-4 5 0,7-7-3 0,36-3-2 15,-3-4-6-15,-2 2 1 0,1 2-4 0,-1-2-1 16,-3 1-5-16,-29 6 0 0,1-1-6 0,-1 4-19 16,-1-2-3-16,-3 3 3 0,-3 3-6 0,-4-2 1 15,-16 5-3-15,-3-3 0 0,0 2 2 0,-2 1-3 16,-4 0-5-16,-7 1 0 0,0 1 0 0,-2 0-2 15,-1 1 2-15,-8-1 3 0,0 1-5 0,-1 0-1 16,0 1-1-16,-9-1-4 0,12 0-11 0,-12 0-17 16,10 0-17-16,-10 0-6 0,6 2-23 0,-6-2-20 15,0 0-28-15,3 6-34 0,-3-6-24 0,0 0-97 16,-19 17-302-16,9-11 134 0</inkml:trace>
  <inkml:trace contextRef="#ctx0" brushRef="#br0" timeOffset="100351.77">21058 5166 30 0,'0'0'77'0,"-2"-6"-5"0,2 6-8 15,0 0 4-15,-3-10 1 0,3 10-2 0,0 0 1 16,-4-6-1-16,4 6-6 0,0 0 5 0,0 0-10 15,-5-6 1-15,5 6-14 0,0 0 3 0,0 0-6 16,0 0 0-16,0 0-6 0,-10 1-6 0,10-1-6 16,0 0 5-16,-8 8-12 0,8-8-8 0,-5 10-22 15,4-4-18-15,-2 1-26 0,1 1-26 0,2-8-71 16,0 15-168-16,-1-7 75 0</inkml:trace>
  <inkml:trace contextRef="#ctx0" brushRef="#br0" timeOffset="100936.39">20934 5673 76 0,'0'0'139'0,"0"0"-11"15,0 0-7-15,-9-4-11 0,9 4-10 0,-5-4-15 16,5 4 4-16,-8-2-11 0,8 2 6 0,0 0-8 16,-12-3-4-16,12 3-5 0,-12-1 0 0,12 1-5 15,-15 0 0-15,8 1-3 0,7-1-5 0,-17 1-1 16,6 1 0-16,0-1-4 0,2 2 1 0,0-1-5 16,0-1-3-16,1 1-3 0,8-2-5 0,-13 2-3 15,8 0-4-15,5-2 0 0,-11 1-10 0,11-1 0 16,-8 2 2-16,8-2-3 0,0 0-6 0,-6 4 1 15,6-4-4-15,0 0 3 0,0 0-3 0,0 0 5 16,0 0 0-16,30-1 2 0,-9 0 3 0,6-4 1 16,5-1 5-16,0-1-2 0,2-1-1 0,3 0 3 15,-2 1-1-15,-1-2-6 0,2-1 1 0,-1 3 3 16,-3 0-3-16,-3 2-3 0,-1 1-1 0,-9 1-10 16,-1-1 7-16,-4 2-2 0,-1 0 1 0,-2 1-2 15,-3 0 3-15,0 1-2 0,-8 0-6 0,13-3-13 16,-6 3-14-16,-7 0-23 0,0 0-14 0,12 1-19 15,-12-1-13-15,6 2-18 0,-6-2-32 0,4 6-21 16,-4-6-117-16,0 0-304 0,-6 14 134 0</inkml:trace>
  <inkml:trace contextRef="#ctx0" brushRef="#br0" timeOffset="101821.67">20971 5763 162 0,'-1'-7'187'0,"1"7"-10"0,0 0-14 16,-3-9-11-16,3 9-14 0,0 0-14 0,0 0-18 15,0 0-14-15,0 0-9 0,0 0-11 0,0 0-10 16,0 0-2-16,0 0-7 0,0 0-12 0,7 35 1 16,-5-16 3-16,0-1-5 0,2 6-9 0,-2 3 1 15,3 3-2-15,-4 1-4 0,3-1 1 0,0 2 3 16,0 2-4-16,-2-1 3 0,2 2-2 0,3 10-1 15,0-11-3-15,-2 1 4 0,2-1-1 0,1 0-2 16,-2 0 4-16,3 11-5 0,-4-10 1 0,0-3-5 16,0 2 1-16,0-1 0 0,2 2 2 0,-1 10 2 15,-2-12-1-15,1 3 4 0,-1-1-10 0,-1-1 2 16,0 2-1-16,2 8-2 0,-2-8 4 0,-1-3-6 16,1-1 0-16,-3 1 0 0,4-2 0 0,1-1-3 15,-1 0 2-15,1-2 0 0,0 2-5 0,1-2 3 16,0 0 1-16,1-4 3 0,0 2-2 0,-1-10-7 15,-1 1 6-15,2-2-2 0,-1 3-5 0,2-3 0 16,0 1-1-16,-4-3 2 0,-1-1-1 0,1-1-1 16,-2 1 0-16,1-1 0 0,-2 1-2 0,2-3 5 15,-1 4-4-15,1-4 2 0,-3 2-2 0,0-1 2 16,0 0-3-16,-3-2 0 0,3 0 3 0,-1 0-4 16,1-8 2-16,-2 15 0 0,0-7-3 0,1-1 2 15,1-7-3-15,-1 9 6 0,1-9 4 0,0 9-7 16,0-9-1-16,0 0-1 0,-2 9 0 0,2-9-1 15,0 0 1-15,0 8-2 0,0-8 4 0,0 0 1 16,0 0-3-16,0 0 1 0,0 0-2 0,0 0 9 16,-1 8-7-16,1-8 3 0,0 0-2 0,0 0-2 15,0 0 1-15,0 0 2 0,0 0-5 0,0 0 0 16,0 0 0-16,0 0 1 0,0 0-2 0,0 0 3 0,20-7-5 16,-20 7 1-16,17-4-1 0,-4 0-3 15,0 1 10-15,6-2-7 0,8-4 0 0,1 4 0 16,4-1 2-16,2 0-5 0,3 3 0 0,16-3 1 15,0-3 0-15,4 4-2 0,0 0-9 0,-1 0-5 16,6-2 0-16,34 3 3 0,-7-7 1 0,6 1 6 16,2 5 0-16,0-6 3 0,6 0-2 0,2-1 2 15,-1 0 0-15,4 0 0 0,-3 2 3 0,1-1 4 16,-2 1 3-16,0-3 1 0,-4 4-10 0,-5-1 7 16,2-2-2-16,-4 1 0 0,-1-1-3 0,-27 5 3 15,27-3-6-15,0-3-1 0,-29 4-7 0,29 1-10 0,-32 0-17 16,4-1-10-16,-1 0 1 0,-3 3-8 15,1 1 8-15,-5-2-7 0,4 1-3 0,-1-1-17 16,-1-1 0-16,-7 0-11 0,1 2-13 0,-16 2-9 16,0-5-23-16,-4 6-101 0,-5-1-256 0,-7-1 114 15</inkml:trace>
  <inkml:trace contextRef="#ctx0" brushRef="#br0" timeOffset="102415.29">19307 5117 123 0,'0'0'107'0,"0"0"-1"16,0 0-3-16,0 0-7 0,23-6-5 0,-12 4-10 16,0 1-1-16,7-1-8 0,-5-1-11 0,6 1-7 15,-6 1-5-15,6 0-20 0,-6 1-20 0,2-1-17 16,-2 1-26-16,1 0-17 0,-1 0-18 0,-1-2-14 15,0 4-53-15,-3 0-148 0,0-1 66 0</inkml:trace>
  <inkml:trace contextRef="#ctx0" brushRef="#br0" timeOffset="102618.86">19470 5041 75 0,'-6'-5'135'0,"6"5"-15"15,0 0-18-15,0 0-7 0,0 0-14 0,0 0-4 16,0 0-9-16,0 0-5 0,0 0-13 0,6 29 4 16,-1-13-10-16,1 3 12 0,0 5-20 0,1 2 0 15,-3 1-6-15,2 0-4 0,-1 2-28 0,2-1-20 16,-4 4-11-16,3 3-13 0,-6-2-29 0,1 14-87 16,-1-14-175-16,-7-1 77 0</inkml:trace>
  <inkml:trace contextRef="#ctx0" brushRef="#br0" timeOffset="102877.07">19379 6199 32 0,'-4'5'141'0,"4"-5"-19"0,0 0-9 0,0 0 2 15,7 9-12-15,5-7-3 0,0-2-8 0,9-1-9 16,11-1-9-16,-1 0 0 0,4-2-14 0,0 0-18 16,1-1-41-16,0 0-36 0,0 0-42 0,-4 1-97 15,-4 2-188-15,1-2 84 0</inkml:trace>
  <inkml:trace contextRef="#ctx0" brushRef="#br0" timeOffset="103357.3">18623 5840 108 0,'0'0'207'0,"-7"-6"-24"16,7 6-20-16,-4-5-21 0,4 5-14 15,0 0-12-15,0 0-17 0,0 0-9 0,0 0-10 16,0 0-8-16,0 0-4 0,13 18 0 0,-5-9-9 15,-1 1-4-15,6 3-3 0,0 3-6 0,-3-2 0 16,3 0-6-16,-2 0-4 0,2-3-2 0,-1 4-1 0,-3-6-5 16,2 0-2-16,-2-1-3 0,-1-1-3 0,2 0 1 15,-5-1-5-15,1 0-1 0,-1-1 3 16,1 0-2-16,-1-2-3 0,-5-3 0 0,10 6 6 16,-10-6 10-16,5 2 15 0,-5-2 17 0,0 0 15 0,0 0 13 15,0 0-10-15,0 0-7 0,13-11-8 16,-9 0-4-16,2-4-8 0,-2-2-6 0,2-10-25 15,-2 8 2-15,1-6-7 0,-1 1 2 0,0 6 1 16,-2 0-4-16,0 0-4 0,-1 3 0 0,-1-1-8 16,0 3-5-16,0 3-10 0,0 1-21 0,0 9-16 0,-1-13-35 15,1 13-32-15,1-10-45 0,-1 10-33 0,4-5-9 16,-4 5 9-16,9-1-125 0,-9 1-347 16,0 0 154-16</inkml:trace>
  <inkml:trace contextRef="#ctx0" brushRef="#br0" timeOffset="103682.51">19279 5827 109 0,'0'0'166'0,"0"0"-5"16,0 0-8-16,0 0-12 0,0 0-7 0,0 0-13 15,0 0-17-15,0 0-6 0,0 0-14 0,0 0-6 0,0 0 0 16,0 0-13-16,-11 20-11 0,9-13-2 0,2-7-9 15,-3 13-5-15,3-7 0 0,0-6 1 16,3 15-6-16,1-8-9 0,0 0 4 0,2 0-5 16,1-2-4-16,2 2-1 0,-2 0 0 0,5-1-5 15,-1 2 4-15,0-2-6 0,0 1 1 0,2-1-1 16,-4 0-4-16,0-1-1 0,1 1-1 0,-5-2-4 0,-1 0 6 16,0 1-3-16,0 1 2 0,-3 0-4 15,-1-6 6-15,0 12-2 0,0-12 3 0,-8 16 2 16,-1-9-8-16,-3 4 3 0,0-4-6 0,-3 5-1 15,-2-1-22-15,2-3-25 0,-1 0-24 0,4-3-38 0,-4 3-28 16,4-3-141-16,-1-3-302 0,1 1 134 0</inkml:trace>
  <inkml:trace contextRef="#ctx0" brushRef="#br0" timeOffset="103829.3">19519 5931 72 0,'8'-4'158'0,"-8"4"-30"0,7-2-43 0,-7 2-29 16,0 0-46-16,0 0-57 0,0 0-30 0,0 0-84 15,0 0 37-15</inkml:trace>
  <inkml:trace contextRef="#ctx0" brushRef="#br0" timeOffset="106205.09">22109 2895 165 0,'0'0'175'16,"0"0"-7"-16,0 0-6 0,0 0-8 0,0 0-12 0,0 0-13 15,0 0-23-15,0 0-7 0,-2 6-14 0,2-6-9 16,0 0-6-16,0 9-9 0,0 0-3 0,-1 1-8 16,1 7-4-16,0 2-7 0,-3 0 7 15,3 5-11-15,0 1-5 0,-1 1-8 0,1-3 4 16,3 2 1-16,-2-4-4 0,0-4-6 0,1 0 3 15,-1 2-1-15,2-2-1 0,-3-4 3 0,0 4-6 0,2 0-4 16,1-6-23-16,-1 3-21 0,0-3-15 16,-2 0-20-16,1 0-48 0,1-1-33 0,2-3-133 15,-4 0-305-15,0-7 136 0</inkml:trace>
  <inkml:trace contextRef="#ctx0" brushRef="#br0" timeOffset="106568.2">22150 2895 119 0,'0'0'136'16,"14"0"-21"-16,-14 0-6 0,10 3-10 0,-2 3-6 15,-2 1-7-15,0-1-5 0,-2 7-12 0,-3-4-2 16,1 2-8-16,-1-1-3 0,-1 3-11 0,-3-2-4 15,-1 1 4-15,1-2-6 0,-4 1-7 0,2-1-2 16,0 1-6-16,-1-2 5 0,-1 0-4 0,2-4-3 16,2 0 8-16,3-5-11 0,-8 6 3 0,8-6-5 15,-8 1 3-15,8-1-1 0,0 0-2 0,-8 1-6 16,8-1 6-16,0 0 5 0,0 0-3 0,0 0 1 16,0 0 0-16,0 0-6 0,0 0-5 0,0 0 0 15,0 0-1-15,0 0-2 0,0 0 1 0,21 8-1 16,-11-5 2-16,2 3 0 0,0-2 5 0,1 2-9 15,3-1-11-15,-4 0-13 0,4 0-18 0,1 0-30 16,1 1-25-16,0-3-14 0,-5 1-35 0,2-1-74 16,-3-3-233-16,2 0 104 0</inkml:trace>
  <inkml:trace contextRef="#ctx0" brushRef="#br0" timeOffset="106862.09">22555 2978 180 0,'0'0'195'0,"0"0"-10"0,0 0-12 0,0 0-14 0,0 0-7 16,0 0-14-16,0 0-11 0,0 0-15 0,-22 16-5 15,18-10-11-15,-2 0-7 0,3-1-14 16,-1 1-5-16,2 2-8 0,-1 0-5 0,1-2-7 0,2 4-3 16,1 0-7-16,2-3-6 0,0 2-2 0,3 0 1 15,2-1-3-15,1 1-4 0,4 0-2 0,0-2-1 16,1 1-5-16,-5-1 1 0,2 1-3 0,-3-1-2 15,2 2-4-15,0-3-1 0,-2 2-5 16,-3 0-3-16,-1-3 2 0,0 1 0 0,0 0-1 16,-2 1 1-16,-2-7-3 0,-1 12 0 0,-4-6-5 15,0 3-17-15,-3-2-16 0,-1 2-12 0,-1-2-33 0,-5 1-21 16,2-1-49-16,0-2-28 0,-5 1-116 0,3-2-322 16,0-2 142-16</inkml:trace>
  <inkml:trace contextRef="#ctx0" brushRef="#br0" timeOffset="107012.38">22649 3151 61 0,'8'-2'197'0,"-8"2"-16"16,0 0-40-16,6-4-41 0,-6 4-55 0,0 0-43 15,9-3-59-15,-9 3-55 0,0 0-121 0,0 0 54 16</inkml:trace>
  <inkml:trace contextRef="#ctx0" brushRef="#br0" timeOffset="110577.74">22230 4200 127 0,'-13'0'131'0,"13"0"-2"16,0 0-13-16,-10 0-17 0,10 0-2 0,0 0-10 15,0 0-10-15,-9 0-8 0,9 0-8 0,0 0-8 16,0 0-4-16,0 0-10 0,0 0 7 0,0 0-7 16,0 0 6-16,36-8-1 0,-5 3 6 0,2-4-8 15,22-2-5-15,1-4 1 0,3 0 2 0,3-3-4 16,-4 0 0-16,2 4-6 0,1-4-8 0,-4 5 10 16,-2-3-8-16,-4 3-2 0,-13 4-2 0,-2 0 3 15,1 1-7-15,-1-1-3 0,-4 2-2 0,1 2-1 16,-6 0-1-16,-6 2 1 0,1-1 2 0,-4 2-4 15,0-1 2-15,-5 1-3 0,-2 0 2 0,-3 0-1 16,0 1-4-16,-8 1 1 0,11-1 7 0,-11 1 0 16,0 0 5-16,10 0 9 0,-10 0 0 0,0 0-4 15,8-2 2-15,-8 2 0 0,0 0-3 0,0 0 0 16,0 0-1-16,0 0-11 0,0 0 7 0,0 0-8 16,0 0 0-16,0 0 2 0,0 0-6 0,-14 13 0 15,2-5 1-15,-2 3-3 0,-1 1 5 0,1 1-4 16,-6 5-2-16,4-4 1 0,-2 4 3 0,4-3-1 15,-6 5 1-15,7-6-5 0,-1-2-12 0,2 1-16 16,0-1-17-16,5-2-25 0,0 0-25 0,0-1-15 16,1 3-24-16,-1-4-25 0,4 0-101 0,-3-2-281 15,6-6 125-15</inkml:trace>
  <inkml:trace contextRef="#ctx0" brushRef="#br0" timeOffset="110783">23076 3946 170 0,'-15'-8'176'15,"2"2"-8"-15,-2-1-11 0,-2 1 0 0,4 2-17 16,-1 0-10-16,4 1-17 0,0 0-7 0,5 1-16 16,5 2-9-16,-12-3-26 0,12 3-38 0,0 0-34 15,0 0-29-15,-13-2-21 0,13 2-18 0,0 0-20 16,-1 10-102-16,1-10-224 0,0 0 99 0</inkml:trace>
  <inkml:trace contextRef="#ctx0" brushRef="#br0" timeOffset="111037.43">22530 4440 101 0,'-6'2'151'0,"6"-2"-19"0,-8 1-11 0,8-1-10 16,0 0-7-16,0 0-19 0,0 0 0 0,0 0-11 0,40-10-1 15,-13 1-8-15,4 2-10 0,-1-1-16 0,2 3-19 16,-2-3-50-16,-1 3-19 0,-1-1-29 15,-9 4-99-15,-7 1-191 0,-2-2 84 0</inkml:trace>
  <inkml:trace contextRef="#ctx0" brushRef="#br0" timeOffset="111409.72">22764 4398 86 0,'0'0'111'0,"0"13"16"15,0-13-13-15,3 17-11 0,0-7-1 0,-1 2 6 16,4 2-20-16,-3 1 1 0,-2 2-5 0,0 0-8 16,1 0-7-16,-1-1-4 0,-1 1-9 0,-1-6-4 15,2 6-8-15,0-6 6 0,-1 0-10 0,0-11-9 16,0 17 0-16,2-9-2 0,-2-8-1 0,-3 13-2 16,3-13 0-16,-3 12-3 0,3-12-2 0,-2 10-4 15,2-10-4-15,-10 6-10 0,5 0-4 0,5-6-2 16,-12 4-1-16,12-4 3 0,-15 3-4 0,15-3 6 15,-16 0 2-15,16 0-3 0,-14 0 1 0,14 0-3 16,-12-3 8-16,12 3-6 0,0 0-1 0,-16-2 0 16,16 2-1-16,0 0 2 0,0 0-3 0,0 0 0 15,0 0-3-15,-11 4-1 0,11-4 1 0,0 0 3 16,0 0 7-16,0 0-3 0,0 0-1 0,0 0 9 16,47 1-4-16,-33-4-18 0,4 2-14 0,-1-2-17 15,3 0-17-15,2 0-14 0,-2 0-11 0,1-2-13 16,-2 0-4-16,-1-1-1 0,0 1-4 0,1-1-55 15,-1-1-176-15,1 2 79 0</inkml:trace>
  <inkml:trace contextRef="#ctx0" brushRef="#br0" timeOffset="111669.77">22993 4618 566 0,'14'-10'-40'0,"3"-1"12"0,-8 2 13 0,4-1 7 16,-5 0 17-16,1 3 24 0,-1-1 11 0,-1 1 8 15,0-1 19-15,-7 8 16 0,8-8 17 0,-8 8 0 16,4-7 3-16,-3 3 0 0,-1 4 2 0,0 0-10 16,0 0-11-16,0 0-7 0,0 0-10 15,0 0-9-15,0 0-9 0,0 0-4 0,0 0-5 0,0 0-3 16,0 0-3-16,0 0-7 0,-20 23 0 15,20-23-5-15,-3 11-4 0,3-11-2 0,-1 13-5 0,1-13 5 16,1 16-3-16,-1-16-7 0,6 11 4 0,1-2 0 16,-2-2-3-16,0 0-1 0,1 1 1 0,-2-1-2 15,4-3-5-15,-5 1 4 0,4 2-2 16,-3-1-1-16,-2 0 0 0,1 1 2 0,0 0-4 0,-3-7 2 16,0 12-3-16,0-12 2 0,-6 15 1 0,3-6 1 15,-3 0-3-15,0 0-3 0,-3-2 3 0,0 0-10 16,-1 0-19-16,0-2-26 0,2 2-15 0,0-3-48 15,-1-1-33-15,9-3-159 0,-14 5-332 0,14-5 146 16</inkml:trace>
  <inkml:trace contextRef="#ctx0" brushRef="#br0" timeOffset="114067.22">25376 3449 66 0,'-2'-6'156'16,"2"6"-11"-16,0 0-6 0,-5-5-18 0,5 5-8 16,0 0-15-16,0 0-10 0,0 0-10 0,0 0-14 15,0 0-5-15,-2-10-4 0,2 10-13 0,0 0 1 16,0 0-4-16,0 0-14 0,13 25 6 0,-6-14-3 16,3 4-4-16,-4 4 4 0,6 2 1 0,2 3-13 15,-2 2 4-15,3-2 9 0,-3 6-11 0,-1-3 6 16,-1 2 11-16,-5 1-14 0,3 4 13 0,-2-1-2 15,4 11 5-15,-1-11-3 0,-5 1 5 0,0-2-8 16,1-1 3-16,0-1-9 0,2-3 8 0,-1 0-4 16,-1 1-6-16,1-3 2 0,-3-6-5 0,0-2-5 15,3 0 3-15,-2-1-1 0,-2 0-3 0,3-5 0 16,-1 2 1-16,0-3-6 0,-2 1 2 0,-1 0 5 16,1-2-11-16,-2-2 6 0,0 0-2 0,2 1-3 15,-2-8 4-15,5 10 1 0,-5-10-6 0,0 11 2 16,1-6 1-16,-1-5-2 0,0 8 0 15,0-8-11-15,1 8-9 0,-1-8-20 0,0 0-24 0,0 0-20 16,0 0-22-16,-4 12-25 0,4-12-25 0,0 0-131 16,0 0-302-16,-10 3 134 0</inkml:trace>
  <inkml:trace contextRef="#ctx0" brushRef="#br0" timeOffset="114957.49">24989 4260 71 0,'-4'-7'188'0,"4"7"-10"0,-2-7-13 16,2 7-13-16,0 0-17 0,-5-4-15 0,5 4-11 15,0 0-16-15,0 0-12 0,0 0-11 0,0 0-5 16,0 0-7-16,0 0-8 0,0 0-5 0,15 18-4 16,-9-10-1-16,-2 2-5 0,3-1-3 15,2 6-3-15,-2-3 4 0,-3 2-5 0,3-3-5 0,-2 5 2 16,1-2-6-16,-1-4 1 0,0 3 4 0,-1-3-10 15,0 0 0-15,1 1-2 0,-1 0 1 0,-1-2 2 16,-1-2-3-16,3 0-4 0,-1 0 1 0,-2-1-3 16,0-2 3-16,-2-4-1 0,4 10 4 0,-1-6-1 15,-3-4-3-15,6 7-1 0,-2-4-2 0,-4-3 1 16,7 5 1-16,-7-5 3 0,13 3 2 0,-1-3 0 16,0 1 2-16,1-3-2 0,3-2-1 0,4 1-2 15,-1-3 0-15,8-2 0 0,1-2 2 0,2 1-2 16,1-1 1-16,0 1-2 0,6 0-2 0,-1-1 2 15,1-2-1-15,13-3-2 0,-12 4-1 16,-2 1-2-16,14-6 4 0,-13 5 1 0,0 0-2 0,3 1 3 16,-4 0-4-16,-4 3 5 0,3-3-4 0,-6 2-2 15,1 0 2-15,-10 3-2 0,4-3 0 0,-3 4 2 16,-1-2-2-16,0 1 0 0,1 2 2 0,1-3-8 16,-7 2 4-16,4 0-1 0,-6 2 1 0,1-2 1 15,-3 1 2-15,0 3-5 0,0-2 1 16,-2 1 0-16,-2 0-2 0,0-1 2 0,-7 2-4 0,13 0 5 15,-13 0-6-15,9-1 8 0,-9 1-3 0,10-2 2 16,-10 2-3-16,0 0 2 0,11 2 0 0,-11-2-6 16,0 0 7-16,8 0-3 0,-8 0 1 0,0 0-1 15,5 4 1-15,-5-4 0 0,0 0-2 0,7 5 2 16,-7-5-4-16,0 0 1 0,5 5-1 0,-5-5 6 16,0 10-3-16,2-4 3 0,0 3 2 0,-2 4-4 15,2 3 3-15,-2 2 5 0,2 1-1 0,-4 0 2 16,-2 6-4-16,1 1 6 0,1-7-4 0,0 7 0 15,-3-7-2-15,1 7 6 0,3-8-11 0,-1 2 6 16,2-1-11-16,-2-2-24 0,4-1-29 0,0 0-31 16,-2-4-24-16,0 1-46 0,1 2-23 15,-2 2-115-15,2-6-322 0,-1-11 143 0</inkml:trace>
  <inkml:trace contextRef="#ctx0" brushRef="#br0" timeOffset="115385.62">25619 4446 138 0,'0'0'188'0,"0"0"-6"15,-4-9-8-15,4 9-17 0,0 0-15 0,0 0-16 0,0 0-14 16,0 0-15-16,0 0-11 0,0 0-6 15,0 0-9-15,0 0-9 0,-10 33 2 0,3-7-6 16,1 1-2-16,0 1-9 0,-1 4 2 16,-1-1-8-16,2 0-2 0,-1-1-4 0,-1-1-1 0,2-4-4 15,-2 1-3-15,3 0-4 0,1-8 4 0,-2 1-7 16,3-1 0-16,-2-3-9 0,0 0-24 0,1-2-16 16,4-1-13-16,-2-1-29 0,2 0-31 0,-2-4-33 0,2-7-31 15,-3 11-107-15,3-11-296 0,0 0 131 16</inkml:trace>
  <inkml:trace contextRef="#ctx0" brushRef="#br0" timeOffset="115641.07">25661 4506 126 0,'3'-5'172'0,"-3"5"-10"0,4-6-19 0,-4 6-13 15,0 0-14-15,7-6-7 0,-7 6-3 0,0 0-6 16,17 9-6-16,-5-2-6 0,0 3 5 0,4 2-7 16,-1 3-9-16,6 4-5 0,-2 2-6 0,-1-1-7 15,1-1-6-15,-6-5-2 0,5 7-6 0,-2-3-7 16,2 3 2-16,-5-5-5 0,-2 1-7 0,1-2-6 16,-2 2-22-16,-1 0-25 0,3-3-34 0,-4 1-27 15,-1-1-31-15,3 2-35 0,-6-5-127 0,-2 3-302 16,-2-5 134-16</inkml:trace>
  <inkml:trace contextRef="#ctx0" brushRef="#br0" timeOffset="115879.08">25489 5006 10 0,'-10'-1'170'0,"10"1"-19"0,0 0-16 0,0 0-6 16,0 0-10-16,0 0-4 0,25-10-10 0,-4 4-6 15,12 0-7-15,3-2-11 0,14-3-6 0,1-1-8 16,-1 1-13-16,1 2-7 0,-14 2-25 0,0 2-34 16,15-1-34-16,-22 0-39 0,1 3-40 0,-9 2-76 15,-4-2-217-15,0-1 96 0</inkml:trace>
  <inkml:trace contextRef="#ctx0" brushRef="#br0" timeOffset="116505.83">25581 5136 39 0,'0'0'130'0,"-5"-7"-17"0,5 7 4 15,0 0-20-15,0 0 2 0,0 0-10 0,0 0-10 16,-3-5-17-16,3 5-5 0,0 0-6 0,0 0-2 16,0 0-13-16,0 0 17 0,0 0-7 0,0 0 3 15,12 21-11-15,-8-11-2 0,1 4 7 0,1 4 8 16,4 6 4-16,-1 3 3 0,-1 1-3 16,1 2-2-16,1 5 5 0,-2-2-1 0,2 11-7 0,1 1-1 15,-4-9 3-15,6 7 5 0,-4-8-6 0,0 9 5 16,-2-12-13-16,0 1 2 0,0-2-6 0,1 3-2 15,-1-3 3-15,-1-1-2 0,-1-1-3 0,3-3-4 16,-2 2 2-16,0-2-3 0,-1 0-2 0,-3-6-4 16,0 5-3-16,3-5 2 0,0 3-1 0,-1 3-5 15,-2 1-5-15,-1-9 4 0,-1-1-2 0,1-1-11 16,-1 0-15-16,-1-1-21 0,2-2-26 0,1 1-13 16,-4 0-45-16,5-4-22 0,-3-3-43 15,2 3-139-15,-2-10-347 0,0 0 154 0</inkml:trace>
  <inkml:trace contextRef="#ctx0" brushRef="#br0" timeOffset="117631.13">24534 7134 30 0,'12'1'91'0,"6"-2"-1"16,1 1 1-16,1 0-14 0,8-2 1 0,3 1-4 15,5 1 3-15,-3-3-3 0,7 0 10 0,13-3-9 16,-14 1-10-16,14 0 0 0,-3-1-10 15,-11 2-6-15,-2 2-4 0,-2 1-8 0,-1-2 5 0,-2 2-4 16,-2-1-10-16,-9 2 4 0,2 0-1 0,-3 0-11 16,-6 0 0-16,-1 2-3 0,1-2-6 0,-4 0 6 15,1 0-5-15,1 0-6 0,-12 0-9 16,13 0-1-16,-9 0-15 0,-4 0 4 0,0 0-14 0,13 0-19 16,-13 0-7-16,0 0-18 0,10-2-22 0,-10 2-87 15,0 0-197-15,4-4 87 0</inkml:trace>
  <inkml:trace contextRef="#ctx0" brushRef="#br0" timeOffset="119903.63">25563 6063 8 0,'0'0'135'16,"-7"-2"4"-16,7 2-5 0,-12-1-7 0,12 1-9 15,0 0-6-15,-11-1-7 0,11 1 1 0,-10-2-2 16,10 2 1-16,0 0-3 0,-12 0 2 0,12 0-13 16,0 0 0-16,0 0-6 0,-9 0-10 0,9 0-3 15,0 0-8-15,0 0-7 0,0 0-4 0,0 0-5 16,0 0-4-16,0 0-5 0,-11 2-5 0,11-2-2 15,0 0-3-15,0 0-7 0,0 0 3 0,0 0-5 16,0 0-4-16,0 0-1 0,0 0-5 0,0 0 1 16,0 0-4-16,0 0-1 0,0 0-3 0,0 0 3 15,0 0-1-15,0 0-2 0,0 0 1 0,0 0 0 16,31-2-1-16,-17 1 3 0,8-1-1 0,6-2 1 16,3-2-4-16,-2-1 17 0,0 2-3 0,5-2-5 15,-3 0 4-15,3-1-5 0,-5 4 2 0,0-1-6 16,-1-1 4-16,-7 0-2 0,0 3-1 0,-1-1-3 15,2-2 3-15,-3 0 1 0,1 3-2 0,0-3-2 16,0 2-1-16,-1 1 0 0,-4 0 2 0,-4-1-2 16,3 2-1-16,-1-2-2 0,-1 1 3 0,-4 2-4 15,-1-2 1-15,1 3 2 0,-8 0-2 0,14-3 1 16,-14 3-1-16,7-3 3 0,-7 3 0 0,0 0 4 0,9 0-11 16,-9 0 3-16,0 0 1 0,0 0-3 15,9-3-1-15,-9 3 6 0,0 0-5 0,0 0 2 16,0 0 9-16,0 0-10 0,0 0-3 0,0 0 5 15,0 0-2-15,9 3 0 0,-9-3 3 0,0 0-3 16,0 0 0-16,0 0 0 0,0 0 0 0,5 3 6 0,-5-3-4 16,0 0-1-16,0 0 0 0,0 0-1 15,0 0 1-15,0 0 0 0,6 5 0 0,-6-5 0 16,0 0 2-16,0 0 0 0,0 0-2 0,0 0 3 16,0 0-4-16,0 0 2 0,0 0 3 0,0 0-2 0,-5 14 2 15,5-14 0-15,0 0-2 0,-4 13-1 0,4-9 3 16,-2 2-1-16,0 5 0 0,-3 1 9 15,1 3 4-15,-6 3-5 0,6 0 4 0,-7 8-1 16,3-3 1-16,-4 2-4 0,1-1-1 0,-3 1-2 0,5-2 1 16,-2 1-1-16,2-7-1 0,4 2 0 0,-4-2 1 15,5 2-1-15,-4-2-1 0,2 1 0 0,4-1 3 16,-4-2 0-16,1 1-4 0,1-1-4 16,0-3-10-16,3 1-11 0,-3-4-18 0,1 4-17 15,-1-3-19-15,3 0-28 0,-1-3-14 0,-2 5-16 0,2-6-30 16,0 2-17-16,2-8-126 0,-5 13-332 0,1-8 147 15</inkml:trace>
  <inkml:trace contextRef="#ctx0" brushRef="#br0" timeOffset="120323.99">25500 6170 166 0,'2'-10'178'0,"-2"10"-7"16,0 0-5-16,0 0-12 0,0 0-8 0,0-8-15 15,0 8-18-15,0 0-5 0,0 0-14 0,8-1-7 16,-8 1-7-16,0 0-9 0,0 0 5 0,17 6-9 16,-17-6-2-16,13 6 10 0,1 0-2 0,-3 0-7 15,5-2-7-15,-1 4-5 0,2-2-4 0,0 6 5 16,1-4-9-16,7 3 9 0,-6-3-3 0,0 3-4 16,6 0-5-16,-8-1-2 0,4-2-4 0,-4 2-4 15,2-1 0-15,-1 0-4 0,0 1-2 0,0-1-5 16,-1 0 0-16,1 1-1 0,1-3-3 0,-4 3-1 15,1-2-16-15,-3-1-16 0,1 1-21 0,-1-1-29 16,-2-1-22-16,1 2-31 0,-3-1-36 0,2 1-29 16,-2-1-25-16,-2 3-123 0,-1-3-358 0,-1 0 158 15</inkml:trace>
  <inkml:trace contextRef="#ctx0" brushRef="#br0" timeOffset="120912.57">25646 6600 107 0,'0'0'114'16,"0"0"-2"-16,0 0-15 0,-10-5-7 0,10 5-1 16,0 0 7-16,-6-3 0 0,6 3 7 0,0 0 0 15,0 0-8-15,-11-3-4 0,11 3-6 0,-9-2-1 16,9 2 1-16,-10 0-9 0,10 0 0 0,-8-1 0 16,8 1 1-16,0 0 7 0,-11-2-4 0,11 2-8 15,0 0-2-15,0 0-5 0,-10-1-9 0,10 1-4 16,0 0-3-16,0 0-5 0,0 0-5 0,-8-1-6 15,8 1-4-15,0 0-5 0,0 0-5 0,0 0-2 16,0 0-2-16,0 0 1 0,26-5-1 0,-5 1 2 16,10-5-1-16,19-5-1 0,2-1-4 0,4 1 3 15,2-2-1-15,-3 3 0 0,4-1-2 0,-2 0 0 16,1 1 5-16,0-3-5 0,-8 5-3 0,3-4 0 16,-1 6 0-16,-12 1-3 0,-2 0-8 0,-1 3-13 15,1-4-19-15,-4 6-25 0,-5-1-26 0,-2 1-32 16,-7-1-26-16,0 3-30 0,-6 0-24 0,-3 0-115 15,-4-1-338-15,-7 2 150 0</inkml:trace>
  <inkml:trace contextRef="#ctx0" brushRef="#br0" timeOffset="122560.13">26302 6450 61 0,'-3'-6'69'0,"3"6"3"0,-8-9 16 16,5 5 4-16,3 4-20 0,-11-10-3 0,4 7-2 15,3-1 5-15,4 4 10 0,-12-6 1 0,8 0-4 16,4 6-3-16,-7-6-20 0,7 6 6 0,-8-5-11 15,8 5-2-15,-5-4-5 0,5 4-8 0,-9-3-10 16,9 3-15-16,0 0-16 0,-9 0-1 0,9 0-14 16,-9 5 1-16,5-2-12 0,-4 2-6 0,1 3-3 15,1-1-9-15,-2 2 6 0,1 1-7 0,-3-1 4 16,-1 5-2-16,3-4 3 0,2 1 2 0,-3 0 5 16,5-2-2-16,-4 2 0 0,0-2-1 0,4 3 1 15,-3-1 5-15,3-3 2 0,-1 0 1 0,1 1 2 16,0-2 9-16,0-3 1 0,4-4-3 0,-6 10 6 15,4-7 4-15,2-3 3 0,-4 8 7 0,4-8 19 16,0 0 10-16,-3 7 2 0,3-7 5 0,0 0 19 16,0 0 8-16,0 0-4 0,0 0 4 0,0 0 5 15,-6 4-2-15,6-4-4 0,0 0 15 0,0 0 4 16,0 0 9-16,0 0-2 0,0 0-1 0,0 0-3 16,0 0-1-16,0 0-3 0,0 0 0 0,0 0-3 15,0 0-1-15,0 0 4 0,0 0-4 0,0 0-9 16,0 0-5-16,0 0-5 0,0 0-5 0,0 0-5 15,0 0-7-15,0 0-2 0,0 0-3 0,0 0-2 0,0 0-6 16,0 0-2-16,0 0-3 0,0 0-1 0,0 0-4 16,0 0-6-16,0 0-14 0,0 0-2 15,0 0-11-15,0 0-4 0,0 0-8 0,0 0-10 16,0 0 1-16,0 0-8 0,0 0 6 0,-10 0-1 0,10 0 9 16,0 0-3-16,0 0 9 0,0 0-1 0,-2 7 1 15,2-7 10-15,0 0 10 0,0 0 8 16,0 0 10-16,0 0-4 0,0 0 1 0,0 0 8 15,0 0-5-15,0 0 0 0,-7-13 18 0,7 13 6 16,-4-8 6-16,4 8 4 0,-4-6 2 0,4 6-1 16,-2-6-1-16,2 6 4 0,0 0-2 0,-3-10-4 15,3 10 3-15,0 0-2 0,-2-9 4 0,2 9-2 0,0 0 0 16,-2-7-3-16,2 7 1 0,0 0-4 16,0 0-5-16,0 0 0 0,0 0-9 0,-3-8-2 0,3 8 0 15,0 0-5-15,0 0-5 0,0 0 0 0,0 0-4 16,0 0-4-16,0 0-1 0,0 0-3 0,0 0 0 15,0 0-1-15,0 0-1 0,0 0 2 0,12 27-1 16,-10-17 1-16,0 6-2 0,2 2 4 0,-1 0-4 16,3 10 2-16,-2-2 2 0,2 5 2 0,-2-1-4 15,0 1 1-15,1 1-2 0,-3-2 3 0,2 3 1 16,-2 0-1-16,6 1 0 0,-4-4 1 0,3 15 1 16,-5-12 1-16,2 0-3 0,-1-2 2 0,4 0 0 15,-2 0-2-15,1-6-2 0,-1-2 5 0,1-2-14 16,-2-3-13-16,0-3-12 0,-2 1-18 0,2-5-25 15,0 2-27-15,-1-1-25 0,-1-2-25 0,0-1-25 16,0-4-22-16,0 7-151 0,-2-6-380 0,0-6 168 16</inkml:trace>
  <inkml:trace contextRef="#ctx0" brushRef="#br0" timeOffset="123347.35">24950 7289 31 0,'-7'-10'63'0,"5"5"-9"0,2 5-4 0,-5-9 4 0,5 9-8 16,-7-9-7-16,5 5 2 0,2 4-7 0,-4-10-2 16,4 10 0-16,-3-10-2 0,3 10-7 0,-6-7 0 15,6 7 1-15,-5-8-4 0,5 8-4 0,-2-7 7 16,2 7-7-16,0 0 0 0,-3-7-1 0,3 7 4 15,0 0 0-15,0 0 11 0,-5-7-6 0,5 7 2 16,0 0 0-16,0 0 7 0,0 0-8 0,0 0 0 16,-4-6 7-16,4 6 6 0,0 0-18 0,0 0 2 15,-8-4 4-15,8 4-6 0,0 0-3 0,0 0 5 16,0 0 0-16,0 0-2 0,0 0-1 0,0 0-10 16,0 0 1-16,0 0 1 0,0 0-4 0,0 0 4 15,0 0 1-15,0 0 16 0,24-3 6 0,-6 1 5 16,4-1-1-16,10-4 10 0,3 3 4 0,4-4 3 15,17-1 3-15,-2-1-4 0,1-2 2 0,5 1-3 16,-1 0 0-16,3-3 0 0,3 1 1 0,23-3-1 16,-25 0-5-16,31-6 1 0,-1 3-1 0,0-1-4 0,2-2 5 15,6-4-6-15,3 8-1 0,-1-10-4 16,5 6-5-16,1-4-1 0,-2 4-1 0,-2-3-6 16,-5 13-4-16,-1-6-2 0,-2 1 4 0,-5 2-3 15,-26 2-3-15,22-1-1 0,-29 5-5 0,5-1-3 0,-9 2-8 16,-3 1-9-16,-14 0-6 0,-2 1-6 15,-5 2-9-15,-2 1 1 0,-10 1 2 0,-6 0-1 0,-1-1 4 16,-1 1-3-16,1 0 4 0,-6 1-2 16,-6 1-5-16,9-3-5 0,-9 3-12 0,0 0-30 15,0 0-40-15,0 0-16 0,0 0-35 0,0 0-117 16,-27-2-308-16,14 3 136 0</inkml:trace>
  <inkml:trace contextRef="#ctx0" brushRef="#br0" timeOffset="123516.4">27524 6664 140 0,'0'0'243'0,"11"-12"-26"0,-11 12-20 16,0 0-20-16,0 0-14 0,0 0-17 0,0-9-28 16,0 9-31-16,0 0-48 0,0 0-58 0,0 0-61 0,2-7-48 15,-2 7-89-15,0 0-235 0,0 0 104 0</inkml:trace>
  <inkml:trace contextRef="#ctx0" brushRef="#br0" timeOffset="124903.64">26207 3366 32 0,'0'0'117'0,"-10"0"-10"0,10 0-12 16,0 0-9-16,0 0-13 0,0 0-7 0,0 0-9 15,0 0-4-15,0 0-9 0,0 0-2 0,0 0 0 16,0 0 2-16,0 0 8 0,24 6 6 0,-10-5 6 16,8-2-10-16,4-1 6 0,9 0-1 0,5-1 1 15,12-5-3-15,5 2-2 0,4-1-8 0,27-12 4 16,-27 11-6-16,3-2-2 0,1-2-5 0,26-1-4 16,-29 1 9-16,3 4-8 0,30-9-3 0,-6 3 1 15,-28 6-3-15,29-9-5 0,-27 6 1 0,36-5-4 16,-38 2-3-16,4 4-2 0,-2-5-1 0,27-4-4 15,-31 7 1-15,1-8 0 0,-7 6-2 0,3 2-3 16,-6 2 0-16,-14 3 3 0,-4-1-5 0,-11 3 0 16,-3 2-3-16,-1 0 0 0,-6 3 0 0,0 0-1 15,-4-3 1-15,-7 3 3 0,12-1-6 16,-12 1 0-16,8-3-3 0,-8 3-6 0,0 0 4 16,10-1-10-16,-10 1-2 0,0 0-19 0,0 0-4 0,0 0-20 15,0 0-7-15,10 2-18 0,-10-2-16 0,0 0-13 16,1 6-21-16,-1-6-91 0,0 0-244 0,0 0 107 15</inkml:trace>
  <inkml:trace contextRef="#ctx0" brushRef="#br0" timeOffset="127655.61">27685 3061 164 0,'0'0'168'0,"0"0"-11"15,0 0-12-15,-4-8-17 0,4 8-7 0,0 0-16 16,0 0-15-16,0 0-12 0,0 0-9 0,0 0-3 0,0 0-8 16,0 0-3-16,0 0-9 0,10 39-2 0,-7-25-9 15,3 4 1-15,-2 0-5 0,0 2-3 16,3 6 0-16,-3 0-8 0,0 1 4 0,1-2-8 16,-1 4 5-16,1-1-8 0,1 2 2 0,-3-1 4 15,3 2-3-15,-2-3-4 0,-1 0 3 0,4 1 0 16,-4-3 2-16,3 2-1 0,-1-3 1 0,-3 1 0 0,7-1-3 15,-6 0 2-15,1 1-4 0,2 0-1 16,1-1 2-16,-1 2 0 0,1-5 1 0,-2-1-1 16,-2-2-2-16,3 5 0 0,-2-3 0 0,-1-4-3 15,-1 2 2-15,5-2-5 0,-2 0 3 0,-3 2-3 16,0-6 3-16,2 3-4 0,-3-2 3 0,2-5 0 16,0 3-3-16,-1-1 2 0,2 0-2 0,-3-1-1 15,2-2 1-15,-2 1-3 0,2-1 5 0,-1-3-3 16,2 4 2-16,-4-9-1 0,2 14-4 0,0-10 9 15,-2-4-5-15,1 9-4 0,-1-9 5 0,0 0-2 16,0 13 1-16,0-13 1 0,2 5-2 0,-2-5-1 16,0 0 1-16,2 5 1 0,-2-5 1 0,0 0-3 15,0 0 0-15,2 7 0 0,-2-7 0 0,0 0 0 16,0 0-1-16,0 0-3 0,0 0 0 0,0 0 0 16,0 0 3-16,0 0-6 0,0 0 8 0,11 7-5 15,-11-7 2-15,9 3-2 0,-9-3 10 0,11 2-8 16,-11-2 0-16,12 3 0 0,-12-3 1 0,15 4-2 15,-5-3 1-15,-10-1 4 0,18 4-6 0,-9-1 0 16,-1 2-6-16,2 0 8 0,-2-2-7 0,-1 1 0 16,2 0 2-16,-9-4-4 0,8 9-2 0,-4-4 4 15,-4-5 1-15,6 12-4 0,-2-7 5 0,-4-5-2 16,3 17 4-16,-5-8 2 0,2-9-1 0,-5 19-2 16,1-8 3-16,-5 4-1 0,2-1-1 0,-2 0 0 15,0 1 1-15,0-2-4 0,-1 0 4 0,2-2-1 16,0 3 7-16,-2 1-6 0,6-1 4 0,-1-1-1 15,1-2-2-15,0 0 2 0,4-11-1 0,-1 22 0 16,0-8 0-16,1-14 2 0,0 22-4 0,1-6-1 16,3-4 3-16,1 0-2 0,0 0 4 0,7 3-2 15,-2-1-1-15,-4-4 0 0,6 2 1 0,-2 1 0 16,-2-3 4-16,-1 0-13 0,0-1 4 0,0 1-3 16,-1-2 7-16,-1 0-8 0,-1 1 5 0,0 0 0 15,-4-9 0-15,4 17-1 0,-4-9 2 0,0-8 2 16,-6 21-1-16,4-12 7 0,-5 2-6 15,2 0-4-15,0 0 4 0,0 0 0 0,-3-3-2 16,2 3 2-16,-1-2-3 0,-2 5 4 0,2-2-3 0,3-2-1 16,1 2 4-16,1 1-3 0,-2 0 3 0,4-13-1 15,0 27-4-15,2-15-1 0,-2 2 0 16,4-2 1-16,3 4-1 0,-1-2-1 0,0 2 4 16,1-1-2-16,-3 1 2 0,1 2-1 0,1-1-1 15,-3 3 4-15,-1-1-4 0,2 0-3 0,-1 6 9 16,-2 0-5-16,2 0 7 0,-5-7-3 0,4 3 0 15,-4 7 0-15,2-2-2 0,-2-2 6 0,-2 1-8 0,-1 0 3 16,0-4 0-16,3 4 3 0,-3-2-3 0,5 3 0 16,0-6 4-16,0 5-2 0,0-5-1 15,0 5 0-15,2 1 0 0,0 0 1 0,4 1 4 16,-2 1-6-16,1-2 9 0,1 2-10 0,1-1 4 16,-1-1-1-16,3 1 0 0,-1 0 1 0,-2-1 0 15,5 0-2-15,-2 0-2 0,0-1 2 0,0 2 0 16,1 0-5-16,-4-2 2 0,2 3 5 0,3 1-2 0,-3 0 0 15,0-5 0-15,-3 4-1 0,-1-3 5 16,2 1-4-16,-2 0 6 0,-2-3-4 0,0 4 1 16,-1-3-3-16,-1 1-2 0,3 2 2 0,-3-2-1 15,0-5-2-15,1 6 4 0,-1 0 8 0,2-1-7 16,-4 3-2-16,2-3 3 0,2 0-4 0,0-5 3 16,3-3-3-16,-1 3-6 0,-1 1-13 0,1-3-16 15,1-1-10-15,2-3-14 0,-1 2-17 0,-2-2-3 16,5-3-21-16,-1 0-24 0,-2 0-114 0,-6-11-256 15,9 17 113-15</inkml:trace>
  <inkml:trace contextRef="#ctx0" brushRef="#br0" timeOffset="127998.09">27353 6747 126 0,'0'0'141'15,"27"-14"-3"-15,0 4-2 0,8 2-16 0,16-7-7 16,2-3-6-16,9-1-6 0,22-10-16 0,-20 5-10 16,27-3-5-16,-6-2 16 0,-26 11-28 0,2-3-5 15,27-5-6-15,-31 10-12 0,-1-1-6 0,0 1-14 16,-3 1-26-16,-7 4-12 0,-7 2-31 0,-2-1-25 16,-3 1-12-16,-2 1-26 0,-7 2-77 0,-3 0-209 15,-6-1 92-15</inkml:trace>
  <inkml:trace contextRef="#ctx0" brushRef="#br0" timeOffset="128508.43">28442 4784 138 0,'0'-9'168'0,"-2"0"-5"0,2 9 13 0,0-13-5 16,0 13-6-16,-2-8-17 0,2 8-18 15,0 0-20-15,-1-9-12 0,1 9-13 0,0 0-6 16,0 0-10-16,0 0-9 0,0 0-7 0,10 21-4 15,-6-4-3-15,-1 0-6 0,-2 2-2 0,0 8-6 16,-1-1 5-16,2 0-6 0,-4-1-5 0,2-6-2 0,0 1-3 16,0 0 2-16,-1-1-5 0,2-1-2 15,-1 0 0-15,0-3-1 0,-1 2-5 0,1-5 1 16,1 0-16-16,1 0-18 0,-2-1-28 0,0 0-20 16,2-1-30-16,-2-10-17 0,4 14-27 0,-4-14-19 15,3 11-101-15,-3-11-287 0,0 0 127 0</inkml:trace>
  <inkml:trace contextRef="#ctx0" brushRef="#br0" timeOffset="128805.64">28530 4727 73 0,'16'-4'95'0,"-16"4"-7"0,13 2-7 0,-13-2-7 15,12 8-6-15,-8-4-5 0,2 5-5 0,-2 0-14 16,-2 1 8-16,-1-1-13 0,-1 3 8 0,0 1-11 16,-3 2 8-16,-2 1-5 0,-1 0 8 0,-5 1 2 15,3 0 0-15,-3 0 8 0,-1 0-12 16,3-1-4-16,0-5-4 0,1 0-1 0,0-2-2 0,2 3-1 16,1-3-5-16,0-2-5 0,0 3 2 0,2-3-3 15,-1-1-1-15,4-6-3 0,0 12-4 0,0-12-1 16,7 10 0-16,-2-6 5 0,4 1-7 0,2-1-21 15,3-1-21-15,5-3-30 0,2 0-27 0,-2 0-21 16,3-2-97-16,-4 0-224 0,-4-1 100 0</inkml:trace>
  <inkml:trace contextRef="#ctx0" brushRef="#br0" timeOffset="129047.9">28804 4923 82 0,'0'0'119'0,"0"0"1"0,0 0-8 15,0 0 1-15,22 8-4 0,-17-4-8 0,2 3-2 16,2 3-1-16,-1 1-5 0,-4 0-2 0,2 0-12 16,-1 4 0-16,2 0 7 0,-4 1-3 0,-1-4-10 15,0 2 0-15,-2-1-6 0,3 0-3 0,-3-3-8 16,0-10-3-16,0 21-2 0,0-14-7 0,0-7-4 16,4 13-3-16,-4-13-4 0,5 11 0 15,-5-11-4-15,6 8 1 0,2-4 3 0,-8-4-5 16,18 6-1-16,-4-8-18 0,4 0-18 0,4-2-32 15,4-4-44-15,4-2-43 0,0-2-41 0,2 1-133 0,-2-3-328 16,0-5 146-16</inkml:trace>
  <inkml:trace contextRef="#ctx0" brushRef="#br0" timeOffset="130253.03">27995 3002 49 0,'0'0'80'0,"-8"1"-10"15,8-1-1-15,0 0-13 0,0 0 9 0,0 0 4 16,29-2 4-16,-2-1 7 0,9-1-6 0,20-6 24 15,7-1-2-15,33-9-7 0,-2 6-2 16,-2-4-11-16,2 2 3 0,-30 3-6 0,35 0-1 0,-33 2 9 16,28-5-47-16,-32 6 1 0,1 2-13 0,-4-1 5 15,0 1-5-15,-4 2 0 0,-15 1-3 0,-5 0 2 16,-3 0-5-16,1 1-1 0,-12 0 0 16,-1 1-3-16,-3 2 1 0,-3-1-5 0,-5 1 2 15,-2 0 9-15,0 0-3 0,-7 1 11 0,9-1 8 16,-9 1 4-16,8-3-2 0,-8 3-3 0,0 0-3 15,0 0-6-15,0 0 1 0,2-6-8 0,-2 6 3 16,0 0-10-16,0 0 5 0,0 0-5 0,-11-9-1 0,11 9-4 16,0 0-1-16,-12-4 1 0,12 4-1 15,0 0-2-15,-7-3 3 0,7 3-2 0,0 0 1 16,0 0-6-16,0 0 2 0,0 0-2 0,0 0 2 16,-8-1-2-16,8 1-4 0,0 0 6 0,0 0-3 15,0 0 3-15,0 0-6 0,0 0 3 0,-10 5-3 16,10-5 2-16,-8 5 0 0,4 1 1 15,0-1-1-15,-2 4 0 0,-1 3-1 0,1-2 2 0,0 1-3 16,-3 4 2-16,1 0 2 0,4-3 0 0,-2 0-2 16,3 0 3-16,0-1-3 0,1-1 1 0,1 2 3 15,1-6-2-15,1 5 1 0,2-3 1 0,1 2 3 16,2-4 1-16,2-1-2 0,-1 1 3 0,1-1-4 16,5-3 7-16,-3 0-2 0,3-2 2 0,0-2 6 15,-3 0 4-15,3 0-9 0,-4-3 15 16,1 0 0-16,2-2-1 0,-2-3 3 0,-1 2-2 0,-1-2 3 15,-3 0 0-15,2-4-8 0,-2 2 0 0,-2 0-1 16,-3-2-3-16,1-1-1 0,-2 3-1 0,-2-4-4 16,-1 0-2-16,0 4 0 0,-2 2 3 15,1 0-8-15,-4 1-6 0,1 2 0 0,-1-1-6 0,0 5-9 16,-1 0-23-16,-1 3-24 0,-3 2-27 0,-2 1-22 16,-3 6-34-16,-3 7-38 0,-2 5-118 15,-3-3-330-15,0 2 146 0</inkml:trace>
  <inkml:trace contextRef="#ctx0" brushRef="#br0" timeOffset="131453.16">28362 6461 15 0,'20'-4'131'16,"13"-2"-2"-16,3-3-3 0,14 1-1 0,6-5-4 16,-1 2-12-16,3 0-8 0,3-2-7 0,0 0-3 15,1 1-6-15,2 1-7 0,0-3 0 0,-1 0-4 16,28-2-12-16,-30 6-5 0,2-4-4 0,1-1-3 16,24-4-8-16,-28 9-7 0,0-4-3 0,3 2 1 15,-2 1-2-15,2 1-4 0,-2-3-3 0,-5 2-3 16,-1 0 0-16,-3 1-2 0,-18 5-7 0,3-2 2 15,-5 2-2-15,-4-3 1 0,-10 6-2 0,0-1-1 16,-5 2-1-16,-3-1 2 0,-1 0 3 0,-3 2 3 16,-6 0 7-16,12-1 9 0,-12 1 3 0,9-1 2 15,-9 1 4-15,0 0-3 0,7-5 0 0,-7 5-8 16,0 0 0-16,0 0-3 0,0 0-4 0,8 0-2 0,-8 0 0 16,0 0-3-16,0 0-2 0,0 0-5 15,0 0 0-15,0 0-1 0,0 0-1 0,0 0-1 16,0 0-1-16,0 0 2 0,0 0-2 0,0 0 7 15,0 0-8-15,0 0 4 0,0 0 0 0,0 0 2 16,0 0 6-16,0 0-3 0,0 0-2 0,0 0 5 16,0 0-1-16,0 0-4 0,0 0 2 0,0 0-6 15,0 0 0-15,0 0 2 0,0 0-4 0,0 0-2 16,0 0-2-16,0 0-1 0,0 0 0 0,0 0-4 16,0 0 3-16,-19 12-1 0,19-12-5 0,-8 5 1 15,4-1 1-15,4-4 0 0,-5 8 1 0,5-8 0 0,0 0-1 16,-2 11-3-16,2-11 5 0,0 8-2 15,0-8 2-15,5 7 0 0,-1-3 1 0,1 0 0 16,2-2 3-16,-7-2 2 0,18 3-2 0,-5-2 2 16,0-1 7-16,1 0-2 0,3-4 0 0,-5 3 3 0,1-4 8 15,-1 1-1-15,-3 2-5 0,1-3 4 0,-1 2-2 16,-3-1 6-16,4-1 4 0,-6 0 1 16,1-1 8-16,-2 0-6 0,1 1 0 0,-4 5-5 15,1-12-1-15,-1 12-6 0,-4-11 1 0,4 11-6 0,-5-12-3 16,0 7 0-16,1 0-2 0,-2 2-5 0,-2-1-22 15,-1 1-18-15,-4 0-22 0,3 0-27 0,-1 1-29 16,-3 2-27-16,2 0-31 0,-2 1-30 0,3-1-32 16,-7 5-124-16,1-6-389 0,2 1 172 15</inkml:trace>
  <inkml:trace contextRef="#ctx0" brushRef="#br0" timeOffset="132251.47">29509 3925 160 0,'0'0'138'0,"0"0"-18"0,0 0-19 16,0 0-17-16,0 0-7 0,0 0-6 0,13 16 5 15,-10-6-4-15,0 2-3 0,4 4 0 0,1 3 1 16,2-2-26-16,-1 2 10 0,4 4-9 0,0-1 5 15,0 0-2-15,-4-6-6 0,5 1 2 0,-2-1 3 16,1-2 2-16,-2-3-11 0,1 3-2 0,0-3-4 16,-4-3 2-16,0 1-7 0,1-1-2 15,-2-1 4-15,1 0-5 0,-3-2-3 0,0 1 4 16,0-3-5-16,0 0 8 0,-5-3 13 0,8 7 14 0,-8-7 18 16,5 3 18-16,-5-3 12 0,0 0 8 15,0 0-8-15,0 0-10 0,10-9-10 0,-6 2-9 0,-1-2-5 16,-1-4 25-16,1-1-12 0,0-2-5 0,-1-1-7 15,-1 0-9-15,1-2-9 0,-2-1-2 0,2 1-7 16,1-2-2-16,-3 2-15 0,2-1 5 0,1-5 0 16,-2 9-6-16,-1 4-8 0,1-6-7 0,2 6-23 15,-2 0-13-15,-1 2-9 0,3-1-16 0,-2 2-22 16,-1 2-29-16,0 7-39 0,0 0-47 0,4-11-20 16,0 9-3-16,-4 2-6 0,0 0-152 0,16 7-399 15,-11-5 177-15</inkml:trace>
  <inkml:trace contextRef="#ctx0" brushRef="#br0" timeOffset="132521.97">30090 4055 53 0,'0'0'135'0,"0"0"-17"15,3 9-4-15,-3-3 5 0,0-6-6 0,3 12-11 16,-2-1-1-16,-1 2 5 0,-1-2-4 0,1 6-14 15,-1 1-5-15,-1-1-7 0,2-2-5 0,-1 1-5 0,1-1-1 16,0-3-7-16,0-1-1 0,1 0-8 0,1 0-1 16,-1-3-7-16,-1-1-2 0,3 0-4 15,-3-7 0-15,6 10-6 0,-4-4 5 0,1-2 4 16,2 0 3-16,0 0-6 0,-5-4 3 0,18 3-7 16,-6-3 1-16,0-3-5 0,8-1-5 0,0-1-20 15,-1-3-34-15,7-5-39 0,2-1-50 0,1-2-45 0,-1 2-137 16,-3-5-327-16,-4 0 146 0</inkml:trace>
  <inkml:trace contextRef="#ctx0" brushRef="#br0" timeOffset="132837.84">30020 3262 1807 0,'-3'-28'26'0,"-4"5"4"0,4 5 27 16,-3 1 20-16,4 5-14 0,-2 3-15 0,1 0-3 15,1 1-5-15,0 2-3 0,2 6-3 16,-2-9 0-16,2 9-4 0,0 0-4 0,-1-8-4 0,1 8-9 15,0 0-1-15,0 0-5 0,0 0 3 0,0 0-1 16,0 0-1-16,10 22-2 0,-2-6-11 0,4 9-47 16,0 4-19-16,-2 2-29 0,3 3-35 0,2 11-39 15,-5 1-144-15,-5 0-344 0,-2-10 153 0</inkml:trace>
  <inkml:trace contextRef="#ctx0" brushRef="#br0" timeOffset="133157.84">30178 4904 72 0,'0'-11'265'0,"0"3"-22"0,0 1-27 0,0 7-26 0,0-10-23 15,0 10-20-15,0 0-18 0,0 0-13 0,0 0-5 16,16 28-8-16,-7-3-9 0,0 7-7 0,0 3-10 16,5 11-5-16,-2-1-7 0,-2 5-5 15,3-5-11-15,-4 2-24 0,3-2-31 0,1-1-32 16,-11-12-40-16,1 2-58 0,-3 0-47 0,-5 2-126 15,0-2-333-15,0-1 149 0</inkml:trace>
  <inkml:trace contextRef="#ctx0" brushRef="#br0" timeOffset="135882.07">30178 4111 83 0,'0'0'112'0,"-3"-7"-7"15,3 7 3-15,0 0 3 0,0 0-2 0,0 0-2 16,0 0-2-16,-2-6-8 0,2 6 1 0,0 0-7 0,0 0-10 16,0 0-8-16,0 0-10 0,0 0-5 0,0 0-14 15,0 0-3-15,0 0-1 0,0 0-7 0,0 0-4 16,0 0-7-16,-13 13 4 0,10-7-4 16,1 2-5-16,-1 1 1 0,1 2-5 0,-1-1 4 15,2 1-3-15,-2 1 0 0,2-1-5 0,0-2 4 16,-1 3-4-16,2-1 2 0,0-1 1 0,3 0-4 15,-1-1-1-15,1 1-2 0,3-1 1 0,0-1 2 0,0 0 2 16,3-2 7-16,0 0-5 0,-1-1-1 0,2-1 1 16,0-1 3-16,0-1 5 0,2-2 3 0,-1 0 5 15,1 0 4-15,2-1 0 0,-3-3 2 16,2 0 1-16,-1 1 4 0,-1 0 6 0,-1 0 6 16,-2-3 1-16,1 1-1 0,0-2-2 0,-4 1 4 15,1 0-4-15,-2-4-2 0,1 1-1 0,-1-1 3 0,-1 3-1 16,-1-3-5-16,-1-1-4 0,-4-2-2 0,1 2-3 15,0-2-4-15,-1 0-4 0,-1 0-3 16,-1 4-1-16,-1-1-10 0,-3 0-1 0,1 2 2 16,2 0-4-16,-2 2-2 0,-2 1-2 0,4 1-5 15,-3 0 0-15,-3 3-9 0,1 1-11 0,-1 1-8 16,-2 2-17-16,-1 3-6 0,2 1-19 0,2-2-14 16,1 4-31-16,2-3-38 0,0 2-22 0,3 2-22 15,1-1-148-15,0 1-372 0,0 0 166 0</inkml:trace>
  <inkml:trace contextRef="#ctx0" brushRef="#br0" timeOffset="136092.12">30612 4042 184 0,'0'0'210'0,"0"0"-12"15,0 0-19-15,9-3-16 0,-9 3-18 0,8-1-13 16,-8 1-14-16,11-3-11 0,-4 2-17 0,4-1-24 16,2 2-28-16,-1-2-44 0,0 2-42 0,2 0-47 15,0 2-41-15,-2-2-89 0,-2 0-242 0,3 1 107 16</inkml:trace>
  <inkml:trace contextRef="#ctx0" brushRef="#br0" timeOffset="136246.34">30706 4156 95 0,'-4'8'158'0,"4"-8"-14"15,0 0-7-15,0 0-14 0,0 0-12 0,0 0-10 16,0 0-14-16,19-1-3 0,-8 0-43 0,5-2-54 16,5-1-51-16,0-1-104 0,6-4-181 0,-2-1 80 15</inkml:trace>
  <inkml:trace contextRef="#ctx0" brushRef="#br0" timeOffset="136601.18">31261 3810 8 0,'0'0'195'0,"0"0"-11"0,0 0-14 0,0 0-23 15,0 0-10-15,0 0-18 0,0 0-12 0,0 0-9 16,-14 19 1-16,6-2-5 0,-1 1-5 0,-2 5-11 15,0 0-3-15,-1 1-14 0,3 1-3 0,2-9-5 16,2 1-7-16,-2 0-6 0,5-1-1 0,0 0-2 16,2-4-4-16,0 1-7 0,2 0 2 0,1 0 1 15,0-3-7-15,2 2-1 0,-1-5-2 0,4 3-1 16,-3-3 2-16,-1 0-5 0,5-2 2 0,-1 0 2 16,-3-1-6-16,2-3 0 0,-7-1-3 0,13 3 1 15,-7-2 0-15,-6-1 5 0,10-4-3 16,-10 4-2-16,11-8-2 0,-7 3 0 0,2 0-3 15,-4-1-3-15,2-1 4 0,-3 1-6 0,-1 6 2 0,3-11-3 16,-3 11 1-16,-3-10-3 0,3 10-3 0,0 0-6 16,-10-7-17-16,4 7-8 0,6 0-11 0,-17 0-25 15,17 0-16-15,-23 9-38 0,10-4-32 0,2 0-137 16,-1 0-318-16,3 3 141 0</inkml:trace>
  <inkml:trace contextRef="#ctx0" brushRef="#br0" timeOffset="136774.25">31410 4035 89 0,'0'0'215'0,"4"-7"-22"0,-4 7-11 16,0 0-25-16,0 0-10 0,0-8-17 0,0 8-32 15,0 0-51-15,0 0-53 0,0 0-61 0,0 0-41 16,2-9-72-16,-2 9-194 0,0 0 85 0</inkml:trace>
  <inkml:trace contextRef="#ctx0" brushRef="#br0" timeOffset="137241.04">31590 3864 24 0,'0'0'184'0,"0"0"-11"15,4-8-17-15,-4 8-15 0,0 0-12 0,0 0-20 16,0 0-10-16,0 0-11 0,0 0-11 0,0 0-7 15,13 15-1-15,-8-7 0 0,3 2-10 0,-1-1-1 16,5 4-11-16,0 0-4 0,1 0 1 0,2 0 1 16,-3 0-4-16,1-1-4 0,1 0-2 15,-1 0-5-15,-3-2-1 0,1 2-4 0,-2-3-2 0,0 2-2 16,-3-1-1-16,1-1 0 0,-5 1-4 0,2 1 2 16,-4-1 1-16,-2-3-2 0,-2 4-3 0,-6-3 3 15,-4 3-7-15,-3-2-3 0,-2-1 1 0,-7 0-2 16,3-6-3-16,7 2 0 0,-5-3 0 0,4-2 3 15,4-1 1-15,-2-2 0 0,3 1 4 16,1-2-6-16,2-3-1 0,2 0 4 0,1-2-2 16,3 0 3-16,3-4-5 0,1-3 1 0,7 2-8 15,2-8-2-15,0 6-3 0,7-4-3 0,-2 1 0 0,7 1 1 16,-3-3-4-16,3 2 4 0,-3 1 3 16,-4 6 1-16,-1-1 2 0,-1 1-3 0,-1-2 10 15,-2 2 4-15,-2 2 8 0,-4 2 5 0,2 0-2 16,-4-1 1-16,0 2 16 0,-1 0 4 0,-1-1-3 15,0 9-3-15,-1-11-2 0,-2 4 1 0,3 7-3 16,-9-11-8-16,4 8 0 0,-1-1-8 0,-1 2 4 16,-5 0-8-16,0 2 3 0,-2 0-7 0,1 5-2 15,-5 0-1-15,4 4-2 0,3-3-27 0,2 1-26 16,-3 0-34-16,6 2-21 0,1 0-29 0,0 2-34 16,2-3-150-16,2 1-346 0,1-9 154 0</inkml:trace>
  <inkml:trace contextRef="#ctx0" brushRef="#br0" timeOffset="137605.93">31900 3759 199 0,'0'0'214'0,"0"0"-8"15,7-2-19-15,-7 2-22 0,0 0-19 0,0 0-16 16,0 0-16-16,0 0-14 0,10 12-9 0,-5-2-9 0,0 0-7 15,3 5-3-15,-2 0-6 0,2 3-8 0,1-3-1 16,-3 2-10-16,2-3-2 0,-1 1-7 0,-1-4-5 16,0 0 0-16,-1-1-8 0,-1 2 1 15,0-3-3-15,-1-1-4 0,0 1 4 0,0-2-8 16,1-2 4-16,0 0-5 0,-1 1 0 0,-3-6-1 16,4 7 3-16,-4-7 5 0,5 4 27 0,-5-4 20 15,0 0 17-15,0 0 2 0,0 0-2 0,0 0 6 16,0 0-10-16,16-19-7 0,-10 4-10 0,4-3-9 0,-1 0-4 15,5-7-4-15,-2 1-1 0,2-2-10 16,-4 0-5-16,2 2 2 0,0-2-9 0,-1 4 2 16,0-4-19-16,-2 2-12 0,-1 4-11 0,-2 3-24 15,-1 5-26-15,3 1-20 0,-4 1-44 0,-2 1-58 16,1 0-65-16,-3 9-188 0,0-13-476 0,0 13 210 16</inkml:trace>
  <inkml:trace contextRef="#ctx0" brushRef="#br0" timeOffset="138935.4">7786 9756 42 0,'0'0'159'0,"-2"-10"0"0,-1 3-7 15,1-1-13-15,-3 1 10 0,2 0 7 0,3 7 1 16,-4-12-2-16,3 6 15 0,1 6-6 0,-4-9-18 16,4 9-6-16,-4-7-22 0,4 7-11 0,0 0-16 15,-2-6-16-15,2 6-9 0,0 0-5 0,0 0-9 16,0 0-7-16,0 0 0 0,2 30-4 0,-2-15-7 16,0 2-5-16,2 0-2 0,-1 1-2 0,-1 2-1 15,2 4-4-15,0 0-1 0,0 2 1 0,1-2-1 16,-4 1-6-16,2-6-28 0,-2-1-22 0,2 0-26 15,-1 0-21-15,-1-3-30 0,1 0-19 0,0 2-25 16,0-6-39-16,-2 1-140 0,-3-4-364 0,1 1 162 16</inkml:trace>
  <inkml:trace contextRef="#ctx0" brushRef="#br0" timeOffset="139218.19">7605 9718 27 0,'11'-6'152'0,"7"-1"-3"16,3 2-12-16,-1 1-12 0,8 1-7 0,-6 1-7 15,9 5-4-15,-5 2-9 0,3 3-10 0,-9-3-14 16,6 5-1-16,-7 0-15 0,-2 1 2 0,3 6-8 0,-5-3-5 16,-3 2-9-16,-3 2 6 0,-2 1-4 15,-4 8-5-15,-4 0-3 0,-3 1-2 0,-5 0-4 16,0-1-4-16,-6-1 1 0,-3-2 1 0,0-1-11 15,-3-2 6-15,0-1-7 0,-1-1 3 0,-4-1 0 16,1-4 0-16,-2 1-5 0,1-1 4 0,1-3-6 0,8-2-7 16,2-4-16-16,1-1-21 0,5-1-29 15,1-1-26-15,8-2-40 0,-11 2-132 0,11-2-284 16,0 0 126-16</inkml:trace>
  <inkml:trace contextRef="#ctx0" brushRef="#br0" timeOffset="139427.04">8094 9885 146 0,'0'0'242'15,"4"-5"-6"-15,-4 5-15 0,0 0-20 0,7-6-15 16,-7 6-26-16,0 0-18 0,0 0-21 0,0 0-9 16,0 0-15-16,0 0-10 0,0 0-7 0,5 17-8 15,-4-8-5-15,0 8-8 0,-1 1-2 0,0 0-5 16,0 6-4-16,0-6-7 0,0 0-22 0,0 0-33 15,-2-1-35-15,2 0-40 0,0 1-35 0,-1-1-51 0,-1-2-158 16,-2-2-360-16,2-2 159 0</inkml:trace>
  <inkml:trace contextRef="#ctx0" brushRef="#br0" timeOffset="139841.69">8296 10020 30 0,'0'0'116'0,"0"0"-9"0,9 6 0 15,-9-6 9-15,8 3-10 0,-8-3 3 0,0 0-4 16,15-3-4-16,-7 1-2 0,-2-2 0 0,3-2-3 16,-1 1 0-16,2-3-5 0,-2 1 1 0,-2-1 1 15,-1-2-3-15,2-1-5 0,-6 0-3 0,0 2-9 0,-1-1 4 16,-1-1-16-16,1 3-8 0,-6-3-6 15,2 2-4-15,-1 0-2 0,-3 0-7 0,-2 2-6 16,0 1-8-16,-1 2-5 0,-3 2-17 0,4 1-15 16,-2 4-18-16,-1 1-24 0,1 2-24 0,2 1-32 0,-2 2-28 15,1 3-41-15,-2 4-95 0,5-2-303 0,4-3 134 16</inkml:trace>
  <inkml:trace contextRef="#ctx0" brushRef="#br0" timeOffset="140469.21">8630 9928 108 0,'0'0'217'0,"-9"-10"-11"0,9 10-18 0,0 0-15 16,0 0-23-16,0 0-9 0,0 0-12 0,-18 14-14 0,13-5-11 15,0 1-7-15,0-1-11 0,1 2-12 0,-1 0-6 16,0 1-5-16,2-2-8 0,2 0-3 15,0 2-6-15,1-5-7 0,1 3-4 0,0-3-1 16,2-1-1-16,-1 0-1 0,-2-6-5 0,10 9-6 16,-6-6-2-16,1 0 0 0,-5-3-5 0,12-2 0 0,-2-2-3 15,-1-3 0-15,-1-2 2 0,2 0-3 16,-1-6 4-16,-1-1-4 0,-2 0 0 0,3-2 1 16,-1-6 3-16,-5-1-1 0,0-2-1 0,-2 2 4 15,1 0 14-15,-2-2 3 0,-2 2-2 0,1-4-4 0,-3 3-1 16,2 0 6-16,-2-1 5 0,1 1-4 15,-1 0 2-15,-2 9 7 0,3-2-2 0,0 2 0 0,0 5 9 16,0 3 2-16,3-1-9 0,-1 5-5 0,1 5-7 16,-4-10-1-16,4 10-15 0,-2-5 0 0,2 5-1 15,0 0-4-15,0 0-2 0,9 28-1 0,-5-10 5 16,2 10-4-16,1 1-2 0,-1 1-1 0,0-2 0 16,-2 1 3-16,4 0-4 0,-3-2 0 0,1-2-1 15,0-6 1-15,4 4 5 0,-3-4-3 0,1-2-1 16,-1 0-2-16,2-3 0 0,3 0 0 0,-1-2-2 15,1 0 0-15,2-1 2 0,-5-7 0 0,1 0 3 16,0-1 0-16,2-3-2 0,-2-1 2 0,-10 1-2 16,18-6 0-16,-8 1 0 0,6-4 2 0,-5-3 2 15,-2 2 0-15,0-4-5 0,-1 3-1 0,-2-4 6 16,-1 4 1-16,-4-1-6 0,2 0 1 0,-2 1 0 16,-3 0 1-16,0 0 0 0,1 3 0 0,1 8-5 15,-7-12-2-15,3 7-1 0,-3 2 0 0,7 3 2 16,-18 1-6-16,7 1 1 0,0 3 2 0,-2 5 1 15,0 1 1-15,-1 2-5 0,5 0 2 0,1-3-7 16,4 3-17-16,2-1-12 0,2 5-15 0,2-5-21 16,3 0-22-16,4 0-20 0,5 0-23 0,4-3-25 15,4-2-27-15,10-4-13 0,-1 2-153 0,-2-3-390 16,2-5 173-16</inkml:trace>
  <inkml:trace contextRef="#ctx0" brushRef="#br0" timeOffset="145427.51">9878 9806 5 0,'0'0'189'0,"-5"-10"-12"0,0 4-7 15,2 1-10-15,3 5-4 0,-4-10-7 16,4 10-11-16,-3-6-8 0,3 6-16 0,0 0-12 0,-4-8-16 16,4 8-7-16,0 0-11 0,0 0-6 0,0 0-11 15,0 0-1-15,0 0-6 0,24 7-8 0,-15 0 0 16,2 1-6-16,0 0-1 0,3 4-1 0,0 0-3 15,0-1 0-15,5 7-8 0,-7-4-1 0,2 1-5 16,-1-3 2-16,0 2 2 0,-1 0-1 0,1-1-4 16,0-3 1-16,-3 5-2 0,2-4-3 0,-2-1 2 15,-2 4 3-15,-1-5-5 0,0 0 1 0,1-3 0 16,-1 4-4-16,-1-1 2 0,0-2 1 0,-1 2-4 16,-2-3 2-16,2 1-2 0,-2-1-4 0,-3-6 3 15,6 5-1-15,-4 0 2 0,-2-5-3 0,0 0 7 16,0 0 3-16,5 4 0 0,-5-4 1 0,0 0-2 15,0 0-5-15,5-20 5 0,-2 3-4 0,-1-2-2 16,-1 0 6-16,3-7-4 0,0 2 7 0,-1-1-8 16,0 4 1-16,-1-4 2 0,0-1-3 0,3-2-1 15,-2 9 2-15,1-1-3 0,-1 2 7 0,0-2 0 16,-2 5 0-16,1 2-1 0,-1 0-1 0,2 3-3 16,-2 1 5-16,-1 2-7 0,0 7 1 0,2-12-4 15,0 8-14-15,-2 4-23 0,2-9-26 0,-2 9-10 16,0 0-9-16,8-1-9 0,-8 1-14 0,14 4-7 15,-5 3-8-15,1 1-9 0,3 5-4 0,-3 1-6 16,3 2-85-16,-4 1-244 0,0-1 107 0</inkml:trace>
  <inkml:trace contextRef="#ctx0" brushRef="#br0" timeOffset="145831.15">10442 10058 137 0,'-13'-16'206'0,"13"16"-12"0,-5-6-7 16,5 6-5-16,-1-8-10 0,1 8-13 0,0 0-12 15,0 0-17-15,4-13-14 0,-4 13-14 0,0 0-8 0,5-5-14 16,-5 5-8-16,10-3-7 0,-10 3-8 16,13 2-6-16,-4-1-5 0,1 4-5 0,0 2-7 15,0-1 0-15,1 1-10 0,-2 0 6 0,1 2-6 16,-1 0-2-16,-1 0-3 0,0 1 0 0,0-2-3 15,-2 1 0-15,0-1-3 0,-2 1-1 0,1 0 1 0,0-5-3 16,-3 1-3-16,1 1 1 0,-3-6-2 0,2 8 2 16,-2-8 0-16,4 6 1 0,-4-6-1 15,3 5 4-15,-3-5 10 0,0 0 4 0,0 0-1 16,0 0-2-16,0 0-1 0,0 0 2 0,0 0-6 16,0 0 9-16,-2-29-8 0,2 19 0 0,0-1-2 0,2-1-5 15,-1-5 1-15,4 0-2 0,-1 0-5 16,4 0 5-16,-3-2-2 0,-1 2 0 0,1 1-8 0,-3 6-7 15,2-1-9-15,-1 4-20 0,-2 0-24 16,1 1-38-16,-2 6-25 0,0 0-42 0,7-9 19 0,-7 9-16 16,0 0 6-16,0 0-8 0,0 0-134 15,2 21-322-15,-2-21 142 0</inkml:trace>
  <inkml:trace contextRef="#ctx0" brushRef="#br0" timeOffset="146068.4">10528 10168 68 0,'0'0'199'0,"0"0"-16"16,0 0-10-16,0 0-15 0,0 0-17 0,0 0-13 15,0 0-12-15,0 0-11 0,0 0-11 0,0 10-8 16,0-10-12-16,5 9-4 0,-1 0-5 0,-2 0-11 16,1 1-5-16,1 1-3 0,-1 4-3 0,-1-2-10 15,-1 1 7-15,0-4-9 0,-1 6 1 0,1 0-7 16,-1-3 1-16,0-1-7 0,0 3 3 0,0-3-1 15,-1 1-7-15,1-2-22 0,0 2-23 0,0-3-29 16,-1 0-36-16,2 0-25 0,0-3-28 0,1-1-126 16,-2-6-299-16,0 12 133 0</inkml:trace>
  <inkml:trace contextRef="#ctx0" brushRef="#br0" timeOffset="146251.26">10997 10045 78 0,'6'-6'171'0,"-6"6"-21"15,13-10-15-15,-5 7-8 0,1-3-17 0,-9 6-17 16,17-7-23-16,-5 7-31 0,-12 0-36 0,19-1-31 16,-10 3-22-16,0 2-19 0,-1 0-70 0,-5 0-149 15,-3-4 66-15</inkml:trace>
  <inkml:trace contextRef="#ctx0" brushRef="#br0" timeOffset="146391.37">11068 10163 101 0,'0'0'164'0,"-3"8"-10"15,3-8 2-15,0 0-7 0,0 0-7 0,-3 4-14 16,3-4-7-16,0 0-13 0,0 0-13 0,0 0-6 16,19 0-11-16,-19 0-27 0,18-4-38 0,-5 1-48 15,0 0-46-15,3-1-61 0,1-1-74 0,-5 0-233 16,1 1 104-16</inkml:trace>
  <inkml:trace contextRef="#ctx0" brushRef="#br0" timeOffset="147108.06">12195 9842 203 0,'0'0'210'0,"0"-7"-1"0,0 7-12 0,0 0-11 15,2-9-17-15,-2 9-14 0,0 0-20 0,0 0-12 16,0 0-18-16,0 0-10 0,0 0-11 0,0 0-9 16,0 0-9-16,0 0-7 0,0 0-3 0,-7 26-10 15,3-9-4-15,2 8 4 0,-1-1-7 0,-2 0-7 16,3 1 1-16,-1-1-6 0,3-6-3 0,3-1 2 15,-1 0-7-15,3 1-3 0,-2-4 4 0,3 3-6 16,1-6-1-16,-1 0 5 0,6 2-6 0,-2-1 2 16,0-5-2-16,2 1-2 0,-2-3 4 0,3-1-5 15,-1 1 4-15,1-2-3 0,1-3-4 0,-3-2 2 16,0 0 1-16,1-1 4 0,-2-3-5 0,-1-1-5 16,1-2 7-16,-4-1-1 0,1 0-3 0,-2-5 0 15,-3-3 1-15,0 2-2 0,-2-3 1 0,-3 1-2 16,-1-1 2-16,-5-5 1 0,-1 2-7 0,0 4 4 15,-5-4-3-15,0 6 4 0,1 1-3 0,-5-3 1 16,4 7-5-16,1 1 4 0,3 3-1 0,0-1 1 16,0 4-7-16,2 1 2 0,2 1-6 0,-3 0-16 15,10 2-20-15,-13 1-26 0,7 3-24 0,1 1-32 16,-2 4-33-16,7 0-13 0,0 3-170 0,5 3-371 0,-2 2 165 16</inkml:trace>
  <inkml:trace contextRef="#ctx0" brushRef="#br0" timeOffset="147279.06">12534 10031 157 0,'0'0'234'0,"8"-2"-3"0,-8 2-5 0,0 0-12 0,0 0-12 16,0 0-23-16,0 0-15 0,5-3-15 0,-5 3-20 16,0 0-15-16,0 0-24 0,0 0-43 0,0 0-44 15,0 0-35-15,0 0-29 0,0 0-38 0,7 9-36 16,-5-5-39-16,-2-4-99 0,2 10-296 0,1-6 131 15</inkml:trace>
  <inkml:trace contextRef="#ctx0" brushRef="#br0" timeOffset="147636.21">12915 9789 2 0,'2'-11'239'15,"-4"1"-9"-15,4 2-5 0,-2 8-10 0,-2-14-11 16,2 14-13-16,-4-7-20 0,4 7-18 0,-3-7-20 15,3 7-4-15,0 0-25 0,0 0-8 0,-15 14-9 16,5-5-7-16,2 5-8 0,-3 4-7 0,-1 6-8 16,-1 0 3-16,5-7-14 0,0 2-2 0,4 4-6 15,-1 2-5-15,1-7 0 0,2-1-2 0,4 0-6 16,0 2-3-16,2-8-1 0,5 2-1 0,1 1-7 16,0-3 2-16,4 0-3 0,-5-5-5 0,4-1-7 15,-1-1-2-15,1-1-7 0,1 0 10 0,-1-2-5 16,0-1 0-16,-1 0-3 0,1-3 2 0,-4 1 0 15,-1-1 4-15,-2 0-3 0,0-3 3 0,-1 1-4 16,-5 5 2-16,4-11 0 0,-4 1 1 0,0 10-1 16,-6-16-2-16,1 8 1 0,-3 3 1 0,-4-2-3 15,1 4 1-15,0-1-3 0,-3 1 1 0,1 2 3 16,-1 0-3-16,-3 3-14 0,-2 5-14 0,4-2-30 0,-3 1-13 16,5 3-29-16,3 0-30 0,-3 1-43 15,4 0-29-15,-1 0-114 0,6-1-349 0,4-2 155 16</inkml:trace>
  <inkml:trace contextRef="#ctx0" brushRef="#br0" timeOffset="148039.75">13075 9779 225 0,'0'-11'253'0,"0"4"-5"16,0 7-10-16,0-12-31 0,0 12-20 15,0-7-21-15,0 7-21 0,0 0-12 0,3-6-15 16,-3 6-11-16,0 0-11 0,17 10-10 0,-5-3-6 0,-1 5-7 16,2 4-13-16,-2-3 0 0,-2 1-6 0,2 1-8 15,1 1-2-15,-4 1-4 0,1-2-8 16,3 0-1-16,-5-1-3 0,1 2-2 0,-1-6-4 16,0 1 2-16,2 1-3 0,-3-1-5 0,-1 0-2 0,2-4 1 15,0 2-2-15,-3-1-2 0,1-2-3 0,-3 0 1 16,2 0-4-16,-2-1 4 0,-2-5-1 0,5 6 1 15,-5-6 3-15,0 0 1 0,0 0-5 16,0 0-4-16,16-15 2 0,-10 5 3 0,-1-2-2 0,-1-4 1 16,4-2-3-16,0-4-1 0,-1-4 1 0,-1-1 2 15,2 8-2-15,-2-5 2 0,1-2-2 0,-1 7 3 16,-3 1 0-16,2 1 5 0,-1 1 2 0,-2 3 2 16,1 1-5-16,-1 2 1 0,0 2-1 0,-2 2-1 15,0 6-4-15,2-12-17 0,0 8-35 0,-2 4-36 16,0 0-49-16,2-7-31 0,-2 7-19 0,0 0-31 15,0 0-184-15,0 0-429 0,5 23 190 0</inkml:trace>
  <inkml:trace contextRef="#ctx0" brushRef="#br0" timeOffset="148187.17">13569 9863 2528 0,'7'1'107'0,"-1"0"-20"0,-6-1-35 0,13 2-19 15,-13-2 6-15,8 1 29 0,-8-1 25 0,0 0 15 16,9 0-8-16,-9 0-7 0,0 0-6 0,0 0 4 15,0 0-29-15,11-1-23 0,-11 1-36 0,0 0-62 16,0 0-83-16,0 0-109 0,0 0-272 0,0 0-568 0,0 0 252 16</inkml:trace>
  <inkml:trace contextRef="#ctx0" brushRef="#br0" timeOffset="159375.15">19214 5821 23 0,'0'0'23'16,"0"0"1"-16,0 0-12 0,0 0-2 0,0 0-10 16,0 0-5-16,0 0-3 0,0 0-6 0,0 0-14 15,0 0 7-15</inkml:trace>
  <inkml:trace contextRef="#ctx0" brushRef="#br0" timeOffset="159884.66">19289 5888 19 0,'0'0'73'0,"0"0"-4"15,0 0 3-15,0 0-18 0,0 0-1 0,0 0 9 16,0 0-8-16,0 0-11 0,0 0 4 0,0 0 9 16,0 0-10-16,0 0-8 0,0 0 2 0,0 0 1 15,0 0 3-15,-10-18-10 0,10 18 2 0,0 0-2 16,-2-10-1-16,2 10-7 0,-3-6 0 0,3 6 3 15,-3-7-3-15,3 7 2 0,0 0-6 0,-2-9-7 16,2 9 3-16,-1-7 4 0,1 7 2 0,0 0-8 16,-2-13-7-16,2 13 7 0,0-9-2 0,0 9 10 15,2-10-19-15,-2 10 1 0,1-10-6 0,-1 10-2 16,4-9 8-16,-2 4-6 0,-2 5 3 0,5-9-3 16,1 4 2-16,-1 0 0 0,0 0-2 0,0 0 2 15,-5 5-8-15,8-5 7 0,-8 5 5 0,7-5-15 16,-3 3 5-16,-4 2 4 0,10-3-3 0,-10 3-2 15,9-2 5-15,-9 2 1 0,9-2-3 0,-9 2 0 16,12-2-7-16,-12 2 8 0,9 2-11 0,-9-2 7 16,9 2-2-16,-9-2 14 0,5 5-8 0,-5-5 6 15,9 4-13-15,-9-4 11 0,6 6 1 0,-2-4-4 16,-4-2-3-16,8 7 3 0,-3-4-1 0,-5-3 1 16,6 7-27-16,-3-2-22 0,-1 0-21 0,-2-5-24 15,4 9-72-15,-3-4-181 0,3 0 80 0</inkml:trace>
  <inkml:trace contextRef="#ctx0" brushRef="#br0" timeOffset="166280.79">26582 4305 121 0,'0'0'118'0,"-4"-6"-5"15,4 6 7-15,-2-7-19 0,2 7-5 0,0 0-8 16,-5-7-12-16,5 7-6 0,0 0-5 16,0 0-3-16,-2-5-6 0,2 5-16 0,0 0-4 15,0 0-2-15,0 0-12 0,0 0 10 0,0 0-12 16,0 0 11-16,0 0-16 0,0 0 2 0,0 0-7 16,0 0-3-16,0 0 0 0,2 24-2 0,3-13 3 15,-1 6-4-15,0 0-1 0,1 2 8 0,2 5-6 16,0 2 9-16,-3 4-2 0,1 0-8 0,1-2 7 15,1 3 5-15,-4-4-7 0,1 1 4 0,0-2 3 16,-1 3-10-16,1-3 3 0,-2-7 2 0,0 0-1 16,1 1-5-16,4-3 0 0,-5 0 12 0,0-1-14 0,0-4 4 15,1 1-2-15,-1-2-6 0,0-1 11 16,-2-1-9-16,2 1 6 0,0-3 4 0,0-1-8 16,-2-6-1-16,1 10 3 0,1-5 1 0,-2-5-13 15,2 8-5-15,-2-8-11 0,0 0-12 0,0 0-21 16,0 7-23-16,0-7-19 0,0 0-119 0,0 0-235 15,0 0 104-15</inkml:trace>
  <inkml:trace contextRef="#ctx0" brushRef="#br0" timeOffset="166711.91">26547 4693 37 0,'0'0'126'0,"0"0"-8"0,0 0-11 16,0 0-3-16,0 0-14 0,0 0-11 0,0 0-17 15,0 0 6-15,0 0-15 0,0 0-4 0,0 0-2 16,0 0-6-16,0 0 4 0,22 26-7 0,-17-14-3 16,3 0 9-16,4 4-19 0,-3-2 5 0,-1 2-3 15,1-2-6-15,1 1 0 0,1-1-5 0,-5-3-2 16,4 2 10-16,1 1-5 0,-5-4-3 0,1 1-1 15,0-3 7-15,0 1-10 0,-1 1 4 0,-1-3-1 16,1 0-6-16,0-1 0 0,-2-1 1 0,3 1-2 16,-5-2-1-16,2 0 2 0,-4-4 6 0,7 7 5 15,-7-7 6-15,7 4 8 0,-7-4 9 0,0 0 11 16,6 1 11-16,-6-1-4 0,0 0-3 0,7-10-8 16,-1 2-5-16,-1-2-5 0,5-3-7 0,-2-2 1 15,1 1-8-15,3-10-1 0,-4 6-3 0,3-5-3 16,-1 7-3-16,-5-2 3 0,3 0-8 0,-3 1 0 15,3 0-1-15,-2 3-3 0,0 3 2 0,-2 0-3 16,-1 3-2-16,-1 2-14 0,-2 6-12 0,4-13-32 16,-4 13-17-16,5-8-28 0,-5 8-26 0,0 0-23 15,5-8-139-15,-5 8-312 0,0 0 139 0</inkml:trace>
  <inkml:trace contextRef="#ctx0" brushRef="#br0" timeOffset="167107.87">26942 4582 27 0,'0'0'141'16,"0"0"0"-16,0 0-8 0,0 0 3 0,0 0-23 16,0 0-10-16,0 0-8 0,0 0-12 0,0 0-8 15,-2-12-14-15,2 12-9 0,0 0-6 16,0 0-3-16,0 0-7 0,0 0-4 0,0 0 1 16,0 0-8-16,0 0 0 0,0 0-4 0,0 0-2 15,9 34 0-15,-7-25 0 0,2-1 0 0,-2 2-2 16,0 1-8-16,4 0 5 0,-2 2-2 0,-2-2 2 0,2 1-1 15,-1 0 1-15,-1 2-2 0,0 0-5 16,0-2 5-16,2 0-3 0,-3 0-1 0,1-2-1 16,0 1 3-16,3 1-2 0,-5-2-2 0,4 2 0 15,-3-1-10-15,1-1-25 0,4-2-30 0,-4 2-21 16,-2-10-27-16,2 15-23 0,-2-7-81 0,0-8-230 16,-4 10 102-16</inkml:trace>
  <inkml:trace contextRef="#ctx0" brushRef="#br0" timeOffset="167699.66">27101 4688 23 0,'0'0'92'0,"0"0"-16"15,0 0-9-15,0 0 2 0,0 0 1 0,11 14-4 16,-11-14 1-16,2 16-1 0,-2-16-4 0,4 13-7 15,-3-3 3-15,2 0-10 0,-3-1 9 0,0-9-3 16,2 15-9-16,-2-15-2 0,4 13-3 0,-4-13-6 16,0 8 5-16,0-8 6 0,0 0 8 0,2 10 12 15,-2-10 13-15,2 4 12 0,-2-4 8 0,0 0 10 16,0 0 3-16,0 0-12 0,0 0-7 0,0 0-12 16,0 0-7-16,0 0 0 0,0 0-12 0,-18-21-12 15,14 13-1-15,2-1-6 0,-1-3-6 0,1 2-4 16,0-4-1-16,0 2-7 0,-2 0-3 0,4 12-5 15,2-23 1-15,0 12-8 0,0 3 0 0,-2 8-3 16,3-14 1-16,-3 14-8 0,6-10 1 0,0 6-6 16,-6 4 2-16,14-2 4 0,-14 2 0 0,16 1-6 15,-4 3 1-15,-1 1 2 0,3 2 2 0,-4 0 0 16,3 5-2-16,1-1-1 0,-3-3-4 0,-1 2 4 16,-1-1 0-16,-3 0 1 0,1 1 3 0,3-5 0 15,-6 4 0-15,0-5-2 0,-2 2-1 0,1 0 1 16,-3-6 3-16,2 7 5 0,-2-7-1 0,0 0-2 15,4 7 5-15,-4-7 2 0,0 0-5 0,0 0-8 16,0 0 4-16,0 0-2 0,0 0 1 0,-15-22-2 16,13 17-2-16,-4-5-2 0,4 1-12 15,-2-1 2-15,4-6-3 0,0 4 1 0,4 1 4 16,-2-1-4-16,3 2 4 0,0 0 1 0,2 1-2 0,-1 2 0 16,-2 1 1-16,1 2-3 0,2 1 4 0,-7 3-5 15,11-3 8-15,-3 3-6 0,-8 0 5 0,15 3 0 16,-6 3 3-16,-1 1-1 0,0 1 3 0,0 2-4 15,-1 1 1-15,1 0 1 0,-2 0-9 0,0 0-17 16,-3 0-12-16,1 3-23 0,-2-2-19 0,2 3-30 16,-3-4-28-16,0 0-143 0,-2 0-311 0,1-11 138 15</inkml:trace>
  <inkml:trace contextRef="#ctx0" brushRef="#br0" timeOffset="168107.75">27488 4714 106 0,'0'0'93'0,"0"0"6"0,0 0-15 15,7 22-8-15,-7-16-4 0,1 2 9 0,-1-8-25 16,3 13 2-16,-3-13 2 0,-2 9-5 0,2-9-3 16,2 10 2-16,-2-10-10 0,-2 7 12 15,2-7 12-15,0 0 20 0,2 7 17 0,-2-7 12 16,0 0-2-16,0 0-12 0,0 0-8 0,0 0-6 0,0 0-3 15,0 0-6-15,-14-15-6 0,14 15-8 0,-5-12-8 16,1 6-3-16,4-6-6 0,-2 2-4 16,0-2-9-16,2-3-1 0,0 1-8 0,2-1 2 15,0-2-9-15,1 0 1 0,-1 5-5 0,0 0 2 16,0 1-4-16,3 3-3 0,-5-2-1 0,3 3-5 16,-3 7-4-16,2-8 1 0,-2 8-7 0,6-5 5 0,-6 5-3 15,11 1 0-15,-11-1-2 0,14 6 1 0,-6 1-1 16,-3 2 6-16,5-1-5 0,-4 3 1 0,1-1 1 15,-1 0 7-15,1 2-10 0,-2-1 4 0,0 0-2 16,-1 0 4-16,3 0-1 0,-3 0 2 16,0-1-2-16,0 0-2 0,-1 0-19 0,0 0-19 15,-1-4-23-15,0 2-22 0,0 1-17 0,-2-9-33 16,6 11-25-16,-5-7-29 0,-1-4-104 0,0 0-316 16,-7 15 140-16</inkml:trace>
  <inkml:trace contextRef="#ctx0" brushRef="#br0" timeOffset="168259.62">27494 4764 105 0,'0'0'139'0,"0"0"-7"16,0 0-13-16,0 0-14 0,0 0-7 0,0 0-18 16,0 0-23-16,0 0-39 0,28-9-45 0,-16 7-45 15,-1-1-54-15,3 1-136 0,-2-3 60 0</inkml:trace>
  <inkml:trace contextRef="#ctx0" brushRef="#br0" timeOffset="181557.68">26551 5970 70 0,'0'0'113'0,"0"0"-4"0,0 0-4 0,0 0-7 16,0-13-6-16,0 13-10 0,0 0 0 0,0 0-3 16,0 0-14-16,0 0-5 0,0 0-5 0,0 0 2 15,0 0-9-15,-2-7-3 0,2 7-3 0,0 0 2 16,0 0-8-16,0 0-8 0,0 0-1 0,0 0-1 16,0 0-9-16,0 0 2 0,0 0-3 0,0 0-1 15,0 0-3-15,0 0-1 0,0 0-5 0,0 0 3 16,0 0-2-16,0 0 4 0,0 0-6 0,0 0 7 15,0 0-9-15,0 0 7 0,0 0-7 0,0 0 6 16,0 0-1-16,0 0-4 0,0 0 1 0,0 0-7 16,0 0 4-16,0 0 1 0,0 0-4 0,0 0 2 15,0 0-1-15,0 0-3 0,0 0-1 0,0 0 8 16,0 0-10-16,0 0 5 0,0 0-3 0,0 0 4 16,0 0-3-16,0 0 3 0,4 24-4 0,-4-24 5 15,2 14-1-15,0-9 0 0,0 3 3 0,-2-1 5 16,0 3-7-16,1-4 1 0,4 4-3 0,-5-3 3 15,0 1-10-15,0 2 4 0,4-5 5 0,-2 5 1 16,-2-2-6-16,3-1 11 0,-3 0-7 0,2-1 3 16,0 1-2-16,0-1-4 0,-2-6 0 0,0 13 8 15,4-7-5-15,-4-6 5 0,0 8-7 0,0-8 11 16,3 8-7-16,-3-8-2 0,0 0 0 0,2 7 7 16,-2-7-1-16,0 0-6 0,0 0 1 0,0 7 3 15,0-7 2-15,0 0-3 0,0 0-1 0,0 0 0 16,0 0-4-16,5 5-4 0,-5-5-14 0,0 0-12 15,0 0-7-15,0 0-13 0,0 0-17 0,0 0-21 16,0 0-29-16,0 0-74 0,0 0-209 0,0 0 93 16</inkml:trace>
  <inkml:trace contextRef="#ctx0" brushRef="#br0" timeOffset="181890.55">26542 5976 61 0,'4'-3'62'0,"5"0"-11"0,1 2 0 15,-1-1-3-15,1 0-5 0,4 4 4 0,-1-2 3 16,1 3-9-16,-1 0 0 0,1 3 2 0,0 1-1 15,-1 2 7-15,1 2-6 0,-3 1-9 0,-1-5 2 16,2 7-3-16,-1 1-5 0,-2 1 7 0,-2-6-9 16,0 5-8-16,-3-1 7 0,1 1-8 0,-3 1 6 15,-2-2-6-15,0-2 1 0,-2-1 7 0,-5 5-8 16,0-3-2-16,-6 2-5 0,-1-2 2 0,-6 3 2 0,-3-1-5 16,4-4-13-16,-8-1-12 0,0 1-23 15,-1-2-9-15,3 0-23 0,4-4-80 0,-6 0-165 16,4-3 73-16</inkml:trace>
  <inkml:trace contextRef="#ctx0" brushRef="#br0" timeOffset="185965.34">24868 4940 56 0,'0'0'155'16,"0"0"-8"-16,0 0-8 0,0 0-11 0,0 0-9 0,0 0 3 15,0 0-14-15,0 0-1 0,0 0-10 0,0 0-7 16,0 0-8-16,0 0-7 0,0 0-11 0,0 0-4 15,0 0-5-15,0 0-4 0,0 0-7 0,0 0-9 16,0 0-1-16,0 0 0 0,0 0-4 16,0 0-4-16,0 0 0 0,0 0-7 0,0 0 3 15,0 0 1-15,0 0-9 0,0 0-3 0,0 0 1 0,0 0-4 16,0 0 0-16,0 0 0 0,0 0 1 0,0 0-4 16,0 0 1-16,0 0-3 0,0 0 7 15,0 0-5-15,0 0-5 0,0 0 1 0,0 0 1 16,0 0 1-16,0 0-3 0,0 0 3 0,0 0-2 15,0 0-1-15,0 0-1 0,0 0-6 0,0 0-8 0,0 0-12 16,0 0-5-16,0 0-12 0,0 0-15 0,0 0-22 16,0 0-20-16,0 0-19 0,0 0-5 0,0 0-6 15,0 0-88-15,0 0-238 0,0 0 105 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8T10:38:46.2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26607 6067 11 0,'2'-10'67'0,"0"6"-1"16,-2 4-4-16,1-9-9 0,-1 9 10 15,4-10-2-15,-4 10-9 0,0-10-4 0,0 4-7 0,0 6 4 16,2-10-5-16,-2 10 9 0,0 0 8 0,2-9-10 16,-2 9-1-16,0-8 13 0,0 8-18 0,0 0 0 15,0-10-7-15,0 10-9 0,0 0 8 0,0-11 5 16,0 11 0-16,0 0-4 0,-4-10 1 16,4 10 4-16,0 0-4 0,-2-7 6 0,2 7-5 0,0 0-5 15,0 0 11-15,-2-7 0 0,2 7-11 0,0 0 0 16,0 0 0-16,0 0 8 0,-1-8-10 0,1 8-4 15,0 0-8-15,0 0 6 0,0 0-4 0,0 0-3 16,0 0 2-16,0 0 2 0,0 0-3 0,0 0-3 16,0 0-2-16,0 0 1 0,0 0-1 0,0 0-4 15,-4-7-1-15,4 7 0 0,0 0-2 0,0 0 1 16,0 0-3-16,0 0-1 0,0 0-1 0,0 0-2 16,0 0-2-16,0 0 6 0,0 0-3 0,0 0 1 15,0 0-1-15,0 0-3 0,0 0 3 0,0 0 1 16,0 0-3-16,0 0 3 0,0 26-2 0,0-26-1 15,-2 10 1-15,2-10 6 0,0 11-9 0,-2-5 5 16,2-6-2-16,0 13 1 0,0-7-3 0,0 2 12 16,2 2-9-16,-2 0-3 0,0 1 2 0,2 0-1 15,-2-1 1-15,2 1 1 0,0 0-3 0,-2 0 3 16,0 2-1-16,0-3 3 0,0 3 2 0,0 0-3 16,0-1 2-16,-2 1-2 0,2 0-5 0,-2-1 4 15,2 4 3-15,-2-4 0 0,0-1-1 0,2 3 2 16,-2-2-5-16,2 0 6 0,-2-1-7 0,1-2 2 15,1 2 2-15,0-1 1 0,1-1-3 0,1-2 2 16,0 0-4-16,-2-7 5 0,0 11-4 0,2-5 6 16,-2-6-1-16,2 10-2 0,-2-10 4 0,2 7-5 15,-2-7 1-15,2 7 0 0,-2-7-3 0,1 6-2 0,-1-6-8 16,0 0-8-16,0 0-10 0,0 0-4 0,4 6-8 16,-4-6-11-16,0 0-18 0,0 0-20 15,0 0-14-15,0 0-17 0,0 0-100 0,0 0-239 16,0 0 106-16</inkml:trace>
  <inkml:trace contextRef="#ctx0" brushRef="#br0" timeOffset="499.88">26398 6063 84 0,'0'0'87'0,"5"-8"-14"0,2 4-1 0,-3 0-8 16,3 0-3-16,-1 0-2 0,-6 4-10 16,14-5 7-16,-9 0-7 0,-1 3 3 0,-4 2-13 15,13-5 1-15,-5 4 5 0,-2-1 0 0,-1 0-8 16,-5 2 5-16,13-3 2 0,-6 2-5 0,2-2 0 15,2 3-6-15,1-2 3 0,0 2 1 0,-1-2-6 16,1 2 3-16,-1 0-3 0,-2 2-4 0,1 0 7 16,2-1-11-16,-3 1 0 0,-1-1-3 0,2 3 1 15,-3-1-8-15,0-2 0 0,0 2 5 0,2 3-6 16,-3-3-2-16,1 5 1 0,3-1 2 0,-4 0 2 16,1-2-5-16,-1 4 0 0,-1-1-1 0,2 0-1 0,-3 1 2 15,1 1 0-15,-1 0-3 0,-2 0 8 16,2 2-6-16,-1-2 4 0,-3 0-9 0,2 5 1 15,-2 0 4-15,-2-3 1 0,-3 6-1 0,1-1 9 16,-7-1-1-16,-1 1 4 0,-3 5-9 0,1-6 5 0,-3 3-5 16,-2-1 3-16,2-5-8 0,1 0 3 0,0 1-7 15,-2-3 0-15,0 1-5 0,2-3-1 16,0 0-6-16,1 0-2 0,-3-3-4 0,9 2-5 16,-2-3-14-16,-1 1-8 0,3-6-12 0,3 4-8 15,2-1-19-15,4-3-17 0,-10 4-36 0,10-4-73 0,0 0-223 16,0 0 98-16</inkml:trace>
  <inkml:trace contextRef="#ctx0" brushRef="#br0" timeOffset="1297.83">26562 6070 24 0,'0'0'108'16,"-3"-10"-11"-16,3 10-8 0,-4-7-4 0,4 7-5 16,-4-6 4-16,4 6-3 0,0 0-8 0,-2-6-5 15,2 6 7-15,0 0-12 0,0 0-5 0,-3-7-9 16,3 7-14-16,0 0-1 0,0 0-3 0,0 0-5 15,0 0-1-15,0 0-9 0,0 0 4 0,0 0-3 16,0 0-6-16,0 0 4 0,0 0-6 0,0 0-3 16,0 0 2-16,0 0 0 0,5 22-3 0,-3-14 1 0,2 3 3 15,-2 3-1-15,4-4-4 0,-4 6-4 0,2 0 2 16,-1 3 2-16,1 0-1 0,2 0-1 16,-3 0 7-16,1-2-5 0,-1 1 3 0,1-1-4 15,-1 0-1-15,-1-1 6 0,-2 2-5 0,0-7 0 16,2 3-15-16,0-4-14 0,-2 2-10 0,-2-1 2 0,0-2-4 15,2 1-7-15,-2-2-8 0,-1-1-13 16,3 1-10-16,-4-2-14 0,4-6-61 0,-5 11-162 16,0-7 72-16</inkml:trace>
  <inkml:trace contextRef="#ctx0" brushRef="#br0" timeOffset="1650.36">26538 6006 13 0,'0'-9'108'0,"0"9"-13"0,0-8-14 15,0 8-7-15,4-7-7 0,-4 7-6 0,9-5-2 16,2 2-8-16,1 3-7 0,1 0 1 0,7 2-5 15,-2-1 3-15,0 3-7 0,2 1-3 0,-2 1 1 0,0-1-12 16,-3 4 4-16,-1 2-1 0,-1-1-5 0,-1 4 3 16,-5-1-4-16,-3-1 2 0,0 4 0 15,-4 1 4-15,-4 0-5 0,-2 5-3 0,-8 1 6 16,3-7 0-16,-8 8-1 0,0-4 0 0,-4-3 1 16,0 2-1-16,-1-3-5 0,-2-1 0 0,1-2-1 0,0 0-12 15,0-2-4-15,5-2-11 0,2-2-12 16,-3-1-2-16,4 2-17 0,1-2-20 0,5-3-15 15,0 1-18-15,1 0-69 0,4-2-175 0,6-2 77 16</inkml:trace>
  <inkml:trace contextRef="#ctx0" brushRef="#br0" timeOffset="133212.9">12345 7705 25 0,'0'-10'33'0,"0"10"-4"0,0 0 6 15,-2-11-6-15,2 11-7 0,2-7 1 0,-2 7-1 0,0 0-1 16,0-12-4-16,0 12-3 0,0-8-5 0,0 8 3 16,0-7-2-16,0 7-2 0,0 0-2 15,-2-12 3-15,2 12-1 0,0 0 0 0,-3-9 0 16,3 9-7-16,-1-9 3 0,1 9 0 0,-3-7 2 0,3 7-2 15,0 0 4-15,0-10-3 0,0 10 9 0,-5-6-9 16,5 6 4-16,0 0 3 0,-4-7 4 0,4 7 4 16,-2-7-3-16,2 7 2 0,0 0-6 0,-3-7 0 15,3 7 7-15,0 0 7 0,-9-6-3 0,9 6-2 16,0 0-1-16,-4-5 6 0,4 5-2 0,0 0-9 16,0 0 7-16,0 0-10 0,0 0 5 0,0 0-11 15,0 0 8-15,-4-4-8 0,4 4 6 0,0 0-9 16,0 0 1-16,0 0 0 0,0 0 3 15,0 0-8-15,0 0 4 0,0 0 1 0,0 0-7 0,0 0 10 16,0 0-2-16,0 0-4 0,23 9 0 0,-10-6 15 16,4 2-2-16,2-2-5 0,8-1 3 0,6 0-3 15,5-4-1-15,16 1 18 0,5-2 6 0,5-4-2 16,2-4-3-16,30-5-4 0,-4 2 2 0,-27 5-3 16,27-4-10-16,-25 3 6 0,-6 1-2 0,0 0-9 15,2 0 5-15,0 2-1 0,-3 3-1 0,-3-3-6 16,-5 5 6-16,-15-1-9 0,3 1 4 0,-3 0-8 15,-3 1 1-15,0-1 8 0,-5 1-7 0,2-3-3 16,-4 0 3-16,-9 3-3 0,2-3 7 0,-2 1-9 16,-4 0-2-16,-1 0 5 0,1-1-7 0,1-1-12 15,-3 1-5-15,-1 0-13 0,0-2-20 0,0 3-13 16,-6-1-26-16,3 1-51 0,-3-2-160 0,6 0 71 16</inkml:trace>
  <inkml:trace contextRef="#ctx0" brushRef="#br0" timeOffset="133581.84">15536 6822 73 0,'0'0'126'0,"-10"-5"-21"0,10 5 10 0,-8-3-19 16,8 3-4-16,0 0-11 0,-8-5-2 0,8 5-10 0,0 0-7 15,0 0-12-15,0 0 1 0,0 0-21 0,26 4 15 16,-4-3-3-16,6 0-8 0,4-1-4 16,5-1 1-16,15 0-5 0,3 1 2 0,3-6 3 15,5 1-1-15,27-5-5 0,-1-4 6 0,0 0 0 0,0 0-1 16,-25 3 0-16,27-5-2 0,-30 8-3 15,1-2 6-15,-2 1-14 0,-6 2 3 0,-16 0-6 16,0 3-5-16,-4 0-5 0,-3 2 6 0,-5-1-22 16,-6 1-7-16,-2 0-23 0,-8 1 0 0,0 1-5 0,-1-1-4 15,-9 1-7-15,11 0-13 0,-11 0-21 0,6-4-108 16,-6 4-216-16,0 0 96 0</inkml:trace>
  <inkml:trace contextRef="#ctx0" brushRef="#br0" timeOffset="134204.18">13052 6154 15 0,'-14'-3'71'15,"14"3"-3"-15,0 0-10 0,-8-2 4 0,8 2-2 0,0 0-2 16,-7-3 0-16,7 3 3 0,0 0-12 0,0 0 2 16,-9-2-9-16,9 2-3 0,0 0-8 0,0 0 2 15,0 0-13-15,0 0 7 0,0 0-5 16,-11 0-11-16,11 0 6 0,0 0-6 0,0 0 1 15,0 0-3-15,0 0 5 0,0 0-7 0,29-4-2 0,-11-2 10 16,12 0 3-16,7-3-11 0,1 1-3 0,15-3-3 16,1-2 5-16,6 3-11 0,1-1-13 0,0 0-12 15,4 2-18-15,0 0-23 0,2 1-61 16,-2 4-143-16,27-6 63 0</inkml:trace>
  <inkml:trace contextRef="#ctx0" brushRef="#br0" timeOffset="134447.04">15696 5732 47 0,'20'0'51'16,"7"-1"-6"-16,8-1-4 0,-2 0-8 0,4 0-6 0,13 1-25 15,1-1-43-15,-13-1-45 0,16-1 19 0</inkml:trace>
  <inkml:trace contextRef="#ctx0" brushRef="#br0" timeOffset="142182.76">16763 8858 32 0,'0'0'35'0,"0"0"-2"0,0 0-4 0,0 0 4 16,0 0-6-16,0 0-1 0,0 0-4 0,0 0-5 15,0 0 2-15,0 0-2 0,0 0-3 0,0 0-3 16,0 0-2-16,0 0 2 0,0 0 0 0,0 0-4 0,0 0 3 16,0 0-2-16,0 0 5 0,0 0-3 0,0 0-4 15,0 0-2-15,0 0 5 0,0 0-4 16,0 0 9-16,0 0-2 0,0 0 3 0,0 0-1 15,0 0 12-15,0 0-4 0,0 0 8 0,0 0-7 16,0 0 2-16,0 0 0 0,0 0-2 0,0 0 0 16,0 0 1-16,0 0 2 0,0 0 6 0,0-9-4 0,0 9-4 15,0 0 5-15,0 0-7 0,0 0 6 16,0 0-2-16,0 0 3 0,0 0-5 0,0 0 2 0,0 0 0 16,0 0 0-16,0 0-10 0,0 0-6 0,0 0 0 15,0 0 1-15,0 0-2 0,0 0-7 0,0 0 3 16,0 0 1-16,0 0 1 0,0 0-10 15,1 24 7-15,2-13-1 0,-2 1 0 0,1 5 1 0,1 1 8 16,-1 0-1-16,0 1 5 0,-1 0-9 0,2 0-3 16,-2-1-4-16,2 1 6 0,-2-1-5 0,0 2 9 15,0-1-2-15,-1 0-1 0,3-1 6 0,-3 0-12 16,3-2 10-16,-2-1-4 0,0-2-2 16,-1-2 4-16,3 1-9 0,-1-1 10 0,-2 0-8 0,0-1 2 15,0-3-6-15,1 1 5 0,-1-8-5 0,0 12 2 16,0-6 0-16,0-6 7 0,2 12-12 0,-2-12 2 15,0 8 6-15,0-8-6 0,0 8-3 0,0-8-10 16,0 0-5-16,0 0-15 0,0 0-18 0,0 0-18 16,0 0-22-16,0 0-68 0,0 0-175 0,0 0 77 15</inkml:trace>
  <inkml:trace contextRef="#ctx0" brushRef="#br0" timeOffset="142542.56">16717 8942 56 0,'0'-16'98'16,"2"0"-4"-16,1-1-5 0,1 6-1 0,2-4-10 16,2 2-12-16,-1 2 1 0,2 1-16 0,0 2-1 15,5-2 1-15,-3 7-14 0,1 0 2 0,-1 1-4 16,2 4-14-16,-2-1 9 0,0 4-6 0,0 4 4 16,1 2-4-16,-3 2-2 0,-2-1-6 0,0 2 4 0,-2 3-1 15,-3 0-12-15,-1 0 6 0,-2 0-7 16,-3-1-1-16,-2 0 16 0,-1 0-16 0,-2-1 13 15,0-2-8-15,-3 0 9 0,1-1 0 0,-3-1 7 16,4-5-5-16,2 1 12 0,1-3 10 0,-3 1 10 0,3-2-3 16,7-3 0-16,-10 7-9 0,10-7-2 0,-10 1-8 15,10-1 3-15,-7 3-1 0,7-3-6 16,0 0-6-16,-7 1 0 0,7-1-7 0,0 0-2 16,0 0-5-16,0 0 3 0,0 9-4 0,0-9-1 15,6 9 6-15,0-4-5 0,2 3 8 0,0-1-13 0,2 3-12 16,4 0-10-16,-1-1-14 0,-3-2-5 0,8 5-18 15,-4-4-14-15,4 0-12 0,-2 0-8 16,0-1-9-16,0 0-7 0,0-2-95 0,-5 0-219 0,3-5 98 16</inkml:trace>
  <inkml:trace contextRef="#ctx0" brushRef="#br0" timeOffset="142791.5">17100 9103 82 0,'0'0'110'0,"4"-8"-13"0,-4 8-1 0,0 0-14 15,6-4 0-15,-6 4-4 0,0 0 0 0,0 0-14 16,9 16 11-16,-6-11-5 0,-2 6 1 0,0 1-5 16,2 4 3-16,-2-2-4 0,2 2-3 0,-3-1-14 15,1 2 5-15,2-4 1 0,-3 0-7 0,1-2 3 16,0 0-10-16,2 2 3 0,-1-1-7 0,2-1-4 16,0 1-4-16,0-2-1 0,1 3 1 0,1-3-4 15,1 2 0-15,-2-3-3 0,3-1-1 0,-2 2-9 16,0-3 6-16,4 0-6 0,-1 1-6 0,1-2-16 15,1 0-18-15,-1-1-37 0,2 1-22 0,2-3-23 16,4-3-34-16,-3 2-91 0,3-4-256 0,2 1 113 0</inkml:trace>
  <inkml:trace contextRef="#ctx0" brushRef="#br0" timeOffset="143644.7">17567 9181 60 0,'0'0'134'0,"0"0"-14"0,-8 3-7 16,8-3 0-16,1 9-6 0,-1-9-11 0,4 17-7 16,-3-5 4-16,2-1-9 0,2 2-13 0,-1 2-3 15,-3 2 3-15,-1-2-15 0,1 1 3 0,1-3-7 0,-2-3-7 16,-2 0-4-16,2 0 7 0,0-3-11 15,0-7 15-15,0 12 5 0,0-12 8 0,-1 7 14 0,1-7 8 16,0 0 8-16,-1 9-1 0,1-9-4 16,0 0-14-16,0 0-4 0,0 0-3 0,0 0-2 0,0 0-6 15,0 0-8-15,-13-24-6 0,12 13-5 0,0-1-4 16,2 0-6-16,-1-1-3 0,1-5-4 16,3 7-5-16,2-4 0 0,1-2-6 0,0 2 0 0,2 1-1 15,0 0-3-15,3 2-2 0,-1 0 0 0,1 6-2 16,-1 0-4-16,1 2 0 0,-1 1 3 0,3 4-3 15,-2 1 3-15,1-1-7 0,-1 2 2 0,-1 4-3 16,-1-2 2-16,0 4-4 0,-2-4 5 0,-2 2-2 16,1 0 2-16,-1 0-2 0,-1-1-2 0,-1-2 3 15,-2 3 5-15,-2-7-4 0,3 10 3 0,-2-5-3 16,-1-5 3-16,0 0 1 0,3 7 3 0,-3-7-5 16,0 0 4-16,0 0-3 0,0 0 3 0,0 0-3 15,0 0-1-15,0 0-2 0,0 0 2 0,-9-22-4 16,9 12-3-16,1 0-3 0,2-3 1 0,1 1-2 15,2-5 5-15,4 3-6 0,-1-2 2 0,1 4-2 16,3-4 0-16,0 7 0 0,-4 2 0 0,1 1 0 16,-4 4 2-16,5 0-2 0,-11 2 0 0,17 6-2 15,-6-2 1-15,-2 3 4 0,1 1-2 0,0 3-1 16,-1 3-5-16,-1-3-19 0,-1 4-29 0,1 1-6 16,0-1-25-16,-4-5-20 0,4 0-14 0,-1 1-8 15,1-3-9-15,-1-1 8 0,3-2-5 0,2-1 6 0,-2-1 1 16,4-3 10-16,-2-2 15 0,0 1 13 15,0-4 10-15,0-1 19 0,-1-1 14 0,-1-1 12 16,4-3 20-16,-3-3 16 0,-2 4 19 0,-2 0 1 16,1-3 13-16,-3 0 15 0,-1 2 6 0,-2 0 22 0,1 1-11 15,-3 1 10-15,-1 2 0 0,1 7 0 16,-4-13-11-16,0 9-3 0,4 4-6 0,0 0-3 16,-19 7-2-16,10-1-5 0,-1 2-1 0,-3 6 2 15,0 0-8-15,-3 5-2 0,5-3-3 0,1-1-3 0,1 1-1 16,4-4 3-16,1-1-12 0,0 0 5 15,3-2-2-15,1-2-6 0,0-7 2 0,4 11 0 0,0-6-2 16,3-1 6-16,1-4-13 0,0 2-1 0,2-4-6 16,1 2 3-16,1-5-2 0,0 0 0 0,0 1 2 15,0-2-3-15,-1 0 2 0,1 0-6 0,-2 2 12 16,-1-1-6-16,-3 4-3 0,1-2 1 0,-7 3-3 16,10-1 2-16,-10 1 0 0,10 5 4 15,-6-1-3-15,-4-4 3 0,9 9-11 0,-4-1-15 0,0 1-33 16,3 1-24-16,-3-1-31 0,0-1-17 0,0-2-115 15,-1 0-266-15,1-1 118 0</inkml:trace>
  <inkml:trace contextRef="#ctx0" brushRef="#br0" timeOffset="143992.04">18409 9109 91 0,'0'0'187'0,"-2"-10"-10"0,2 10-19 0,2-8-18 0,-2 8-12 15,0 0-18-15,2-5-12 0,-2 5-7 0,0 0-9 16,0 0-10-16,16 10-6 0,-9-6-6 0,1 1-5 16,1 0-2-16,-2-2-10 0,1 3-7 0,-1-1-20 15,-1-1-18-15,1-3-16 0,-2 3-21 0,-5-4-17 16,12 8-18-16,-6-7 2 0,-6-1-7 0,9 4 4 16,-9-4 1-16,8 1 8 0,-8-1 10 0,0 0 3 15,12-4 6-15,-12 4 10 0,6-8 6 0,-6 8 10 0,4-9 11 16,-1 3 10-16,-2-1 2 0,3 1 24 15,-2 0 15-15,-2 6 6 0,2-8 0 0,-2 8 16 16,0 0 9-16,0 0-8 0,-2-12-7 0,2 12-5 16,0 0-5-16,0 0 1 0,0 0-1 0,-16 18-4 15,9-7-2-15,-4 3-5 0,1 1-3 0,1 2-5 16,0 1-3-16,0-3-6 0,1 0-7 0,2-4-19 16,1 1-34-16,2-2-20 0,-1-1-37 0,4-1-28 15,0-1-103-15,0-7-247 0,5 10 110 0</inkml:trace>
  <inkml:trace contextRef="#ctx0" brushRef="#br0" timeOffset="144242.84">18953 8974 118 0,'5'-3'156'0,"-5"3"-7"0,7-7-22 0,-7 7-10 15,7-3-13-15,-7 3-11 0,8-1-21 16,-8 1-21-16,0 0-16 0,15 5-24 0,-9-2-22 0,-3 2-20 15,1 0-2-15,0 0-18 0,-3 2 1 0,1 3-5 16,-2-1 2-16,0 0 14 0,-2-1-1 0,-1 4 9 16,-3-3 10-16,1 2 5 0,1-1 16 15,-1-2 3-15,-1 2 1 0,1-3 9 0,2-1-5 16,2 1 5-16,1-7 3 0,-3 9-3 0,3-9-4 0,6 11 5 16,-1-9-3-16,4-1-11 0,7-1-14 0,5-5-27 15,7 0-68-15,2-4-118 0,4-2 53 0</inkml:trace>
  <inkml:trace contextRef="#ctx0" brushRef="#br0" timeOffset="145305.81">19724 9349 1842 0,'-37'10'30'0,"-1"0"6"0,7-2-13 16,0-2-9-16,11-2 0 0,7-1-5 0,3-3 2 16,0 1 1-16,6 1 0 0,4-2 5 0,0 0 8 0,0 0 8 15,52-14 1-15,-14 6 2 0,24-4-2 16,31-6 3-16,2 0-4 0,-3 6-1 0,-2-2-6 0,1 4-1 16,5-3 1-16,-4 2-5 0,1 2-2 15,-26 6-3-15,25-6-8 0,-28 9-15 0,1-3-15 0,-3 3 3 16,-3-3-23-16,-2 0-13 0,-1 5-2 0,-4-1-7 15,-1-1 9-15,-11 1-4 0,-3-3-15 16,-1-1-25-16,-4 2-14 0,-4-1 4 0,-7 1 1 16,-3-1-15-16,0-1-114 0,-6 2-256 0,-1-4 113 0</inkml:trace>
  <inkml:trace contextRef="#ctx0" brushRef="#br0" timeOffset="152243.07">19885 8695 107 0,'-1'-9'122'16,"-1"2"-1"-16,2 7-6 0,-1-15-7 0,1 15-23 16,-4-6 2-16,4 6-17 0,0 0-7 0,-1-8-3 15,1 8-12-15,0 0-4 0,0 0 4 0,0 0-15 16,0 0-1-16,0 0-1 0,19 23 0 0,-10-9-8 15,0 0 5-15,0 3-3 0,0 0 5 0,2 2-9 16,-3-2-8-16,5 5 5 0,-5-5-3 0,2-3-8 0,-3 3 6 16,1-4-2-16,1 1 4 0,-4-4-7 15,0 2 2-15,2-2-2 0,-2-2 0 0,0 2-2 16,1-3-1-16,-2-1 0 0,-1-1 4 0,-1 0 0 16,-2-5-2-16,4 5 0 0,-4-5 14 0,4 5 11 15,-4-5 19-15,0 0-3 0,0 0-7 0,0 0-5 16,0 0-1-16,5-28-1 0,-2 13-5 0,0-3-4 15,0-7 0-15,2-1 4 0,-2-3-6 0,0 1 0 16,3 0-2-16,-1-2-1 0,5 1-9 0,-4 1 0 16,3 0 1-16,-2 2-1 0,2 0 0 0,-3 2 0 0,-1 7-5 15,0 2 2-15,0 5-3 0,-3 6-1 16,1-3-11-16,-3 7-18 0,2-9-27 0,-2 9-21 16,0 0-7-16,0 0-2 0,0 0-16 0,0 0-12 0,6 20-17 15,-6-4-113-15,-4 1-259 0,2 2 116 0</inkml:trace>
  <inkml:trace contextRef="#ctx0" brushRef="#br0" timeOffset="152552.09">20245 8891 71 0,'8'5'130'0,"-8"-5"-21"0,4 4-17 0,-4-4-6 16,6 3 11-16,-6-3-12 0,8 5-2 0,-3-2 3 15,3 0-2-15,-1-1-12 0,1 0-1 0,2 2 0 16,3-4-1-16,-4 1-2 0,1-2-9 0,3 1 4 16,0-2-5-16,-2 0-7 0,1-3-5 0,-1 0 2 15,7-2-1-15,-6 0-5 0,3-3 1 0,-2 0-1 16,-4 1-2-16,-2-1-13 0,-1 2 7 0,-1-3-4 16,-1-1-2-16,-3 1-2 0,0-1-4 0,-2 1-5 15,0 2 1-15,-2-1-7 0,-2 2 3 0,1 2-3 16,0 1-9-16,4 5 2 0,-10-6-21 0,0 6-3 15,10 0-3-15,-18 5-16 0,4-2-10 0,-3 4-18 16,3 5-25-16,0-3-9 0,-1 6-12 0,-3 3-17 0,4-4-105 16,0 2-254-16,4-1 112 0</inkml:trace>
  <inkml:trace contextRef="#ctx0" brushRef="#br0" timeOffset="152891.94">19859 9684 140 0,'0'0'154'0,"0"0"-15"0,0 0-4 16,0 0-27-16,0 0-11 0,0 0-12 0,23-13-3 16,-6 9-6-16,9-5-9 0,2 3-13 0,0 1-8 15,-1-1-21-15,2 1-26 0,-10 2-21 0,3-1-16 16,-4 1-27-16,1 3-18 0,-4-2-84 0,-4 1-180 15,-4 1 80-15</inkml:trace>
  <inkml:trace contextRef="#ctx0" brushRef="#br0" timeOffset="153248.72">20087 9635 81 0,'-7'5'96'0,"7"-5"9"16,-1 10 7-16,0-2-4 0,1 3-5 0,0 4-5 15,-1 2-10-15,-1 2-12 0,4 0-1 0,-2 0-1 16,0 0-8-16,3 0-10 0,-1 0-3 0,0 1-6 16,1-1-5-16,0-2-5 0,-1 0-1 0,2-1-3 15,0-5-1-15,-3 2-9 0,1-2 3 0,1 0-4 16,0-2-3-16,-3-3 1 0,0-6-3 0,1 13 2 16,-1-6-4-16,0-7-9 0,-4 9-1 0,4-9 1 15,-6 5 1-15,6-5-9 0,-10 4 2 0,3-3-4 16,7-1-4-16,-13-4-12 0,13 4 4 0,-15-5 2 15,9 1 3-15,-3 1 2 0,1 1 0 0,2-2 5 16,6 4 1-16,-8-6 6 0,8 6-1 0,-5-5-1 16,5 5-8-16,0 0 0 0,0 0 6 0,-7-3-4 15,7 3 2-15,0 0 4 0,0 0 1 0,21-6 3 16,-10 4-1-16,2 1-10 0,2 2 4 0,2-2-2 16,0-1-10-16,1 2-14 0,-1-4-26 0,-4 4-10 15,5-2-21-15,-4 2-17 0,-1-1-89 0,0 0-204 16,-2 1 90-16</inkml:trace>
  <inkml:trace contextRef="#ctx0" brushRef="#br0" timeOffset="153550.91">20330 9799 148 0,'0'0'149'0,"0"0"-10"0,0 0-15 0,0 0-12 16,4-5-5-16,-4 5-9 0,0 0-2 15,0 0 1-15,0 0-5 0,5 20-9 0,-4-11 4 0,0 3-14 16,2-2-1-16,-2 1-3 0,-1 0 1 0,1 0-14 16,2 1 0-16,-1-2-8 0,1 6 1 15,-2-3-5-15,2 1-7 0,-2-2-1 0,3-3-7 16,-3 1-3-16,2-5 3 0,-1 3-4 0,2-2-2 0,-1 0-2 16,-1 0-3-16,2-1 6 0,-4-5-6 0,6 8-3 15,-2-6 2-15,-4-2-6 0,8 6 6 0,-3-3-5 16,0 0 0-16,3 0-2 0,0-2 2 15,-8-1-20-15,17 1-24 0,-4 1-12 0,4-5-21 0,0 2-18 16,2-1-26-16,1-2-28 0,-2 1-27 0,0-3-107 16,0 4-291-16,0-2 129 0</inkml:trace>
  <inkml:trace contextRef="#ctx0" brushRef="#br0" timeOffset="154062.51">20727 9977 10 0,'0'0'133'16,"9"5"-13"-16,-9-5-3 0,3 6 0 0,-3-6-21 16,0 0-4-16,2 9-2 0,-2-2-7 0,0-7-4 15,0 0-17-15,0 11-1 0,0-11 0 0,0 9 1 16,0-9 2-16,3 5 11 0,-3-5 1 0,0 0 3 16,0 0-2-16,0 0-3 0,-8 6-5 0,8-6-4 15,0 0-2-15,0 0 0 0,0 0 0 0,-18-15-4 16,13 7-4-16,0 3-6 0,1 1-4 0,2-4-1 15,-2 0-9-15,1 2-5 0,2-4-1 0,-2 0-5 16,3 0 1-16,2-1-6 0,1 2-1 0,1-3-6 16,4 2 2-16,0 1-1 0,-1 3 1 0,4-1-4 15,0 2-4-15,-2 1-3 0,1 4 2 0,2-1-1 16,-2 2-2-16,2 1-3 0,-1 0 1 0,0 2 2 16,-2 1 0-16,2 0-5 0,-2 0-5 0,-2 1 1 15,0 3-4-15,1-3-4 0,-2 0 2 0,-2-1-6 16,-1 1 2-16,0 0-3 0,-3-6 2 0,4 9 4 15,-2-4 0-15,-2-5 2 0,0 0 3 0,-2 10 2 16,2-10-3-16,0 0 7 0,0 0 0 0,0 0-2 0,0 0 3 16,0 0 4-16,0 0-5 0,0 0 0 0,-14-18 0 15,14 18 2-15,4-18-2 0,-2 8 1 16,2-2 0-16,4-2-1 0,2 0 3 0,-4 5 1 16,2-1-5-16,2 4-4 0,-1-3 7 0,-1 2-4 0,1 2-2 15,-2 3 1-15,1-1-5 0,-8 3 4 0,13-3 4 16,-13 3-2-16,12 7 0 0,-6-1 1 0,-1-1-1 15,-3 2-8-15,2 0-3 0,-1 0-1 16,-3 3-24-16,1 0-9 0,3 1-13 0,-7-1-19 0,6-1-29 16,-1 1-10-16,-2-1-27 0,2-1-104 0,-2-1-272 15,0-7 120-15</inkml:trace>
  <inkml:trace contextRef="#ctx0" brushRef="#br0" timeOffset="154260.04">21122 9878 176 0,'0'-11'182'0,"0"11"-7"16,1-8-7-16,-1 8-12 0,0 0-17 0,2-8-15 16,-2 8-12-16,0 0-15 0,0 0-14 0,0 0-3 15,0 0-4-15,0 0-11 0,0 0-6 0,5 20-9 16,-4-11 1-16,2 2-5 0,-3 2-10 0,1-1-10 16,1-2-10-16,-3 3-5 0,2-1-19 0,-1-1-22 15,0 3-39-15,2-2 5 0,0-1-25 0,1-1-21 16,-1-2-39-16,-2 1-87 0,0-9-253 0,-2 11 112 15</inkml:trace>
  <inkml:trace contextRef="#ctx0" brushRef="#br0" timeOffset="154423.31">21065 9715 5 0,'7'11'28'0,"-3"-6"-34"0,2 3-6 16,-1 3 3-16</inkml:trace>
  <inkml:trace contextRef="#ctx0" brushRef="#br0" timeOffset="154651.91">21307 9947 45 0,'2'-10'170'0,"-1"-1"0"16,3 0-7-16,1 0-16 0,1-6-12 16,4 3-10-16,-1-1-20 0,0 2-5 0,4 0-18 15,-4 3-1-15,1 3-14 0,0 0-5 0,0 2-7 0,-3-1-5 16,1 5-11-16,-8 1 0 0,13 1 1 0,-7 2-4 16,-6-3-2-16,9 10 0 0,-4-2-7 0,-1 1-3 15,-3 3-1-15,0-1-4 0,1 0-8 0,-4 2-21 16,1 0-17-16,1-1-20 0,-1-1-30 0,-2 0-10 15,2 0-34-15,1-4-132 0,-4-1-273 0,4-6 121 16</inkml:trace>
  <inkml:trace contextRef="#ctx0" brushRef="#br0" timeOffset="195186.66">17965 11491 22 0,'0'0'99'0,"0"0"-7"0,2 9 4 0,-2-9-11 16,1 8-9-16,-1-8-3 0,0 10-7 0,0-10 8 15,0 13-5-15,1-3 5 0,-2-3-13 0,1 4 0 16,1-1 1-16,2 2-2 0,-2 4-6 16,0 1 4-16,1-1-7 0,-2 4-9 0,1-1 0 0,0 6-1 15,0 2 0-15,2 1-3 0,-3-1-2 0,1 2-1 16,1-1-3-16,-5 2-4 0,6-1-2 0,-2 0-10 16,-1 0 5-16,0-1 0 0,4 2-4 0,-3-5 2 15,0-1-2-15,2 1-3 0,-2-4 1 16,2-3-2-16,-2-2-3 0,3 3 1 0,-2 0-4 0,-1-10 0 15,1 8 4-15,-1-5-7 0,0-2-14 0,2 2-18 16,-3-3-17-16,0-2-22 0,0-7-17 0,1 10 1 16,-1-10-13-16,3 5-32 0,-3-5-82 0,0 0-227 15,0 0 101-15</inkml:trace>
  <inkml:trace contextRef="#ctx0" brushRef="#br0" timeOffset="195573.66">17949 11556 9 0,'7'-15'113'0,"6"0"-12"0,1 2-4 0,0 3 0 16,3 0-16-16,-2 3-5 0,3-1 1 0,0 3-10 0,-5 4-2 16,0 2-4-16,1 3-4 0,-3 1-4 0,1 3 1 15,-3 2-10-15,0 3 3 0,-5 3-8 16,-2 1-5-16,-1 2-5 0,-4 7 6 0,-4-2-12 15,1-4 4-15,-5 3-7 0,-3-1 3 0,3-5-1 0,-7 2-5 16,5-5-7-16,1-1 5 0,-1-2-3 16,-3-3 1-16,5-1-14 0,-2-1 12 0,0-3 11 15,2-2 0-15,-1-1 2 0,1-1-1 0,2 0 3 16,1-3 6-16,-1 2 0 0,3-1 7 0,6 3 5 0,-9-8-10 16,5 5-1-16,4 3-2 0,-8-6-5 0,8 6-9 15,0 0 1-15,0 0-1 0,0 0-7 0,17-4 6 16,-17 4 2-16,23 8-5 0,-8-1-1 0,3 2 3 15,-1 1-2-15,7 5-3 0,-1 0 0 0,0 0 1 16,-1 2-4-16,1-1 3 0,-8-2-18 0,6 3-23 16,-2 2-13-16,-5-5-30 0,6 4-14 15,-7-4-28-15,2 0-30 0,-2-1-105 0,-1-1-273 16,-2 1 121-16</inkml:trace>
  <inkml:trace contextRef="#ctx0" brushRef="#br0" timeOffset="195918.21">18507 11743 140 0,'-6'-2'138'0,"6"2"-11"16,-17 0-3-16,7 0-6 0,0 4-11 0,-2 0-11 15,5 2-13-15,-2 1-3 0,0 2-15 0,2 1-3 16,1 0-13-16,2 3-5 0,0 4 6 0,4-2-7 15,0 0-6-15,3 2-6 0,1 0-1 0,0-1 1 16,3 0-6-16,2-1-4 0,0-2 7 0,1 0-6 0,2 0-5 16,-1-1-9-16,2 2 0 0,0 0 7 15,-5-4-2-15,-2 1-7 0,3 2 4 0,-4-4-8 16,1 1 14-16,-2-1-9 0,-3 3 1 0,1-4-2 16,-4-1 4-16,0 1-6 0,-2-1 4 0,4-7-1 0,-10 12 6 15,4-7 3-15,-1-2 3 0,-1 1-3 16,-3-2-2-16,1 0-6 0,1 1 0 0,-3-3 4 15,2 2-3-15,1-2-20 0,-2 0-25 0,11 0-19 16,-16-2-35-16,10 0-26 0,6 2-135 0,-14-1-271 0,7-1 120 16</inkml:trace>
  <inkml:trace contextRef="#ctx0" brushRef="#br0" timeOffset="196501.9">18693 12086 98 0,'3'-4'179'0,"-3"4"-9"0,0 0-15 0,6-5-14 0,-6 5-18 16,0 0-10-16,0 0-14 0,0 0-11 0,0 0-7 16,0 0-8-16,0 0-3 0,0 0-7 0,0 0-8 15,0 0-1-15,5 13-8 0,-5-13-4 16,0 0 9-16,0 0 5 0,0 0 3 0,0 10-2 0,0-10 11 15,0 0 4-15,0 0 4 0,0 0 0 0,0 0 3 16,0 0-12-16,0 0-6 0,0 0-6 16,0 0-4-16,0 0-3 0,0 0-7 0,0 0-7 15,0 0 1-15,0 0-8 0,0 0 0 0,-7-25-4 0,7 25-4 16,4-15-3-16,0 7 1 0,1-1-6 0,0 1-6 16,2 0 4-16,0 0 2 0,3 2-8 15,-2 0 3-15,1 0-4 0,0 3 1 0,2 0-1 0,0 5-1 16,-1-1-4-16,3 2 4 0,-3 1-4 0,1 2 2 15,0-1 0-15,-2 2 0 0,-2 2-3 0,1-2 2 16,-4 3 2-16,2-2-2 0,-1 3-2 0,-2-4 4 16,1-1-4-16,-3 1 3 0,3-2 1 0,-4-5 0 15,2 10-3-15,-2-10 7 0,2 4 3 0,-2-4-2 16,0 0 4-16,0 0-2 0,0 0-2 0,0 0-3 16,0 0 3-16,0 0 2 0,0 0-5 0,0 0 2 15,0 0 1-15,-13-20-2 0,13 20-1 0,2-15-1 16,2 5-2-16,0-2 1 0,1-1-2 0,2 3 1 15,0 0-1-15,3 1-1 0,-2 0-2 0,1 2 2 16,0 0 0-16,1 3-1 0,-3 1-5 0,-1 3 1 16,-6 0 0-16,15 2 3 0,-7 1 2 0,0 1-3 15,-1 3 4-15,1-1-1 0,-3 5 0 0,2-3-1 0,-2 3-21 16,-1-2-16-16,1 2-7 0,0-2-22 16,-3 1-23-16,1-1-38 0,-1 1-5 0,1-3-20 15,-1-1-11-15,1 0-12 0,1 0-111 0,0-1-314 16,-4-5 139-16</inkml:trace>
  <inkml:trace contextRef="#ctx0" brushRef="#br0" timeOffset="196677.01">19191 12026 73 0,'0'0'148'0,"-1"-10"-3"16,1 10-2-16,0 0-10 0,-2-11-9 0,2 11-15 0,0 0-15 16,0 0-6-16,0 0-7 0,0 0-7 15,0 0-11-15,0 0 0 0,0 0-6 0,3 31-8 0,-3-21-1 16,0 2-9-16,0-1 1 0,0 1-6 15,0-2 1-15,1 3-16 0,-1-3-15 0,2 2-32 16,0-3-26-16,-2-3-16 0,0-6-28 0,0 13-37 16,-1-5-78-16,1-8-231 0,-1 9 102 0</inkml:trace>
  <inkml:trace contextRef="#ctx0" brushRef="#br0" timeOffset="196836.53">19140 11752 64 0,'9'13'64'0,"-2"4"-25"0,5 8-18 0,1 1-24 16,-2 3-29-16,2-1-32 0,-1-1 14 0</inkml:trace>
  <inkml:trace contextRef="#ctx0" brushRef="#br0" timeOffset="197044.97">19384 12107 20 0,'0'0'146'0,"0"0"2"0,0 0 4 0,5-18-12 16,-5 18-8-16,0-14-9 0,3 3-7 0,-1 0-11 15,1-1-9-15,2 1-2 0,-1 2-11 0,2-1-7 16,3 3-7-16,-1 1-7 0,-3 2-5 0,4 0-10 16,0 4 1-16,0-2-3 0,1 4-8 0,0 2 0 15,-1 1-4-15,1 0-5 0,-2 4 1 0,2-3-5 16,-2 5 1-16,-3-2-4 0,1 6-5 15,-1-4-9-15,-2 0-18 0,-1 0-23 0,1 0-25 0,0-2-36 16,-1-2-37-16,0 3-150 0,-1-4-304 0,1 0 136 16</inkml:trace>
  <inkml:trace contextRef="#ctx0" brushRef="#br0" timeOffset="197240.55">19932 11903 70 0,'4'-7'203'16,"-4"7"-12"-16,6-5-15 0,-6 5-14 0,4-5-21 15,-4 5-12-15,0 0-14 0,8-4-16 0,-8 4-9 16,10 2-33-16,-10-2-32 0,12 2-35 0,-12-2-42 16,11 3-41-16,-7 0-125 0,-4-3-235 0,5 6 105 15</inkml:trace>
  <inkml:trace contextRef="#ctx0" brushRef="#br0" timeOffset="197377.8">19932 12014 20 0,'-6'4'151'0,"6"-4"-16"0,0 0 12 16,0 0-8-16,0 0-11 0,0 0-13 0,0 0-8 16,0 0-13-16,0 0-4 0,28 0-16 0,-11-2-38 15,3-1-34-15,8-2-50 0,-6-2-46 0,-3 0-89 16,1 1-198-16,2 0 88 0</inkml:trace>
  <inkml:trace contextRef="#ctx0" brushRef="#br0" timeOffset="206676.77">20625 11326 99 0,'0'0'109'0,"-5"-7"3"0,5 7-18 0,0 0 1 16,-5-5-11-16,5 5 4 0,0 0-4 0,-5-5 1 16,5 5-21-16,0 0 0 0,0 0-7 0,0 0-12 15,0 0-2-15,0 0-9 0,0 0-3 0,0 0 1 16,0 0-8-16,0 0 1 0,2 26 1 0,3-17-3 15,-1 2 2-15,2 5 3 0,0 1-3 0,0 0 3 16,-1 1-12-16,4 0 5 0,-1-2 1 0,-1 3 3 16,1-2-8-16,2 0 4 0,-3 0-8 0,0 2 1 15,0-5-17-15,2 1 14 0,-3 0 4 0,2-2 2 16,-3-2-6-16,1-2 0 0,1 1-5 0,-4-3 2 16,1 2-4-16,0-3 1 0,0 0 1 0,-1-2-4 15,-3-4 5-15,5 8-4 0,-2-5 8 0,-3-3 13 16,0 0 5-16,4 5 2 0,-4-5-7 0,0 0 4 15,0 0 7-15,0 0-1 0,5-16 1 0,-3 9-9 16,-1-4-1-16,0-4-3 0,2-3-1 0,-1-2-6 16,2-3 7-16,1-3-6 0,0 0-1 0,-1 1-4 15,0 0 3-15,0 7-3 0,-2 0-2 0,2-1-3 16,1-1 2-16,-2 1 0 0,2 2-2 0,-2 2 0 16,-2-1-1-16,1 4 1 0,1-2-3 0,1 5-3 15,-2-1 0-15,1 3 3 0,-2 1-3 0,-1 6-3 0,3-9-14 16,-3 9-5-16,1-7-14 0,-1 7-8 15,4-5-7-15,-4 5-2 0,0 0-12 0,0 0-18 16,15 7-8-16,-15-7-23 0,8 10-2 0,-3-2-23 0,0 1-87 16,-1-2-243-16,1-2 108 0</inkml:trace>
  <inkml:trace contextRef="#ctx0" brushRef="#br0" timeOffset="208348.81">21087 11649 38 0,'0'0'84'16,"0"0"-11"-16,0 0-1 0,0 0-11 0,0 0-4 16,-3-6 0-16,3 6 2 0,0 0-5 0,0 0-3 15,0 0 1-15,0 0 8 0,-5-6-15 0,5 6 0 16,0 0 3-16,0 0 2 0,-4-7 0 0,4 7-6 15,0 0 16-15,0 0-14 0,-7-3 4 0,7 3-1 16,0 0 0-16,0 0-11 0,-3-6 0 0,3 6-2 16,0 0-9-16,-7-3-3 0,7 3 0 0,-6-4-4 15,6 4 2-15,0 0-1 0,-9-3 5 0,9 3-8 16,0 0-2-16,-12 0-7 0,12 0-2 0,-11 6 3 16,5-4-5-16,0 1 4 0,-1 2-3 0,0 1-3 15,-2 1 4-15,4-1-1 0,0 2 1 0,0-1-2 16,0 1-2-16,0 1 2 0,1-4 1 0,1 4-5 15,2-2 2-15,0 1-3 0,0-1 1 0,3 2 1 16,-1 0 11-16,6-2-10 0,-4-1-8 0,4 1 7 16,1 0 0-16,-3-1-2 0,6 0 6 0,-2 0-5 15,2-1 2-15,0-1-1 0,0-1 1 0,1 2 3 16,1-2-12-16,-3 3 8 0,-2-2 4 0,3 0-8 16,-4-1 4-16,-1 1 0 0,-2-1-4 0,-4-3-3 15,9 5 0-15,-9-5 1 0,5 6 4 0,-5-6 4 16,2 5-2-16,-2-5 9 0,0 0-11 0,-9 9 0 15,3-5 7-15,-2 0-8 0,1 1 5 0,-4-2 3 0,1 0-4 16,1 1 5-16,2 0-3 0,-1-2-4 16,2 1-1-16,6-3 0 0,-12 4 0 0,8-2 2 15,4-2-7-15,-10 2-9 0,10-2-17 0,-6 1-13 16,6-1-27-16,0 0-10 0,-7 4-21 0,7-4-16 0,0 0-94 16,0 0-230-16,-5 5 103 0</inkml:trace>
  <inkml:trace contextRef="#ctx0" brushRef="#br0" timeOffset="208970.3">21292 11788 49 0,'0'0'93'0,"0"0"-7"0,0 0 4 0,0 0 0 15,0 0-2-15,1 17-7 0,-1-17 4 16,-2 10-21-16,2-10 1 0,-3 14-2 0,2-10-1 16,1-4-18-16,-3 12 1 0,3-12-22 0,-1 8 18 0,1-8-10 15,-2 6-1-15,2-6-6 0,0 0 2 0,-2 6-13 16,2-6 7-16,0 0 9 0,0 0 4 0,0 0 4 16,0 0 9-16,0 0 4 0,-1 8 4 0,1-8 3 15,0 0-5-15,0 0-4 0,0 0-4 0,0 0-8 16,0 0 4-16,0 0-16 0,-15-15 3 0,12 10 1 15,3 5-4-15,-4-12 2 0,3 4-2 0,0 1-7 16,1 7-3-16,-2-16-3 0,2 9 1 0,0 7-3 16,2-14-3-16,0 7-5 0,2 0 10 0,-1 1-7 15,3-3 1-15,-4 6-5 0,5-2-1 0,-3 0 4 16,-4 5-6-16,11-4 1 0,-3 2 1 0,-8 2-1 16,11 0-4-16,-11 0 3 0,16 4-1 0,-10 0 1 15,1-1-1-15,-2 2-5 0,1 0 7 0,-1-2-1 16,2 4 8-16,-1-2-9 0,-2 1 5 0,0-1 0 15,0-2 0-15,-4-3 1 0,5 6-5 0,-5-6 4 16,6 7 0-16,-6-7 0 0,2 4-1 0,-2-4 3 16,0 0 7-16,0 0-7 0,0 0-3 0,0 0 1 15,0 0-1-15,0 0 1 0,0 0 3 0,0 0-1 16,0 0-5-16,0 0 3 0,2-20-5 0,-2 20 3 16,2-13-4-16,1 6 5 0,2-3 0 0,2 2-5 15,0 1 3-15,-2-3 0 0,2 5 0 0,-2 0-1 16,-1-1-3-16,2 3 2 0,2 0-3 0,-8 3 1 15,10-4-4-15,-10 4 3 0,10 4 7 0,-10-4-4 16,10 6 2-16,-6-1-1 0,-1 1 2 0,1 2-2 16,-2 1 0-16,-1 1 1 0,2 2 2 0,-3-2-1 15,1 2-6-15,-1-1-28 0,0 0-17 0,0 0-17 16,0-2-28-16,0 3-15 0,-1-4-23 0,1 3-96 0,0-11-250 16,1 10 112-16</inkml:trace>
  <inkml:trace contextRef="#ctx0" brushRef="#br0" timeOffset="209164.77">21633 11730 88 0,'0'0'149'16,"3"-7"-12"-16,-3 7-23 0,0 0-6 0,0 0-10 0,0 0-10 16,0 0-11-16,0 0-7 0,0 0-4 0,6 20-6 15,-5-11-12-15,1 3 0 0,-1-3-2 0,-1 5-5 16,0 2-9-16,1-5-2 0,-1 1-13 15,0-2-14-15,0 0-20 0,0 2-17 0,0-3-25 0,2-1-26 16,-2-1-103-16,0-7-203 0,-2 9 90 0</inkml:trace>
  <inkml:trace contextRef="#ctx0" brushRef="#br0" timeOffset="209323.55">21538 11523 50 0,'0'0'59'0,"0"0"-22"0,0 0-10 0,16 26-11 15,-6-11-24-15,5 5-23 0,0 0-32 0,0 2 14 16</inkml:trace>
  <inkml:trace contextRef="#ctx0" brushRef="#br0" timeOffset="209547.22">21746 11796 22 0,'0'0'149'16,"0"0"-14"-16,0 0-14 0,0 0-13 0,7-15-7 16,-5 7-9-16,-1 2-7 0,5-4-10 0,-2 0-9 15,1 0-10-15,2-1 1 0,-1 1-7 0,5-2-3 16,-3 3-9-16,0 1-4 0,2 1 5 0,-1 3-12 16,0 1 0-16,1 1-2 0,-2 0 1 0,-8 2-9 15,13 4 3-15,-7-1-4 0,2 1-5 0,-3 1 5 16,0 1-4-16,0 2 1 0,-1 0-2 0,0 1 2 15,-2 1-10-15,2-1-6 0,-1 1-10 0,-1 0-30 16,-1-1-24-16,1 0-34 0,-1 0-114 0,-1-3-232 16,0-6 103-16</inkml:trace>
  <inkml:trace contextRef="#ctx0" brushRef="#br0" timeOffset="210185.99">22275 11512 84 0,'0'0'142'0,"0"0"-8"0,0 0-13 0,-8-4-4 15,8 4-26-15,-6-1 7 0,6 1-12 0,0 0 2 16,-9-2-11-16,9 2 0 0,0 0 3 0,0 0-6 15,-10-2-3-15,10 2-5 0,0 0-5 0,0 0-5 16,0 0-5-16,0 0-5 0,0 0 6 0,0 0-4 16,0 0-3-16,0 0-3 0,0 0 0 0,0 0-7 15,-11-2 4-15,11 2-4 0,0 0-1 0,0 0 3 16,0 0-2-16,0 0 0 0,0 0 5 0,0 0 1 16,0 0 3-16,0 0-2 0,0 0-2 0,0 0-2 0,-4-6-4 15,4 6 1-15,0 0-7 0,0 0 0 16,0 0-3-16,-5-6-8 0,5 6 2 0,0 0-2 15,-6-3-1-15,6 3-3 0,0 0-5 0,0 0 2 16,-6-7 0-16,6 7 0 0,0 0-1 0,-4-4-1 0,4 4-2 16,0 0 1-16,0 0 1 0,0 0 1 0,0 0-4 15,0 0 0-15,0 0-2 0,0 0-1 16,0 0 2-16,-8-3-1 0,8 3-3 0,0 0 0 16,0 0 0-16,0 0-2 0,0 0-2 0,0 0 3 15,0 0-1-15,0 0 2 0,0 0 0 0,0 0 0 0,0 0 3 16,32 4 0-16,-18-3-3 0,5-1 1 0,11-2 2 15,-1-1-4-15,3 0 4 0,0 1-2 16,1-5 2-16,0 1-1 0,-1 3 0 0,-3-3 1 16,-1 1-6-16,-7 1 6 0,-3 0 0 0,0 2 0 0,-5-2-3 15,0 0 2-15,-3 1 5 0,-2 2-6 0,-2 0 1 16,-6 1 0-16,13-3 8 0,-13 3 2 0,9-1 3 16,-9 1 3-16,7-2-1 0,-7 2 4 15,0 0-3-15,8-2-1 0,-8 2-3 0,0 0-1 0,0 0 1 16,0 0-8-16,0 0 4 0,0 0 4 0,9-2-13 15,-9 2-7-15,0 0-8 0,0 0-12 0,0 0-14 16,0 0-24-16,0 0-27 0,0 0-20 0,-17 14-32 16,17-14-16-16,-9 9-34 0,3-6-152 0,1 1-374 15,0-1 165-15</inkml:trace>
  <inkml:trace contextRef="#ctx0" brushRef="#br0" timeOffset="-211532.45">22911 11095 27 0,'0'0'106'0,"0"0"-8"0,0 0-8 0,0 0-9 15,-4-5-17-15,4 5-1 0,0 0-7 0,0 0-2 16,0 0-5-16,12 15 3 0,-9-9-4 0,2 2-14 16,2 2 5-16,-2 0 11 0,2 1-4 0,-1-1-7 15,3 3-2-15,-1 3 6 0,1 0-5 0,0-1-12 16,2 0 8-16,1 0-7 0,-2 2-1 0,1-2-3 16,1 0-2-16,2 2 4 0,-1-1-2 0,-2-2-8 15,3 0-1-15,0-3-3 0,0 3 4 0,-1-3-1 16,1-1-4-16,-2-3 5 0,-2 0-12 0,1 1 10 15,-2-4-4-15,-1-1 2 0,0 1 3 0,-2-1 7 16,-1 0 15-16,-5-3 12 0,8 4 5 0,-8-4-6 16,0 0-2-16,0 0-6 0,11-11-10 0,-11 5 15 15,2-2-11-15,-2-1-4 0,0-4 7 0,-2-2-2 16,0-1-5-16,1-2-2 0,-1 0-5 0,0 0-2 16,2 0-3-16,-1-2 4 0,-1 2-3 0,1-2-1 15,1 0-4-15,0 1-3 0,0 1-2 0,1 0 1 16,2 0-5-16,-1 1 3 0,1 2-4 0,-3 2 2 15,4 2 1-15,-3 1-4 0,1 2-1 0,0 0 1 16,0 3-2-16,-2 5-7 0,2-12-7 0,-2 12-13 16,3-5-4-16,-3 5-8 0,6-3-2 0,-6 3-11 0,0 0-19 15,0 0-12-15,12 8-20 0,-7-2-17 16,2 0-12-16,-5 3-115 0,1 1-267 0,1-3 119 16</inkml:trace>
  <inkml:trace contextRef="#ctx0" brushRef="#br0" timeOffset="-211200.23">23402 11301 16 0,'0'0'119'0,"0"9"-22"0,0-9 5 15,1 12-10-15,-1-6-1 0,0 3 4 16,0 1-12-16,-1 1 8 0,1-4-11 0,-1 4-12 15,1 1 3-15,-2 0-18 0,1-1 6 0,-1 1 2 0,2 4-6 16,-2-3-3-16,4 2-12 0,-4-4-3 16,1 0 0-16,2-2-3 0,-1 3-3 0,0-3 1 15,2-1-7-15,-1 0 6 0,-1-8 1 0,2 11-12 16,0-6 6-16,-2-5 1 0,5 7-2 0,-5-7 4 16,8 2 0-16,-8-2-5 0,13-2-4 0,-2-1 6 15,0-2-5-15,6 0-8 0,-2-3 4 0,4-3-6 16,1 3 0-16,-2-3 2 0,10 0 0 0,-4-3-5 15,-5 4-27-15,5 0-3 0,-4 1-21 0,-1 2-32 16,-1 0-19-16,-1 1-12 0,-4 3-25 0,-1-1-108 0,-2 1-256 16,0 1 113-16</inkml:trace>
  <inkml:trace contextRef="#ctx0" brushRef="#br0" timeOffset="-210401.01">21042 12276 21 0,'-12'-1'85'0,"-1"1"-6"15,6 0-3-15,-5 0 2 0,1 0-6 0,0 0-10 16,2 1 2-16,-2 1-7 0,11-2-8 0,-19-3-7 15,11 4 6-15,1 1 1 0,7-2 2 0,-16 2-2 16,10 0-8-16,6-2-1 0,-13 0 1 0,13 0-4 16,-8 1 7-16,8-1-11 0,0 0-5 0,-9 0-4 15,9 0-2-15,0 0 6 0,0 0-10 0,0 0 5 16,0 0 7-16,0 0 3 0,23 4-7 0,-1-6 9 16,11-2-11-16,18-4 3 0,6 0 1 0,4 0-3 15,33-6 1-15,0-1 4 0,2 2 1 0,3-6-6 16,2 5 1-16,1 0 0 0,7-3-4 0,5 3 6 15,6-2 0-15,3 2-5 0,1-5-3 0,4 0-4 16,-7 2 1-16,-1 1-3 0,3 2 4 0,-7 3-5 0,-3-2-1 16,-8 3 2-16,-7 4-1 0,-9-1-8 15,-31 3 2-15,0-2-1 0,-5 4-1 0,2 0-1 16,-18 2-4-16,0-3 2 0,-1 2 2 0,-4 1 1 16,-2-1-3-16,-2 0-2 0,-8 2 6 0,1-2-3 0,0 2 2 15,-5-2 3-15,-3 0-2 0,-1 1-6 0,-2 0 0 16,1-1 0-16,0-1 0 0,-5 1 3 15,-6 1-4-15,10-1-2 0,-10 1 7 0,10-2 2 16,-10 2 2-16,0 0-2 0,9-2-3 0,-9 2-1 0,0 0-8 16,7-4-12-16,-7 4-8 0,0 0-19 0,0 0-1 15,0 0-29-15,0 0-24 0,0 0-21 16,0 0-31-16,-14-11-83 0,14 11-253 0,-15-2 113 0</inkml:trace>
  <inkml:trace contextRef="#ctx0" brushRef="#br0" timeOffset="-209414.04">21959 12462 16 0,'0'0'90'0,"-5"-7"1"15,5 7 4-15,-5-5-9 0,5 5-8 16,-8-4-5-16,8 4-2 0,-5-3-5 0,5 3-12 0,0 0-6 15,-8-6-11-15,8 6 6 0,0 0-7 0,0 0-15 16,-7-2 6-16,7 2 2 0,0 0-3 0,0 0 6 16,-17 4-6-16,17-4-3 0,-6 1-4 15,6-1 0-15,-9 1-2 0,9-1 8 0,-10 3-6 0,10-3-2 16,-8 4 1-16,8-4-1 0,-6 2-6 0,6-2 12 16,0 0-5-16,0 0 5 0,0 0-5 15,0 0-6-15,-6 5 2 0,6-5-2 0,0 0 8 0,0 0-3 16,0 0-2-16,25-4-9 0,-9 1 12 0,7-2-14 15,7-2 6-15,2 0-1 0,5 0-2 0,1-1-2 16,13-2-3-16,-14 2 5 0,0 3-5 16,-1 1-10-16,1 0-7 0,-5 0-11 0,-3 2-21 0,-7 1-17 15,-1 0-10-15,-5 1-12 0,-4 1-22 0,-2 0-66 16,-4 0-189-16,-6-1 83 0</inkml:trace>
  <inkml:trace contextRef="#ctx0" brushRef="#br0" timeOffset="-208920.64">22180 12436 47 0,'-1'7'96'16,"-2"1"-9"-16,2 3 11 0,-1-1-7 0,-1 5 1 15,2 1-2-15,-1 0-10 0,1 2 3 0,0 0-7 16,2 0-10-16,-1 0 1 0,0 2-2 0,0-3-9 16,1 1-2-16,3-2-5 0,-2 1-9 0,-1-5 4 15,0 1-5-15,2-2-3 0,-2 0-2 0,3 0-1 16,-2 1-6-16,1-2-2 0,1-1-2 0,-3-1 4 0,1-2-9 16,2 3-4-16,-1-2 0 0,-3-1 2 0,3 1-1 15,-3-7 4-15,1 12-5 0,-1-12-5 16,-1 11-3-16,1-11 12 0,-3 11-11 0,3-11 1 15,-3 8 4-15,3-8-1 0,-5 6-2 0,1-2 0 0,4-4-6 16,-12 6 5-16,5-3-6 0,0-2 7 0,-2 1-2 16,9-2-7-16,-16 0 1 0,6 1 4 15,-1-1 2-15,2 0-6 0,-2-1 0 0,11 1-1 16,-19-2-1-16,10 1 4 0,0 0 0 0,9 1-3 0,-14 1 0 16,14-1 3-16,-7-1 6 0,7 1-8 0,-10-2 0 15,10 2 4-15,0 0-1 0,0 0-6 0,0 0 4 16,0 0 1-16,0 0-1 0,0 0 1 15,0 0-8-15,33-3 8 0,-21 3-2 0,3-3 3 0,4 3-6 16,-3 0-5-16,1 0 8 0,3 1-13 0,-2-1-19 16,0 0-6-16,0 0-15 0,1 2-25 0,-1-2-11 15,0 0-15-15,0 0-20 0,-1 2-90 0,-4-2-231 16,-1 0 102-16</inkml:trace>
  <inkml:trace contextRef="#ctx0" brushRef="#br0" timeOffset="-208535.75">22627 12782 109 0,'0'0'142'16,"0"0"-15"-16,0 0-7 0,-12-9-10 0,12 9-7 15,-13 0-9-15,13 0-2 0,-18 4-4 0,8 0 8 16,-3 0-8-16,0 0-7 0,-2 3-5 0,0 1-3 15,0 1-13-15,3-4-2 0,2 4-6 0,2-3-5 16,-1 0-7-16,4 0-1 0,2 0-5 0,-1 0-5 16,3 0 1-16,1-6-3 0,0 12 1 0,0-12 7 15,8 8-17-15,-3-2 0 0,5-1-1 0,-2 1-3 16,1-2 17-16,1 0-20 0,0-1-1 0,1 2 0 16,-3-2-1-16,-1 0-5 0,-1-1-2 0,1 2 0 15,-2-1 0-15,-5-3 2 0,6 8 4 0,-6-8-5 16,-1 11 3-16,1-11-1 0,-12 14 1 0,6-7-3 15,-3 1 1-15,-4 0 0 0,0 0-1 0,-4 2 3 16,2-3-3-16,0 0 0 0,4-1 2 0,0-1-1 16,3-2 0-16,2 1-1 0,0-1-17 0,-2 0-17 15,8-3-23-15,-10 3-28 0,10-3-32 0,-8 3-27 16,8-3-137-16,0 0-300 0,0 0 133 0</inkml:trace>
  <inkml:trace contextRef="#ctx0" brushRef="#br0" timeOffset="-207988.23">22727 12919 45 0,'0'0'129'0,"0"0"-11"0,0 0-8 16,0 0-11-16,0 0-5 0,0 0-13 0,0 0-6 0,0 0-5 15,0 0-2-15,0 0-6 0,3 12 0 16,-3-12-2-16,0 0-2 0,0 0-4 0,0 0-2 15,0 0 3-15,0 0 6 0,0 0 5 0,0 0 9 16,0 0 3-16,0 0 5 0,0 0-4 0,0 0-3 16,0 0-8-16,0 0 2 0,0 0-11 0,0 0-5 0,0 0-1 15,0 0-8-15,0 0-3 0,0 0-4 0,-11-20-7 16,11 20-4-16,3-14-4 0,1 7-1 16,0 0-5-16,-2 2 0 0,4-1-1 0,1 0-4 15,-1 2-1-15,0 0-2 0,-1 1 2 0,1 1-5 0,-6 2-3 16,14-3 2-16,-6 3 6 0,2 0-9 15,-1 3-1-15,-3-1-1 0,0 1 0 0,3 2 0 16,-2 3 1-16,-1-4 0 0,1 3-1 0,-2 2-1 16,-2-3 0-16,2 1 2 0,-3 0 1 0,1-1-2 15,-3-6 1-15,2 13-2 0,0-10 4 0,-2-3-3 0,3 8 4 16,-3-8 0-16,3 5 3 0,-3-5 0 0,0 0-2 16,0 0-1-16,0 0 2 0,0 0 0 0,0 0-2 15,0 0 0-15,0 0-2 0,0 0-1 16,8-24-2-16,-4 14-4 0,2-1-3 0,2 1 3 15,2-3-1-15,0-2-3 0,3 2 1 0,-2 0 0 0,1 2 1 16,-2 3 7-16,-1 1-9 0,-1 0 2 16,2 3-3-16,-4 2 1 0,-6 2-1 0,11-2 2 15,-11 2 0-15,13 4 2 0,-6-1 0 0,-1 2 2 16,0 0 4-16,-1 0-2 0,1 4-3 0,-2-2 5 0,1 2-8 16,0 1 3-16,-1-1-20 0,0 1-11 0,-3-1-26 15,3 1-20-15,-2-1-36 0,0 2-28 0,-1-4-41 16,-1 5-99-16,0-12-310 0,0 0 138 0</inkml:trace>
  <inkml:trace contextRef="#ctx0" brushRef="#br0" timeOffset="-207620.15">23270 12801 10 0,'-7'-1'164'0,"-2"-1"-8"0,9 2-7 16,-16 0-9-16,8 0-16 0,8 0-11 0,-16 3-7 15,6 3-12-15,2-2-6 0,1 3-8 0,0 1-11 16,2 2-7-16,-1-3-4 0,3 1-4 0,1 2-9 16,-1-3-7-16,3-7-1 0,1 15-3 0,1-8-4 15,2-2-3-15,-1 0 0 0,2-1-4 0,2 1 2 16,-1-3-3-16,1-1-6 0,0 1 2 0,2-2-1 16,-9 0-4-16,14-2 0 0,-7 1-3 0,1-2 0 15,-2-1 1-15,-6 4 1 0,9-7 0 0,-5 4-5 16,-4 3 7-16,3-11-1 0,-3 11 11 0,5-7 2 15,-5 7 7-15,4-5 1 0,-4 5 12 0,3-5-14 16,-3 5-5-16,0 0-6 0,0 0-6 0,2-8 1 16,-2 8 0-16,0 0-1 0,0 0-2 15,0 0-5-15,4 17 2 0,-3-10-1 0,-1-7-4 16,3 13 1-16,0-3 5 0,-1-1-4 0,2-1-11 0,1 1-15 16,-2-1-20-16,0-2-21 0,1 1-31 0,-1-1-26 15,1-1-27-15,1 1-22 0,-1-3-114 0,-4-3-302 16,8 5 134-16</inkml:trace>
  <inkml:trace contextRef="#ctx0" brushRef="#br0" timeOffset="-207412.92">23388 12839 12 0,'0'0'174'16,"-1"-9"-20"-16,1 9-15 0,0 0-12 0,0 0-10 15,7-4 7-15,-7 4 2 0,11 0-8 0,-11 0-3 16,14 4-9-16,-3-4-3 0,2 4-15 0,-2-1-9 15,1-1-8-15,0 0-5 0,-1 1-8 0,-2 0-5 16,2 1 0-16,1 0-12 0,-3-2-1 0,-3-1-13 16,1 0-17-16,-7-1-26 0,11 4-20 0,-6-1-27 15,-5-3-21-15,8 2-21 0,-8-2-13 0,0 0-12 16,10 0-112-16,-10 0-262 0,0 0 116 0</inkml:trace>
  <inkml:trace contextRef="#ctx0" brushRef="#br0" timeOffset="-207252.85">23555 12760 81 0,'0'0'141'0,"0"0"-6"15,-14 11-5-15,7-3-15 0,0 2-9 0,-3 2-6 16,-1 2-10-16,-1 1-11 0,2-1-4 0,0 1-10 16,-3 2-14-16,1-1-29 0,1 3-30 0,2-6-23 15,-3 3-43-15,2 1-106 0,0-3-194 0,1-3 85 16</inkml:trace>
  <inkml:trace contextRef="#ctx0" brushRef="#br0" timeOffset="-207106.78">23457 12946 31 0,'0'0'76'16,"0"0"-43"-16,0 0-35 0,-14 1-21 0,14-1-26 15,0 0 12-15</inkml:trace>
  <inkml:trace contextRef="#ctx0" brushRef="#br0" timeOffset="-201278.13">8418 13957 84 0,'32'-8'87'0,"5"2"-8"16,15-6-7-16,-1 3-7 0,4-1-1 0,-4 0-10 15,-12 6-7-15,-4-3-9 0,-1 2-17 0,-6 4-27 16,-9-2-22-16,-1 2-23 0,-8 1-37 0,1 0-95 16,-4 1 42-16</inkml:trace>
  <inkml:trace contextRef="#ctx0" brushRef="#br0" timeOffset="-200871.79">8633 13965 68 0,'0'17'117'0,"0"-5"1"0,1-1-10 0,-1 8 4 15,-1 0-5-15,2 6-10 0,-1 0 9 0,1 0-19 16,0 1-1-16,3-1-7 0,-1-1-7 0,-1-5 0 15,-1-1-12-15,2 2-11 0,-3-1 1 0,0 0 1 16,1-2-13-16,1 0-1 0,-2 1 3 0,0-5-8 16,-2 3-2-16,1-5-1 0,1 1-3 0,-3 1-3 15,1-1 0-15,-1 1-3 0,0-3-8 0,-2 0 4 16,-1-2-2-16,2 0 0 0,1-3-5 0,0 1-1 16,3-6 7-16,-8 7-3 0,2-5-2 0,6-2 3 15,-10 2-1-15,10-2-4 0,-12-2 4 0,12 2-7 16,-11-7 1-16,7 4 3 0,-4-4-2 0,1 1-1 15,0 1 2-15,2 1-4 0,0 0-1 0,5 4 5 16,-8-9-2-16,8 9-3 0,-5-6 2 0,5 6-4 16,-4-3 0-16,4 3-3 0,0 0 0 0,0 0 1 15,0 0-2-15,0 0 4 0,0 0-1 0,0 0 2 16,22-2-2-16,-8 4-3 0,3 0 1 0,2-2-15 16,1 0-21-16,1 1-27 0,6-2-17 0,-6 1-15 15,0 0-13-15,2-2-18 0,4 0-109 0,-7-2-255 16,-1 3 113-16</inkml:trace>
  <inkml:trace contextRef="#ctx0" brushRef="#br0" timeOffset="-200528.53">8912 14308 28 0,'0'0'110'15,"0"0"-10"-15,-6-4-7 0,6 4-13 0,0 0 2 16,0 0-12-16,0 0-9 0,0 0 4 15,0 0 6-15,0 0-6 0,25 0-11 0,-15 4-1 0,1-4-4 16,-1 1-2-16,-2 2-6 0,2-2 2 0,-1 3-10 16,-3 0-1-16,0 2 6 0,-1 1 1 0,2 2-3 15,-6 2 10-15,-1 4 2 0,-2 0-1 0,-1 1-13 16,-3 2 4-16,-3-1-2 0,0 2-7 0,-4 2 5 16,2 2-3-16,1-8-7 0,-2 0 3 0,2 1-5 15,0-2 2-15,2-4-4 0,0 1 0 0,3-3-3 16,1-1-8-16,2-1 4 0,-1-2 2 0,3-4 2 15,-5 9-1-15,5-9 6 0,0 0-1 0,0 0 10 16,0 0-9-16,19 0-2 0,-7-2-2 16,2-2-1-16,5-1 1 0,-1-1-3 0,2 0-10 15,-2 3-16-15,0-2-29 0,-6 5-27 0,3-2-28 16,-5 1-19-16,-1 1-31 0,-9 0-10 0,16 0-82 0,-16 0-256 16,0 0 113-16</inkml:trace>
  <inkml:trace contextRef="#ctx0" brushRef="#br0" timeOffset="-199750.93">9217 14498 14 0,'0'0'131'0,"0"0"-7"0,0 0-10 0,0 0 1 15,0 0-8-15,0 0-16 0,8 26-3 16,-6-19-5-16,-1-1-14 0,-1-6-5 0,1 13-1 15,-1-6-11-15,0-7 4 0,1 10-1 0,-1-10 1 0,0 8 3 16,0-8 2-16,0 0 8 0,0 0 9 0,0 0 7 16,0 0 0-16,0 7 0 0,0-7-6 15,0 0-8-15,0 0-4 0,0 0-2 0,0 0-9 16,0 0-4-16,0 0-5 0,0 0-5 0,-10-22-4 16,9 16-2-16,1 6-3 0,-1-13-8 0,-2 6 0 15,3 7-2-15,-1-15-5 0,0 5 1 0,1 3-2 0,0 7 0 16,2-14-6-16,1 8 0 0,-3 6 0 0,1-10-4 15,-1 10 0-15,6-7-2 0,-3 1 1 16,1 1-2-16,-4 5-4 0,7-6 5 0,-3 3-5 16,-4 3 3-16,11-6-2 0,-5 2-2 0,-6 4 2 15,10-3 0-15,-5 1 0 0,-5 2-1 0,8 0 0 0,-8 0-3 16,0 0-1-16,9-3 6 0,-9 3-3 0,0 0 1 16,0 0-1-16,0 0 0 0,0 0 1 15,0 0 3-15,0 0 0 0,0 0-1 0,0 0 2 16,0 0-1-16,0 0 1 0,0 0-1 0,0 0 4 15,0 0-5-15,0 0 1 0,0 0 1 0,0 0-4 16,0 0 4-16,0 0-2 0,0 0 1 0,0 0-4 0,0 0 5 16,0 0-2-16,0 0-2 0,0 0 4 15,0 0-4-15,0 0 0 0,0 0-2 0,0 0 1 16,0 0-4-16,0 0 1 0,0 0 1 0,0 0-2 16,0 0 2-16,0 0-1 0,0 0 3 0,2 13-2 15,2-6 2-15,1 0-2 0,-1 2-4 0,1-1 5 0,2 2 1 16,-5-1 0-16,2 3-1 0,0-1 0 15,-2 2 0-15,2-3 2 0,-2-1-1 0,0 2 0 16,0-2-1-16,-2-2 1 0,0-7 1 0,1 10 0 16,-1-3 4-16,0-7-2 0,2 6 1 0,-2-6 0 15,0 0 5-15,0 0 5 0,0 0-7 0,0 0 0 16,0 0 0-16,0 0-1 0,0 0-1 0,0 0 1 0,-6-26-2 16,5 17-3-16,1-1-5 0,2-1 2 15,0-5 3-15,0 4-11 0,3-2 2 0,0 3-6 16,0 1 5-16,3 0 1 0,-2 2 1 0,1 0-2 15,-2 3 0-15,0 1-2 0,1 0 1 0,1 2 3 0,-7 2-1 16,14 1 4-16,-7 3-5 0,1 3 2 16,2-2 5-16,-2 3-3 0,0-2-1 0,-1 4 1 15,2 0 3-15,-2-1-2 0,0 3 2 0,0-4-8 16,-1 3-14-16,0-3-15 0,0-1-8 0,0 4-16 16,-2-3-27-16,1 0-15 0,-2-3-28 0,-3-5-11 15,8 4-2-15,-4 0-12 0,-4-4-93 0,11 1-273 0,-11-1 121 16</inkml:trace>
  <inkml:trace contextRef="#ctx0" brushRef="#br0" timeOffset="-199424.72">9746 14437 133 0,'0'0'127'0,"0"-9"-4"0,0 9-12 16,-5-11-3-16,5 11-9 0,-8-5-7 0,0 2-6 0,-1 2 1 16,9 1-7-16,-20 5-9 0,8-3 2 0,1 2 6 15,-1 3-6-15,-2 2-7 0,4 0-5 16,-4 3-4-16,5 1-7 0,0 3-10 0,4-7 5 15,0 2-11-15,2-1 5 0,3 1-11 0,0-3 2 16,4 2 2-16,1 0-7 0,-1-4-2 0,0-3-4 16,5 3 0-16,0 1-3 0,-3-6 0 0,2-1-1 0,0 2 0 15,-8-2-2-15,15-7 0 0,-9 2-3 16,1 0 2-16,-4 0 2 0,4-2 1 0,-3 0 7 16,-2 0 3-16,1 1 2 0,-2-2-4 0,2-2-6 15,-3 10 1-15,2-13 2 0,-1 8 0 0,-1 5-3 16,0-8-6-16,0 8 0 0,0 0-6 0,0 0 3 0,4-7-4 15,-4 7 1-15,0 0-2 0,0 0 0 16,7 18 3-16,-6-13-7 0,5 5-21 0,-3-3-25 16,1 4-15-16,-2-2-29 0,2-1-24 0,0 2-34 15,1-4-23-15,1 4-101 0,-2-3-295 0,-4-7 130 16</inkml:trace>
  <inkml:trace contextRef="#ctx0" brushRef="#br0" timeOffset="-199100.95">9858 14415 118 0,'0'0'104'0,"0"0"12"0,0 0-11 0,0 0 0 15,10-1 11-15,-10 1-3 0,0 0-12 0,18 13-8 16,-11-6-8-16,3-1-7 0,-1 1-9 0,0 2-11 16,1-2-2-16,0 1-11 0,0 0-17 0,1-2-26 15,-3-1-18-15,4 0-13 0,-6-2-15 0,-6-3-2 16,17 2 2-16,-17-2 1 0,19-5 5 0,-10 4 6 15,0-4 7-15,-1 0 4 0,-1 0-3 0,0-3 17 16,-3 2 8-16,1-2 5 0,-1 1 10 0,-2-2 3 16,1 2 7-16,-2-1 10 0,-1 8 10 0,0-12 8 15,0 12-4-15,-5-9-1 0,5 9-4 0,-9-5-8 16,9 5-3-16,-17 7-1 0,8-1 8 0,-2 0-4 16,-6 7 1-16,4-1-7 0,-3 1-1 0,-1 6-2 15,2-4 0-15,-2 6-5 0,1-1-6 0,4-2-11 16,-1-2-20-16,4 0-37 0,0 1-35 0,4-1-50 15,-1-5-109-15,2-1-265 0,4-6 118 0</inkml:trace>
  <inkml:trace contextRef="#ctx0" brushRef="#br0" timeOffset="-198923.18">10722 14312 104 0,'0'0'138'0,"0"0"-14"0,16 6-5 0,-10-4-24 16,-1 0-25-16,3-1-39 0,-3 3-33 0,2 1-32 15,-3-1-27-15,1 0-37 0,-1 1-105 0,1 0 46 16</inkml:trace>
  <inkml:trace contextRef="#ctx0" brushRef="#br0" timeOffset="-198784.98">10790 14398 33 0,'-3'5'109'15,"3"-5"8"-15,-4 10-9 0,4-10-3 0,-4 10 5 16,4-10-27-16,-2 9-1 0,2-9-10 0,1 8-5 16,-1-8-7-16,4 7-4 0,4-6-10 0,-8-1-33 15,21 0-36-15,-2-1-61 0,2-2-75 0,10-1-173 16,3-2 76-16</inkml:trace>
  <inkml:trace contextRef="#ctx0" brushRef="#br0" timeOffset="-198507.81">11943 13886 131 0,'-10'-7'183'0,"-1"5"-9"0,5-2-10 0,0 2-20 16,6 2-10-16,-5-5-16 0,5 5-12 0,0 0-7 15,21-6-10-15,0 6-10 0,10-2-7 0,5-1-8 16,1 1-7-16,1-1-19 0,-2 3-21 0,-3 0-31 16,-3 0-31-16,-8 0-42 15,-2 0-32-15,-6 2-115 0,-5-1-254 0,-3 0 112 0</inkml:trace>
  <inkml:trace contextRef="#ctx0" brushRef="#br0" timeOffset="-198161.04">12133 13905 68 0,'-1'8'127'0,"1"-8"-4"0,0 11 6 15,1-1 6-15,0 3 2 0,1 5-1 16,0-1-7-16,0 9-10 0,0 2-12 0,-2-5-5 0,0 5-10 15,-2-3-10-15,0-6-8 0,2 2-10 0,-2-1-2 16,-1-2-8-16,2 0-3 0,1-1-7 0,-2 2-3 16,1-8-6-16,-1 1-4 0,0 0-5 0,0-2 2 15,-5-1-3-15,6-3-4 0,-7 3 2 16,4-4-5-16,-1 0 2 0,0 0-6 0,-2-2 0 0,7-3 1 16,-9 3 1-16,9-3-3 0,-11 0-3 0,11 0 1 15,0 0-2-15,-14-6-1 0,14 6-4 0,-6-2 3 16,6 2-5-16,0 0-1 0,-5-5-2 15,5 5-1-15,0 0 0 0,0 0 1 0,0 0 2 16,0 0-5-16,0 0 6 0,0 0-3 0,32 5 3 0,-19-4-7 16,7 0-7-16,7 1-12 0,3-1-12 0,1-1-23 15,-1-1-19-15,3-3-41 0,-1 1-12 0,1 1-27 16,3-1-109-16,3 3-288 0,10-6 127 0</inkml:trace>
  <inkml:trace contextRef="#ctx0" brushRef="#br0" timeOffset="-196649.91">12726 14160 92 0,'0'0'114'0,"0"0"-17"15,0 0-3-15,0 0-7 0,0 0 8 0,0 0-3 16,0 0-2-16,0 0-9 0,0 0-5 0,0 0-5 16,0 0-1-16,0 0 0 0,0 0-7 0,0 0-4 15,0 0-6-15,0 0 1 0,0 0-6 0,0-8-5 16,0 8-4-16,0 0 4 0,0 0-6 0,0 0-4 15,0 0-5-15,0 0-2 0,0 0-2 0,0 0-5 16,0 0 0-16,0 0 2 0,0 0-8 0,0 0 3 16,0 0-3-16,0 0 2 0,0 0-8 0,0 0 4 15,0 0-3-15,0 0-2 0,0 0 2 0,0 0-5 16,0 0 6-16,0 0-4 0,0 0-3 0,0 0 2 16,0 0-1-16,0 0 0 0,0 0-3 0,0 0 4 15,0 0-3-15,0 0 2 0,0 0-2 0,0 0-1 16,0 0-4-16,0 0 6 0,0 0-7 0,0 0 9 15,0 0-10-15,0 0 8 0,0 0-7 0,0 0-1 16,0 0 3-16,0 0 3 0,0 0 0 0,0 0 0 16,0 0 4-16,0 0-5 0,0 0 1 0,0 0 6 15,0 0-3-15,0 0-6 0,0 0 1 0,0 0-4 16,0 0 2-16,0 0 4 0,0 0 1 0,0 0 0 16,0 0-3-16,0 0-6 0,0 0 8 0,0 0 1 15,0 0 4-15,0 0-3 0,0 0-2 0,0 0 3 16,0 0-6-16,0 0 3 0,0 0 2 0,0 0 7 15,0 0-11-15,0 0 4 0,0 0 2 16,0 0-4-16,0 0 1 0,0 0 0 0,0 0 2 16,0 0 0-16,0 0-5 0,0 0 12 0,5 20-11 0,-5-20 2 15,0 0 1-15,0 0-2 0,0 0 4 0,0 0-4 16,0 0-1-16,0 0 4 0,0 0-4 0,0 0-4 16,0 0 2-16,0 0 1 0,0 0 1 0,0 0 0 15,0 0 1-15,0 0 0 0,0 0 5 16,0 0-3-16,0 0-3 0,0 0-2 0,0 0 2 0,0 0-5 15,0 0-6-15,0 0 9 0,0 0 0 0,0 0 2 16,0 0-4-16,0 0-1 0,0 0 5 0,0 0 3 16,0 0-8-16,0 0 3 0,0 7-4 0,0-7 4 15,0 0 2-15,0 0-4 0,0 0 2 0,0 0 2 16,0 0 0-16,0 0-2 0,0 0 2 0,0 0-3 16,0 0 3-16,0 0-1 0,0 0 2 0,0 0-6 15,-5 7 7-15,5-7-2 0,0 0 5 0,0 0-5 16,0 0-4-16,0 0 5 0,0 0 1 0,0 0-3 15,0 0 0-15,0 0 0 0,0 0 6 0,0 0-7 16,0 0 2-16,-2 7 0 0,2-7 2 0,0 0-5 16,0 0 7-16,0 0-7 0,0 0 3 0,0 0-3 15,0 0 2-15,0 0-2 0,0 0 3 0,0 0-3 16,0 0 0-16,0 0 3 0,0 0-1 0,0 0-1 16,0 0 1-16,0 0-6 0,0 0 1 0,0 0 2 15,0 0 3-15,0 0-4 0,0 0 8 0,0 0 3 16,0 0-4-16,0 0-2 0,0 0 3 0,0 0 0 15,0 0 4-15,0 0-10 0,0 0 6 0,0 0-2 16,0 0 10-16,0 0-13 0,0 0 6 0,0 0-7 16,0 0 7-16,0 0-4 0,0 0 3 0,0 0 0 15,0 0 0-15,0 0-2 0,0 0-1 0,0 0 4 16,0 0-2-16,0 0-1 0,0 0 4 0,0 0-2 16,0 0-2-16,0 0 4 0,0 0-1 0,0 0-2 15,0 0 8-15,0 0-5 0,0 0 1 0,-11-14 0 16,11 14-1-16,0 0-3 0,0 0 2 0,0 0-3 15,-18 4 1-15,12-1-2 0,6-3 5 16,-12 8-1-16,7-4-4 0,-4 3 0 0,3 0 0 16,-2 0 3-16,3 0-2 0,-3-1 2 0,6 1 1 0,-2 1 0 15,0-2-5-15,4-6 8 0,0 15-1 0,0-7 1 16,0-8-4-16,4 12-1 0,0-5 4 0,0 0-4 16,4 2-1-16,-4-3 2 0,7-2 3 0,-6 1-3 15,5 0 2-15,0-2-4 0,-1 3 0 16,-3-3 0-16,2 1-2 0,-3 0 3 0,-1-1-5 15,2 0 4-15,-6-3 1 0,7 7 2 0,-2-2 1 0,-5-5-4 16,-5 11 3-16,0-3 0 0,-1-4-1 0,-1 3-1 16,-4-2-3-16,-1 2 4 0,0-2-8 0,0 0-8 15,3 0-17-15,-2-1-14 0,-1 0-18 0,4-2-22 16,3 1-15-16,5-3-7 0,-11 4-27 0,11-4-80 16,-7 1-231-16,7-1 101 0</inkml:trace>
  <inkml:trace contextRef="#ctx0" brushRef="#br0" timeOffset="-196167.77">12819 14361 123 0,'4'5'115'0,"-4"-5"-5"0,5 6 0 0,-5-6-19 0,3 4-7 15,-3-4-3-15,0 0 10 0,0 0 13 0,6 4 11 16,-6-4 8-16,0 0-3 0,0 0-11 15,0 0-10-15,0 0-6 0,0 0-14 0,0 0-3 16,0-20-3-16,0 13-11 0,2-3-6 0,0 1-4 0,3-2-8 16,1 3-5-16,1-5-1 0,2-1-2 0,2-2-5 15,3 3-10-15,-3 2 1 0,0-1-3 16,1 3 2-16,-1 3-6 0,-1 0-4 0,2 2 1 0,-1 2-1 16,3 1-5-16,-3 1 3 0,0 3-4 15,1 1 2-15,-4 0-4 0,3 2 1 0,-3 1-2 16,-2 2 0-16,1-1 2 0,-3 1 0 0,1-1 1 0,-3-2 0 15,0 1-1-15,-2-7-5 0,-2 12 4 16,2-12 1-16,-2 11 0 0,2-11 3 0,-2 6-1 16,2-6 1-16,0 0-1 0,-7 4 2 0,7-4 1 15,0 0-2-15,0 0-4 0,-9-13 2 0,9 13 2 0,0-9-3 16,0 9 0-16,0-10 1 0,0 10-1 0,5-13-1 16,-1 4 2-16,0 0-4 0,3 1-1 0,1 2 1 15,2-3-2-15,-3 2-2 0,5 3 0 0,-2-2-1 16,-3 5 1-16,5 1-3 0,-3 1 3 0,1 4 1 15,-1-2-2-15,3 2 3 0,-3 2 2 0,2 0-4 16,-2 1 0-16,-2-3-8 0,1 4-15 16,0-1-18-16,1-1-27 0,-5 0-25 0,2-1-27 0,-1-1-28 15,2-1-17-15,0-1-120 0,0 1-311 16,-1-2 139-16</inkml:trace>
  <inkml:trace contextRef="#ctx0" brushRef="#br0" timeOffset="-195902.12">13463 14211 1 0,'0'-10'101'0,"0"10"-9"0,-4-9 5 0,4 9-8 0,-9-6 0 16,3 5-4-16,6 1-3 0,-17 1 2 0,7 3-11 16,0 1 12-16,1 2-21 0,0 2 9 15,0-1-5-15,4 0-5 0,-3 1-2 0,6 2-4 16,-1-3-12-16,1 3-2 0,2-2 7 0,0-9-3 16,2 13-13-16,3-7-7 0,-3-1 3 0,2 0 7 15,1-1-4-15,4-1-10 0,-9-3-4 0,15 0 1 0,-8-2-1 16,-7 2-5-16,16-6-1 0,-7 2 0 0,1 0 1 15,-4-1 8-15,3 1-1 0,-1-3-5 16,-3 3 0-16,0-1-1 0,-5 5 0 0,9-4-6 16,-5-1-2-16,-4 5 0 0,9-1 0 0,-9 1 5 15,0 0-5-15,12 6-1 0,-8-3-7 0,-2 3-26 0,-2-6-31 16,7 9-34-16,-3-3-42 0,-2-1-132 0,-2-5-288 16,6 10 128-16</inkml:trace>
  <inkml:trace contextRef="#ctx0" brushRef="#br0" timeOffset="-195582.57">13729 14166 80 0,'6'4'159'0,"5"1"-6"0,-1-1-13 0,1 3-11 15,-1 0-12-15,2 1-10 0,-3-4-11 0,2 5-5 16,1-4-20-16,-2 0-17 0,-1-2-18 0,1 1-19 15,1-3-9-15,-3 1-14 0,0-2-6 0,-8 0 3 16,15-5-3-16,-8 1 7 0,-3 0-7 0,2-1 4 16,-2-2 14-16,0 0-21 0,-2-1 6 0,2 0 6 15,-3 1-3-15,1 0 4 0,-2-1 16 0,0 8 8 16,0-11 1-16,0 11-3 0,-2-8 14 0,2 8-9 16,-7-4 1-16,7 4 6 0,0 0 5 0,-23 11 4 15,10 0 6-15,-3 1-3 0,1-1-9 0,-1 4-3 16,3 0-1-16,-6 4-2 0,6-4-3 0,-1-1-15 15,-3 4-33-15,5-2-30 0,5-6-51 0,-1 0-45 16,1-1-81-16,2-2-246 0,5-7 109 0</inkml:trace>
  <inkml:trace contextRef="#ctx0" brushRef="#br0" timeOffset="-195399.58">14261 13991 47 0,'6'-5'184'16,"-6"5"-9"-16,0 0-18 0,10 0-14 0,1 1-9 15,2 1-16-15,7-4-15 0,10 1-31 0,-3-1-43 16,8 0-41-16,-1-3-51 0,18-1-27 0,-3 0-77 16,11-4-180-16,-3-2 80 0</inkml:trace>
  <inkml:trace contextRef="#ctx0" brushRef="#br0" timeOffset="-194710.49">15150 13623 185 0,'0'0'206'0,"0"0"-29"0,0 0-19 0,19-10-16 16,-6 8 2-16,5 0-25 0,4 2-14 0,5-4-11 15,2 4-5-15,-2-3-16 0,-6 3-19 0,1-1-16 16,-5 0-22-16,-3-1-20 0,-2 2-16 0,-1-2-9 16,-5 1-1-16,-6 1 2 0,10-4-1 0,-10 4 1 15,7-5 1-15,-7 5 2 0,1-5 1 0,-1 5 5 16,0 0 6-16,0 0 5 0,0 0-10 0,0 0 5 16,-20-4 0-16,20 4 2 0,-9 8-3 0,3-3 12 15,1 3 17-15,-2-1 2 0,-1 7 9 0,2 3 14 16,-1 1 1-16,-2 0 15 0,4 8-4 0,-1-2 4 15,-1 1 1-15,2 1 7 0,-1-7 10 0,0 5-5 16,0 1-6-16,4-7-5 0,-3 2-2 0,1-3-3 16,0 0-6-16,3 0 0 0,-3-4-7 0,2-2-5 0,-1 1 0 15,0 1-6-15,1-5 1 0,-1 0-1 16,-1 1-4-16,0-4-3 0,0 1-1 0,-2-3-2 16,0-1-2-16,0 0 0 0,-4 1-2 0,10-3 0 15,-16-1-4-15,16 1 2 0,-14-6-1 0,9 5-1 16,-3-3 1-16,8 4-3 0,-6-8 2 0,6 8-4 15,-5-4 4-15,5 4-6 0,0 0 1 0,0 0-1 16,0 0 4-16,12-10-6 0,-5 9 0 0,4 0-9 16,2 1-26-16,1-2-22 0,4 1-24 0,2 0-25 15,1 0-19-15,10-2-4 0,-1-1 7 0,5 0 12 16,3-1 1-16,-1 0 10 0,-1-1 1 0,-4 1 2 0,-3-1 13 16,-10 1 7-16,1-2 11 0,-8 3 21 15,4-5 11-15,-6 2 5 0,-2 1 8 0,3-4 6 16,-3 3 5-16,-2 2 23 0,-1 1 11 0,-1 1 12 15,-4 3-3-15,8-8 2 0,-8 8-3 0,7-2 4 16,-7 2 1-16,0 0 12 0,0 0 8 0,8 8 9 0,-8-8 9 16,0 16 6-16,-1-5 8 0,0 0 2 15,-3 1 1-15,-1 4-6 0,-3 0-14 0,2 0-5 0,2-2-4 16,-1-2-9-16,1 0-4 0,1-1-8 16,2 1 0-16,-2-2-5 0,5-2-2 0,-1-1-8 15,-1-7 6-15,5 12-6 0,3-6 0 0,0-2-4 0,4 2-1 16,2-4-11-16,7-1-18 0,7-1-23 15,4 0-27-15,1-1-43 0,4 0-58 0,2-4-48 0,-1 2-181 16,-8-2-414-16,4 3 184 0</inkml:trace>
  <inkml:trace contextRef="#ctx0" brushRef="#br0" timeOffset="-194047.78">15942 14053 144 0,'0'9'163'0,"0"-9"-8"0,0 0-2 0,4 15-15 16,-4-15-7-16,3 8-11 0,-2-3-5 0,-1-5-4 0,4 5-10 15,-4-5 1-15,2 5 13 0,-2-5 9 16,0 0 8-16,0 0 4 0,0 0-8 0,0 0-15 16,0 0-9-16,0 0-12 0,0 0-11 0,0 0-3 15,0 0-5-15,-7-27-6 0,5 20-11 0,2 7-6 16,0-16 0-16,2 5-8 0,-2 2-2 0,2-3-9 0,2 1 0 15,3 2-5-15,0 0-1 0,-1-1-4 16,2 4-4-16,0-1-2 0,3 1-4 0,-2 3 0 16,3 4 0-16,-1 0-5 0,0 2 3 0,-1 2-2 15,1 1 1-15,-4 3-6 0,2-1 3 0,-4 0-3 16,2 1-4-16,-2-1 6 0,2-1-1 0,-2 2-1 0,-1-3 0 16,-3 0 0-16,2-1 4 0,-3-5-2 0,5 7 7 15,-5-7 9-15,0 0 3 0,2 6 2 16,-2-6-6-16,0 0-2 0,0 0 9 0,0 0-12 15,0 0 0-15,0 0-2 0,-18-20 0 0,18 13-4 16,0 7 8-16,0-14-6 0,0 5-3 0,2-1-5 0,2 0 2 16,2 1-8-16,-2-1-1 0,3 0-3 0,0 3-2 15,1-1 0-15,-2 4 7 0,3 1 1 16,-3 0 0-16,-6 3-14 0,18 0 7 0,-9 6-2 16,0-2-2-16,-1 2 1 0,1 3-2 0,-3 0-3 15,0 1-11-15,-2-1-22 0,0 0-16 0,0 3-18 16,-3-1-31-16,2 0-23 0,-2-4-16 0,0 2-9 0,-1-3-7 15,1 1-2-15,2-1 6 0,-3-6 9 0,5 7 18 16,-5-7 26-16,9 1 3 0,-9-1 16 16,15-7 6-16,-8 2 20 0,-1 0 22 0,1 0 13 15,-1-2 18-15,-1-1 7 0,-1-1 8 0,0 0-10 16,0 1 29-16,-3 2 8 0,2-3 13 0,-2 1 15 0,-1 8 10 16,4-9 3-16,-4 9-5 0,1-9-3 15,-1 9 1-15,4-5-14 0,-4 5-8 0,0 0-4 16,0 0-1-16,0 0-1 0,0 0 4 0,0 0 0 15,6 23-1-15,-5-12-3 0,1 1-3 0,-2 0-7 16,1-1 1-16,0 2-1 0,2 2-4 0,-3-3-24 0,2-1-20 16,0 0-26-16,-1-1-47 0,2-1-49 0,-1 0-132 15,-2-4-302-15,0-5 134 0</inkml:trace>
  <inkml:trace contextRef="#ctx0" brushRef="#br0" timeOffset="-193702.32">16571 14087 90 0,'0'0'144'16,"7"2"4"-16,-7-2-4 0,0 0-8 0,0 0-14 16,5-12-11-16,-5 12 4 0,5-11-5 0,-4 3-7 15,1-1-6-15,1-3-9 0,2 3-4 0,-1-1 0 16,1 1 0-16,0 1-10 0,2-1-10 0,-2 6-4 16,1 0-7-16,-6 3-3 0,13 0-6 0,-3 4 2 15,-2 4-8-15,1 1-4 0,1 6-4 0,-5 0-2 16,0 1 0-16,0 3-6 0,-1-1 1 0,-1 1-5 15,-2-1-17-15,0 0-28 0,2-3-28 0,-3-3-44 16,2-1-42-16,-2-2-41 0,0 0-114 0,0-9-318 16,0 0 140-16</inkml:trace>
  <inkml:trace contextRef="#ctx0" brushRef="#br0" timeOffset="-193533.04">16594 13577 5 0,'0'0'34'0,"-5"19"-37"0,2-10-3 0,3-9-7 0,-6 17 3 16</inkml:trace>
  <inkml:trace contextRef="#ctx0" brushRef="#br0" timeOffset="-192878.99">8620 15025 33 0,'0'0'153'0,"-7"-3"-8"0,7 3 4 0,0 0-7 15,0 0 2-15,25-1-11 0,3-1-9 0,10-1-11 16,17-1-12-16,34-9-7 0,-23 4-12 0,36-6-16 16,-4-1-28-16,2 0-36 0,1 2-39 0,0 2-40 15,-4 0-158-15,-32 5-253 0,27-3 112 16</inkml:trace>
  <inkml:trace contextRef="#ctx0" brushRef="#br0" timeOffset="-192205.72">16197 14282 42 0,'9'-2'138'0,"-2"2"-16"0,-7 0-12 0,13 0-13 0,-13 0-10 15,6 2-15-15,-6-2-38 0,0 0-34 0,0 0-58 16,0 0-50-16,-22 17-116 0,5-13 52 0</inkml:trace>
  <inkml:trace contextRef="#ctx0" brushRef="#br0" timeOffset="-190673.83">15680 13915 20 0,'0'0'59'0,"0"0"-1"16,0 0-5-16,-2-7-6 0,2 7-5 0,0 0-6 15,-2-10 7-15,2 10 2 0,0 0-2 0,-2-10 0 16,2 10 4-16,-3-9-4 0,3 9-1 0,-4-6 2 15,4 6-9-15,-5-4-1 0,5 4-5 0,-6-7-7 16,1 3-2-16,5 4 2 0,-5-9 3 0,1 5-4 16,4 4 12-16,-5-6-1 0,5 6 7 0,-8-3-6 15,8 3 4-15,-4-8 2 0,4 8-13 0,-2-7-2 16,2 7 0-16,-3-8-6 0,3 8 6 0,0 0 13 16,-1-11-7-16,1 11-3 0,-1-7 3 0,1 7-3 15,0 0-5-15,0 0-1 0,0-9 1 0,0 9 1 16,0 0 5-16,0 0-5 0,0 0-6 0,0 0 0 15,-5-6 0-15,5 6-9 0,0 0 0 0,0 0 1 16,0 0 1-16,0 0 0 0,0 0-3 0,-2 21 4 16,1-9-4-16,0 0-3 0,-2-1-1 0,2 3 4 15,-2 2-1-15,2 1-1 0,1-2-1 0,-4 2-2 16,2 2 4-16,1-3 3 0,-1 2-2 0,1-2-1 16,0 1 0-16,-1 0-3 0,1 1-5 0,1-3-2 15,0 0 5-15,1 1 1 0,-1-4 0 0,2 1-1 16,-1-2 1-16,2 1 0 0,-1-2 5 0,2-1-9 15,-2 0-2-15,2-1 9 0,-3 1-4 0,2-3-2 16,-3-6 11-16,3 7-9 0,-3-7 3 0,3 7 1 16,-3-7-2-16,2 6 5 0,-2-6-2 0,0 0 5 15,0 0 3-15,2 6 9 0,-2-6 1 0,0 0 3 16,0 0-3-16,0 0-2 0,0 0-1 0,0 0 4 16,0 0-12-16,0 0 0 0,0 0-2 0,0 0 2 15,0 0 3-15,0 0-4 0,0 0-1 0,0 0-1 16,0 0-4-16,0 0 1 0,17-9 0 0,-17 9-2 0,6-5-7 15,-6 5-8-15,8-4-8 0,-8 4-14 16,11-6-10-16,-4 4-17 0,2-3-11 0,7-1-17 16,-3 2-12-16,-1-3-6 0,6 1 1 0,-3 1-13 15,-1 1-10-15,1-3-69 0,-2 1-211 0,-5 2 94 16</inkml:trace>
  <inkml:trace contextRef="#ctx0" brushRef="#br0" timeOffset="-190219.7">15610 13777 75 0,'0'0'81'0,"0"0"-9"16,0 0-8-16,0 0-5 0,0 0 2 0,0 0-2 16,0 0-3-16,0 0 4 0,0 0-5 0,6 23-1 15,-4-14 5-15,-1 1-6 0,0 2 6 0,1 4-5 16,-1 0-6-16,0 0 0 0,-2 0-7 0,2 1-2 16,-1 1-2-16,0-1 0 0,-1-1 1 0,1 2 0 15,-1-3-9-15,1-3 1 0,0 0 6 0,1 1-14 16,-2-2 3-16,2-1 2 0,-1 2 1 0,-1-2-3 15,1-3-4-15,0-7-4 0,0 15 4 0,0-15 2 16,0 9 1-16,0-9 3 0,1 8 1 0,-1-8 3 16,0 0 3-16,0 7 3 0,0-7-1 0,0 0 4 15,0 0-2-15,0 0-4 0,2 6 0 0,-2-6-6 16,0 0-2-16,0 0 1 0,17-2-6 0,-17 2-3 16,20-5-2-16,-7 2 0 0,8 0 1 0,-5 0-3 15,2 0 0-15,-1 1-5 0,1-1-15 0,-2-1-24 16,-2 2-24-16,-1-1-25 0,1 1-18 0,-4-1-31 15,-1 0-23-15,1-1-112 0,-6 2-284 0,-4 2 126 16</inkml:trace>
  <inkml:trace contextRef="#ctx0" brushRef="#br0" timeOffset="-189880.38">15634 13873 74 0,'2'10'109'0,"1"5"-10"16,-2 0 8-16,1 3-17 0,1 1 6 0,-5 6-8 16,2-1-8-16,-1 3-2 0,-2-3-5 0,1-3-2 15,-2-3-7-15,-1 1-4 0,2-2 6 0,0-1-12 16,0 0-7-16,0-6 6 0,0 2-5 0,1-5-5 15,1 1 2-15,0-1-4 0,1-7 4 0,-3 8-1 16,3-8-3-16,-2 8 6 0,2-8 1 0,0 0 0 16,0 0 2-16,7 6-4 0,-7-6-7 0,14-2-2 15,-1-3-9-15,0 1 0 0,6-3 0 0,3 0-2 16,3-2-6-16,-4 3-3 0,-2 0-11 0,3 1-31 16,-3 0-30-16,0 2-32 0,-2-2-31 0,-2 4-37 15,-2 1-119-15,-5 1-298 0,2-1 132 0</inkml:trace>
  <inkml:trace contextRef="#ctx0" brushRef="#br0" timeOffset="-188613.31">15715 14221 1677 0,'34'-7'13'16,"-5"-2"18"-16,-12 5-36 0,-9-1 15 0,-3 3-13 0,-5 2 4 15,3-2-2-15,-3 2 4 0,0 0 8 0,0 0-14 16,0 0 0-16,0 0-2 0,0 0-1 0,0 0 3 16,-28 9-4-16,21-8-7 0,-2 2-15 0,1 0-11 15,-2 0-24-15,-1 1-21 0,1-1-23 16,-2 1-27-16,-3 1-72 0,1-2-222 0,-2 1 98 0</inkml:trace>
  <inkml:trace contextRef="#ctx0" brushRef="#br0" timeOffset="-187604.58">13158 14430 68 0,'0'0'117'0,"0"0"-10"0,-5 4-2 16,5-4-7-16,0 0-1 0,0 0-7 0,0 0 4 16,0 0-4-16,0 0-2 0,0 0 2 0,0 0-5 15,0 0-4-15,0 0 1 0,0 0-4 0,0 0-4 16,0 0-8-16,0 0-19 0,0 0-7 0,0 0 1 16,0 0-10-16,0 0 0 0,0 0-8 0,0 0 2 15,0 0-13-15,0 0-21 0,-6 3-24 0,6-3-34 16,0 0-22-16,0 0-25 0,0 0-128 0,-2 10-261 15,2-10 115-15</inkml:trace>
  <inkml:trace contextRef="#ctx0" brushRef="#br0" timeOffset="-186497.97">16128 14373 84 0,'-7'7'102'0,"7"-7"-1"0,-4 5-8 16,4-5-12-16,-3 5-2 0,3-5-9 0,0 0-10 16,-3 9-7-16,3-9-12 0,0 0-25 0,0 0-31 15,1 10-37-15,-1-10-68 0,0 0-128 0,0 8 58 16</inkml:trace>
  <inkml:trace contextRef="#ctx0" brushRef="#br0" timeOffset="-157168.65">10227 15543 67 0,'-16'0'103'0,"3"0"-14"0,1 0 1 16,12 0-2-16,-15 0 5 0,15 0-20 0,0 0-4 16,0 0-2-16,-13-2-7 0,13 2 4 0,0 0-3 15,0 0 5-15,58-4 4 0,-6-2-10 0,38-5-8 16,13-4-2-16,6-2-7 0,19-5-8 15,12-4 5-15,16-1-2 0,17 0-9 0,3-2 0 0,8 1-6 16,4-3-10-16,2 4-21 0,-3 3-27 0,-2-1-11 16,-6 2-4-16,1 1-10 0,2 1-12 0,-4 2-25 15,-5 0-87-15,0-2-200 0,-6-1 89 16</inkml:trace>
  <inkml:trace contextRef="#ctx0" brushRef="#br0" timeOffset="-156789.55">16437 14270 67 0,'-5'19'115'0,"5"-19"15"16,0 0 5-16,0 0-6 0,19 3-7 0,0-7-9 16,13-2-12-16,6-4-14 0,21-7-10 0,31-11-42 15,4-4-39-15,3-1-49 0,1 1-44 0,2-5-63 16,8 1-173-16,-5-6 77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2-29T09:54:34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421 175 496 0 0,'-2'-10'678'0'0,"-2"-1"0"0"0,1 1 0 0 0,-2-1 0 0 0,1 1 0 0 0,-1 0 0 0 0,-1 0 0 0 0,0 1 0 0 0,0 0 0 0 0,-1 0 0 0 0,0 0 0 0 0,-13-12-1 0 0,18 20-82 0 0,-13 20-202 0 0,10-13-322 0 0,-33 53 119 0 0,3 0-1 0 0,3 3 0 0 0,-32 86 0 0 0,51-117-138 0 0,-16 43 53 0 0,4 1 1 0 0,-29 139 0 0 0,23 37 63 0 0,29-216-142 0 0,2 1 0 0 0,1 0 0 0 0,10 53 0 0 0,-10-77-16 0 0,2 0 0 0 0,0-1-1 0 0,0 1 1 0 0,1-1-1 0 0,0 1 1 0 0,1-1-1 0 0,0 0 1 0 0,1-1-1 0 0,0 1 1 0 0,1-1-1 0 0,0 0 1 0 0,1-1 0 0 0,0 0-1 0 0,9 9 1 0 0,-8-13-9 0 0,-1 0 0 0 0,1 0 0 0 0,-1-1 0 0 0,1 0 0 0 0,0 0 0 0 0,1-1 0 0 0,-1-1-1 0 0,1 1 1 0 0,-1-2 0 0 0,1 1 0 0 0,-1-1 0 0 0,1-1 0 0 0,0 1 0 0 0,0-2 0 0 0,-1 1 0 0 0,1-2 0 0 0,0 1 0 0 0,16-6 0 0 0,6-2-6 0 0,0-1 0 0 0,-1-2 0 0 0,0-1 1 0 0,28-18-1 0 0,-12 4-29 0 0,-2-2 0 0 0,-1-2 1 0 0,-1-3-1 0 0,-2-1 1 0 0,-2-1-1 0 0,-1-3 0 0 0,-2-1 1 0 0,-1-1-1 0 0,-3-2 0 0 0,-1-2 1 0 0,-3 0-1 0 0,-1-2 1 0 0,-2-1-1 0 0,-3-1 0 0 0,23-74 1 0 0,-38 96 6 0 0,-2 0 1 0 0,0 0-1 0 0,-2 0 1 0 0,-1 0-1 0 0,-1-1 1 0 0,-2 1-1 0 0,-1-1 1 0 0,-1 1-1 0 0,-1 0 1 0 0,-1 0-1 0 0,-12-37 1 0 0,11 47 11 0 0,0 0 0 0 0,0 0 0 0 0,-2 1 0 0 0,0-1 0 0 0,-1 2 0 0 0,-1-1 0 0 0,0 1 1 0 0,-1 1-1 0 0,0 0 0 0 0,-2 1 0 0 0,1 0 0 0 0,-2 0 0 0 0,1 2 0 0 0,-2 0 0 0 0,1 0 0 0 0,-1 1 0 0 0,-1 1 0 0 0,-21-9 0 0 0,23 13 14 0 0,-1 1 0 0 0,0 1-1 0 0,1 0 1 0 0,-1 1 0 0 0,-1 0-1 0 0,1 2 1 0 0,0 0 0 0 0,0 0-1 0 0,0 1 1 0 0,0 1 0 0 0,0 1-1 0 0,0 0 1 0 0,0 1-1 0 0,1 0 1 0 0,0 1 0 0 0,0 1-1 0 0,0 0 1 0 0,0 1 0 0 0,1 0-1 0 0,0 1 1 0 0,-12 10 0 0 0,5-3-2 0 0,1 1 1 0 0,0 1-1 0 0,1 0 1 0 0,0 2-1 0 0,2 0 1 0 0,0 0-1 0 0,1 2 1 0 0,2 0-1 0 0,0 0 1 0 0,1 1-1 0 0,1 1 1 0 0,-9 25-1 0 0,16-34-1 0 0,0 0 0 0 0,1 0-1 0 0,0 0 1 0 0,1 1-1 0 0,1-1 1 0 0,0 1 0 0 0,1 0-1 0 0,1-1 1 0 0,0 1 0 0 0,1-1-1 0 0,0 1 1 0 0,1-1 0 0 0,1 0-1 0 0,0 0 1 0 0,1 0 0 0 0,1-1-1 0 0,0 1 1 0 0,0-1-1 0 0,2-1 1 0 0,-1 1 0 0 0,13 14-1 0 0,16 14-24 0 0,1-2-1 0 0,2-1 0 0 0,1-2 0 0 0,62 42 1 0 0,-58-44-5 0 0,-16-13 16 0 0,-2 1 0 0 0,0 2 0 0 0,-2 0 0 0 0,25 31 0 0 0,-42-46 12 0 0,0 0-1 0 0,-1 1 1 0 0,0 0-1 0 0,-1-1 1 0 0,0 2 0 0 0,-1-1-1 0 0,0 0 1 0 0,0 1-1 0 0,-1 0 1 0 0,-1 0-1 0 0,0 0 1 0 0,0 0 0 0 0,-1 0-1 0 0,0 1 1 0 0,-1-1-1 0 0,-2 16 1 0 0,-1 3-173 0 0,3-23-380 0 0,0 0-1 0 0,-1 0 1 0 0,1 0 0 0 0,-2 0 0 0 0,1 0-1 0 0,-5 12 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2-29T09:54:34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588 69 9001 0 0,'41'-67'-38'0'0,"-40"65"34"0"0,-8 18-1417 0 0,0 0-1 0 0,-1-1 0 0 0,-19 28 0 0 0,12-24-418 0 0</inkml:trace>
  <inkml:trace contextRef="#ctx0" brushRef="#br0" timeOffset="1">1 548 444 0 0,'0'0'3272'0'0,"42"-8"-2960"0"0,-22 8-100 0 0,5-2-120 0 0,2 0-164 0 0,0-1-148 0 0,2 2-172 0 0,-3 1-216 0 0,1 0-660 0 0,-2-3 288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9T09:56:22.4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5104 3598 51 0,'-2'-13'143'0,"2"13"4"0,-1-13 9 16,0 7-5-16,1 6-4 0,-4-13 2 0,4 13-18 15,-1-8-10-15,1 8-13 0,0-9-10 0,0 9-8 16,0 0-9-16,0 0-9 0,-1-11 0 0,1 11-22 16,0 0-5-16,0 0-6 0,0 0-5 15,0 0 0-15,0 0-10 0,0 0 0 0,0 0-3 0,6 37 3 16,-5-17-8-16,0 5-3 0,2 2 4 0,-3 2-3 15,0 4-2-15,-1 1-2 0,-2 0 2 0,-3 0 1 16,5-1-3-16,-4-4-2 0,1 0 2 0,0-1-1 16,0-3-6-16,3-7 3 0,1-1-3 0,0 1 0 15,-2-7-1-15,2 4 9 0,0-2-8 16,0-4 0-16,2 3-1 0,-4-4-2 0,4-1 7 16,-1 1-11-16,-1-8 4 0,3 14 1 0,-2-8 2 15,0 0-1-15,3-1 1 0,0-2-3 0,0 2 1 0,-4-5 0 16,11 10-4-16,-4-8 1 0,2 2 0 0,2-4 2 15,2 1-4-15,5-2-12 0,1-1 2 0,1-1-17 16,2-1-21-16,4-3-38 0,2 4-15 16,-1-4-17-16,-6 2-31 0,5-2-116 0,-8 1-292 15,0 0 130-15</inkml:trace>
  <inkml:trace contextRef="#ctx0" brushRef="#br0" timeOffset="354.59">5561 3927 35 0,'0'0'147'0,"0"0"-21"15,0 0-8-15,0 0-19 0,0 0-14 0,0 0-2 16,0 0-7-16,0 0 5 0,-16 24-17 0,12-14-2 16,0 2-6-16,0-2-2 0,2 2-7 0,2 0-2 15,0 1-10-15,-2-3 2 0,4 2-6 0,0-2-3 16,1-2 9-16,1 2-12 0,1-2 2 0,0-3-4 15,3 0 1-15,-8-5 0 0,16 7-2 0,-4-4-1 16,0-3 1-16,-12 0-3 0,26-3-4 0,-13 0 4 16,0-4-14-16,2 0 17 0,-4 0 2 15,1 0-5-15,1-2 6 0,-6-1-5 0,3 0 0 0,-4 0-7 16,-2-1 5-16,-2-1-1 0,-1-3-5 0,-1 2 3 16,-2-2-13-16,-1-2 12 0,-1 5-3 15,-1 1-4-15,-1 0 1 0,0 1-1 0,-1 3-2 16,-1-1-4-16,2 3-7 0,6 5-5 0,-14-6-11 15,2 5-15-15,12 1-17 0,-20 4-28 0,10 2-15 16,0-2-21-16,3 3-120 0,1 3-258 0,6-10 115 0</inkml:trace>
  <inkml:trace contextRef="#ctx0" brushRef="#br0" timeOffset="754.6">6056 3828 5 0,'-8'-5'166'0,"8"5"-14"16,0 0-17-16,0 0-13 0,0 0-13 0,0 0-10 15,-24 15-4-15,14-1-9 0,0 0-7 0,-1 4-6 16,2 0-6-16,2 0-5 0,2 0-10 0,1-1-6 16,1 0-6-16,3-2-8 0,0 0 0 0,1-3-3 15,5-1-8-15,-3 1-9 0,0-4-9 0,2 0 8 16,4-1-1-16,-3-1 2 0,-6-6-8 0,15 5 4 15,-4-3-3-15,-3-1 1 0,-8-1-4 0,19-3 5 16,-9 0-4-16,-10 3-2 0,14-9 6 0,-4 1-5 16,-3-2 4-16,-3 2-5 0,1-2-4 15,-1-2 0-15,-2 0 3 0,2 0-2 0,0-3 1 16,-3 3 1-16,1 1 0 0,0 0 6 0,-2 11 8 0,1-11-1 16,-1 11-1-16,0 0-8 0,3-10 2 0,-3 10-7 15,0 0 2-15,0 0 3 0,0 0-4 0,0 0 0 16,0 0-2-16,10 29 4 0,-7-19-9 15,0 2-24-15,2 2 7 0,0 0-13 0,1 0-11 0,1 1-27 16,0-2-8-16,3 0 3 0,0-5 3 16,0-1-10-16,3 0-6 0,3-2-8 0,3-1-51 15,-3-4-164-15,3-1 73 0</inkml:trace>
  <inkml:trace contextRef="#ctx0" brushRef="#br0" timeOffset="1167.83">6458 4002 2 0,'7'-9'36'0,"1"-1"10"0,-4 1 21 0,-1-4 10 16,1 2-1-16,-4 11 0 0,0-23 25 0,0 13 3 15,0 10 0-15,-5-19-2 0,1 12-12 0,-1-1 3 16,5 8 8-16,-9-10-6 0,3 7-1 0,6 3-18 16,-14-4-14-16,14 4 2 0,-25 6-6 0,11 3-8 15,-1-1-9-15,1 3-3 0,-3 2-8 0,5 1 5 16,0-2-11-16,1 2 2 0,2-1-1 0,2 3-4 16,2-6-5-16,1 2 0 0,4-1-4 0,0 1-1 15,3-2-6-15,1-1-8 0,1 0-7 0,0-1 4 16,1-2 6-16,1-1-9 0,4-1 7 0,-1 0-2 15,2-3-2-15,2-1 7 0,-14 0-4 0,24-4 0 16,-14-1 1-16,1-1-2 0,0-3-9 0,-3 0 6 16,1-4 5-16,0-3-3 0,-3 0-1 0,-1-2 0 15,-2-1 5-15,-1-6-6 0,0-1 2 0,-2-2 5 16,0 2-2-16,0-4 1 0,-4 3-1 0,1-1 4 16,-1-1-2-16,2 1 20 0,-2 4 5 0,1 5 5 15,0 2 15-15,-1 0 7 0,1 6 0 0,1 2 11 16,-1-1 2-16,1 4-1 0,0 0-13 0,2 6-9 15,-4-7-5-15,4 7-10 0,0 0-3 0,0 0-4 16,0 0 0-16,0 0-4 0,6 32 1 0,-4-13-6 16,2 9 3-16,1 2-2 0,-2 3 3 15,0-1 2-15,1 4-6 0,-3-3-15 0,2-2-31 16,1 0-27-16,0 1-18 0,0-1-36 0,1-3-42 16,4 2-44-16,-3 0-109 0,0-3-336 0,6-3 149 0</inkml:trace>
  <inkml:trace contextRef="#ctx0" brushRef="#br0" timeOffset="1676.56">7158 3870 9 0,'0'-11'216'0,"-2"2"-11"0,2 9-14 0,0-12-12 16,0 12-20-16,-1-9-15 0,1 9-14 0,0 0-21 15,0 0-15-15,-2-6-8 0,2 6-9 0,0 0-10 16,0 0-3-16,20 20-10 0,-12-4 0 0,4-1-4 16,-1 2-4-16,4 6-7 0,0-1 2 0,-2 1-2 15,2 0-6-15,0-1-2 0,-4-5-3 0,-1 1 0 16,4 2-4-16,-5-4-3 0,1-2-1 0,-2-3-1 16,1-1-4-16,-4-3 2 0,0 0-3 0,0-2 8 15,-1-1 9-15,0-1 13 0,-4-3 11 0,8 5 11 16,-8-5 0-16,0 0-4 0,15-14-7 0,-10 2-8 15,5-3 0-15,-3-4-7 0,2-6-6 0,2-1 0 16,-1-2-3-16,-2-2-5 0,0-1-1 0,-1-1-3 16,0 0-2-16,-2 3 2 0,1-2-5 0,-3 5-4 15,-4-1 2-15,1 10-5 0,2 2-2 0,-2 3-1 16,2 5-18-16,-2 0-23 0,0 7-35 0,-2-11-43 16,2 11-56-16,0 0-44 0,0 0-25 0,0 0-144 15,0 0-411-15,0 0 183 0</inkml:trace>
  <inkml:trace contextRef="#ctx0" brushRef="#br0" timeOffset="2006.49">7593 4018 225 0,'0'0'199'0,"4"3"-23"0,-4-3-16 15,0 0-15-15,0 0-17 0,4 7-14 0,-4-7-14 16,4 6-7-16,-4-6-10 0,2 9-4 0,-3-1-8 15,5 1-4-15,0 2-9 0,0 1-5 0,2-2-5 16,-2 1 0-16,2-1-7 0,-1 0-10 0,2-1 1 16,2-2-4-16,-3-1 3 0,2 0-3 0,2-3-1 15,1 4 0-15,1-4 1 0,0-2 3 16,0-1-3-16,1-1 8 0,1-1 4 0,-2 1 5 0,2-5 3 16,-4 0 3-16,-1 1-1 0,2-6-1 0,-4 2-4 15,0-5-1-15,-3 1-2 0,-1-3-5 16,-2 2-4-16,-1-2 1 0,-1 1-10 0,-3 1-1 15,0 4-7-15,-1-1 5 0,0 2-11 0,-1 1-2 16,-2 1-9-16,0 2-21 0,-2 4-22 0,-3 1-18 16,-4 1-27-16,0 4-22 0,-2 2-42 0,3 4-38 0,-7 2-170 15,8-1-390-15,1 0 173 0</inkml:trace>
  <inkml:trace contextRef="#ctx0" brushRef="#br0" timeOffset="2270.55">8202 3796 2353 0,'7'-18'-16'0,"-3"0"24"15,-3 0 29-15,3 3 16 0,-2 4-8 16,-2 1 0-16,0 3-2 0,0 7-4 0,0-11-7 16,0 11-6-16,0 0-5 0,-2-9-6 0,2 9-2 15,0 0-7-15,0 0-1 0,0 0 1 0,0 0-3 16,5 28 2-16,-5-10-1 0,-1 9 2 0,0-1 3 15,0 3-1-15,1-2-1 0,1 4-1 0,-2-4 0 16,2 2-1-16,1-1 2 0,1-8 1 0,-2 4-5 16,1-3-23-16,0-2-34 0,-1 5-27 0,1-6-38 15,4-1-37-15,-3-2-35 0,-1-3-17 0,2 0-123 16,-3-2-356-16,3-4 158 0</inkml:trace>
  <inkml:trace contextRef="#ctx0" brushRef="#br0" timeOffset="2502.48">8406 3759 68 0,'0'-12'254'0,"0"0"-2"0,0 2-6 15,0 1-22-15,0 3-21 0,0 6-24 0,0-8-22 16,0 8-22-16,0 0-17 0,0 0-14 0,0 0-12 16,0 0-12-16,0 0-5 0,0 0-10 0,0 37-4 15,3-10-6-15,-2 2 0 0,0 0-9 0,-1 0-4 16,2 2-1-16,-4-2-3 0,5-1-4 0,-4-3-4 15,1-6-3-15,0 1 0 0,0-2-18 0,0 0-14 16,0 0-26-16,0-1-30 0,0 0-32 0,0-1-38 16,2-6-24-16,0 0-30 0,-4 1-158 0,2-5-371 15,0-6 163-15</inkml:trace>
  <inkml:trace contextRef="#ctx0" brushRef="#br0" timeOffset="2717.94">8323 3869 64 0,'0'0'146'0,"0"0"-16"0,0 0-16 0,0 0-6 0,0 0-14 16,0 0-7-16,19-10-11 0,-1 6-6 0,3 2-4 16,7-1-2-16,1-2-11 0,2 0-5 0,-3-1-6 15,0 5-10-15,-5-1-24 0,-5 2-17 16,2-2-26-16,-7 3-17 0,0 0-4 0,-3 1-16 0,-2-1-8 15,0 1-70-15,-2 0-162 0,-6-2 72 16</inkml:trace>
  <inkml:trace contextRef="#ctx0" brushRef="#br0" timeOffset="4669.32">8819 3941 56 0,'-6'-11'174'0,"2"6"-27"0,-1 1-10 16,-3 0-18-16,0 1-3 0,-3 0-10 0,-1 1-13 15,1 2-2-15,-1 1-18 0,0 3-2 0,-1-1-9 16,-1 7-7-16,0 0-7 0,-1 6-3 0,2-3-11 16,0 9 4-16,0-5-6 0,1 8 2 0,6-8-9 15,0 0 1-15,1 0-4 0,2 2 4 0,2-4-7 16,1-1 0-16,1 0-2 0,0-4 1 0,6 1 2 16,-4-4-4-16,4 0-1 0,2-1-4 0,1-2 2 15,0-1-5-15,1-3 4 0,1 0 1 0,1-2-6 16,-3 0 5-16,3-2-5 0,-3-4 3 0,-2 2-1 15,3-1 4-15,0-7 7 0,-2 0 0 0,1-3-3 16,-4 2 7-16,-1-2-6 0,1 2 12 0,-4-2-2 16,1 2 1-16,-1-3-4 0,-3 3 8 15,2-2-3-15,-2 7 12 0,1 1 6 0,0 0 2 0,0 9-6 16,-1-10-6-16,1 10-4 0,2-7-9 0,-2 7-3 16,0 0-6-16,0 0-9 0,3-7 1 0,-3 7 0 15,0 0-3-15,0 0 2 0,0 0-4 0,11 21-5 16,-7-12-11-16,1-1-6 0,0 0-3 15,3 1 4-15,0-1-1 0,-1 0-1 0,5 1-5 16,2-1-1-16,1 2 0 0,-1-6 2 0,8-2 2 0,-4 0-1 16,4-1 1-16,6-3-2 0,-9 2 2 0,4-3-1 15,4-3 9-15,-7-2-4 0,6 1 6 0,-10 1-1 16,1-3 6-16,-7 3 1 0,2 1 12 0,-5-4 2 16,1 2 1-16,-2-2-1 0,0 0 13 0,-4 1-5 15,2-2 12-15,-4-1 0 0,-1 2 0 16,1 9-3-16,-7-16-3 0,3 11-1 0,1-2-2 0,-4 4-4 15,1-2-5-15,6 5-1 0,-16-4 0 0,9 6-6 16,-6 0 2-16,1 4-1 0,-3 3-2 0,1 1 1 16,0 1-3-16,1 0 0 0,2 5-1 15,3-3 0-15,-1 1 0 0,7-5-9 0,-1 2-1 16,2-2 4-16,1 3-10 0,0-3-6 0,4 0 4 16,-2-3-9-16,2-1 2 0,4 1-5 0,-1-2 6 15,2 0-6-15,4-2 6 0,-1-1-2 0,-1-1-1 0,-1 0 4 16,2-1 3-16,-3-3 2 0,2-1 19 15,-2-2-17-15,0 2 5 0,-5 0 11 0,2-1 6 16,1-1 3-16,-2-2-2 0,-3 3 1 0,1-1 15 16,-3 7 16-16,4-13-2 0,-4 7 1 0,0 6 0 15,4-10-2-15,-3 6-3 0,-1 4-3 0,0 0-9 16,0 0-7-16,0 0-3 0,0 0-2 0,0 0 0 16,0 0-1-16,13 20-1 0,-8 6 2 0,1 5-1 0,-2 5-2 15,4 7 3-15,-6 6-3 0,6-2 4 16,-6-11-4-16,0 15 0 0,-2-15 1 0,-2 9-2 15,2-11 6-15,-2 0-2 0,-1-2 1 0,-3 1 0 16,-2-1-3-16,3-3 4 0,-2-2 1 0,4 0 0 16,-6-3-6-16,-1-5 1 0,3-3-6 0,1-3-2 15,-2 3-2-15,-1-6-2 0,6-5 5 0,-5 1-2 16,1-1-6-16,1-4-8 0,-5-1-1 0,11 0-5 16,-15-8-3-16,7-1 5 0,-1-1 5 0,1-5 9 15,0-2 2-15,2-1-2 0,5-11 3 0,-2 5 3 16,4-5 3-16,3 0 1 0,3-1-1 0,2 0 1 15,3-3-3-15,2 2-3 0,3-1-1 0,2 1-4 0,9-11 1 16,0 2-2-16,0 2 1 0,2-1-2 16,-8 10 0-16,3 1-1 0,-1 0 2 0,2 0 1 15,0 1-1-15,-3 0-5 0,-3 3 3 0,-1-1 3 16,-1 2-8-16,-1 1 2 0,-4-1-1 0,-2 0 8 16,-2 5-6-16,-3 3 5 0,0 0 2 0,-3-1 7 15,0 7 9-15,1 2 9 0,-4-1-1 0,1 3-4 16,-1 5-2-16,0 0 1 0,-8-14-2 0,8 14-5 15,-9-4 1-15,9 4-3 0,-16 4-3 0,-1 5 1 16,-5 5-2-16,1 6 0 0,-5 0 0 0,4 4 4 16,1-1-5-16,3 1 4 0,1 1-3 0,6-2 3 15,5-6-3-15,5 1 0 0,4 2-8 0,2-2-6 16,5-2-14-16,7-2-18 0,7-1-43 0,8-1-28 16,4-5-35-16,2-3-147 0,14 2-323 0,0-8 143 15</inkml:trace>
  <inkml:trace contextRef="#ctx0" brushRef="#br0" timeOffset="7268.86">10599 4024 99 0,'0'0'160'0,"0"0"-8"0,0 0-14 0,0 0-6 15,0 0-14-15,0 0-11 0,0 0-14 0,0 0-5 0,0 0-10 16,0 0-6-16,26-7-13 0,-13 4-9 0,2 2-12 16,2-2-29-16,3 0-22 0,-1 0-27 0,0 0-32 15,-1 1-22-15,-1 1-19 0,-4 1-65 0,-3 0-191 16,-10 0 85-16</inkml:trace>
  <inkml:trace contextRef="#ctx0" brushRef="#br0" timeOffset="7449.98">10533 4188 10 0,'0'0'86'0,"0"0"-5"16,0 0-2-16,0 0-14 0,13 10-4 0,1-6 5 15,2-1-17-15,5-5 2 0,8 1-28 0,4-3-20 0,2-1-31 16,2 1-63-16,15-7-100 0,-2 2 45 0</inkml:trace>
  <inkml:trace contextRef="#ctx0" brushRef="#br0" timeOffset="7916.56">11885 3732 5 0,'0'0'228'0,"2"-9"-14"16,-2 9-14-16,0 0-20 0,-7-8-19 0,7 8-6 16,-9-5-9-16,9 5-19 0,-5-4-5 0,5 4-16 15,0 0-6-15,-11-1-16 0,11 1-11 0,0 0-8 16,-14 10-5-16,7-1-9 0,-5 7-3 0,-2 0-9 0,0 9 4 16,-2-1-6-16,1 5-1 0,2 1-5 15,-3-1 2-15,2 2-6 0,3-2-5 0,0 0 1 16,2-4-5-16,1 2-2 0,6-2 0 0,-4 1-5 15,2-9 1-15,0-2 0 0,4 2 1 0,1-5-6 16,1 1 2-16,-1-2-2 0,3 0 3 0,0-3 0 16,1 1 0-16,0-2-4 0,4-1 4 0,-3 2-3 15,3-3 2-15,3-1 0 0,-1-2 1 0,2-2-1 16,1-2-1-16,-1 1 1 0,6-2-1 0,-6 0 0 16,-1-1 1-16,4-4-1 0,-5 2 0 0,-1-1 0 15,-3-1 0-15,-1-2 0 0,2-1-4 0,-4 1-1 16,-2 1 3-16,-2-2-2 0,-2 2 0 0,-2-2-6 15,-1 5 2-15,0-4-1 0,-4 4-1 0,0 2-1 16,0-2-2-16,-9 3 1 0,0 0 0 0,-1 3-1 16,0 3 1-16,-3 0-1 0,7 4-1 0,-7-3-12 15,5 4-20-15,1 2-20 0,-2-4-21 0,9 3-26 16,-1-1-25-16,2 0-20 0,2-1-12 0,3 0-21 16,1-1-112-16,2-6-319 0,0 0 142 0</inkml:trace>
  <inkml:trace contextRef="#ctx0" brushRef="#br0" timeOffset="8112.94">12029 4039 42 0,'0'0'203'0,"6"-4"-10"0,-6 4-2 0,0 0-9 0,6-3-6 16,-6 3-10-16,0 0-15 0,0 0-13 0,0 0-15 15,0 0-14-15,5-4-10 0,-5 4-15 0,0 0-13 16,0 0-23-16,0 0-17 0,0 0-14 0,0 0-33 15,6 11-28-15,-6-11-14 0,2 8-51 0,-2-8-13 16,6 10-16-16,-1-5-119 0,-1-1-277 16,-4-4 123-16</inkml:trace>
  <inkml:trace contextRef="#ctx0" brushRef="#br0" timeOffset="8648.79">12307 3866 109 0,'-2'-7'181'0,"2"7"1"0,-5-12-7 0,5 12-4 16,0-9-14-16,0 9-12 0,0 0-18 0,-1-10-14 16,1 10-12-16,0 0-11 0,0 0-14 0,0 0-14 0,0 0 1 15,0 0-11-15,0 0-4 0,0 0-6 0,0 31-4 16,3-19-3-16,0 0-9 0,4 3 8 16,-1 0-9-16,2 0 2 0,2 1-6 0,1 1 2 15,0 0-3-15,-1-3 0 0,0 1-4 0,1-1 1 16,1 0-1-16,-1 1-2 0,0-3-2 0,-2-1-2 15,0-2 0-15,-2 2 3 0,-3-3-6 0,4 1 3 0,-6-2-3 16,2-1 1-16,-1 2 2 0,1 1-1 0,-4-2-1 16,0-7-4-16,-7 12-1 0,3-5 1 15,-2-2-6-15,-2 2-3 0,-3-2-5 0,-1 1-4 0,1-3-2 16,-2 0 2-16,2-2 0 0,1 1 5 16,4-2-4-16,6 0 9 0,-18-3-4 0,12 0 0 15,6 3 2-15,-9-9-5 0,5 3 6 0,3-2-2 0,1-1 2 16,0-1-2-16,0-2-3 0,3 1 5 0,-1-2-1 15,2 1 0-15,1 1 0 0,3-5 3 16,-3 4-2-16,6-2 0 0,-2 0 0 0,-1 0-2 16,5 2 5-16,-3 0 3 0,-5 0-3 0,4 1 3 15,-4 0-7-15,3-3 5 0,-3 3-6 0,1-4 9 0,-2 3-5 16,2 1-2-16,-2 0 9 0,-2 1 6 16,3 0-2-16,-5 0 4 0,0 1-3 0,0-1 8 0,2 0 2 15,-2 10 0-15,-2-16-6 0,2 11-3 16,0 5 0-16,-5-11 1 0,3 6-3 0,2 5 0 15,-6-8 0-15,6 8-6 0,-10-2 0 0,1 2 2 16,9 0-7-16,-20 5 4 0,9 0-1 0,-5 0-3 16,3 6 3-16,0-1-11 0,3-1-23 0,-3 1-22 15,4 4-16-15,-1-3-41 0,6-1-23 0,0 2-39 16,4 1-105-16,-2-1-302 0,2-12 134 0</inkml:trace>
  <inkml:trace contextRef="#ctx0" brushRef="#br0" timeOffset="9434.7">12805 3774 30 0,'0'0'225'0,"0"0"-7"15,0 0-5-15,0 0-15 0,-2-6-14 0,2 6-11 16,0 0-13-16,0 0-14 0,0 0-17 0,0 0-14 15,0 0-14-15,0 0-13 0,0 0-11 0,0 0-11 16,0 0-8-16,0 0-8 0,0 0-4 0,0 0-4 16,13 23-3-16,-11-14-3 0,5 8-5 0,-2-3-4 15,2 2 1-15,-3 1-2 0,1-3-3 0,1 1-1 16,1 1-3-16,-2-1-2 0,-1-1 0 16,1-2-2-16,1 3-2 0,-2-3 2 0,1-2-3 0,0 2-3 15,0-1 3-15,3-3-3 0,-5 4 2 0,3-4-3 16,-4 1 4-16,1-3-4 0,2 0 1 0,-1-1-1 15,-4-5-2-15,4 10 1 0,1-8-1 0,-5-2 0 16,2 6 1-16,-2-6 0 0,4 5 0 0,-4-5 1 16,0 0 2-16,0 0 7 0,4 5-9 0,-4-5 4 15,0 0 5-15,0 0 0 0,0 0 6 0,0 0 0 16,0 0 13-16,0 0-11 0,0 0 1 0,0 0-4 16,0 0 1-16,0 0 5 0,0 0-1 0,10-14 5 15,-10 14-4-15,2-9-8 0,0 3 0 0,1-1-4 16,-1-4 1-16,2 5-1 0,-2-3-3 15,1 0 3-15,-3 3 1 0,4-3-2 0,1 2-2 16,-3-1-5-16,1 2 2 0,-1-5 0 0,0 2-5 0,2-3 1 16,-1 2 0-16,1-1 0 0,0 3 2 0,-2-6-8 15,2 4 5-15,-2-2 2 0,4-3-3 16,-3-1-3-16,3 2 0 0,0-2 1 0,0 0 0 0,-4 3 2 16,0 2 3-16,0 0-3 0,1 1-3 0,1-1-2 15,-2-1 31-15,-2 3-1 0,4-2-1 16,-4 3-7-16,0 0-1 0,2 0 1 0,-2 8-4 0,0-12-3 15,0 12 3-15,1-9-3 0,-1 9 2 16,0 0-4-16,2-9-4 0,-2 9 1 0,0 0 2 0,0 0-5 16,0-8 0-16,0 8-1 0,0 0-1 15,0 0-3-15,0 0-3 0,0 0-1 0,4-6-11 16,-4 6-17-16,0 0-25 0,0 0-35 0,0 0-18 0,0 0-23 16,0 0-13-16,0 0-37 0,0 0-35 0,0 0-33 15,-6 25-166-15,6-25-448 0,-3 9 198 0</inkml:trace>
  <inkml:trace contextRef="#ctx0" brushRef="#br0" timeOffset="9603.84">13228 3778 61 0,'0'0'152'15,"0"0"-43"-15,0 0-43 0,11-7-47 0,-11 7-32 16,0 0-53-16,0 0-71 0,0 0 31 0</inkml:trace>
  <inkml:trace contextRef="#ctx0" brushRef="#br0" timeOffset="15622.64">7834 5009 88 0,'-5'-4'207'0,"5"4"-11"0,-9-9-2 16,3 5-18-16,6 4 6 0,-8-9 1 0,4 5-5 15,4 4-11-15,-5-5-16 0,5 5-19 0,-4-8-12 16,4 8-14-16,0 0-12 0,0 0-13 0,-5-5-12 16,5 5-9-16,0 0-9 0,0 0-9 0,0 0-7 0,0 0-2 15,9 21-1-15,0-8-3 0,1 3-4 0,-3 1-2 16,4 1-1-16,3 5 0 0,-3-1-3 15,2 1-4-15,-1 5-5 0,-5-11-2 0,2 1 2 16,0 6 0-16,-1-7-2 0,-2 2 3 0,2 0-4 16,-1-1-5-16,-3-1-4 0,3-3-4 0,-3-2 3 15,3 2 0-15,-2-2-5 0,-1 0-2 0,1-2-7 16,-1-1-1-16,0 0 4 0,1-1-2 0,1 2-1 16,-2-4-6-16,-4-6 3 0,7 11-1 0,-7-11-2 15,5 7 5-15,-5-7 5 0,5 7 6 0,-5-7-1 16,4 6-4-16,-4-6 15 0,0 0 15 0,0 0 1 15,0 0-4-15,0 0 1 0,14-14 0 0,-9 3-1 16,-1-1-4-16,1-5 5 0,1-2-1 0,0 0 1 16,2-6-1-16,3-1-3 0,-3 0-1 0,1-1-2 15,0 0 1-15,2 1-3 0,-4 1 3 0,1 0 3 16,-3 6 1-16,0-1-1 0,0 2 3 0,2 0-3 16,-2 1-3-16,-1 1 2 0,1 0-2 0,-3 5 7 15,1 2-3-15,-2-1-3 0,0 3-5 0,1 0-3 16,-2 7 0-16,2-10-6 0,-2 10-14 0,4-5-13 15,-4 5-13-15,0 0-28 0,1-7-14 0,-1 7-20 16,0 0-17-16,0 0-10 0,0 0-17 0,0 0-18 16,14 22-11-16,-8-10-127 0,-4 0-329 0,3 0 145 15</inkml:trace>
  <inkml:trace contextRef="#ctx0" brushRef="#br0" timeOffset="16042.97">8516 5299 47 0,'0'0'225'0,"0"0"-15"0,6-10-8 0,-6 10-8 16,0 0-3-16,0 0-10 0,-2-14-5 0,2 14-11 16,0 0-13-16,0 0-10 0,-9-14-7 0,9 14-14 15,0 0-10-15,-8-7-13 0,8 7-10 0,0 0-13 16,-13-2-6-16,13 2-8 0,0 0-11 0,-19 2-1 15,19-2-6-15,-14 6-3 0,4 2-6 0,1-1-2 16,1 1-5-16,-2 0-12 0,5-1-10 0,0 2-5 16,1 1 1-16,2 1-8 0,2-11-3 0,2 20 3 15,2-9-2-15,1 0-1 0,5 3 5 0,2-2-6 16,-1 0 5-16,0-2-5 0,3-1 3 0,-4 1-1 16,4-1 1-16,-1 0 2 0,-1-3 0 0,-3-1-2 15,2 3 5-15,-2-2-6 0,-2 0 5 0,1 0-2 16,-3 1 2-16,0-4-1 0,1 1 1 0,-3 1-2 15,-3-5 2-15,0 0-5 0,8 10 2 0,-8-10 2 16,1 7-2-16,-1-7 6 0,0 0 5 0,-13 14-6 16,3-7 1-16,-1-2 1 0,-2 1-3 0,-4 2-5 15,1-5-12-15,-2 4-16 0,-1-2-16 0,2-1-23 16,0-2-24-16,-1 0-31 0,18-2-31 0,-20 0-45 16,20 0-121-16,-19-3-352 0,19 3 156 0</inkml:trace>
  <inkml:trace contextRef="#ctx0" brushRef="#br0" timeOffset="16314.6">9211 5293 92 0,'-10'-14'219'0,"10"14"-1"0,0 0 1 16,-6-3-8-16,6 3-8 0,0 0-11 0,0 0-16 16,0 0-7-16,0 0-16 0,0 0-15 0,0 0-19 0,0 0-6 15,0 0-18-15,0 0-6 0,0 0-13 0,0 0-10 16,0 0-7-16,16-8-5 0,-8 6-5 0,6 0-9 16,3-2-21-16,2 3-26 0,0-1-30 0,-1 1-47 15,1 2-48-15,-1-4-59 0,-4 3-196 16,-4 0-419-16,3-2 187 0</inkml:trace>
  <inkml:trace contextRef="#ctx0" brushRef="#br0" timeOffset="16515.12">9269 5446 154 0,'-4'5'191'0,"4"-5"-11"0,0 0-2 0,-3 5-11 15,3-5-14-15,0 0-18 0,0 0-16 0,0 0-7 16,0 0-12-16,0 0-9 0,13 5-7 0,-13-5-8 16,13 0-20-16,-1 2-33 0,-1-1-30 0,3 1-43 0,-1-2-40 15,5 0-37-15,-5 0-131 0,2-2-279 0,-1 2 124 16</inkml:trace>
  <inkml:trace contextRef="#ctx0" brushRef="#br0" timeOffset="18114.12">11090 5178 134 0,'0'0'124'0,"0"0"-3"16,-17-8-5-16,17 8-7 0,0 0 2 0,0 0-4 15,0 0-3-15,-6-6 1 0,6 6-7 0,0 0-9 16,0 0-4-16,-5-4 0 0,5 4 1 0,0 0-7 16,0 0 1-16,-5-5-2 0,5 5 1 0,0 0-5 15,0 0-3-15,0 0-7 0,0 0-3 0,0 0-9 16,0 0-4-16,0 0-9 0,0 0-5 0,8-13 1 15,-8 13-8-15,11-5-2 0,-6 2-3 0,1 0-4 16,2-1-2-16,4 2-3 0,-2 0-1 0,1 2-3 16,2 0 4-16,-3 2-7 0,2 0-2 0,2 0-2 15,-1 3-2-15,3 3 4 0,-3 0-3 0,0 5 1 16,-4-4 1-16,1 4-2 0,0 3 2 0,-2 1 1 16,-3 0-3-16,-2 2 0 0,-2-2-1 0,0 0 4 15,-3-1-1-15,-4 3-2 0,0-1 5 0,-7 4-2 16,2-4-1-16,-6 2-9 0,-3 0-1 0,-5 1-2 15,0-3-7-15,2-4-5 0,-1 1-7 0,-1-3 6 16,6-3-4-16,1-1 2 0,-1 1-4 0,4-3 5 16,1-1 3-16,3-2 6 0,0 1-4 0,1-2 4 15,4-3-1-15,6 1 6 0,-10 4 3 0,10-4 2 16,-10 1 5-16,10-1-4 0,-6 2-3 0,6-2-1 16,0 0 1-16,0 0 0 0,0 0 1 0,0 0 4 15,0 0 3-15,0 0 2 0,28-7 5 0,-15 6-6 16,7-2 3-16,1-1 2 0,1 0-3 0,7-2-2 15,0 2 3-15,-1-1-3 0,4-1-24 0,-2 1-41 16,0-1-42-16,-3 3-40 0,-5 0-39 0,-4 0-95 16,1 2-302-16,-4-2 134 0</inkml:trace>
  <inkml:trace contextRef="#ctx0" brushRef="#br0" timeOffset="18524.84">11585 5311 137 0,'0'0'164'0,"0"0"-8"0,0 0-14 0,0 0-14 16,0 0-6-16,0 0-8 0,-22 7-10 0,17 0-8 16,-2-1 0-16,1 3-13 0,2-1-9 0,-2 3-8 15,0 0-5-15,3 0-5 0,-1-3-8 0,1 4-3 16,2-2-4-16,-1 2 3 0,2-1-11 0,2-1-3 15,-2-1-2-15,5 1 1 0,-2-5-6 0,3 2 4 16,1 0-6-16,0-2 1 0,1 0-4 0,3 0 1 16,0-1 2-16,0-3 3 0,3 1-4 0,-2-1 7 15,2-1-7-15,1-3 1 0,-2 0 4 0,5-3-3 16,-7 4-2-16,3-4 5 0,-5 1 0 0,4-1-2 16,-3-2 8-16,1 1-2 0,-2-3 1 0,-2 0 1 15,1-2-1-15,-4-4-5 0,1 5 3 0,-5-5-6 16,2-1 1-16,-4 5 0 0,-2-3 1 0,0 4-8 15,-1-1-4-15,-3-3-2 0,-3 4-2 0,3-1-3 16,-1 4-2-16,-3 1-4 0,0 0-2 0,0 2-8 16,0 3-14-16,0-1-20 0,-3 3-25 0,2 3-25 15,-2 0-31-15,-1 1-39 0,4 3-19 16,1 2-138-16,1-1-347 0,2 2 154 0</inkml:trace>
  <inkml:trace contextRef="#ctx0" brushRef="#br0" timeOffset="18979.07">11905 5218 149 0,'0'0'248'0,"-3"-13"3"16,3 13-2-16,3-9-15 0,-3 9-19 0,0-7-24 15,0 7-19-15,0 0-21 0,0 0-15 0,3-7-18 16,-3 7-13-16,0 0-13 0,0 0-10 15,0 0-9-15,0 0-8 0,21 17-7 0,-10-10-4 16,0 7-3-16,2 0-4 0,4 1-4 0,-6-1-8 0,3 1-2 16,3 7 0-16,-3-8-7 0,-1 3 0 0,-1-3-3 15,1 1-4-15,-2-3 0 0,1 0-3 0,-4-3 2 16,2 4-3-16,1-4-3 0,-2 0 0 0,-2-2 0 16,2 1 0-16,-3-3-1 0,1 4 0 15,-1-5-3-15,-1 2 4 0,3-5-2 0,-2 3 1 0,-6-4-4 16,8 5 6-16,-3-3-3 0,-5-2 11 0,0 0-7 15,7 4 9-15,-7-4-6 0,0 0 3 0,10-13-3 16,-6 3-4-16,2-1 0 0,0-3-4 0,5-10 1 16,-1 0 0-16,-1-2-3 0,-3 3 1 0,2-1 10 15,-4 6-15-15,0-3 0 0,1 4 2 0,-3-2-4 16,3 2 1-16,0 1 3 0,-3 3-1 0,0 2 7 16,1 1-8-16,-1 3 10 0,-2-1-13 0,0 8 4 15,2-11-6-15,0 6 0 0,-2 5-9 0,0-8-15 16,0 8-23-16,0 0-27 0,4-8-32 0,-4 8-32 15,0 0-43-15,0 0-10 0,0 0-19 0,6-1-8 16,-6 1-150-16,0 0-402 0,23 7 178 0</inkml:trace>
  <inkml:trace contextRef="#ctx0" brushRef="#br0" timeOffset="19278.37">13025 5106 61 0,'0'0'166'0,"-27"-7"-6"0,16 7 0 0,0-1-2 16,11 1-3-16,-14-2-3 0,8 2-12 0,6 0-7 16,-12-1-15-16,12 1-9 0,0 0-11 0,-9-3-11 0,9 3-10 15,0 0-5-15,0 0-10 0,0 0-8 0,0 0-6 16,0 0 1-16,0 0-7 0,0 0-3 15,0 0 0-15,23 8-3 0,-5-7-5 0,2-2-2 0,1 1-2 16,10 1-1-16,-2-2-6 0,1 1 1 16,-1 0-8-16,-10-1-21 0,4 0-20 0,-5 2-31 0,0-4-18 15,-4 5-29-15,-5-4-22 0,4 2-18 0,-4 0-13 16,-2 2-120-16,-7-2-301 0,9-2 133 0</inkml:trace>
  <inkml:trace contextRef="#ctx0" brushRef="#br0" timeOffset="19518.34">13142 4940 45 0,'0'0'191'0,"-4"-6"-2"16,4 6-9-16,-7-4-24 0,7 4-9 0,0 0-19 16,0 0-17-16,0 0-17 0,0 0-5 0,0 0-9 15,0 0-13-15,-5 13-8 0,5-2-2 0,0 6 2 16,0-1-3-16,0 1-9 0,0 0 2 0,0 0 1 15,2 2-2-15,0 1-10 0,-2-1 1 0,0 0-5 16,0 0-6-16,1-2 3 0,-2 2 0 0,2-3-6 16,-1 3-8-16,0-3-25 0,-1-4-26 0,1 5-41 15,-2-1-33-15,-2 0-36 0,2 0-31 0,-7 1-93 16,5-4-288-16,-2-3 128 0</inkml:trace>
  <inkml:trace contextRef="#ctx0" brushRef="#br0" timeOffset="19711">12948 5525 64 0,'0'0'198'0,"0"0"-3"0,-4 7-16 0,4-7-11 0,0 0-12 16,0 0-8-16,14 2-9 0,-3-2-12 15,0 1-10-15,3-1-11 0,6 2-15 0,0-2-17 16,1 0-40-16,1 0-40 0,0-2-54 0,5 0-55 15,2 1-155-15,-8 0-291 0,-1-3 129 0</inkml:trace>
  <inkml:trace contextRef="#ctx0" brushRef="#br0" timeOffset="20286.53">13802 5065 95 0,'0'0'202'0,"-2"-8"-12"0,2 8-5 0,0 0-8 0,0-10-7 16,0 10-9-16,0 0-11 0,2-9-21 0,-2 9-11 16,0 0-13-16,0 0-14 0,5-2-10 0,-5 2-7 15,18 5-12-15,-9 1-5 0,5 3-7 0,-3 2-5 16,2 3-2-16,1 0-6 0,-5 0-4 0,-1 1 3 15,-3 2-5-15,-2-3-2 0,-1 3-4 0,-2 0-1 16,-2 0 3-16,-1 1-5 0,-6-1 1 0,2-1-1 16,-4 2-2-16,-5 3 3 0,1 0-4 0,-1-7-2 15,-2 1 1-15,0-6 0 0,3 3-5 0,-1-2-1 16,7-3-2-16,-1-2 0 0,4 1 2 0,-1-2 3 16,1 0 4-16,1-1-9 0,5-3-2 0,-7 3 3 15,7-3 2-15,-5 4 4 0,5-4-1 0,0 0 0 16,-6 5-6-16,6-5 2 0,0 0-2 0,0 0-4 15,0 0 0-15,0 0-3 0,0 0-1 0,0 0 7 16,0 0-8-16,27 1 0 0,-16-1 3 0,7 0-2 16,3 0 2-16,0-2 0 0,7 2-5 0,-1-4-8 15,-5 2-24-15,8 1-28 0,-1-1-40 0,-3 1-23 16,1-3-28-16,-4 2-25 0,-1 0-21 0,-4-2-138 16,-4 1-362-16,1 2 161 0</inkml:trace>
  <inkml:trace contextRef="#ctx0" brushRef="#br0" timeOffset="20682.62">14271 5206 104 0,'0'0'208'0,"0"0"-11"0,0-7-17 0,0 7-14 16,0 0-22-16,0 0-13 0,0 0-16 0,0 0-10 15,0 0-9-15,0 0-10 0,0 0-2 0,-12 17-4 16,7-6-4-16,1-1 0 0,-1-1-10 0,0 2-5 15,1 0-9-15,3-1-1 0,-3 3 0 0,2-2-4 16,2 1-5-16,2-1-3 0,-2-2-3 0,3 2-2 16,-2-3-5-16,4 2 2 0,1-3 3 0,0 0 0 15,2-1 1-15,4 0 3 0,1-4-4 0,0 2 3 16,-1-4-3-16,4 1-1 0,0-1 1 0,1-1 0 16,1-5 2-16,-2 3-10 0,2-4-1 0,-1 0 0 15,-2-1 3-15,3 0-2 0,-5-2 2 0,0 0-1 16,1-2 9-16,-7 2 4 0,2-2-6 0,-2 2 3 15,-1-5 1-15,1 1-1 0,-7 1-3 0,2 1 0 16,1 2-6-16,-3 0-1 0,0 0 4 0,-3 3-6 16,3 7 0-16,-8-15-8 0,1 11-3 0,-1-1-4 15,-3 1-3-15,-2 1-4 0,-7 2-7 0,-1 2-10 16,2 3-21-16,-8 0-15 0,4-2-21 0,0 3-32 16,4 1-31-16,2 0-24 0,0-1-59 0,3 1-31 15,3 1-152-15,2-4-433 0,4 0 192 0</inkml:trace>
  <inkml:trace contextRef="#ctx0" brushRef="#br0" timeOffset="21034.27">14966 5088 233 0,'0'0'290'0,"5"-7"-8"0,-5 7-9 0,1-7-10 16,-1 7-18-16,3-5-15 0,-3 5-22 0,0 0-20 16,1-8-18-16,-1 8-19 0,0 0-18 0,0 0-13 15,0 0-17-15,0 0-8 0,0 0-15 16,0 0-14-16,0 0-11 0,0 0-6 0,0 0-2 0,0 0-3 16,-1 35-4-16,-3-17-5 0,-1 2 0 0,-4 5-7 15,1-1-1-15,0 3 1 0,1-2-4 0,-2 1 0 16,0-1-6-16,0-1-1 0,1-5 0 0,1-1-3 15,-2 0 3-15,0 0-3 0,4-2-4 16,-3-2-2-16,2 0 3 0,0-3-10 0,3-2-5 16,-1 0-19-16,0-2-20 0,0 0-19 0,0 1-24 0,2-4-17 15,2-4-23-15,-4 10-30 0,4-10-14 16,-2 5-25-16,2-5-19 0,0 0-35 0,0 0-128 0,0 0-409 16,0 0 180-16</inkml:trace>
  <inkml:trace contextRef="#ctx0" brushRef="#br0" timeOffset="21283.42">14771 5098 67 0,'-7'-6'239'0,"7"6"-8"0,0 0-2 0,-5-4-9 16,5 4-15-16,0 0-13 0,0 0-16 0,-5-4-21 0,5 4-15 15,0 0-11-15,0 0-16 0,0 0-13 16,0 0-11-16,0 0-11 0,0 0-9 0,0 0-12 16,0 0-2-16,0 0-8 0,0 0-4 0,0 0-18 15,0 0-29-15,0 0-32 0,9 25-34 0,-4-15-44 16,0-1-52-16,0 2-29 0,-2 0-151 0,2 5-374 0,0-4 165 16</inkml:trace>
  <inkml:trace contextRef="#ctx0" brushRef="#br0" timeOffset="21501.6">14999 5444 36 0,'0'0'239'0,"5"5"8"0,-5-5 6 16,2 4 5-16,-2-4 2 0,0 0-3 0,0 0-5 16,0 0 1-16,0 0-11 0,0 0-18 0,0 0 15 15,6 10-29-15,-6-10-10 0,0 0-18 0,0 0-18 16,0 0-15-16,0 0-16 0,0 0-13 0,0 0-7 15,0 0-22-15,4 3 0 0,-4-3-29 0,0 0-38 16,0 0-55-16,0 0-40 0,0 0-55 0,0 0-63 16,0 0-53-16,0 0-48 0,0 0-269 0,0 0-605 15,0 0 268-15</inkml:trace>
  <inkml:trace contextRef="#ctx0" brushRef="#br0" timeOffset="25512.49">8231 6514 95 0,'0'0'109'0,"0"0"5"0,0 0-7 0,0 0 0 0,0 0 5 15,0 0-2-15,0 0 0 0,0 0-8 0,0 0-5 16,0 0-7-16,0 0-2 0,0 0-4 0,0 0 5 16,0 0 0-16,1-6 1 0,-1 6-7 0,0 0 0 15,0 0 0-15,0 0-5 0,-2-12 3 0,2 12 3 16,0 0 1-16,0 0-7 0,0-9-3 0,0 9 2 16,0 0 0-16,1-8-3 0,-1 8-1 0,0 0-5 15,0 0 2-15,0 0-5 0,0 0-8 0,0 0-1 16,0 0-4-16,0 0-7 0,1-9-9 0,-1 9-1 15,0 0-4-15,0 0-9 0,0 0-2 0,0 0-2 16,0 0-5-16,0 0-5 0,0 0-2 0,0 0-6 16,0 0-2-16,0 0-3 0,0 0 1 0,0 0 1 15,0 0 3-15,-9 32-1 0,4-15 1 0,1 2-2 16,-6 4 3-16,4 2-2 0,-3-3 2 0,0 2 1 16,0-1 1-16,3-4-4 0,-1-1 0 0,1 1 9 15,-2 5-8-15,3-8-1 0,0 3 2 0,1-3-1 16,2-5 0-16,0 2 2 0,1-1-1 0,1-3 1 15,3 3 1-15,-2-5-3 0,1 3 3 0,1-2-3 16,1-2-1-16,2-1-9 0,2 4-12 0,1-8-15 16,2 5-26-16,2-5-38 0,-1-1-40 0,-12 0-41 15,32-7-37-15,-15 1-191 0,-5-3-443 0,3 2 196 16</inkml:trace>
  <inkml:trace contextRef="#ctx0" brushRef="#br0" timeOffset="25694.62">8153 6325 185 0,'0'0'174'0,"-4"-7"-19"16,4 7-19-16,0 0-18 0,-6-7-39 0,6 7-34 15,0 0-53-15,0 0-40 0,0 0-14 0,0 0-67 16,0 0-140-16,0 0 62 0</inkml:trace>
  <inkml:trace contextRef="#ctx0" brushRef="#br0" timeOffset="26168.89">8543 6714 57 0,'0'0'227'0,"0"0"-9"0,0 0-2 0,0 0-19 15,0 0-16-15,11 0-15 0,-11 0-15 0,0 0-17 16,0 0-12-16,0 0-14 0,0 0-11 0,0 0-8 16,0 0-12-16,0 0-9 0,2 7-7 0,-2-7-8 15,1 7 0-15,-1-7-8 0,0 11-1 0,0 0-4 16,0-4-1-16,-1 4-2 0,2 4-3 0,-2 4 0 15,-1 1 11-15,0 4 2 0,-1-6-1 0,2 6-5 16,-3-5 2-16,2 6-6 0,-2-7-3 0,3-1-3 16,-2-1-3-16,0 0-1 0,1 0-6 0,2-4 0 15,0-1-2-15,-1 1 0 0,-2-2-2 0,4-1-2 16,-1 0 0-16,2 0-4 0,-1-3 1 0,-1-6-5 16,0 13 0-16,2-9-1 0,-2-4 1 0,3 9 1 15,-3-9-1-15,0 9 3 0,0-9 4 0,3 8-7 16,-3-8-1-16,2 7 0 0,-2-7 2 0,0 0 0 15,1 7 0-15,-1-7 2 0,0 0 0 0,0 0 3 16,0 0 3-16,0 0 2 0,0 0-2 0,0 0-2 16,0 0 3-16,12 0-5 0,-12 0 1 0,11-5-2 15,-2 1-6-15,3-1-13 0,3-2-23 0,2-1-22 16,-2-1-27-16,3 3-41 0,-1-1-47 0,2-2-45 16,0 5-52-16,-4-7-136 0,2 3-433 0,-2-2 191 15</inkml:trace>
  <inkml:trace contextRef="#ctx0" brushRef="#br0" timeOffset="26756.56">8209 6296 196 0,'0'0'183'0,"0"0"-14"0,-1-10-13 0,1 10-20 15,0 0-16-15,0 0-7 0,0 0-4 16,0 0-14-16,0 0-7 0,0 0 0 0,0 0 2 15,0 0-6-15,0 0-2 0,0 0-7 0,-5 27-7 0,5-27-6 16,0 0-2-16,-1 8-2 0,1-8-1 0,0 0 4 16,0 0 4-16,0 0 8 0,0 0 4 15,0 0 10-15,2 8 5 0,-2-8 3 0,0 0 4 16,0 0 4-16,0 0 1 0,0 0 6 0,0 0-6 0,0 0-3 16,0 0-8-16,0 0-4 0,0 0-10 0,0 0-15 15,0 0-1-15,0 0-5 0,0 0-5 0,2-27-21 16,-2 27 0-16,-2-9 10 0,2 9-11 0,0 0 0 15,-2-10-5-15,2 10-8 0,0 0-4 16,-1-7-17-16,1 7-26 0,0 0-34 0,0 0-37 0,-4-6-47 16,4 6-29-16,0 0-47 0,0 0-34 0,0 0-242 15,0 0-538-15,-8 21 238 0</inkml:trace>
  <inkml:trace contextRef="#ctx0" brushRef="#br0" timeOffset="27110.91">9186 6649 195 0,'0'0'219'0,"0"0"-3"0,0 0-7 16,0 0-7-16,0 0-13 0,0 0-8 0,0 0-18 16,0 0-17-16,0 0-8 0,0 0-12 0,0 0-18 0,0 0-8 15,0 0-11-15,0 0-10 0,12 6-4 16,-12-6-9-16,15-1-6 0,-5 1-8 0,5 0-23 15,-4 0-28-15,1 0-35 0,-2 0-46 0,-2 0-39 16,3 0-28-16,-1 0-41 0,-3 0-159 0,-7 0-373 0,13 2 165 16</inkml:trace>
  <inkml:trace contextRef="#ctx0" brushRef="#br0" timeOffset="27289.75">9160 6785 63 0,'0'0'199'16,"-5"4"1"-16,5-4-6 0,0 0-11 0,0 0-13 16,-4 4-12-16,4-4-23 0,0 0-14 0,0 0-10 0,0 0-9 15,0 0-14-15,22 3-23 0,-9-4-38 0,1-1-39 16,4 2-47-16,3-2-45 0,1-1-56 16,-1 0-88-16,0-1-266 0,-2-3 117 0</inkml:trace>
  <inkml:trace contextRef="#ctx0" brushRef="#br0" timeOffset="31624.75">10483 6659 137 0,'0'0'164'16,"1"-12"-17"-16,-1 12 7 0,3-6 7 0,-3 6-30 16,4-9-8-16,-2 2-14 0,2 1-14 0,0 1-6 15,5-3-9-15,0 4-12 0,1-2-3 0,-1-1-7 16,4 4-6-16,-3 0-5 0,2 0-4 0,0 0-5 15,1 3-3-15,0 3-6 0,-3-1-2 0,-1 0-5 16,2 3 2-16,0 1-3 0,-2 2-2 0,0-1-1 16,-1 2-1-16,-4-1-2 0,0 2 1 0,-1 0-2 15,-2 0-2-15,-1 2 3 0,-1-3-4 0,-2 2 4 16,-2 0-5-16,-1 0 0 0,-2-1 10 0,0 0-8 16,-1 0-2-16,0-1-3 0,-1-5 14 0,3 5-11 15,-1-5-2-15,3-1 2 0,-2 1-3 0,7-4 1 16,-7 5-1-16,7-5 3 0,-7 6-1 0,7-6-1 15,0 0-2-15,-2 3-1 0,2-3-5 0,0 0 0 16,0 0 2-16,0 0-1 0,0 0 1 0,11 8-2 16,-4-5-2-16,4 0 3 0,1-1-2 0,0 1 5 15,0 3-5-15,1-2 1 0,-2 1 3 0,-1 0-6 16,-1-1-1-16,2 3 1 0,-4-2 1 0,0-1 2 16,-2 3-1-16,1 2-1 0,-2-4 0 0,-3 1 5 15,0 2-3-15,-1-8 1 0,-6 20 0 0,1-8 1 16,-1-2 3-16,-2-2 0 0,-6 4-2 0,0-2-3 15,-1 0 0-15,-1-1 5 0,0 0-8 0,-1 0-5 16,-2-1-6-16,3-4-12 0,0 2-29 0,0-2-22 16,3-2-35-16,0 1-45 0,-1-3-146 0,-2 0-328 15,2 1 147-15</inkml:trace>
  <inkml:trace contextRef="#ctx0" brushRef="#br0" timeOffset="31987.78">10907 6793 183 0,'0'0'181'0,"0"0"-17"0,0 0-17 0,0 0-6 16,0 0-11-16,0 0-5 0,-19 13-7 0,10-6-7 16,0 2-8-16,1-3-10 0,1 1-11 0,1 1-8 0,-1 0-4 15,3 0-8-15,0 1-7 0,2 2-5 16,-2-1-6-16,0-3-2 0,3 0-9 0,1 4 4 15,1-3-7-15,4 1-4 0,-1-3 1 0,1-1 1 16,4-1-5-16,-1 0-3 0,-2 0 2 0,6-2 0 0,3 1-4 16,-2-2 2-16,1 0 5 0,4-5 0 0,0 0 6 15,-7-3 3-15,5-1 4 0,-5 4 5 0,-2-3 8 16,0 0 2-16,0-1-5 0,-4-2-3 16,1-3-2-16,-3-2 1 0,-2 4-8 0,-2-5-5 15,-2 4-3-15,0 0-4 0,-5-2-4 0,0 2-1 0,-1 0-1 16,-4 0-13-16,0 2-2 0,1 3-10 0,-4-1-14 15,4 4-21-15,-1 2-24 0,0 1-35 16,0-1-26-16,2 4-36 0,3-1-24 0,-1 4-186 16,-2-1-402-16,3 2 178 0</inkml:trace>
  <inkml:trace contextRef="#ctx0" brushRef="#br0" timeOffset="32573.4">11109 6822 148 0,'0'0'192'16,"0"0"-18"-16,0 0-17 0,0 0-15 15,10 2-10-15,-10-2-16 0,6 4-12 0,-6-4-8 16,5 7-7-16,0-4-8 0,-5-3-9 0,6 7-4 16,-3-2-6-16,-3-5-7 0,5 13-3 0,0-8-4 0,-5-1-2 15,4 1-2-15,-4-5-8 0,4 6 2 0,-4-6-3 16,4 6 4-16,-4-6 15 0,0 0 14 15,2 8 16-15,-2-8 6 0,0 0 15 0,2 5-1 16,-2-5-8-16,0 0-11 0,0 0-7 0,0 0-11 0,0 0-3 16,0 0-9-16,-8-29-5 0,8 20-5 0,0-1-4 15,0 0-5-15,-2-2-1 0,4 0-6 0,2 1-3 16,-1-2 2-16,1 3-4 0,2-2-3 0,0-3-4 16,5 4-5-16,-3 0-4 0,2-1-3 0,5 3 1 15,-3 3-1-15,1 1-3 0,4 0-4 0,1 4-3 16,-1 1-4-16,0 3 5 0,-1 1-4 0,2 4 1 15,-3-1-2-15,-4 0 2 0,1 6 0 0,-1-2 1 16,0 1-1-16,-2-2 0 0,-4 4 1 0,3-5 1 16,-3 0 2-16,-1 0 0 0,-1-2-2 15,-1-2 6-15,-2-5-2 0,3 8 0 0,-3-8 6 0,1 9 2 16,-1-9-3-16,0 0 4 0,0 0 0 0,0 0-1 16,0 0 0-16,0 0-2 0,0 0-2 0,0 0 0 15,-18-13 0-15,18 13-2 0,-4-9 2 0,4 1-1 16,0 8-4-16,2-18 0 0,0 8 0 0,2-2 0 15,2-3-4-15,1 1 5 0,3 1-3 0,-5 2-5 16,4 1-1-16,0 1 4 0,0 4-2 0,-2 0-2 16,-3 2 0-16,1 0-2 0,-5 3 0 0,15 1-1 15,-15-1 3-15,19 8-1 0,-10-3-3 0,2 4 7 16,-5 0 2-16,3 1-2 0,0 3 2 0,0 0-2 16,-2 3 0-16,-4-7-3 0,1 8-22 0,0 0-29 15,-2-6-26-15,-1 3-34 0,0-2-43 0,3-2-38 16,-4 0-210-16,0-10-447 0,1 17 198 0</inkml:trace>
  <inkml:trace contextRef="#ctx0" brushRef="#br0" timeOffset="33016.58">11818 6763 95 0,'2'-6'232'0,"-2"6"-23"0,6-3-22 0,-6 3-22 0,0 0-18 16,0 0-19-16,0 0-10 0,0 0-6 0,0 0-6 15,0 20-9-15,0-8-1 0,-2 6-12 0,-1-2-5 16,0 1-9-16,2-4-7 0,-3 2-4 0,4-3-4 16,-3-1-1-16,1 0-11 0,1-1 0 0,1-1-6 15,0-9-3-15,0 13 1 0,0-13-6 0,0 7 10 16,0-7 16-16,-1 6 23 0,1-6 19 0,0 0 13 16,-3 7 5-16,3-7-11 0,0 0-13 0,0 0-7 15,0 0-7-15,0 0-9 0,-4-32-10 0,4 16-4 16,2 0-7-16,0-1-3 0,2-3-6 0,2-5-4 15,2 1-1-15,1-1-5 0,0 1-6 0,0-1-8 16,1-2-7-16,0 5 5 0,0 4 3 0,-2 0-8 16,1 3-1-16,-2 5-1 0,0 1-3 0,0 1-1 15,-1 0-4-15,-3 2-6 0,-1 3-4 0,-2 3 4 16,0 0 1-16,20 6-6 0,-9 1 5 0,-1 3-1 16,0 4 1-16,1 3 0 0,-1 0 0 0,1 5 3 15,-2-5-2-15,-3 1 3 0,0 2-2 0,1-1 4 16,1-1-3-16,-3 6 5 0,0-6-2 0,1 0 0 15,0-1 3-15,-1-1 0 0,-3-3 1 0,1 0 1 16,1-1-2-16,0-1 1 0,-1-2-14 0,0 3-30 16,-1-4-25-16,-2-2-35 0,0-6-44 0,0 12-40 15,0-12-41-15,-3 12-44 0,-2-8-149 0,-2 0-454 16,7-4 201-16</inkml:trace>
  <inkml:trace contextRef="#ctx0" brushRef="#br0" timeOffset="33194.87">11810 6861 104 0,'0'0'182'0,"0"0"-12"0,0 0-15 0,12-4-16 16,-12 4-14-16,17-4-10 0,-6 2-14 0,7 1-7 15,5-3-18-15,4-2-53 0,2 1-59 0,1-1-75 16,-8 2-79-16,8-1-206 0,-3-1 92 0</inkml:trace>
  <inkml:trace contextRef="#ctx0" brushRef="#br0" timeOffset="33596.56">12454 6846 10 0,'0'0'112'16,"0"0"-3"-16,0 0-5 0,0 0 7 0,6 4 14 0,-6-4 52 16,0 0-8-16,0 0-14 0,0 0-14 0,0 0-3 15,0 0 11-15,0 0-1 0,0 0 3 16,0 0-5-16,-14-19-5 0,14 19-17 0,0 0-9 16,-4-7-12-16,4 7-8 0,0 0-11 0,0 0-7 0,-5-2-7 15,5 2-7-15,0 0-7 0,0 0-3 0,0 0-3 16,0 0-2-16,0 0-6 0,0 0 1 15,0 0-4-15,0 0 4 0,-9-3 0 0,9 3-2 0,0 0 0 16,0 0-6-16,0 0-3 0,0 0 0 0,0 0-3 16,0 0-3-16,0 0-2 0,0 0 1 0,0 0-4 15,0 0 2-15,22-4-3 0,-12 3-5 0,3 0-1 16,0-2 3-16,5 0-1 0,3 1-1 16,-2-1-1-16,2 2-5 0,-1-3 2 0,2 2 0 15,-1 0-4-15,0 2-3 0,0 0-12 0,-1-1-19 0,3 1-29 16,-5-1-23-16,-4-1-32 0,-1 1-36 0,1 1-36 15,-3-1-34-15,3 0-34 0,-6 1-189 0,-8 0-476 16,11 0 211-16</inkml:trace>
  <inkml:trace contextRef="#ctx0" brushRef="#br0" timeOffset="33889.25">12646 6642 105 0,'-2'-6'251'16,"2"6"0"-16,-6-4-9 0,6 4-5 0,0 0-11 15,-6-7-16-15,6 7-16 0,0 0-23 0,0 0-12 16,-9-3-18-16,9 3-17 0,0 0-11 0,0 0-17 16,0 0-10-16,0 0-17 0,0 0-5 0,0 0-7 15,0 0-6-15,2 20-6 0,-1-8-6 0,3 4 3 16,0-3-5-16,-4 4-7 0,0-3-1 0,0 3-5 15,4 0 5-15,-1 0-6 0,-3-1-1 0,3 0-5 16,-3 1-20-16,2 0-18 0,-2-3-25 0,0-2-34 16,-2-1-32-16,2 2-20 0,0-2-28 0,0 0-15 15,0 1-36-15,0-3-163 0,0 1-406 0,0-10 180 16</inkml:trace>
  <inkml:trace contextRef="#ctx0" brushRef="#br0" timeOffset="34259.06">12464 7143 88 0,'0'0'222'0,"0"0"0"0,0 0-10 0,0 0-11 16,0 0-10-16,0 0-15 0,0 0-13 0,0 0-8 16,9 7-11-16,-9-7-6 0,0 0-8 0,18-3-7 15,-7 3-5-15,4-1-2 0,3 0-9 0,3-2-12 0,-6 2-7 16,4-2-7-16,-2 3-2 0,1-2-9 16,-4 2 0-16,6-2-8 0,-7 2-7 0,1-2-8 15,-1 2 3-15,-3 0-11 0,1 0-1 0,-4 0-2 16,-7 0-4-16,15-1-5 0,-15 1-7 0,11 0 2 15,-11 0-1-15,9 0-5 0,-9 0 0 0,0 0-8 0,10 0-21 16,-10 0-19-16,0 0-23 0,8-3-29 16,-8 3-39-16,0 0-32 0,0 0-37 0,0 0-43 15,0 0-197-15,7-3-467 0,-7 3 206 0</inkml:trace>
  <inkml:trace contextRef="#ctx0" brushRef="#br0" timeOffset="34852.87">13517 6756 163 0,'0'0'230'0,"0"-6"-1"0,0 6-7 0,0 0-14 0,0 0-19 16,-6-6-14-16,6 6-20 0,0 0-15 0,0 0-18 15,0 0-14-15,0 0-11 0,0 0-14 16,0 0-5-16,0 0-11 0,0 0-3 0,0 0-7 16,-12 21-6-16,7-13-3 0,1 0 0 0,0 3-9 0,0-1-3 15,4-1-8-15,-3 2-3 0,1-2-1 0,2-2 0 16,2 5-5-16,0-5 2 0,3 3-2 15,-1 0-4-15,1-2 2 0,3-1-3 0,-2 6-4 16,2-3 2-16,1-1 0 0,1 4-5 0,-2-5 2 0,-1 1-2 16,2-2-1-16,0 2 2 0,-4 0-3 0,5-3 2 15,-7 0-2-15,3 2-2 0,-1-4 2 0,0 3-2 16,-5-7-2-16,6 8 2 0,-6-8 1 0,0 7 1 16,0-7 1-16,0 0-3 0,-8 12 0 0,2-8 2 15,0 0-2-15,-3 0 1 0,-2 0-5 0,1-1-13 16,-3-2-14-16,-1-1-11 0,1 0-25 0,-3 2-24 15,3-1-19-15,0-4-40 0,-1 2-33 0,3-1-32 16,-3-2-134-16,3-2-373 0,1-1 165 0</inkml:trace>
  <inkml:trace contextRef="#ctx0" brushRef="#br0" timeOffset="35013.6">13427 6767 33 0,'23'-6'150'0,"4"-1"-15"0,2 1-10 0,-2 2-14 16,2-2-19-16,0 3-28 0,0-1-42 0,1 1-38 15,-1 0-41-15,-9 1-54 0,0 0-118 0,0 1 52 16</inkml:trace>
  <inkml:trace contextRef="#ctx0" brushRef="#br0" timeOffset="35366.55">13886 6778 113 0,'0'0'153'15,"0"8"-7"-15,0-8-1 0,0 0-2 0,0 10 2 16,0-10-5-16,-5 14-10 0,1-4-9 0,4-1-7 16,-5 0-5-16,2 3-7 0,1 1-13 0,2-3-6 15,0-1-8-15,2 0-5 0,0-1-7 0,2 2-1 16,-2-1 9-16,5-2 6 0,-1 2-3 0,3-4-4 15,1 0-3-15,2 1-2 0,-1-2 0 0,3-2 0 16,-1-1 2-16,1-2-3 0,-1 0-9 0,2-1-2 16,2-1-3-16,-1-2-2 0,-3 1-1 0,1 0 4 15,-5-2-2-15,2-3 0 0,-3 2-5 0,0-2 8 16,-3 0 1-16,-1-1-2 0,0-1-9 0,-4-1-5 16,0-1-5-16,-4 4-1 0,3-4-2 0,-3 1-7 15,-4-3 3-15,-2 2-8 0,1 3-3 0,1 2-3 16,-2 0 1-16,1 1-12 0,-4 2-12 0,1 2-11 15,1 2-19-15,-5 1-14 0,3 1-23 0,0 1-21 16,-1 0-38-16,-1 3-46 0,5 2-24 0,2 0-25 16,1 0-182-16,2 1-449 0,3-1 199 0</inkml:trace>
  <inkml:trace contextRef="#ctx0" brushRef="#br0" timeOffset="35637.17">14501 6776 48 0,'0'-6'284'16,"5"-1"-2"-16,-5 7 1 0,0-11 2 0,1 6 0 15,-1 5-15-15,3-9-21 0,-3 9-27 0,4-6-21 16,-4 6-22-16,0 0-22 0,0 0-19 0,0 0-26 0,0 0-11 16,0 0-13-16,0 0-5 0,0 0-12 0,-7 27-6 15,3-9-5-15,-2 7-3 0,-2 0-9 16,2 1 0-16,-5-1-4 0,5-7-6 0,-4 8-6 15,1-1-2-15,1 0 0 0,1-7-5 0,-3-2-2 0,6 0-7 16,-1 2-19-16,1-5-26 0,0-2-25 0,1 0-42 16,-2 0-39-16,1-1-39 0,1-1-43 15,0-5-37-15,-2 0-228 0,5-4-523 0,-8 6 232 16</inkml:trace>
  <inkml:trace contextRef="#ctx0" brushRef="#br0" timeOffset="35807.01">14221 6752 221 0,'0'0'245'0,"1"-5"-26"0,-1 5-23 0,0 0-21 16,1-9-23-16,-1 9-27 0,0 0-25 16,8-1-38-16,-8 1-63 0,15 2-69 0,-5 1-55 0,1 0-92 15,8 2-235-15,1 1 105 0</inkml:trace>
  <inkml:trace contextRef="#ctx0" brushRef="#br0" timeOffset="35992.51">14651 7012 2739 0,'7'6'138'0,"-3"-2"-89"0,-1-1-26 16,1 3-7-16,0-2 27 0,-4-4 33 0,8 3 31 0,-8-3 21 16,4 4 15-16,-4-4 7 0,0 0 8 0,5 5-3 15,-5-5-9-15,0 0-14 0,0 0-12 0,0 0-12 16,0 0-12-16,6 3-20 0,-6-3-3 0,0 0-31 15,0 0-33-15,0 0-38 0,0 0-58 0,0 0-50 16,0 0-45-16,0 0-61 0,0 0-68 0,0 0-312 16,0 0-676-16,7-12 300 0</inkml:trace>
  <inkml:trace contextRef="#ctx0" brushRef="#br0" timeOffset="39847.48">21362 3862 105 0,'0'0'121'0,"-7"2"-7"0,7-2-3 0,0 0 0 16,0 0-10-16,0 0-15 0,0 0 2 0,0 0-4 15,0 0-6-15,0 0-2 0,0 0-13 0,0 0 5 16,0 0-14-16,0 0 3 0,0 0-10 0,0 0-1 16,0 0-9-16,0 0-6 0,0 0 2 0,0 0-7 15,0 0 0-15,0 0-10 0,0 0 3 0,0 0-1 16,0 0-3-16,19 7 14 0,-8-7 3 0,10 1 2 16,7-1-3-16,4 0-2 0,4-1 1 0,1-3 1 15,15 1 2-15,2-4-3 0,-1-2-5 0,0 4 3 16,-2 3-6-16,0-1 1 0,-11-1-2 0,8 3 1 15,-8-2-7-15,0 0 5 0,-2 1-6 0,14-3-3 16,-1-1 1-16,-12 3-4 0,0-1 2 0,16 1 0 16,-18 1 4-16,2-2-12 0,-1 1 7 0,-4 0-4 15,-2 0 4-15,-2 2 8 0,0-4-3 0,-11 5-5 16,0-2 2-16,-3 0 1 0,-4 1-1 0,-3 1-1 16,-2-2-4-16,2 1 5 0,-9 1 1 0,10 1 0 15,-10-1 4-15,10-1-1 0,-10 1-2 0,0 0-2 16,10-4 3-16,-10 4-1 0,0 0-5 0,0 0 0 15,0 0 2-15,7 0-3 0,-7 0-1 0,0 0-2 16,0 0 2-16,0 0 0 0,0 0-5 0,0 0 4 16,0 0-3-16,9 3 2 0,-9-3-1 0,0 0-3 15,0 0-1-15,0 0 3 0,0 0 0 0,0 0-1 16,0 0-1-16,0 0 4 0,0 0 3 0,0 0-6 16,0 0 5-16,0 0-1 0,0 0-2 0,0 0 0 15,0 0 2-15,0 0 0 0,0 0-4 0,0 0 2 16,0 0 1-16,0 0 0 0,0 0-1 0,0 0 1 15,0 0 3-15,0 0-4 0,0 0 2 0,0 0-1 16,0 0-3-16,0 0 3 0,0 0-1 0,0 0 0 16,0 0-1-16,0 0-4 0,0 0 3 15,0 0 1-15,0 0-4 0,0 0 2 0,0 0 0 0,0 0 7 16,0 0-6-16,0 0-1 0,0 0 0 0,0 0 0 16,0 0 0-16,0 0 0 0,0 0 2 0,0 0-2 15,0 0 2-15,0 0 0 0,0 0 0 0,0 0 0 16,0 0 3-16,0 0-5 0,0 0-1 0,0 0 7 15,0 0 0-15,0 0 2 0,0 0 4 16,0 0 5-16,0 0 9 0,0 0-4 0,0 0 3 0,0 0 3 16,0 0 5-16,0 0-2 0,0 0 4 0,0 0-6 15,4-8-6-15,-4 8-1 0,0 0-2 16,4-7 0-16,-4 7-4 0,5-7-2 0,-5 7-2 0,0 0 1 16,3-7-3-16,-3 7 2 0,3-7-3 0,-3 7-2 15,6-8-2-15,-4 2 7 0,2 2-4 0,-4 4-5 16,5-10 0-16,-1 5-1 0,2 2 1 0,-2-3-6 15,1 2 1-15,0-1-1 0,-5 5 0 0,9-8 1 16,-2 4-1-16,-4 1 2 0,-3 3 6 0,11-6-7 16,-11 6-3-16,9-3-3 0,-3 3 1 15,-6 0 0-15,17-2-2 0,-10 2 0 0,5 2 1 16,-2-2 3-16,2 3-2 0,-2 1 1 0,-3 3-2 0,5-2 3 16,-1 2 2-16,0 2-2 0,-2-1-2 0,1 1 5 15,0-1 2-15,2 4-1 0,-2-4-3 0,-3 1 3 16,3-1 10-16,-4-2-8 0,0 2-5 0,1-4 4 15,-1 0 0-15,2 2-1 0,-2-1-1 0,0 0 2 16,0-3 2-16,-3 2-2 0,-3-4 2 16,8 6 0-16,-8-6 3 0,8 2 1 0,-8-2 0 0,6 2-3 15,-6-2 1-15,0 0 3 0,13-4 1 0,-13 4-1 16,11-5 1-16,-6 0 0 0,2 0 3 16,-2 1 0-16,3-5-8 0,1 2 1 0,-2-2-4 0,2 2 4 15,-1-1-4-15,1-1 0 0,-1 0 31 16,1-1 1-16,-1 3-9 0,0-2 0 0,0 3-8 15,-3-2-5-15,1 4 2 0,1 0 0 0,-2 1-5 0,0 0-2 16,-5 3-3-16,11-1-6 0,-11 1 3 0,14 1 1 16,-2 0-3-16,-4 3-3 0,-1-3 4 15,2 3-4-15,-1 2 0 0,1 0 1 0,0-1 7 16,-2 3-5-16,1-1 0 0,1 0 0 0,-1 0 0 16,-2 0-1-16,1 0 6 0,-2-3 2 0,2 2 0 15,-2-2 0-15,1 1-2 0,-1-2 0 0,-5-3 3 16,9 5-1-16,-4-3 4 0,-5-2-3 0,6 4-3 0,-6-4 9 15,8 3-4-15,-8-3 0 0,0 0-3 16,14-3 5-16,-14 3-7 0,10-4 4 0,-5 0-2 16,2-1 1-16,1 0 2 0,-1 1-3 0,2-3-2 15,0 0 0-15,1 0-5 0,0 0 5 0,-1-2-3 16,0 2 6-16,-1 1-5 0,-1-2 1 0,0 3-5 16,3 0 3-16,-5 1-1 0,0 1-4 0,-5 3-5 15,9-3-7-15,-2 1 2 0,-7 2 2 0,10 5 2 16,-4-2 1-16,-1 4-5 0,2 0 8 0,2 2 0 15,-6 3 1-15,1-2-2 0,1 4 2 0,2 2-1 16,-3-5 4-16,2 0-1 0,-1 0 6 0,2 0-6 16,-5-4 2-16,3 0 3 0,0 2 5 0,0-3-2 15,-1-1-1-15,1 0 5 0,-5-5 3 0,8 4-5 0,-8-4 6 16,9 3 1-16,-9-3 2 0,10 0 0 16,-10 0-2-16,13-5-1 0,-13 5 2 0,13-14-1 15,-7 8 4-15,2-1-3 0,-2 0 5 0,2-1-7 16,-1-2 6-16,0 1-2 0,1 0-3 0,-2 0-5 15,4-1 2-15,-5 2-2 0,0 2 4 0,2-1-6 16,-3 1 1-16,1 1-4 0,-5 5 3 0,6-9-10 16,-6 9 6-16,5-4-6 0,-5 4-6 0,8-4 3 15,-8 4-3-15,0 0 0 0,8 0 2 0,-8 0 0 16,0 0 1-16,7 6-1 0,-7-6 2 0,8 7 6 16,-5-2-4-16,0 0 4 0,1 0-2 0,-4-5-2 15,7 8 1-15,-4-3 4 0,2-1-1 0,-1 0 0 16,-4-4 3-16,8 7 0 0,0 1 1 0,-1-4-1 15,1-1 2-15,2-1-2 0,4 2 1 0,6-3 2 16,1-1 7-16,7 0-8 0,4 0-3 0,5-3 2 16,3 1 2-16,14 0-1 0,-3-3-1 0,4-1 4 15,0-1-4-15,4 3 0 0,3 0 0 0,3-6-1 16,26 5-1-16,-30-1 2 0,6 0-3 0,27-1-1 16,-31 2 3-16,2 2 0 0,-1 1-4 0,-4 0 2 15,3-1-1-15,-7 4 4 0,-1-2-1 0,4 0-5 16,-3 0 2-16,-6 1 2 0,-10 0-1 0,-2-2 3 15,14 4-2-15,-16-2 2 0,16-2-4 0,-16 2 2 16,0 0-5-16,0 2 4 0,2-2 3 0,-4 1 0 16,1 0-5-16,-7 0 4 0,-6 1 1 0,-2-4 1 15,-2 2 0-15,-5 0-2 0,-6-1 5 0,5 2 2 16,-12-1-5-16,9 2 5 0,-9-2-3 0,10-2 1 16,-10 2 0-16,10 0 2 0,-10 0-4 0,0 0 2 15,9 0-3-15,-9 0-4 0,0 0-16 0,0 0-17 16,0 0-22-16,0 0-22 0,0 0-32 0,0 0-51 15,0 0-49-15,0 0-67 0,-34-1-147 0,7 4-458 16,-6-2 203-16</inkml:trace>
  <inkml:trace contextRef="#ctx0" brushRef="#br0" timeOffset="40704.28">21531 3953 35 0,'-6'-7'147'0,"6"7"-18"16,-6-5-1-16,6 5-7 0,-5-7-4 0,5 7-11 16,0 0-3-16,0 0-27 0,-5-6 9 0,5 6-7 15,0 0-1-15,0 0-2 0,0 0-2 0,0 0 1 16,0 0-2-16,0 0-4 0,0 0-7 0,-6-3 0 15,6 3-5-15,0 0-7 0,0 0-5 0,0 0-5 16,0 0-14-16,0 0 4 0,0 0-3 0,0 0-9 16,0 0-3-16,0 0-6 0,0 0 0 0,0 0-3 15,0 0 0-15,5 22 7 0,-2-6-2 0,2 3 5 16,0 6 0-16,1 6 0 0,1 2 7 0,-2 0 4 16,1 13-14-16,2-1 6 0,-3-9 0 0,6 12 6 15,-3-3 5-15,0 4 1 0,-3 1-7 0,1 4 10 16,-1 0 1-16,2-3-3 0,-5 0 2 0,-1-2-8 15,3 0 5-15,-4-1-5 0,3-2 4 0,-3-12-4 16,1-1 1-16,0-2-1 0,-1 0-3 0,2-3 2 16,-1-3-1-16,0-5 0 0,2-4-3 0,-2-4 1 15,-1-1-2-15,0 0-3 0,2-2 1 0,-2-9-2 16,0 16-2-16,0-16 1 0,1 9-2 0,-1-9-4 16,0 0 11-16,1 14-10 0,-1-14-6 0,0 0-14 15,0 0-17-15,0 0-13 0,0 0-17 0,0 0-31 16,0 0-43-16,0 0-44 0,0 0-215 0,0 0-421 15,0 0 187-15</inkml:trace>
  <inkml:trace contextRef="#ctx0" brushRef="#br0" timeOffset="41385.4">21179 5073 9 0,'0'0'122'0,"0"0"2"0,-15 0-9 0,15 0-1 16,0 0-12-16,-11 1 8 0,11-1-9 0,0 0 8 15,0 0 0-15,-16 1-4 0,16-1-3 16,0 0-10-16,0 0-7 0,0 0-3 0,-12 0-8 15,12 0-11-15,0 0 4 0,0 0-10 0,-13 0-6 16,13 0 3-16,-12 2-7 0,12-2-6 0,0 0-4 16,-14 2-5-16,14-2-2 0,-15 2-1 0,15-2-8 15,-10 2 0-15,10-2-1 0,0 0-6 0,-14 2 2 16,14-2-6-16,0 0 4 0,-11 3-5 0,11-3 3 16,0 0-3-16,0 0-1 0,-10 1-5 0,10-1-1 15,0 0 5-15,-9 6-1 0,9-6-5 0,0 0 3 16,-9 5-2-16,9-5 1 0,-9 6-2 0,9-6 3 15,-7 2-2-15,7-2-2 0,0 0-2 0,0 0-4 16,0 0 0-16,-10 5 0 0,10-5 1 0,0 0 4 16,0 0 1-16,22 6 4 0,-1-4 2 0,8-2 5 15,6-1 1-15,17-1 3 0,5-2-4 0,1-3 5 16,4 1-3-16,0-2-5 0,3 3 4 0,-2-2-2 16,-3 1 0-16,0 1 0 0,-2-1 0 0,-3 2 0 15,-16 0-1-15,14 1-3 0,-2-2 0 0,-16 2 4 16,3-1-5-16,-5 1 1 0,0 2-3 0,-1 0 1 15,-3-1 1-15,-7 1-5 0,-3 1-6 0,-5-2-13 16,1 0-24-16,-4 1-16 0,-11 1-25 0,14-1-22 16,-14 1-5-16,0 0-23 0,15 4-10 0,-15-4-23 15,0 0-95-15,0 0-282 0,0 0 125 0</inkml:trace>
  <inkml:trace contextRef="#ctx0" brushRef="#br0" timeOffset="41849.53">21314 5266 11 0,'0'0'185'0,"0"0"-18"16,0 0-9-16,0 0-14 0,0 0-12 0,0 0-4 16,-11-5-6-16,11 5-12 0,0 0-10 15,0 0-12-15,0 0-6 0,0 0-6 0,0 0-10 16,0 0-3-16,0 0-4 0,-20-1 0 0,20 1-7 16,0 0 3-16,0 0-9 0,0 0-5 0,0 0-3 0,0 0-4 15,0 0-9-15,0 0 1 0,0 0-5 0,0 0-3 16,0 0-4-16,0 0 3 0,0 0-3 15,0 0 2-15,0 0 3 0,40 10 8 0,-11-7 2 16,6-1 1-16,18-1-2 0,1-6 3 0,3 4 0 16,1-3 0-16,-3-1 0 0,-1 1-3 0,-15 4 1 15,-2-3-2-15,2 2-6 0,-5-1 3 0,-1 1-4 0,-1 1 0 16,-2-3-4-16,-9 3-1 0,-1 0-2 16,-1-1 2-16,-1 1-4 0,-7-1-2 0,1-1 1 0,-12 2-2 15,14 0-2-15,-14 0-7 0,11-1-14 16,-11 1-19-16,0 0-22 0,0 0-23 0,0 0-28 15,18-2-26-15,-18 2-32 0,0 0-46 0,0 0-106 16,0 0-341-16,0 0 152 0</inkml:trace>
  <inkml:trace contextRef="#ctx0" brushRef="#br0" timeOffset="43128.71">21658 5263 179 0,'-3'-6'181'16,"3"6"-5"-16,0 0-6 0,0 0-6 0,0 0-15 15,0 0-11-15,0 0-8 0,0 0-17 0,0 0-10 16,0 0-11-16,0 0-13 0,0 0-8 0,0 0-12 16,0 0-5-16,0 0 4 0,0 0-20 0,0 0-6 15,0 0-3-15,0 0-3 0,1 28-2 0,1-17 3 16,-1 7-7-16,-2 2-1 0,2 5 4 0,-1 4 0 16,-1 0 4-16,1 0-4 0,-2 0 4 0,0 1-18 15,3-1 3-15,-1 1 2 0,-1 1 0 0,-2-1 12 16,4 1 1-16,-2 1 4 0,0 0 16 0,0-1-12 15,1 0 0-15,0-3-5 0,0-3-2 0,0 0 1 16,0 2-1-16,0-2 2 0,1 1-2 0,0-1 0 16,-2-6-5-16,2 7 2 0,0-9-1 0,-1 12-5 15,0-11-3-15,2-1-1 0,0 7 3 0,0-5-3 16,0-1-5-16,-2 1 1 0,0-2-3 0,0 1 2 16,3-3 2-16,-1 2 0 0,1-2-3 0,-3-2 1 0,2 4 6 15,1-2-8-15,-2 2-1 0,0 1-1 16,1-3 0-16,-1 2 3 0,-1-6 1 0,0 2-4 15,1 2 5-15,1-1-3 0,-1 2-2 0,-1-4 13 16,1 0-4-16,0 0-1 0,1-1 3 0,-2 0 0 16,1 1-6-16,2-2 0 0,-3 1-3 0,2 0 3 0,-1-2-2 15,2 2 8-15,-1-2-10 0,0 1 1 16,-1-1-1-16,0-4 1 0,0 3-5 0,1-1 3 16,-2-7-3-16,2 11 1 0,-2-11-2 0,2 11 6 15,-1-8 2-15,-1-3-5 0,3 9 0 0,-3-9-2 16,1 7-3-16,-1-7 0 0,0 0-2 0,1 7 7 0,-1-7-3 15,0 0-2-15,0 0 3 0,3 6 3 16,-3-6-2-16,0 0 0 0,0 0-3 0,0 0 0 16,0 0 0-16,0 0 0 0,0 0 1 0,1 8-1 15,-1-8 3-15,0 0-2 0,0 0-5 0,0 0 6 16,0 0 7-16,3 6-2 0,-3-6-10 0,0 0 2 16,0 0-2-16,0 0 4 0,6 6-1 0,-6-6-1 15,0 0-2-15,0 0 3 0,10 5 1 0,-10-5 0 16,12 2 1-16,-5 1 4 0,6-2 0 0,0 1 0 15,6-2-4-15,-2 2 6 0,6-4-2 0,5 2 5 16,0 0-4-16,5-2-1 0,-1 0 1 0,4-2 2 16,3 1-7-16,-3 1 5 0,15-4-2 0,2 5 1 0,-1-4-2 15,2 2-2-15,0-2 3 0,2 3-1 16,1-5-6-16,2 3 2 0,-2 2 4 0,2-3-2 16,-1-2 1-16,7 5 1 0,-3-3-4 0,28-6 6 15,-26 6-1-15,28-1-1 0,-1-5-2 0,-26 8-2 16,28-3 1-16,-1-1-2 0,-27 1 1 0,32 0 0 15,-6-1 4-15,4 3-2 0,-29 1-1 0,33-3 2 0,-6 3-2 16,-1-3 0-16,-1 5-4 0,-30-2 1 16,4 2 3-16,2-1 2 0,-2 0 8 0,-1 2-11 15,-2-2 1-15,-4-1-1 0,-4 2-3 0,1 2 2 16,-14 0 0-16,10 1-1 0,-13 1-1 0,-2 0 2 16,1 1 0-16,-1-1-6 0,-1 1 7 0,-4-1 1 0,1 1-4 15,-3 1 1-15,-6-3 4 0,-5 0-6 16,4 3 6-16,-4-5-1 0,-7 1-2 0,2 0 1 15,-3 1 2-15,-10-2 3 0,17-2-6 0,-17 2-6 16,14-2-20-16,-14 2-28 0,9-8-25 0,-9 8-30 16,4-9-26-16,-4 9-45 0,-4-15-47 0,-2 5-226 0,6 10-491 15,-26-20 217-15</inkml:trace>
  <inkml:trace contextRef="#ctx0" brushRef="#br0" timeOffset="44922.77">20709 4702 76 0,'0'0'161'16,"-5"-4"-7"-16,5 4-5 0,-6-3-11 0,6 3-7 16,-8-6 0-16,8 6-2 0,-5-4-8 0,5 4-3 0,0 0-13 15,-9-6-2-15,9 6-3 0,0 0-5 16,-4-3-7-16,4 3-7 0,0 0-8 0,0 0-7 15,0 0-7-15,0 0 0 0,0 0-15 0,0 0-3 16,0 0-4-16,0 0-3 0,0 0-2 0,0 0-1 16,0 0-5-16,32-1-1 0,-11 1-1 0,0-2-3 15,11-1-4-15,-2 3-6 0,-2-2-16 0,-8 2-28 0,8 0-25 16,-7-2-30-16,-3 0-27 0,0 2-27 16,-4-1-20-16,0 1-14 0,-4 0-108 0,-10 0-307 15,0 0 136-15</inkml:trace>
  <inkml:trace contextRef="#ctx0" brushRef="#br0" timeOffset="45139.67">20856 4527 81 0,'0'0'201'0,"0"0"-24"15,-6-4-17-15,6 4-19 0,0 0-17 0,0 0 2 16,0 0-11-16,-8 21-7 0,7-5-10 0,1-1-8 15,-1 2-8-15,-1 7-6 0,0-5-6 0,2 1-2 16,0-1-5-16,1 5-8 0,-1-4-2 0,1-1-9 16,1-3-15-16,-2 5-39 0,1-2-41 0,1-1-42 15,-2 1-64-15,-2 4-118 0,-1-4-299 0,-2-4 133 16</inkml:trace>
  <inkml:trace contextRef="#ctx0" brushRef="#br0" timeOffset="45628.78">20759 5802 185 0,'0'0'186'0,"0"0"-5"15,0 0-10-15,0 0-7 0,0 0-11 0,0 0-11 0,0 0-11 16,0 0-6-16,0 0 1 0,0 0-4 15,30 6-6-15,-9-6-14 0,7-2-6 0,5 1-12 16,1-2-8-16,2 2-28 0,-3-3-37 0,0 0-39 16,-4 0-52-16,1 1-55 0,-3-1-56 0,-11 1-107 15,-3 1-323-15,-3-1 144 0</inkml:trace>
  <inkml:trace contextRef="#ctx0" brushRef="#br0" timeOffset="46227.25">20144 5283 163 0,'0'0'236'0,"0"0"-16"0,0 0-20 0,4-7-17 16,-4 7-18-16,0 0-14 0,0 0-17 0,0 0-16 15,5-3-15-15,-5 3-11 0,0 0-10 0,0 0-8 16,16 16-5-16,-11-7-10 0,1 3 1 0,4 1 16 16,1 4-13-16,-1-4-5 0,-4 3-8 0,4-3-3 15,-1 1-6-15,-1 0 0 0,0-3-8 0,-3 0 2 16,3 0-6-16,-3-1-1 0,0-2 3 0,2 0-5 16,0 1 1-16,-1-2-4 0,-2 1-5 0,4 1 3 15,-1-2-4-15,-2-2 0 0,-2-1-3 0,2 1 3 16,-2 0 0-16,-3-5-2 0,6 7 1 0,-6-7 9 15,5 3 15-15,-5-3 19 0,0 0 22 0,7 4 15 16,-7-4-9-16,0 0-5 0,0 0-13 0,10-21-3 16,-6 11-10-16,2-6-7 0,2-1-8 0,1-8-6 15,-6 8-2-15,5-9-2 0,0-1-2 0,-4 3 0 16,-1 5-2-16,0 0-10 0,2 2-3 0,-1-2 1 16,-1 0 3-16,-2 0-6 0,1 4 0 0,1-1-5 15,-2 2-26-15,2 5-7 0,-1 2-10 0,0 0-6 16,-1 0-26-16,-1 7-19 0,1-11-34 0,-1 11-34 15,0 0-34-15,0 0-7 0,0 0 1 0,0 0-17 16,0 0-214-16,0 0-461 0,1 36 205 0</inkml:trace>
  <inkml:trace contextRef="#ctx0" brushRef="#br0" timeOffset="46634.28">20722 5449 42 0,'0'0'216'0,"5"-10"-16"0,-4 5-2 16,-1 5-7-16,2-9-15 0,-2 9-8 0,0 0-9 16,-3-14-12-16,3 14-9 0,-4-5-12 0,4 5-10 15,-6-6-16-15,6 6-8 0,-10 0-13 0,10 0-6 16,-13 0-13-16,13 0-4 0,-12 5-8 0,2-1-2 15,1 2-5-15,4-1-7 0,-4 2-3 0,2 0-3 16,0 2-1-16,2-3-5 0,2 2 1 0,1-1-1 16,2-7-12-16,-1 14 1 0,1-7 2 0,2 0-1 15,2 0-3-15,2 0 2 0,0-2-2 0,1 2 0 16,3 0-1-16,1 0 3 0,1-1-4 0,-1-1 1 16,0 1-4-16,1-1 1 0,-2-2-3 0,-2 3 0 15,-2-2 4-15,0-1-8 0,-2 0 1 0,-4-3 1 16,7 6-1-16,-5-2 4 0,-2-4 4 0,0 10 10 15,0-10 2-15,-10 11 1 0,-2-5-3 0,-3 1-4 16,-4 1-1-16,1-1-1 0,-1 1-2 0,-2-2-15 16,2-1-34-16,1 0-47 0,0 0-60 0,3-3-69 15,-5 0-188-15,3 0-438 0,3-2 193 0</inkml:trace>
  <inkml:trace contextRef="#ctx0" brushRef="#br0" timeOffset="47718.65">22915 2955 185 0,'-2'-8'248'0,"2"8"-10"0,0 0-15 16,-3-9-16-16,3 9-22 0,0 0-21 0,0 0-18 15,0 0-20-15,0 0-16 0,0 0-11 0,0 0-15 16,0 0-9-16,0 0-5 0,4 26-8 0,-3-8-4 16,0 1-4-16,1 8-4 0,0 1-7 15,0-2-4-15,-1-2-1 0,-2-3-6 0,2-2-3 0,1 1-1 16,-2-1-3-16,2 1 0 0,-2-2 0 0,1-2-4 16,1 1-3-16,-2 0 0 0,2-2-1 0,-1-3 1 15,-1-1-2-15,0 1-11 0,1-2-16 0,-1 0-31 16,1-4-28-16,1 5-29 0,-2-11-32 15,-2 13-39-15,2-7-38 0,0-6-134 0,0 0-370 16,-10 8 164-16</inkml:trace>
  <inkml:trace contextRef="#ctx0" brushRef="#br0" timeOffset="48110.98">22933 2907 49 0,'6'-5'148'16,"1"1"-8"-16,3 1 2 0,0 1-8 0,0 0-13 0,2 0-2 15,2 4-6-15,-1 2-5 0,-1-1-10 16,1 1-11-16,0 1-6 0,-1 2-8 0,-3 2-7 16,-2 1-5-16,2-1-10 0,-2 2-2 0,-2 0-3 15,-1-2 4-15,-3 3-9 0,-1 4-5 0,-3 0-5 16,-1-6 0-16,-1 1-3 0,-1 0 2 0,1-1-4 15,-4-3-6-15,4-3 0 0,-3 4 2 0,2-4-2 16,-2-2-3-16,2 1 4 0,-1-1-8 0,7-2 3 16,-10 3 0-16,10-3 1 0,-11 0 3 0,11 0 7 15,0 0 4-15,-9 2-4 0,9-2-1 0,0 0-6 16,-7 2-6-16,7-2-4 0,0 0-4 0,0 0-2 16,0 0-2-16,0 0 0 0,0 0 0 0,0 0 0 15,8 15 8-15,-4-9-7 0,1-2 0 0,-1 2-2 16,4 1 1-16,0 0 2 0,-3-2-2 0,6 2 4 15,-1 0-10-15,-1-1-17 0,0 2-31 0,1-1-35 16,1-3-35-16,0 3-51 0,1-2-145 0,-3-1-344 16,0 0 152-16</inkml:trace>
  <inkml:trace contextRef="#ctx0" brushRef="#br0" timeOffset="48464.53">23386 3124 171 0,'0'-7'235'0,"0"7"-5"0,0 0-16 15,0 0-15-15,0 0-23 0,-7-8-18 0,7 8-18 16,-13 2-13-16,13-2-17 0,-21 9-6 0,9-4-10 16,-2 7-14-16,2-6-5 0,1 2-9 0,1 0-13 15,2-1 0-15,0 1-2 0,2-3-8 16,4 1-6-16,-2 2-7 0,1-1 0 0,3-7-5 15,1 14 2-15,1-9-4 0,3 3-1 0,2-1-2 16,2 1 0-16,0-2-5 0,3 2-1 0,-2-2-3 0,0 3 2 16,-2 1-5-16,3-4 1 0,-2-2-3 0,0 3-1 15,-1-2-1-15,-3 0-2 0,0 0 2 16,0-1 1-16,1 0-2 0,-6-4 3 0,3 9 1 16,-3-9 3-16,-1 9 0 0,1-9-1 0,-9 10 2 15,1-3-2-15,-4 0 1 0,0-2-4 0,-3 2-6 16,-3-2-16-16,0-1-24 0,1-1-43 0,3 1-41 15,1-1-66-15,1 0-200 0,-7-3-422 0,7-1 187 0</inkml:trace>
  <inkml:trace contextRef="#ctx0" brushRef="#br0" timeOffset="48616.3">23402 3339 109 0,'0'0'198'0,"10"-2"-41"0,-10 2-32 16,0 0-53-16,0 0-56 0,0 0-61 0,0 0-61 16,0 0-114-16,0 0 51 0</inkml:trace>
  <inkml:trace contextRef="#ctx0" brushRef="#br0" timeOffset="51134.25">22811 4259 16 0,'-8'0'121'0,"0"1"-11"0,8-1 0 15,-14-1-17-15,5 2 6 0,9-1-7 0,-10 1 0 16,10-1-2-16,0 0-2 0,-13 0-8 0,13 0-8 16,0 0-10-16,0 0-9 0,0 0-2 0,0 0-6 15,0 0-5-15,0 0 3 0,0 0-1 0,40-1-9 16,-12 0 1-16,5-5 3 0,4 4-1 0,15-2-2 15,1-1 4-15,1 0-7 0,-2 0 3 0,0 0-7 16,-15 1 3-16,14 0-10 0,-14-1 1 0,1 2 3 16,-4 1-3-16,5 1 0 0,-8 0-1 0,3 1-10 15,-1 0-1-15,-1-2 4 0,-7 0-3 0,5 1-3 16,-2-1 3-16,-5 0-2 0,-2 2 2 0,0-3 0 16,-1 0-5-16,2 2 5 0,-6-1-2 0,-1 1 1 15,-5-2-3-15,2 1-1 0,-1 2 3 0,-1-4-6 16,-2 3 6-16,0 0 2 0,-8 1 3 0,11-3 4 15,-11 3-1-15,8-2 4 0,-8 2-1 0,0 0 3 16,10-2-2-16,-10 2 3 0,0 0-6 0,0 0 2 16,0 0 0-16,9 0-1 0,-9 0 1 15,0 0-4-15,0 0 2 0,0 0-3 0,0 0-5 0,0 0-1 16,0 0 6-16,0 0-7 0,0 0-3 0,0 0-1 16,0 0-5-16,0 0 2 0,0 0 2 0,-23 18-10 15,13-11 7-15,-4 4 3 0,0 0-4 0,0 2 6 16,-3-1-4-16,-5 3 2 0,7-1-2 0,0-3 2 15,0 2-1-15,2-3-4 0,4-1 3 0,-1-2-13 16,0 3-5-16,3-2-14 0,-1-1-17 0,3-1-28 16,5-6-27-16,-8 8-17 0,8-8-30 0,-5 6-19 15,5-6-100-15,0 0-291 0,0 0 130 0</inkml:trace>
  <inkml:trace contextRef="#ctx0" brushRef="#br0" timeOffset="51338.53">23735 4157 37 0,'-5'-15'196'16,"0"4"-17"-16,2-1 4 0,-1 2 7 0,0-1 1 15,-1 2-2-15,3 2-3 0,-3-1-14 0,0 2-17 16,1 0-13-16,-2-1-18 0,1 2-10 16,1 0-14-16,-2 0-8 0,6 5-14 0,-9-7-5 15,5 4-9-15,4 3-40 0,-6-5-26 0,6 5-27 0,-11-2-36 16,11 2-35-16,0 0-20 0,-9-2-35 0,9 2-21 15,0 0-131-15,-6 7-334 0,6-7 148 0</inkml:trace>
  <inkml:trace contextRef="#ctx0" brushRef="#br0" timeOffset="51687.97">22910 4528 55 0,'0'0'189'16,"0"0"-13"-16,0 0-16 0,0 0-13 0,0 0-13 15,0 0-12-15,0 0-10 0,0 0-6 0,0 0-13 16,52-7-7-16,-20 3-8 0,0-3-6 0,1 4-12 16,-1-1-26-16,2 2-34 0,-4 3-36 0,-3-2-27 15,-6 1-27-15,-2 0-36 0,-6-1-93 0,-1 2-236 16,-1-1 105-16</inkml:trace>
  <inkml:trace contextRef="#ctx0" brushRef="#br0" timeOffset="52104.57">23208 4506 13 0,'0'0'163'0,"0"0"-22"0,0 0-21 0,0 0-17 0,-12 3-16 16,12-3 2-16,0 0-13 0,2 18 3 0,-2-18-10 15,2 22 20-15,-1-5 4 0,-1 0-6 0,2 1-13 16,-1-1 4-16,-1 3-3 0,1-2-11 0,2 0 0 16,-2-1-7-16,0-2-3 0,1 0-6 0,-2 1-5 15,1-5-2-15,0 0-5 0,-1 0-4 0,3 1 0 16,-2-5-2-16,0 2 0 0,1-4-9 0,0 1 4 16,-2-6-3-16,3 11-2 0,-2-6-4 0,-1-5-19 15,3 7-17-15,-3-7-7 0,0 0-11 0,0 0-5 16,0 0-13-16,0 0-12 0,-11 14-23 0,11-14-2 15,-18 1-2-15,8 1 2 0,-1-2 5 0,-3 0 0 16,14 0 10-16,-25 1 6 0,13-1 12 0,-1 1 13 16,-1-1 7-16,2 0 9 0,0 2 14 0,12-2 20 15,-15 0 9-15,15 0 13 0,-12 2 0 0,12-2 5 16,0 0-5-16,-12 1-5 0,12-1 19 0,0 0-18 16,0 0 12-16,0 0 6 0,0 0 20 0,0 0-4 15,0 0-1-15,0 0 2 0,0 0-2 0,46-6 7 16,-25 2-11-16,0 0-10 0,6-1 0 0,1 2-7 15,0 0-27-15,0-1-52 0,-7-2-35 0,-1 4-55 16,-3 0-104-16,2-2-260 0,-1-1 115 0</inkml:trace>
  <inkml:trace contextRef="#ctx0" brushRef="#br0" timeOffset="52484.99">23608 4724 230 0,'7'-5'257'16,"-7"5"-12"-16,0 0-23 0,0 0-19 0,0 0-20 15,0 0-20-15,0 0-16 0,0 0-17 0,0 0-15 0,0 0-9 16,-25 15-11-16,15-8-9 0,-2-1-12 0,-3 3-3 16,2-1-8-16,0 1-8 0,4-1-3 0,-1-1-4 15,2-2-8-15,1 4 2 0,2-4-12 16,-2-1-3-16,2 3-8 0,1-2 3 0,2 0-7 15,2-5 3-15,0 11 3 0,0-11-10 0,5 12 0 16,0-6 0-16,4 0-2 0,1-1-1 0,-1 1-1 0,8 0-3 16,-6-1 1-16,2-1 2 0,0 2-2 0,1-2-4 15,2-1 2-15,-7 0 3 0,2 0-8 16,-4 0 3-16,-2 1-2 0,2-1-4 0,-7-3 0 16,7 6 0-16,-3-2-2 0,-4-4 8 0,4 6-1 15,-4-6 2-15,0 0 0 0,-11 12-1 0,3-7-1 16,-2 0 0-16,-3-1-3 0,-2 2-3 0,-4-1-27 0,2-2-9 15,-2-1-25-15,1 0-18 0,0-1-45 0,0-1-37 16,5 2-32-16,-6-4-155 0,2 1-382 16,2 0 170-16</inkml:trace>
  <inkml:trace contextRef="#ctx0" brushRef="#br0" timeOffset="54790.4">25594 3732 172 0,'0'0'187'0,"0"0"-3"0,-2-11-4 0,2 11-12 15,0 0-12-15,0 0-5 0,-3-8-23 0,3 8 1 16,0 0-10-16,0 0-13 0,0 0-11 0,-3-7-11 16,3 7-9-16,0 0-9 0,0 0-12 0,0 0-5 15,0 0-1-15,0 0-16 0,0 0-5 0,0 0-3 16,0 0-3-16,0 0-3 0,4 27 0 0,-2-15-1 15,2 6-1-15,2 7 5 0,-3 1-7 16,2 3 0-16,0-1 0 0,1-1-3 0,-1 5-2 0,-1-2 0 16,2 1 3-16,-5-1 1 0,8 4-4 0,-5-2-1 15,1-2 0-15,-1 5 6 0,1-2 0 0,2 2 0 16,-5-2-2-16,0-1 2 0,0 0-5 0,-1 1 2 16,-1-1-2-16,1 0 4 0,2 0-3 0,-3-3-2 15,4 2 3-15,-4-3 2 0,2-1-4 0,-2-1-4 16,0-2 1-16,0-4 3 0,0 0-3 0,2-3 0 15,0 2 0-15,1-4 0 0,-1 2 2 0,3 0-1 16,-3-2-3-16,0 1 3 0,-2-4-3 0,3 0 3 16,-1-1-3-16,-2 0 6 0,2 1-7 0,0-3-3 15,-2 1-16-15,0-1-19 0,-2 2-22 0,2-11-27 16,-6 18-30-16,4-11-34 0,2-7-23 0,-10 13-36 16,1-6-109-16,1-5-342 0,8-2 151 0</inkml:trace>
  <inkml:trace contextRef="#ctx0" brushRef="#br0" timeOffset="61607.9">25549 4561 5 0,'-5'2'-2'0,"-1"3"0"16</inkml:trace>
  <inkml:trace contextRef="#ctx0" brushRef="#br0" timeOffset="62658.77">25257 4613 45 0,'0'0'52'16,"-7"-4"8"-16,7 4-1 0,-6-5 4 0,6 5-15 16,-7-7 15-16,7 7-11 0,-4-5 10 0,4 5 5 15,-5-7 1-15,5 7 1 0,0 0 6 0,-5-5 2 16,5 5 0-16,0 0-4 0,0 0-3 0,-4-7 1 15,4 7-3-15,0 0-3 0,0 0-8 0,0 0-4 16,0 0-7-16,0 0-4 0,0 0-2 0,0 0-9 16,-2-7-2-16,2 7-4 0,0 0-3 0,0 0-4 15,0 0-6-15,0 0 0 0,0 0-2 0,0 0 5 16,0 0-4-16,6 26-2 0,-3-17 1 0,-2 0 3 16,2 2-5-16,-1 0 10 0,-1-1-8 0,2 0 0 15,1-1-1-15,0 3-3 0,-1-2 4 0,-1 2-7 16,2-1 1-16,0 1 4 0,1-1 0 0,1 3 1 15,-1-4 1-15,-3 4-3 0,5-3-1 0,-3 0-2 16,0 5 5-16,1-6 0 0,-1 2-7 0,-1-2 6 16,2 0 0-16,-5 2-1 0,4-3-2 0,-1 2 4 15,-2-2-3-15,0-1-3 0,3 0 0 0,-4 1 1 16,2-4-1-16,0 2-3 0,-2-7 4 0,0 10 1 16,3-3 8-16,-3-7-3 0,1 9-8 0,-1-9-5 15,1 6 7-15,-1-6-5 0,0 0 0 0,5 7-1 16,-5-7 3-16,0 0 4 0,0 0 5 0,4 5-1 15,-4-5-8-15,0 0 3 0,0 0-5 0,0 0 3 16,9 2 1-16,-9-2-3 0,13-1 0 0,-3 0 6 16,0 0-6-16,3-1-3 0,0-3-1 0,-1 1 2 15,5 1 2-15,0 2 0 0,3-2 0 0,-1-1 6 16,1-1 1-16,0 3-4 0,-1-2-2 0,2 3-1 16,-2-2 0-16,3-4 0 0,-2 6 3 0,-1-4-7 15,3 3 7-15,-4-3-3 0,2 3 4 0,-2-1-7 16,4 1 5-16,-3-3-7 0,0 2 8 0,-1-1-1 15,1 0-5-15,-4 1 5 0,2 0-1 0,-5 1 2 16,1-1-4-16,-1 0 3 0,-1 1-3 0,1-1-4 16,-5 2 2-16,1-1 6 0,-8 2-6 15,16 0 6-15,-11-2-6 0,-5 2 6 0,15-1-9 0,-8-1 4 16,-7 2 2-16,13 0-6 0,-13 0 5 0,11 0 2 16,-11 0-3-16,10-1-1 0,-10 1 6 0,9 0-5 15,-9 0 5-15,13 0-8 0,-7 1 8 0,-6-1 0 16,12 2-5-16,-3-2 4 0,-9 0-5 0,12 1 2 15,-12-1-4-15,8 2 0 0,-8-2-1 0,9 0 3 16,-9 0 2-16,9 4-1 0,-9-4 6 0,9 3 0 16,-9-3-6-16,12 0 8 0,-12 0-8 0,10 1 1 15,-10-1 1-15,0 0 1 0,10 0-2 16,-10 0 2-16,6 3-6 0,-6-3 2 0,0 0-3 0,7 2 3 16,-7-2-1-16,0 0 1 0,5 4 2 0,-5-4 0 15,0 0-1-15,4 6 6 0,-4-6-6 0,9 6 4 16,-8-2 1-16,-1-4-3 0,4 7 15 0,-4-7-13 15,6 9 3-15,-3-3-3 0,1 0 9 0,-2 2 5 16,3 0-1-16,-2 2 3 0,-1-2-6 0,4 2-1 16,-4 0-3-16,1 0 7 0,1 1-4 0,2 1 6 15,0-2 3-15,0 6-4 0,1-1 8 0,-1-4-11 16,1 0-2-16,-2 0 2 0,0 0-2 0,3-2 2 16,-4 1 0-16,1 0 0 0,-1 0-2 0,4-1 1 15,0 1 1-15,-5 1-2 0,3-2 2 0,-2-1-6 16,2 4 5-16,-2-4-6 0,0-2 4 0,1 4 1 15,-1-2-2-15,-4 1-1 0,4-4 3 0,-4 3-6 16,3-2 3-16,-3-6-3 0,2 14-2 0,-2-9-12 16,0-5-14-16,5 13-20 0,-5-13-12 0,0 0-11 15,-3 13-24-15,3-13-11 0,0 0-16 0,0 0-11 16,0 0-21-16,0 0 4 0,-7 9-107 0,7-9-273 16,0 0 121-16</inkml:trace>
  <inkml:trace contextRef="#ctx0" brushRef="#br0" timeOffset="63177.21">25682 4969 76 0,'0'0'132'0,"0"-9"-3"0,0 9-10 0,0 0-4 0,0 0 0 16,0 0-23-16,0 0-8 0,0 0-17 16,0 0-1-16,0 0-11 0,0 0-5 0,0 0 0 0,0 0-12 15,0 0 8-15,-11 25-2 0,4-11 2 16,0 2-7-16,-2 3 1 0,-5 6-6 0,1 0 3 15,-5 2-1-15,2-1 5 0,-2 3-10 0,1 1-2 16,-1-3 1-16,2 2-1 0,-5 0-6 0,3-5-6 0,1 2 5 16,3-4-6-16,-1 2 7 0,3-6-9 15,3-4 0-15,0 2-2 0,0-2 2 0,4-3-16 16,3 0-9-16,-3-2-13 0,5-9-25 0,-5 15-36 16,5-15-15-16,-1 10-18 0,-1-6-20 0,2-4-79 15,0 0-234-15,0 0 104 0</inkml:trace>
  <inkml:trace contextRef="#ctx0" brushRef="#br0" timeOffset="63808.85">25734 5018 70 0,'2'-8'149'0,"-2"8"-8"16,2-6-1-16,-2 6-17 0,0 0 5 0,0 0-15 15,2-9-5-15,-2 9-6 0,0 0-1 0,0 0-9 16,0 0-5-16,2-7-9 0,-2 7-7 0,0 0-5 16,0 0-8-16,0 0-3 0,0 0-9 0,0 0 1 15,0 0-6-15,0 0-5 0,0 0-6 0,0 0 0 16,0 0-5-16,0 0-4 0,0 0-3 0,0 0-3 15,0 0 0-15,3-7-4 0,-3 7 0 0,0 0 4 16,0 0-9-16,0 0 3 0,0 0 1 0,0 0-3 16,0 0-2-16,0 0-2 0,0 0 3 0,0 0-3 15,0 0 2-15,0 0-1 0,0 0 2 0,0 0-1 16,0 0 1-16,0 0-1 0,0 0 4 0,0 0-4 16,2-8 5-16,-2 8 8 0,0 0-4 0,0 0 1 15,0 0-2-15,-2-12-5 0,2 12 9 0,0 0 6 16,-3-8-5-16,3 8 6 0,0 0 1 0,0 0 1 15,0 0-3-15,0 0 1 0,-2-10-5 0,2 10-1 16,0 0 0-16,0 0 3 0,0 0-2 0,0 0-3 16,0 0 9-16,0 0-8 0,-2-6-4 0,2 6 0 15,0 0-5-15,0 0 0 0,0 0-6 0,0 0 4 0,0 0-10 16,0 0-3-16,0 0 1 0,0 0-1 16,0 0 1-16,16 15-2 0,-10-3 4 0,8 1-1 15,-3 2-4-15,1 0 7 0,5 6 2 0,-1 1-1 16,-1-2-1-16,1 1 3 0,0-1-1 0,0 1 2 15,-3-4 3-15,4 2-3 0,-5-4-4 0,-3 1 6 16,3-1-1-16,-1-2-1 0,-5 1-3 0,2-3 1 16,-2-2 3-16,1 0 2 0,-1 2-3 0,-1-3 0 15,0 1 4-15,-1-3-3 0,-1-1 2 0,-1 0 0 16,2-1-4-16,0 2-13 0,-4-6-22 0,7 7-27 16,-7-7-13-16,6 7-38 0,-6-7-26 0,0 0-14 15,0 0-18-15,6 7-136 0,-6-7-331 0,0 0 147 16</inkml:trace>
  <inkml:trace contextRef="#ctx0" brushRef="#br0" timeOffset="64498.73">25380 5456 60 0,'0'0'125'0,"0"0"-4"0,0 0-7 0,0 0-12 16,0 0 1-16,-4-9-3 0,4 9-7 0,0 0-2 15,0 0-7-15,0 0-3 0,0 0-1 0,0 0 0 16,0 0 0-16,-7-5-9 0,7 5 2 0,0 0-4 16,0 0 0-16,0 0-6 0,0 0-5 0,0 0-1 15,0 0-2-15,0 0-8 0,-5-3 0 0,5 3-5 16,0 0-5-16,0 0-8 0,0 0 0 15,0 0-9-15,0 0 4 0,-8-3-4 0,8 3-1 0,0 0-5 16,0 0 3-16,0 0-4 0,0 0 0 0,0 0 2 16,0 0-5-16,0 0 3 0,0 0-5 0,0 0 4 15,0 0-4-15,0 0 0 0,0 0-3 16,0 0 5-16,0 0-2 0,0 0-2 0,0 0 0 0,0 0 2 16,0 0-3-16,0 0-1 0,0 0-2 0,0 0-1 15,0 0 0-15,0 0 2 0,0 0-2 0,0 0 1 16,0 0-6-16,0 0 4 0,0 0-4 0,0 0 1 15,0 0 2-15,38-5 5 0,-11 2 1 0,4-1 4 16,8 0 1-16,10-6 0 0,5 5-5 0,-2-4 1 16,-14 5-2-16,0 0 2 0,0-1-3 15,1 1-3-15,-3-1 6 0,-1 3-3 0,-1 0 1 0,-2-2-2 16,-1-1 2-16,-2 3 0 0,-2-2-2 0,-6 4 0 16,-2-2 0-16,-5 0 6 0,-1 2-9 15,1 0 5-15,-3-1-6 0,0 1 4 0,-3 0 1 0,-8 0-4 16,13-2 5-16,-13 2-4 0,8-1-3 15,-8 1 5-15,0 0-10 0,0 0-11 0,0 0-15 0,16 0-11 16,-16 0-19-16,0 0-29 0,0 0-18 0,0 0-30 16,11 3-30-16,-11-3-121 0,0 0-314 0,0 0 139 15</inkml:trace>
  <inkml:trace contextRef="#ctx0" brushRef="#br0" timeOffset="65335.23">25769 5464 89 0,'0'0'164'0,"-1"-9"0"16,1 9-3-16,0 0-5 0,0 0-3 0,1-9-7 15,-1 9-12-15,0 0-5 0,0 0-12 0,0 0-13 16,0 0-9-16,0 0-10 0,0 0-6 0,0 0-9 16,0 0-7-16,0 0-12 0,0 0-6 0,0 0-7 15,0 0-5-15,0 0-6 0,0 0-2 0,0 0-4 16,0 0 0-16,0 0-5 0,1 32-1 0,1-21 1 16,0 5-16-16,-2 0 2 0,2 3 1 15,0 0-1-15,0 0-2 0,-2 8 8 0,0-3-6 0,0-5 4 16,0 5-2-16,0-4 0 0,-2 5 0 0,2-6 2 15,2-2-5-15,-2 0 4 0,5 2-1 0,-3-2-2 16,0 0 5-16,1-2-3 0,2-2 4 0,-3-1-3 16,2-1 1-16,-2-2 1 0,0 1 0 0,1-1-1 15,-1 0-3-15,-2-2-1 0,2-1 9 0,-2-6-5 16,2 10-1-16,-2-10-1 0,0 9-4 16,0-9-1-16,0 0-7 0,-2 8-1 0,2-8-7 0,0 0-9 15,0 0-11-15,-4 6-19 0,4-6-10 0,0 0-22 16,0 0-28-16,0 0-19 0,0 0-17 0,0 0-125 15,0 0-297-15,0 0 133 0</inkml:trace>
  <inkml:trace contextRef="#ctx0" brushRef="#br0" timeOffset="65946.45">25504 5875 42 0,'0'0'130'0,"0"0"-1"0,0 0-9 0,0 0-6 15,-9-1-9-15,9 1-9 0,0 0-6 0,0 0-15 16,0 0 1-16,0 0-14 0,0 0-3 0,0 0-6 15,0 0-7-15,0 0-5 0,0 0-2 0,0 0-7 16,0 0 6-16,0 0-6 0,34 2 8 0,-15-2 8 16,8 0-11-16,1 0 0 0,5-1-1 15,-1-1-5-15,2-1-1 0,-2 2 1 0,2 0-6 0,-3-1 1 16,2 2-1-16,-5-3-6 0,1 3 7 0,-3-2-8 16,-6 2-5-16,1-2 6 0,-4 2-11 15,-3 0 3-15,1-2-5 0,-2 2 5 0,-1 0-1 0,-3 0 1 16,-9 0-3-16,14 0 0 0,-14 0 2 0,11 0 5 15,-11 0 5-15,6 0 4 0,-6 0 7 0,0 0 0 16,10 0 7-16,-10 0-3 0,0 0 0 0,0 0 6 16,9 2-12-16,-9-2 4 0,0 0-8 0,0 0-3 15,0 0 0-15,0 0-2 0,0 0-2 0,0 0-4 16,0 0-1-16,0 0-3 0,0 0-8 0,6 2 8 16,-6-2-3-16,0 0-1 0,0 0-3 0,0 0-1 15,-4 13-1-15,4-13 4 0,-4 13 2 0,-1-3-3 16,-1 5 1-16,-2 0-6 0,2 1 3 0,-1 0 4 15,-4 1-5-15,2-1 0 0,0 7-1 0,0-4 3 16,0-4 2-16,0 0-1 0,3 3-1 16,-1-7-1-16,-3 2 1 0,6-3 0 0,-3 2 4 0,3-3-3 15,0 1 0-15,-1-1 0 0,2-2-3 0,-1-2-24 16,2 2-19-16,2-7-7 0,-5 12-8 0,1-6-11 16,4-6-13-16,-4 9-18 0,4-9-3 0,-5 9-8 15,3-5-10-15,2-4-2 0,-9 10-10 0,6-6-13 16,3-4-81-16,-9 9-245 0,5-9 110 0</inkml:trace>
  <inkml:trace contextRef="#ctx0" brushRef="#br0" timeOffset="66416.73">25523 5911 104 0,'0'0'166'0,"0"0"3"0,0 0-7 0,0 0-12 0,0 0 1 16,0 0-4-16,-2-9-11 0,2 9-7 0,0 0-12 15,0 0-7-15,0 0-10 0,0 0-9 16,0 0-7-16,0 0-8 0,0 0-7 0,0 0-14 16,0 0-8-16,0 0-10 0,0 0-7 0,0 0 2 0,0 0-5 15,0 0-2-15,10 21-5 0,-3-13-3 0,-1-2-1 16,4 4 3-16,-2 0 6 0,3 3 0 16,2 1-4-16,0-2 1 0,1 2 0 0,-3 0 3 15,2-1-1-15,3 1-3 0,-1 1-1 0,-1-2 0 16,1 0-3-16,3 0 1 0,-1-2-2 0,-2 2-2 0,8 2 0 15,-8-5-3-15,-1 0 1 0,1 1 2 0,-3-5-7 16,-3 0 2-16,1 0-2 0,0 0-1 0,-3 0-3 16,1 0 4-16,1 1 0 0,-5-3-4 0,2 2-21 15,-2-2-19-15,-4-4-16 0,6 8-12 16,-3-5-17-16,-1 2-28 0,-2-5-19 0,7 6-23 0,-7-6-17 16,2 6-142-16,-2-6-336 0,0 0 149 0</inkml:trace>
  <inkml:trace contextRef="#ctx0" brushRef="#br0" timeOffset="67008.64">25662 6306 33 0,'0'0'140'0,"0"0"-1"0,0 0-17 0,0 0-6 16,0 0-13-16,0 0-7 0,0 0-1 0,0 0-2 15,0 0-12-15,-3-7 2 0,3 7-5 0,0 0-3 16,0 0 0-16,0 0 1 0,0 0-3 0,-4-7 4 16,4 7-8-16,0 0-2 0,0 0-4 0,0 0-1 15,0 0-3-15,-5-3-3 0,5 3-4 0,0 0-3 16,0 0-7-16,0 0-7 0,0 0-2 0,0 0-7 16,0 0-4-16,0 0-2 0,0 0-8 0,0 0-3 15,0 0-3-15,0 0-2 0,0 0 2 0,0 0 2 16,36 2-1-16,-13-1 0 0,8-1 1 0,3-3-5 15,4 3 1-15,14-3-6 0,-12 1-3 0,12 0-9 16,-3-2-11-16,-8 0-8 0,10 2-14 0,3-3-13 16,-2-5-20-16,-1 6-18 0,1-3-26 0,-14 2-23 15,3 2-129-15,-7 1-297 0,-3 0 133 0</inkml:trace>
  <inkml:trace contextRef="#ctx0" brushRef="#br0" timeOffset="67644.78">25911 6329 93 0,'0'0'186'0,"2"-8"-1"0,-2 8-2 0,0 0-3 16,0 0-7-16,0 0-14 0,0 0-13 0,0 0-17 16,0 0-13-16,0 0-13 0,0 0-12 0,0 0-12 15,0 0-8-15,0 0-10 0,0 0-12 0,0 0-3 16,0 0-10-16,0 0 3 0,0 0-6 0,5 24-4 16,-5-13-2-16,4 5-2 0,-3 1-2 0,-1-1-5 15,4 0-1-15,-4 4-1 0,0-1-2 16,0 0 4-16,0 1-1 0,4-1-1 0,-4-1-7 0,0 1-2 15,2-1 4-15,0-2-2 0,-1 4 1 0,-1-4-2 16,2 5 0-16,-2-4-1 0,2-1 1 0,0 0-14 16,0-5-21-16,0 3-29 0,1-2-26 0,-3-2-17 15,1 0-28-15,1 1-23 0,-2-4-31 0,0-7-108 16,-3 12-311-16,3-12 138 0</inkml:trace>
  <inkml:trace contextRef="#ctx0" brushRef="#br0" timeOffset="68312.2">25148 6586 39 0,'0'0'87'0,"0"0"-8"0,0 0 2 16,0 0-16-16,0 0-5 0,0 0-7 0,0 0 0 15,0 0-12-15,0 0 7 0,0 0-7 0,0 0 5 16,0 0-6-16,0 0-5 0,-5-7 4 0,5 7-5 15,0 0 1-15,0 0-2 0,0 0-1 0,0 0-4 16,0 0 2-16,0 0 4 0,0 0 7 0,0 0-15 16,0 0-2-16,0 0 3 0,0 0-6 0,0 0 2 15,0 0-7-15,0 0 0 0,0 0-5 0,0 0 3 16,18-6 7-16,-9 6-4 0,2-3-2 0,2 3-2 16,-2 0-1-16,10-3 4 0,0 3-8 0,6-2 8 15,4 1 2-15,3 0 6 0,4 1 2 0,0 0-3 16,16-2 5-16,-2 1 0 0,-2 1-5 0,2 1 2 15,-12-1-2-15,15 3-4 0,1-3-2 0,-4 0 1 16,1 1 4-16,-1 1-3 0,2-2-2 0,-1-2-5 16,-1 2-1-16,0-1 2 0,2-2-2 0,0 1-1 15,-2 2-5-15,0-4-8 0,-12 3-17 0,-2-1-10 16,3-2-19-16,-3 2-4 0,-2-1-9 0,-1 0-12 16,-1-1-8-16,-5 2-6 0,-8 0-6 0,-4 1 2 15,-3 1 1-15,-3-3-5 0,-1 2-59 0,-4-1-168 16,-6 2 75-16</inkml:trace>
  <inkml:trace contextRef="#ctx0" brushRef="#br0" timeOffset="68532.12">26389 6552 120 0,'16'-4'105'15,"4"3"-4"-15,-1 0-12 0,-7-2-21 0,3 1-26 16,2-1-41-16,-3 3-37 0,-3 0-46 0,0-2-88 16,-2 0 38-16</inkml:trace>
  <inkml:trace contextRef="#ctx0" brushRef="#br0" timeOffset="70348.66">25927 6872 22 0,'0'0'53'0,"0"0"4"0,0 0-7 0,0 0-7 16,0 0-1-16,0 0 6 0,0 0-2 0,0 0-6 16,0 0 3-16,0 0-5 0,0 0-2 0,0 0 6 0,0 0-4 15,0 0-6-15,0 0 10 0,0 0-11 0,0 0 2 16,0 0 2-16,0 0 1 0,0 0-10 0,0 0 2 15,0 0-10-15,0 0-1 0,0 0 2 16,0 0-2-16,0 0-3 0,0 0-1 0,0 0-14 16,0 0 12-16,0 0-12 0,-9-7 9 0,9 7-9 0,0 0 1 15,0 0 2-15,-7-5-8 0,7 5 6 0,0 0-5 16,-3-7-4-16,3 7-1 0,0 0-4 0,-4-7-5 16,4 7-3-16,0 0-6 0,0 0-5 0,-5-6-6 15,5 6-2-15,0 0 4 0,0 0 12 0,0 0-2 16,0 0 0-16,0 0 2 0,0 0 5 0,0 0-7 15,0 0-6-15,0 0-12 0,0 0-37 0,0 0-87 16,-10 13 39-16</inkml:trace>
  <inkml:trace contextRef="#ctx0" brushRef="#br0" timeOffset="72730.89">25904 3702 32 0,'0'0'76'0,"0"0"-8"0,0 0-11 0,0 0 0 16,0 0-10-16,0 0-5 0,0 0-10 0,0 0 4 15,0 0-2-15,0 0-7 0,0 0-3 0,0 0 3 16,0 0-2-16,0 0-15 0,0 0-2 0,-13-1 7 16,13 1-3-16,0 0-5 0,0 0 10 0,0 0-7 15,0 0-2-15,0 0 1 0,0 0-2 0,0 0 0 16,0 0 0-16,0 0-2 0,-10-5 1 0,10 5 2 15,0 0-4-15,0 0 4 0,0 0 5 0,0 0-12 16,0 0 0-16,0 0 6 0,0 0-5 0,0 0 2 16,0 0-1-16,0 0-8 0,0 0 5 0,0 0 3 15,0 0-4-15,0 0 6 0,37 5-5 0,-20-5 0 16,2-2-2-16,0 4-1 0,10-4 6 0,1 1-1 16,1 0 4-16,5-1 3 0,3-1 10 0,-1-1-6 15,12 0-3-15,1 0 3 0,3 2 12 0,-4-2-14 16,3 2-8-16,-1-1 3 0,0 0-1 0,-1 0 6 15,-1-3-6-15,2 2 1 0,-14-2-1 0,16 2-1 16,-16-1 3-16,14-1-1 0,-14 1-7 0,13-1 5 16,3 0-7-16,-17 0 6 0,3 3 8 0,11-2-6 15,-18 2-3-15,4 0 10 0,-1-1 3 0,-3 2-7 16,1-3-2-16,-3 4 5 0,-3-1-2 0,0 0-4 16,2 0 4-16,-10-1 1 0,-2 2-3 0,3-1 1 15,-4 1-7-15,3 0 12 0,-6-1-6 0,-3 2-1 16,2-1 4-16,1 1-7 0,-3-1 16 0,2 0 11 15,1-1-7-15,-3 0 6 0,1 1-4 0,-3 1-5 16,-1-2-5-16,-8 2 1 0,18 0-2 0,-13-1 0 16,4 2 3-16,-9-1 2 0,11-2-6 0,-11 2 2 15,7-2-3-15,-7 2-1 0,0 0-5 16,0 0 4-16,13 2-8 0,-13-2 3 0,0 0 3 0,0 0-5 16,9-2 5-16,-9 2-5 0,0 0-3 0,0 0 1 15,0 0-5-15,0 0 12 0,0 0-31 16,0 0 0-16,0 0-7 0,0 0-10 0,0 0-10 15,0 0-8-15,0 0-10 0,0 0-7 0,0 0-8 16,8 2-12-16,-8-2-54 0,0 0-159 0,0 0 71 16</inkml:trace>
  <inkml:trace contextRef="#ctx0" brushRef="#br0" timeOffset="75820.95">27357 3653 28 0,'0'0'93'0,"-2"-9"-13"0,2 9-8 0,-2-7-8 16,2 7-4-16,-1-9 2 0,1 9-6 0,-4-7 1 16,4 7 1-16,-2-6-12 0,2 6 4 0,0 0-1 15,0 0-4-15,-4-8-1 0,4 8-1 0,0 0-5 16,0 0 1-16,0 0-6 0,-2-6 4 0,2 6 2 15,0 0-3-15,0 0 0 0,0 0-5 0,0 0 3 16,0 0-5-16,-3-6 1 0,3 6 8 0,0 0 11 16,0 0 5-16,0 0-4 0,0 0 1 0,0 0-3 15,0 0 0-15,-7-4 5 0,7 4 4 0,0 0-4 16,0 0-2-16,0 0-7 0,-3-10-4 0,3 10 2 16,-2-7-5-16,2 7 3 0,0 0-5 0,-4-7-3 15,4 7 2-15,0 0-6 0,0 0-4 0,-2-8-4 16,2 8 1-16,0 0-7 0,0 0-1 0,0 0-6 15,0 0 2-15,-5-4-7 0,5 4-1 0,0 0-1 16,0 0-1-16,0 0 1 0,0 0-1 0,1 23 1 16,-1-13-2-16,0 3 8 0,-1 3-9 0,2 0 6 15,-1 4-4-15,-1 6 2 0,-3-3-1 0,2 3 4 16,0 2-6-16,0-1 3 0,-1 0 2 0,3-3-1 16,0-5 4-16,0 1-5 0,0 7 1 0,5-3-2 15,-5-4 5-15,2-1-6 0,-2 0 5 0,0 1-4 16,2-2 4-16,-2 1-3 0,2-1 0 0,-2 1 2 15,2-2-6-15,-2 1 6 0,1-6-1 0,-1 3 2 16,0-1-3-16,0-2 2 0,0-1-1 0,0 1 1 16,2-1-4-16,0-1 8 0,-2 2-9 0,2-2 10 15,-2 1-4-15,0-2-1 0,0 1-1 0,2-4 0 16,-1 5-1-16,0-5 0 0,1 3 1 16,-2-9 0-16,1 13-1 0,-1-7-4 0,0-6 3 0,2 10 2 15,-2-10 3-15,0 10-5 0,0-10 1 0,0 0-1 16,2 9 1-16,-2-9 1 0,0 0-1 0,0 0 6 15,0 7-5-15,0-7 2 0,0 0 2 0,0 0 0 16,0 0-1-16,0 0 4 0,3 6-5 0,-3-6 7 16,0 0-1-16,0 0 4 0,0 0 1 15,0 0 0-15,0 0-3 0,0 0-1 0,0 0 0 16,0 0 0-16,0 0-3 0,0 0 1 0,0 0-2 16,0 0-3-16,0 0 0 0,0 0-1 0,0 0 0 15,0 0-3-15,0 0 0 0,9 2 2 0,-9-2-1 0,0 0 1 16,0 0-5-16,11 1 6 0,-11-1-3 15,11 0 3-15,-11 0-3 0,12 3 2 0,-6-3-2 16,0 1 3-16,2 0-5 0,-8-1 4 0,13 3-4 16,-6-1-3-16,-1 1 4 0,-6-3-2 0,12 5 1 15,-6-3 1-15,-1 0-2 0,-1 3-2 0,-4-5 0 16,6 5-2-16,-6-5 5 0,6 7-2 0,-6-7 9 16,4 5-9-16,-4-5 0 0,1 11 2 0,-1-5 1 0,0-6 0 15,-3 14-2-15,1-5 3 0,2-9-2 0,-6 19 5 16,0-9-3-16,0 0 2 0,1 0-1 15,-3-1-1-15,3-1-2 0,-2-1 3 0,2 4 2 16,-1-1-2-16,0 2 1 0,-1-3-4 0,1 2 3 16,0-2 1-16,1 1 2 0,-1 2-4 0,2-3 8 15,0 0-4-15,0 0-5 0,0 1 1 0,4-10-2 16,-5 15-5-16,5-15-1 0,0 12 0 0,0-12 2 16,0 14-3-16,0-14 2 0,3 13-3 0,-3-13 1 15,0 10-1-15,0-10 1 0,6 11 0 0,-6-11 2 16,8 12-1-16,-8-12 3 0,2 10-5 0,0-4 4 15,-2-6-4-15,7 10-5 0,-7-10-10 0,4 8 2 16,-4-8-3-16,4 9 3 0,-4-9 4 0,2 10 0 16,-2-10 0-16,0 12 4 0,0-12-1 0,-1 14 5 15,1-14 1-15,-5 17 0 0,1-9 1 0,2-1 1 16,2-7 4-16,-9 15-3 0,6-5-1 0,-2-3 8 16,-1 3-5-16,2-2 3 0,1 1-9 0,-1-1 6 15,4-8-4-15,-4 19 1 0,4-13 2 0,0-6-6 16,0 18-3-16,2-8 2 0,2-2 2 0,-2 1-2 15,5 0-3-15,-3-2 6 0,3 3-2 0,0-3 3 16,0 1-4-16,1 0 0 0,-3-1-1 0,4 1 2 16,-6-3-14-16,3 3 4 0,-6-8-5 0,9 11 9 15,-7-4 0-15,-2-7 2 0,0 15-4 0,0-15 6 16,-6 21-4-16,1-10 8 0,-8 3 4 0,5-5-2 16,-3 6-1-16,-7-1 1 0,5-3 8 0,-3 1-8 15,3-1 1-15,0 0 0 0,-1-1 1 0,1-3 1 16,7 2-3-16,-4-2 2 0,3 2 0 15,7-9 6-15,-11 16-7 0,9-5 0 0,2-11 1 0,-5 14 3 16,5-14 1-16,3 20-4 0,-3-20 0 0,4 20 3 16,-2-10 0-16,3-1-1 0,-1 1 0 0,3 0 3 15,-1 1-7-15,4-3 3 0,-2 3-1 0,-1-1 1 16,0-1 5-16,2 0-6 0,-2 2 4 0,0-1-4 16,-3 1 3-16,3 1 3 0,-3-2 0 0,-1 0 0 15,-3-10-3-15,6 22 4 0,-6-11-6 0,3 2 7 16,-2 0-2-16,0 3 2 0,1-1 1 0,-2 3 0 15,-2 0-2-15,2-2 1 0,-2 3 0 0,-1 1 4 16,1-1-7-16,0-1 2 0,0 3 2 0,2-2-3 16,0 1 0-16,0-1 4 0,0 6-1 0,0-6 1 15,0-1 0-15,0 7-5 0,2-6 0 16,-2 1 5-16,0-3 10 0,-2 2-13 0,2-1 1 16,0-1-1-16,0-17 0 0,-2 28 5 0,1-17-6 0,1-11 5 15,-7 32 0-15,5-16 0 0,0 0-3 0,2-16 2 16,-5 29-1-16,3-14-4 0,-2 1 5 15,4-16 0-15,-2 25-5 0,1-10 5 0,-1 1 0 16,2 0-4-16,-2-3 0 0,2-13-2 0,2 27-4 16,-2-10 1-16,0-2-8 0,2 3-4 0,-1-2-10 15,-1-16 3-15,-1 36-6 0,-1-16-7 0,0-1-18 16,-2 6 13-16,-1-6-10 0,5-1 4 0,-7 1-4 0,5 0 4 16,-4-3-5-16,-1-2-1 0,5-1-2 15,2-13 5-15,-10 19-8 0,10-19-6 0,-7 13-14 16,3-7-54-16,4-6-142 0,0 0 63 0</inkml:trace>
  <inkml:trace contextRef="#ctx0" brushRef="#br0" timeOffset="76511.39">26589 6570 22 0,'0'0'100'15,"-5"-5"3"-15,5 5-11 0,0 0 5 0,0 0-5 16,-6-4-4-16,6 4 7 0,0 0-7 0,0 0 2 16,0 0-3-16,0 0-14 0,-2-7 1 0,2 7-4 15,0 0-8-15,0 0 1 0,0 0-14 0,0 0-1 16,-2-7-2-16,2 7-9 0,0 0-4 0,0 0-2 16,0 0-6-16,0 0 0 0,0 0-2 0,0 0-1 0,0 0-13 15,0 0 7-15,0 0-3 0,0 0 0 16,13-1-1-16,-13 1-6 0,20-1 5 0,-9-2-1 15,10 3-8-15,1-2 5 0,8 0-1 0,5 0 2 16,14-2 4-16,3 0 4 0,7 1 4 0,1-4 4 0,30-6 8 16,0 1 2-16,-25 5 0 0,25-6-5 15,2 6 2-15,-27 1 6 0,0 2-7 0,-4-1-1 16,-3 5-4-16,-2-2-5 0,-18 3-4 0,-1-1-2 16,-6 2-8-16,1 0-1 0,-3 1-1 0,2-1 0 0,-9-2-6 15,-4 2-2-15,-2 1-1 0,-3-3 2 0,0 2 1 16,-3 0 2-16,-3-2-3 0,0 1 5 0,-7-1-2 15,9 1 1-15,-9-1 3 0,9 0-2 0,-9 0 1 16,0 0-1-16,0 0-23 0,8-2-16 0,-8 2-24 16,0 0-20-16,0 0-16 0,0 0-34 0,0 0-6 15,-21-9-130-15,10 7-289 0,3-1 128 0</inkml:trace>
  <inkml:trace contextRef="#ctx0" brushRef="#br0" timeOffset="77604.38">27911 4643 18 0,'0'0'101'0,"0"0"-4"0,0 0-4 16,0 0-11-16,0 0-4 0,0 0-3 0,0 0 0 0,0 0-17 16,0 0 3-16,0 0-3 0,0 0 6 0,0 0-15 15,0 0-8-15,0 0-4 0,0 0 0 0,0 0-11 16,0 0-3-16,0 0 2 0,0 0 4 0,0 0 1 16,1 18-3-16,1-10 0 0,3 1 3 15,-2 2 0-15,0 1 5 0,2 2 5 0,1 2-3 0,1 3-3 16,3-4 1-16,-4 2-6 0,-1 1 4 0,3-1 0 15,0-2-3-15,2 3-2 0,-1-2 2 0,-2 0-4 16,3-1-4-16,-3 1 2 0,-1-6 0 0,1 1-1 16,0-2-1-16,-3 0 0 0,4-1-3 15,-5-2-6-15,2-1 1 0,-1 0 0 0,-2 0-1 0,3-1-1 16,-5-4 11-16,4 7 1 0,-4-7 13 0,3 4 11 16,-3-4 7-16,0 0 12 0,0 0 6 0,0 0 3 15,0 0 0-15,0 0-7 0,0 0-11 0,0 0 4 16,11-11-12-16,-9 5-5 0,2-2-7 0,0-2-4 15,1-1-5-15,0-4-9 0,2 0 0 0,1-3-4 16,-3 1-1-16,5 0 1 0,-2-2-4 0,-3 2-1 16,1-1-2-16,0 2-3 0,-1 0 2 0,1-1 0 15,1 2-4-15,-4 5 0 0,2-1-3 0,0 1 2 16,-1 1-2-16,0 0 3 0,-3 3-2 0,-1 6 1 16,4-8-2-16,-4 8 2 0,0 0-3 0,2-9-2 15,-2 9-2-15,0 0-2 0,2-4-2 0,-2 4-17 16,0 0-9-16,4-8-17 0,-4 8-23 0,0 0-21 15,0 0-31-15,0 0-35 0,0 0-13 0,0 0-10 16,0 0-145-16,0 0-355 0,0 0 157 0</inkml:trace>
  <inkml:trace contextRef="#ctx0" brushRef="#br0" timeOffset="78100.45">28343 4889 110 0,'0'-7'191'0,"0"7"-4"16,0 0-5-16,0-10-11 0,0 10-2 0,0 0-13 15,0-9-8-15,0 9-5 0,0 0-12 0,0 0-9 0,0 0-9 16,2-8-11-16,-2 8-9 0,0 0-3 16,0 0-15-16,0 0-9 0,0 0-9 0,0 0-7 0,0 0-8 15,0 0-2-15,0 0-8 0,0 0-5 16,0 0-7-16,0 0-1 0,0 0-1 0,0 25-4 16,1-14 2-16,-2 0-2 0,-1 3-2 0,2 2-1 15,0 1-1-15,0 0 2 0,0-1 0 0,3 2-4 0,-3-1 3 16,0-5-2-16,-1 0-4 0,1 0-3 0,0-1 3 15,0-1 1-15,1-2-2 0,1 1 1 16,-2-1-1-16,0-8-1 0,5 11 2 0,-5-4 0 16,0-7-1-16,0 8-2 0,0-8 7 0,2 6-8 15,-2-6 5-15,2 6-2 0,-2-6 0 0,0 0 1 0,0 0 1 16,5 6-4-16,-5-6 4 0,0 0-1 0,0 0-5 16,6 2 6-16,-6-2 0 0,9 0 2 0,-9 0-2 15,18-1 0-15,-5-1 1 0,5-1-1 16,1 1-3-16,0-1-11 0,4 0-22 0,-1-1-26 15,6-3-35-15,-2 0-34 0,8-3-45 0,-4 2-54 16,-5-2-131-16,2 0-383 0,-2-1 170 0</inkml:trace>
  <inkml:trace contextRef="#ctx0" brushRef="#br0" timeOffset="80743">27766 3564 54 0,'0'0'118'16,"0"0"-8"-16,0 0 3 0,0 0-13 0,0 0 0 16,0 0-6-16,0 0 0 0,0 0-1 0,0 0-4 15,0 0 2-15,0 0-9 0,0 0-1 0,0 0-2 16,0 0 5-16,0 0-8 0,0 0-8 0,0 0 0 16,0 0-7-16,0 0 3 0,0 0-6 0,0 0-5 15,0 0-2-15,0 0-3 0,0 0-2 0,0 0-4 16,0 0-4-16,-5-11-3 0,5 11 1 0,0 0-6 15,0 0 1-15,0 0-1 0,0 0-3 0,0 0-3 16,0 0-2-16,0 0-3 0,0 0 1 0,0 0-1 16,0 0-2-16,0 0-5 0,0 0-1 0,0 0-1 15,0 0 2-15,0 0-4 0,0 0-2 0,0 0 5 16,0 0-8-16,0 0-3 0,0 0 3 0,0 0-6 16,0 0 6-16,0 0-5 0,0 0-2 0,10 0 1 15,-10 0 3-15,13-3-1 0,-5 1-2 0,4 0 2 16,1-1 1-16,1-2-3 0,-1 3 2 0,1-1-3 15,-2 0 4-15,-2 2-1 0,0-1-3 0,-1-1 4 16,-3 2-1-16,-6 1-2 0,11-3 3 0,-11 3 0 16,10-3 0-16,-10 3 0 0,9 0 2 0,-9 0-3 15,0 0 4-15,8-2-2 0,-8 2-1 0,0 0-2 16,0 0 4-16,0 0-2 0,7-1 0 0,-7 1 0 16,0 0 0-16,0 0 10 0,0 0-9 0,0 0 5 15,0 0-5-15,0 0 4 0,0 0 1 0,0 0 1 16,0 0 0-16,0 0 1 0,0 0 3 0,0 0 1 15,0 0 1-15,0 0-4 0,0 0 0 0,0 0-3 16,0 0 2-16,0 0-3 0,0 0 3 0,0 0-3 16,0 0 0-16,0 0 2 0,0 0-2 0,0 0-2 15,0 0 1-15,0 0 0 0,0 0-2 0,0 0 1 16,0 0-1-16,0 0 1 0,0 0-4 0,0 0 2 16,0 0-1-16,0 0 0 0,0 0 0 15,0 0-2-15,0 0 0 0,0 0 0 0,0 0 0 16,0 0-4-16,0 0 4 0,0 0-4 0,0 0 3 15,0 0-5-15,0 0 3 0,-20 10-2 0,20-10 1 16,-7 4 0-16,7-4 1 0,-7 6 1 0,7-6-3 0,-4 3 0 16,4-3 3-16,0 0-5 0,0 0 1 0,-3 9 4 15,3-9-1-15,0 0-2 0,-1 7-3 0,1-7 7 16,0 0 2-16,4 9 0 0,0-5-2 0,-4-4 3 16,10 5-1-16,-10-5 2 0,10 2-2 15,-3-1 2-15,-7-1-2 0,12 1 3 0,-4 1 0 16,-8-2 2-16,14 0 0 0,-14 0-1 0,14-3 4 15,-8 1-4-15,1 1 1 0,0-3 1 0,-7 4 0 0,11-3 2 16,-6 1 0-16,-5 2 0 0,8-9 6 0,-5 5 2 16,2 1 3-16,-5 3 1 0,4-10 0 15,-4 4 2-15,0 6-5 0,4-13-2 0,-4 6-3 16,0 7-2-16,-4-13 2 0,4 13-2 0,-4-12-4 16,-1 5 2-16,3 2-3 0,2 5-5 0,-7-11-1 15,4 6-9-15,-3 0 4 0,6 5-2 0,-12-7 0 16,8 4-4-16,4 3-6 0,-11-2-8 0,11 2-7 15,-16 3-11-15,3 3-19 0,4 1-15 0,-1-1-26 16,1 1-29-16,1 0-23 0,1 2-18 0,-2 1-128 16,2-1-328-16,1-2 147 0</inkml:trace>
  <inkml:trace contextRef="#ctx0" brushRef="#br0" timeOffset="81815.14">28028 6471 11 0,'0'0'122'0,"0"0"-14"16,0 0 7-16,0 0-21 0,0 0-3 0,0 0-9 0,0 0-2 15,0 0-18-15,0 0-2 0,0 0-3 0,0 0 2 16,0 0-13-16,0 0-7 0,0 0-1 15,0 0-4-15,0 0-6 0,0 0 11 0,0 0 4 16,-12 18 2-16,12-18-4 0,-5 10 9 0,-2-1-9 0,6-3 1 16,-1 1-7-16,2-7-8 0,-2 10-1 0,2-3-2 15,0-7 0-15,-2 9-8 0,2-9 8 16,2 10-4-16,-2-10-6 0,2 6 1 0,-2-6 4 16,5 6-1-16,0-2 1 0,-5-4-1 0,11 3-4 0,-4-3 0 15,4-2 3-15,0 2-2 0,1-4 4 0,0 3 7 16,0-1 1-16,3-6-3 0,-2 3 5 0,2-2 1 15,-2 0 8-15,-3-1-2 0,-2 1-2 16,4 0-3-16,-6 0 13 0,0 1 5 0,-3 3 0 0,2-6-5 16,-4 4-5-16,2-2-5 0,-3-3 0 0,0 10-3 15,-9-14-7-15,6 8-5 0,-1-1-3 0,-4 1 0 16,4 0-4-16,-4 2-3 0,3-1-8 0,5 5-16 16,-14-4-19-16,4 3-11 0,1 1-26 0,9 0-22 15,-17 0-34-15,5 1-31 0,6 1-169 0,-4 0-354 16,1-2 158-16</inkml:trace>
  <inkml:trace contextRef="#ctx0" brushRef="#br0" timeOffset="82662.52">28251 3537 4 0,'-7'-3'159'16,"7"3"-2"-16,0 0-5 0,0 0-6 0,0 0 0 15,-6-5-8-15,6 5-3 0,0 0-7 0,0 0-7 16,0 0-9-16,0 0-15 0,0 0 0 0,0 0-11 15,0 0-4-15,0 0-13 0,0 0-6 0,0 0-8 16,0 0-7-16,0 0-6 0,0 0-3 0,0 0 1 16,23-4-8-16,-13 4-4 0,2-1-8 0,1 0-12 15,2-1-14-15,2 1-27 0,0 0-26 0,1 1-23 16,1-2-34-16,-2 2-26 0,-3 0-31 0,-3 0-93 16,-4-2-288-16,-7 2 128 0</inkml:trace>
  <inkml:trace contextRef="#ctx0" brushRef="#br0" timeOffset="82871.11">28357 3471 117 0,'0'0'177'0,"0"0"-21"0,0 0-13 0,0 0-12 15,0 0-16-15,0 0-13 0,0 0-10 16,0 0-11-16,0 0-13 0,0 0-2 0,0 0-6 15,0 0-8-15,0 0 0 0,0 0-9 0,9 30-3 16,-7-20-1-16,2 0-33 0,0 3-40 0,-1-2-28 0,0 1-51 16,3 4-110-16,-6-5-239 0,3 0 106 15</inkml:trace>
  <inkml:trace contextRef="#ctx0" brushRef="#br0" timeOffset="83559.69">28502 6657 141 0,'0'0'188'0,"0"0"0"0,-4-3-7 0,4 3 10 16,0 0-11-16,0 0-8 0,0 0-11 0,-3-7-13 16,3 7-14-16,0 0-14 0,0 0-11 0,0 0-14 15,0 0-8-15,0 0-9 0,0 0-10 0,0 0-23 16,0 0-11-16,0 0-16 0,0 0-11 0,0 0-15 16,17-1-24-16,-6-2-29 0,3 1-37 0,6-2-27 15,10 1-41-15,-11-2-144 0,-1 1-334 0,3 1 148 0</inkml:trace>
  <inkml:trace contextRef="#ctx0" brushRef="#br0" timeOffset="84452.27">28889 4834 71 0,'-6'-4'177'0,"6"4"-7"0,0 0-6 16,0 0-6-16,0 0-9 0,0 0-4 15,0 0-11-15,0 0-14 0,0 0-12 0,0 0-9 16,0 0-6-16,0 0-19 0,0 0-4 0,0 0-6 0,0 0-6 16,0 0-9-16,0 0-4 0,0 0-22 0,27 1-27 15,-17-1-33-15,2 0-24 0,2 1-39 16,-3-1-31-16,4 0-18 0,-4 2-100 0,0 1-268 0,-2-2 118 15</inkml:trace>
  <inkml:trace contextRef="#ctx0" brushRef="#br0" timeOffset="84642.51">28909 4954 77 0,'0'0'132'15,"-7"5"-9"-15,7-5 6 0,0 0-24 0,0 0-4 0,0 0-15 16,0 0-18-16,0 0 2 0,0 0-6 0,19 5-7 16,-11-3-23-16,5-2-30 0,0-2-30 0,6 1-34 15,1-1-33-15,7 1-53 0,-5 0-157 0,6-2 70 16</inkml:trace>
  <inkml:trace contextRef="#ctx0" brushRef="#br0" timeOffset="85042.9">29638 4709 71 0,'2'-8'227'0,"-2"8"-18"0,0 0-6 0,0 0-19 16,0 0-14-16,0 0-17 0,0 0-16 0,-2-10-20 0,2 10-12 15,0 0-7-15,0 0-10 0,0 0-3 16,-18 32-9-16,8-14-6 0,-6 4-5 0,0 1-9 15,2 1-5-15,-2 0-1 0,3-3-7 0,3-3-3 16,0-3-4-16,2 1-7 0,1-2 0 0,2 1-5 16,3-5-1-16,-2 0-2 0,1-2-1 0,2 2-4 15,2-3-1-15,-1-7-1 0,5 14 3 0,-1-8 0 16,0-2-2-16,1 1-3 0,2 0 0 0,-1-2 0 16,2-1 1-16,1 2-2 0,-3-4-1 0,2 2 2 15,-8-2-3-15,16 1 0 0,-5-2-1 0,-4-1 4 16,1-1-3-16,0 0 4 0,-3 0-1 0,-5 3-2 15,11-7-4-15,-6 1-1 0,-1 2-1 0,0-2 0 16,-2 0 8-16,-2 6-13 0,2-12 2 0,-2 12 0 16,-2-10-8-16,2 10 4 0,-3-8-4 0,3 8-2 15,-8-7-1-15,8 7-6 0,-9-5-8 0,9 5-18 16,-9-1-16-16,9 1-30 0,-14 3-29 0,5-1-40 16,1 0-20-16,2 2-166 0,0-1-371 0,0 0 164 0</inkml:trace>
  <inkml:trace contextRef="#ctx0" brushRef="#br0" timeOffset="85228.02">29802 4902 122 0,'0'0'200'0,"0"0"-16"0,5-3-9 0,-5 3-8 15,0 0-14-15,0 0-18 0,0 0-13 0,0 0-11 16,0 0-20-16,0 0-37 0,0 0-26 0,0 0-44 15,0 0-42-15,0 0-26 0,0 0-20 0,0 0-19 16,0 0-71-16,14 3-208 0,-14-3 93 0</inkml:trace>
  <inkml:trace contextRef="#ctx0" brushRef="#br0" timeOffset="85786.54">30041 4763 173 0,'0'0'182'0,"0"0"-14"0,4-7-13 16,-4 7-14-16,0 0-9 0,0 0-24 0,0 0-1 16,0 0-15-16,0 0-16 0,0 0-3 0,0 0-9 15,0 0-3-15,0 0-16 0,0 0-1 0,0 0-4 16,0 0-4-16,0 0-2 0,1 25-3 0,0-20-5 16,-1 2 2-16,2 1-2 0,0-1-3 0,1 0 0 15,1 3-8-15,-1-1 2 0,3 1 3 0,-1-1-5 16,2 1 1-16,-2-3-2 0,3 1-8 0,-3 1 2 15,5-1-1-15,-3-1 5 0,-1 1-3 0,2 2-5 16,-2-3 3-16,1 0 3 0,-2-1-5 0,-1 0 0 16,-1-1-1-16,1-2-2 0,-4-3 2 0,3 10 1 15,-3-10 1-15,0 0-2 0,-7 14 3 0,1-9-5 16,-4 1-11-16,-3 0 0 0,0-1-4 0,-3 0-4 16,-1-1-3-16,4-2-1 0,2 1 9 0,2-3-6 15,0 0 6-15,9 0 1 0,-14-2 4 0,7 1 9 16,7 1 4-16,-8-9-2 0,6 3-1 0,2 6-2 15,2-15-2-15,1 4 0 0,4 0 6 0,3-3-7 16,2 0 5-16,1-1-2 0,0 1 1 0,2 0 0 16,2-6-7-16,-2 7 12 0,0 1-5 0,1-1 6 15,-2 0-3-15,3 1 6 0,-6 0 9 0,3 2 5 16,-7 1 2-16,1 1 2 0,-2-1-4 0,-1 3 9 16,0 1 1-16,-1-1-1 0,-2-1 7 0,1-1-4 15,-2 0-1-15,-1 8 0 0,2-12-6 0,-2 5 4 16,0 7 2-16,0 0-1 0,-4-13-5 0,1 9-3 15,3 4-6-15,-6-5 1 0,6 5-6 0,-13-5-3 16,5 5-2-16,-4 3-6 0,-2-2 2 0,-4 3-3 16,0 4-1-16,-1-2-1 0,2 3-12 0,0-1-11 15,3 0-11-15,2-1-32 0,3-1-28 0,3 0-21 16,1 3-35-16,3-4-16 0,-1 3-19 0,3-8-125 16,0 0-332-16,9 16 147 0</inkml:trace>
  <inkml:trace contextRef="#ctx0" brushRef="#br0" timeOffset="86280.63">30428 4705 115 0,'0'0'227'0,"0"0"-9"15,0 0-6-15,0 0-5 0,0 0-17 0,0 0-14 16,0 0-17-16,0 0-16 0,0 0-18 0,0 0-14 16,0 0-15-16,0 0-10 0,0 0-11 0,0 0-7 0,9 12-8 15,-6-6-6-15,2 5-8 0,-1 0-1 0,5 3-5 16,-2 0-3-16,1 2-3 0,0-2-6 16,-5 2-1-16,0-1-4 0,2 1-1 0,3 0 0 15,-1-5-5-15,-3-1-3 0,3 2 0 0,-3-1 4 16,1-3-7-16,0 2 5 0,-4-1-5 0,7-1 1 15,-6-3-2-15,1 1 2 0,1-2-3 0,-4-4 0 0,6 8-2 16,-3-5 4-16,-3-3 1 0,0 0 2 0,3 5 12 16,-3-5 7-16,0 0 12 0,0 0 11 0,5 5 11 15,-5-5 1-15,0 0-2 0,0 0-5 16,0 0-7-16,13-15-4 0,-9 6-2 0,1 2-3 16,0-4-5-16,2 0-12 0,-1-3 6 0,1-1-6 15,0-1-3-15,1 1-4 0,1-3 1 0,-2 2-6 16,3-1-1-16,0 0-5 0,-4-1 2 0,2 3 7 15,-1 1-11-15,-2 3-2 0,0 2 12 0,-1-1-12 16,-1 5-3-16,1-1-1 0,-4 6-2 0,5-11-2 16,-4 8 0-16,-1 3-12 0,3-6-18 0,-3 6-22 15,0 0-35-15,0 0-41 0,0 0-35 0,0 0-27 16,0 0-30-16,0 0-33 0,0 0-182 0,0 0-472 0,-22 18 209 16</inkml:trace>
  <inkml:trace contextRef="#ctx0" brushRef="#br0" timeOffset="86460.8">30803 4795 70 0,'0'0'222'0,"0"0"-24"0,6 1-16 0,-6-1-22 15,0 0-15-15,0 0-25 0,0 0-37 0,0 0-37 16,0 0-61-16,0 0-49 0,0 0-45 0,0 0-64 15,0 0-188-15,0 0 83 0</inkml:trace>
  <inkml:trace contextRef="#ctx0" brushRef="#br0" timeOffset="90476.88">26547 4918 27 0,'2'-9'76'0,"-2"9"10"0,2-7 0 16,-2 7 2-16,4-6 5 0,-4 6-6 0,2-9-3 15,-2 9-2-15,2-9-6 0,-2 9-3 0,1-9 1 16,-1 9-1-16,2-8-13 0,-2 8 1 0,3-8 7 15,-3 8-2-15,2-7 8 0,-2 7 0 0,0 0-7 16,0 0-2-16,2-9 2 0,-2 9-4 0,0 0 0 16,0 0-6-16,0 0 5 0,0-6-3 0,0 6 1 15,0 0 1-15,0 0-4 0,0 0-1 0,0 0-3 16,0 0-3-16,0 0-6 0,0 0-3 0,0 0-2 16,0 0-4-16,0 0-4 0,0 0-3 0,0 0-5 15,0 0-4-15,0 0 1 0,0 0 1 0,0 0-7 16,0 0 2-16,0 0-5 0,0 0 0 0,0 0-2 15,0 0 2-15,0 0-1 0,0 0 0 0,0 0 1 16,0 0-2-16,0 0-2 0,0 0 2 0,0 0-2 16,0 0 0-16,2-7-1 0,-2 7 1 0,0 0-6 15,0 0 5-15,0 0-4 0,-4-15-1 0,4 15 3 16,0-7-2-16,0 7-1 0,0 0-2 0,-2-9 2 16,2 9 1-16,0-8-1 0,0 8 2 0,0 0-4 15,-5-7 3-15,5 7 0 0,-1-8-3 0,1 8 0 16,-2-7-2-16,2 7 4 0,0 0 1 0,-2-12-4 15,2 12 4-15,0-8-4 0,0 8 3 0,0 0 1 16,-2-10 5-16,2 10 6 0,0 0 11 0,-2-8-7 16,2 8 2-16,0 0-3 0,0 0-1 0,0 0 0 15,0 0-1-15,-2-7-2 0,2 7 1 0,0 0-2 16,0 0 1-16,0 0-3 0,0 0 1 0,0 0-4 16,0 0-1-16,0 0 1 0,0 0 0 0,0 0-2 15,0 0-4-15,0 0-1 0,0 0 1 0,-3-6 0 16,3 6 0-16,0 0 0 0,0 0 1 0,0 0-5 15,0 0 4-15,0 0-6 0,0 0 1 0,0 0-2 16,0 0 0-16,0 0-2 0,0 0-3 0,0 0-2 16,0 0-2-16,0 0 4 0,0 0 3 0,-4 19-4 15,4-19 7-15,0 19 2 0,0-9-1 0,0 2-2 16,0 5 2-16,0 1-2 0,0 2 10 0,2-3-9 16,0 3 0-16,-1 5 1 0,3 2 3 0,-2-1-3 15,0-7 3-15,-2 7 0 0,2-7 2 0,0 0 1 16,-1 6 3-16,1-5-3 0,-2-2-1 0,5 1 0 15,-3-2 1-15,0-5-2 0,-2-1 1 0,0 2 0 16,3-3 3-16,-3 0 0 0,2-1-3 0,0 1-1 16,-2-4 4-16,0 2-2 0,0-8-3 0,2 11 4 15,-2-11 2-15,0 9-2 0,0-9-2 0,2 7 2 16,-2-7 0-16,0 0 1 0,2 10-2 0,-2-10 0 16,0 0 0-16,0 0 2 0,0 7 0 0,0-7-1 15,0 0 4-15,0 0-3 0,0 0 5 0,0 0-5 16,0 0-8-16,0 0-21 0,0 0-19 0,0 0-23 15,0 0-30-15,0 0-36 0,0 0-32 0,0 0-27 16,0 0-160-16,0 0-381 0,0 0 168 0</inkml:trace>
  <inkml:trace contextRef="#ctx0" brushRef="#br0" timeOffset="90955.27">26441 5101 87 0,'0'0'149'0,"0"0"-8"16,0 0-6-16,0 0-6 0,0 0-13 0,0 0-12 16,0 0-5-16,0 0-11 0,0 0-9 0,0 0-7 15,0 0-5-15,0 0-7 0,0 0-10 0,0 0-2 16,0 0-7-16,0 0-6 0,0 0-10 0,0 0 3 15,0 0-6-15,0 0-1 0,0 0-2 0,0 0-1 16,0 0-5-16,9 20 2 0,-5-14-4 0,-2 1 3 16,5 2 6-16,-5-2 0 0,6 2-11 0,-4-2 7 15,0 0 5-15,3 2-6 0,-3-2 2 0,1 0-2 16,2-1-2-16,0 3 3 0,-3-2-3 0,0-2-1 16,1 1 0-16,-1-1 6 0,2 1-1 0,-2-1-3 15,0-1 3-15,-4-4-4 0,9 7 4 0,-5-4-10 16,-4-3 6-16,7 5-7 0,-7-5 7 0,7 4-4 15,-7-4 3-15,5 2-1 0,-5-2 3 0,0 0 1 16,0 0 12-16,0 0 5 0,6 4 4 0,-6-4 7 16,0 0 5-16,0 0-5 0,0 0-2 0,0 0-3 15,14-10-4-15,-9 5-6 0,1-4-2 0,0-1-2 16,-1 1-5-16,5-6-7 0,0 1-3 0,-3-2-13 16,2 0-19-16,2 1-8 0,-2-2-26 0,0 3 2 15,5-1-21-15,-5 4-4 0,-1-1-24 0,2 4-26 16,-4 0-23-16,1-1-22 0,0 4-101 0,0 2-298 15,-7 3 131-15</inkml:trace>
  <inkml:trace contextRef="#ctx0" brushRef="#br0" timeOffset="91644.13">26492 5482 152 0,'0'0'205'0,"0"0"-1"0,0 0-15 16,0 0-14-16,0 0-16 0,0 0-19 0,0 0-15 15,0 0-17-15,0 0-14 0,0 0-14 0,0 0-9 16,0 0-5-16,0 0-10 0,0 0-5 0,0 0-3 0,0 0-5 16,2 26-4-16,-2-16-9 0,1 0 0 0,-2-1-3 15,4 1-1-15,-3 0-2 0,0 1-2 16,0-1-1-16,0 0-5 0,2 0-1 0,-2-2-1 15,0 1 1-15,0 0-4 0,3-2-2 0,-3-7 3 0,0 11-3 16,2-5 1-16,0 1 1 0,-2-7 2 0,2 12-1 16,-2-6-25-16,0-6-34 0,3 11-32 15,-3-11-36-15,0 9-29 0,0-9-22 0,2 8-129 16,-2-8-319-16,0 0 140 0</inkml:trace>
  <inkml:trace contextRef="#ctx0" brushRef="#br0" timeOffset="92269.21">26674 5553 20 0,'0'0'133'0,"3"8"-4"16,-3-8-11-16,0 8-11 0,0-8-6 0,0 9-14 15,0-9 3-15,0 14 0 0,2-10 0 16,-2-4-8-16,0 13-9 0,0-13-8 0,0 10 1 15,0-10-8-15,0 6-2 0,0-6 4 0,2 7-1 0,-2-7 8 16,0 0-6-16,0 0 8 0,0 0 7 0,0 9 11 16,0-9-1-16,0 0 10 0,0 0 1 15,0 0 1-15,0 0 3 0,0 0 12 0,0 0-9 16,0 0-4-16,0 0-7 0,0 0-10 0,0 0-12 16,0 0-7-16,0 0-5 0,0 0-7 0,0 0-8 0,0 0-1 15,-2-29-4-15,2 29-6 0,2-14-9 16,-2 4-3-16,2 4-3 0,0-1-4 0,-2 7-6 0,5-18-7 15,0 12-3-15,3-3-2 0,-3 2 1 16,5 0 0-16,-2 0-4 0,1 2 0 0,0 0 1 16,-2 3-3-16,4-1-3 0,-4 2 0 0,-7 1 3 0,16 4-4 15,-7-2 1-15,-1 1 0 0,2 1 1 0,-2 1 0 16,-1 3 0-16,-3-4 4 0,1-1-4 16,2 4 0-16,-4-2 2 0,1-1 1 0,-2 2 0 0,-2-6 1 15,4 10 5-15,-1-6-5 0,-3-4 7 16,4 5-4-16,-4-5 2 0,0 0 2 0,0 0 1 0,2 8 1 15,-2-8 5-15,0 0 0 0,0 0 2 0,0 0-1 16,0 0 1-16,0 0 0 0,0 0 1 0,0 0 5 16,0 0-3-16,0 0-2 0,0 0-3 0,0 0-8 15,0 0 1-15,12-16-3 0,-12 16-2 16,4-11-2-16,-2 7-5 0,3-2 6 0,-3-2-4 0,2 3-2 16,1 0 3-16,-5 5-2 0,9-9-2 0,-6 5 0 15,-3 4 4-15,8-4-6 0,-8 4-2 0,5-2 3 16,-5 2-5-16,0 0 3 0,14 5-3 15,-10 0 4-15,-4-5-1 0,4 12 8 0,1-5-2 16,-5 1 4-16,4 1-1 0,-2 2-2 0,-2-2-7 0,2 4-11 16,-2-3-25-16,0 0-24 0,0-1-30 0,0 1-36 15,0-3-33-15,0 1-45 0,0-8-130 0,0 9-378 16,0-9 167-16</inkml:trace>
  <inkml:trace contextRef="#ctx0" brushRef="#br0" timeOffset="92718.49">27085 5557 92 0,'5'12'151'0,"-5"-12"-14"0,0 0-14 16,-2 12-4-16,2-12-11 0,-5 10-5 16,5-10-2-16,-2 11-4 0,0-2 10 0,-1 1-18 0,1-3 2 15,2-1-5-15,0-6-7 0,-2 12-9 0,2-12-7 16,0 7-9-16,0-7-6 0,0 0 2 0,0 10-3 15,0-10-1-15,0 0 5 0,0 0 8 16,0 0 8-16,-2 7 16 0,2-7 9 0,0 0 10 16,0 0 9-16,0 0-12 0,0 0-8 0,0 0-11 0,0 0-11 15,0 0-7-15,0 0-7 0,0-28-3 0,0 28-4 16,0-15-6-16,0 3-8 0,0 1-9 0,2-1-11 16,2-1-2-16,-1-3 0 0,-1 3-4 15,0 1 1-15,5 1-5 0,-4 0-1 0,-1 1-3 16,2 3 6-16,0 1-5 0,-4 6 0 0,5-10 0 0,-5 10-3 15,0-6-5-15,0 6-1 0,4-7-3 0,-4 7 1 16,10-1-3-16,-10 1 2 0,0 0 2 0,11 13-3 16,-5-6 13-16,1 3 0 0,0-3-12 15,-2 2 3-15,1 0-1 0,1 1 1 0,-3 1 2 16,1-2 1-16,0 1-1 0,-3 1 2 0,2-1 1 0,2 0 2 16,-3-1-2-16,-1-1 4 0,0 3-1 0,-2-5 0 15,4-1-12-15,-2 3-13 0,-2-8-28 0,2 11-29 16,-2-11-36-16,0 10-19 0,0-10-26 0,2 7-13 15,-2-7-16-15,0 0-150 0,-4 9-371 16,4-9 164-16</inkml:trace>
  <inkml:trace contextRef="#ctx0" brushRef="#br0" timeOffset="92872.14">27114 5604 146 0,'0'0'163'0,"0"0"-14"0,0 0-17 0,0 0-10 15,0 0-13-15,0 0-14 0,0 0-3 0,0 0-12 16,16-8-24-16,-16 8-42 0,19-4-41 0,-10 1-49 16,2 1-101-16,0-2-190 0,-2-1 85 15</inkml:trace>
  <inkml:trace contextRef="#ctx0" brushRef="#br0" timeOffset="93766.87">25571 4479 36 0,'0'0'150'0,"0"0"0"0,0 0-3 15,0 0-8-15,-2-9 4 0,2 9-17 0,0 0-6 16,0 0-8-16,0 0-13 0,0 0-15 0,0 0-2 16,0 0-6-16,0 0-15 0,0 0-6 0,0 0-4 15,0 0-13-15,0 0-6 0,0 0-4 0,0 0-1 16,0 0-7-16,0 0 5 0,0 0-8 0,0 0-2 15,0 0-4-15,0 0 3 0,0 0-8 0,21 21 8 16,-17-16-8-16,2 2 4 0,1 0-1 0,0 1 0 16,-2-1-6-16,0-1 8 0,1-1-12 0,0 2 6 15,0-3-2-15,-2 2 1 0,1 0 1 0,1-2 3 16,-2 1-4-16,-4-5 0 0,7 6 6 0,-2-3 2 16,-5-3-10-16,0 0 1 0,5 5 2 0,-1-2 5 15,-4-3 0-15,0 0 7 0,8 2 1 0,-8-2 9 16,0 0-5-16,0 0 1 0,15-4-1 0,-15 4 2 15,10-4 1-15,-7 0-1 0,3-1 0 0,-2-1-5 16,2-2 0-16,-2 1-4 0,1-1-14 0,3-2-17 16,-4-1-20-16,1 1-18 0,0 2-28 0,-1-2-27 15,1 0-22-15,-1 0-16 0,1 1-140 0,-1-1-308 16,0 0 136-16</inkml:trace>
  <inkml:trace contextRef="#ctx0" brushRef="#br0" timeOffset="94101.13">26053 4255 75 0,'0'0'156'0,"0"0"4"15,0 0-5-15,0 0-8 0,0 0-12 0,0 0-11 16,0 0-18-16,0 0-10 0,-1-9-6 0,1 9-17 16,0 0-9-16,0 0-4 0,0 0-6 0,0 0-3 15,9-3-7-15,-9 3-10 0,14-1-6 16,-7 0-18-16,6-2-20 0,-1 2-32 0,1 1-20 15,0-3-14-15,-1 3-21 0,-1-2-15 0,2 0-13 0,-2 0-65 16,-4 1-205-16,-7 1 90 0</inkml:trace>
  <inkml:trace contextRef="#ctx0" brushRef="#br0" timeOffset="94529.99">26203 4225 10 0,'0'0'94'15,"0"0"-24"-15,0 0-2 0,0 0-1 0,0 0-8 16,0 0-1-16,0 0 5 0,0 0 6 0,-14 24 3 16,14-13 5-16,0-2-8 0,-2 4 8 0,4-3-8 15,-2 3-8-15,0-3 3 0,2 3-6 0,-2-3-2 16,3 1-10-16,-3-1-3 0,0-10-1 0,3 20-8 16,-1-12 0-16,-2-8-4 0,2 14-1 0,0-4 0 0,-2-10-5 15,0 13 1-15,0-13-2 0,4 10-7 0,-4-10-1 16,3 9-13-16,-3-9 25 0,0 0-14 15,2 9-2-15,-2-9-1 0,0 0 2 0,0 0-3 16,6 7-5-16,-6-7-2 0,0 0-2 0,0 0 2 16,0 0-5-16,0 0-2 0,0 0 9 0,0 0-5 15,0 0-33-15,-13 8 12 0,13-8 1 0,-11 3-1 0,11-3 6 16,-12 0-1-16,12 0 0 0,-13 2-3 16,13-2 2-16,-16 2 2 0,16-2 11 0,-9 3-2 15,9-3-6-15,0 0 5 0,-16 1 0 0,16-1 1 16,0 0 7-16,0 0-3 0,-10 3 15 0,10-3-9 15,0 0-10-15,0 0 11 0,0 0-5 0,0 0 5 16,0 0-8-16,0 0 0 0,0 0 8 0,0 0 4 16,0 0-4-16,0 0-1 0,0 0-3 0,0 0 2 15,42-2-11-15,-28 1-27 0,-1 1-18 0,3-3-16 16,2 0-36-16,0 1-84 0,2 2-206 0,-5-4 92 16</inkml:trace>
  <inkml:trace contextRef="#ctx0" brushRef="#br0" timeOffset="94927.48">26412 4357 147 0,'0'0'175'16,"0"0"-11"-16,0 0-4 0,0 0-17 0,0 0-12 15,0 0-12-15,0 0-12 0,0 0-12 0,0 0-14 16,0 0-6-16,0 0-21 0,0 0 2 0,0 0-4 15,0 0-1-15,0 0-12 0,13-4 0 0,-13 4-1 16,0 0-7-16,11 2-5 0,-11-2-2 0,0 0-3 16,14 4 1-16,-14-4-5 0,4 5-4 0,-4-5-1 15,5 4-1-15,-5-4-3 0,6 5 2 0,-6-5-6 16,3 6 3-16,-3-6-2 0,3 9 1 0,-3-9-4 16,0 10 5-16,0-10-2 0,-6 16-3 0,4-6 2 15,-2 0 0-15,1 1 2 0,-3-3-4 0,2 2 5 16,-4-3-4-16,4 1 1 0,-1-1-3 0,1 1 2 15,4-8 2-15,-6 10-6 0,6-10 3 0,-5 10 0 16,5-10-2-16,-2 8 0 0,2-8-1 0,0 0-3 16,-5 9 9-16,5-9-6 0,0 0 1 15,0 0 4-15,0 0-3 0,0 0 3 0,9 9 1 0,-9-9-7 16,16 2-10-16,-4-4-12 0,7-1-40 0,10-2-18 16,1-1-36-16,-1-2-31 0,0-1-112 0,2-1-282 15,3-3 124-15</inkml:trace>
  <inkml:trace contextRef="#ctx0" brushRef="#br0" timeOffset="95736.85">27248 3966 67 0,'0'0'153'0,"0"0"-5"0,-1-9-8 0,1 9-12 16,0 0-16-16,0 0-16 0,0 0-2 0,0 0-9 15,0 0-13-15,0 0-5 0,0 0-11 0,0 0-6 16,0 0-13-16,0 0-6 0,0 0-5 0,0 0-3 16,0 0-5-16,0 0 2 0,0 0 1 0,7 25 8 15,-5-19-13-15,2 4 5 0,1-3-12 0,-1 3-1 16,1 0 2-16,-2 0-4 0,1-2 8 0,1 1-3 15,-3-2-5-15,2-2-1 0,0 1 7 0,1-1-5 16,-2 1 11-16,1-2-10 0,-4-4-5 0,7 8-6 16,-7-8 10-16,4 5-1 0,-4-5-1 15,5 6 3-15,-5-6 3 0,0 0-3 0,4 3 6 16,-4-3-2-16,0 0 8 0,0 0 7 0,4 5 7 0,-4-5 5 16,0 0 7-16,0 0 0 0,0 0-6 0,14-14-5 15,-12 7-4-15,5-2 0 0,-1 0 0 0,4 0-9 16,-3-5-2-16,1 1-20 0,-1-3-18 15,-2 6 2-15,1 1-18 0,-1-4-16 0,-1 4-26 16,0-2-20-16,1 1-14 0,-3 0-23 0,3 0-131 16,-3 7-286-16,-2 3 126 0</inkml:trace>
  <inkml:trace contextRef="#ctx0" brushRef="#br0" timeOffset="95978.46">27620 3842 71 0,'0'0'138'0,"6"-4"-12"0,-6 4-15 0,0 0-8 15,12-4-9-15,-3 3-11 0,0-3-12 0,0 4 2 16,4-1-18-16,-2 0-8 0,-11 1-28 0,19-3-17 15,-8 3-23-15,-1-1-23 0,-10 1-15 0,14 0-22 16,-14 0-51-16,10 1-142 0,-10-1 63 0</inkml:trace>
  <inkml:trace contextRef="#ctx0" brushRef="#br0" timeOffset="96404.65">27769 3828 39 0,'0'0'88'0,"0"0"-6"16,0 0-7-16,0 0-9 0,0 0-11 0,0 0-7 15,0 0-10-15,-19-11 1 0,19 11 0 0,0 0-6 16,0 0 15-16,-4 24 3 0,4-15-5 0,-4 3 7 16,2 0 16-16,-1 3-6 0,3-3-1 0,-5 4-3 15,5-3-3-15,-3 0 1 0,3-3 1 0,0 3-8 16,-2-2 1-16,3-1-3 0,-1 0-10 0,-1-3-2 16,2 3-2-16,-1-3-10 0,0-7-1 0,0 12 1 15,0-6 0-15,0-6-3 0,0 10 1 0,0-10 0 16,0 8-5-16,0-8-3 0,0 7-4 0,0-7-3 15,0 0-2-15,0 0 1 0,0 0-10 0,0 10 7 16,0-10-5-16,0 0 2 0,0 0-2 0,0 0 5 16,0 0-22-16,-9 2-10 0,9-2-1 0,-9 0-5 15,9 0 7-15,-12-1 6 0,12 1 1 0,-11-1 3 16,11 1 7-16,-10-1-9 0,10 1 6 0,-10-2-4 16,10 2 8-16,0 0 0 0,0 0 4 0,-11 0 4 15,11 0 0-15,0 0 4 0,0 0 0 0,0 0 3 16,0 0 5-16,0 0-7 0,-9-2-6 0,9 2 1 15,0 0 7-15,0 0-4 0,0 0 3 0,0 0-7 16,0 0-2-16,0 0 14 0,0 0-6 0,0 0-1 16,0 0-1-16,0 0 2 0,38 0-15 0,-25-1-9 15,6-1-21-15,1-1-17 0,-1 0-20 0,3 0-17 16,-2-1-16-16,1 0-59 0,-2 0-183 0,0-1 81 16</inkml:trace>
  <inkml:trace contextRef="#ctx0" brushRef="#br0" timeOffset="96761.54">28040 3933 43 0,'0'0'176'16,"0"0"-15"-16,0 0 0 0,0-9-2 0,0 9-3 15,0 0-6-15,0 0-17 0,0 0-16 0,0 0-12 16,0 0-11-16,0 0-11 0,0 0-11 0,0 0-13 16,0 0-5-16,0 0-10 0,0 0-4 15,0 0-5-15,0 0-2 0,0 0 1 0,0 0-5 0,-2 23-1 16,2-23-5-16,2 19-1 0,-2-10-1 0,2 1 5 15,-1 0-4-15,-1-1 2 0,0 1-5 0,0-3 2 16,0-7-1-16,-1 18 1 0,1-8 1 0,1 0-3 16,-1-5 1-16,2 2-1 0,-2-7-1 15,2 11-4-15,-2-11 0 0,0 9-3 0,0-9 4 16,0 7-2-16,0-7-1 0,0 0-1 0,0 8 0 0,0-8 0 16,0 0-3-16,0 0-1 0,5 6 3 0,-5-6-3 15,0 0 1-15,0 0 3 0,0 0-2 16,0 0 0-16,0 0-1 0,6 3-1 0,-6-3 3 15,0 0-1-15,11 0-2 0,-1-1-2 0,-10 1 4 16,22-2 0-16,-4 1-11 0,2-1-16 0,-2-3-32 16,9-1-16-16,2 0-37 0,0-1-25 0,-1 1-29 0,0 1-31 15,-7 0-115-15,-3-1-328 0,0 2 145 0</inkml:trace>
  <inkml:trace contextRef="#ctx0" brushRef="#br0" timeOffset="106352.7">4127 2747 101 0,'0'0'94'16,"0"0"-2"-16,0 0-8 0,0-10-16 0,0 10-1 16,0 0-10-16,0 0-7 0,0 0-5 0,0 0 10 15,0 0-25-15,0 0 3 0,0 0-9 0,0 0 4 16,0 0-1-16,0 0-4 0,0 0-10 0,0 0 3 15,0 0-1-15,0 0 1 0,0 0-4 0,0 0 3 16,0 0 2-16,0 0 0 0,0 0 13 16,0 0-6-16,0 0 10 0,0 0 0 0,0 0 8 15,0 0 5-15,0 0 4 0,0 0 11 0,0 0-6 16,0 0 5-16,0 0-2 0,0 0 3 0,0 0 2 0,0 0 2 16,0 0 2-16,0 0-3 0,0 0 3 0,0 0-9 15,0 0 6-15,0 0-12 0,0 0-5 0,0 0-3 16,0 0-7-16,0 0-3 0,0 0-9 0,0 0-6 15,0 0-4-15,0 0-6 0,0 0-5 16,0 0 0-16,0 0-6 0,0 0 3 0,-1 31 5 16,2-14-1-16,-2 3 0 0,1 5-2 0,-2 2 4 15,2-1-4-15,-2 1 2 0,0-7 1 0,0 3-4 16,2-4 2-16,0 0 3 0,0 0-4 0,2-1 0 0,-2 0 2 16,0-4-1-16,0-2-4 0,1 1-2 15,0-2 4-15,-1-1-7 0,3-1-3 0,-3-9-13 16,2 13-26-16,-2-13-9 0,2 11-23 0,-2-11-18 15,0 0-14-15,-2 10 0 0,2-10-7 0,0 0-25 16,0 0-129-16,0 0-291 0,0 0 129 0</inkml:trace>
  <inkml:trace contextRef="#ctx0" brushRef="#br0" timeOffset="106672.73">4009 2797 81 0,'5'-13'104'0,"-5"13"-6"16,12-5 4-16,0 1-3 0,6 0-11 0,0 4-5 15,5 2-1-15,-2-2-1 0,9 5 1 0,-2 1-8 16,1 4-9-16,-2 1-6 0,-2 3-6 0,-2 1 3 16,-2 3-7-16,-3 1-2 0,-4-5-2 0,-2 3-6 15,-3 0 6-15,0 1-10 0,-3 1 1 16,-1-3-6-16,-2 1-2 0,-3 0-2 0,-2 0 6 15,0-1-6-15,-2 1-1 0,-4-1 0 0,-2-1 0 16,-3 0 3-16,-3-2-6 0,-4 2-1 0,-4 0 1 0,5-5 2 16,-6 0-2-16,4-1-1 0,1-5-7 15,-1 1-2-15,2-3-4 0,-1 0-8 0,3 0-9 16,-1-3-18-16,4 1-10 0,1-3-21 0,3-1-35 16,1-1-18-16,9 5-35 0,-10-11-94 0,10 11-258 15,-4-16 115-15</inkml:trace>
  <inkml:trace contextRef="#ctx0" brushRef="#br0" timeOffset="107273.1">4319 3168 42 0,'13'-3'147'15,"0"0"-5"-15,5-3-9 0,-6-1-12 0,5 0-12 16,2 0-1-16,-1-1-2 0,0 0-12 0,0-4-10 15,0 4-5-15,0-4-4 0,-1 3-7 16,-1-4-5-16,3-6-3 0,-4 7 3 0,-1 1-12 0,-1-2-4 16,0-5-2-16,-2 4-5 0,-3 3 11 0,-1 1 14 15,-1 1-6-15,-1-2-10 0,-2 3-2 16,-2 0 6-16,0 3-2 0,-1 5-4 0,0-12-9 16,0 12 1-16,0 0-8 0,3-12 0 0,-3 12-7 15,0 0-5-15,0 0-6 0,0 0-1 0,0 0-1 0,0 0-8 16,0 0 5-16,0 0-5 0,-32 15 4 15,20-2-4-15,0 1-2 0,3-3 1 0,-1 0-1 16,0 3-5-16,4-5 1 0,1 1-1 0,1-1 0 16,3 1 4-16,1-10-3 0,-3 13 1 0,3-4-2 15,0-9 4-15,1 14-1 0,-1-14 1 0,6 11-2 16,-1-6 6-16,-5-5-3 0,14 3 3 0,-14-3-2 16,22 5 2-16,-10-4 0 0,-12-1 1 0,30-3-2 15,-15-1 1-15,3-1-5 0,-3-1 7 0,2 1-2 16,-2-4 0-16,0 0-1 0,-2 1 0 0,4-2-6 15,-4 1 1-15,-2-3-1 0,2 0-8 0,-4 2-1 16,2-4 3-16,-4 4 1 0,2 0 2 0,-4 1 4 16,-1-1-5-16,0 1 0 0,-1 1 0 0,-3 8 7 15,5-12 0-15,-5 12 1 0,2-7-7 0,-2 7 0 16,0 0-5-16,0 0 0 0,0 0-3 0,0 0-4 16,0 0 7-16,0 0 5 0,0 0-5 0,0 0 4 15,-15 33-4-15,15-33 4 0,-4 23 2 16,2-11 2-16,1 2 1 0,1-14-4 0,-1 25 4 15,-1-12-5-15,5 0 5 0,-3-13-5 0,3 23 3 16,-3-11 7-16,0-12-4 0,-2 20 1 0,2-8-3 16,0-12 6-16,-1 18-17 0,1-18-20 0,0 15-29 0,0-15-11 15,-1 12-22-15,1-12-19 0,0 0-33 0,-2 15-118 16,2-15-288-16,0 0 128 0</inkml:trace>
  <inkml:trace contextRef="#ctx0" brushRef="#br0" timeOffset="107471.27">4906 2934 71 0,'0'0'165'0,"0"0"-22"0,0 0-21 0,0 0-13 16,0 0-18-16,0 0-4 0,0 0-8 0,0 0-3 15,20 28 8-15,-20-28-11 0,5 29-3 0,-2-12-3 16,0 2-6-16,-2-3-10 0,0 1-25 0,0 0-39 15,3 1-23-15,-1-3-39 0,-3-1-134 0,1 0-226 16,-1-14 100-16</inkml:trace>
  <inkml:trace contextRef="#ctx0" brushRef="#br0" timeOffset="108032.98">5256 2972 90 0,'4'-7'197'0,"-4"7"-22"16,-2-12-9-16,2 12 8 0,0 0 5 0,0 0-12 15,-10-16-19-15,10 16-14 0,-11-8-10 0,11 8-16 16,-12-2-14-16,12 2-14 0,-15-2-4 0,15 2-11 16,-22 9-9-16,12-4-4 0,-5 8-9 0,2 0-3 15,-1-1-4-15,1 2 1 0,2-3-9 16,3 0-14-16,3-3-12 0,-2 1-14 0,7-9-8 15,-3 16 3-15,3-16-8 0,-2 14-2 0,2-14-9 16,0 0 5-16,5 14-5 0,-5-14 7 0,9 8 2 16,-9-8 4-16,12 3 2 0,-12-3 8 0,0 0-1 15,14 2 1-15,-14-2 4 0,0 0 0 0,0 0 2 16,24-12-4-16,-24 12 4 0,13-6 1 0,-8 0 1 16,-5 6 3-16,0 0-1 0,0 0-4 0,14-6-4 15,-14 6 1-15,0 0 3 0,0 0-7 0,0 0 1 16,18 8 6-16,-18-8-2 0,9 8 4 0,-3 1-1 15,1 1 0-15,-2 1 5 0,0 0-2 0,-5-11 0 16,6 20 9-16,-2-8 0 0,-4 1 6 0,3 3 10 16,-3 0-3-16,-1 0 2 0,-3-4-3 0,-3 3 1 15,1-2 1-15,-1-3-16 0,-3 4-25 0,1-6-40 16,0 1-36-16,-2-2-56 0,1 1-114 16,-1-1-287-16,11-7 127 0</inkml:trace>
  <inkml:trace contextRef="#ctx0" brushRef="#br0" timeOffset="108424.68">5464 2978 130 0,'10'9'129'0,"-10"-9"-12"15,7 11 3-15,-5-1 11 0,4-1 0 0,-6-9-8 16,5 22-8-16,-5-22-19 0,1 13-2 0,-1-13-10 15,1 13-11-15,-1-13 0 0,0 0-3 0,4 13-6 16,-4-13 5-16,0 0 4 0,0 0 14 0,0 0 9 16,0 0 11-16,0 0 3 0,0 0-2 0,0 0-7 15,0 0-7-15,0 0-5 0,0 0-11 0,0 0 1 16,0 0-8-16,0 0-13 0,0 0-12 0,0 0-6 16,-10-39-5-16,12 27-7 0,1-5-11 0,4 1-5 15,1-1 2-15,1 0-6 0,8-5-2 0,-4 8-5 16,1-1-1-16,1 4 3 0,0 0-4 0,-3 5-2 15,1 0-3-15,-1 2 0 0,1 2-4 0,0 1 2 16,-13 1-2-16,20 5-4 0,-8 0 7 16,-1 0 0-16,-2 4-1 0,1 0 3 0,2 4-2 15,-4 0 7-15,1 1-5 0,-3-3 2 0,-2 4-3 16,-2-1-8-16,-2 3-19 0,2-1-24 0,-2 0-45 16,0-16-46-16,-5 29-39 0,2-18-45 0,-3 4-119 0,6-15-379 15,-5 20 169-15</inkml:trace>
  <inkml:trace contextRef="#ctx0" brushRef="#br0" timeOffset="108713.04">6156 2737 32 0,'3'-8'247'0,"-3"8"-26"0,0 0-23 15,4-9-24-15,-4 9-22 0,0 0-18 0,0 0-12 16,0 0-17-16,0 0-1 0,-1 39-11 0,1-14 3 16,-3 2-3-16,0 0-3 0,1 0-3 15,0 0-10-15,-1 1-8 0,2-7-3 0,-4 5-9 0,2-5 2 16,0 2-10-16,0 3 0 0,0-10-8 0,0 4-1 16,0-6-5-16,2 3-4 0,-2-4-1 0,3 0-3 15,-1-2-7-15,2-1-26 0,-1-10-36 16,0 0-35-16,-4 22-37 0,4-22-24 0,0 0-39 15,-5 9-164-15,5-9-370 0,0 0 165 0</inkml:trace>
  <inkml:trace contextRef="#ctx0" brushRef="#br0" timeOffset="109378.71">6111 2897 65 0,'10'-9'143'0,"0"2"-13"16,7-4-11-16,-2 0-11 0,4 1-9 0,-2 1-9 15,2 1-14-15,-2-1-4 0,-1 1-2 0,-1-1-3 16,-3 4-1-16,-1-2 0 0,1 0-4 0,-3 4 14 16,-2-2 3-16,-7 5 6 0,10-9-1 0,-4 5 9 15,-6 4-12-15,5-7-8 0,-5 7-2 0,0 0-2 16,7-13 1-16,-7 13-3 0,0 0-5 0,4-7-12 16,-4 7-7-16,0 0-9 0,0 0-7 15,0 0-6-15,0 0-5 0,0 0-1 0,5 22-1 16,-5-10-2-16,0 13 0 0,-1 1 1 0,-1-1-3 15,0 4-3-15,-1-2 5 0,2 1-3 0,0-1 0 16,-1-2 0-16,1-7-1 0,0 2 0 0,-1-5 0 16,0 0 2-16,2-3-3 0,0-2-4 0,0-10 4 0,-2 16-3 15,2-16 4-15,0 0-3 0,0 0 1 0,2 15 3 16,-2-15 0-16,0 0 3 0,0 0 4 16,0 0-4-16,0 0-2 0,0 0-1 0,0 0-3 15,0 0-3-15,0 0-1 0,25-26 1 0,-12 12-2 16,4 3-2-16,-2-3-2 0,2 1 3 0,-2 4-8 15,2 0 4-15,-5 4-2 0,0-2-7 0,-1 4 5 16,-11 3-5-16,21-3 6 0,-7 3-3 0,-14 0 3 16,24 6-1-16,-14-3 3 0,1 2 1 0,0-1 4 15,-11-4-4-15,22 9 2 0,-9-4 4 0,-3-2-1 16,3 0 2-16,-13-3-3 0,24 3 3 0,-10 0 0 16,-1-3 1-16,-13 0 3 0,31-4-1 0,-18 2 2 15,4-4-1-15,-3 2 3 0,2-2-3 0,-5 0-3 16,3-2 2-16,-5 0 2 0,3 3-2 0,-3-4 5 15,-3 2-2-15,0-2 2 0,2-1-5 0,-4 1 2 16,1 0-1-16,-1-4 4 0,-3 6-5 0,2-5-5 16,-3 2-2-16,0 10 2 0,-3-21-3 0,0 12 6 15,3 9-3-15,-3-13 1 0,3 13-3 0,-7-9 0 16,7 9-8-16,-9-5 3 0,9 5-1 0,-16 3 1 16,16-3-2-16,-27 11 0 0,10 2 2 0,1 0 2 15,-5 3 0-15,7-1 3 0,5-4-8 0,-2 3 4 16,4-3-3-16,-2 3 6 0,7-1 1 0,-2-4-2 15,4-9 0-15,4 23 3 0,0-14-5 0,1 0-14 16,2-1-23-16,2-1-20 0,-9-7-29 0,30 12-40 16,-12-9-36-16,0 1-20 0,-1 0-128 15,-5 0-339-15,-12-4 150 0</inkml:trace>
  <inkml:trace contextRef="#ctx0" brushRef="#br0" timeOffset="111429.46">7158 2816 131 0,'0'0'126'0,"0"0"-17"0,0 0-16 0,0 0-14 0,0 0 2 16,14-7-11-16,-14 7-4 0,21-3-9 0,-8 2-2 16,8 0-7-16,-2-1-1 0,3 1-18 0,-2-1 5 15,-3 1-4-15,2 1-5 0,-8 0-6 0,2 0 6 16,-5 0-6-16,-1-1-5 0,-7 1 3 0,12 1-6 15,-5-1 2-15,-7 0-1 0,0 0-8 0,11 1 8 16,-11-1-5-16,0 0 8 0,6 2-9 0,-6-2 9 16,0 0-17-16,0 0 13 0,0 0-1 0,0 0-12 15,4 6 0-15,-4-6-13 0,-1 13 11 0,-4-1 8 16,-1 2 2-16,-1 4 8 0,-5 6-3 16,1 2 1-16,-1-2-1 0,0 0 7 0,1 1-11 15,0-2 2-15,1-6-9 0,1-1 9 0,2 1 2 16,0-7 1-16,2 0-2 0,1-1-5 0,1 0 7 15,-1-2-4-15,4-7-2 0,-4 10 1 0,2-6 1 0,2-4-1 16,0 0-1-16,-2 8-4 0,2-8 7 0,0 0-2 16,0 0-1-16,0 0 3 0,0 0-6 15,0 0 4-15,19-16-7 0,-9 10 1 0,-1 0 0 16,1-2 3-16,4 2-3 0,-1-4-3 0,3 4 5 16,-3 2-3-16,5-2-9 0,-5 3 12 0,0 0 0 15,4-1 2-15,2 2-4 0,0 4 1 0,-2-4-3 16,1 1 9-16,3-3-5 0,0 1-2 0,0 1 4 15,-1 1 6-15,3-3-4 0,-2 0 3 0,-2 0-1 16,0 0 9-16,-3 1-6 0,-3-1 1 0,0-1 1 16,4-1-4-16,-6 0 3 0,-2 1-5 0,0-2 11 15,0 2 1-15,-4 0-1 0,3-2 2 0,1 0-3 16,-5 0 1-16,1-1-8 0,-1-1 6 0,-2 2 5 16,0-2-2-16,-1 0 0 0,-1-1 4 0,0 0-8 15,-1-2-1-15,-1 6-3 0,-2-3 2 0,4 9 2 16,-6-11-2-16,3 7-1 0,3 4-6 0,-7-8 0 15,7 8-5-15,0 0-2 0,-14 4 0 0,6 2 1 16,-1 2-1-16,0 1-2 0,2 1-1 0,-2 3 0 16,1 1 3-16,2 0-5 0,2-2 2 0,1 0 1 15,2 0 5-15,1 0 0 0,1-1-6 0,2 2-5 16,2 1-14-16,0-2-19 0,4-4-28 0,0 1-13 16,1-2-36-16,7-1-25 0,-1-2-108 0,2 0-272 15,1-4 121-15</inkml:trace>
  <inkml:trace contextRef="#ctx0" brushRef="#br0" timeOffset="112266.64">7997 2883 38 0,'0'0'116'0,"0"0"3"15,7 18-18-15,-6-9-6 0,0-2-9 0,0 0 0 16,1 3-12-16,-2-3-5 0,0-7-3 0,1 12-15 15,0-3 2-15,1-4-7 0,-2-5 0 0,2 8 0 16,-2-8-8-16,2 7-3 0,-2-7 9 0,0 0 8 16,1 7 12-16,-1-7 12 0,0 0 14 0,0 0 1 15,0 0 5-15,0 0 3 0,0 0 1 0,0 0-6 16,0 0-13-16,0 0-12 0,0 0-9 0,0 0-5 16,0 0-8-16,10-22-12 0,-6 14-9 0,2-1-5 15,1 0-4-15,0-2-9 0,5-3 3 0,-1 2-10 16,1 5 1-16,-3-2-2 0,0 4-3 0,-3 1-2 15,3 3-6-15,-1-1 2 0,-8 2-5 0,14 2 3 16,-7 1 4-16,2 3 1 0,-2 2-1 0,2 1 3 16,-2 1-6-16,1-1 6 0,1 1-3 0,-1-2 4 15,-1 1 4-15,1 0-5 0,1-2 4 0,1 0 0 16,-1-1 3-16,1 0 2 0,2 0-2 0,-6-5 3 16,6 1 0-16,2-4-4 0,-2 1-1 0,1-2 4 15,1 0-5-15,-2-3-2 0,2 2 4 0,-4-1 4 16,-1-1-5-16,1-1 0 0,-2 2 5 0,0-5-6 15,-2 2 7-15,0 1-2 0,-1-3 3 0,-2 0-4 16,0 0 0-16,-2-2-6 0,0 1 3 0,-1-1-1 16,1 2-1-16,-2-1-3 0,1 11 6 0,0-18 1 15,0 14 1-15,0 4 3 0,-1-10-1 0,1 10-9 16,-3-7 7-16,3 7-9 0,0 0 2 0,0 0-4 16,-12 0-1-16,12 0 2 0,-18 14 1 0,4-3 2 15,3 3-2-15,-2 0 2 0,2 1 0 0,2 0-4 16,3-5 1-16,1 1 1 0,0 0-1 0,1 2 2 15,3-2 0-15,-1 1-1 0,2-12-2 0,4 19 3 16,-1-12 2-16,2-1-1 0,1 1 7 16,2 2-3-16,1-2 4 0,3-2-4 0,1-1 3 0,5-1 4 15,-1 1-3-15,1-4-4 0,2-1 7 0,-3-5-5 16,3 4 6-16,-2-3-10 0,0 0 5 0,0-2-3 16,-3 0-6-16,2 0 2 0,-4-3-6 15,1 2-6-15,-3 1-3 0,1-4-5 0,-3 1 3 0,1-1-4 16,-5 0 3-16,-1 1 0 0,-2-1-6 15,1 1 5-15,-4-2-2 0,-2-1 3 0,2 4 1 16,-2-1 12-16,1 1-3 0,-1 2 6 0,3 7 0 16,-4-9 3-16,2 4 2 0,2 5 3 0,-2-8-6 15,2 8-2-15,0 0-2 0,0 0-1 0,0 0 0 16,0 0-3-16,3-9-1 0,-3 9 3 0,0 0-3 16,14 1 2-16,-14-1 2 0,15 3 4 0,-6 0 2 15,2 1-9-15,-5 0 4 0,5 2-3 0,-2 2 2 16,-1-1 5-16,2 1 0 0,-2 1 1 0,0 1 9 15,-2-2 0-15,2 3 4 0,-3-2 1 0,0 4-2 16,0-2-1-16,-1-1 2 0,0 2-2 0,-2 0 2 16,3-2-6-16,-2 6-19 0,-1-6-24 0,1 2-34 15,1 0-40-15,0 0-40 0,0-2-115 0,-1-2-290 16,5 0 128-16</inkml:trace>
  <inkml:trace contextRef="#ctx0" brushRef="#br0" timeOffset="112606.9">9087 2859 8 0,'0'0'171'0,"0"0"-13"0,0 0-25 0,0 0-9 16,0 0-13-16,0 0-2 0,11 14-3 0,-6-5-10 0,-2 4-3 15,3 2 3-15,0-1-9 0,-2 1-3 0,1 2-11 16,0-1-6-16,-1 0-8 0,1-2-4 0,-1-2-6 15,0-2 1-15,-2-2-8 0,1 1-2 16,-3-9-4-16,4 12-5 0,-4-12 2 0,6 10 15 16,-6-10 17-16,0 0 20 0,0 0 13 0,0 0 11 15,0 0-10-15,0 0-10 0,0 0-9 0,0 0-5 16,0 0-7-16,19-25-5 0,-10 11-4 0,4-2-5 16,-7 0-5-16,3-1-6 0,5-5-7 0,-1 0-1 15,1 1-7-15,-4 4-3 0,6-5-2 0,-7 7-17 16,0 1-9-16,-3 4-16 0,0 1-19 0,-1 1-36 15,-2 3-25-15,0 0-27 0,-3 5-53 0,6-8-30 16,-6 8-24-16,0 0-129 0,0 0-391 0,0 0 173 16</inkml:trace>
  <inkml:trace contextRef="#ctx0" brushRef="#br0" timeOffset="112894.79">9388 2947 84 0,'0'0'141'16,"1"10"-4"-16,0-3-12 0,2 0-4 0,-1-1-14 16,2-1 0-16,-1 1-6 0,-3-6-8 0,9 7 4 15,-6-1 1-15,3-2-10 0,0-1-2 0,1 0-5 16,0 0-7-16,-7-3 3 0,13 1-7 16,-5-2-9-16,-8 1 2 0,14-3 1 0,-8 2-2 0,-6 1-3 15,13-5 0-15,-8 1 0 0,4-2-6 16,-4 0-7-16,1-2 1 0,-2 1-3 0,-1 0-7 0,1-1-2 15,-3-2-1-15,1 0-8 0,-2 1-2 0,0 9-7 16,-6-16-15-16,2 11-9 0,-1 0-17 0,-1 1-16 16,-1 1-10-16,-4 1-16 0,-2 2-23 15,13 0-18-15,-29 3-21 0,11 3-48 0,0 1-123 16,0-1-324-16,6 0 144 0</inkml:trace>
  <inkml:trace contextRef="#ctx0" brushRef="#br0" timeOffset="113146.11">9707 2814 129 0,'0'0'270'0,"0"0"-2"0,-2-12-20 16,2 12-17-16,0 0-20 0,0 0-20 0,0-8-30 15,0 8-26-15,0 0-12 0,0 0-15 0,0 0-13 16,0 0-1-16,0 0-14 0,1 31-11 0,-2-13-2 15,-1 1-3-15,1-3-13 0,1 1-3 0,-1 2-2 16,0-3-6-16,2 2-3 0,-4 1-5 0,2-1 1 16,0-1-11-16,2-4-32 0,-1 2-22 0,0-3-34 15,3-2-33-15,-2 1-47 0,0-5-46 0,0 0-193 16,-1-6-417-16,3 10 185 0</inkml:trace>
  <inkml:trace contextRef="#ctx0" brushRef="#br0" timeOffset="113374.54">9910 2773 16 0,'3'-7'241'15,"-2"2"-11"-15,-1 5-19 0,3-8-18 0,-3 8-24 0,0 0-28 16,0 0-13-16,0 0-13 0,0 0-12 0,0 0-6 16,2 22-6-16,-3-9 5 0,0 4-6 15,1 8 5-15,-1-6-7 0,-2 0-12 0,0-4-7 16,2 3-8-16,-2 0-5 0,1 0-1 0,1 0-7 15,-3 0-1-15,4 1-5 0,0-1-2 0,0-8-16 16,-1 0-26-16,1 2-34 0,0-12-35 0,0 14-52 16,0-14-46-16,0 10-44 0,0-10-122 0,0 0-363 15,-2 12 161-15</inkml:trace>
  <inkml:trace contextRef="#ctx0" brushRef="#br0" timeOffset="114499.06">9789 2901 56 0,'12'-3'149'0,"-1"0"-9"0,-1 1-24 0,7 1-9 15,2-2-14-15,1 2-3 0,2-2-8 16,0 1 0-16,0 1-18 0,6 0 0 0,-9-1-10 0,3 1-3 16,-2-1-6-16,-3 2-7 0,-5-1-4 0,1 1 0 15,-1-1-5-15,-2 1 2 0,-10 0-5 0,12-1 2 16,-12 1 3-16,10 1 8 0,-10-1 4 0,0 0 7 15,0 0 16-15,0 0-8 0,9-1 3 0,-9 1-10 16,0 0-3-16,0 0-2 0,0 0-12 0,0 0-2 16,0 0-11-16,-19 18 4 0,11-9 0 15,-1 0-6-15,-1-1 1 0,-1 5-2 0,5-4 4 16,-2 5-4-16,1-3-3 0,3-2-2 0,-1 1 2 16,1-1-3-16,1 1-3 0,1-1 3 0,2-9-2 0,1 16-2 15,3-7 6-15,-4-9-1 0,9 10 4 0,-1-7-5 16,2 0 1-16,1 0 0 0,3-5-2 0,-14 2-3 15,23-4 0-15,-9 1-2 0,-2-4-7 0,4 1 2 16,-5 0 5-16,-1 0-9 0,0 0 6 16,-1-2 1-16,0-1-2 0,0-1-1 0,-1 0 2 15,-2 1-1-15,-1-1 2 0,-1 0 0 0,0 4 8 16,0 0 4-16,-4 6 9 0,3-9-4 0,-3 9 0 16,3-8-9-16,-3 8-3 0,4-3-3 0,-4 3 0 15,0 0-6-15,0 0-1 0,0 0 3 0,0 0-1 16,0 0 4-16,-7 22-4 0,6-15-1 0,0 0 0 15,1-7-4-15,0 12 8 0,0-12-10 0,1 12 5 16,3-6 5-16,0 0-3 0,1 0-1 0,2 1 2 16,4-3-4-16,-2 0-7 0,2-3 7 0,2-1-5 15,0 3 7-15,2-4-5 0,2-2-1 0,-3-1 1 16,3 0 2-16,-5 0-2 0,1 1-1 0,-3-1 3 16,3-2-2-16,-4 0 1 0,1-1 0 0,2-3-2 15,-5 3 8-15,1 0-1 0,1-3-2 0,-4 0 9 16,0 1-10-16,-1 2 7 0,-1-3 6 0,-2 5 4 15,-1 5 3-15,0-12 10 0,0 12 0 0,-3-9-4 16,3 9-4-16,-7-5-4 0,7 5-5 0,-18 2-1 16,5 0-4-16,-3 5 1 0,1-1-1 0,-1 4-3 15,6-3-1-15,1 2 2 0,0-6-8 0,1 7 1 16,3-3-1-16,0 1-3 0,1-3-11 16,3 1-3-16,1-6-11 0,-2 9 1 0,2-9-4 0,3 9 2 15,-3-9 3-15,9 6 2 0,-4-4 3 0,-5-2-2 16,14 2 6-16,-6-4-4 0,-8 2 8 0,14-4-3 15,-5 3 3-15,-3 0 2 0,1-1 0 0,0 0 6 16,0-2-1-16,-7 4 2 0,10-3 1 0,-10 3 4 16,7-3 8-16,-7 3-11 0,0 0 3 15,8-2-2-15,-8 2-3 0,0 0-1 0,9 5 4 16,-9-5 3-16,5 15 6 0,-4-3 5 0,3 5 2 16,0 2 1-16,0 5 7 0,-1 4 1 0,-1-1 2 0,-2 2-4 15,0 0 5-15,0 1 1 0,-1-5-1 0,1 1-2 16,-3 0 0-16,1-7 2 0,-1 0-1 0,1-1-4 15,-2-2 0-15,-3 2 1 0,-3-4 1 0,4-5-3 16,-1 3-2-16,-2-3 3 0,-1-2 2 16,1-1-4-16,-1-1 0 0,0-2 0 0,0 1-4 15,1-2 2-15,0-4-2 0,9 2-7 0,-12-7-6 16,7 2 0-16,2-5-5 0,1-1-4 0,4-6 0 16,4-1-5-16,5-8-6 0,6 2 0 0,6-4 0 0,0-1 0 15,10-7-3-15,4 4-2 0,-10 6-2 0,9-10 1 16,-1 4-2-16,-8 6 7 0,0 0-3 15,1 2 0-15,-3 1 1 0,1 1 2 0,-4 1 6 16,-3 2-3-16,0 0 11 0,-3 6-1 0,-5-3 1 16,0 2 4-16,-1 1 1 0,-4 3 18 0,-2-1 3 15,-2 2 4-15,2 3-3 0,-5 0 0 0,1 6 6 16,0 0 0-16,-5-14-3 0,5 14 0 0,-9-2-8 16,-4 6-2-16,-2-1-6 0,-3 6 0 0,3 1 2 15,-8 5-2-15,1 0-3 0,6 0 5 0,-1 2-2 16,4-2-3-16,3 1 2 0,3-3 1 0,2 3-3 15,3-5-1-15,0 0 0 0,5 3 2 0,2 0-16 16,1-3-20-16,7 0-35 0,3-1-42 0,5-4-55 16,7-2-48-16,0 0-107 0,6-4-345 0,-1 0 153 15</inkml:trace>
  <inkml:trace contextRef="#ctx0" brushRef="#br0" timeOffset="115825.4">11578 3140 42 0,'0'-10'173'16,"0"10"-15"-16,-2-13-13 0,2 6-18 0,2-1-9 16,-2 8-13-16,3-17-16 0,-1 7-5 0,0 0-12 15,2-2-4-15,-1 3-4 0,2-3-3 0,-2 1-1 16,1 0-11-16,-2 1 5 0,1 1 20 0,-3 9 1 15,0-13 2-15,1 6 0 0,-1 0-2 0,0 7 2 16,-2-11-8-16,2 11-6 0,-6-10-11 0,4 5-1 16,2 5-6-16,-6-7 3 0,6 7-13 0,-9-6-3 15,9 6-4-15,-7-5-2 0,7 5-4 0,-4-3-6 16,4 3 1-16,0 0-1 0,-6-3-7 0,6 3 1 16,0 0-4-16,0 0-4 0,0 0 0 0,0 0-6 15,-5-7-7-15,5 7-6 0,0 0-1 0,0 0 1 16,0 0 4-16,20-2 5 0,-11 2-1 0,7-3 4 15,0-1-6-15,6 1 5 0,5-1 5 0,-7-2-5 16,1 2 3-16,-1-1 1 0,0 2-3 16,-7 0 5-16,1-1 0 0,-3 2-5 0,-4 0 1 15,0 2-3-15,-7 0 0 0,11 0 1 0,-11 0-8 16,9 3 14-16,-4 1-8 0,-1 2 2 0,0 0 13 0,2 4-13 16,-1-1 4-16,1 2 2 0,-1 5-4 0,0-6-2 15,0 6 8-15,-1-5-5 0,3-1 6 0,-3-1-4 16,3 2-1-16,-2-3 1 0,2 1 2 15,0-1 1-15,-1-2 0 0,3-1 1 0,0 2 2 16,0-2 2-16,-4-5-6 0,5 1 3 0,0 0 1 16,-3 1-2-16,-7-2-1 0,20-5 1 0,-11 1-6 15,4-3-2-15,-1 2-1 0,3-3 1 0,-1-1-12 0,-1-1-6 16,-4 3 4-16,3-6 1 0,-3 5-4 16,3-7 3-16,-2 2-2 0,-3 4 1 0,-1-4 6 0,-2 2 1 15,1 0-4-15,0 1 15 0,-3 3 7 16,0 1-2-16,0 0 7 0,-2 6-11 0,0 0-5 15,-6-13-1-15,6 13 2 0,-12-1-1 0,12 1-1 16,-19 5 4-16,3 3-4 0,2 2-4 0,-2 0 6 16,3 2-3-16,1 0 1 0,-1 1-3 0,5 3 5 0,2-2 3 15,2-3 1-15,0 1 0 0,4 4-2 16,4-4 12-16,0-1-13 0,2-1 9 0,3 0-11 16,4-1 6-16,2-2-4 0,3 0-11 0,3-2-5 15,6-1-4-15,1-4-12 0,2-3 1 0,1 3-15 16,-2-5 2-16,1 3 3 0,-10-2 0 0,2-2 2 15,-1-1-2-15,-2 2 2 0,0-4 8 0,-3 2 10 16,-1-1 5-16,-4 1 2 0,5-1 0 0,-5 1 15 16,-1-3 6-16,-2 2 10 0,-1-1 7 0,-1 0 23 15,-1 1 8-15,-2 2 2 0,-3-1 12 0,4 0 18 16,-4 7-9-16,0-13-7 0,0 13-12 0,-4-12-11 16,-2 8 1-16,2-1-7 0,-2 1-3 0,6 4-5 15,-13-2-6-15,5 2-1 0,8 0-4 0,-19 8-2 16,9-3-3-16,1 2 0 0,-1 0-2 0,3 0-1 15,-3 2-3-15,3-1-2 0,1 1-6 0,4-3 3 16,0 0-4-16,-4 2-13 0,6-8-19 0,-1 12 2 16,1-12 1-16,5 8 7 0,-3-4 5 0,-2-4-1 15,0 0 2-15,13 7 8 0,-13-7 1 0,11 3-3 16,-4-2 3-16,-7-1-1 0,11-4 3 0,-5 2 3 16,-6 2 0-16,11-5-2 0,-7 3 1 0,-4 2-3 15,8-2 4-15,-8 2 1 0,0 0-2 0,9-2-6 16,-9 2-1-16,0 0 1 0,0 0-3 0,10 7-3 15,-10-7 6-15,6 10-2 0,1-1 10 16,-5 3-2-16,0 2 2 0,0 1 2 0,1 3 14 0,-2 0-11 16,0-1 6-16,-1 1 4 0,-2-2-1 0,2 2 1 15,-3-1-4-15,-1 0 8 0,-1-2 2 0,-1 2 3 16,-3-1 1-16,0-2-7 0,-9 6 5 16,4-5-4-16,-3 0-1 0,1-4-6 0,-2 2-20 0,4-3-22 15,-4-4-28-15,5 0-32 0,0-2-37 16,5-1-47-16,-3-2-105 0,2-3-304 0,9 2 135 15</inkml:trace>
  <inkml:trace contextRef="#ctx0" brushRef="#br0" timeOffset="116227.05">12644 2910 97 0,'0'0'223'0,"4"-5"-25"0,-4 5-26 15,0 0-22-15,0 0-14 0,0 0-14 0,0 0-11 16,0 0-12-16,1 22-10 0,-1-22-5 0,-1 20-3 16,1-8-8-16,0 1-5 0,1 2-7 0,-1-4-4 15,4 1-6-15,0 1 0 0,-4-3-12 0,4-1 3 16,1 0-2-16,-3-3-7 0,-2-6-1 0,10 11 1 16,-4-7-2-16,0 1-2 0,1-4-4 0,1 0-1 15,-8-1-3-15,17-4-1 0,-8 1-1 0,1-3-1 16,0 1 1-16,-1-1-9 0,-2-2 6 0,0 2-3 15,2-8-4-15,-1 2 2 0,-5 3-2 0,4-1 1 16,-3-2-2-16,-1 0 2 0,-1 2-2 0,2 1 13 16,-2 2 8-16,0-1-1 0,-1 3 3 0,-1 5-3 15,2-9-3-15,-2 9-6 0,2-7-8 0,-2 7-3 16,0 0-5-16,0 0 1 0,0 0-2 0,0 0 0 16,0 0 2-16,-2 26 0 0,-1-16 1 0,1 2-1 15,-2 5 0-15,0 1 1 0,2-1 0 0,1-6-1 16,1 5-4-16,1 0-19 0,1-3-31 15,0-4-31-15,0 1-35 0,2-1-30 0,3-1-40 16,2-3-164-16,0-3-380 0,2 1 169 0</inkml:trace>
  <inkml:trace contextRef="#ctx0" brushRef="#br0" timeOffset="116462.81">13090 2784 233 0,'0'0'265'0,"0"-10"-8"16,0 10-21-16,0 0-24 0,0-8-23 0,0 8-24 16,0 0-20-16,0 0-17 0,0 0-13 0,0 0-11 15,0 0-5-15,-10 37 3 0,7-19-6 0,1 0-7 16,-1 0-10-16,-1 7-1 0,1-6-14 0,1 1-6 16,-2 6-5-16,4-7 0 0,-6 6-5 0,3 1-4 15,3-2-8-15,-2-6-22 0,2-3-33 0,0 0-35 16,0-3-39-16,0-2-65 0,0 0-28 0,2 1-42 15,3-2-143-15,-5-9-402 0,8 11 179 0</inkml:trace>
  <inkml:trace contextRef="#ctx0" brushRef="#br0" timeOffset="116846.67">13407 2855 174 0,'-11'-8'191'0,"11"8"-16"0,-16 0-17 0,16 0-14 16,-28 10-1-16,11-1-5 0,-6 6-12 0,2 2-10 16,0-1-13-16,3-3-10 0,5-1-13 15,2 2-1-15,1 2-9 0,0-2-7 0,3 1-4 16,2-3-10-16,4-2-3 0,1 0-2 0,0-10-4 16,6 17-2-16,0-8 1 0,-1-3-11 0,6-2-3 15,-2-1 3-15,2 0-6 0,2-3-4 0,1 0-10 16,-1-3 6-16,1 0-2 0,-3-2 1 0,0-3-4 15,1 1-1-15,-1-5-1 0,-1 5 6 0,-2-3-7 16,-1 0 1-16,-3 1 0 0,3 2 1 0,0-5-2 16,-3 2 0-16,1-2-6 0,-1 3 11 0,-4 9 9 15,4-12 4-15,-4 12-3 0,3-9-4 0,-3 9 2 16,0 0-10-16,6-10-2 0,-6 10-5 0,0 0-1 16,0 0 0-16,0 0-1 0,0 0 3 0,0 31 2 15,0-20-2-15,0 1-3 0,0 4 9 0,0-5-8 16,0 5 2-16,0-3-21 0,3 2-22 0,-1 0-35 15,1-6-36-15,5 3-50 0,-1-3-200 0,-7-9-391 16,14 10 173-16</inkml:trace>
  <inkml:trace contextRef="#ctx0" brushRef="#br0" timeOffset="117102.53">13760 2762 23 0,'0'0'275'0,"-2"-13"-7"16,2 13-15-16,0-15-27 0,0 15-19 16,0 0-29-16,-2-9-24 0,2 9-17 0,0 0-16 15,0 0-9-15,0 0 4 0,0 38-22 0,0-20-3 16,-2 8-5-16,1 1 1 0,-2-6-9 0,-1 7-4 16,2-1-6-16,2-1-5 0,2 0-4 0,-4-1-5 15,2-1-4-15,-2-5-5 0,2 0-6 0,0-2-4 16,2 1-7-16,-2-6-25 0,0-12-34 0,-2 23-30 15,2-12-36-15,0-11-35 0,0 19-46 0,0-19-39 16,2 13-168-16,-2-13-417 0,0 0 185 0</inkml:trace>
  <inkml:trace contextRef="#ctx0" brushRef="#br0" timeOffset="117493.04">13641 2939 150 0,'-2'-14'158'0,"2"14"-13"16,0 0-16-16,0 0-7 0,25-9-5 16,-12 7-11-16,0 0-14 0,7 0-3 0,1 1-15 15,1 1 4-15,-4 0-11 0,4-2-4 0,-6 5-7 0,2-3-5 16,-5 2-7-16,-1 0-2 0,-1-2-5 0,-11 0-6 16,23 5-3-16,-12-1-3 0,-11-4 5 0,16 8-11 15,-16-8 3-15,10 12-2 0,-5-3-2 16,-5-9-1-16,10 14 4 0,-6-2 3 0,0-2-6 15,-1 0 4-15,3 0-2 0,-6-10 3 0,11 16-7 16,-3-8 0-16,0-1-2 0,1 0 6 0,-9-7-2 16,16 9 3-16,-5-5 2 0,1-2 0 0,-12-2-1 15,21 4-1-15,-11-3 3 0,-10-1 5 0,18 0 8 16,-18 0 9-16,14-5-10 0,-14 5 5 0,12-8-5 16,-12 8 6-16,11-15 4 0,-8 5-7 0,-3 10-2 15,5-17-4-15,-5 7-6 0,0 0 2 0,0 10-3 16,-8-22-6-16,2 9-3 0,1 4-14 0,-1-2-12 15,-1 2-10-15,-2 1-16 0,0 1-21 0,9 7-44 16,-13-10-45-16,13 10-19 0,-18-1-38 0,18 1-130 16,-21 6-360-16,21-6 160 0</inkml:trace>
  <inkml:trace contextRef="#ctx0" brushRef="#br0" timeOffset="117941.04">14078 3123 62 0,'28'-6'191'0,"-18"3"0"16,-10 3-5-16,23-10-19 0,-14 3 0 0,3-1-8 0,-1 1-13 15,3 2-4-15,-1-6-16 0,0 0-7 16,5-2-10-16,-5-1-6 0,-1 3-4 0,-1 2-5 16,-2-5-13-16,3 1 0 0,-4-3-14 0,-2 0-1 15,2 1-3-15,-6 4-7 0,1-1-3 0,-3 12 7 16,2-19-8-16,-2 19 0 0,0-16 4 0,-2 6-5 15,2 10-6-15,-5-13-3 0,5 13-6 0,-12-11-4 16,6 6-7-16,6 5 0 0,-13-7-5 0,7 5-3 16,6 2-3-16,-11-3-6 0,11 3-2 0,0 0-4 15,-12-2-8-15,12 2-8 0,0 0-9 16,0 0-5-16,0 0-4 0,-10-4 9 0,10 4 0 0,0 0 4 16,0 0-1-16,0 0 4 0,0 0 4 0,45 4 1 15,-32-4 1-15,8 0 3 0,-3 0 1 0,2 0-2 16,-2 0-1-16,-5 0 2 0,-2 0-2 0,3 1 0 15,-3 2 0-15,-11-3 1 0,14 1-3 0,-7 3 3 16,2-1-3-16,0 4 4 0,-9-7-1 0,9 15 5 16,-5-7-2-16,4 6 10 0,-7-4 3 15,3 1 2-15,-4-11 3 0,5 23-1 0,-4-12-2 16,0 1 2-16,-1-12-1 0,0 23-2 0,2-9 4 16,-1-2-2-16,-1-12-5 0,6 16-20 0,-3-4-39 15,1-2-43-15,-4-10-50 0,12 16-56 0,-5-9-185 0,-7-7-419 16,0 0 187-16</inkml:trace>
  <inkml:trace contextRef="#ctx0" brushRef="#br0" timeOffset="120918.37">15018 3211 192 0,'0'0'177'15,"2"-18"-13"-15,1 7-16 0,3-3-3 16,1-3-9-16,2 0-8 0,6-7-17 0,1-1-3 16,-1 5-5-16,2-4-14 0,3 2-1 0,0-1-11 15,2 4-1-15,-6-5-8 0,3 0-3 0,-4 5 5 0,-3 4 5 16,-6 1-5-16,4 1-6 0,-3 4-8 15,0-1 0-15,-6 2 0 0,3 2-2 0,-2 1-7 16,-2 5-2-16,1-7-9 0,-1 7-5 0,0 0-7 16,0 0-3-16,-7-9-3 0,7 9-3 0,-17 6-3 15,6-3 0-15,-6 6-5 0,-1 0-2 0,4-1-4 16,-2 2 1-16,2-1-11 0,4-1-10 0,2-1-6 0,2 2-4 16,4-3 5-16,0 1 4 0,2-7 1 0,3 16 2 15,2-6 2-15,2 0-2 0,3-2 3 16,7 5 2-16,1-3 1 0,7 1-1 0,-5-3 2 15,-2 1-7-15,6 4 13 0,-5-3-3 0,-3 0 1 16,0 0 0-16,-3 2 2 0,-1-5-6 0,-2 1-4 16,-1 1-4-16,-3 0 1 0,-3 0-6 0,3-1 2 15,-5 0 10-15,-1-1-19 0,0-7-5 0,-7 14-14 16,-1-7-21-16,0-1-16 0,-1 2-26 0,-2-4-21 16,2 1-14-16,1-3-117 0,-4 0-285 0,12-2 127 15</inkml:trace>
  <inkml:trace contextRef="#ctx0" brushRef="#br0" timeOffset="121569.02">15491 2865 137 0,'4'-6'184'16,"0"-4"-1"-16,-2 4-17 0,-2 6-19 0,4-6-12 15,-4 6-18-15,3-7-21 0,-3 7-9 0,0 0-11 16,0 0-4-16,6 16-14 0,-3-5 4 0,-2 5-4 15,0 3-1-15,-1 5-10 0,0 1-4 0,0 1 4 16,0-6-13-16,-1 4 1 0,0-5-2 0,-1 0-4 16,1-2-4-16,1-5 0 0,0-2-7 15,-1 3 3-15,1-3 3 0,0-1-7 0,-1-2-1 16,1-7-1-16,0 8 1 0,0-8 0 0,0 0 1 0,0 11-2 16,0-11-1-16,0 0 2 0,1 10-2 0,-1-10 4 15,0 0-5-15,0 0-6 0,0 0 5 0,0 0-3 16,0 0 1-16,10-23-7 0,-2 13-1 15,-3 1-2-15,4-2-3 0,-1 4 0 0,-1-2 3 16,2 2-2-16,-3 0-3 0,0 2-1 0,-1 0-3 16,1 4-2-16,-6 1 0 0,13 1 6 0,-13-1-1 15,15 6-4-15,-6 0 5 0,0-1 1 0,0 2 1 16,0 2 3-16,2 0-1 0,-3-1-2 0,0-1-1 16,1 0-12-16,0-1-5 0,0 0 0 0,0-3-3 15,0 1 6-15,-2-1-3 0,4-1 3 0,-3-1-1 16,-8-1 6-16,13 0-2 0,-6-3 3 0,-7 3 2 15,11-6-6-15,-6 2 10 0,-1-2-2 0,1-2 4 16,-1 3 4-16,0-4-5 0,-3 3 5 0,3-4 1 16,-3 0 13-16,3 2-3 0,-3 0 1 0,1 1 4 15,-2 7 6-15,0-10-2 0,0 10-6 0,1-6-2 16,-1 6-7-16,0 0-5 0,0 0 2 0,0 0 2 16,0 0-8-16,0 0 5 0,0 0-1 0,2 24 3 15,0-12-1-15,-1-2 2 0,2 1-2 0,-1-1 0 16,2-2 0-16,1 1-2 0,1-2 0 0,1-1 5 15,-2 0-2-15,3 0 2 0,-1-2 2 0,3-3-8 16,1 1 7-16,-2-2-1 0,0 0 4 0,1-3-3 16,-1 1-1-16,1-2 4 0,-2 2 7 0,-2-3-4 15,-6 5 3-15,9-9 0 0,-6 2-4 0,-1-2-3 16,-2 9-2-16,0-16-15 0,0 16-12 0,-7-20-10 16,1 9-16-16,0 0-16 0,-2 1-2 0,-2 1-35 15,1 1-21-15,-1 2-22 0,0 0-16 0,-1 2-81 16,0 1-259-16,1 0 115 0</inkml:trace>
  <inkml:trace contextRef="#ctx0" brushRef="#br0" timeOffset="122022.75">16037 2985 64 0,'0'0'149'0,"0"0"-8"16,9 6-8-16,-9-6-17 0,0 0-6 0,4 10 4 15,-4-10-15-15,2 12-16 0,-2-2-8 0,0-10-3 16,3 16 1-16,-1-8-10 0,-2-8-6 16,9 16-11-16,-5-11 0 0,-4-5-6 0,8 10-1 15,-4-6-2-15,1 1-3 0,-5-5-3 0,10 7-6 16,-5-4-4-16,0-1 2 0,-5-2 5 0,9 5-7 16,-9-5 0-16,12-1-7 0,-12 1 1 0,0 0 0 15,12-6-4-15,-12 6 0 0,9-9-5 0,-2 3-4 16,-7 6-6-16,7-9 6 0,-3 2-4 0,-4 7 0 15,5-9 0-15,-5 9-1 0,4-8-5 0,-4 8-2 16,0 0-9-16,0 0 4 0,0 0 2 0,13 3-1 16,-13-3 6-16,6 11-3 0,-2-5 2 0,1 0 10 15,-1 3-10-15,1-4 3 0,3 4 1 0,-3-4 4 16,3 1 1-16,1-4 1 0,3 2-1 0,-1-2 1 16,0-2-3-16,1-1 3 0,-1 1 3 0,3-3 3 15,-4-1 1-15,2-1 9 0,-1 0 3 0,0 1 18 16,-4-3 10-16,2 1 0 0,-2-3-7 0,-2-1 2 15,-3 2-5-15,1-3-6 0,-2 0 0 0,1 1 2 16,-2 0-8-16,-2 0-9 0,-3-1-12 0,3 6-10 16,-4-5-21-16,2 5-10 0,4 5-26 0,-7-7-21 15,7 7-29-15,-9-3-17 0,9 3-17 0,0 0-114 16,-18 9-281-16,10-3 125 0</inkml:trace>
  <inkml:trace contextRef="#ctx0" brushRef="#br0" timeOffset="122282.72">16465 3157 125 0,'0'0'229'0,"0"0"-5"0,13-8-14 15,-13 8-7-15,4-7-15 0,-4 7-10 16,2-7-12-16,1 2-20 0,-3 5-9 0,4-10-15 16,1 1-12-16,-3 3-12 0,2-2-13 0,0-2-8 15,1 1-4-15,0-7-8 0,4 1-13 0,-3 5-3 16,1-4-4-16,1 2-6 0,-3 4-6 0,0 0-5 15,0 4-5-15,-3-2-7 0,-2 6-7 0,7-6-11 16,-7 6-1-16,10-5 0 0,-10 5-5 0,13 7 0 16,-7-1 0-16,1 1-1 0,-1 1-2 0,2 3-11 15,-3 0-24-15,1 4-19 0,-1-1-22 0,0 1-32 16,-1-1-35-16,1-4-32 0,-1 2-148 0,-1-1-360 16,2-2 159-16</inkml:trace>
  <inkml:trace contextRef="#ctx0" brushRef="#br0" timeOffset="122511.9">16969 2984 42 0,'0'0'276'16,"-2"-11"-17"-16,1 5-20 0,1 6-20 0,0 0-30 15,-1-8-23-15,1 8-26 0,0 0-13 0,0 0-8 16,0 0-17-16,0 0-6 0,-4 30-10 15,4-13-7-15,0 0-5 0,-1 2-8 0,1 0-8 0,-2 0-2 16,1 6-16-16,0-7-21 0,-2-1-30 16,1-1-31-16,0 1-31 0,1-5-49 0,0-2-29 15,2 0-27-15,-3-1-135 0,2-9-339 0,-3 13 151 0</inkml:trace>
  <inkml:trace contextRef="#ctx0" brushRef="#br0" timeOffset="122679.12">16933 2784 47 0,'0'0'65'0,"0"0"-14"16,0 0-34-16,14 20-12 0,-5-5-19 0,-4 4-15 15,3 5-31-15,-3-7 14 0</inkml:trace>
  <inkml:trace contextRef="#ctx0" brushRef="#br0" timeOffset="122911.87">17098 3152 105 0,'0'0'229'16,"0"0"-14"-16,0 0-18 0,0 0-11 0,0 0-15 16,0 0-4-16,2-20-7 0,-2 20-14 0,3-11-10 15,-3 4-11-15,4-1-12 0,-2 3-13 16,3-2-11-16,-2 0-10 0,1 2-11 0,-1-4-5 15,0 2-11-15,1 2-8 0,-4 5-6 0,9-6-5 0,-9 6 0 16,10 4-9-16,-10-4-3 0,12 7 5 16,-4 2-8-16,-1-2-2 0,-1 5 1 0,1-3-11 15,-2-1-20-15,2 2-27 0,-2 1-21 0,1 0-42 16,-3-1-35-16,1-1-28 0,0 3-37 0,-1-4-121 16,-3-8-351-16,7 13 156 0</inkml:trace>
  <inkml:trace contextRef="#ctx0" brushRef="#br0" timeOffset="123333.28">17585 2907 19 0,'-3'-9'281'0,"3"3"-12"0,0 6-22 0,-1-13-23 15,1 13-28-15,-3-9-26 0,3 9-20 0,0 0-17 16,0 0-9-16,0 0-10 0,-1 31-6 0,0-11-7 15,1 7-7-15,-3 4-1 0,2 4-14 16,1-3 0-16,-3 0-6 0,2 1-12 0,-2-2-7 0,1 0 0 16,-3-3-5-16,1-2-3 0,-1-3-9 0,2-3 1 15,-1-2-12-15,3-1-11 0,-3-7-16 0,3 2-17 16,0-2-12-16,1-3-5 0,0-7 4 0,-1 11 10 16,1-11 0-16,0 0 1 0,-2 6 3 0,2-6 0 15,0 0 2-15,0 0 1 0,-5-27 4 16,5 17-1-16,0-7 2 0,0-2 2 0,1-2 4 15,-1-5-3-15,3-3 1 0,0 2 5 0,3-2 0 16,-4-6 1-16,1 1-2 0,2 2 7 0,-1 4 8 16,1 1 8-16,-2 0-4 0,0 7-1 0,4 1-1 0,-2 2-2 15,-3 2 0-15,2 6 3 0,-1 1-2 0,1 1-4 16,-2 2-3-16,-2 5 1 0,3-11-11 16,1 8-1-16,-4 3 3 0,10-2-5 0,-10 2-14 15,15 3-9-15,-3-1-28 0,-1 5-16 0,3 0-27 16,0 2-27-16,0 1-32 0,-2-1-26 0,-2 3-162 15,-3-3-374-15,-2 0 166 0</inkml:trace>
  <inkml:trace contextRef="#ctx0" brushRef="#br0" timeOffset="123638.79">17574 3121 71 0,'0'0'173'0,"0"0"-12"0,0 0-16 0,0 0-14 16,0 0-12-16,28 2-11 0,-11-4-8 0,5 1-17 16,7-3 0-16,-2-1-14 0,-1 3-6 0,2-2-5 15,-8 1-9-15,0-3-6 0,0 2-5 0,-2 0-10 16,-2 1 0-16,-3 0 2 0,-3 0-4 0,-1-2-2 16,3 3-2-16,-5-4-1 0,-1 5 10 0,0-3 6 15,-6 4 4-15,11-1-5 0,-11 1 6 0,0 0-7 16,8-4-7-16,-8 4-1 0,0 0-9 0,0 0-6 15,9 5 1-15,-9-5-1 0,5 9-1 0,-5-2 1 16,1 0 1-16,1 1-2 0,-2 2 3 0,1 1-5 16,-1-3-9-16,0 4-30 0,2-3-44 15,0 1-49-15,0 0-53 0,0-1-103 0,-2-9-302 16,3 12 134-16</inkml:trace>
  <inkml:trace contextRef="#ctx0" brushRef="#br0" timeOffset="123814.16">17944 2864 51 0,'9'0'16'0,"-9"0"-28"0,15 12-12 16,-4-5 6-16</inkml:trace>
  <inkml:trace contextRef="#ctx0" brushRef="#br0" timeOffset="124384.8">18315 2995 138 0,'-7'-4'233'0,"1"1"-11"0,6 3-12 0,-13-4-13 16,5 4-18-16,-3 0-17 0,0 1-16 0,1 3-14 15,-3 1-11-15,-1 3-13 0,-2 5-7 0,2 0-12 16,0 1-9-16,3 0-7 0,5-4-10 0,-3 2-8 16,4-2-2-16,1 1-5 0,0 0-9 0,3-1-14 15,2-5-13-15,3 5-14 0,0-5-7 0,0 0-6 16,3-1-8-16,2 0-8 0,3-2 1 0,-1-1-1 16,1-1 6-16,-2-1 0 0,1-2 3 0,1 0 4 15,-3-1 5-15,0 0-3 0,0-2-3 16,-3 1 8-16,3-4-6 0,-2 3 9 0,-1-3 12 0,0 4 7 15,-2-2 0-15,1-3 0 0,0 1 7 0,-1 2 7 16,-4 7 9-16,4-6 4 0,-4 6 1 0,3-5 0 16,-3 5-6-16,0 0-7 0,0 0-7 0,0 0-4 15,0 0 2-15,0 0 0 0,5 15-4 16,-4 0 19-16,-1 9 5 0,-2 3 0 0,-1 5-1 16,-1-1 5-16,-1 4-3 0,-1 11 5 0,1-1 1 15,-3 1-5-15,1-13-2 0,1 2-2 0,-2 0 0 16,1 1-2-16,3-2 6 0,-1-3-10 0,0-1 1 15,-2-3-3-15,2 2-2 0,0-4-2 0,0-6-5 16,0-2 3-16,0-1 0 0,-2-1-2 0,1-4 1 16,1-1 0-16,-2-1-3 0,0-2 2 0,-1-4-2 15,-2 0 0-15,10-3-4 0,-22 0 4 0,12-3-5 16,0-4 2-16,-2 0-2 0,2-5-2 0,0-2-1 16,0-2-1-16,2-8-5 0,1 0-3 0,5-2-3 15,2-1 2-15,1-2-3 0,2 2-7 0,3-5 2 16,3 5 1-16,2-3-3 0,4 3 4 0,1 1-6 15,0 1-4-15,3-1-12 0,1 3-13 0,2-1-8 16,2 3-13-16,0 2-24 0,3 1-12 0,-2 3-16 16,0 2-10-16,-1-1-18 0,1 2-34 0,0 5-28 15,2-4-174-15,-9 5-409 0,2-2 181 0</inkml:trace>
  <inkml:trace contextRef="#ctx0" brushRef="#br0" timeOffset="124548.51">18671 3117 2161 0,'0'0'147'16,"0"0"-96"-16,0 0-23 0,0 0-10 0,0 0 18 16,3-2 10-16,-3 2 9 0,0 0 2 0,0 0 7 0,0 0-14 15,0 0-3-15,0 0-10 0,0 0-6 0,0 0-31 16,0 0-39-16,0 0-49 0,0 0-36 0,0 0-44 16,11-2-68-16,-11 2-127 0,0 0-392 0,0 0 174 15</inkml:trace>
  <inkml:trace contextRef="#ctx0" brushRef="#br0" timeOffset="127110.58">18887 2809 70 0,'0'-8'203'0,"0"-2"2"0,0 10-14 0,1-9-14 16,-1 9-26-16,1-7-14 0,-1 7-19 0,0 0-14 15,0 0-8-15,0 0-14 0,0 0-8 16,0 0 0-16,9 27 3 0,-6-12 0 0,2 3-13 16,-1 3 1-16,-2-2-6 0,5 4-1 0,-5-2-1 15,3 5-1-15,0-2 1 0,-1 1-5 0,-2-6-3 16,-1 0-5-16,0 1-3 0,2-2-7 0,-3 0-2 16,1-2 0-16,0 1-5 0,1-4-3 0,-1 2-1 0,-1-2 2 15,0-1-14-15,0-3-16 0,1 1-16 16,-1-1-14-16,0-9-18 0,2 12-18 0,-2-12-13 15,0 0-10-15,1 11-6 0,-1-11 2 0,0 0-25 16,0 0-30-16,0 0-10 0,0 0-112 0,0 0-297 16,0 0 131-16</inkml:trace>
  <inkml:trace contextRef="#ctx0" brushRef="#br0" timeOffset="127489.03">18788 3013 67 0,'0'0'91'0,"-11"-5"-1"15,11 5-21-15,0 0-4 0,0 0-4 0,0 0 7 16,0 0-8-16,0 0 2 0,47 0-8 0,-28 0 2 16,3 2 1-16,0-1-4 0,5 2-7 0,-7-3-2 15,1 3 4-15,-1 0-2 0,-1-2-4 0,-2 3-1 16,-3-2-6-16,-4 1 0 0,0 3 3 0,0-3-6 16,-1 1 1-16,-2-1 0 0,-7-3-5 0,14 7 3 15,-8-3 0-15,-6-4-6 0,9 9 7 0,-4-6-8 16,-5-3 1-16,9 9-4 0,-9-9-1 15,8 9-3-15,-3-4 2 0,-5-5 3 0,10 7-6 0,-10-7-3 16,10 6 6-16,-3-4-5 0,-7-2-2 0,13 7 1 16,-4-5 2-16,-9-2 2 0,18 1-5 15,-7-2 4-15,-11 1-4 0,18-1 7 0,-18 1-3 0,14-4 5 16,-8-1 6-16,-6 5-7 0,13-11 2 16,-8 1 3-16,0 2-6 0,-3-3 0 0,-1 1-2 15,-1 10-4-15,-1-20-4 0,-4 9 5 0,0 0-5 16,-1-1-3-16,0 2-6 0,-1 2-7 0,-1 1-18 15,-3 0-20-15,4 1 3 0,-5 2-24 0,12 4-16 16,-16 0-12-16,16 0-19 0,-18 5-22 0,9 1-104 16,0 0-256-16,9-6 113 0</inkml:trace>
  <inkml:trace contextRef="#ctx0" brushRef="#br0" timeOffset="128534.65">19509 3044 184 0,'0'0'165'15,"0"0"-14"-15,0 0-21 0,0 0-3 0,14 5-7 16,-14-5-10-16,2 14-10 0,-2-14 2 0,-2 17-12 16,5-8-6-16,-2 1-9 0,-1-10-8 0,-1 18-4 15,1-8-7-15,0-10-3 0,1 14-10 0,-1-14 1 0,0 11-7 16,0-11-3-16,0 0 3 0,0 0 6 15,0 10 15-15,0-10 14 0,0 0 14 0,0 0 9 0,0 0-4 16,0 0-8-16,0 0-12 0,0 0-8 16,0 0 0-16,0 0-13 0,0 0-1 0,0 0-6 15,0 0-3-15,-1-41-7 0,2 30-2 0,0-5-8 16,3 0 3-16,1-1-4 0,4 2-5 0,0-1-1 16,2 1-3-16,-1 1 5 0,0 1-12 0,-1 3 0 15,1 2-2-15,-1 0 0 0,0-1-5 0,0 5-3 16,2 0 1-16,0 2-3 0,0 4-3 0,-1 0 1 15,1 1 2-15,-1 4-4 0,3 3 1 0,-3 2 3 16,3 1 3-16,-6-3-4 0,1 5 4 0,2-2 0 16,-5-2 0-16,2 3 2 0,-4-4-1 0,0-1-1 15,1 1 6-15,-1-5-6 0,-2 2 3 0,-1-7-1 16,5 8 5-16,-4-3 0 0,-1-5 8 0,0 0 1 16,0 0 8-16,0 0 8 0,0 0 1 0,0 0 3 15,0 0-9-15,0 0 0 0,0 0-7 16,0 0 1-16,0 0-2 0,0 0 2 0,0 0-2 15,3-36-9-15,-2 26-1 0,3 0-4 0,2 0-5 0,3-5-6 16,1-2-7-16,1 1-4 0,-1 0-2 0,4 4 2 16,-3-2-6-16,2 8 7 0,-4-3-4 0,-1 4-8 15,1 1-1-15,-2 4-1 0,-7 0 0 0,13 4 4 16,-3 1 4-16,-1 4 0 0,-2-1 6 16,-1 3 6-16,2 6-6 0,-2 1 2 0,2-2 3 0,-1 1 3 15,0-2 0-15,-2 1 0 0,4-2 3 16,-4-4 3-16,0 2 0 0,2-4 4 0,-1 0-1 15,2-1 3-15,-1-1 0 0,0-1 1 0,4-2 0 16,-1-2 1-16,2-1 1 0,-12 0 1 0,27-4-1 0,-16 1 3 16,7-4-3-16,-6 3-1 0,0-2 9 15,-1-2-2-15,0 2 1 0,1-8-1 0,-3 2-1 16,1 3 0-16,0-8-4 0,-1 5 3 0,-4 0 2 16,3-3-8-16,-2 0 3 0,-3 2 0 0,-2 1-2 15,2 1 1-15,-3 1 2 0,2 0-3 0,-2 10 2 16,0-11-3-16,0 11 1 0,0 0-7 0,0 0-2 15,-4-11 1-15,4 11-2 0,0 0 2 0,0 0 1 16,-25 16 1-16,14-6-2 0,-3 6-2 0,2-3 4 16,1 0 0-16,0 0-3 0,3-1 1 0,3-1 2 15,2 0-3-15,1 1 2 0,2 0-2 0,0-12 3 16,5 21 4-16,-1-13-1 0,2 1 1 0,2-2 3 16,9 1-1-16,-6-4 3 0,8-2-3 0,3 0 3 15,-3-2-2-15,9-1 4 0,-7 1-4 0,2-2 2 16,-3-2 3-16,1-2-4 0,-5 0 3 0,3-1 4 15,-2-4-4-15,0 1 3 0,-3 1 0 0,-1-3 1 16,-1 0 0-16,1-2-7 0,-4 1 6 0,-1-2-2 16,-1 4 0-16,0-4-2 0,-3 5 9 15,-2-1-1-15,2-1-2 0,-3 4 5 0,-1-3 5 16,0 11 0-16,-1-10-5 0,1 10-7 0,-3-9-3 0,3 9-3 16,0 0-2-16,-9-3-4 0,9 3 2 0,0 0-1 15,-28 12 1-15,12-2-3 0,0 3 5 16,0 0-2-16,3-3-6 0,3 3 1 0,2 2 0 15,-1-1 0-15,4-3 1 0,4 0 1 0,-1 2-4 16,4-2 5-16,2-3 3 0,1 4-1 0,2-1-1 16,4-1 3-16,1-1 0 0,6-2-1 0,2 0-9 15,0-2-19-15,5 2-20 0,-4-4-32 0,2-2-33 16,-4-1-32-16,3 0-29 0,-4-1-36 0,2-2-176 16,-3 0-414-16,-1-5 184 0</inkml:trace>
  <inkml:trace contextRef="#ctx0" brushRef="#br0" timeOffset="128772.87">20795 2860 70 0,'-1'-9'270'0,"1"9"-8"16,0 0-14-16,-2-10-16 0,2 10-19 0,0 0-20 16,0 0-23-16,0 0-25 0,0 0-17 0,0 0-16 15,0 0-15-15,0 0-5 0,0 0-2 16,-3 38-2-16,0-20-5 0,0 2-9 0,-1-3-8 15,1 9-2-15,-4-1 5 0,2 0-15 0,1-7-3 0,2 7-5 16,-1-4-4-16,2-4 0 0,0 1-10 0,-1-2-2 16,1 1-22-16,1-3-34 0,1-4-33 0,-1 2-31 15,2-2-42-15,-2-10-45 0,0 12-48 0,0-12-169 16,-2 12-426-16,2-12 188 0</inkml:trace>
  <inkml:trace contextRef="#ctx0" brushRef="#br0" timeOffset="128931.4">20741 3023 163 0,'0'0'197'0,"0"0"-16"0,0 0-14 16,0 0-22-16,7-9-15 0,-7 9-9 0,7-4-13 16,-7 4-25-16,24-4-35 0,-5-1-41 0,9-1-63 15,1 0-160-15,2 0-234 0,6 0 104 0</inkml:trace>
  <inkml:trace contextRef="#ctx0" brushRef="#br0" timeOffset="129181.04">21355 2828 124 0,'0'0'261'0,"0"0"-19"0,0 0-19 0,0 0-32 0,0 0-16 16,0 0-26-16,0 0-11 0,0 0-6 0,0 0-3 15,0 0-7-15,-3 40-7 0,1-16-13 0,0 1-6 16,-2 1-8-16,2 1 2 0,-2-2-16 0,1 0-4 16,-2 1-4-16,0-7-5 0,3 0-7 15,1 1-6-15,-3-3-3 0,1 2-5 0,2-2-3 16,-1-5-12-16,0 4-22 0,-1-6-37 0,1 1-31 16,0-2-31-16,2-9-27 0,-2 16-39 0,2-16-33 15,0 10-177-15,0-10-401 0,0 0 179 0</inkml:trace>
  <inkml:trace contextRef="#ctx0" brushRef="#br0" timeOffset="129798.99">21351 3033 172 0,'5'-9'167'0,"4"-1"-17"0,-1 1-6 0,2 0-17 16,1 2-9-16,5-5-17 0,0 1-8 0,1 1-10 15,1 1-11-15,-3 3 3 0,2-2-17 0,-2 0 2 16,0 0-8-16,-4 3-3 0,1-2-2 0,-3 0 6 15,-1 0 9-15,0 1 14 0,-2-1 1 0,0 3-2 16,-2-2-7-16,0 0-3 0,-1 0 0 0,1-1 1 16,-4 7 5-16,3-9 0 0,-3 9-3 0,4-7-7 15,-4 7-4-15,4-5-8 0,-4 5-4 0,0 0-15 16,0 0-7-16,0 0-4 0,0 0-3 16,0 0 0-16,0 0-2 0,0 0 2 0,-8 40-5 0,5-25-2 15,-3 2 3-15,5 0-5 0,-1 0 1 0,-2 1 0 16,1-1 1-16,2-1-3 0,-1 1 2 0,1-5 0 15,1 1-4-15,-1-3 2 0,1-10-1 16,-1 18-3-16,1-10-7 0,0-8-12 0,0 12-4 0,0-12-7 16,0 0-1-16,0 12 1 0,0-12 4 0,0 0-4 15,0 0 2-15,2 10 2 0,-2-10 4 0,0 0-1 16,0 0 4-16,0 0-2 0,25-13 7 0,-14 7-4 16,1 0 3-16,2 0-1 0,-3 2-1 15,2 1 5-15,0 0 0 0,0-1 2 0,0 3 5 16,-1-1 1-16,-12 2 7 0,23 4 5 0,-13 0 0 15,-1-1 1-15,3 0-2 0,-1 0 2 0,1 1 0 16,-2 0 1-16,-1 1-4 0,1-2 2 0,-10-3 10 16,18 5-8-16,-5-5 4 0,0 0-1 0,-1-2-1 0,2-1 3 15,-1 3-4-15,5-3 3 0,-5-2 5 16,-13 5 1-16,22-8 3 0,-12-1-1 0,-1 3 5 16,-2-2-4-16,-1-1 2 0,0 2-6 0,0-5 3 15,1 3 4-15,-5-2-7 0,1 0-4 0,-1 0 0 16,1 0-3-16,-3 11 4 0,-3-19 3 0,3 19 0 15,-6-13-2-15,6 13-3 0,-6-9-4 0,6 9-2 16,-16-1-3-16,16 1 1 0,-27 9 1 0,8-1-4 16,-4 7-1-16,2 0 1 0,6-4 1 0,1 2-4 15,4-1 1-15,-1 2-11 0,6-4-6 0,3 1-1 16,2 0-24-16,3 0-18 0,3-2-27 0,4 0-48 16,2-3-45-16,7-1-51 0,8 3-168 0,1-4-428 15,0 0 190-15</inkml:trace>
  <inkml:trace contextRef="#ctx0" brushRef="#br0" timeOffset="135776.25">625 4406 127 0,'0'0'163'0,"0"0"-7"0,0 0-20 0,-20-32-4 0,20 32-14 16,0 0-4-16,0 0-18 0,0 0-7 0,0 0-10 16,0 0-11-16,-27-13-12 0,27 13 2 0,0 0-12 15,0 0 2-15,0 0-12 0,0 0-2 16,-32 58-5-16,23-34 2 0,9-24-5 0,-11 58-1 16,5-27-3-16,3 3 1 0,-1-1-7 0,-3 1 4 15,7-1 5-15,-5 1 0 0,5-34 23 0,-4 63-2 16,2-34 2-16,-1 0-7 0,3-29-3 0,-4 53-5 15,4-26 4-15,0-27-9 0,-4 37-1 0,4-37 4 16,-3 36-8-16,3-36-3 0,-7 31-14 0,7-31-15 16,0 0-14-16,0 0-27 0,-4 29-8 0,4-29-5 15,0 0-14-15,0 0-43 0,0 0-50 0,0 0-106 16,0 0-299-16,0 0 132 0</inkml:trace>
  <inkml:trace contextRef="#ctx0" brushRef="#br0" timeOffset="136214.79">382 4728 11 0,'0'0'193'0,"0"0"-25"16,0 0-16-16,0 0-22 0,0 0-2 0,0 0-24 15,0 0-4-15,0 0-8 0,0 0-5 0,29-52-12 16,-29 52-2-16,37-7-8 0,-9-1-5 0,-28 8-9 16,50-11-2-16,-19 6-3 0,-31 5 0 0,48-12-5 15,-48 12-8-15,40-10-4 0,-40 10-1 16,36-7-2-16,-36 7-8 0,0 0-3 0,0 0 1 15,33-3-1-15,-33 3 0 0,0 0 3 0,0 0 4 16,0 0-1-16,0 0 2 0,0 0 2 0,0 0-1 16,0 0-4-16,0 0-6 0,0 0 2 0,0 0 2 15,0 0-3-15,0 0 1 0,26 22-4 0,-26-22 0 16,0 0 1-16,0 0-2 0,-11 50 1 0,11-50-2 16,0 0-1-16,-6 38 4 0,6-38-3 0,0 0-3 15,6 30 1-15,-6-30-4 0,0 0 2 0,0 0-1 16,10 35-8-16,-10-35 11 0,19 10 0 0,-12-7 0 15,-1-1-3-15,5 1 2 0,0-1-2 0,1-3-1 16,-2 0 4-16,2-3-3 0,-12 4 2 0,15-6 2 16,-7 1-3-16,-1-3 4 0,-1 2-2 0,0-4 1 15,-5 2-2-15,1-3-8 0,-2 11-2 0,-2-23-2 16,-1 7-5-16,-5 2 1 0,8 14-1 0,0 0-3 16,-32-40 1-16,32 40-1 0,-25-24-5 0,25 24 6 15,-20-16-12-15,20 16 1 0,0 0-17 0,0 0-22 16,-29-14-28-16,29 14-28 0,0 0-15 15,0 0-27-15,0 0-105 0,0 0-285 0,0 0 126 16</inkml:trace>
  <inkml:trace contextRef="#ctx0" brushRef="#br0" timeOffset="136453.26">921 4517 41 0,'0'0'206'15,"0"-21"-6"-15,0 14 13 0,-1 1-1 0,1 6 1 16,0-11-15-16,0 11-20 0,0-9-32 0,0 9-8 16,0 0-22-16,0 0-10 0,0 0-21 0,0 0-4 15,0 0-4-15,10 25-7 0,-7-7-5 0,1 8-3 16,3 2-6-16,-3-1-5 0,-1 4-5 0,-1-6-5 16,2 1-5-16,0 0-4 0,-3 0-16 0,3-7-27 15,-4 0-36-15,2-1-27 0,1 0-30 0,-2-4-37 16,2 0-53-16,-2-3-159 0,-2 1-381 15,2-5 168-15</inkml:trace>
  <inkml:trace contextRef="#ctx0" brushRef="#br0" timeOffset="136666.72">1090 4465 163 0,'0'-6'221'0,"0"6"-24"0,0 0-28 0,0 0-26 15,0 0-10-15,0 0-16 0,0 0 4 0,0 0-11 16,10 26-10-16,-6-6-6 0,-2 9-7 0,2-4-4 16,-4 3-5-16,5 1-8 0,-3-2-8 0,0 1-6 15,6-1-1-15,-7-6-6 0,0 3-22 0,1-4-30 16,0-2-28-16,0-3-29 0,2-1-54 0,-1-1-43 16,-1-4-138-16,-2 1-321 0,0-10 142 0</inkml:trace>
  <inkml:trace contextRef="#ctx0" brushRef="#br0" timeOffset="136947.57">1271 4669 121 0,'0'0'197'0,"8"-3"-23"0,-8 3-16 0,0 0-15 16,0 0-16-16,0 0-15 0,5 16-10 0,-5-16-10 15,1 11-9-15,-1-11-4 0,7 9-16 16,-4-2 0-16,-3-7-5 0,8 9 0 0,-3-6-6 15,-5-3 0-15,12 7 1 0,-12-7-5 0,10 1-5 16,-10-1 8-16,12-1-4 0,-12 1 12 0,11-5 1 16,-11 5 5-16,13-8 3 0,-7 4 6 0,-6 4-1 15,4-13-9-15,-2 6-4 0,-2 7-11 0,0-16 1 16,0 16-12-16,-3-20-4 0,-4 10-17 0,1 2-14 16,-3 1-16-16,0-2-11 0,1 4-14 0,8 5-29 15,-21-10-29-15,21 10-25 0,-20 0-37 0,10 3-29 16,-1 1-144-16,11-4-360 0,-18 12 160 0</inkml:trace>
  <inkml:trace contextRef="#ctx0" brushRef="#br0" timeOffset="137439.1">1470 4614 66 0,'0'0'213'16,"0"0"-22"-16,7 9-10 0,-7-9-9 0,0 9-5 15,0-9-13-15,-1 13-9 0,1-13-17 0,0 16-14 16,1-6-7-16,1-2-18 0,-2-8-4 0,4 19-2 16,0-11-14-16,-4-8-3 0,10 17-4 0,-5-11-5 15,3-1-2-15,2-2-5 0,2 0-4 0,-2-1-3 16,-10-2-4-16,18 4-5 0,-18-4-1 0,17-3-4 16,-3 2 0-16,-5-4-6 0,2 1 3 0,-2-1-2 15,0 0-3-15,-1-3-2 0,-1 2-2 0,1-5-1 16,-3 4-3-16,-2-3-1 0,2 0-1 0,-5 10 3 15,6-20-6-15,-5 10 5 0,-1 10 7 0,4-10 1 16,-4 10-3-16,0 0-5 0,0 0-2 0,8-13-8 16,-8 13-2-16,0 0-2 0,0 0-5 0,0 0 2 15,0 0 5-15,0 0-4 0,0 0 3 0,10 33 1 16,-6-25 1-16,0 1 2 0,1 0-5 0,1-3 4 16,0 2-5-16,1-3 4 0,1 0-5 0,2 0 3 15,0-2-3-15,2-3 3 0,-12 0 0 0,24-4 0 16,-11 0 1-16,2-2-2 0,-3 2 2 15,0-2 0-15,-1-1 8 0,-2-2-7 0,3-3 13 16,-5 5 10-16,-3-3 2 0,2 0-1 0,-1-2 3 16,-4 0-5-16,1-3 3 0,-2 4-7 0,-4-1-6 0,-1-3 4 15,0 4-6-15,-3-3-5 0,0 5 0 16,1-3-16-16,0 5-1 0,1-1-11 0,6 8-20 16,-13-9-29-16,13 9-29 0,-11-2-11 0,11 2-28 15,0 0-28-15,0 0-41 0,-21 14-159 0,15-7-396 16,6-7 175-16</inkml:trace>
  <inkml:trace contextRef="#ctx0" brushRef="#br0" timeOffset="137632.28">1977 4531 36 0,'0'0'277'0,"0"0"-17"16,0 0-18-16,10-4-22 0,-10 4-23 0,0 0-22 15,0 0-18-15,0 0-25 0,0 0-7 16,0 0-12-16,11 15-9 0,-8-7-7 0,-3-8-14 15,3 18-3-15,0-7-8 0,1 1-6 0,0-1-6 0,0 3-10 16,-1-2-15-16,0 0-31 0,1-1-39 0,0 1-36 16,-4-12-40-16,5 19-36 0,-1-9-64 15,-4-10-124-15,0 13-364 0,0-13 162 0</inkml:trace>
  <inkml:trace contextRef="#ctx0" brushRef="#br0" timeOffset="137790.01">1911 4342 100 0,'0'0'87'0,"0"0"-27"16,22 7-20-16,-6 1-33 0,-1 5-34 0,4 5-18 16,-1 1-48-16,0 3 21 0</inkml:trace>
  <inkml:trace contextRef="#ctx0" brushRef="#br0" timeOffset="138018.79">2218 4614 114 0,'0'0'240'0,"0"0"0"0,0 0-9 15,0 0-11-15,0 0 0 0,0 0-21 0,7-25-8 16,-7 25-16-16,1-17-17 0,-1 17-13 16,4-21-19-16,1 11-10 0,0 0-13 0,1-1-11 15,2 0-8-15,-2 2-11 0,3 2-10 0,-9 7-7 16,16-10-5-16,-5 6-11 0,-11 4-4 0,18 0-12 15,-18 0 5-15,23 5-4 0,-11-1 1 0,-1 3-1 16,0 1-4-16,-1 2-11 0,-2 0-22 0,-1-1-16 16,-3 1-32-16,-4-10-34 0,10 21-27 0,-6-10-31 15,-4-11-47-15,10 17-44 0,-6-7-128 0,-4-10-402 16,9 9 179-16</inkml:trace>
  <inkml:trace contextRef="#ctx0" brushRef="#br0" timeOffset="138609.68">2811 4323 43 0,'-5'-10'224'0,"-1"1"3"15,0 2-3-15,-2-1-5 0,8 8-21 16,-13-7-14-16,4 7-23 0,9 0-20 0,-22 5-5 16,7 3-25-16,-2 2-5 0,1 2-17 0,3 4 0 15,0 0-13-15,-1 4-6 0,5-6-8 0,0 1-4 16,4-3-7-16,4-1-9 0,1-11-5 0,0 17-10 15,0-17-11-15,8 15-13 0,-8-15-7 0,13 13-4 16,-6-10-3-16,-7-3 1 0,20 1-9 0,-20-1 3 16,23-3 1-16,-23 3-1 0,21-7 3 0,-11 2-2 15,-1-3 1-15,-1 2 5 0,0-2-2 0,0-2 7 16,-2 1-2-16,0 0 5 0,-1-1 11 0,-1 0-4 16,-1 0 12-16,0 1 9 0,-3 9-2 0,4-19 1 15,-3 12-4-15,-1 7 6 0,4-12 1 0,-4 12-2 16,2-7-5-16,-2 7-8 0,0 0-2 0,0 0-1 15,0 0-2-15,0 0-4 0,16 20 7 0,-12-2 8 16,2 11 14-16,-2 6 14 0,4 11 2 0,-3 3-1 16,2-1-1-16,-2 2-1 0,1 0 1 15,-3 2 1-15,0-1-2 0,1-2 0 0,0-3-5 16,-6 1 1-16,4-12 1 0,-1 1-4 0,-1-4-9 16,0 0 1-16,0-1 1 0,-1 0-5 0,-2-5 0 15,1 0 1-15,-4-7-3 0,1-3-3 0,-1-1 1 0,1-4-5 16,-4 0 1-16,1-3 0 0,-2-2-1 15,-2 0 1-15,12-6-3 0,-24 4-3 0,10-7-2 16,-3 0 1-16,0-5-7 0,0-2-6 0,-4-8-5 16,1-4-7-16,3 0-5 0,1-6-2 0,2-4-7 15,4-1-2-15,-2-13 1 0,12-3-5 0,6-2 2 16,5 2 0-16,4-6-4 0,9 0-6 0,17-19-3 16,-10 27-2-16,1-2-3 0,21-17 3 0,-17 23-2 15,6 0 1-15,-6 4 3 0,4 2 0 0,-4 1 3 16,-10 8-5-16,1 5-6 0,-2-1-14 0,5 4-18 15,-3 1-12-15,-3 1-28 0,-7 5-8 0,-2 2-26 16,2 1-32-16,-7 3-171 0,-3 4-389 0,-7 3 172 16</inkml:trace>
  <inkml:trace contextRef="#ctx0" brushRef="#br0" timeOffset="139234.41">520 5996 148 0,'0'0'206'0,"0"0"-11"0,0 0-17 0,0-55-8 16,0 55-9-16,13-45-10 0,-6 18-9 0,4-4-11 16,0 1-7-16,11-12-10 0,-3-3-7 0,3 5-11 15,-8 7-6-15,5-10-6 0,-4 12-8 0,-1-2-6 16,-1 2-8-16,-3 1-4 0,-1 3-6 0,1 1-6 16,-10 26 4-16,10-29-3 0,-10 29-3 15,0 0 0-15,5-31-8 0,-5 31 0 0,0 0-8 0,0 0-1 16,0 0-10-16,0 0 0 0,0 0-12 15,0 0-2-15,0 0-3 0,0 0-3 0,0 0-5 16,-74 48-9-16,58-24-11 0,3 3-6 0,13-27-5 0,-18 47-10 16,13-29-9-16,5-18 2 0,0 0 4 15,9 52-1-15,-9-52 3 0,27 29 6 0,-8-10 5 16,-19-19 0-16,41 25 6 0,-16-12 5 0,2-1-5 16,-3-1 8-16,-5-1 1 0,-1-1 5 0,-3 0 4 15,1 0-4-15,-5-1 5 0,-1-1 0 0,-1 0-1 16,-3 3 4-16,-1-1-3 0,-3-2-3 0,0 1 1 15,-2-8-24-15,0 0-12 0,-10 28-29 0,3-22-27 16,0 3-33-16,7-9-114 0,0 0-275 0,0 0 121 16</inkml:trace>
  <inkml:trace contextRef="#ctx0" brushRef="#br0" timeOffset="139480.29">984 5421 1999 0,'3'-26'26'15,"-1"1"-26"-15,-2 8 14 0,2 5 28 0,-4-1 32 16,2 4 8-16,0 9 5 0,-3-15-10 16,3 15-14-16,-1-11-7 0,1 11-13 0,0 0-10 0,0 0-8 15,0 0-3-15,0 0 1 0,0 0-2 0,14 41 8 16,-6-11-1-16,-1 5 2 0,5 11 0 16,-7 1 0-16,4 3-3 0,-4-15 3 0,1 11-7 15,-3-12 2-15,3 2-4 0,0 0-1 0,0-2-1 16,-1-1 0-16,-3-4-16 0,2 0-22 0,-2-2-32 15,1-2-45-15,-1-6-23 0,0-2-27 0,1-2-40 0,-1-5-29 16,-2-10-151-16,0 17-395 0,0-17 176 16</inkml:trace>
  <inkml:trace contextRef="#ctx0" brushRef="#br0" timeOffset="139924.5">1097 5499 79 0,'9'-16'152'0,"0"10"-12"0,-1-2-19 16,4 5-5-16,-12 3-13 0,16-2-4 0,-16 2-12 16,18 6-5-16,-10 1-10 0,2 3-8 15,-5 2 3-15,-1 4-11 0,-2 1 1 0,-4 1-14 16,-2 1-2-16,-1-2-18 0,-7 1-7 0,3-1-10 16,-3-2-1-16,0-1-3 0,1-3 3 0,3-2 1 0,2-2 5 15,2-1 0-15,4-6 3 0,-8 9-4 16,8-9 6-16,-5 6-3 0,5-6-2 0,0 0-6 15,0 0 1-15,0 0 7 0,0 0-12 0,0 0 2 16,0 0 2-16,0 0-7 0,28-3 5 0,-12-3-4 16,4-4 3-16,7-2-4 0,-9 1 3 0,7-4 2 15,2 3-3-15,-3-3 5 0,-6 6-5 0,0-1 0 16,-3-3 4-16,2 4 3 0,-4-1 2 0,-2 0-3 16,-1 2 5-16,-2-4-5 0,1 2 10 0,-4 1-1 15,-2-3 0-15,-3 12 1 0,2-19 9 0,-2 19-2 16,-5-20 11-16,5 20 2 0,-9-18 12 0,4 10-6 15,5 8 0-15,-9-12 12 0,9 12-5 0,-9-8-2 16,9 8-10-16,0 0-4 0,-15 3-5 0,15-3-1 16,-12 18 0-16,1-3-2 0,7 4-6 0,-5-2 0 15,5 7-6-15,-1-4-2 0,3-3 1 0,0 2-14 16,4-2-20-16,3-1-23 0,0 0-30 0,3-2-46 16,-2-3-24-16,3-1-16 0,0-2-132 0,2 1-317 15,1-5 141-15</inkml:trace>
  <inkml:trace contextRef="#ctx0" brushRef="#br0" timeOffset="140292.76">1584 5492 205 0,'-4'-20'211'16,"1"9"-7"-16,3 11-6 0,-4-15-1 0,4 15-13 0,-4-10-21 16,4 10-14-16,0 0-21 0,0 0-16 15,0 0-11-15,0 0-11 0,0 0-3 0,-21 30-9 16,18-11-3-16,-3 0-13 0,4 5-3 0,-2-6-2 15,1 0-7-15,6-1-5 0,-2 0-3 0,2-1-6 16,3-6-2-16,1 0 3 0,2-2-9 0,1 0-2 16,5-2 4-16,-1-1-6 0,-1-3-2 0,8-2 0 15,-2-3-4-15,-1-2-3 0,1 0 3 0,-4-3-6 16,1 0 3-16,-1 1-6 0,-1-5 3 0,-1 1-1 16,-4-1 0-16,-2 1 2 0,0-4-2 0,-1 0 3 15,-1-3-5-15,-1 6-3 0,-3-7 2 0,2 8-1 16,-3 11 18-16,1-28-4 0,-1 15-1 0,0 13-2 15,-1-16 2-15,1 16 0 0,0 0 2 0,0-16-11 16,0 16-8-16,0 0-2 0,0 0 0 16,0 0-2-16,0 0 4 0,0 0 1 0,0 0-5 0,0 0 4 15,-4 55-10-15,8-39-21 0,-3 0-16 0,2 0-29 16,2 0-35-16,-1-4-37 0,0-2-48 0,3 0-32 16,0-1-157-16,-1 1-415 0,-6-10 184 0</inkml:trace>
  <inkml:trace contextRef="#ctx0" brushRef="#br0" timeOffset="140452.09">1705 5295 47 0,'-13'-8'154'0,"13"8"-61"0,-6-6-54 0,6 6-16 16,0 0-32-16,0 0-50 0,0 0-61 0,0 0 27 15</inkml:trace>
  <inkml:trace contextRef="#ctx0" brushRef="#br0" timeOffset="140727.06">2094 5164 17 0,'0'0'244'0,"0"0"-3"15,-8-11-7-15,8 11-2 0,0 0-4 16,-11-7-9-16,11 7-21 0,0 0-15 0,0 0-21 15,-9-4-23-15,9 4-18 0,0 0-10 0,0 0-15 16,-5 32-2-16,6-5-2 0,-1 4-8 0,0 14 2 16,-1 2-14-16,0 2-5 0,-1 1-6 0,0-3-4 15,2 1-1-15,2 0-5 0,-2 0-9 0,-2 1 0 16,2-13 1-16,0-1-8 0,2-1-1 0,-4 0-4 16,2 2-2-16,2-3 6 0,-4-2-8 0,2-2-3 15,-3 0-5-15,1-3-3 0,-2 2-16 0,3-11-22 16,-3-2-22-16,4-4-28 0,-2 2-33 0,2-13-28 15,-5 15-32-15,5-15-38 0,0 0-57 0,-10 8-156 16,10-8-452-16,0 0 200 0</inkml:trace>
  <inkml:trace contextRef="#ctx0" brushRef="#br0" timeOffset="141013.03">1840 5655 1994 0,'0'0'24'0,"-4"-14"-21"16,4 14-10-16,0 0-31 0,0 0-1 0,5-20 27 15,4 14 0-15,-1 1 3 0,10-3-1 0,1-1 10 16,6-3-11-16,5-1 8 0,2 1 3 0,0-1-6 16,0 3 3-16,-2-2 0 0,-1 0 7 0,1 2-4 15,-3-2-4-15,-8 4 3 0,0 1 3 16,-2-1 0-16,-3 0 4 0,-3 3 11 0,-11 5 21 16,16-7 12-16,-9 4 8 0,-7 3 9 0,0 0 8 15,13-7 1-15,-13 7 2 0,8-6-7 0,-8 6-9 16,0 0-6-16,0 0-10 0,0 0-2 0,0 0-12 15,0 0-1-15,0 0-4 0,11 25-1 0,-11-14-1 16,2 7-2-16,-2-1-1 0,-2 0-5 0,2 1-25 16,3 0-26-16,1 0-37 0,-3-2-44 0,3 0-59 15,-4-16-51-15,2 23-141 0,-2-23-395 0,3 13 175 16</inkml:trace>
  <inkml:trace contextRef="#ctx0" brushRef="#br0" timeOffset="141184.47">2213 5193 22 0,'-4'-4'155'0,"4"4"-45"16,-6-4-26-16,6 4-30 0,0 0-29 0,0 0-44 15,0 0-54-15,0 0-77 0,28 14 35 0</inkml:trace>
  <inkml:trace contextRef="#ctx0" brushRef="#br0" timeOffset="141411.24">2617 5261 52 0,'-8'5'235'0,"2"-2"-5"15,-3-1-24-15,0 5-9 0,0 0-16 0,-4 6-9 16,2 3-7-16,-5 10-18 0,0 0-6 0,0 1-7 0,6-2-18 15,1 0-11-15,2-5-4 0,3 6-20 16,3-7-3-16,3 0-7 0,1-3-8 0,4 0 0 16,1 1-22-16,2-4-14 0,3 0-37 0,2-5-17 15,2-4-26-15,0 0-36 0,4-3-27 0,1-2-35 16,6-3-25-16,-7 0-6 0,7-6-119 0,-8 2-325 16,-1-2 144-16</inkml:trace>
  <inkml:trace contextRef="#ctx0" brushRef="#br0" timeOffset="141738.81">2852 5396 53 0,'-4'-17'138'0,"3"5"12"16,0 5 7-16,-1-3-2 0,-1 5-2 0,3 5-5 16,-8-11-14-16,8 11-8 0,-10 2-11 0,10-2-3 15,-18 12 3-15,6 5-7 0,-3 4-6 0,5-4-7 16,-3 5-7-16,1 0-11 0,3-3-9 0,3-3-6 16,1-2-6-16,1 0-4 0,3-3-7 0,0 1-1 15,2-2-9-15,3-1-5 0,1-1-6 0,0-2-6 16,1-4-3-16,2-1-10 0,-2 1 1 0,4-2-6 15,1-2 3-15,-2-3-1 0,2 1 4 0,-2-2-4 16,-2 1-4-16,3-3 4 0,-5 1 2 0,1-2-4 16,-2 2 1-16,0-6 2 0,0 3 1 15,-3 0 4-15,2-1 13 0,-1 1 0 0,2-1 0 16,-3 4 4-16,-1 7 3 0,1-8 1 0,-1 8-10 16,0-10-2-16,0 10-11 0,0 0 3 0,0 0-2 0,0 0 1 15,0 0-1-15,0 0 2 0,6 31-2 16,-5-20-1-16,0 5 5 0,-1-3-2 0,2 2-1 0,0-4-14 15,1 1-17-15,-1-3-32 0,3 2-38 16,2-4-38-16,-2-2-39 0,4 1-39 0,-3-3-141 16,-6-3-380-16,17-1 169 0</inkml:trace>
  <inkml:trace contextRef="#ctx0" brushRef="#br0" timeOffset="141978.81">3030 5218 23 0,'-2'-9'266'16,"2"-1"8"-16,-1 4-4 0,1 6-8 0,-1-11-39 16,1 11-22-16,0 0-28 0,0 0-20 0,0 0-8 15,0 0 1-15,0 0-2 0,0 0-6 0,1 55-3 16,2-28-4-16,-3 7-9 0,-2-4-6 0,4 1-9 16,-4-1-3-16,2 1-18 0,-1-4-9 0,1 1-8 15,0-1-3-15,1-2-8 0,1-6-4 0,-1 1-14 16,3-5-28-16,-3 2-35 0,1-5-26 0,1-1-34 15,-2-1-38-15,-1-10-46 0,4 12-39 0,-4-12-43 16,3 7-201-16,-3-7-487 0,0 0 216 0</inkml:trace>
  <inkml:trace contextRef="#ctx0" brushRef="#br0" timeOffset="142251.07">2894 5457 121 0,'0'0'164'0,"0"0"-16"16,17-14-17-16,-6 9 0 0,3-2-12 0,3 0-5 16,0 2-1-16,3-1-11 0,0-1-9 15,7-4-6-15,-7 5-2 0,-1 0 6 0,-3 4-11 0,1-5-1 16,-4 6-9-16,-2-2-5 0,-1 3-6 16,-10 0-2-16,18 0-1 0,-18 0 0 0,12 0-2 15,-12 0-9-15,10 3 2 0,-2 3 2 0,-8-6 0 0,5 12 3 16,1-2 4-16,-2 3-7 0,-1-2 1 0,-1 0-1 15,1 0-5-15,-3 2-3 0,1 0-1 16,0 0-9-16,2-3-23 0,-2-1-27 0,2 1-40 16,-3-10-67-16,2 16-57 0,-2-16-200 0,0 0-416 15,0 0 185-15</inkml:trace>
  <inkml:trace contextRef="#ctx0" brushRef="#br0" timeOffset="142432.17">3147 5070 124 0,'0'0'120'16,"0"0"-25"-16,0 0-37 0,17 13-35 0,-7-7-41 15,5 3-49-15,1-2-74 0,0-1 33 0</inkml:trace>
  <inkml:trace contextRef="#ctx0" brushRef="#br0" timeOffset="143212.81">3391 5243 179 0,'-11'10'216'0,"2"-3"-8"0,1-1-3 0,2 2-3 16,2 1-17-16,-1 1-4 0,0 1-1 0,-2-1-19 15,2 1-11-15,1 1-15 0,2 1-20 0,-1-2 0 16,3 4-8-16,2-5-13 0,-1 3-7 15,1-3-4-15,2 0-9 0,3-4-7 0,0 3-5 16,1-4-4-16,2 0-9 0,2 0-5 0,0-5-3 0,0 0 0 16,1 0-5-16,-6-2-6 0,4 0-10 15,-2 1-3-15,-4-4 9 0,1-3-2 0,-1 2-8 0,2 0-1 16,-5-2-3-16,2-1 5 0,-3 0-5 0,-2-1-5 16,1-3 2-16,-5 2-1 0,2-1-5 0,1-1 1 15,-1 3-2-15,1-2-3 0,-2 2-3 16,0-3 4-16,1-1-3 0,1 3-1 0,-1 0-5 15,2 4 3-15,1-1-5 0,0 8 1 0,-1-10-1 16,1 10-3-16,0 0-1 0,0 0 1 0,10-3 1 0,-10 3 2 16,14 12 9-16,-5-6 6 0,1 7 1 0,-2-5 6 15,-2 1-5-15,3 1 3 0,-4 2 6 0,2-1 4 16,-1-2 2-16,-1 1-11 0,0-1 6 16,-1-2 1-16,0-2-5 0,-1-1-1 0,-3-4-5 15,5 7 8-15,-3-3 5 0,-2-4 0 0,0 0 6 16,0 0 5-16,2 11 9 0,-2-11 2 0,0 0 11 15,0 0-13-15,0 0 1 0,0 0-4 0,0 0-21 0,0 0 11 16,0 0-7-16,-4-35-10 0,4 25 2 0,0-2-7 16,2-1 4-16,1-3-10 0,2-4-3 15,2 0-4-15,1 5-1 0,1-3-2 0,1 4 1 0,-3 4-6 16,-1 3 3-16,-1 2 2 0,-1 0-8 16,3 1 6-16,-7 4-1 0,12-2 3 0,-12 2-3 15,13 4 4-15,-5-2 3 0,1 3 0 0,-2 0-1 0,1 0 3 16,1 3 12-16,-3-4-3 0,1-1-1 15,1 4 7-15,0-2-4 0,0-3 10 0,1 0 1 16,0-2 3-16,2-2 1 0,-2 1-2 0,0-4-15 16,3 0 16-16,-3-1-2 0,1-2-3 0,1 0 3 15,-3-1-17-15,-1 1 17 0,-1-1-6 0,2-1 1 16,-5 1-4-16,1-2-2 0,-1 1 4 0,-2-1-6 16,2 0 4-16,-3 1-4 0,0 0-5 0,0 10 17 0,1-12-12 15,-1 5-2-15,0 7-2 0,0 0 0 16,1-10-16-16,-1 10 7 0,0 0-3 0,0 0-3 15,0 0 8-15,0 0-2 0,-10 29 0 0,6-18 1 16,2 4 1-16,-2 3 1 0,0-3 3 0,1-3-6 16,3 8 3-16,-1-4 3 0,1 1-2 0,0-2 3 15,0-2 1-15,3 1-4 0,-3-2 0 0,1 1 3 16,3-4 1-16,-3-1-2 0,0 2 7 0,1-1-7 16,-4 1 0-16,2-1 7 0,-1 1-1 0,-3-3 4 15,0 2-2-15,1-1-11 0,-4 0-19 0,-2-2-38 16,-2-1-34-16,1 2-41 0,-2-4-37 0,1-3-74 15,0 2-247-15,11-2-536 0,-21-5 237 0</inkml:trace>
  <inkml:trace contextRef="#ctx0" brushRef="#br0" timeOffset="143681.6">3662 4564 144 0,'-6'-3'175'16,"1"1"7"-16,5 2 6 0,-10-4-7 0,10 4-13 16,-8-6-13-16,8 6-12 0,-5-3-7 0,5 3-17 15,0 0-11-15,0 0-15 0,-3-7-6 0,3 7-14 16,19-5-2-16,1 1-11 0,11-5-1 0,19-5-8 16,2 3-4-16,9-4-1 0,27-3-4 0,-29 5-1 15,0-3-6-15,-1 3-8 0,2-1 5 0,-1 0 19 16,-1 0-3-16,-6 4-6 0,-12 0-5 0,-6 2-1 15,-3 0-3-15,-3 3-1 0,-7 1-4 0,-4 1 0 16,-5-1 0-16,1 2-4 0,-4 0 4 0,-3 0 5 16,-6 2-2-16,13 0 5 0,-13 0 4 0,7-1 4 15,-7 1-4-15,0 0-3 0,0 0-3 0,8-2-12 16,-8 2-14-16,0 0-22 0,0 0-33 0,0 0-39 16,0 0-36-16,0 0-39 0,0 0-36 15,-23 12-35-15,14-8-159 0,0 1-423 0,2-2 186 0</inkml:trace>
  <inkml:trace contextRef="#ctx0" brushRef="#br0" timeOffset="144254.79">4273 4177 163 0,'0'0'197'0,"0"0"-15"0,0 0-15 0,0 0-7 15,-5-4-6-15,5 4-20 0,0 0-13 0,0 0-13 16,0 0-3-16,0 0-20 0,0 0-7 0,0 0-9 16,0 0-9-16,0 0-8 0,0 0-5 0,0 0-4 15,10-10-3-15,-10 10-3 0,12 0-5 0,-3-3-3 16,1 3-3-16,-2-1-6 0,-8 1 9 0,14 0-11 15,-5 0-3-15,-9 0-3 0,14 3 1 0,-7-3-5 16,1 1-4-16,0 2 6 0,-2 0-2 0,5 0-2 16,0 3 3-16,0-1-6 0,3 1-1 0,-2 0 6 15,6 1-4-15,-7-1-2 0,6 0 2 0,-3 3-2 16,-1-5 1-16,-1 6-1 0,-2-4-2 0,5 2-2 16,-5 1 1-16,-1-3 2 0,0 2-7 0,-1 1 5 15,-2 3 0-15,0 0 6 0,1 4 5 0,-5 0 9 16,-3 4 5-16,-2-2 4 0,-3 9 1 0,1-10 5 15,-5 12 6-15,-6-4-4 0,5 3-2 0,-2-4-3 16,-4-2-1-16,5 1-7 0,-1-7-4 0,1 1-29 16,-7 2-50-16,5 0-62 0,1-6-71 0,1 2-180 15,0-4-405-15,2-5 179 0</inkml:trace>
  <inkml:trace contextRef="#ctx0" brushRef="#br0" timeOffset="162629.29">3839 7655 17 0,'-9'2'120'0,"9"-2"-19"0,0 0 5 16,-7 2-7-16,7-2-8 0,0 0-17 0,0 0-8 16,0 0-8-16,0 0 4 0,0 0-1 0,0 0 4 15,23 9 0-15,-6-9 4 0,3-3-10 0,8 2-1 16,2 0-7-16,2-2-2 0,6 2-4 0,2-1-3 15,12-4-7-15,-1 0-8 0,-14-1 2 0,1 4-4 16,1 3-25-16,-2-4 3 0,-2 4-30 0,-5-2-13 0,-2 2-24 16,-8-4-15-16,-3 8-15 0,-4-2-102 15,-1 0-212-15,-5 0 94 0</inkml:trace>
  <inkml:trace contextRef="#ctx0" brushRef="#br0" timeOffset="162900.81">4176 7690 92 0,'-5'-4'148'0,"5"4"-17"0,0 0-7 0,0 0-14 16,0 0-12-16,0 0-1 0,-3 15-4 0,5-4-5 15,-2 6 0-15,1 3 0 0,0 8 3 16,2 1 3-16,-6 2 0 0,2 3 22 0,1 0-6 0,-3-1-9 15,1-3-10-15,2 1-6 0,-1-2-11 0,-1-1-7 16,1-2-2-16,1-2-10 0,-3-4-4 0,2 0-6 16,0-3-9-16,0 1-21 0,1-3-25 15,-3 1-35-15,3 0-31 0,0-8-36 0,-1 4-31 16,-1-4-14-16,2-1-144 0,0-7-326 0,-1 9 145 0</inkml:trace>
  <inkml:trace contextRef="#ctx0" brushRef="#br0" timeOffset="163412.25">4369 7682 76 0,'0'-8'202'0,"0"8"-23"0,1-10-14 16,-1 10-26-16,0 0-11 0,0 0-10 0,0 0 8 15,4 28 4-15,-3-10-11 0,-1 9-9 0,0 3-14 16,0-1-1-16,-1 0-5 0,1 1-9 0,0 1-6 15,1-4-8-15,-1-1-5 0,0 2-11 0,0-11-2 16,3 1-5-16,-2-1-3 0,2-7-4 0,-2 3-5 16,0-4-3-16,1 1-5 0,-1-4-5 0,0 0-8 15,-1-6-7-15,3 10-3 0,-1-6 3 0,-2-4-1 16,0 0 0-16,4 8-2 0,-4-8-2 0,0 0-8 16,0 0-2-16,12-12-11 0,-5 6 2 0,2-1-3 15,-1-2 8-15,1 4-1 0,2-3 0 16,-2 2-2-16,-1 2 2 0,2 1 2 0,3-1 5 0,-3 0 2 15,3 2 5-15,-2 1-3 0,1 0 4 0,2 1-6 16,-1 0 4-16,2 0 1 0,2 0 1 0,1 0 4 16,0-1 3-16,1-3-6 0,0 1 4 0,0-2-7 15,-1 1 2-15,-1-2 3 0,0-2-1 0,1 2 2 16,-2-3 2-16,-5 3-5 0,6-4 4 0,-4 0 0 16,-3 4-1-16,-4-4 3 0,-1 0-6 0,-2 0 2 15,0 0-2-15,-2 0 0 0,-2-1 12 0,-2 1-5 16,-1 0 4-16,0 0 1 0,2 2 6 0,-2 0 3 15,-1 3 7-15,0 0-4 0,5 5-4 0,-11-3-2 16,11 3-8-16,-15 7 2 0,1 6 1 0,-4 3-2 16,0 5 2-16,7-4-1 0,-3 5-6 0,2 0 0 15,2 2-13-15,5-5-19 0,4-1-20 0,2 0-42 16,4-1-32-16,4-2-21 0,2-2-50 0,5 0-121 16,-1-4-337-16,13 1 150 0</inkml:trace>
  <inkml:trace contextRef="#ctx0" brushRef="#br0" timeOffset="164156.78">5442 7751 165 0,'0'0'159'0,"-5"-5"-24"15,5 5-11-15,0 0-18 0,0 0-5 0,0 0-19 16,0 0 0-16,0 0-3 0,0 0-1 0,0 0-11 16,0 0 2-16,25 4-13 0,-16-3-2 0,0-1 0 15,1 0-7-15,1 0 1 0,-2 3-3 0,0-1-3 16,-1-2 0-16,-8 0-4 0,13 1 1 0,-13-1-6 15,9 2 11-15,-9-2-12 0,9 0-1 0,-9 0 3 16,0 0-3-16,8 0-1 0,-8 0-2 0,0 0-1 16,0 0-3-16,8 4-6 0,-8-4 1 0,1 6-1 15,-1-6-1-15,0 12 4 0,-2-3 2 0,-3 6 0 16,-3 2 1-16,-1 1-1 0,-2 5 0 0,0 0-4 16,-4-3-1-16,6-4-1 0,-1 1-4 0,0-1 2 15,-1-1-1-15,5-5-6 0,1 0 4 0,0-1-1 16,1-2-6-16,0-2 6 0,3 2-3 0,1-7-3 15,-4 7 0-15,1-1-4 0,3-6-2 0,-3 4-3 16,3-4-6-16,0 0-7 0,0 0 5 0,0 0-4 16,0 0 4-16,6 11-1 0,-6-11-1 0,13 4 2 15,-7-2 2-15,6 0 1 0,-2 1 3 0,3 0 0 16,-3-2 0-16,3 1 2 0,-1 0 3 0,3 0-5 16,-1-1 5-16,2 4-4 0,-2-4 5 0,4-1-2 15,3 0 4-15,-3-3-4 0,-1 2 1 0,4-4-1 16,-4 1-3-16,4 0 3 0,0-2 0 0,-1-3-1 15,4 2 3-15,-6-1-4 0,-2 0 5 0,-1-1 1 16,-2-1-3-16,0 0-2 0,-3 1 3 0,-3 1-1 16,1-2-2-16,1 1 5 0,-4 0-1 0,2 0 0 15,-5 0 7-15,-1-1 1 0,2-1-1 0,-3 2-4 16,0 2 5-16,0 7 1 0,-4-14 2 0,3 9 4 0,-2-2 4 16,3 7-1-16,-7-8 7 0,-1 6-9 15,8 2-2-15,-13 0 1 0,13 0-8 0,-18 3-2 16,11 4 1-16,-8 3-5 0,2 2 5 0,1 2-4 15,-1 4 3-15,-2 5 3 0,8-7-4 0,-3 7 1 0,5-4-4 16,1-3 3-16,2 1 0 0,2-1-2 0,1 0 2 16,3 0-3-16,1-5-8 0,4 3-32 15,1-1-22-15,-1-3-31 0,4-3-20 0,-2-1-28 16,8-1-13-16,-2 0-21 0,1-2-112 0,0-2-309 16,0-2 136-16</inkml:trace>
  <inkml:trace contextRef="#ctx0" brushRef="#br0" timeOffset="165000.9">6085 7924 210 0,'0'0'206'0,"0"-9"-19"0,0 9-25 0,0 0-16 0,0 0-8 16,0 0-8-16,0 0-6 0,0 0 4 0,4 30-8 16,-3-14-10-16,-1 1-3 0,2 0-10 0,-1 1-9 15,-2-2-11-15,1 1-5 0,-2-5-7 16,2 1-7-16,-1-2-1 0,2 0-11 0,-1-1-1 0,0-3-7 15,2-1-1-15,-2-6-5 0,1 12 2 0,-1-12-4 16,-1 7 1-16,1-7 1 0,0 0-2 0,0 0 3 16,0 8-3-16,0-8-3 0,0 0-3 15,0 0-3-15,0 0-1 0,0 0-2 0,0 0-3 16,7-26-5-16,-3 15-4 0,1 1-6 0,3 0-3 0,0-2-1 16,1-1-2-16,3 2-2 0,-3 3 0 0,2 1 0 15,-2 0-1-15,1 4-3 0,0 2 0 16,3 2 2-16,-3 1 2 0,0 2 1 0,2 0-2 15,-1 2 2-15,0 0-1 0,0 1 6 0,0 0 0 0,0-1-1 16,4 3-1-16,-5-2 4 0,3-3 0 0,0 2 0 16,5-3 3-16,1 0-1 0,-1-3 0 0,1-3 0 15,1 2-2-15,-1-3 1 0,0-1 0 0,0-1 1 16,-4-3 2-16,4 2 0 0,-6-3 0 16,-2 2-5-16,-2 0 6 0,5-3-1 0,-7 3 0 0,-1-3-1 15,-1-1 2-15,2 2-4 0,-5-3 1 0,2 1 1 16,-3-1-3-16,-1 1 3 0,-1 0-2 0,0 0 2 15,-3 3 2-15,0-1 0 0,-2 3 3 0,3 0 1 16,-1 2-1-16,4 5 0 0,-9-5-6 0,9 5 0 16,-14 0-2-16,4 5-3 0,-1 1 1 0,-3 6 1 15,1 1 2-15,-4 7-2 0,3 2 1 0,0-2-3 16,4 3 3-16,3-5 0 0,1-1-6 0,2 0 3 16,3-1 1-16,0-3 2 0,2 1 0 0,2-4 1 15,2 1 5-15,2 0-5 0,3-3 4 0,3 2 1 16,3-2 6-16,-1-2 3 0,4-1 6 0,-1-1-3 15,1-1 1-15,3-3-4 0,6 0 1 0,-6-2-2 16,-2 0 4-16,2-1-4 0,0-5 2 0,-2 3-2 16,1-3-4-16,-2-1 1 0,4-2 0 15,-5 2-7-15,-3-4 5 0,0 2-3 0,-1-2-1 0,0 0-8 16,-3-2-2-16,-2 0-1 0,-1 1 4 0,-4-3-4 16,-2 2 2-16,-1 0-2 0,-2 3-1 0,-1 0 1 15,-2 1 10-15,1 2 0 0,0 1 1 0,-3-1-1 16,2 3 7-16,0 2-7 0,4 4 3 0,-6-8-3 15,2 4-2-15,4 4 1 0,-4-6-3 0,4 6-3 16,0 0-3-16,-3-7-10 0,3 7 4 0,0 0-3 16,0 0 3-16,0 0 0 0,0 0 3 0,16 0-2 15,-16 0 3-15,18 4-1 0,-8-2 1 0,1-1-2 16,2 2 0-16,-1 0 2 0,-2 3-1 0,1-2 1 16,0 1 2-16,-2-1-1 0,-1 3 0 0,0 1 1 15,-1-3 0-15,-2 5 1 0,1 0 2 0,-2 1 3 16,-2-1-5-16,0 1 3 0,0-1 4 0,0 1-2 15,-2 0 2-15,0 0-2 0,-2-2-1 0,1 3-14 16,0-1-25-16,1-1-23 0,0-1-29 0,1 0-34 16,2-1-39-16,0 0-45 0,1 2-148 0,3-1-388 15,5-2 173-15</inkml:trace>
  <inkml:trace contextRef="#ctx0" brushRef="#br0" timeOffset="167546.76">7671 8181 137 0,'7'-18'208'15,"0"3"-21"-15,6-8-14 0,1 2-14 0,3-1-8 16,-3-2-10-16,4 1-7 0,-2 3 5 0,0-2-14 16,-6 6-9-16,1-1-1 0,2-4-8 0,-1 6-2 15,-6 0-1-15,-2 3-4 0,0 1-10 0,-3 1-3 16,0-1-8-16,-2 3-8 0,1 8-7 0,-4-16-6 15,2 8-6-15,-2 3-7 0,-1 1-2 0,5 4-8 16,-14-6-5-16,6 6-2 0,-3 1-4 0,0 1-4 16,1 1-2-16,-1 1-4 0,0 3 0 0,1-1-12 15,4-2-13-15,-1 3-7 0,4-3-2 0,0 1 2 16,3-5 0-16,3 12 4 0,4-5 0 0,3-1-4 16,2 0 3-16,7-1 2 0,0 0 1 0,9-1 4 15,1-2-2-15,0 1-2 0,-7-1 2 0,-1 2 1 16,-1-2 0-16,-7 0 0 0,-1-1 0 0,0 4 1 15,-2-3-5-15,0 4 5 0,-2 1-2 0,1 1 6 16,-3 3 8-16,-1-1 1 0,-1 0-1 0,1 4 3 16,-1 1-1-16,0-2 1 0,-3-1-3 0,3 0 2 15,-3-1-2-15,3 1 0 0,-1-1 4 0,0-2-2 16,1 4 0-16,1-5-2 0,2-1 2 0,0 0-1 16,4 0-1-16,3-3 2 0,-3-2 1 0,2-1-5 15,5-2 3-15,1 1-1 0,0 0-2 0,2-3 1 16,-1-1-5-16,1-4 0 0,-2 0 2 0,-4 0 1 15,3 0-4-15,-3-4 1 0,2 4-1 0,-4-4 3 0,-2-1-9 16,-2 3-1-16,-1-5-2 0,-1 1 4 16,-4 2-1-16,-2-1-2 0,-2-3 5 0,2 6 1 15,-3-2 6-15,-3 2 1 0,1 0 1 0,-1 2 7 16,0 3 1-16,1 0 0 0,-3 2-5 0,7 3 0 0,-16-3-3 16,16 3 0-16,-17 9-1 0,6 1 12 0,-2 4-14 15,1 0 6-15,2 2-4 0,0 3 1 16,2-3-1-16,4 1-1 0,2 1-3 0,3-2 0 15,2 1-6-15,3-4-7 0,2 1-12 0,2-1-18 16,6-3-2-16,10 1-12 0,-2-3-17 0,7-4-6 0,1-2-1 16,4-2 0-16,2-1 2 0,-1-4 3 0,14-3 8 15,-15 4 4-15,0-5 8 0,-4 2 0 0,-4-3 11 16,1 1 6-16,-4-1 11 0,-7 0 1 0,-2 2 25 16,-4-3 3-16,0 0 12 0,-3-2 1 0,-2 3 7 15,-3-2 14-15,-2 1 8 0,-1-2 0 0,-2 0 16 16,-3 6 6-16,-1-3 4 0,0 4 7 0,-1 1-4 15,-2 1-2-15,0 1-7 0,-2 2-3 0,-3 2-4 16,-3 5-5-16,-1 0-4 0,2 6-4 0,-2-1-7 16,3 1-3-16,0 2-1 0,3 0-1 0,0-1-5 15,4-2-2-15,2-1-3 0,1 2-2 0,1-4-2 16,1 3-2-16,2-3-2 0,0 0-6 0,0-8-3 16,1 12-3-16,3-8 1 0,1 0-3 0,-5-4 6 15,12 5-9-15,-5-2 2 0,-2-1-4 0,-5-2 3 16,12 1 2-16,-12-1 1 0,12-3-2 0,-7-1 2 15,-5 4 0-15,11-6 0 0,-7 3 2 0,2-2-2 16,-6 5 0-16,6-6 2 0,-6 6-3 0,5-3-1 16,-5 3-4-16,0 0 0 0,0 0-2 0,0 0 3 15,13 13 9-15,-8-4 1 0,-2 9 3 0,-1 0 1 16,0 9 6-16,-1 1 3 0,0-1-1 0,-1 2-1 16,0 5 3-16,0-4 3 0,-2 5 3 0,2-2-1 15,-2-2-1-15,2-1 2 0,3 0 0 0,-2-4-3 16,-1-2-3-16,2-6 4 0,-1-1-4 0,-1-4 2 15,0-2-2-15,1-2-1 0,0-1 2 0,1 0 2 16,-2-8 7-16,2 10 13 0,-2-10 4 0,0 0-4 16,0 0-6-16,0 0-6 0,17-21 0 0,-11 5-2 15,3-8-5-15,4 1-1 0,0-6-10 0,1 0-2 16,1-4-12-16,3 0-5 0,-1 2-1 0,7-13-3 16,3 4-5-16,-11 9-1 0,5 1 4 0,-2 0-2 15,-1 2 3-15,2-3 0 0,-3 4 3 0,0 1 0 16,-3 3 4-16,1 1-3 0,-5 6 1 0,2-1 1 15,-5 3 1-15,-3 3 3 0,3 0 1 0,-2 1 5 16,-3 2 12-16,3 1 0 0,-3 0 5 0,-2 7 4 16,2-9 3-16,-2 9 2 0,1-9-1 0,3 5-4 15,-4 4 1-15,0 0-7 0,2-9 2 0,-2 9-3 0,0 0-8 16,0 0-3-16,0 0-2 0,0 0 0 0,0 0-2 16,0 0 5-16,0 0-5 0,0 0-2 0,-3 35 0 15,2-25-1-15,1 3 5 0,-3 4-2 16,4-2 1-16,-1 1-2 0,2-5 1 0,-1 3 1 15,0-4 3-15,1 1-4 0,-1-1 2 0,4 0 0 0,0-1 0 16,-4-2-4-16,7-2-8 0,0-1 3 0,-3 2-5 16,1-3-1-16,4-2 3 0,1-1-5 15,0 0-3-15,3-1-1 0,-2-3 5 0,-1-2-4 16,2 0 6-16,-4 2-1 0,0-5 1 0,2-1 1 0,-3 1 3 16,2-5-1-16,0 1 0 0,-6-3-1 0,3 0 0 15,-2 2 6-15,1-4-1 0,-2 8-1 0,-1-8 5 16,-1 2-3-16,-1 9 0 0,1 0 2 0,-1 1 3 15,-1 6-3-15,4-8 0 0,-4 8-8 0,0 0 1 16,0 0-3-16,0 0 5 0,0 0-2 0,2 19 9 16,-3-6-5-16,-1 2 3 0,0 3-1 0,1-1 0 15,1 1 2-15,0 0 0 0,1-2-1 0,1 0 4 16,-1-5-6-16,3 4 5 0,1-4 0 16,0-2 1-16,4 2-1 0,-2-4 0 0,4 0 3 0,0-3-1 15,2-1 2-15,0 0-3 0,3-3-3 0,-3-1 2 16,1-1-3-16,0-1 2 0,3-1-1 0,-4-2 3 15,-1 2-3-15,-1-2 2 0,-1-3-4 0,-1 0 5 16,-1 1 2-16,-2-4-5 0,2-2-1 0,-3 2-1 16,0-3 3-16,-1 0 1 0,-1-1-1 0,-3 3 1 15,2 0-1-15,-2 2 0 0,2 2-2 0,0 0 0 16,-2 2 2-16,0 7 8 0,2-12-5 0,-2 12-2 16,-1-8-1-16,1 8-4 0,0 0-3 0,0 0 4 15,0 0 0-15,0 0-3 0,0 0 3 0,0 0 1 16,-5 31 0-16,2-20 3 0,1 3 5 0,-2 3-2 15,1-5 0-15,2 4 1 0,0-3 0 0,2 3-1 16,-1-2-1-16,1 0 2 0,2-4-1 0,1 2 2 16,-1-4-1-16,1 3-1 0,3-2-1 0,0 0 4 15,2-4-1-15,0 0 1 0,4 1 4 0,-1-2-1 16,-1-4-4-16,4 3 1 0,-2-3 1 0,2-3-1 16,-2 3-1-16,5-6 2 0,-5 1-6 0,0 0-3 15,1-4-7-15,-4 3-2 0,3-1-5 0,0-3 2 16,-1-2-3-16,-3-2-5 0,-1 1 0 0,-2-3 3 15,-2 1 2-15,1 0 1 0,-2-3-2 0,-1 1 1 16,-3 3-5-16,-2 1 4 0,1 2 2 0,-3 0 5 16,1 3 4-16,0 0-1 0,0 2 5 0,2-1-4 0,2 7 3 15,-5-9 0-15,5 9-1 0,-3-5 0 16,3 5 3-16,0 0-7 0,-5-8 2 0,5 8-2 16,0 0 3-16,0 0 1 0,0 0-3 0,0 0 2 15,0 0 0-15,0 0 4 0,0 0-3 0,18 0 2 0,-5 0-2 16,-2 0 1-16,6 0 4 0,2 0-2 15,-5-1-2-15,0-1 1 0,-4 4-1 0,1-2 0 16,1 0 0-16,-4 1-1 0,3-1-3 0,-4 2 4 16,-7-2 0-16,14 5-1 0,-6-3 1 0,-1 5 1 15,-2 2-1-15,1-1 7 0,-3 3 1 0,0 3 1 16,-3 0 4-16,4 1 0 0,-4 2 3 0,-3 1-2 0,2-2 0 16,1 1 0-16,-1-1 2 0,1 0-2 15,0-4-1-15,2 0-1 0,1 2-2 0,1-3 0 16,-1-2 1-16,3 1 1 0,0 2-2 0,0-6 1 0,4 3-1 15,1-4 1-15,-1-1 0 0,3 2-1 0,0-6-1 16,1 3 3-16,4-4-2 0,-1-1 0 16,0-2-1-16,2 0 0 0,0-1-1 0,-3-3 3 15,0-1-5-15,0-3 6 0,-1 2-6 0,-1-3 0 0,0-1 4 16,-1-1-5-16,-2-3 0 0,5-3 4 0,-6 5-6 16,-5-1 2-16,0 2 5 0,1-1-4 0,-3 3-2 15,1 1 4-15,-3 2 1 0,1-1 6 0,0 1-2 16,-2 3 0-16,0 7-2 0,-2-11-4 15,2 11-2-15,-6-8-4 0,6 8-1 0,0 0 5 0,0 0-3 16,-24 17 3-16,11-4-5 0,-2 3 5 0,-2 3-3 16,-2 0 5-16,6-4-5 0,-3 7 4 0,6-7-1 15,1-1-1-15,6-2-3 0,1 1 1 0,0-1 3 16,4-1-4-16,1-1 4 0,4-1 1 0,-1-2-2 16,2-1 4-16,2 0-3 0,4-3-2 0,3-2-1 15,3 2 2-15,-1-6-5 0,2 2 3 0,7-3-6 16,-6 0-4-16,-2-3 0 0,-1 1-1 0,2-1 2 15,-2-3-1-15,-1 0-5 0,6-6-5 16,-9 4 0-16,7-4 1 0,-9 3-3 0,2-3 5 0,-4 2-7 16,-1 0 0-16,-3-4 3 0,1 3 1 0,-4 1 3 15,-2 3 2-15,0 4-3 0,0 0 5 0,1 1 2 16,-3 6-1-16,0-9-1 0,0 9 1 0,0 0-2 16,0 0 4-16,0 0 8 0,-19 21-3 0,10-6 5 15,-1 0 0-15,-3 7 6 0,2-4-5 0,3-1 3 16,0 2-2-16,0-2-1 0,2 2 0 0,-1 0 3 15,2-2 3-15,1 2-3 0,1-7 0 0,0 5 1 16,2-6 2-16,-2 7-3 0,1-9 1 0,0 3-1 16,2-1 2-16,-3 0-3 0,3-4 7 0,-2 3-5 15,2-10-2-15,-2 12 3 0,1-5-5 0,-2 1-17 16,-1-2-18-16,-1 1-35 0,-3-1-43 0,-3-1-40 16,1-2-51-16,-2-1-53 0,-7 1-153 0,1-3-443 15,-1 1 196-15</inkml:trace>
  <inkml:trace contextRef="#ctx0" brushRef="#br0" timeOffset="167764.59">9540 7718 63 0,'-7'-2'230'16,"7"2"-36"-16,0 0-28 0,-12 2-16 0,12-2-26 0,0 0-25 16,0 0-28-16,0 0-32 0,0 0-27 0,17 14-48 15,-5-8-46-15,-2-3-90 0,7 3-186 0,-2-2 83 16</inkml:trace>
  <inkml:trace contextRef="#ctx0" brushRef="#br0" timeOffset="168430.16">11386 7861 256 0,'0'0'251'0,"-5"-10"-22"16,0 5-15-16,1 0-9 0,-3 1-19 0,-4 2-19 0,-1 0-11 16,0 1-16-16,-2 5-19 0,-2 1-8 0,-2 4-9 15,-2 8-10-15,2 2-9 0,-3 1-6 0,6 2-8 16,-1 2-6-16,3 1-8 0,4-2-4 15,5-8-8-15,-2 5-4 0,4-5 0 0,3 2-4 0,0-5-4 16,5-1-4-16,0-1-4 0,1 1-2 0,4-4 3 16,0 0-5-16,2-1 4 0,1-2-7 15,-2-1-2-15,0-3-1 0,1 0 1 0,0 0 1 0,-2-3-1 16,1 1-3-16,-3-5 1 0,4 0 14 0,-6 1 3 16,0-4-3-16,-1 0-6 0,-2-1-3 0,2-4 0 15,-2-2 0-15,0 2-5 0,-4-2 1 0,0 1 1 16,0 4-5-16,0-1 6 0,0 3 7 0,0 0 5 15,0 10-3-15,0-12 2 0,0 12-10 0,-3-9-5 16,3 9-6-16,0 0-4 0,0 0-4 0,0 0 6 16,0 0-3-16,4 24-1 0,-4-13 4 0,0 7 0 15,2-1-2-15,-1 0 3 0,3 2-4 0,-1 0 4 16,3 0-10-16,2-3-19 0,-1-1-34 0,2 0-32 16,2-2-33-16,2 2-47 0,1-8-42 0,4 2-47 15,0-2-177-15,3-3-470 0,0-3 209 0</inkml:trace>
  <inkml:trace contextRef="#ctx0" brushRef="#br0" timeOffset="170079.31">12035 7873 75 0,'0'0'127'0,"0"0"-6"0,0 0 3 0,0 0-2 0,0 0 1 16,-2 27-12-16,2-13-1 0,0-1-6 15,2 3-9-15,-2 1-10 0,0 0 5 0,0-1-9 16,-2-3-2-16,2-1-8 0,2-1-4 0,-2 1 8 0,0-2-9 16,0-1-4-16,-2-1 7 0,2-8-9 0,0 11 4 15,0-11 1-15,0 8 5 0,0-8 7 16,0 0 6-16,0 8 12 0,0-8-6 0,0 0-8 15,0 0-7-15,0 0-7 0,0 0-9 0,0 0-8 0,-14-16 0 16,14 16-3-16,-4-14-8 0,1 5-2 0,1-2-5 16,0 1 0-16,0-3-5 0,2-3-4 0,2-1-4 15,0 1 1-15,1-1-4 0,-1 0-3 0,2 0 1 16,2 1-10-16,-2 0-1 0,2 5 3 0,0-1-8 16,1 1-4-16,0 2 6 0,3 2-8 0,-2 0 0 15,3 1 2-15,1 4-2 0,-2 2-2 0,4 0-2 16,-2 6 4-16,3 0-2 0,1 4-1 0,-5 3 2 15,3 1 4-15,-1 2-2 0,-4-3 3 0,3 3 1 16,-2 1-1-16,-3-2 1 0,0-3-2 0,-3-1 2 16,3-1 3-16,-5-1-2 0,0 2 3 0,0-1 1 15,1-5 3-15,-1-1-3 0,-2-4 2 0,2 8 4 16,-2-8 3-16,0 0 5 0,2 7-3 0,-2-7 1 16,0 0-3-16,0 0 0 0,0 0-4 0,0 0 4 15,0 0-2-15,-13-16 1 0,13 16 1 0,-2-13-2 16,2 3-2-16,-2 0-9 0,4-5 0 0,0 1-3 15,2 2 0-15,3-3-2 0,1 1-1 0,-1 4-1 16,-1 3 0-16,2 1 0 0,2 0-4 0,-1 2 1 16,0 1 1-16,0 2-1 0,0 1 1 0,0 2 0 15,1 4 4-15,2-1-5 0,-1 3 3 0,-4 1 0 16,5 1 0-16,-1 3 2 0,-5-3 4 0,6 2-1 16,-6-1 0-16,-1 1-17 0,1 0-10 0,-2-1-23 15,2 1-26-15,-2-2-24 0,-2 2-34 0,3-4-23 16,-1 1-30-16,-2-2-29 0,0-1-115 0,-2-6-364 15,5 7 162-15</inkml:trace>
  <inkml:trace contextRef="#ctx0" brushRef="#br0" timeOffset="170277.25">12583 7924 129 0,'0'-7'222'15,"0"7"-5"-15,0-11-7 0,0 11-17 0,0 0-24 16,0-9-19-16,0 9-19 0,0 0-14 0,0 0-11 0,0 0-5 15,0 0-5-15,5 30 3 0,-3-12-9 16,-2-2-12-16,2 9-5 0,-4-7-5 0,2 2-6 16,0-2-9-16,-2 3-10 0,4-3-29 0,-4 0-27 15,0 0-34-15,2-2-31 0,0-1-22 0,-1-3-31 16,1-2-40-16,-2 1-143 0,-1-2-340 0,3-9 151 0</inkml:trace>
  <inkml:trace contextRef="#ctx0" brushRef="#br0" timeOffset="170442.6">12558 7624 93 0,'7'-6'100'0,"-7"6"-32"0,0 0-24 15,15 18-14-15,-3-1-24 0,-1 4-32 0,3 8-27 0,-6-1-57 16,6 2 26-16</inkml:trace>
  <inkml:trace contextRef="#ctx0" brushRef="#br0" timeOffset="170679.27">12764 8107 77 0,'0'0'215'0,"0"0"-4"16,0 0-11-16,0 0-5 0,-10-21-5 15,10 21-5-15,1-15-10 0,2 5-19 0,1-1-15 16,1-4-9-16,2 0-10 0,-3-1-10 0,9 2-13 0,-1 1-12 15,-3 3-7-15,2 1-2 0,-2 3-13 0,2 2-5 16,0 1-8-16,1 1-4 0,-1 4-9 0,0 1-4 16,3 4-5-16,-5 1 0 0,5 2-2 0,-4 4-6 15,1 2 0-15,-1-1 6 0,-5 2-10 16,3-1 4-16,-3 1-12 0,-1 1-30 0,1-3-27 0,-3-2-37 16,0-2-33-16,-1 0-48 0,1-1-38 0,-2-1-185 15,2-1-421-15,0-1 186 0</inkml:trace>
  <inkml:trace contextRef="#ctx0" brushRef="#br0" timeOffset="170884.75">13133 7928 244 0,'0'0'245'0,"3"-9"-19"0,-3 9-22 0,0 0-22 15,0-8-16-15,0 8-13 0,0 0-5 0,0 0-16 16,0 0-5-16,0 36 0 0,0-23-9 0,-3 5-12 15,0 3-12-15,3 2-4 0,-2 2-8 0,0-5-9 16,-2 0-6-16,2-2-15 0,-1 0-33 0,-1-2-42 16,2 0-33-16,0-3-57 0,2-3-47 0,0 2-58 15,-4-5-130-15,4 1-376 0,0-8 166 0</inkml:trace>
  <inkml:trace contextRef="#ctx0" brushRef="#br0" timeOffset="171037.67">13107 7659 2 0,'0'0'85'0,"0"0"-33"0,0 0-36 0,15 31-43 16,-11-5-27-16,0-2 12 0</inkml:trace>
  <inkml:trace contextRef="#ctx0" brushRef="#br0" timeOffset="171501.16">13348 8164 120 0,'0'0'220'0,"0"0"2"0,0 0-2 16,0 0-6-16,0 0-8 0,-15-19-9 0,11 10-3 16,-1-2-13-16,0 1-16 0,1-2-15 0,2-2-4 15,-1-1-8-15,1-1-13 0,0 0-8 0,2 1-6 16,0 2-13-16,4 1-10 0,-4 1-10 0,5 1-3 15,-1 0-7-15,1 3-14 0,4 0-9 0,-4 5-2 16,3-1-11-16,-8 3-3 0,16 4-4 0,-5 3 3 16,1 0-7-16,3 4-5 0,-1 1-3 0,-1 6 1 15,-2-2 2-15,-1 1-4 0,-1-1 4 0,-3-2-9 16,6 1 1-16,-8-3-2 0,-1-3-9 0,1 1-2 16,-2-2-3-16,0-1-3 0,0 0 4 0,1-2-6 15,-3-5 3-15,2 7 1 0,-2-7-5 0,0 0-4 0,0 0-1 16,0 0 1-16,0 0-1 0,0 0 4 15,0 0-5-15,0 0-4 0,-16-15-4 0,14 9 0 16,2-5-6-16,0 11 2 0,7-25 5 0,-1 10-5 16,-1-3-3-16,4 1 0 0,0-1 4 0,2 4 0 0,-1 1 3 15,0 3 3-15,-1 2 1 0,-2 2 0 0,3 1-1 16,-4 2 2-16,1 3 4 0,-7 0 0 16,16 3 4-16,-12 1 9 0,5 3 6 0,-1 2 6 15,-3 4 0-15,0-1-1 0,2 2 4 0,-3 1 0 16,0 2-1-16,-4 0-1 0,3-2 2 0,-3-2-1 15,2-3 1-15,-2 2-3 0,0-1-23 0,0-1-28 16,2-1-35-16,-2 3-35 0,0-6-31 0,2-2-21 16,3 3-24-16,0-4-9 0,-5-3-118 0,11 4-344 15,-5-2 153-15</inkml:trace>
  <inkml:trace contextRef="#ctx0" brushRef="#br0" timeOffset="171822.94">13829 8061 84 0,'3'-13'154'0,"-1"0"12"16,0 2 17-16,0 2 5 0,-2 3-1 15,0-1-11-15,0 7-14 0,2-10-21 0,-2 10-19 0,0 0-7 16,0 0-5-16,0 0-1 0,0 0-2 16,-6 30-3-16,3-19-5 0,-1 2-12 0,4 1-7 0,-2 0-6 15,0 3-5-15,4-2-5 0,-2-3-6 16,0 1-4-16,4-6-3 0,1 2 1 0,1-2-7 0,2 0-6 16,-2-4-1-16,5 1-3 0,1 1-1 0,-1-4-6 15,0-1-2-15,1-3-4 0,0 0 1 0,-3-2-4 16,3 1 2-16,-1-3-2 0,-2 0 0 15,1-2-5-15,-2-1 1 0,-1 0-1 0,-1-2-2 16,0-1-2-16,2 1-3 0,-3-4-2 0,-1 7 5 0,-2-3 5 16,2 5 2-16,-1-1 4 0,0 3-3 0,-3 5-6 15,2-9-4-15,-2 9-5 0,0 0 6 16,0 0-5-16,0 0 3 0,6 16 4 0,-8-6-4 16,0 7 2-16,2-3 1 0,-2 2-5 0,0-5-25 0,-1 3-40 15,3 1-31-15,-3-2-55 0,3-1-60 0,0-2-37 16,3 3-198-16,-3-2-476 0,5-1 210 0</inkml:trace>
  <inkml:trace contextRef="#ctx0" brushRef="#br0" timeOffset="172382.64">14229 8109 121 0,'0'0'219'16,"6"-3"-10"-16,-6 3-11 0,0 0-8 0,3 13-9 15,-3-13 1-15,2 16-17 0,-2-5-17 0,0 0-11 16,0 0-4-16,0-2-9 0,0 4-10 0,-2-4-11 16,2-2-7-16,2 0-6 0,-2-7-10 0,-2 12-11 15,2-12-2-15,-2 10-2 0,2-10 2 0,0 0 9 16,0 9 4-16,0-9-1 0,0 0 0 0,0 0-15 16,0 0-5-16,0 0-2 0,0 0-2 0,0 0-6 15,-14-18-5-15,13 11-5 0,-1-2-7 0,4-2 2 16,-2 0-3-16,2-6-4 0,0 0-1 0,4 1-2 15,1-3-2-15,1 0 0 0,0 1 4 0,1 0-10 16,5 2 0-16,-5 3-4 0,5 0 0 0,1 1-4 16,0 5-2-16,-3 4-3 0,1 2 0 0,1 2 2 15,-1 2-6-15,-2 3 4 0,5 4-2 0,-1 2-1 16,-1-1 4-16,-5 4-5 0,2-1 4 0,-2 4 1 16,-2-3-3-16,1-1 2 0,-3 3 2 0,0-4 0 15,-3-1-2-15,1-2 7 0,1-1-2 0,-4-1 0 16,2-3 1-16,-2-5 0 0,2 11-1 0,-2-11 6 15,0 0 0-15,0 7 3 0,0-7 2 0,0 0-1 16,0 0-4-16,0 0-4 0,0 0-5 0,0 0-1 16,0 0-7-16,-4-31-3 0,6 22-8 0,1-3-6 15,-1 0 1-15,4-6-5 0,9-5-2 0,-5 0 0 16,4-3-4-16,5 3-3 0,2 1 3 0,-2 2 2 16,4 3 6-16,-6 7-4 0,0 0-1 0,0 3 3 15,-5 5 2-15,2-1-3 0,-2 4 8 0,1 3 8 16,-1 3 2-16,-2 0 2 0,2 5 0 0,-1 1 2 15,-5 1 3-15,1 1 3 0,0 2 0 0,-2-1-1 0,-3 1 3 16,0-5-4-16,0 6 3 0,-2-3-16 16,0-3-47-16,-2 1-62 0,0-1-70 0,2-1-54 15,-2 1-239-15,1-4-523 0,1-8 231 0</inkml:trace>
  <inkml:trace contextRef="#ctx0" brushRef="#br0" timeOffset="173995.25">15440 7845 87 0,'-5'-5'208'0,"-1"1"-13"0,-3 0-13 0,1 3-10 16,-2-2-16-16,-1 7-13 0,-5 4-8 0,2 4-12 15,-7 7-10-15,2 2-5 0,1 1-7 0,2 7-10 16,4-2-5-16,0-1-7 0,3 2-10 0,3 0 1 0,3-1-9 16,3-7-5-16,1-1-3 0,4 1-2 0,3-3-7 15,3 1-3-15,2-3-5 0,3-2 6 16,5 3-10-16,2-4-1 0,-3-5-7 0,6 3 5 15,1-6-13-15,-7-1 5 0,2-2-2 0,0-2 1 0,-3-2-1 16,0 1-4-16,-1-4 5 0,0-1-3 0,-2 1-5 16,-2-5 5-16,2 3-5 0,-6-5 2 15,2 1-5-15,-1 0 0 0,-4-2-2 0,1-3 1 16,0 1-3-16,-2-1 1 0,-1-2-1 0,-1 0 0 0,-1 0 2 16,-1 2 5-16,0 1 6 0,-2 3 4 0,0 2-2 15,0 2 0-15,0 3-5 0,0 6-2 16,2-9-10-16,-2 9 1 0,0 0-8 0,0 0 7 15,0 0-2-15,0 0-1 0,-10 22-4 0,5-4 7 0,2 2 4 16,-2-1-3-16,0 5-1 0,1-5 0 0,3 1-1 16,0-1 1-16,0-3-3 0,2 0 4 0,0-3 1 15,3 0 0-15,1-3-3 0,4 0 3 0,-3-1 0 16,3 0 1-16,3-4-3 0,-2 0-1 0,3-1-2 16,2-4-1-16,-3 0-3 0,3 0 1 0,4-4-2 15,-6 1 5-15,-2-3 0 0,1-1 2 0,-1 0-2 16,2-5 0-16,-3 2 0 0,-1-2 2 0,0-1-3 15,-1-1-3-15,1-2 2 0,-5-2-1 0,1 1-2 16,-1-9 0-16,-2 7 4 0,0 2-1 0,-1-2 4 16,-2 0 0-16,1 3 0 0,-3 0-3 0,2 6 1 15,1 1 2-15,-3 4-1 0,3 5 2 0,-1-11-2 16,1 11-4-16,0-8-6 0,0 8 4 0,0 0-3 16,0 0 1-16,0 0 1 0,-1 26 4 0,-1-10-2 15,1 3 6-15,0 0 1 0,-1 0 8 0,2 0-9 16,0 5 2-16,0-5 0 0,0-1 0 0,3-1 2 15,-2-5 1-15,4 4-1 0,-1-5 2 0,3 0 0 16,0 0 2-16,2-3-4 0,0 0 8 0,0 0 5 16,3-4-9-16,-1 0 3 0,3-2-4 0,-2-1 1 15,6-1 4-15,-4-1-6 0,5 0 3 0,-4-4-4 16,3 1 10-16,-6-2-11 0,3-4 1 0,-1 0 0 16,-5 1 3-16,4-2-6 0,-7 2-1 0,3-7-9 0,0 1-2 15,-5-2-1-15,0-2-3 0,-3 0 2 16,-1 1-4-16,0 0-1 0,-1 0 5 0,-2 0-2 15,-1 3 1-15,-2 1 2 0,-2 3-3 0,3 1-1 16,-1 1 4-16,1 1 2 0,-3 1-1 0,3 3 4 0,-2 1-5 16,7 3 2-16,-7-7-1 0,7 7-1 15,-7-3-2-15,7 3-5 0,0 0 0 0,0 0 0 16,0 0 5-16,0 0 0 0,0 0 2 0,0 0 1 16,0 0-2-16,0 0 2 0,36 6-1 0,-24-4-1 0,0-2 4 15,5 2-1-15,-5 0 1 0,0-1 1 0,0 0 0 16,-1 1-3-16,-2 1 1 0,-2 0-1 0,-1-2-3 15,2 3 3-15,-3 0 3 0,0 1 2 16,-1 0 5-16,0 0-2 0,1 5 3 0,-1 0 0 0,2 0 8 16,-5 2 6-16,3 1 1 0,-1 4-2 0,-2-5 0 15,0 4 2-15,2-2-3 0,-1 0-1 0,1-3-1 16,0 0 6-16,-1 2-7 0,3-4-3 0,0 1 2 16,0-1-2-16,2-2 1 0,-1 1-1 0,4-2 5 15,-2-1-6-15,1 1 3 0,2-4-4 0,0 0 2 16,0-2-6-16,2-1-7 0,1 1-2 0,0-3-5 15,-2 0-2-15,-1-1-2 0,-1-3-7 0,1 1-3 16,-2-5-13-16,-1 1 6 0,-1-5-1 0,-1 1-4 16,-2-3 3-16,0 0-4 0,-1-1 3 0,-3 1 1 15,-4 0 6-15,0-1 4 0,0 0 1 0,-1 3 2 16,-3-1 9-16,1 6 5 0,0-2 3 0,1 4 5 16,-2 1-5-16,2-1 5 0,1 4-2 0,2-2 0 15,3 6-2-15,-6-6 3 0,6 6-4 0,-3-4 0 16,3 4-7-16,0 0 5 0,0 0 0 0,0 0 1 15,0 0 1-15,25 1 0 0,-8 2 0 0,1 0 1 16,0 0 3-16,2 0-3 0,-1 4 2 0,0-1-5 16,-2 1 2-16,0 1 1 0,-3 2-3 0,-1 1 6 15,-4-2 0-15,-3 2 3 0,1 5 8 0,-2-5-1 16,-1 5 7-16,-2 0-1 0,-1-1 0 0,2 3 2 16,-1-2-3-16,-2-5 5 0,-2 2-2 0,2-2 0 15,2 1-3-15,0-2 2 0,0-2-5 0,1 2-1 16,-1-4 0-16,2-2 4 0,0-1-3 0,3 1 7 15,1 1 1-15,1-4 0 0,3-1-1 0,1 0-2 16,-1 0-3-16,0-6 1 0,2 1-2 0,-2 1 0 16,4-4 3-16,0 0-3 0,-3 0-4 0,-1-4-3 0,2 2 2 15,-4-4 0-15,-2-2 2 0,0 3-5 16,0-3 0-16,-4 4 0 0,0-6-2 0,0 3 3 16,-1 1-2-16,1 5 3 0,-6-4-2 0,2 4 4 15,0 1-3-15,0 8 6 0,-6-10-7 0,2 7-2 0,4 3-4 16,-18 4 4-16,3 3 2 0,-1 4-2 0,2 2 7 15,-2 0-8-15,0-1-8 0,0 0-17 16,4 5-24-16,2-2-20 0,0-1-43 0,2-1-56 16,4-1-37-16,2-2-212 0,0 3-449 0,5-4 199 0</inkml:trace>
  <inkml:trace contextRef="#ctx0" brushRef="#br0" timeOffset="174259.08">17062 8176 236 0,'5'-9'254'0,"-2"3"-9"16,-3 6-10-16,3-10-19 0,-1 2 16 0,-1 1-15 16,3 2-14-16,-3-6-21 0,1 2 0 15,1 1-28-15,-2 0-13 0,2-1-7 0,0 0-9 0,0-1-12 16,0 3-5-16,3-5-14 0,2 3-6 0,3-3-17 16,-1 3 6-16,0 0-20 0,1 2-3 0,-1-2-11 15,2 6-2-15,-2-1-8 0,0 4-5 0,-1-2 1 16,1 4-10-16,-2-1-1 0,2 5-7 0,-2 1 6 15,0 3-3-15,-2 0-2 0,-1 1 12 0,2 0-21 16,-4 1-11-16,0 1-11 0,0-1-26 0,-2-1-32 16,0 2-34-16,0-1-37 0,1-3-43 0,-1-1-51 15,0 1-237-15,1-3-518 0,1-2 230 0</inkml:trace>
  <inkml:trace contextRef="#ctx0" brushRef="#br0" timeOffset="174515.03">17470 7847 109 0,'2'-16'231'0,"2"-4"-3"0,0 4 8 15,-2 4 4-15,-2 3-1 0,3 2-13 0,-3 0-24 16,0 7-23-16,2-7-25 0,-2 7-13 0,0 0-6 16,0 0-8-16,0 35-2 0,-1-10 1 0,-2 7 4 15,-4-1-10-15,1 1-8 0,2 2-13 0,-4-2-2 16,3 0-12-16,0-1-8 0,0-3-5 0,1 0-6 15,0-2-16-15,3-7 1 0,-2 2-3 0,2-3-9 0,0-4-23 16,1 0-29-16,2-2-24 0,-2-3-44 16,-1-2-34-16,1-7-40 0,0 14-29 0,0-14-25 15,0 7-32-15,0-7-214 0,0 0-492 0,0 0 218 16</inkml:trace>
  <inkml:trace contextRef="#ctx0" brushRef="#br0" timeOffset="174664.26">17360 7993 232 0,'-3'-6'217'0,"3"6"-19"16,0 0-18-16,0 0-14 0,0 0-19 0,5-8-9 15,-5 8-8-15,13-1-13 0,0 0-16 16,5-2-31-16,5 2-42 0,9 1-54 0,3-3-68 16,4 0-174-16,-5-3-289 0,4 1 127 0</inkml:trace>
  <inkml:trace contextRef="#ctx0" brushRef="#br0" timeOffset="175385.59">18282 7941 101 0,'0'0'218'16,"0"0"-15"-16,0 0-9 0,0 0 2 0,0 0-2 16,-24 13-8-16,14-2-11 0,-3 4-12 0,-4 5-6 15,0 0-10-15,5-3-9 0,-2 0-17 0,5-3-9 16,3 3-13-16,-1-5-9 0,7 0-10 0,0 1-5 15,5-2-7-15,-1-1-8 0,4 1-4 0,2-4-1 16,8 0-7-16,0-1-5 0,1-2-4 0,3-1-1 16,-2-1-6-16,2-3-4 0,-3-3 0 0,-2-1-10 15,1-1-7-15,-4-1-6 0,-2 1-2 0,-3-3-3 16,3-4-4-16,-5 1-3 0,-3 1 0 0,0-5-8 16,-1-1 0-16,-3-1-2 0,-1-1-2 0,-3-5 2 15,-2 2 2-15,1 7 5 0,-1-2-2 0,-4 3 7 16,2 0 0-16,2 5 6 0,0 2 3 0,0-2 2 15,4 4-1-15,2 5-7 0,-5-4 0 0,5 4 0 16,0 0 0-16,0 0-1 0,-17 10-3 0,16-5 6 16,1-5-3-16,2 13 4 0,-2-13-2 0,14 12-2 15,-3-5-3-15,8-3 6 0,0-2-9 0,12 3-4 16,4-4-4-16,0-2-1 0,-2-2-3 0,2-2 6 16,-2-2 2-16,-5 0 0 0,-8 0 1 0,5-3 5 15,-10 1 5-15,-1-1 1 0,-4 1 9 0,1-7 2 16,-2 2 5-16,1 0 2 0,-4-4 0 0,0 1 5 15,-2-1 2-15,-1 2 8 0,-2-3-4 0,1 2 7 16,-1 5 8-16,0 5 2 0,-1 0 15 0,0 7-15 16,-1-12-4-16,1 12-12 0,0 0-8 0,0 0 0 15,0 0 0-15,0 0 1 0,-9 26-1 0,2 4 5 16,-5 1 0-16,-1 12-4 0,4-7 18 0,-3 9-15 16,0 1 3-16,4-13 9 0,0 5 12 0,3-4-10 15,0 0-3-15,1 0-6 0,0-3 3 0,-1 2-4 16,3-5-4-16,0 2-5 0,2-4-3 0,0-8 2 15,0 6-2-15,0-5 1 0,0-3-14 0,3-3-19 16,-2 2-35-16,0-4-21 0,1-1-34 0,-2-10-32 16,0 14-29-16,0-14-26 0,2 7-36 0,-2-7-51 0,0 0-181 15,0 0-496-15,0 0 220 0</inkml:trace>
  <inkml:trace contextRef="#ctx0" brushRef="#br0" timeOffset="175554.16">18642 8133 22 0,'-3'-5'302'0,"3"5"-32"0,-1-9-27 0,1 9-20 16,-3-6-19-16,3 6-11 0,0 0-12 0,0-10-14 15,0 10-15-15,0 0-14 0,5-8-15 0,-5 8-3 0,14-2-25 16,0-1-15-16,5 0-32 0,9 1-33 16,7-3-57-16,1-1-60 0,19-1-54 0,-4 1-65 15,-1-1-122-15,-13 1-371 0,2 0 164 0</inkml:trace>
  <inkml:trace contextRef="#ctx0" brushRef="#br0" timeOffset="175900.81">19628 7745 80 0,'0'0'193'16,"0"0"-10"-16,0 0-6 0,0 0-2 0,0-10-15 16,0 10-9-16,0 0-7 0,0 0 1 0,0 0-1 15,9 23 1-15,-7-8-3 0,0 2 9 0,2 4-7 16,-4 5-5-16,0 4-12 0,0-1-4 0,-3-1-16 15,2-1-4-15,-1 2-13 0,1-3-6 0,-1 1-10 16,-2-6-6-16,4-2-2 0,-1 1-5 0,1 0-7 16,0-4-10-16,-4 1-20 0,5-2-39 0,0-3-39 15,1-2-42-15,-1-2-45 0,1-2-48 0,1 2-41 16,-1-3-200-16,-2-5-464 0,11 5 206 0</inkml:trace>
  <inkml:trace contextRef="#ctx0" brushRef="#br0" timeOffset="176440.16">20001 7993 30 0,'0'0'234'0,"0"0"-24"0,0 0-12 16,12 9-7-16,-10-5-7 0,-2-4-9 0,2 16-8 16,-2-7-10-16,1 1-11 0,-2 1-5 0,-1 0-9 15,1-1-12-15,1 0-11 0,-1 0-11 0,-1-3-7 16,2-7-8-16,-1 13-10 0,1-13-3 0,-1 7-5 15,1-7-1-15,-1 8 10 0,1-8 5 0,0 0-4 16,0 0-8-16,0 0-3 0,0 0-7 0,0 0-4 16,0 0-5-16,0 0-4 0,-12-17-5 0,12 17-3 15,-1-16-5-15,2 8-4 0,1-5-1 0,1 2-4 16,2-5-5-16,0 0-2 0,4 0 6 0,2 1-12 16,0-1 1-16,7-1-9 0,-1 5 5 0,-2 0-3 15,4 4 0-15,-2 1-2 0,2 4 0 0,-1 0-4 0,0 5-3 16,-4-1 1-16,-3 2 2 0,2 2-2 0,1 4-2 15,-2 1 4-15,-2 1 1 0,-1-3-1 0,-1 3 3 16,-3 0 6-16,1 0-8 0,2 3-2 16,-6-5 3-16,1 2 2 0,-1-3-1 0,-2 0 4 0,2-2 1 15,-2-6 15-15,1 8-6 0,-1-8 11 0,0 0-5 16,-1 11 7-16,1-11 1 0,0 0-3 16,0 0-3-16,0 0 3 0,0 0-3 0,0 0-5 0,0 0-2 15,0 0 3-15,-12-19-6 0,11 11-2 16,1 8-3-16,1-17 0 0,0 6-9 0,2 1 2 0,3-4-2 15,2 0 1-15,2 1 2 0,3 1-6 0,1 1 3 16,-2 4-2-16,0-3-2 0,0 4-1 16,-2 3 2-16,0 1-9 0,0 2 5 0,1 3-4 15,-1 0 2-15,0 2 0 0,-1 1 3 0,-1 2 0 0,1 0-1 16,-4 4 3-16,1-2 1 0,-1 0-22 0,-2 3-18 16,1-2-31-16,-2 1-37 0,0 0-45 0,0 0-54 15,1 1-19-15,0-5-30 0,-3 4-174 16,3-3-469-16,0-3 208 0</inkml:trace>
  <inkml:trace contextRef="#ctx0" brushRef="#br0" timeOffset="176870.77">20736 7996 191 0,'3'-6'257'16,"-3"0"-9"-16,0 6-15 0,1-10-21 0,-1 10-24 15,0 0-20-15,0 0-20 0,0 0-3 0,0 0 0 16,0 0-3-16,-10 25-4 0,3-11-13 0,1 1-8 15,-2-1-12-15,2 2-6 0,1-1-7 0,-2-1-4 16,2-2-13-16,1-1-9 0,1-3-2 0,0-2-3 16,1 2-4-16,2-8-2 0,-3 9-7 0,0-4 9 15,3-5 14-15,-2 8 13 0,2-8 12 0,0 0-11 16,0 0-1-16,0 0-10 0,0 0-1 0,0 0-9 16,-9-25-13-16,10 15 0 0,-2 1-6 0,2-4-8 15,2-2 0-15,1-2-7 0,1-3-5 0,2-3-3 16,3-3-1-16,2 3-3 0,2-3 4 0,-1-2-9 15,2 5-1-15,2-2-1 0,1 1 0 0,-3 5-1 16,-3 5-6-16,-4 3 5 0,0 5-1 0,1-3-11 16,-1 2-5-16,-2 5 2 0,1 0-4 0,-7 2-10 15,12 3 3-15,-4 3 2 0,0 4 5 0,-1 2 5 16,2 5-5-16,-1 1 5 0,-2 2 0 0,1 7 12 0,1-2-1 16,-6-5 5-16,3-1-2 0,-1 0-1 0,0-1 5 15,0 6 7-15,-2-6-21 0,1-1 11 16,-1 0-3-16,0-5-3 0,1-1 5 0,2 2 6 15,-2-2-13-15,-1-2-13 0,1 1-28 0,-2-5-33 16,1 2-37-16,0-1-38 0,-2-6-41 0,2 8-38 0,-2-8-51 16,0 0-279-16,0 0-600 0,0 0 266 15</inkml:trace>
  <inkml:trace contextRef="#ctx0" brushRef="#br0" timeOffset="177029.73">20727 8054 166 0,'0'0'235'16,"0"0"-25"-16,-6-4-22 0,6 4-20 0,0 0-12 16,0 0-13-16,0 0-13 0,24-5-10 0,-5 4-11 0,11-4-9 15,3 4-28-15,1-2-48 0,3 1-57 0,0-3-52 16,-1 0-67-16,-1-3-107 0,-3 4-280 16,-2-3 124-16</inkml:trace>
  <inkml:trace contextRef="#ctx0" brushRef="#br0" timeOffset="180340.3">21944 7701 40 0,'0'0'244'16,"-4"-11"-10"-16,3 5-15 0,1 6-19 0,-1-9-19 15,1 9-25-15,0 0-11 0,0 0-24 0,0 0-11 0,0 0-2 16,0 0 4-16,-2 32-10 0,2-4 0 16,0 4 2-16,-4 1-4 0,3 2-9 0,-3-1-5 15,0-1-5-15,0-2-6 0,3 1-5 0,-1-4-8 0,0 1-6 16,1-3-4-16,1 0-6 0,-2-7-4 16,4-2-4-16,-4-1-3 0,2 0-1 0,-2-4-9 15,4 1-19-15,-2-4-23 0,2 0-28 0,-2-2-29 0,0-7-30 16,0 11-23-16,0-11-19 0,1 7-27 0,-1-7-30 15,0 0-162-15,0 0-396 0,0 0 176 16</inkml:trace>
  <inkml:trace contextRef="#ctx0" brushRef="#br0" timeOffset="180727.68">21718 7929 9 0,'-4'-5'207'0,"1"0"-20"0,1-1-19 0,2 6-20 16,-2-8-9-16,2 8-15 0,0 0-15 0,11-10-12 15,3 5 4-15,6 1-7 0,8 1-3 0,4-1-11 16,2 1-4-16,5 1-6 0,-3-3-7 0,-2 5-8 16,0 0 2-16,-5 2-13 0,-2 0-4 0,-7-1-3 15,1 4-4-15,-7-1-1 0,-3 0-2 0,0 4 0 16,0-1-5-16,-5 3-3 0,2-3 0 0,-3 3-2 16,-2 0 0-16,-1 1-4 0,2 0 1 0,-1-1 3 15,-2 1-2-15,-1 0-5 0,-1-1 3 0,1-3-3 16,2 3-3-16,-1-5-4 0,1 3 4 0,2 1 4 15,-4-9-3-15,5 9 1 0,0-4 1 0,0-1-8 16,2-3 4-16,5 2 3 0,-2-3-3 0,3-1-4 16,0-1 4-16,0-2-3 0,-2-1-3 0,3-5 3 0,2 3 1 15,-4-5 3-15,-2 4-2 0,-1-7-2 0,-1 2 2 16,1-1-2-16,-6-2 1 0,-2 5-2 16,-2-3-2-16,-2 1-4 0,-3-4 0 0,-3 2-3 15,-2 2-6-15,-1 0 0 0,-1 3-6 0,3 2-2 0,-7 2-20 16,3 1-4-16,-3 5-14 0,3 0-16 15,0 3-30-15,1-1-19 0,-3 6-21 0,6-2-40 16,-5 3-106-16,5-2-312 0,4 2 138 0</inkml:trace>
  <inkml:trace contextRef="#ctx0" brushRef="#br0" timeOffset="181175.14">22838 7700 220 0,'0'-13'271'0,"2"3"-19"0,1 2-5 16,-3 3-24-16,0 5-22 0,4-10-24 15,-4 10-20-15,4-5-23 0,-4 5-9 0,0 0-17 16,0 0-5-16,1 25-13 0,-1-7-4 0,3 8-3 0,0 2-8 16,-1 0-9-16,0 1-2 0,1-4-7 0,0 1-4 15,-6-1-7-15,3-1-7 0,3-5-1 0,-1-2-4 16,-4-1-2-16,3-3-1 0,-1-1-2 0,1-2-4 15,1 0-5-15,-2-4 0 0,0-6-4 0,0 9 3 16,0-9-4-16,1 9 5 0,-1-9 0 0,0 0-1 16,1 9-2-16,-1-9 3 0,0 0-4 0,0 0 6 15,0 0-6-15,0 0 0 0,0 0-5 0,0 0-5 16,0 0-1-16,7-23-5 0,-2 15-2 0,-1-1 3 16,7-4-5-16,-3 4-6 0,2-1-3 0,3-1 2 15,1 4-1-15,-3 2-1 0,2 0-4 0,-3 1 2 16,2 3-1-16,-2 2 1 0,-2 1-1 0,-1-1 2 15,2 3 3-15,0 1 2 0,-2 2-1 0,0-1 2 16,-2 3-2-16,-1-4 2 0,0 1 3 0,-1 2 1 16,-3 0-4-16,0 2 0 0,-4-2-2 0,0-1-10 15,-6 1-10-15,1 2-14 0,-7-1-20 0,-3 0-22 16,-8 0-13-16,1-2-23 0,-5 0-18 0,2-5-17 16,11-1-11-16,-11 1-27 0,9-4-134 0,-3 2-356 15,6-3 158-15</inkml:trace>
  <inkml:trace contextRef="#ctx0" brushRef="#br0" timeOffset="181790.53">23059 8071 213 0,'2'-11'214'0,"-1"3"-19"0,2 1-16 15,0-3-13-15,4 0-24 0,-1-1-10 0,2 1-5 16,3-3-17-16,1 0-6 0,2 0-6 0,-1-2-14 16,7-3-5-16,1 1-12 0,-7 4-2 0,0 1-3 15,-3-1-2-15,-2 5 6 0,1-6-9 0,-3 4 1 16,-1-2 1-16,-2 4 3 0,-1-1-3 0,-3-1-8 16,0 3-6-16,0-2-1 0,0 9-10 0,-4-11 8 15,-1 5-9-15,5 6 0 0,-7-6-9 0,7 6 2 0,-10-6-8 16,10 6-2-16,-11-2-5 0,11 2 2 15,-8-1-9-15,8 1-2 0,0 0-13 0,0 0 0 16,0 0-3-16,0 0 3 0,0 0 2 0,-4 11 3 16,4-11-6-16,0 0 4 0,15 12-2 0,-4-7 1 0,-1-1 1 15,3 1 3-15,-1-1-2 0,1 0 1 0,-1-1-3 16,-2 5 2-16,0-4 0 0,-1 1 0 16,1-1-1-16,-1 2 2 0,-2 1 0 0,-1 0-2 0,0 2 4 15,-1 0-1-15,-2 0 0 0,0 3 2 0,-1-2 3 16,-1 0-3-16,1 1 5 0,-1-1-5 0,0 0 0 15,1-4 4-15,0 5-4 0,0-1 2 0,1-3 0 16,2 0 2-16,-2-1 3 0,5 0-2 0,-1-1 2 16,3 0-1-16,1-2-3 0,2 0 1 0,0-1-3 15,4-4 0-15,1 0-1 0,-1-2 4 0,-3-1-5 16,4-3 2-16,-1 2-1 0,-5-1 4 0,2-3-1 16,-2 0-1-16,3-1 1 0,-7 0 0 0,2-2-2 15,0 0 5-15,-2-3-4 0,-8 0 1 0,4 0-1 16,-3 0 4-16,-1 6 0 0,-1 0 9 0,-2-1 4 15,3 3 7-15,-3 2 2 0,3 6 1 0,-6-11-8 16,-2 8-3-16,8 3-3 0,-11 3 0 0,-1 1 3 16,-3 5-6-16,0 0-3 0,-1 6 2 0,0-2-1 15,-2 6-5-15,8-1-16 0,-1-1-9 0,5-2-26 16,1 2-26-16,4-1-34 0,2-4-41 0,3-1-45 16,1-1-179-16,4 0-403 0,5 1 179 0</inkml:trace>
  <inkml:trace contextRef="#ctx0" brushRef="#br0" timeOffset="182185.16">23948 7840 3 0,'-10'-15'256'16,"1"9"-13"-16,0-1-15 0,-2 1-10 0,1 6-20 15,-1-1-15-15,-5 2-17 0,-2 6-15 0,-2 1-14 16,2 3-12-16,3-1-11 0,-3 3-10 0,4 1-17 15,-1-1-4-15,3 1-9 0,4 1-9 0,2 1-3 0,2-1-7 16,3-2-6-16,3-3-7 0,3 2-13 16,0-3-4-16,2-2-5 0,2 3-4 0,1-4-7 15,-1 0-4-15,3-3-2 0,-1 1-1 0,-3-4 1 16,-1 0 2-16,4-3 0 0,0-1 7 0,-4 2 2 0,-2-3-3 16,2-3-4-16,1-1 3 0,0-5 0 15,-2 4 2-15,1-6 2 0,-4 4 5 0,5-2-5 16,-4 3 7-16,-2 0 5 0,1 1 4 0,-1 1 1 15,-2 2 8-15,2 1 0 0,-2 6-2 0,1-10-9 0,-1 10-11 16,3-5-3-16,-3 5-2 0,0 0-3 0,0 0-2 16,0 0 8-16,0 0-8 0,2 27 1 15,-2-17 0-15,1 2-1 0,-1 1 0 0,4-2-1 16,-1 2-13-16,2 2-15 0,-1-2-24 0,0-3-28 0,1 0-24 16,4 0-24-16,-1 0-30 0,3-2-40 0,0-4-24 15,3 2-173-15,-2-3-419 0,2-2 186 16</inkml:trace>
  <inkml:trace contextRef="#ctx0" brushRef="#br0" timeOffset="182400.62">24148 7747 180 0,'2'-12'261'0,"-2"1"-2"0,0 3-10 16,0 8-21-16,0-11-21 0,0 11-26 0,0-8-20 15,0 8-23-15,0 0-12 0,0 0-8 0,0 0 1 16,0 0-9-16,-4 41-3 0,0-22-9 0,0 5-5 15,0 1-10-15,-2 4-5 0,2-3-10 0,2-1-4 16,0 3-10-16,0-3-4 0,0 0 0 16,2-5-10-16,0-2-21 0,0-1-27 0,3-1-37 0,0 0-33 15,-1 0-32-15,-1-4-51 0,3-4-29 0,0 0-40 16,-1-2-157-16,-2 0-418 0,-1-6 184 0</inkml:trace>
  <inkml:trace contextRef="#ctx0" brushRef="#br0" timeOffset="182698.52">24350 7792 67 0,'3'-5'234'0,"-2"0"-19"0,-1 5-22 15,5-9-20-15,-5 9-18 0,2-5-15 0,-2 5-15 16,0 0-10-16,0 0-1 0,0 0-11 0,-25 22-6 16,12-10-10-16,-3 0-11 0,0-1-5 0,-4 7-8 15,1-6-5-15,4 0-5 0,-2-2-4 0,5-4-4 16,2 1-7-16,0-1-3 0,4-3-1 0,0 1-4 15,1-1-3-15,5-3 0 0,-6 5-5 0,6-5-3 16,-8 3 0-16,8-3-3 0,0 0-2 0,0 0 0 16,-6 4-6-16,6-4-1 0,0 0-5 0,0 0-2 15,-4 4-3-15,4-4 1 0,0 0-1 0,0 0-1 16,8 16 4-16,-1-8-1 0,-1-2 0 0,0 5 4 16,2-4-2-16,3 0 0 0,4 3 1 0,2-1 0 15,0 1-26-15,3-2-20 0,-1 0-33 0,2-3-46 16,8-3-55-16,-9 2-171 0,1-2-379 0,10-2 168 15</inkml:trace>
  <inkml:trace contextRef="#ctx0" brushRef="#br0" timeOffset="183147.36">24718 7874 59 0,'-5'-7'244'0,"0"-3"1"0,0 5 2 0,0-1-12 15,-3 1-21-15,1 1-21 0,-5 3-24 0,3 1-14 0,-10 4-18 16,1 2-13-16,1 3-10 0,-7 7-12 0,0 0-10 16,9-3-7-16,-6 6-11 0,6 1-7 15,3-3-5-15,3-2-10 0,3 0-5 0,1 1-2 16,2-4-11-16,2-1-1 0,1 2-2 0,2-3 0 0,3 2-8 16,1-5-6-16,2 3-9 0,3-4-5 15,0-2 0-15,2 0-6 0,5 0-8 0,5-4-2 0,-5 1-4 16,0-2-2-16,1-5 2 0,-6 2 3 15,-2-2 0-15,5-5-2 0,-5 0 4 0,0-4 1 0,-3 1 2 16,1-3 3-16,-2-1-3 0,0-1 7 0,0-8-4 16,-5-1 9-16,2 2-2 0,-3 0 4 0,1-5 2 15,-2 1 5-15,1 2 12 0,-1-1 4 16,-1 2 13-16,1 0 3 0,-2 9-2 0,1 1 20 16,0 1 11-16,0 5 1 0,-1 3-4 0,2 1 4 0,0 7-5 15,0-9-27-15,0 9-9 0,0 0-9 0,0 0-4 16,0 0-6-16,0 0 4 0,-4 29-2 0,1 0 1 15,1 0-1-15,-3 4-4 0,5-2-1 0,-6 4 5 16,3-5-9-16,2 1 6 0,-2 0-2 0,5 0-1 16,-2-3-7-16,2-3-31 0,1-5-33 0,-3-1-46 15,4-1-57-15,-4 0-43 0,2-6-47 0,2 4-223 16,-1-7-515-16,-1 1 228 0</inkml:trace>
  <inkml:trace contextRef="#ctx0" brushRef="#br0" timeOffset="183448.79">24855 7986 30 0,'4'-4'251'15,"-4"4"-31"-15,0 0-22 0,0 0-24 0,0 0-15 16,0 0-15-16,0 0-7 0,7 14-8 0,-5-7-7 16,2-1-11-16,-2 0-8 0,4 1-10 0,0-1-10 15,3 3-2-15,0-4-11 0,2 0-2 0,1 0-1 16,2-1-4-16,3 0-1 0,-3-3-6 0,0-1-1 15,-1 0-4-15,-2 0-2 0,0-1-1 0,3-2 1 16,-7 0 15-16,1 0 0 0,-1-4-8 0,-2 1 1 16,-1-3 4-16,-1 0-12 0,-2-2-5 0,0 1-4 0,-2-2-1 15,0-1-8-15,-3 2 1 0,-3-4-2 0,-1 0-6 16,0 1-5-16,3 3 0 0,-3 2-13 16,0 2-8-16,2-2-11 0,-1 4-22 0,1 1-23 15,1 1-34-15,-5 3-37 0,10 0-33 0,-15 0-25 16,7 0-38-16,-1 3-177 0,1-3-434 0,8 0 193 15</inkml:trace>
  <inkml:trace contextRef="#ctx0" brushRef="#br0" timeOffset="183953.9">25274 7886 88 0,'0'0'263'0,"0"0"-18"0,8-2-20 0,-8 2-19 16,0 0-16-16,0 0-10 0,0 0-3 0,0 0-9 0,-5 18-6 15,5-18-20-15,-9 17-6 0,1-7-10 0,3 7-12 16,-3-3-12-16,5-3-9 0,-1 0-9 16,0 0-9-16,5 6-8 0,-2-7-9 0,2-1 2 0,4 1-6 15,0-1-6-15,1 0 0 0,1-3-9 0,1-1-2 16,-1 1-11-16,2-4 1 0,0 1-4 16,-1-2-6-16,2-1 5 0,5 0-4 0,-7-1-1 0,1-2-1 15,2-2-1-15,-2 1-5 0,-2-2 2 0,2-3-2 16,1 1 0-16,0-1-2 0,-3-1 0 0,-1-1-4 15,2 1 4-15,0-2-3 0,-3 1 2 0,-1 1-2 16,0 3-6-16,-3-1 7 0,1 2-3 0,-2 6-7 16,6-8-1-16,-4 4 1 0,-2 4-8 0,0 0 1 15,0 0 0-15,0 0 1 0,0 0 2 0,0 0 2 16,0 0 0-16,10 18-4 0,-10-10 8 0,4-1 8 16,0 2-14-16,-2 1 2 0,5-5-4 0,-3 3-2 15,4-1 0-15,-1 1 0 0,2-4-2 0,2 1 3 16,0-1 0-16,0-3 2 0,3 0-2 0,-5-1 2 15,4-1 1-15,0 0 4 0,-3-2-2 0,1-1 11 16,-2-1-7-16,-1-1 2 0,-3-3 11 0,3-2 7 16,-4 4-2-16,0-5-1 0,-2 2-3 0,-2-3 1 15,0-3-2-15,-4-1 2 0,-5 2-6 0,6 4-2 16,-5-5-3-16,3 4-2 0,-6-1-2 0,3 4 3 16,0 0-13-16,0 1-13 0,-2 5-23 0,1-1-24 15,-2 4-31-15,-3 0-25 0,3 4-14 0,-7 1-45 16,7 3-46-16,-2 0-169 0,3 0-436 0,2-2 193 15</inkml:trace>
  <inkml:trace contextRef="#ctx0" brushRef="#br0" timeOffset="184348.94">25720 7893 49 0,'6'-7'263'0,"-6"7"-12"16,3-6-13-16,-3 6-15 0,0 0-23 0,0 0-14 15,0 0-28-15,0 0-16 0,0 0-17 0,0 0-11 16,11 10-15-16,-11-10-7 0,1 13-15 0,1-2 2 0,2-1-11 16,-2 2-6-16,0-1-2 0,1-2-5 15,0 2-9-15,0-4 5 0,-3-1-12 0,0-6-4 16,5 10-2-16,-3-5 0 0,-2-5 10 0,2 7 16 16,-2-7 9-16,0 0 15 0,0 0 5 0,0 0-1 0,0 0-4 15,0 0-12-15,0 0-5 0,0 0-5 0,0 0-8 16,0 0-2-16,0 0-7 0,-2-28-1 15,4 19 1-15,-1-1-16 0,3-2-5 0,0 1 0 0,5-4-12 16,3-2 7-16,-1 3-2 0,0-1-1 0,2-1-2 16,0 2-4-16,2 0 6 0,0 3-11 0,-1 1 0 15,-3 6-4-15,-1-2 3 0,0 3-10 16,-1 2-2-16,-2-1-4 0,-7 2 12 0,16 5-11 0,-10 0 4 16,1 1 3-16,-1 4 0 0,2 1-3 0,-6 2 4 15,2-1-1-15,1 3-2 0,-1 0 5 0,-2-4-28 16,0 2-30-16,1 2-26 0,-1-3-31 0,-2 0-62 15,5-2-52-15,-3 0-49 0,0-4-193 0,-1 2-512 16,-1-8 227-16</inkml:trace>
  <inkml:trace contextRef="#ctx0" brushRef="#br0" timeOffset="184514.52">26189 7967 225 0,'0'0'301'0,"8"-3"-19"16,-8 3-12-16,0 0-2 0,0 0-10 0,0 0-14 15,8-4-22-15,-8 4-26 0,0 0-20 0,0 0-20 16,0 0-24-16,0 0-42 0,0 0-32 0,0 0-56 16,0 0-60-16,0 0-62 0,0 0-51 0,0 0-61 15,0 0-152-15,0 0-415 0,0 0 185 0</inkml:trace>
  <inkml:trace contextRef="#ctx0" brushRef="#br0" timeOffset="187169.63">26768 7588 50 0,'0'0'186'0,"-8"-5"-15"0,8 5-10 16,-7-4-13-16,7 4-17 0,-12-2 3 0,4 1-4 15,1-2-11-15,7 3-7 0,-16-3-4 0,9 3-1 16,7 0-2-16,-12-2-2 0,12 2-5 0,0 0-11 15,-12 0-10-15,12 0-9 0,0 0-8 0,0 0-12 16,0 0-3-16,0 0-4 0,0 0-2 0,0 0-2 16,47-8-3-16,-13 5-2 0,2-4-4 0,16-1-1 15,2 2-5-15,-5 1-5 0,-11-1-10 0,3 3-19 16,-3 0-27-16,-2 0-32 0,-9 2-32 0,-5 1-34 16,-4-2-36-16,-4 3-161 0,-8-2-360 0,1 2 160 15</inkml:trace>
  <inkml:trace contextRef="#ctx0" brushRef="#br0" timeOffset="187403.63">26904 7549 106 0,'0'0'181'0,"0"0"-15"0,0 0-23 15,-8 2-18-15,8-2-15 0,0 0-16 0,0 10 14 16,0 3 4-16,1 4 19 0,-1 2-10 0,0 6-8 15,0 3-13-15,0-1-10 0,5-1-6 0,-8 4-13 16,3-1-1-16,3-1-12 0,-3-3-1 0,0 2-8 16,4-2-2-16,-2 0-5 0,1-5-13 0,3-2-31 15,-4 2-28-15,3-4-31 0,-5-2-39 0,4-1-35 16,1-4-49-16,-3-2-99 0,1 0-306 0,-1-1 135 16</inkml:trace>
  <inkml:trace contextRef="#ctx0" brushRef="#br0" timeOffset="187877.21">27144 7655 223 0,'2'-8'213'16,"1"3"-19"-16,-1-2-14 0,-2 7-25 0,4-4-21 16,-4 4-10-16,0 0-15 0,0 0-6 0,7 11-3 15,-5 2-8-15,0 2-6 0,0 2-6 16,-6 2-12-16,6-1-3 0,-4 0-8 0,2 8-6 15,-2-6-1-15,0-2-6 0,2-1-4 0,0-2-4 0,-2 1-1 16,2-3-5-16,-2-3-4 0,2-1-3 0,-1-2-7 16,1-7-15-16,1 13-8 0,-1-7-10 15,0-6 2-15,0 7-1 0,0-7-3 0,0 0 5 16,6 5-3-16,-6-5 2 0,0 0 4 0,11-2-13 0,-11 2 13 16,12-3 1-16,-4 3-1 0,-8 0 2 0,17-2-1 15,-9 2 3-15,1-2-1 0,-9 2 5 0,20-2 0 16,-9 3 8-16,0-2 5 0,3 0-1 15,-1 1 1-15,6-4-4 0,-2 2 2 0,2-2-2 0,-1 1 0 16,-3-1-2-16,-1 1 5 0,3-5 4 0,-2 0 2 16,-5 3 0-16,1-2 1 0,-1 0 14 0,-1 1 3 15,0-3-5-15,0-1 0 0,-3 2-3 16,-1-2 1-16,-1 2-4 0,1-1 6 0,-3 0 3 0,0 0 3 16,0 1-1-16,0-2 2 0,-2 10-4 0,-2-10 3 15,2 10-2-15,-2-10-2 0,2 10-8 16,0 0-5-16,-3-8-2 0,3 8-5 0,0 0 0 0,0 0-6 15,-24 18 4-15,15-8 1 0,-4 6-18 0,3 0-16 16,1 1-26-16,-1-2-25 0,0 2-36 0,6-5-33 16,4 1-31-16,0-1-29 0,-2 1-131 0,8-3-364 15,2-1 161-15</inkml:trace>
  <inkml:trace contextRef="#ctx0" brushRef="#br0" timeOffset="188509.14">28285 7710 180 0,'0'-10'275'15,"-4"-7"-21"-15,-1 4-7 0,0 3-10 0,-3 0-7 16,-2 2-17-16,1 1-20 0,-1 3-21 0,-3-2-15 16,0 3-16-16,-7 3-16 0,2 6-13 0,-8 1-10 0,-3 5-10 15,5 4-8-15,0-1-10 0,2 3-9 0,3-2-8 16,6 0-7-16,1 0-3 0,4-1-8 15,3 1-4-15,4-1-8 0,0-3-10 0,3-1-7 16,5 3 1-16,2-4-8 0,5 3-6 0,1-5-3 0,3 3 1 16,-2-4 0-16,5-3-2 0,-2 0-1 15,-1-2 1-15,1-2 4 0,-4 0-3 0,-2-2 5 16,0-2 0-16,-1 0-1 0,-1-3 6 0,-2-1-2 16,-2-2-4-16,5-5 4 0,-5 0 4 0,1-3 5 15,-2-2-3-15,-2 1 1 0,0-7-1 0,1 0 3 0,-3 0-3 16,-2-4 1-16,1 2 0 0,1 1 13 15,-4 0-5-15,2 2 7 0,-1 0 0 0,-1 1 1 16,-1 7 33-16,3 6 9 0,-2 0 4 0,0 4 2 16,2 7-9-16,0-10-10 0,0 10-11 0,0-9-9 15,0 9-11-15,0 0-8 0,0 0-7 0,0 0 3 0,0 0 0 16,-12 32 1-16,12-4-6 0,-4-1 5 16,0 2-5-16,1 2 2 0,1-1 1 0,2 0-1 0,0 0 1 15,5-3-1-15,0-1-4 0,0-2-3 0,3-6 5 16,4 5 0-16,-2-10-1 0,3 3 8 0,-1-3-10 15,3-2-8-15,1 0-6 0,0-5-3 0,1 3 0 16,1-4-5-16,-2-3 4 0,4-2 5 0,-3 0 0 16,0-5 0-16,2 1 3 0,-1-3-1 0,-5 1 3 15,4-5 0-15,-5 0 2 0,1-2-4 0,-2-1 1 16,1-1 0-16,-3-1 4 0,0 0 8 0,0 2 0 16,-4-1-5-16,0 4 6 0,-2 0 19 0,-1 5 14 15,0 0 0-15,-2 6-8 0,3-9 5 16,-3 9-21-16,2-8-6 0,-2 8-4 0,0 0-3 0,0 0 6 15,0 0-4-15,0 0-4 0,0 0-3 0,0 0-7 16,0 31-27-16,0-24-28 0,0 2-22 0,1 3-21 16,-2-2-39-16,2 1-44 0,1 0-38 0,0-1-40 15,-2-1-231-15,2-2-540 0,0 0 239 0</inkml:trace>
  <inkml:trace contextRef="#ctx0" brushRef="#br0" timeOffset="188673.63">28527 7573 2321 0,'-4'-16'30'0,"-1"4"-18"0,1 2-6 15,0 0-21-15,1 4-16 0,3 6-11 0,-5-12-24 16,5 12-21-16,-2-4-12 0,2 4-10 0,0 0-11 16,0 0-13-16,0 0-24 0,0 0-95 0,0 0-273 15,28 17 121-15</inkml:trace>
  <inkml:trace contextRef="#ctx0" brushRef="#br0" timeOffset="188949.66">28813 7725 164 0,'0'0'182'0,"-5"16"2"16,7-8-8-16,-2-8-14 0,-2 12-13 0,2-5-10 16,0-7-15-16,0 11-5 0,0-11-4 0,5 9 4 15,-4-5-4-15,5 1-4 0,0-2-3 0,3-1-4 16,5 1-10-16,5-3-7 0,0-2-7 0,5-1-2 15,4 0-9-15,-1-6-5 0,-6 3-9 0,3-5 0 16,-6 3-4-16,-4-1-1 0,2-1-6 0,-7 3-1 16,3-5-3-16,-6 0-2 0,3-1-4 0,-6 1-3 15,-2 1-1-15,-4-2-6 0,1 2-4 0,-2 0-7 16,-2 2-1-16,-2 1-9 0,0-2-6 0,-5 6-10 16,2-1-13-16,-6 5-8 0,-2 1-23 0,0 3-25 15,-1 0-31-15,1 3-35 0,1 0-24 0,6-1-28 16,-3 5-173-16,3-3-405 0,6-3 179 0</inkml:trace>
  <inkml:trace contextRef="#ctx0" brushRef="#br0" timeOffset="189557.43">29402 7613 158 0,'0'0'264'0,"0"0"-11"0,-8-14-8 16,6 8-8-16,2 6-15 0,-9-3-14 0,1 1-19 15,8 2-18-15,-14 0-16 0,3 3-16 0,-1 1-14 16,-3 6-11-16,2-1-10 0,0-1-8 0,0 1-9 0,3 4-15 16,-3-2-3-16,7-1-13 0,1 0 1 15,2 2-9-15,1 0-3 0,3-2-5 0,0 3 1 16,4-6-7-16,1 4 3 0,1-4-6 0,3 0 0 16,1-1-9-16,0-2 1 0,2-1 0 0,0 0-5 0,1-4 3 15,-3 0-3-15,1-2 0 0,0-2 5 0,0 1-3 16,-2-2 2-16,2-2-8 0,-1-5 7 15,2 2-7-15,-5-4 3 0,-1 0-4 0,0-1 1 16,-2-3-3-16,2-5-1 0,-1-2-3 0,-4 1 4 16,0 0-2-16,-1 0 1 0,-1 6 5 0,0-8 6 0,-1 10 0 15,1-2 15-15,0 2 4 0,-2 3 4 16,2 5 3-16,-1-2-5 0,0 6-6 0,1 5-7 16,-2-12-9-16,2 12 1 0,0 0-15 0,0 0-4 15,0 0-1-15,0 0 6 0,-7 28-5 0,0-2-2 0,1-1 0 16,1 3 3-16,0 0-2 0,1 1 0 0,4-3 5 15,0 1-9-15,1 0 9 0,0-4 11 0,2-3-8 16,2 1-6-16,0-2-1 0,5-2 3 0,-1-1 3 16,3-3-4-16,2 0-7 0,-1-2 0 15,2-3-6-15,0-1 8 0,3-1-3 0,0-3-3 0,3-2 6 16,-2-2-5-16,0-1-1 0,0-2 3 0,0-2 0 16,2-2 2-16,-3-2-6 0,0-1-3 0,-4-1 3 15,-4-5 0-15,0 6-5 0,-1-4-4 16,-1-2 0-16,-4 1 0 0,-1 1 6 0,-1-2 2 0,-1 3-2 15,0 2 4-15,-2 0 6 0,0 5 9 0,-2 1-3 16,3 6-1-16,-2-10-4 0,2 10 0 0,-8-4 0 16,8 4 0-16,-19 6 1 0,2 5 5 15,0-1-7-15,1 2-4 0,-1-2-2 0,6 1-4 0,-1 2-23 16,7-2-17-16,1 5-19 0,3-3-35 0,2-2-50 16,3 1-40-16,6-3-46 0,10 0-56 0,-3-1-170 15,13-2-507-15,2 0 225 0</inkml:trace>
  <inkml:trace contextRef="#ctx0" brushRef="#br0" timeOffset="189808.63">30484 7545 2571 0,'9'-25'111'0,"-2"0"-49"0,0-3-32 16,-4 5 19-16,-1 4 37 0,0 4 29 0,-4 1 23 15,1 5 4-15,2-1-14 0,-1 3 4 0,0 7-12 16,0 0-17-16,0-12-22 0,0 12-10 0,0 0-15 15,0 0-2-15,0 0-7 0,0 0-9 0,-2 29-2 16,1-10 3-16,-1 6-10 0,-3 1-3 0,2 2 1 16,-1-3 0-16,2 0-6 0,0 1-2 0,-2 1 3 15,1-8-2-15,1 7-4 0,1-6-2 0,-1-1-7 16,2-3-29-16,-1 2-34 0,2-2-27 0,-1-3-31 16,-1-2-31-16,0 1-26 0,1-1-38 0,0-3-42 15,0-8-30-15,1 9-237 0,-1-9-561 0,0 0 249 16</inkml:trace>
  <inkml:trace contextRef="#ctx0" brushRef="#br0" timeOffset="190104.72">30436 7435 195 0,'-3'-7'228'15,"3"7"-9"-15,-2-11-14 0,2 11-18 0,0 0-21 16,2-8-15-16,-2 8-14 0,19 1-9 0,-2 3 1 15,13 2 9-15,4 6-9 0,2 2-10 0,-1 1-9 16,0 1-3-16,10 6-6 0,-14-2-13 0,-3-1-6 16,-3 0-3-16,-4 1-10 0,-5 2-4 0,-1 1 0 15,-5-7-3-15,-4 2 1 0,-1 0-4 0,-5-2-4 16,-1 1 5-16,-2 0 4 0,-4-1-2 0,-6 0 2 0,-3-2-4 16,-5 0 0-16,-4 1-6 0,-2-4-5 15,-7 1-6-15,5-3-10 0,-3-2 10 0,-2-3-8 16,2 0-15-16,-2 0-22 0,3-3-21 0,4-2-27 15,1-3-29-15,5 1-40 0,1-2-41 0,2-1-69 16,3-2-69-16,-1 0-173 0,6-2-509 0,2 3 225 0</inkml:trace>
  <inkml:trace contextRef="#ctx0" brushRef="#br0" timeOffset="190795.37">31628 7404 202 0,'3'-4'254'16,"-3"4"-14"-16,4-7-10 0,-4 7-23 0,4-6-23 15,-4 6-21-15,0 0-22 0,0 0-17 0,0 0-13 16,7 16-8-16,-6-4-2 0,6 14 2 0,-6 0-9 16,2 2-6-16,-1 2-7 0,1 0-8 0,1-2-6 15,0 2-3-15,-2-3-4 0,3 0 0 0,-2-7-11 16,-1-1-5-16,-2-3-1 0,3 0-4 0,-1-4-2 15,0-1-4-15,-1-1-2 0,0-2 0 0,0-3-6 16,-1-5 2-16,2 12-2 0,-1-6-3 0,-1-6 2 16,0 6 9-16,0-6 11 0,0 0 6 15,0 0-1-15,0 0-4 0,0 0 6 0,0 0-7 0,0 0-10 16,0 0-4-16,3-22-5 0,0 13-4 0,0-3-1 16,3 1-11-16,1-5 0 0,3-3-4 0,1 5 2 15,1-4-3-15,2 3-4 0,3 2 6 0,-3 0-6 16,2 2-6-16,-2 4 3 0,-1 1-2 0,-3 0-2 15,2 4-5-15,-6 1-4 0,4 3 0 0,-10-2 2 16,16 7 0-16,-9 2 5 0,1-2 1 0,-1 9-2 16,-2-6 6-16,2 4-1 0,0 1 1 0,-6-2-1 15,3-1 3-15,0 3-6 0,0 2-10 0,-2-6-28 16,2 1-39-16,-3-2-44 0,3 2-39 0,0-5-46 16,1 1-50-16,-3-2-169 0,5-4-468 0,3 2 208 15</inkml:trace>
  <inkml:trace contextRef="#ctx0" brushRef="#br0" timeOffset="191446.67">32251 7570 188 0,'-4'-7'250'0,"1"1"-12"0,-1-1-21 16,-1 2-15-16,0 2-19 0,5 3-21 0,-19 5-9 15,1 2-9-15,0 3-8 0,-9 8-10 16,2 0-9-16,1-2-14 0,2 3-9 0,4 0-8 0,3-5-12 15,3 2-7-15,4-1-6 0,1-2-6 0,2 0-3 16,2-5-8-16,3 4 0 0,1-3-6 0,2 1 1 16,5-1-7-16,1-3-3 0,0-1-3 0,4 1 0 15,-1-4-2-15,6 1 1 0,-1-3-5 0,0-3 2 16,-5 1-3-16,-1 0 4 0,4-5-1 0,-4-1 4 16,0 0 0-16,-3 1-1 0,4-5-3 0,-3 3 1 15,0 0-1-15,-3-1 1 0,5-2-3 0,-3-2 11 16,-3 4-3-16,0 0 10 0,1 1 8 0,-4 2 1 15,3 0 6-15,-4 2-13 0,-1 5-8 0,4-9-7 16,-4 9-11-16,0 0-3 0,1-6-5 0,-1 6 1 16,0 0-4-16,0 0-1 0,0 0-2 0,-1 24 2 15,1-13-4-15,-1-1 4 0,0 0 4 0,-1 2-3 16,0-2-1-16,2 0-1 0,0-2-1 0,0-8 3 16,1 13 0-16,2-6 1 0,0-1 3 0,0 0 3 15,1-2-2-15,1 0 3 0,5 0-5 0,2-4 4 16,4 1-2-16,0-3 0 0,-3-2 0 0,4-1-6 15,-1-2 4-15,0 1 0 0,-5-1 1 0,1 0-5 16,1-2 1-16,-5-2 11 0,4 0-9 0,-5-1 2 16,2-1-1-16,-4-5-4 0,1 3-1 0,-2 6-1 15,0-2 2-15,0 2 2 0,-3 2-2 0,0 0-4 16,-1 7 0-16,3-9 6 0,-3 9-9 0,3-8 2 16,-3 8-12-16,0 0 5 0,0 0-5 0,0 0 3 15,0 0 0-15,0 0 2 0,0 0 1 0,0 0-2 16,-22 19 1-16,16-7 10 0,2-1-9 0,0 0 2 15,0 0-4-15,1 0-7 0,-1 5 3 0,3-3-2 16,1 2 3-16,3-4 1 0,-3 4-4 0,1-2 2 16,0 3-1-16,2-4 5 0,1-1-2 0,-2-3 2 15,0 4 38-15,-1-5-6 0,0 5-3 0,2-5-9 16,-4 0-6-16,-1 3-6 0,0-1-5 0,-5-2-11 16,-2 2-26-16,-6 0-30 0,-2-2-30 0,-8 0-25 15,4-4-15-15,-5 1-47 0,6-2-34 0,-1-2-38 16,-6-3-145-16,10 0-441 0,-1 0 196 0</inkml:trace>
  <inkml:trace contextRef="#ctx0" brushRef="#br0" timeOffset="192602.68">25210 6024 47 0,'2'-5'203'0,"-2"5"11"0,0-13 8 16,0 6-9-16,0 7 2 0,-3-11-6 0,3 11-6 15,0-9-15-15,0 9-10 0,0 0-15 0,1-10-14 16,-1 10-18-16,0 0-8 0,0 0-20 0,-1-10-9 15,1 10-9-15,0 0-15 0,0 0-7 0,0 0-10 16,0 0-11-16,0 0-6 0,0 0-5 0,0 0-1 16,0 0-5-16,0 0-1 0,1 27-3 0,-1-14-4 15,-1-2-1-15,1 3 0 0,-2 1-1 0,2 3 1 16,0-2-5-16,0 0 3 0,0 1-2 0,-2-5-3 16,6 2 1-16,-6-2 3 0,2-2-5 0,0 2 0 15,2-4-2-15,-2 1-14 0,-2 1-15 0,4-2-19 16,-2-8-17-16,-2 11-22 0,4-5-22 0,-2-6-22 15,-4 10-26-15,4-10-21 0,2 8-24 0,-2-8-18 16,-4 6-142-16,4-6-384 0,-13 3 170 0</inkml:trace>
  <inkml:trace contextRef="#ctx0" brushRef="#br0" timeOffset="192928.77">25111 6015 99 0,'0'0'219'0,"5"-7"-9"0,-5 7-9 16,2-6-8-16,-2 6-9 0,0 0-13 0,4-7-21 15,-4 7-15-15,0 0-14 0,0 0-14 0,5-6-11 16,-5 6-14-16,0 0-9 0,0 0-7 0,13 0-2 16,-13 0-14-16,14 4-5 0,-6 2-6 0,1 0-6 15,3-2-2-15,1 7-7 0,3 0 1 0,-2 2-2 16,2 2-1-16,-8-1 6 0,4 2-7 0,-1-3 3 15,-5 1-9-15,-1-2 2 0,-1-2-2 0,3 6-2 16,-5-4-1-16,0-2 1 0,-2 2-1 0,2-1 4 16,-6 1-3-16,0-1 4 0,-2-1-3 0,-3 3-2 0,-4-1 2 15,3 0-7-15,-9-3-8 0,4-1-13 16,-1-1-18-16,-3 0-13 0,0-1-23 0,2-1-28 16,-1-1-31-16,2 0-36 0,-2-1-30 0,3-1-139 15,-4-1-359-15,1-1 160 0</inkml:trace>
  <inkml:trace contextRef="#ctx0" brushRef="#br0" timeOffset="198186.87">4494 8873 132 0,'-10'-6'194'0,"2"2"-21"0,1-1-5 16,-5 2-6-16,-1-1-7 0,2 2-8 0,-1 2 1 15,-2 0-12-15,-2 1-12 0,0 3-7 0,1-3-10 0,1 7-12 16,-3-2-6-16,-1 6-9 0,1-1-7 16,-4 8-5-16,2-1-9 0,2 4-4 0,-1 0-6 15,8-5-4-15,1 0-6 0,0 0-3 0,3 2-4 16,1-4-3-16,3 1-6 0,2-2 1 0,3-3-4 15,1 0 1-15,4-1-2 0,-2 1-2 0,4-3 0 16,-1-1-2-16,4 1 2 0,1-4-3 0,3-2-3 16,1 2 1-16,-1-4 2 0,0-1-4 0,2-2 0 15,-3-2 1-15,0-1 6 0,0 0-9 0,-4 0 1 0,0 0-1 16,3-3-1-16,-2-3 1 0,-2 1 0 16,1-1-2-16,-2-1 2 0,-3 2-2 0,-2 0 3 15,1-1 3-15,-1-4-1 0,0 1 2 0,-1 3 1 16,0-4 5-16,-4 3 0 0,0 3 3 0,1-2 8 15,1 5 11-15,-2-1 6 0,0 8-2 0,1-12 0 0,-1 12-9 16,0 0-1-16,0-10-16 0,0 10 0 0,0 0-9 16,0 0 2-16,0 0-3 0,0 0 2 15,0 0-5-15,5 33 0 0,-1-17 1 0,-1 0 0 16,0 2 2-16,-2-1-4 0,3 2-2 0,1-1-17 16,1 0-30-16,2-1-21 0,0 1-34 0,0-2-36 0,2 0-44 15,4-2-45-15,-2-3-212 0,-1 1-472 0,3-3 209 16</inkml:trace>
  <inkml:trace contextRef="#ctx0" brushRef="#br0" timeOffset="198694.28">5647 8680 64 0,'-2'-11'217'0,"-2"5"-13"0,0-1-14 16,0 1-9-16,-4-1-4 0,2 5-12 0,1-2-11 15,5 4-15-15,-13-2-16 0,13 2-12 0,-15 10-12 16,6 0-7-16,1 6-7 0,-5 8-7 0,2 4-1 15,3 4 2-15,-3 4-5 0,-1 9-1 0,6-12-5 16,-2 1-6-16,0 0-5 0,7-3-8 0,1-2-1 16,-2 2-6-16,3-2-3 0,-1-2-5 0,0-8-2 15,2 1 2-15,0 4-10 0,0-6 2 0,2 1-4 16,-3-3 1-16,2-5-4 0,-1 5-14 0,0-4-17 16,-1-2-30-16,-1-3-23 0,1-2-33 0,1 3-24 15,-2-8-23-15,1 9-20 0,-1-9-53 0,0 0-133 16,0 0-378-16,0 0 167 0</inkml:trace>
  <inkml:trace contextRef="#ctx0" brushRef="#br0" timeOffset="199076.51">5371 9035 151 0,'0'0'154'0,"11"-9"-11"15,1 5-14-15,2 0-14 0,3 0-11 0,3 0-3 16,7-1-11-16,1 1-9 0,-1 0-3 0,-4 1-8 15,4-1-4-15,-7 1-5 0,2 1 0 0,-4-1-7 16,0 4-3-16,-6-2-11 0,0 0-3 0,-1 2-2 16,-3-1-2-16,-1 1-3 0,-7-1-1 0,10 0-2 15,-10 0 2-15,9 4 2 0,-5 1-3 0,-4-5 8 16,2 9 14-16,-1-1-5 0,-1 2-1 0,-1 4 1 16,0-4 4-16,2 2-12 0,-2 1 2 0,2-2-6 15,2 1-1-15,-2 4-6 0,0-5 0 0,4-1-2 16,2 1-2-16,-4-3-2 0,3-2 0 0,3-1-4 15,-2 2 2-15,2-1-1 0,3-4 2 0,-2 0-5 16,1 0 0-16,0-5-2 0,3 1-1 0,-3-2 3 16,1 0-4-16,-2-2 2 0,-1-2 0 0,1 0 1 15,-1-1-6-15,-4-1 4 0,-4-1-4 0,3-1 0 0,-2-5-1 16,-5 3-4-16,0-1-2 0,0-3-9 16,-5 3-18-16,-2-1-14 0,-1 1-21 0,0 3-6 15,-1 2-17-15,2 3-19 0,-2 0-5 0,3 0-20 16,-2 5-22-16,-1 2-27 0,0 2-95 0,2 3-295 15,0 3 130-15</inkml:trace>
  <inkml:trace contextRef="#ctx0" brushRef="#br0" timeOffset="199429.87">5915 9217 26 0,'6'-4'202'0,"0"-1"-5"0,0-2-4 16,1-2-11-16,-2 0-13 0,1-2-12 0,-1-3-13 15,3-2-9-15,-4 3-6 0,1-2-4 16,-3-2-11-16,1-1-10 0,-3 0-15 0,1 0-3 16,-1 1-10-16,-1 1-3 0,0 0 8 0,-1 3-4 0,0 3-4 15,1 0-5-15,-3 0-5 0,0 3-4 0,0-1-6 16,-1 1-5-16,5 7-6 0,-2-9-6 16,2 9-8-16,-4-7-8 0,4 7-15 0,0 0-17 0,-2-9-13 15,2 9-2-15,0 0 0 0,0 0 3 0,11-1 2 16,-11 1 3-16,15 0 4 0,-4 3-1 0,5-3 1 15,0 2 2-15,2 0 0 0,-5 1 0 0,6 0 1 16,-6 1 0-16,5 2 4 0,-7 1-1 0,3 2 5 16,-2 3 1-16,-3-5 2 0,1 9 2 0,-2-3 4 15,-3 4 1-15,-1-1 2 0,-2 0-1 0,0 2-2 16,-2-1 1-16,0-4-13 0,2 5-26 0,-2-6-27 16,0 4-30-16,0-3-41 0,1-1-37 0,1-1-185 15,-4 1-381-15,1-2 169 0</inkml:trace>
  <inkml:trace contextRef="#ctx0" brushRef="#br0" timeOffset="199932.98">6363 8967 244 0,'0'0'228'0,"0"0"-25"0,-13 14-16 0,10-7-12 0,2 4-14 15,0 0-14-15,1 1-11 0,-1 1-15 0,3-2-11 16,1 4-11-16,-1-2-8 0,5 3-11 0,-1-7-3 16,3 1-10-16,1 1-3 0,0-3-7 0,1-3-2 15,-1 1-6-15,1-4 1 0,1 2-7 0,-1-3-4 16,2-1-2-16,-1-1-6 0,-1-3 2 0,-1 0-3 16,-3 2-3-16,2-4-2 0,0 1 0 0,-4-1-5 15,1-2-1-15,-2-1-1 0,-1-1 4 0,0 0-7 16,-1 0 3-16,1-2 5 0,-3 4-5 0,-2-2 5 15,2 1 2-15,0 9 4 0,4-11-7 0,-4 11-1 16,-2-8-7-16,2 8-6 0,0 0-3 0,0 0-2 16,0 0 1-16,0 0 0 0,0 0 1 0,0 0 2 15,5 23 1-15,-3-12-4 0,0 1 0 0,3 0-1 16,1-4-2-16,-1 0 2 0,2 2-4 0,0 0 6 16,0-3-2-16,0-1 1 0,6 0 0 0,-3-3 1 15,3-3-3-15,1 0 4 0,-1-1 0 0,4-3 0 16,-4 2 2-16,1-2 7 0,0-4-4 0,1-2 3 15,0 0-2-15,-3-1 10 0,-3 4 4 0,-2-4 6 16,1-3-7-16,-5 2-3 0,2-4-2 0,-5 4 3 16,-1-5 0-16,1 5-1 0,-6-2-6 0,2-3-3 15,-3 1 1-15,-2 0-3 0,4 4-18 0,-6 0-8 16,6 4-9-16,-3-1-8 0,-1 3-19 0,2 3-32 16,1 1-20-16,6 2-35 0,-12 0-22 0,12 0-35 15,-14 11-33-15,6-3-167 0,1 0-429 0,4 1 190 16</inkml:trace>
  <inkml:trace contextRef="#ctx0" brushRef="#br0" timeOffset="200657.28">6979 8937 185 0,'0'-10'226'0,"0"10"-7"16,0 0 9-16,-10-12 1 0,6 10-3 0,4 2-15 15,-11-4-20-15,11 4-16 0,-11 0-17 16,11 0-19-16,-12 6-5 0,5 1-9 0,-2 3-10 15,-3 3-13-15,3 3-8 0,2 1-11 0,-3 2-11 0,4-1-8 16,1 2-1-16,4-1-11 0,0-2-2 16,1 0-7-16,2-6 2 0,2 2-11 0,1-3 0 15,0-1-4-15,4 1-2 0,0-3-9 0,3-2-4 0,0-3-3 16,0 1-7-16,6-3-3 0,-5-3-3 16,4 3 5-16,-1-5-6 0,0 0 0 0,-4-1 0 0,1-4 2 15,-4 5-1-15,1-5 1 0,-4 2 2 16,3-2-2-16,-2 0 1 0,-2-2 0 0,-1 2-1 15,0-2 0-15,-1-4 1 0,-3 4 1 0,2 2 2 0,0-1 5 16,-2 2 13-16,1 3 6 0,-1 6-5 0,0-10 5 16,0 10-8-16,2-7-9 0,-2 7 0 0,0 0-4 15,0 0-1-15,0 0-2 0,0 0 2 16,0 0-3-16,0 0 0 0,-9 29 3 0,8-16-2 16,-2 0-1-16,3-1 3 0,-1 4-2 0,1-1 0 0,0-7-4 15,4 3 3-15,-2-3-3 0,4 2 4 0,-1-3 0 16,2 3 1-16,-1-7-1 0,3 3 3 15,4-1-3-15,-1-3 7 0,1 1-5 0,0-3 1 0,5-3-2 16,-5 3 5-16,1-4-5 0,-1 0 2 0,0-1-2 16,2-3-5-16,-1 0 3 0,0-3 0 0,-4 2-6 15,-1 2 1-15,0-2-7 0,-1-6-1 0,-2 2-7 16,-1-2-3-16,-1-1 0 0,-1 0 5 0,-2-2-4 16,-2 0 5-16,-2 1 1 0,-1 0-1 15,1 1 1-15,-3 2 2 0,-1-2 0 0,2 6 2 0,-4 0 5 16,2 2 3-16,2 1-2 0,-1 2 0 0,-1 1 0 15,-1 1-2-15,8 3 2 0,-11-5-3 0,11 5 1 16,-8-3-4-16,8 3-2 0,0 0 5 0,-10 1-5 16,10-1 7-16,0 0-5 0,0 0 2 0,0 0-3 15,0 0 2-15,18 13 1 0,-6-10 3 0,2-2-2 16,-1 1 2-16,1-1 0 0,-2-1 1 0,7 0 0 16,-7 4-2-16,3-4 0 0,-3 2 4 0,1-2-7 15,-2 3 3-15,1 0 3 0,-3-1-4 0,2 4-1 16,-1-1 2-16,-1 2 3 0,0-1 5 0,0 3 8 15,-1-1-1-15,0 3 4 0,-2 0-3 0,-2-1 0 16,0 1 0-16,-1 2 4 0,-1-2-2 0,-1 0 0 16,0 1 2-16,1-1-7 0,-1 0-9 0,-2-1-17 15,3-1-25-15,-1 1-32 0,1-3-42 0,-2-7-54 16,1 11-52-16,4-6-41 0,-4-1-162 0,-1-4-461 16,0 0 204-16</inkml:trace>
  <inkml:trace contextRef="#ctx0" brushRef="#br0" timeOffset="201365.99">8106 8878 194 0,'1'-10'219'0,"-2"0"-5"0,-3 3 1 0,0 1-7 0,-1-2-16 0,-1 0-8 16,-2 5-4-16,-1-1-17 0,0 4-13 0,-2-2-13 16,-2 4-12-16,1 2-9 0,-3 2-13 15,1 3-7-15,-1 1-7 0,0 4-8 0,2-1-8 16,0 1-8-16,1 2-9 0,3 1-2 0,3 0-6 0,2-4-3 15,3-1-9-15,-1-1-4 0,4 1-1 0,2-2 0 16,2 0-5-16,-1-3 1 0,5 2-5 0,1 0 1 16,1-4-6-16,2-2 0 0,3 0-5 15,1-3-2-15,1 1-6 0,-1-3 3 0,-2-4-5 16,1 3 2-16,0-5-4 0,-3 1 3 0,0-5-1 0,-6 2-1 16,3-3 1-16,-2 2 1 0,-3-3-2 0,2-3 1 15,-5-1-3-15,-1-2-6 0,-2-4 2 0,0 0 1 16,-1-3 1-16,-3-1 5 0,2 2-6 15,-4-2 3-15,3-2-1 0,-1 1 2 0,1 0 1 0,1 3 8 16,0-3-2-16,-1 10 9 0,3 2 10 16,-3 0 13-16,0 6 6 0,3 5-2 0,-2-2-5 0,2 8-9 15,-1-9-8-15,1 9-4 0,0 0-5 0,0 0-2 16,0 0 1-16,0 29-3 0,2-3 4 16,-1 4 1-16,-2 5 7 0,0-3-1 0,-2 2-1 0,3-3-1 15,0 1-7-15,0-3 1 0,3 3 1 0,-1-3-3 16,0-3 2-16,3-1-2 0,0-1-10 0,0-6-23 15,0 2-28-15,2-6-36 0,-4-2-29 0,3 0-28 16,0 2-31-16,1-2-35 0,-1-4-45 0,-1 3-198 16,-3-6-491-16,-2-5 218 0</inkml:trace>
  <inkml:trace contextRef="#ctx0" brushRef="#br0" timeOffset="202954.72">9014 8824 109 0,'-10'-5'198'0,"1"3"-8"16,-2-1-10-16,-2 3-10 0,2 1-6 0,-6 4-14 15,0 4-7-15,1 3-10 0,-5 2-9 0,0 6-7 16,1 5-6-16,4-3-9 0,-2 1-14 0,4 1-9 15,1 0-8-15,4 0-4 0,0 1-8 0,7-7-6 16,0 0-6-16,2 1-4 0,5-2 1 0,1-2-8 16,4 2-3-16,2-5-15 0,4 1-8 0,2-3-17 15,1-2-9-15,7 0-11 0,-6-2-13 0,8-3-18 16,1-3-13-16,-2 0-7 0,-1-3-1 0,2-4-1 16,-1 0-2-16,-8-1 1 0,0-1 13 0,0-2-5 15,0 0 11-15,2-3 10 0,-4 0-1 0,-3-1 19 16,-2 1 12-16,-3-2 9 0,2 2 18 0,-4 0 15 15,-3-3 0-15,1 1 2 0,-1 1 1 0,-4 4 22 0,1-1 22 16,-1 3 9-16,0 0 8 0,0 9-4 16,-1-11-7-16,1 11-5 0,-1-7-12 0,1 7-10 15,0 0-6-15,0 0-5 0,0 0 6 0,0 0 1 16,-12 31-7-16,8-17 1 0,-2 4-3 0,0 0-4 16,2-1-5-16,4 2-4 0,-3 0 4 0,3-2-6 0,3 1 2 15,-1-5-4-15,2 2-2 0,1-3 3 16,4 2-3-16,0-4-4 0,-2-2-3 0,0-1-9 15,3 1-5-15,-1-5-1 0,-2 0 2 0,3 1-5 0,-4-1-7 16,2-2 4-16,-8-1 2 0,0 0-5 0,15-4 0 16,-11 0-3-16,0-2 5 0,0 0 1 0,0-3 4 15,-2-1-9-15,0 0 3 0,-2-1-5 16,1-1 7-16,-1-4-1 0,-1 0 1 0,-1 3 2 16,1 0 2-16,0-3-5 0,-1 0 6 0,4 4 3 0,-2 0-4 15,1 2 6-15,0 2 1 0,-1 1-1 16,0 7-5-16,6-10 3 0,-1 7-2 0,2 1-3 0,3 2 2 15,-1 2 6-15,4 2 6 0,-1 2 4 16,-2 3-6-16,5-1 1 0,-1 3 0 0,0 2 6 0,-2 0 6 16,1-2 4-16,-3 2-3 0,0-1-2 0,-1-1 5 15,-4-2-3-15,2 0-2 0,-4-2 1 16,1-1 5-16,1 3-3 0,-2-3 1 0,-3-6 6 16,5 7 13-16,-5-7-1 0,2 4 5 0,-2-4 3 0,0 0-5 15,0 0-2-15,0 0 0 0,0 0-1 0,0 0-2 16,0 0 0-16,-19-12-2 0,19 12 0 0,-3-17-6 15,1 12-2-15,4-5-1 0,-2-1-2 0,1 1-6 16,5-6-2-16,1 2-3 0,3 0-6 0,-1 1 1 16,0 3-2-16,1 1 0 0,-1 2-3 0,-1 1-2 15,-1 1-2-15,2 3 1 0,0 2-2 0,3 0-2 16,-1 0 2-16,-2 6 2 0,1 0 1 0,0 1 0 16,-1 1-2-16,-1 3 4 0,4 1-2 0,-3 1-9 15,-3-2-18-15,2 2-39 0,2 2-33 0,-5-4-32 16,3-1-35-16,-4 1-45 0,1 0-172 0,0-2-418 15,-3-2 185-15</inkml:trace>
  <inkml:trace contextRef="#ctx0" brushRef="#br0" timeOffset="203770.92">10184 8980 67 0,'-6'-9'265'0,"-1"2"-8"0,1 4-7 15,-2 0-20-15,-6 0-13 0,5 3-19 0,-6 1-13 16,-6 3-14-16,2 4-13 0,-4 5-17 0,0 3-4 16,0 3-14-16,1 0-9 0,2 0-14 0,1 1-8 15,6-4-10-15,0-3-9 0,6 4-10 0,-1-4-7 16,3 3-9-16,1-2-2 0,4 0-4 0,1-4-7 16,4 0-16-16,-1-1-6 0,3-1-7 0,0 0 1 15,5-4-9-15,-1 1-6 0,2-3-3 0,2 0-4 16,3-4-3-16,3 0 1 0,-2-3-3 0,-2-1 4 15,0-3 1-15,-3 1 1 0,2-5 4 0,-6 1 1 16,4-3 2-16,-8-1 4 0,1-2-2 0,-2-8 2 16,-1 7 1-16,-3-1 1 0,-1-6 1 0,3-1 2 15,-5-1 5-15,2 0 0 0,-1-1 2 0,0 2 9 0,0-1 1 16,1-1 1-16,0 2 4 0,-3 9 5 16,0-1 12-16,2 5 16 0,0 4-8 0,-2 2-1 15,2 1-5-15,1 7-6 0,-1-10-9 0,1 10-7 16,0 0-3-16,0 0-10 0,0 0 8 0,0 0-8 0,2 31 4 15,0-5-8-15,-1 3 5 0,1 3-1 0,2 0 1 16,-2 4 6-16,-2-2-5 0,1 0 1 0,1-1 0 16,-3 1 0-16,4-6-2 0,-2-1-1 0,4-3 4 15,-1 1-5-15,1-7-2 0,3 0 2 0,-1-4 0 16,1-3 13-16,2 1-7 0,-1-3-4 0,4-4-5 16,2-2 3-16,4-1-2 0,1-1-1 0,-1-2-4 15,-1-3-2-15,1-3 1 0,-1-2-1 16,-3 1 1-16,2-4 3 0,-3 2-4 0,1-3 0 0,-3-2 0 15,0 1 3-15,-1-3-2 0,-1 2 5 0,-1-1-2 16,-3 0-3-16,-1 0 4 0,2 5 2 0,-5-1-6 16,1 3 4-16,-2 2 6 0,0 1 1 0,-1 6-3 15,0-8-5-15,0 8-3 0,0 0-1 0,0 0 1 16,0 0 4-16,0 0-3 0,-6 25 5 0,3-8-1 16,-1-6-4-16,1 6 3 0,-1 1-1 0,1-8-4 15,2 4 2-15,1 0 1 0,1-3 2 0,3 0 1 16,-1-1 0-16,2-3 3 0,0 1-1 0,0-1 1 15,6-4-1-15,0-1-1 0,-1-2-3 0,3 0-3 16,0-2 11-16,0 1-12 0,3-8 0 0,-2 5 0 16,1-3-2-16,-1-4 2 0,0 2 4 0,-3 0 0 15,-1 1-2-15,1-6 0 0,3 2 1 0,-7 2-5 16,-1-1 3-16,1 2-2 0,-4 0 4 0,1-1-5 16,1 6 7-16,-2-3-2 0,-3 7-6 0,6-8-2 15,-6 8 0-15,3-6-3 0,-3 6 6 0,0 0-4 16,0 0 1-16,0 0 3 0,6 15 2 0,-3-5-2 15,-3-2 2-15,0 3-2 0,1 0 4 0,0 2-10 16,2-1-5-16,2-1-32 0,-3 0-27 0,2-1-31 16,0 0-37-16,0 0-26 0,3-2-24 0,1-2 10 15,3 1-4-15,0-7-8 0,8 5-16 0,-2 0-136 16,2-3-376-16,-2 1 167 0</inkml:trace>
  <inkml:trace contextRef="#ctx0" brushRef="#br0" timeOffset="203991.1">10994 9185 153 0,'13'-10'32'0,"2"-1"13"16,-6-3 8-16,0 0 10 0,0 0 6 0,-4-5 8 15,-2 3 25-15,-2 3 22 0,-1-3 9 0,0 3 13 16,-1 1 12-16,0 1 2 0,-3 0 14 0,1 1 2 0,-1 2-7 16,-1 2-11-16,0 1-15 0,0 1-12 0,5 4-12 15,-10 0-9-15,10 0-7 0,-22 10-6 16,9 1-3-16,0 1-7 0,0 3-8 0,-3 0-7 16,5 1-4-16,0 1-8 0,2-1-8 0,4 3-2 0,3-4-8 15,0 0-3-15,6-3-2 0,0 0-19 0,5-2-13 16,6 0-25-16,3-3-29 0,10 0-30 15,-2-1-23-15,5-6-34 0,-1 0-17 0,1-2-35 16,0-2-3-16,-4-2 8 0,2 1 13 0,-2-3-16 0,2-2-138 16,-6-2-350-16,-6 2 154 0</inkml:trace>
  <inkml:trace contextRef="#ctx0" brushRef="#br0" timeOffset="204219.11">11379 8842 157 0,'-1'-18'217'16,"1"3"8"-16,-2 5 5 0,4 1 5 0,-4 1-3 15,2 8-15-15,2-11-17 0,-2 11-10 0,0-7-27 16,0 7-22-16,0 0 0 0,0 0-8 0,0 0 4 16,1 42-2-16,-1-15 4 0,0 0-6 0,0 0 5 15,-1 0-16-15,1 0-13 0,0-3-10 0,1 3-16 16,1-2 4-16,-4 0-9 0,4 0-2 0,1-1-9 16,-1-5-6-16,-2 0-8 0,3-1-7 0,0 0-8 15,-1-6-33-15,-1 3-23 0,3-3-40 0,-4-3-29 16,2 1-42-16,-2-2-38 0,0-8-44 0,0 0-42 15,1 14-18-15,-1-14-212 0,0 0-522 0,0 0 232 16</inkml:trace>
  <inkml:trace contextRef="#ctx0" brushRef="#br0" timeOffset="204498.51">11266 9047 241 0,'0'0'235'16,"0"0"-29"-16,-6-7-16 0,6 7-18 0,0 0-18 15,0 0-16-15,0 0-9 0,0 0-10 0,0 0-6 16,18-1-7-16,0 1-5 0,2-1-9 0,11-2-5 16,-2-1-12-16,2 4-7 0,-3-2-5 0,3-1-5 15,-11 3-6-15,2 0-3 0,-4-2-11 0,-5 1 1 16,2 1-5-16,-4 1-5 0,0 1 1 0,-4 0 4 16,2 2 7-16,0-3 2 0,-2 2 0 0,-1 6 7 15,-1-2 6-15,3-1 4 0,-4 1-13 0,1 2 0 16,-3-1-1-16,0 1-8 0,0 1-2 0,0 3 0 15,0-3-7-15,0 1-4 0,-2-1-19 0,1-1-28 16,-1-9-41-16,0 17-48 0,0-17-43 0,0 12-48 16,0-12-49-16,-3 9-158 0,3-9-443 0,0 0 196 15</inkml:trace>
  <inkml:trace contextRef="#ctx0" brushRef="#br0" timeOffset="204668.59">11583 8771 21 0,'-2'-7'238'0,"2"7"-55"0,0 0-46 0,0 0-29 16,0 0-27-16,0 0-34 0,0 0-40 0,0 0-43 0,11 31-39 16,-6-13-44-16,4 8-128 0,4-2 57 0</inkml:trace>
  <inkml:trace contextRef="#ctx0" brushRef="#br0" timeOffset="204927.24">11794 9241 153 0,'0'0'255'0,"0"0"-13"16,9-15 6-16,-6 6-12 0,1-2-5 16,-1 1-14-16,1-4-2 0,0 3-10 0,5-6-11 0,-5 2-25 15,6-1-6-15,2 2-17 0,0-2-10 0,0 5-9 16,1 0-13-16,-1 1-8 0,-1 3-15 0,-2 2-13 15,2-1-7-15,-2 3-5 0,-1 4-13 0,-8-1 1 16,17 8-5-16,-6-2 4 0,-3 4-2 0,3 2-10 16,-5-1-2-16,1 4 1 0,-1 1 5 0,2 1-14 15,-4 0-8-15,0-5 2 0,-2 5-17 0,2-6-22 16,1 2-33-16,-3 0-30 0,0-3-27 0,-1 2-50 16,3-3-65-16,3-1-33 0,-1-1-58 0,1-1-157 15,2-6-505-15,5 0 223 0</inkml:trace>
  <inkml:trace contextRef="#ctx0" brushRef="#br0" timeOffset="205489.07">12370 9036 79 0,'0'-12'241'0,"-3"1"7"16,-4-1 7-16,5 3-9 0,-6 3-4 0,1 2-12 16,-5 0-15-16,-1 3-11 0,-7 4-10 0,0 2-11 15,-5 4-14-15,-3 3-12 0,4 5-13 0,1 0-19 16,8-3-2-16,-5 3-21 0,11-2-13 0,2-5-7 15,1 1-4-15,5 1-14 0,-1-2-9 0,4 3-21 16,3-4-8-16,2 0-13 0,7 0-8 0,1 0-10 0,2-4-8 16,-1-5-8-16,-2 2 0 0,6-3 3 15,-7 0 1-15,5-4 3 0,-7 1 5 0,1 1-2 16,-3-3 0-16,-2-1 3 0,0-1 4 0,1 0 2 16,-3-1 21-16,-1 2-3 0,-1-1-1 0,0-3 11 0,0 0-5 15,-1 2 3-15,1 1 3 0,-2 1 11 0,1 0 4 16,-2 7 6-16,2-8-3 0,-2 8-5 0,4-7-1 15,-4 7 4-15,0 0-20 0,0 0-1 16,0 0 16-16,0 0-7 0,-2 34 2 0,-1-15 8 0,-1 9 9 16,-1 2 1-16,-1 1 1 0,1 2 14 0,-1 3-6 15,1 12-10-15,1 1-2 0,1 0-3 0,-1-3-3 16,1 0 1-16,1-12-1 0,0 1-9 16,-1-2-9-16,-1-1 0 0,2-3-1 0,-5 0-1 0,-2-1-5 15,2-4 12-15,-2 2-7 0,5-6-3 0,-7-2-5 16,2-3-3-16,0-1 0 0,-3-1 2 0,2-4 1 15,1-2-3-15,-3 3 1 0,-1-7 11 0,2 0-11 16,-1-1-6-16,-1-2 8 0,-5-3-4 0,5 0-2 16,1-3-8-16,-4-7-1 0,1 1-13 0,2-2 3 15,-2-8-8-15,4-1-14 0,1-3-1 0,5-4-4 16,0-2 0-16,7-2 1 0,1-2 8 0,6 1-2 16,6-12 4-16,-1 14 6 0,1 0 1 0,10-9-2 15,-4 13 2-15,4 1 5 0,0 0-7 0,10-4-9 16,-6 7-4-16,0 5-8 0,2-3-6 0,-1 6-12 15,1 0-24-15,-2 3-17 0,1-2-35 0,1 5-40 16,0 0-46-16,1 1-56 0,4-1-37 0,-10 3-190 16,6-2-547-16,-1 0 243 0</inkml:trace>
  <inkml:trace contextRef="#ctx0" brushRef="#br0" timeOffset="206077.23">13014 8997 273 0,'-5'-11'279'0,"3"0"-18"0,-2 1-3 0,2 3-15 15,2 7-20-15,-3-12-25 0,3 12-18 0,0-5-17 16,0 5-28-16,0 0-14 0,0 0-11 0,0 0-13 15,21 30-5-15,-10-8-8 0,0 6-7 0,3 2-8 16,-4 1-3-16,2-1-5 0,1 1-5 0,-4-1-7 16,3 0-3-16,-3-6-6 0,1 1-1 0,-4-6-4 0,3-3-3 15,-3 0-2-15,-2-5-6 0,1-3-1 16,2 1-3-16,-5-4 0 0,3-1 3 0,-3 2-4 16,-2-6 5-16,4 8 5 0,-4-8 5 0,5 3-2 15,-5-3-8-15,0 0 2 0,0 0-4 0,8-17-1 0,-5 9-5 16,6-8-1-16,-6-3 0 0,5 3-1 15,1-2-6-15,3-8-1 0,-1-1 2 0,2 0-1 16,-1 2 1-16,0-1-5 0,5 0 4 0,-7 2-1 16,2 0 1-16,-3 1-1 0,0 5-2 0,-3 2-2 15,0 5 6-15,0 1-6 0,-4 3 1 0,1-1-4 0,3 3 13 16,-4 0-12-16,-2 5-5 0,2-8 3 16,-2 8-5-16,2-6-8 0,-2 6-18 0,0 0-16 15,0 0-33-15,0 0-28 0,0 0-29 0,0 0-36 16,0 0-34-16,0 0-35 0,0 0-220 0,0 0-500 0,-12 28 221 15</inkml:trace>
  <inkml:trace contextRef="#ctx0" brushRef="#br0" timeOffset="206406.72">13589 9106 241 0,'0'0'235'0,"0"0"7"16,0 0-9-16,-25 11-6 0,16-2-17 15,-4 0-5-15,1 5-13 0,-1 1-12 0,2-2-17 0,0 3-17 16,2 0-13-16,0-2-15 0,4 2-14 0,-2 0-8 16,5-4-8-16,4-1 2 0,0 1-20 0,1-2-5 15,2-1-6-15,2-1-4 0,5-1-7 0,3 0-1 16,2-3-6-16,3 0-3 0,-2-4-2 0,3-1-6 16,8-2-1-16,-11-1 0 0,2-1-2 0,-2-2-5 15,-3 1-4-15,1-4 3 0,-3 0 0 0,-3 3-7 16,-1-5 2-16,-3 1 1 0,-3-1-5 0,1-4-5 15,-4-1 6-15,-2 2-5 0,-2-2 2 0,-3 0-4 16,-2 2-2-16,-3-2 1 0,-1 2-5 0,-3 3 3 16,7 5-9-16,-1 0-8 0,-4 2-13 0,1 4-21 15,-2-3-26-15,-2 5-30 0,-1 2-37 0,5 0-32 16,-1 5-37-16,5-4-40 0,-2 1-189 0,11-5-473 16,-10 10 210-16</inkml:trace>
  <inkml:trace contextRef="#ctx0" brushRef="#br0" timeOffset="206645.07">13937 8993 205 0,'1'-11'279'16,"1"0"-3"-16,-2 1 3 0,2 1-7 0,-2 2-8 16,0 1-20-16,0 6-16 0,0 0-32 0,2-14-24 15,-2 14-13-15,0 0-17 0,0 0-15 0,0 0-5 16,3 36-10-16,-3-17-1 0,0 5-11 0,-1 1-10 15,1 0-10-15,0 0 0 0,0 2-9 0,1-1-7 16,1 0-5-16,0-7-12 0,0 0-11 0,0-1-13 16,0 0-27-16,1-1-43 0,1-2-42 0,-2-2-37 15,1-3-49-15,1 0-46 0,1-2-30 0,-3-3-237 16,0 0-528-16,-2-5 234 0</inkml:trace>
  <inkml:trace contextRef="#ctx0" brushRef="#br0" timeOffset="206884.83">14177 8974 149 0,'0'-11'273'0,"0"4"-18"15,0 7-17-15,-2-11-22 0,2 11-24 0,0 0-12 0,0 0 1 16,0 0 4-16,0 0-6 0,5 24-6 0,-5-6-10 16,0 8-11-16,1 0-11 0,-2 2-8 15,0 0-7-15,2 3-11 0,-2-3-14 0,-1 1-4 16,0-4-11-16,-2 0-3 0,3-6-11 0,1 2 4 0,-3-2-18 15,3-2-5-15,0-3-17 0,0-1-27 0,-1-2-27 16,2-1-24-16,-1-2-35 0,-1-1-31 16,1-7-28-16,0 11-23 0,0-11-18 0,0 0-33 0,-2 7-28 15,2-7-189-15,0 0-461 0,0 0 204 0</inkml:trace>
  <inkml:trace contextRef="#ctx0" brushRef="#br0" timeOffset="208006.81">14072 9181 158 0,'0'0'182'0,"-6"-9"-17"0,6 9-17 16,-2-7-12-16,2 7-5 0,0 0-10 0,0 0-4 16,10-5-6-16,1 0-4 0,9 3-9 0,10-2-9 15,2 0-6-15,-1-2-8 0,3 3-10 0,1-4-3 16,1 4-3-16,-4-1-4 0,-3-1-8 0,-9 1 3 16,1 0-6-16,-4 1 1 0,-3 2 3 0,-3-1-6 15,0-1-3-15,-2 2 3 0,-2-1 5 0,-7 2 5 16,9-1 6-16,-9 1 0 0,0 0 3 0,11-3 3 15,-11 3-5-15,0 0-6 0,0 0-2 0,0 0-8 16,0 0-3-16,0 10-1 0,0-10 3 0,-16 15 1 16,3-1 2-16,-3 0-1 0,1 0 8 0,-5 7-13 15,6-9-8-15,0 4-2 0,-1 0-5 0,3 0-3 16,3-1 4-16,3-2-6 0,2 0-1 0,1-3-2 16,1-2-2-16,5 2 0 0,-1-3-2 0,4 0 2 15,0 0-3-15,5-3-2 0,0-3-8 0,2-1 0 16,1-1 2-16,3-2-6 0,-5-1 1 0,5-3 2 15,-3-1 0-15,1-4-4 0,2 1 5 0,-4 3-3 16,1-6 2-16,-1 1 7 0,-3-1-14 0,-5-2 3 16,6 1 3-16,-4 5-7 0,-2-8 9 0,-1 3-7 15,2 3 1-15,-1 2 1 0,-2 1 0 0,-3 2 6 16,0 7 0-16,4-11-3 0,-4 11 2 0,2-5-9 16,-2 5 1-16,0 0 6 0,0 0 10 0,0 0-16 0,-9 24 6 15,4-12 2-15,-1 0-2 0,3 5 1 16,-1-2-2-16,2-2 3 0,2 1 1 0,0-2-4 15,2-2 4-15,2 3 0 0,1-3 4 0,5-1-2 0,5 0 1 16,4-2-4-16,9-1 2 0,2-3 1 0,3-5-6 16,1 2 7-16,-1-1-4 0,1-5 0 15,-5 2-2-15,0-4-2 0,-8 4 9 0,4-2-9 16,-7-1 1-16,-6 1 2 0,3-3 2 0,-5 2-1 16,-1-1 3-16,3-5-4 0,-3 3 2 0,-2-7 3 0,0 7-1 15,-3-6-3-15,-4 0 1 0,0 0 4 0,-4 1 2 16,-1 3 1-16,2 1 6 0,-3 2 10 15,-1 0 0-15,-2 3 3 0,-2 0 5 0,-1 4-13 16,-2-1 0-16,-2 2-5 0,-3 2 2 0,6 8-5 0,-5-1 9 16,2 3-8-16,3 1-6 0,1-2 4 0,2 6-5 15,0-3 1-15,3-3-3 0,5-1-6 0,0 1 4 16,0 1-13-16,6 0-4 0,-1-2-4 16,3-2-5-16,5 0-5 0,-1-3-3 0,1-1-4 0,0-1 7 15,0-1 0-15,0 1 4 0,3-2 4 0,-4-2 1 16,3 1 0-16,-4-2 6 0,-3-1 0 0,1-1 3 15,-3 1 0-15,4-1 3 0,-3 1 2 0,-2-1 5 16,-3 5 2-16,8-10 7 0,-6 5-5 0,-2 5 8 16,8-6-8-16,-6 2-2 0,-2 4 0 0,0 0-1 15,5-4-1-15,-5 4 3 0,0 0 0 0,0 0 7 16,8 20 5-16,-5-6 11 0,-1 7-5 0,0 3 5 16,0 7-2-16,2 2 5 0,0 2-3 0,-4 11 3 15,6-1 2-15,-3 4 2 0,1-4-1 0,-2-10 0 16,7 11-3-16,-4-11-2 0,0 1-1 0,-2-1-1 15,2-2-8-15,-5-1 15 0,2-2-12 0,1-3-1 16,-2-8 1-16,-1 1-4 0,3-4-2 0,-4-1 1 16,-3-3 0-16,-2-3 0 0,-1 0-6 0,-3-3-11 15,0-1 1-15,-3-4-4 0,-1-1-7 0,14 0-1 16,-27-8-9-16,11 2-3 0,0-3-2 0,-1-5-3 16,3 1-3-16,3-2 6 0,-3-6 3 0,7-3 2 0,5 0 1 15,3-2-2-15,4 1 3 0,8-4-2 16,2 1 14-16,4-3-12 0,8-10 3 0,4 5 2 15,2 0 3-15,1 1 0 0,4 1 1 0,-1-3 1 16,1 6 2-16,0 0-2 0,-10 10 4 0,0-1 2 16,2-2-5-16,-4 1 6 0,-2 2-3 0,-1-1 14 0,-4 1-3 15,-1-3-5-15,-1 1 7 0,-7 8 3 16,-2-4 3-16,-2 3 13 0,1 0-1 0,-3 2-4 16,-1 3 9-16,-3 0 4 0,0 2-2 0,0 9-2 15,-4-12 2-15,0 8-7 0,4 4-3 0,-15 0-1 16,3 4 3-16,-7 6-9 0,-4 4-7 0,0 6 6 0,5-1 4 15,-3 4-3-15,3 0-3 0,4 0-7 16,6-5-21-16,3 0-21 0,2-1-27 0,6 0-33 16,2 0-55-16,5-2-41 0,6-2-40 0,7-1-50 0,3-1-194 15,4-1-516-15,6-5 228 0</inkml:trace>
  <inkml:trace contextRef="#ctx0" brushRef="#br0" timeOffset="208650.69">16027 9191 266 0,'-3'-10'253'0,"3"10"-1"16,-4-16 4-16,2 7-6 0,2 9-17 15,-14-6-15-15,14 6-23 0,-20 4-2 0,5 6-15 0,0 4-14 16,1-1-13-16,-5 6-7 0,2 2-14 0,5-5-21 16,6 1-6-16,-2-1-10 0,2 1-4 0,5-1-15 15,1-1 0-15,2-3-13 0,7 3-3 0,-2-5-9 16,4 1-4-16,6-1-7 0,-1-3-11 0,4-1-13 15,-1-4-4-15,1 0-2 0,2-2-13 0,6-2 1 16,-13-3-3-16,3 0 1 0,0-2-2 0,-5-3-3 16,0 1-2-16,-3 1 6 0,-2-3 6 0,-3 1-9 15,0-5 3-15,-3-1-4 0,1-1 1 0,-4-2 2 16,-3 1-1-16,-3-6 3 0,2 5 2 0,-4-5-5 16,0 5 5-16,2 5 4 0,-2-1 11 0,-1 2 5 15,3 4-1-15,0 4 2 0,0-3-1 0,7 8-4 16,-13-8 5-16,13 8-5 0,-6-3-1 0,6 3 0 15,0 0-4-15,0 0 0 0,0 0-3 0,0 0 4 16,0 0-3-16,0 0 2 0,0 0-11 0,40 3 0 16,-11-3-2-16,2-3-2 0,6 0 5 0,11-6-3 15,-9 5 2-15,-1-3-2 0,-4-2 4 0,-4 1 2 16,-1-3 0-16,-6 0 0 0,-5 2 0 0,-1-3 0 16,-4 1-1-16,-1-3 12 0,0-1-6 0,-3-1-2 15,-3 0-1-15,3-3-1 0,-3-5 3 0,-4 6 4 16,2-1 1-16,-2 1 7 0,-1 0 11 0,1 2-10 15,-2 3 7-15,0 4 7 0,1 1 10 0,-1 8-16 0,-1-13-5 16,1 13-5-16,0-8-9 0,0 8 1 16,0 0 3-16,0 0-8 0,-7 34 24 0,0-7-16 15,-2 6 2-15,-2 12-11 0,2 1 8 0,-1 2 3 16,3 0 1-16,2 2 12 0,-5-1-14 0,8 1 8 16,-1-3-10-16,1-12 2 0,4-2 1 0,0 2 13 15,0-2-17-15,2-2-2 0,3-1 9 0,-1-2-9 16,0-3 4-16,2-1-3 0,-2-5-1 0,1-2-2 15,-1-1-4-15,2-2-16 0,-3-3-10 0,0-3-19 0,-2 1-23 16,-1-1-13-16,-1-2-12 0,-1-6-19 0,-1 11-15 16,1-11-22-16,-10 7-32 0,-1-1-18 0,0-6-14 15,0 1 0-15,-3-1-7 0,-3-1 2 16,-2 1 3-16,1-4-134 0,3-3-378 0,1 2 168 0</inkml:trace>
  <inkml:trace contextRef="#ctx0" brushRef="#br0" timeOffset="208822.71">16327 9354 227 0,'0'-7'243'0,"3"0"-9"0,-1 2-5 16,-2 5-10-16,4-12-6 0,2 7-7 0,2 0-9 15,1-2-13-15,2 1-20 0,6 0-13 0,2 0-11 16,9-2-16-16,2-1-14 0,2-1-9 0,0 1-7 16,-1-1-10-16,3 3-25 0,0-3-30 0,0-1-33 15,-2 0-47-15,-3 0-52 0,0 1-55 0,2-4-52 16,-4 2-204-16,-3 1-448 0,-9 1 198 0</inkml:trace>
  <inkml:trace contextRef="#ctx0" brushRef="#br0" timeOffset="209691.22">17763 9011 23 0,'0'0'211'0,"0"0"1"0,0-11-2 0,0 11-2 16,0 0-9-16,0 0-9 0,-1-8-8 0,1 8-7 16,0 0-11-16,0 0-4 0,0 0-11 15,0 0-9-15,0 0-14 0,0 0-7 0,0 0-9 16,0 0-11-16,0 0-7 0,0 0-9 0,0 0-11 0,0 0-5 16,0 0-4-16,0 0-6 0,-20 15 2 0,9-1-6 15,0 0 1-15,0 2-6 0,0 1-6 16,0-1-2-16,1 1-3 0,1 6-1 0,0-5-3 0,2-2-7 15,5 1 2-15,-1 0-6 0,2 0 0 0,0-4-3 16,3 0 0-16,1 2 0 0,-1-4 1 0,3-1-7 16,4 1 1-16,-4-1-5 0,6-2 2 0,-1-1 3 15,7 1-4-15,0-4 1 0,0 0 0 0,3-3 1 16,0-1-1-16,-2-2 0 0,3-2-17 0,0 1 4 16,0-3 0-16,0 0 2 0,-6-4 2 0,2 3 9 15,-3-2-14-15,0-5 1 0,-3 1 1 0,0-1-2 16,-1-3 3-16,-5 1 0 0,0-4 5 0,-4 2-2 15,2 0-2-15,-4-1 3 0,-1 0-7 0,-1 0 7 16,-3 0-3-16,-4-6-1 0,3 7-1 0,-2 3 2 0,2-1-3 16,-4 2 0-16,-1 2 2 0,-1 1-8 15,2 3 2-15,1 1 5 0,-2 1-6 0,-1 3 2 16,-1 0-7-16,-2 5-10 0,-5 0-12 0,2 3-19 16,-1 2-21-16,-1 2-21 0,5 2-29 0,-5 5-23 0,7-4-29 15,4 2-31-15,5-3-37 0,1 5-191 16,4-5-470-16,0 0 209 0</inkml:trace>
  <inkml:trace contextRef="#ctx0" brushRef="#br0" timeOffset="209919.64">18126 9163 40 0,'0'0'275'0,"7"0"-1"16,-7 0 1-16,0 0-11 0,6-3-10 0,-6 3-11 15,0 0-19-15,0 0-15 0,0 0-16 0,0 0-17 16,0 0-12-16,0 0-19 0,0 0-16 0,0 0-11 16,0 0-10-16,5 8-11 0,-5-8-14 0,0 0-5 15,-1 11-2-15,1-11-7 0,0 10-22 0,0-10-21 16,0 0-42-16,0 11-49 0,0-11-48 0,1 8-62 16,-1-8-51-16,4 7-270 0,-4-7-536 0,8 2 237 15</inkml:trace>
  <inkml:trace contextRef="#ctx0" brushRef="#br0" timeOffset="210308.87">18544 8982 168 0,'0'-7'276'0,"0"7"-10"0,0-14-2 0,-2 8 2 15,2 6-13-15,-5-13-12 0,5 13-15 16,-4-6-18-16,1 1-20 0,3 5-24 0,0 0-18 0,-12 0-11 15,3 6-11-15,-7 4-11 0,0 4-9 0,-7 8-10 16,-2 4-2-16,3 0-16 0,0-2-8 0,0 4 2 16,5 0-13-16,-1 2 1 0,7-2-8 15,-1 0-10-15,7-2 0 0,3-1-3 0,0-4-1 0,5-4-1 16,2 3-9-16,4-4-7 0,1 0 4 0,2-1-13 16,4-3-4-16,1-3 0 0,2 0-14 0,3-3 4 15,3-2-5-15,2 2 0 0,-5-6-7 0,-4 0 4 16,1-3 1-16,3 0-2 0,-3-4 4 0,-4 1-2 15,2-2 5-15,-7 0-5 0,-2-1 6 0,2-1-2 16,-5-1-1-16,-2-1 5 0,-2-4-1 0,-2 0-3 16,-3 4 2-16,-1-3-2 0,-7 0 1 0,1 2-1 15,-2-1 1-15,0 2 3 0,-2 3-1 0,-4 2-1 16,0 3-6-16,2 3 0 0,-4 0-20 0,1 3-22 16,1 1-33-16,0 1-37 0,2 0-34 0,0 0-46 15,6 1-44-15,1 2-232 0,5-2-516 0,1-2 228 16</inkml:trace>
  <inkml:trace contextRef="#ctx0" brushRef="#br0" timeOffset="210746.72">18846 8994 146 0,'1'-12'295'0,"-1"4"-7"0,0 1 3 15,1 0-9-15,-1 7-11 0,0-11-31 0,0 11-31 16,2-7-21-16,-2 7-20 0,0 0-19 0,0 0-16 16,0 0-13-16,9 16-6 0,-4-6-13 0,0 7-12 0,0-1 0 15,0 4-10-15,3 4 0 0,-2-1-9 0,3 2 3 16,-2-6-17-16,-2-2-4 0,1 1-5 0,0 0-2 16,1 0-3-16,1-1-3 0,-1-2-4 15,2 1-4-15,-1-2-1 0,-3-4-1 0,1 2-7 0,1-2 0 16,0-2-2-16,1 0 0 0,-4-2-3 0,4 0-3 15,-3-1 6-15,1 0-8 0,-2-3 6 0,1 2 0 16,-5-4 1-16,10 1-1 0,-10-1-5 0,12-5 8 16,-6 1 8-16,0-4-12 0,5-5-1 0,-4 3 3 15,4-5 3-15,-2-2-3 0,3-5-1 0,-4-2 5 16,4 1 2-16,-2-2-6 0,-1 1 6 0,-2-1-2 16,1 0-6-16,0 0 6 0,-5 6-4 0,4-5 2 15,-3 7-1-15,1-2 10 0,-3 4 0 0,0 4 2 16,0 1-4-16,1 5-17 0,-2-3 11 0,-1 8-10 15,1-10-6-15,-1 10-23 0,3-9-38 0,-3 9-40 16,0 0-47-16,0 0-42 0,0 0-54 0,0 0-39 16,0 0-41-16,0 0-238 0,0 0-602 0,-8 27 267 15</inkml:trace>
  <inkml:trace contextRef="#ctx0" brushRef="#br0" timeOffset="210963.29">19292 9306 58 0,'0'0'355'0,"-4"10"-35"16,4-10 3-16,0 0 20 0,-4 6 6 0,4-6 5 16,0 0-4-16,0 0-14 0,-7 1-14 0,7-1-17 15,0 0-18-15,0 0-22 0,0 0-19 0,0 0-20 16,0 0-20-16,0 0-25 0,-11-8-18 0,11 8-18 16,0 0-16-16,0 0-13 0,0 0-17 0,0 0-33 0,0 0-37 15,0 0-45-15,0 0-58 0,0 0-57 0,0 0-64 16,0 0-66-16,0 0-89 0,0 0-80 15,-7-4-256-15,7 4-744 0,0 0 330 0</inkml:trace>
  <inkml:trace contextRef="#ctx0" brushRef="#br0" timeOffset="-206825.48">1933 10096 119 0,'0'0'171'0,"-10"-9"-6"0,6 6-12 15,-3 0-7-15,-1 0-11 0,8 3-8 0,-21-1-6 16,10 3-17-16,-3 2-5 0,-3 0-3 0,-2 5-4 15,1 3-7-15,-6 3-10 0,-1 1-6 0,4 0-3 16,4-3-11-16,3-1-8 0,3 2-3 0,2 1-7 16,0-1-6-16,5-2-1 0,1 0-3 0,1 0-7 15,2 1 0-15,0 0-2 0,5 2-1 0,4 0-1 16,0-1-4-16,2 3-1 0,2-3 1 0,0-2-1 16,0 1 1-16,2 1-9 0,0-2 1 0,1 2 1 15,0-2 3-15,-2-2-8 0,0 2 6 0,-2-3-4 16,-3 0-1-16,0 1 3 0,0-1 0 0,-4 2 2 15,1-4-4-15,-2-2-5 0,-1 2 1 0,-5 2 3 16,0 1 1-16,-2-1-2 0,-3 1 3 0,-3-3-3 16,-3 4 3-16,-3 0 1 0,-8 3 2 0,4-8-2 15,-8 3-2-15,-1 1-6 0,1-1-6 0,-3-2-18 16,12-2-20-16,-4 0-29 0,4-4-31 0,-2-1-32 16,3-3-40-16,6 0-106 0,-1-4-310 0,4 2 138 15</inkml:trace>
  <inkml:trace contextRef="#ctx0" brushRef="#br0" timeOffset="-206504.1">2024 10332 2080 0,'11'-3'27'0,"0"3"-34"0,-4-2-10 16,-7 2 8-16,12 2 4 0,-8 1-1 16,-4-3-5-16,4 5 4 0,-4-5 3 0,5 9 10 0,-5-9 10 15,2 12 2-15,-2-5 1 0,0 1-6 0,1 1 6 16,-1 0-6-16,2-1-4 0,0-3 1 0,2 2 4 15,0 0-5-15,2 0 2 0,2-2-2 0,3 2 2 16,1-4-1-16,2-1 4 0,5-2 1 0,4 0-2 16,4-3 1-16,2-1 0 0,-2-4-2 15,-1-2-1-15,-1-2 0 0,2 1 0 0,-8 2 5 0,-4-1 4 16,0 0 5-16,-8 5 8 0,0-5 2 0,-2 1-2 16,-4-3 4-16,-6 1-4 0,-1-6-1 0,-1 4-9 15,-8-1 0-15,2 0-3 0,-8-1-4 16,1 5-1-16,1 3-1 0,-4 1-3 0,4 1-7 0,-3 2-14 15,-6 3-14-15,6 4-16 0,1 0-20 0,0 2-31 16,2 2-34-16,3-1-22 0,4 1-29 0,2 0-168 16,2 1-371-16,5-2 164 0</inkml:trace>
  <inkml:trace contextRef="#ctx0" brushRef="#br0" timeOffset="-206279.46">2546 10122 62 0,'2'-7'208'16,"-2"7"11"-16,1-9 0 0,-1 9-17 0,1-7-17 16,-1 7-22-16,0 0-19 0,0 0-19 15,0 0-12-15,0 0-11 0,0 0-6 0,11 23-6 0,-10-5-2 16,2 11-5-16,0 2-12 0,0 2 0 0,-3-1-9 16,2 0-6-16,-2 0-4 0,0 0-5 0,0-3 0 15,0 0-7-15,-3-1-4 0,4-2-10 0,-1-2-20 16,-1-7-24-16,1 1-35 0,0-1-40 15,0-6-59-15,0 0-49 0,-3 1-149 0,2-2-378 16,1-10 167-16</inkml:trace>
  <inkml:trace contextRef="#ctx0" brushRef="#br0" timeOffset="-205924.07">2769 9861 63 0,'0'0'229'16,"0"0"-22"-16,0 0-16 0,13 14-17 15,-11-7-28-15,0 5-8 0,1-1-11 0,-3 1-10 16,0 2-11-16,3-4-10 0,-4-1-11 0,1-4-1 16,0-5 3-16,0 12 10 0,0-12 16 0,1 9 5 0,-1-9 10 15,0 0-5-15,0 7 0 0,0-7 0 0,0 0-15 16,0 0-11-16,0 0-8 0,0 0-6 15,5-21-16-15,-4 12 1 0,2-1 0 0,-1-1-25 16,5-4-13-16,-2-2-11 0,1 2-5 0,2-1-3 0,-3 5-5 16,2 3 3-16,-2 0-7 0,0 3-5 0,-2 0-6 15,-3 5-1-15,7-6-4 0,-7 6-2 0,10 0 6 16,-10 0 0-16,14 13 1 0,-5-5-5 16,0 8 3-16,3-1-20 0,-3 10-15 0,1-2-15 0,-1 4-18 15,-3 3-33-15,-2-3-33 0,0 5-29 0,1-2-35 16,-5 1-196-16,-3-2-438 0,2-2 194 0</inkml:trace>
  <inkml:trace contextRef="#ctx0" brushRef="#br0" timeOffset="-205754.15">3040 10400 216 0,'0'0'245'0,"0"0"-6"0,0 0-7 0,4 4-10 16,-4-4-23-16,0 0-15 0,0 0-23 15,2 5-20-15,-2-5-32 0,0 0-45 0,0 0-43 16,0 0-50-16,0 0-39 0,0 0-52 0,0 9-52 0,0-9-102 16,-5 8-298-16,1-4 132 0</inkml:trace>
  <inkml:trace contextRef="#ctx0" brushRef="#br0" timeOffset="-205615.61">3027 10587 112 0,'4'4'203'0,"-4"-4"-3"0,0 0-17 16,0 0-22-16,0 0-32 0,0 0-42 0,0 0-61 16,0 0-58-16,0 0-69 0,0 0-61 0,0 0-175 15,15-14 78-15</inkml:trace>
  <inkml:trace contextRef="#ctx0" brushRef="#br0" timeOffset="-205455.91">3316 10491 121 0,'0'0'278'0,"6"-3"-15"0,-6 3-22 0,0 0-24 0,0 0-25 15,0 0-25-15,0 0-33 0,7-5-47 0,-7 5-42 16,0 0-45-16,0 0-65 0,4-5-67 16,-4 5-126-16,0 0-280 0,0 0 124 0</inkml:trace>
  <inkml:trace contextRef="#ctx0" brushRef="#br0" timeOffset="-205128.55">1730 10937 9 0,'-14'2'251'0,"-1"-2"-22"0,3 4-8 16,4-4-19-16,1 0-19 0,7 0-18 0,-11 2-20 16,11-2-15-16,-2 5 2 0,2-5 0 0,15 10 5 15,7-3-9-15,10 1-5 0,22-2-13 0,6-1-7 16,5-4-9-16,26-3-12 0,-2-2-3 0,-24 0-12 15,29-6-20-15,-5 1-33 0,-26 1-38 0,2-1-33 16,31-6-45-16,-8 6-57 0,-24 0-24 0,-2 2-41 16,1 2-115-16,28-3-368 0,-31-1 163 0</inkml:trace>
  <inkml:trace contextRef="#ctx0" brushRef="#br0" timeOffset="-204979.92">3630 10829 9 0,'0'0'258'0,"5"-5"-22"0,-5 5-27 0,0 0-28 16,4-11-43-16,-4 11-37 0,0 0-47 0,0 0-64 15,-7-16-63-15,7 16-112 0,0 0-198 0,-16-6 88 16</inkml:trace>
  <inkml:trace contextRef="#ctx0" brushRef="#br0" timeOffset="-195262">7353 10243 102 0,'0'0'145'0,"0"0"-2"0,-3-11 10 0,3 11 5 15,-2-6-4-15,2 6-7 0,0 0-6 0,-5-8-11 16,5 8-15-16,-4-4-6 0,4 4-7 0,0 0 2 16,-6-4-2-16,6 4-1 0,0 0-7 0,-7-3-5 15,7 3-13-15,0 0-6 0,0 0-10 0,0 0-4 16,0 0-3-16,0 0-9 0,0 0-5 0,0 0-3 16,0 0-8-16,0 0-2 0,0 0-7 0,0 0 0 15,0 0-7-15,0 0 6 0,0 0-4 0,30 6 0 16,-11-3-4-16,10-2-3 0,3 1-15 0,3 2-11 0,-1-3-24 15,-1 1-20-15,-2 1-22 0,-9-1-35 16,5 0-27-16,-8 1-22 0,-1 1-171 0,-7-4-367 16,1 0 162-16</inkml:trace>
  <inkml:trace contextRef="#ctx0" brushRef="#br0" timeOffset="-194777.88">7477 10258 174 0,'0'0'189'0,"0"0"-8"0,0 0-11 0,0 0-14 16,0 0-19-16,0 0-13 0,0 0-21 0,0 0-6 0,0 0-15 16,-10 9 1-16,10-9-11 0,0 15-16 0,0-1 0 15,-1 5 5-15,-2 5 2 0,3 4-4 0,-2 2-3 16,0-4-3-16,2 5-6 0,-2-4-1 15,-2 1-5-15,1-4-5 0,2 1-2 0,-2-6-6 0,3 1 3 16,-2 6-6-16,3-6-2 0,-4-3-4 0,2 0-1 16,1-2 1-16,0 1-2 0,0-4-1 0,1-2-3 15,-1-1 0-15,2 1 0 0,-2-4-4 0,0-6-1 16,-2 12 2-16,2-12 1 0,0 8 1 0,0-8-1 16,3 7-1-16,-3-7 4 0,0 0-4 0,0 0 2 15,-6 5 2-15,6-5-2 0,0 0-3 0,0 0-3 16,0 0-8-16,-19-12 0 0,10 6 0 0,0-1 0 15,1 3-4-15,0-4 3 0,-1 0-5 0,-1 5 6 16,1-4-1-16,-1 2-2 0,-1 0-1 0,4 3 3 16,-2-3 3-16,-1 0 0 0,5 3 2 0,5 2-5 15,-10-5 6-15,3 3 0 0,7 2-1 0,0 0-1 16,-11-4-4-16,11 4-3 0,0 0 3 0,0 0-2 16,0 0 1-16,0 0-4 0,0 0 6 0,0 0-1 15,0 0 5-15,0 0-2 0,25 16 0 0,-7-12-8 16,-1 0-15-16,2-2-21 0,9 1-24 0,-1-1-27 15,6-1-30-15,-1 0-35 0,0-1-168 0,-3-3-356 16,2-1 158-16</inkml:trace>
  <inkml:trace contextRef="#ctx0" brushRef="#br0" timeOffset="-194411.67">7740 10659 70 0,'0'0'203'0,"0"0"-14"0,-2-6-14 16,2 6-29-16,0 0-6 0,0 0-11 0,0 0-19 16,0 0-11-16,0 0-4 0,25 2-11 15,-14-1-12-15,1 2-7 0,4 0-4 0,2 0-6 16,-6 0-3-16,2 0-9 0,-1 1 2 0,0 3-11 0,-3-4-4 16,-1 2-3-16,1-1-1 0,-2 3-6 0,-3-1-7 15,-1 1 5-15,0 2-9 0,-2 3 0 0,-2-1 2 16,-1 2 0-16,-4 3-3 0,-3 0 5 15,-1 0 3-15,-3 6-3 0,-1-5-4 0,0-1 2 0,-2 4 4 16,2-5 3-16,-1 0 3 0,1-1 4 0,-1-1-2 16,5-3-4-16,1-1 0 0,1-2-3 0,0 1 2 15,2-2-6-15,1-1 2 0,0 0-3 16,1 0 4-16,3-5-3 0,-5 7-2 0,5-7 1 0,0 8-3 16,0-8-7-16,7 6-6 0,0-3-14 0,3-1-17 15,6-1-22-15,1-1-17 0,5-1-19 0,6-4-25 16,3 1-14-16,-1 0 1 0,2-2-13 0,0 2-116 15,-1-2-282-15,-4 0 124 0</inkml:trace>
  <inkml:trace contextRef="#ctx0" brushRef="#br0" timeOffset="-193825.62">8166 10878 65 0,'0'0'176'0,"-3"-7"-1"15,3 7-7-15,0 0-15 0,0 0-16 0,0 0-16 16,0 0-17-16,0 0-5 0,0 0 0 0,0 0 4 15,0 0-3-15,-3 23-4 0,3-13-7 0,0 0-7 16,1 2-11-16,0-2-2 0,-2 0-8 0,1 2 3 16,-1-2-2-16,-1 0-5 0,2-1-5 0,-1-2-3 15,1-7-7-15,-1 14-3 0,1-14-1 0,-2 10-2 16,2-10 12-16,-1 5 4 0,1-5 15 0,0 0 12 16,0 10 4-16,0-10 5 0,0 0-2 0,0 0-8 15,0 0-9-15,0 0-7 0,0 0-1 0,0 0-6 16,0 0-2-16,0 0-10 0,-11-23 4 0,11 14-14 15,1-1-1-15,0 0-8 0,3-3-7 0,0-1 1 16,2-4-10-16,3 2 1 0,-1 0-8 0,2-1-2 16,2 1-7-16,-1 2-1 0,-1 4-2 0,3 0 3 15,0 5 0-15,-2-1 4 0,1 3-8 0,2 2 1 0,-1 2 1 16,1 2 2-16,1 3-3 0,2-1 4 16,-3 4-2-16,0 2 0 0,-1 0 2 0,-6-2 6 15,6 4-9-15,-7-4 1 0,1 0 3 0,-2 1 0 0,1-1 0 16,-2 3 1-16,-1-3 3 0,-2-1-3 15,0-2 1-15,2 1 2 0,-3-7-1 0,1 12 4 16,-1-12 1-16,3 6 0 0,-3-6 3 0,0 0 3 16,0 0-1-16,0 0 1 0,-2 9-5 0,2-9 6 0,0 0 5 15,0 0-10-15,0 0 0 0,0 0 4 0,0 0-9 16,0 0 1-16,-1-31-7 0,5 20-3 16,1 0-8-16,4-5-2 0,1 1-3 0,3-1 1 15,2 2 1-15,-2 3 2 0,2-3 0 0,1 4 2 0,-5 4 0 16,0 1 2-16,0 2-1 0,2 2 2 0,-2 1-1 15,0 3 1-15,0 1 4 0,-1 0 0 0,-1 3-2 16,0 1 1-16,0 1 10 0,-2 1-6 0,-1 0 3 16,-1 2-3-16,-1-1 3 0,-2 1 2 0,2 3 1 15,-2-3 0-15,-1 1-9 0,0-3-21 0,-1 0-29 16,0 0-22-16,-1-1-30 0,1-1-40 0,0-8-25 16,-1 14-39-16,1-7-156 0,0-7-401 0,0 9 179 15</inkml:trace>
  <inkml:trace contextRef="#ctx0" brushRef="#br0" timeOffset="-193615.54">8820 10894 101 0,'0'0'235'0,"4"-8"-6"0,-4 8-15 16,0 0-11-16,1-8-15 0,-1 8-22 0,0 0-18 16,0 0-13-16,0 0-5 0,0 0 3 0,0 0-8 15,4 25-4-15,-5-14-9 0,0 1-10 0,-1 1-1 16,-3 2-18-16,2 2-7 0,0-5-9 0,-1 1-4 15,0-1-8-15,2 0-4 0,-2-2-1 0,1 2-14 16,1-3-28-16,-2-2-31 0,5 0-33 0,-1-7-38 16,-4 13-38-16,4-13-33 0,-1 8-32 0,1-8-181 15,0 0-409-15,-2 5 182 0</inkml:trace>
  <inkml:trace contextRef="#ctx0" brushRef="#br0" timeOffset="-193448.93">8776 10624 42 0,'0'0'126'0,"0"0"-12"0,11 26-28 16,-6-9-26-16,4 0-23 0,-2 7-21 0,0 0-13 16,5 2-21-16,-3-1-23 0,0 1-31 0,3-2-76 15,-3 1 35-15</inkml:trace>
  <inkml:trace contextRef="#ctx0" brushRef="#br0" timeOffset="-193159.94">8980 11069 60 0,'4'8'142'0,"-4"-8"7"0,2 4 14 0,-2-4 20 15,0 0 12-15,0 0 9 0,3 7-1 16,-3-7-2-16,0 0-9 0,0 0-5 0,0 0-8 16,0 0-2-16,0 0-1 0,0 0-18 0,0 0 0 0,0 0-20 15,-9-24-13-15,9 24-4 0,5-17-12 0,-1 7-15 16,5-5-10-16,0 1-9 0,6 0-5 15,4-5-14-15,1 3-6 0,3 2-8 0,-7 2-3 16,5 5-5-16,-1 0 7 0,-1 1-19 0,2 3-2 0,-2 3-1 16,-1-2-10-16,-2 4 3 0,-3 2-3 0,1 1-5 15,-2 2 6-15,-3 0-7 0,1 3 6 16,-1-2-4-16,-3 3 0 0,2 2 1 0,-2-2-2 0,-3 0-2 16,-1 0-1-16,0 1-1 0,-1 0-10 15,0-1-12-15,-2 0-24 0,1-2-25 0,-1 1-29 0,1-2-32 16,-2-1-39-16,2-7-44 0,-1 11-41 0,1-11-231 15,1 10-529-15,-1-10 234 0</inkml:trace>
  <inkml:trace contextRef="#ctx0" brushRef="#br0" timeOffset="-192939.34">9825 10846 183 0,'0'0'271'0,"5"-4"-2"16,-5 4-12-16,0 0-15 0,0 0-20 0,0 0-22 16,8-3-21-16,-8 3-17 0,11 0-16 0,-11 0-14 15,13 3-14-15,-2 0-10 0,0-1-8 0,-1 1-15 16,5-1-18-16,-3 0-31 0,0-2-39 0,2 0-39 16,-2 3-45-16,7-2-43 0,-2 0-29 0,-3 0-40 15,-4 3-161-15,-10-4-389 0,15 4 172 0</inkml:trace>
  <inkml:trace contextRef="#ctx0" brushRef="#br0" timeOffset="-192757.92">9875 10994 3 0,'-8'2'222'16,"8"-2"9"-16,-9 5 3 0,5-2 4 0,4-3 0 16,0 0-19-16,-5 7-11 0,5-7-19 0,0 0-15 15,-4 4-17-15,4-4-15 0,0 0-12 0,0 0-9 16,12 8-14-16,-4-5-7 0,3-3-15 0,0 1-20 15,7-1-28-15,0 0-30 0,4 0-20 0,6-1-48 16,-1 1-48-16,2-1-45 0,1-1-42 0,-10 1-200 16,1-1-429-16,-5 1 190 0</inkml:trace>
  <inkml:trace contextRef="#ctx0" brushRef="#br0" timeOffset="-192134.19">10597 10785 123 0,'1'-7'232'0,"-1"7"0"0,1-11-2 0,1 6-16 15,-2 5-13-15,-2-12-18 0,4 6-5 0,-2 6-8 16,0-11-12-16,0 11-14 0,0 0-13 0,1-8-21 16,-1 8-12-16,0 0-16 0,0 0-5 0,0 0-8 0,0 0-9 15,0 0-5-15,1 28-1 0,-1-10-3 0,-2 5-8 16,2 4 5-16,-2-1-6 0,-2 2-1 16,2 1-7-16,-2-2-2 0,0-3-2 0,2 4 1 15,-3-10 0-15,2 8-3 0,1-7-5 0,-1-2-4 0,2 1 4 16,-1-2-7-16,1 3 3 0,0-3-1 0,3-1-6 15,-2-4-26-15,2 2-23 0,-1-3-37 0,0 0-46 16,2 0-56-16,-2-3-48 0,0-1-226 16,1 0-487-16,-2-6 216 0</inkml:trace>
  <inkml:trace contextRef="#ctx0" brushRef="#br0" timeOffset="-191534.03">10925 11058 150 0,'0'0'192'0,"10"1"-9"0,-10-1-13 0,2 8-13 16,-2-8-6-16,2 8-7 0,-2-8-5 0,0 11-4 16,0-11-8-16,-1 11-6 0,1-5-7 0,0-6-4 15,-4 11-7-15,3-6 1 0,1-5-5 0,-3 7-1 16,3-7 1-16,-1 7 1 0,1-7 11 0,0 0-5 15,0 0-2-15,-3 8 0 0,3-8 7 0,0 0-22 16,0 0-6-16,0 0-13 0,0 0 17 0,0 0-25 16,-11-15-2-16,11 15 2 0,-4-12-6 0,4 5-13 15,0 7 0-15,1-22-5 0,6 5 7 0,-3 2-15 16,3-2-7-16,1 0-1 0,1-1-8 0,3 3-5 16,-1 0 7-16,3-1-8 0,-1 4-2 0,2 1 3 15,-1 1-8-15,3 2-1 0,-2 2-1 0,-2 5-1 16,6 1-1-16,-5 1 0 0,5 4-3 0,-1 4-6 15,-5 1 8-15,2 4 2 0,-2 0-2 0,1 1 4 16,-4 0-4-16,-2 0 1 0,1 0 0 0,-1 2-1 16,-3-1 4-16,-1-5-6 0,-2 0 4 0,0 0 4 0,-1-2-2 15,0-1 12-15,0-2-11 0,-1-6-2 0,0 9 2 16,0-9 7-16,0 8 8 0,0-8-3 0,0 0-5 16,0 0-1-16,0 0 1 0,0 0-2 15,-14-3-3-15,14 3 7 0,0 0 0 0,-6-14-2 0,3 5-5 16,3-1-8-16,0-2 4 0,5-4-10 0,0 0 0 15,2-2-1-15,3 1-4 0,4-4-1 0,0 9-1 16,0-1 13-16,-1 3-10 0,4 1-1 0,-6 4-9 16,2 1 9-16,-2 2 0 0,1 0 0 0,1 5 5 15,-3 0 2-15,1 4-3 0,1 1-6 0,-1 3 11 16,1 2-2-16,-3 0 0 0,-1 1 5 0,-2 1-1 16,2 2-2-16,-2-1 5 0,-1-1 2 15,-2 0-2-15,-2-3-15 0,1 2-28 0,-2-1-34 0,2-2-34 16,-2 1-38-16,-2-2-47 0,4 0-33 0,0 0-31 15,-2-3-168-15,0-7-464 0,4 9 206 0</inkml:trace>
  <inkml:trace contextRef="#ctx0" brushRef="#br0" timeOffset="-191077.34">11765 11097 191 0,'0'0'184'0,"0"0"-2"0,6 10 2 0,-6-10 7 0,3 9 3 15,-3-9 6-15,-5 14-9 0,3-3-14 0,0-1-13 16,-2-1-11-16,1 2-9 0,-1-3-3 0,2 2-12 16,-3-2-7-16,2 0-12 0,1-3-4 0,2-5-6 15,-3 12-5-15,2-8-1 0,1-4 10 0,0 0 11 16,-5 7 10-16,5-7 7 0,0 0-9 0,0 0-8 16,0 0-8-16,0 0-12 0,0 0-8 0,-8-15-1 15,8 15-12-15,1-18-6 0,2 7-10 0,1-5-3 16,2-2-12-16,5-5 0 0,0-2-5 0,4-2-13 15,2 0-14-15,3 0-9 0,1-3-2 0,1 1-5 16,0 5-8-16,0-2 0 0,1 3 1 0,-1 4-2 16,1 3 2-16,-10 4 0 0,-2 6 1 0,1 0-9 0,-3 1 6 15,1 3-3-15,0 2-4 0,-2 4 10 0,1 3-1 16,1 1 16-16,-5 3-15 0,1 5 6 0,-2 0 10 16,2 1-1-16,-3 2 3 0,-1 1 8 15,-2 3 15-15,0-3-16 0,0 6-4 0,0-5 5 0,3 2 3 16,-6-4 3-16,3-3 1 0,0 1-11 0,-2-2 2 15,2 2-4-15,0-6 5 0,-2 0-1 0,2-1-10 16,0 1 3-16,0-4 3 0,0-7-1 16,2 12-2-16,-2-12-1 0,0 10 5 0,0-10-12 0,0 8-23 15,0-8-25-15,2 4-17 0,-2-4-23 0,0 0-23 16,0 0-32-16,0 0-39 0,0 0-44 0,-5 9-35 16,5-9-37-16,0 0-227 0,0 0-571 0,0 0 253 15</inkml:trace>
  <inkml:trace contextRef="#ctx0" brushRef="#br0" timeOffset="-190872.36">11756 11122 101 0,'0'0'203'0,"0"0"-2"16,-4 6 1-16,4-6 14 0,0 0-13 0,0 0-6 15,24 5-11-15,-6-3-14 0,3 0-14 0,-2 0-12 16,4-1-19-16,5 0-9 0,1 1-10 0,2-2-5 15,0-3-18-15,-10 2-13 0,1-1-27 0,0 2-22 16,-1-2-34-16,-1 0-34 0,-2 2-31 0,-5 0-37 16,1-3-42-16,-3 2-36 0,-5 1-156 0,2-3-373 0,-8 3 165 15</inkml:trace>
  <inkml:trace contextRef="#ctx0" brushRef="#br0" timeOffset="-164271.33">8701 12008 28 0,'0'0'84'0,"0"0"-19"0,0 0 5 15,0 0 3-15,0 0-7 0,0 0-3 0,0 0 11 16,0 0-9-16,0 0 2 0,0 0-5 0,0 0-9 16,0 0-8-16,0 0 11 0,0 0-9 0,0 0-3 0,0 0-2 15,0 0-2-15,0 0 3 0,0 0-11 16,0 0-9-16,0 0-4 0,0 0 4 0,0 0-4 15,0 0 0-15,0 0-4 0,0 0-1 0,0 0 1 16,0 0-6-16,0 0-12 0,0 0 14 0,0 0-1 0,0 0 3 16,0 0-10-16,0 0-5 0,0 0 1 0,0 0 9 15,0 0-2-15,0 0 5 0,0 0-11 0,0 0-2 16,0 0 9-16,0 0-9 0,0 0-1 0,0 0 4 16,0 0 6-16,0 0-8 0,0 0-2 0,0 0 0 15,0 0 3-15,0 0 8 0,0 0-4 0,0 0-8 16,0 0 10-16,0 0-9 0,0 0 5 0,0 0-5 15,0 0 6-15,0 0-1 0,0 0 3 0,0 0 0 16,0 0-1-16,0 0-5 0,0 0 4 0,0 0 5 16,0 0-10-16,0 0 2 0,0 0 1 0,0 0-1 15,0 0-1-15,0 0-2 0,0 0 0 0,0 0-1 16,0 0 2-16,0 0 2 0,0 0 5 16,0 0-4-16,0 0 1 0,0 0-10 0,0 0 13 0,0 0-1 15,0 0 1-15,0 0-6 0,0 0-9 0,0 0 7 16,0 0 2-16,0 0 2 0,0 0 3 0,0 0 2 15,0 0-5-15,0 0 0 0,0 0-1 0,0 0 7 16,0 0 1-16,0 0-6 0,0 0 11 0,0 0-1 16,0 0 0-16,0 0 6 0,0 0 2 0,0 0-3 15,0 0 1-15,0 0-1 0,0 0 3 0,0 0 3 16,0 0 1-16,0 0 1 0,0 0-5 0,0 0 2 16,0 0-3-16,0 0-3 0,-20-3 0 0,20 3-2 15,0 0 1-15,0 0-5 0,-9-1 15 0,9 1-8 16,0 0-1-16,0 0-2 0,0 0-1 0,0 0-5 15,0 0 5-15,-10-1-2 0,10 1-1 0,0 0 2 16,0 0-6-16,0 0-2 0,0 0 2 0,0 0-5 16,0 0 3-16,0 0-3 0,0 0-5 0,0 0 4 15,0 0-4-15,0 0-1 0,0 0 0 0,0 0 5 16,0 0 3-16,33 8-2 0,-18-8 3 0,3 2-6 16,3-1 6-16,-1-1 0 0,2 0-1 0,7 0-5 15,-10-1 0-15,3-1-7 0,-3 2 1 0,1 0-13 0,-1 0-10 16,0 0-18-16,-1 0-11 0,-2-2-14 15,-2 2-21-15,-2-1-21 0,-1 1-21 0,0 0-79 16,-4-1-233-16,-7 1 103 0</inkml:trace>
  <inkml:trace contextRef="#ctx0" brushRef="#br0" timeOffset="-164012.87">8887 12013 2 0,'0'0'56'0,"0"0"-12"16,0 0-5-16,0 0 0 0,0 0-6 0,0 0-4 15,0 0-9-15,0 0-9 0,0 0-12 16,0 0-6-16,0 0-10 0,0 0-25 0,-10 5-45 0,10-5 20 16</inkml:trace>
  <inkml:trace contextRef="#ctx0" brushRef="#br0" timeOffset="-162781.48">8500 12385 30 0,'0'0'158'16,"0"0"-3"-16,0 0-5 0,0 0-2 0,0 0-4 15,0 0-2-15,0 0-2 0,0 0-4 0,0 0-7 16,0 0-12-16,0 0-12 0,0 0-9 0,0 0-7 15,11-23-7-15,-2 18-10 0,-3-3-5 0,3-1-3 16,5-1-5-16,0-4-5 0,-1 1-1 0,4-1-6 16,3-3-7-16,0-2 0 0,0-1-3 0,3 1-7 15,-3 3 0-15,2-3-5 0,1 2 2 0,-4-2-5 16,2 2 0-16,0-1-1 0,-8 4-7 0,2-1 1 16,0 1-2-16,-3 2-3 0,0 0 6 0,-3 4 13 15,0-2 3-15,-2 1-3 0,0 2 3 0,-1-2 6 16,-2 3-6-16,-1 0 6 0,0 0-2 0,1 1-4 15,-4 5 1-15,5-10-5 0,-3 6-1 0,-2 4-4 16,2-8-3-16,-2 8-1 0,1-7 1 0,-1 7-5 16,0 0 3-16,2-9-5 0,-2 9-3 0,0 0 3 15,1-7-4-15,-1 7-1 0,0 0-1 0,0 0-1 16,0 0-1-16,0 0 0 0,0 0-1 0,0 0-3 16,0 0-1-16,0 0-4 0,-6-8 5 0,6 8-6 15,0 0-1-15,0 0-2 0,0 0 2 0,0 0 7 16,0 0-5-16,0 0 2 0,0 0-7 0,-14 23 1 15,9-13 3-15,1 0-2 0,-1 6 2 0,-1-3-2 16,1 1 2-16,-1 1 1 0,1 1 0 0,1-3 0 16,1 3 1-16,1-5-2 0,-2 6 3 0,1-1-4 0,2-2 1 15,1 1 3-15,0-3-2 0,0 0 1 16,0-2 0-16,3 0 0 0,-2 0 4 0,3-1 0 16,1 0-1-16,0-1-1 0,5 1 3 0,2-4 0 15,1-1-12-15,1-3-13 0,6 0-16 0,-2 1-23 16,1-4-31-16,0 1-29 0,0-2-33 0,-1-1-21 15,-5 1-55-15,-1-1-127 0,-2-1-389 0,-2-1 172 16</inkml:trace>
  <inkml:trace contextRef="#ctx0" brushRef="#br0" timeOffset="-162562.75">8726 11767 21 0,'-3'-7'221'0,"1"2"-11"16,2 5-9-16,-4-6-13 0,4 6-18 0,0 0-19 0,-3-10-13 15,3 10-17-15,0 0-33 0,0 0-35 16,-2-6-39-16,2 6-16 0,0 0-23 0,0 0-9 16,0 0-14-16,0 0-25 0,20 12-14 0,-11-5-13 15,4 3-17-15,1 1-65 0,-4 4-197 0,3 1 87 16</inkml:trace>
  <inkml:trace contextRef="#ctx0" brushRef="#br0" timeOffset="-161957.6">8588 12381 73 0,'0'0'153'0,"0"0"13"0,0 0 1 0,0 0-1 16,0 0-10-16,0 0-13 0,0 0-11 0,0 0-6 16,13-19-11-16,-5 10-2 0,4-3-9 0,-2 1 1 15,4-5-12-15,2-6-8 0,3 3-6 0,0-1-8 16,0-3-10-16,1 1-5 0,-2-1-2 0,0 0-8 16,0 2-2-16,3-3-3 0,-2 0-8 0,-1 0-1 0,-3 2-1 15,0 2-7-15,-1-2-2 0,-3 7-2 16,-2 0 3-16,2 1 1 0,-5 4 1 0,0-1 3 15,-2 1 4-15,-1 2 1 0,2 3 2 0,-3-3 1 16,-1 2-9-16,-1 6 0 0,2-11-5 0,0 5-2 0,-2 6 3 16,0-9-6-16,0 9-2 0,0 0-4 15,-3-12-1-15,3 12-1 0,-4-3-1 0,4 3-5 16,0 0-1-16,0 0-3 0,0 0 3 0,0 0-7 16,0 0 4-16,-18 10-1 0,12 0 1 0,-4 4-1 0,1 1-2 15,-1 4 2-15,-2 2-1 0,2 3-1 16,1 0 3-16,1-5-2 0,1-1 0 0,2 1 0 15,1 1 1-15,1-2 3 0,1 1-4 0,2-2 3 16,-2 0 7-16,2-1-9 0,2 1 8 0,0-1-3 16,-1-6-1-16,3 0 3 0,0 1-1 0,4-2-2 0,-1-1-3 15,1 0-10-15,1-3-23 0,4 0-34 0,0-3-32 16,6 0-38-16,0-1-28 0,1-3-36 16,2-3-167-16,-5 1-399 0,-2-4 176 0</inkml:trace>
  <inkml:trace contextRef="#ctx0" brushRef="#br0" timeOffset="-161750.95">8865 11723 166 0,'-4'-5'234'0,"2"0"-14"16,2 5-18-16,-3-9-16 0,3 9-16 0,-4-7-20 0,4 7-20 15,0 0-37-15,-2-7-42 0,2 7-40 0,0 0-29 16,0 0-18-16,0 0-18 0,0 0-33 16,0 0-28-16,12 19-103 0,-9-12-235 0,2 5 105 0</inkml:trace>
  <inkml:trace contextRef="#ctx0" brushRef="#br0" timeOffset="-161135.72">9202 12082 135 0,'0'-13'188'16,"0"13"-7"-16,0-10-3 0,0 10-2 0,-2-10-6 0,2 10-2 15,-2-12-8-15,2 12-8 0,-1-7-5 0,1 7-6 16,0 0-12-16,-1-9-5 0,1 9-8 0,0 0-12 16,0 0-7-16,-1-8-10 0,1 8-11 15,0 0-6-15,0 0-7 0,0 0-7 0,0 0-7 0,0 0-4 16,0 0-8-16,0 0-4 0,0 0-7 0,0 0-3 16,0 0-2-16,0 0-1 0,0 0-4 0,0 0-3 15,0 0 3-15,0 0-3 0,0 0-4 0,5 24 1 16,-3-16 0-16,-2-8-1 0,2 15-3 15,-2-6 2-15,1 3-2 0,0 0 0 0,-1 0 0 0,0-2-1 16,2 6 0-16,-5 2 7 0,0 0-1 0,1 1 4 16,-1 6 3-16,1-6 0 0,-2-2 3 0,1 1-4 15,0 2-1-15,0-4-3 0,-2 0-3 0,4 0 6 16,-2 0-8-16,2-5 1 0,-1 1-1 0,0-1-1 16,1 0 2-16,1-1 3 0,0-1-5 0,0 1 2 15,0-10-1-15,1 12 1 0,0-6-2 0,2-1 2 16,-3-5 2-16,4 9-2 0,1-5-4 0,-5-4-10 15,10 4-16-15,-1-4-33 0,2-1-38 0,-2 1-41 16,4-3-48-16,-1-1-47 0,2-1-221 0,0-4-485 16,2-1 214-16</inkml:trace>
  <inkml:trace contextRef="#ctx0" brushRef="#br0" timeOffset="-160259.98">9431 12278 5 0,'-2'9'155'0,"2"-9"-6"16,-3 12 0-16,2-3-2 0,-1 1-3 0,2 2-7 16,0-2-5-16,-2 2-16 0,2 0-10 0,1-1-11 0,-2-1-6 15,1-10-3-15,1 16-4 0,-1-5-4 16,-1-1 3-16,1-3-4 0,0-7-3 0,0 12-4 15,1-7 0-15,-1-5 7 0,-1 10 7 0,1-10 15 16,0 0 9-16,1 9 8 0,-1-9 4 0,0 0-3 16,0 0-13-16,0 0-3 0,0 0-14 0,0 0-9 0,0 0-9 15,0 0-3-15,-9-22-7 0,9 10-8 16,0 2-4-16,1-4-6 0,1 2-1 0,0 2-1 16,3-6-9-16,1-1-1 0,-2 1-7 0,6-1-2 15,-1 2-1-15,-2 1-4 0,2 2-2 0,1 2-4 16,-1 0-4-16,-1 5-3 0,3-2 1 0,0 4-4 15,-1 1 1-15,0 2-1 0,2 3-5 0,3 8 2 16,-5-4-3-16,4 2 5 0,0 2-1 0,-3 1 0 16,-1 3-1-16,-1-1 1 0,0 0 0 0,-1 2 1 15,-6-4 0-15,3 0-1 0,-2-1 2 0,0-1-1 0,0 0 1 16,-2-3 3-16,1 0-2 0,-2-7 2 0,0 10 3 16,0-10 2-16,-4 7 3 0,4-7-2 15,-5 4 1-15,5-4 0 0,0 0 0 0,0 0 0 16,0 0-6-16,0 0 5 0,0 0-3 0,-18-11-1 0,18 11-7 15,-2-13-6-15,5 5-3 0,1-5-2 0,0 3-11 16,5-7-3-16,-2-1-3 0,4 2-1 0,0 0 3 16,2 2 2-16,5-6-1 0,-4 8 6 15,1 3-1-15,-6 4 4 0,1-1-3 0,-1 5 3 16,3 1 0-16,-2 2 0 0,-1 1 1 0,1 3 0 0,-2 2 3 16,1 5 3-16,-2-2 5 0,2 3-3 0,-4-2-2 15,2 2 4-15,-3-1 1 0,0 2 0 16,-1 1-1-16,0-3-14 0,-2-2-19 0,0 2-32 15,1-2-25-15,-1 0-29 0,0-2-19 0,2 1-31 16,-2-4-12-16,3 1-14 0,-1 0-11 0,0-1-114 0,5-2-353 16,0-2 157-16</inkml:trace>
  <inkml:trace contextRef="#ctx0" brushRef="#br0" timeOffset="-159897.18">10103 12362 49 0,'-1'-17'176'0,"0"5"7"16,-3 5 13-16,0-2 5 0,2 3-8 0,2 6-17 15,-13-11-17-15,8 9-9 0,-3 1-17 0,8 1-7 16,-19 7-7-16,6 3-1 0,-3 3-8 0,0 1-5 16,2 0-9-16,-3 6-10 0,5-6-9 15,0 1-7-15,2 2-8 0,2-2-4 0,3 0-10 0,3-3-1 16,-1 0-7-16,3-2-6 0,1-1-9 0,1-2-7 16,-1-1-12-16,3 0 0 0,1-1-7 0,-5-5-9 15,14 4-4-15,-6-4-3 0,1-2 4 0,5 0-3 16,-5-3 1-16,1-3 0 0,-1 1 2 0,-2-1 7 15,1 0-3-15,1-2 2 0,-3 0 1 0,-1-2-1 16,-2 2 3-16,1-3-5 0,1 4 4 0,0-1 0 16,-2 3 7-16,-1 1 4 0,-2 6-5 0,3-8-5 15,1 4 4-15,-4 4 2 0,0 0 8 16,0 0 9-16,11 8 0 0,-8-1 1 0,3 2-3 0,-1 1 3 16,-1-1 1-16,0 4-6 0,1-3 2 0,-1 3-1 15,1-3-1-15,1 0 1 0,-1 3 0 0,3 0-4 16,-1-1-4-16,3-2-18 0,-4-1-32 0,0-1-39 15,1 0-51-15,-1-1-44 0,2-1-43 0,-3-1-162 16,0-3-412-16,2 1 182 0</inkml:trace>
  <inkml:trace contextRef="#ctx0" brushRef="#br0" timeOffset="-159682.15">10276 12339 11 0,'0'0'226'0,"10"4"-8"0,-10-4-2 16,8 7-14-16,-4-2-12 0,2 2-12 0,-1 2-13 16,2-1-19-16,-2 1-12 0,1-1-13 0,3 3-9 15,-3 0-12-15,1-3-11 0,-2 2-13 0,1-2-20 16,2 2-24-16,-4-4-28 0,2 1-27 0,1-1-23 16,-4 0-33-16,4-3-22 0,-2 0-22 0,-5-3-10 15,8 5-11-15,-8-5-6 0,10 0-97 0,-10 0-266 16,0 0 118-16</inkml:trace>
  <inkml:trace contextRef="#ctx0" brushRef="#br0" timeOffset="-159525.66">10443 12458 444 0,'0'0'2'0,"3"-15"22"16,-4 4 6-16,1 2 21 0,-2-1 30 0,1 1 11 16,1 9 14-16,-2-13 18 0,-1 8 18 0,3 5 3 15,-4-8-4-15,4 8-11 0,0 0-15 0,-3-9-5 16,3 9 8-16,0 0 12 0,-16 16-4 0,10-7-5 16,-5 4-1-16,-3 2-9 0,-1 6-5 0,-4-2-12 15,5 1-6-15,-4 3-9 0,1-1-6 0,1 0-8 16,-2 0-21-16,5-6-30 0,1 0-47 0,1-3-63 15,3 1-76-15,3-5-53 0,0 1-192 0,1-5-452 16,4-5 200-16</inkml:trace>
  <inkml:trace contextRef="#ctx0" brushRef="#br0" timeOffset="-159334.35">10966 12308 185 0,'0'0'278'0,"4"-7"-20"0,-4 7-19 0,6-3-23 16,-6 3-26-16,9-3-13 0,-9 3-18 0,12 2-17 15,-5-2-18-15,7 1-29 0,-1-1-46 0,5 0-51 16,-5 2-54-16,7 1-65 0,-3-2-67 0,-2 0-104 16,-4 1-314-16,1 0 139 0</inkml:trace>
  <inkml:trace contextRef="#ctx0" brushRef="#br0" timeOffset="-159153.93">10967 12501 126 0,'-6'2'273'0,"6"-2"6"0,-8 5 0 0,8-5-12 16,-8 3-19-16,8-3-18 0,0 0-23 0,0 0-15 16,0 0-19-16,0 0-12 0,0 0-16 0,21 3-15 15,-9-3-11-15,5-1-14 0,3-1-38 0,-2 0-36 16,11-3-40-16,-9 2-55 0,7 0-57 0,-6-1-63 15,3 0-62-15,-8 0-156 0,-3 0-435 0,8 1 193 16</inkml:trace>
  <inkml:trace contextRef="#ctx0" brushRef="#br0" timeOffset="-157331.49">12239 12345 146 0,'0'0'169'0,"0"0"-3"16,0 0-13-16,0 0 0 0,0 0-13 16,0 0-6-16,-11-2-4 0,11 2-4 0,0 0 0 0,0 0-2 15,-7-2-2-15,7 2-4 0,0 0-11 0,0 0-4 16,-8-4-7-16,8 4 4 0,0 0-9 16,0 0-2-16,-5-4-4 0,5 4 7 0,0 0-17 15,-3-7-5-15,3 7 9 0,0 0-16 0,-2-8-5 0,2 8-6 16,0 0-9-16,5-11-6 0,2 5-4 0,0-1-5 15,3-1-5-15,4 0 2 0,-1 3-8 0,4-2-3 16,-2 3 6-16,1 1-11 0,1 3-1 0,-4 0 0 16,4 3-4-16,1 3 0 0,-3 2-2 0,0 2-5 15,-3-2 3-15,-1 6-1 0,1-1-4 0,-6-1 9 16,3 5-4-16,-5-2 1 0,2 2-6 0,-6 1 3 16,-2-1 2-16,-3-2-5 0,2 1 0 0,-7-2 2 15,0 1-4-15,-1-3 16 0,0 0-7 0,2-4 0 16,0 1-2-16,0-2-4 0,2-2-3 0,3 1-2 15,-1-3-4-15,5-3 2 0,-9 5-4 0,4-2 0 16,5-3 1-16,-4 4 0 0,4-4-1 0,0 0-4 16,0 0-9-16,0 0-8 0,0 0-4 0,0 0 8 15,0 0-3-15,0 0 4 0,21 2 2 0,-10 0 4 16,-1 0 4-16,4 2 0 0,2 1 2 0,-4 1 1 16,1 0 2-16,1 2-1 0,-4 0 5 0,-1 1-2 15,-2-1 2-15,0 0 2 0,-2 1-1 0,-1 0 2 16,0-1 2-16,-4 0 4 0,-2 1-1 0,0-2 4 15,-6 3 0-15,-2-3 0 0,-1 0 0 0,-2 3 2 16,-6-4 1-16,-1 2 2 0,0-2-1 0,-1-3-1 16,-1 2 0-16,4-3 2 0,0-1-3 0,-4 1-2 15,8-2-8-15,0-2-19 0,1 2-28 0,2-1-26 0,2 0-25 16,0 0-27-16,9 1-36 0,-10-6-34 16,7 2-112-16,3 4-339 0,0-13 150 0</inkml:trace>
  <inkml:trace contextRef="#ctx0" brushRef="#br0" timeOffset="-157034.33">12578 12526 103 0,'0'0'159'0,"0"0"-6"0,0 0-3 16,2 11-3-16,-2-11 6 0,-4 16-8 0,2-10-15 16,2 4-8-16,-3 0-8 0,1 0-11 0,2 0 0 0,0 0-5 15,0 2-6-15,4-3-3 0,-1 0-8 16,1-1-5-16,2 0-3 0,2-1-5 0,-1-1 0 15,4-2-6-15,-2 0-1 0,2-1-2 0,1-3-6 16,1 0-6-16,0-3-2 0,1-1-4 0,-3 0-4 16,7-5-3-16,-9 3-1 0,2-1-1 0,-3-2 1 0,0 2 0 15,-2-9-1-15,-3 5-6 0,-1-2-4 16,-2-2-3-16,-2-3-4 0,-5 0-1 0,1 2-8 16,-3 1-6-16,-1 5-3 0,2 1-10 0,-3-1-9 15,-1 4-14-15,-3-2-23 0,-4 5-14 0,2 3-28 16,-3 0-17-16,3 3-38 0,0 1-32 0,7 2-28 15,-3 0-109-15,4-2-351 0,3 1 156 0</inkml:trace>
  <inkml:trace contextRef="#ctx0" brushRef="#br0" timeOffset="-156539.97">12891 12640 130 0,'4'5'180'0,"-1"-1"3"0,-3-4-4 15,8 8-10-15,-6-6-12 0,-2-2-4 0,5 6-3 16,-5-6-1-16,0 0 14 0,4 4 7 0,-4-4 14 16,0 0 8-16,0 0 0 0,0 0-24 0,0 0-17 15,0 0-16-15,0 0-9 0,3-19-10 0,-3 19-10 16,-5-17-16-16,5 7-8 0,-2 1-6 0,0-1-11 16,2-7-3-16,2 5-7 0,0-4-8 0,0 0-12 15,3-1-6-15,0 2-13 0,1-1-5 0,1 6-4 0,1 0-7 16,5-3 2-16,0 2-2 0,-2 6-3 15,2 2 0-15,-2-1-1 0,1 4 0 0,1 2-1 16,-1 3 3-16,1 3-2 0,5 1-1 0,-9-1 3 16,4 5 1-16,-1 1-4 0,-3-5 4 0,-1 2-2 0,0 3 0 15,-2-5 0-15,-1 1 4 0,-3 0-2 16,0-5 3-16,0 2-4 0,-2-7 5 0,2 10 3 0,-2-10 1 16,0 9-2-16,0-9 3 0,0 0 0 15,0 0 1-15,0 0-3 0,0 0 5 0,0 0-2 16,0 0-3-16,0 0-4 0,0 0 0 0,-10-21-5 0,10 11-11 15,4-1 3-15,0-2-5 0,3-2-2 0,2 0-1 16,0 0 3-16,2 2-4 0,1-3 7 0,1 4-2 16,-4 4 1-16,0 4 4 0,0-2-7 15,-2 4 3-15,-1 2-4 0,-6 0 4 0,18 5 1 16,-11 2 2-16,2-1-1 0,0 4 2 0,0 3 1 0,-3 1 1 16,-1 1 2-16,0 2 0 0,-3 1 3 0,-1-1-11 15,1-1-22-15,-5 1-39 0,1-2-39 0,-1-2-49 16,1 0-57-16,0-4-47 0,-1 1-161 15,1-3-463-15,2-7 205 0</inkml:trace>
  <inkml:trace contextRef="#ctx0" brushRef="#br0" timeOffset="-156145.79">13461 12527 76 0,'0'0'231'15,"0"0"-18"-15,0 0-21 0,0 0-18 0,0 0-2 0,0 0-3 16,0 0-6-16,0 0-11 0,0 0-6 0,0 0-1 15,-4 28-13-15,1-18-13 0,1 1-4 0,0 0-8 16,0-1-6-16,2 0-8 0,0-1-3 16,-2-3-8-16,2-6-6 0,-2 11-3 0,2-11 7 0,0 7 14 15,0-7 13-15,0 0 9 0,0 0-7 0,0 0-12 16,0 0-3-16,0 0-9 0,0 0-14 0,0 0-9 16,0 0-6-16,0-32-4 0,0 19-5 0,2 1-5 15,0-7-5-15,0 0-7 0,5-5-12 0,-1 1-6 16,3-2 0-16,1 0-1 0,-2 1-5 0,-1 5-4 15,5 2 5-15,-1 2-1 0,-1 2-10 0,0 0-1 16,-3 6 4-16,-3 2-1 0,4 2-4 0,-3 1-4 16,-5 2 6-16,20 3-4 0,-11 4-2 0,-1 0 11 15,5 5-11-15,-3 1 4 0,-2 2 0 0,-1 2 3 16,-1 0-1-16,-1-1 1 0,1 2 1 0,-1-2 5 16,-2 2-5-16,-1 1 8 0,2-4-7 0,-2 2-4 15,1-1 5-15,-2-4 0 0,0 0-17 0,-1 0-19 16,2-1-31-16,-4-1-35 0,0-1-35 0,-1-1-35 15,-1 1-36-15,0-5-35 0,-2 3-33 0,2-4-180 16,-3 1-494-16,7-4 219 0</inkml:trace>
  <inkml:trace contextRef="#ctx0" brushRef="#br0" timeOffset="-155997.91">13495 12539 197 0,'0'0'198'0,"-5"-4"1"0,5 4-5 16,0 0-3-16,-6-5-8 0,6 5-17 0,0 0-14 15,0 0-14-15,0 0-15 0,0 0-8 0,0 0-9 16,0 0-14-16,19-3-36 0,-7 2-57 0,6-2-83 16,4 0-85-16,5-2-141 0,5-1-335 0,4-2 149 15</inkml:trace>
  <inkml:trace contextRef="#ctx0" brushRef="#br0" timeOffset="-155693.46">14407 12398 85 0,'-3'-4'212'0,"3"4"-23"0,0 0-12 16,0 0-13-16,0 0-13 0,16-1-9 0,-16 1-14 0,22 0-11 15,-9 2-17-15,1-2-1 0,-1 1-12 0,2 1-15 16,-4 0-32-16,3 1-32 0,-1-3-29 0,-1 1-29 16,0-1-26-16,0-1-36 0,-2-1-25 15,-2 1-93-15,-8 1-248 0,11-6 110 0</inkml:trace>
  <inkml:trace contextRef="#ctx0" brushRef="#br0" timeOffset="-155509.89">14568 12273 92 0,'-6'-8'169'0,"6"8"13"0,-3-6-3 0,3 6-11 16,0 0-21-16,-6-3-13 0,6 3-21 0,0 0 7 16,0 0-1-16,0 0 2 0,5 33 9 0,-4-18-7 15,2 3-6-15,-3 1-11 0,2 2-9 0,0 3-6 16,0-5-13-16,0 7-6 0,-2-1-6 0,1 1-6 15,-1-7-27-15,0-1-36 0,0 0-48 0,-1 0-43 16,1-1-44-16,0-6-33 0,-4 5-173 0,4-4-371 16,-2-6 164-16</inkml:trace>
  <inkml:trace contextRef="#ctx0" brushRef="#br0" timeOffset="-155327.78">14434 12726 106 0,'0'0'237'0,"0"0"-7"0,0 0-11 16,0 0-23-16,0 0-14 0,0 0-20 0,31-2-16 15,-13 0-10-15,0-1-2 0,10 1-18 0,0-1-38 16,0 1-36-16,-2-2-54 0,1 0-55 0,2-2-49 16,-2 1-50-16,-6 1-105 0,6-2-293 0,-6 2 130 15</inkml:trace>
  <inkml:trace contextRef="#ctx0" brushRef="#br0" timeOffset="-155016.08">15115 12357 107 0,'0'-7'278'0,"0"7"-13"16,2-13-15-16,-2 13-18 0,0-9-19 0,0 9-25 15,0 0-21-15,0 0-15 0,0 0-16 0,0 0-13 16,0 0-18-16,0 0-7 0,0 0-11 0,0 0-6 15,-9 29-10-15,9-18-6 0,4 0-4 0,-2 4-6 16,5 2-6-16,0-2-3 0,1 0-5 0,2 0-6 16,0-2-4-16,1 0 0 0,-1 1-5 0,-1-1-2 15,1 0-3-15,-2-2-3 0,-1-1-3 0,1 1 0 16,-3-1-4-16,3 1 3 0,-3-3-3 0,-4-1-2 16,2 0 0-16,-3-1-1 0,0-6 3 0,-3 11 0 15,3-11-2-15,-10 10-3 0,1-4 2 0,-1-3-14 16,-8 1-11-16,5 0-19 0,-1-2-13 0,-4-2-27 15,4-2-29-15,1 2-26 0,2-4-36 0,1-2-35 16,-2 1-34-16,2-3-126 0,-3-3-391 0,4-2 173 16</inkml:trace>
  <inkml:trace contextRef="#ctx0" brushRef="#br0" timeOffset="-154653.02">15081 12330 114 0,'0'0'133'16,"8"-6"4"-16,-8 6-4 0,14-3 0 0,0 1 4 15,-1 1-7-15,7 0-8 0,-1 5-8 0,0-4-14 16,3 3 0-16,0 0-8 0,-3 0-3 0,0 0-7 16,-2 3-10-16,1-2-8 0,-3 3-9 0,-2-3-2 15,-3 1-8-15,1 0-2 0,0 2-3 0,-4 0 0 16,0 3-3-16,0 0-1 0,-2-1-1 0,-1 2-3 16,-1 0-1-16,-1 0-3 0,1-1 0 0,-2 0 0 15,1 2-3-15,3-2-3 0,-3 0-3 0,2-1 2 0,1 1-1 16,-2-4-4-16,-1 0 3 0,2-1 0 0,3 0 0 15,-1-1 4-15,1-4 1 0,0 2 4 16,6-4 7-16,-2 2 7 0,1-2 1 0,-2-5 4 16,0 1-1-16,-1-1 7 0,0-1-2 0,0-1 2 15,-4-4 2-15,0 3-6 0,-1-6-8 0,-1 0-3 0,-1-1-2 16,-3 2-4-16,0 2-2 0,-3-3-6 16,-2 2-2-16,0-1-5 0,-1 3-10 0,0 3-7 15,1 0-4-15,1 3-16 0,-2 0-18 0,-2 3-20 16,0 0-15-16,9 3-14 0,-21 6-42 0,13-1-32 15,-1 2-20-15,3 3-32 0,-2 0-170 0,1 0-414 0,5 1 183 16</inkml:trace>
  <inkml:trace contextRef="#ctx0" brushRef="#br0" timeOffset="-154412.18">15887 12360 257 0,'5'-8'280'0,"-2"-1"0"0,1 2-10 15,-1 1-13-15,-3 6-9 0,6-9-29 0,-6 9-21 16,4-7-25-16,-4 7-23 0,0 0-15 0,0 0-18 16,0 0-6-16,6 16 0 0,-7-3 0 0,-2 6-9 0,-3 5-7 15,-3 0-6-15,2-1-9 0,0 4-5 0,0-3-4 16,0-5-5-16,0 0-9 0,-2 5-7 0,3-6 5 16,-2 0-8-16,3-2-9 0,-1 0 7 15,2-4-37-15,-1-1-34 0,0 1-32 0,0-2-35 0,0-1-33 16,-1 0-42-16,0-1-51 0,2-5-61 0,-5 0-192 15,4 0-509-15,5-3 226 0</inkml:trace>
  <inkml:trace contextRef="#ctx0" brushRef="#br0" timeOffset="-154253.96">15678 12437 2092 0,'-7'-10'67'0,"3"5"-8"0,2 0-28 0,-2-1-12 16,4 6-7-16,-6-7-8 0,6 7-2 0,-4-8-2 15,4 8-2-15,0 0-25 0,0 0-5 16,0 0-20-16,0 0-41 0,0 0-30 0,24 15-35 0,-7-9-143 16,1 1-324-16,9 1 144 0</inkml:trace>
  <inkml:trace contextRef="#ctx0" brushRef="#br0" timeOffset="-154111.46">16102 12617 40 0,'3'4'199'16,"-1"1"-5"-16,-2-5 0 0,4 4 2 0,-4-4-6 15,4 5-2-15,-4-5-10 0,0 0-10 0,0 0-15 16,4 6-18-16,-4-6-9 0,0 0-12 0,0 0-16 16,0 0-32-16,6 4-41 0,-6-4-52 15,0 0-85-15,0 0-243 0,0 0-383 0,0 0 170 0</inkml:trace>
  <inkml:trace contextRef="#ctx0" brushRef="#br0" timeOffset="-153842.97">17114 12562 121 0,'7'-3'280'0,"-7"3"-11"0,0 0-10 0,6-3-22 16,-6 3-26-16,0 0 2 0,7-3-25 0,-7 3-18 16,12-3-16-16,-5 2-15 0,0-1-27 15,1 0-41-15,1 1-51 0,-9 1-61 0,14-1-76 0,-6-1-58 16,-8 2-178-16,11-2-380 0,-11 2 169 16</inkml:trace>
  <inkml:trace contextRef="#ctx0" brushRef="#br0" timeOffset="-153681.31">17038 12696 61 0,'0'0'225'0,"-6"5"7"0,6-5 4 15,0 0-8-15,0 0-11 0,-1 8-4 0,1-8-12 16,0 0-12-16,17 3-20 0,-6-2-13 0,6 0-18 16,2-1-20-16,9-1-48 0,0-1-36 15,2-2-60-15,-1 1-79 0,-1-3-60 0,-7 2-201 0,6-5-395 16,-7 1 175-16</inkml:trace>
  <inkml:trace contextRef="#ctx0" brushRef="#br0" timeOffset="-152876.95">18084 12372 46 0,'-4'-10'240'0,"1"1"-6"16,0 1-7-16,0 0-8 0,3 8-9 0,-2-9-16 0,2 9-21 15,-3-9-21-15,3 9-17 0,0 0-17 0,0 0-14 16,0 0-13-16,0 0-7 0,0 0-6 15,0 0-5-15,-2 27-3 0,2-15-4 0,1 5-4 16,0-1-6-16,1 3-1 0,-1 0-6 0,3-2-2 0,-3-1 12 16,5 1-1-16,0-6-5 0,0 4-6 15,4 0-5-15,0-3-1 0,3 0-5 0,0-1-3 16,1-3 3-16,-1-3-9 0,3 0-1 0,1 0 5 16,-4-4-9-16,6-1-2 0,-1-3 1 0,0-1 0 15,-2-2-2-15,0-1-4 0,-1-1 3 0,-2 0-2 16,-2-5-4-16,2 2 4 0,-3-5-5 0,-2 0 2 15,0 1 0-15,-2-3 6 0,-2 0-8 0,-2-7 3 16,2 9 6-16,-1 0-3 0,-3 5 9 0,1 0 21 0,0 1-5 16,-1 3 3-16,0 7-12 0,0-10-2 0,0 10-9 15,2-7-1-15,-2 7-4 0,0 0 9 16,0 0-16-16,0 0 1 0,1 24 2 0,1-7 2 16,-4 2 2-16,-1 1 2 0,2 6 0 0,-3-1 0 0,0 2-1 15,1-4 1-15,-1-2-3 0,2 5 6 0,-1-1-10 16,0-1-1-16,2 0 6 0,-2-5-8 0,2 0 2 15,0-4-34-15,1-2-30 0,-1 2-28 0,1-2-35 16,-2-4-38-16,4 1-47 0,-1-1-54 16,0-2-45-16,-1-7-193 0,6 9-534 0,-6-9 237 0</inkml:trace>
  <inkml:trace contextRef="#ctx0" brushRef="#br0" timeOffset="-152616.5">18633 12475 59 0,'1'-4'223'0,"-1"4"-12"16,4-9-19-16,-4 9-16 0,0 0-20 0,2-6-13 16,-2 6-15-16,0 0-11 0,0 0-1 0,5 17 3 15,-1-8-6-15,-1 4-11 0,2-3-7 0,1 6-13 16,1 0-2-16,0-2-3 0,3 1 2 0,-2 1-2 16,1 0-2-16,1-3-9 0,-2-2-4 0,-2 0-6 15,1-1-9-15,0 0-3 0,0-1-4 0,-2 0-5 16,-3-1-2-16,1-2-3 0,0 0-1 0,-3-6-4 15,-2 13-6-15,2-13-2 0,-5 10-12 0,-1-6-18 16,-6 2-17-16,1-3-31 0,-7 0-22 0,0 0-28 16,-2-2-30-16,2-1-29 0,-3 0-15 0,2-2-171 15,0 0-386-15,1-4 172 0</inkml:trace>
  <inkml:trace contextRef="#ctx0" brushRef="#br0" timeOffset="-152478.02">18643 12441 39 0,'16'-6'163'0,"0"1"-16"0,3 1-9 16,1 1-14-16,7-1-9 0,0 2-25 0,1-3-36 15,3 3-54-15,-2 0-55 0,3 1-82 0,-2-2-146 16,0-1 65-16</inkml:trace>
  <inkml:trace contextRef="#ctx0" brushRef="#br0" timeOffset="-151935.39">19130 12540 17 0,'-2'9'215'16,"1"0"-20"-16,1 2-4 0,-1 0-3 0,0 0-6 16,-1-2-3-16,1 2-1 0,0-1-2 0,-2-1-9 15,3-2-12-15,-1 1-4 0,1-8-4 0,-3 12-5 16,2-7-5-16,1-5 3 0,-1 7 4 0,1-7 10 15,0 0-5-15,0 0-11 0,0 0-12 0,0 0-11 0,0 0-4 16,0 0-11-16,0 0-14 0,0 0-6 16,0 0-13-16,-8-24-3 0,8 14-4 0,3-1-7 15,-1 1-11-15,2-4-5 0,0-1-4 0,1-2-4 0,0 0-15 16,3 2-4-16,1-2-10 0,0-1 10 16,2 4-15-16,1 2-2 0,-5 2-2 0,4 1 1 15,-1 3-1-15,0 2-2 0,0 1-1 0,0 3-1 16,1 3 6-16,-1 2-6 0,1 0 7 0,-2 4-2 0,-1 1 0 15,0 4 3-15,-2-2-8 0,3 1 7 0,-4 1 5 16,2 1-6-16,-5-3-1 0,1-2 3 16,2 3-1-16,-4-2 4 0,0-6 1 0,0 1 1 15,-1-6 4-15,0 13-5 0,0-13 3 0,2 8 5 16,-2-8 10-16,0 0-3 0,0 0-1 0,0 0-5 0,0 0 7 16,0 0-3-16,0 0-6 0,0 0 9 0,0 0-7 15,-7-26-1-15,7 17-7 0,2-4-3 16,1-2-1-16,3 0-8 0,0-1-9 0,6 0 4 15,-1 1-2-15,1 1 2 0,3 3 0 0,-4-1 4 0,0 6-1 16,0 1-2-16,1 3 3 0,0 2-2 0,-3 2-1 16,2 0 0-16,-1 3 4 0,-1 2 3 15,0-1 3-15,-3 5-3 0,-2-3 1 0,2 6-2 0,-1 4-1 16,-2-2 6-16,0-5 3 0,-1 2-12 16,-1-1-31-16,-1 0-39 0,0 0-46 0,-1 0-53 0,2-3-62 15,-1 1-49-15,0-10-183 0,0 11-516 0,2-5 228 16</inkml:trace>
  <inkml:trace contextRef="#ctx0" brushRef="#br0" timeOffset="-151523.78">19735 12523 168 0,'0'0'215'0,"0"0"-2"0,0 0-1 15,0 0-16-15,0 0-11 0,3 20-10 0,-4-10-8 16,-2 0-15-16,1 0-7 0,-1 2-15 0,2-3-8 15,-3 1-5-15,3 0-7 0,-1-1-10 0,0-2-7 16,2-7-11-16,0 13-4 0,-3-9 4 0,3-4 10 16,0 8 9-16,0-8 23 0,0 0 4 0,-4 7-13 15,4-7-6-15,0 0-15 0,0 0-1 0,0 0-13 16,0 0-12-16,-6-25-8 0,6 18 9 0,0 7-16 16,1-19-10-16,1 7 4 0,0-5-12 0,3 0-5 15,2 1-10-15,4-7-1 0,-1-2-2 0,6 1-9 16,-1 0 0-16,2-2-5 0,-1 4-1 0,2 0 4 15,4 4 2-15,-9 3-7 0,3 4-4 0,-2 0 0 16,-5 6 6-16,3 1-7 0,-2 2-5 0,-2 2 0 16,1 5 3-16,3 3 3 0,-5-1 9 0,1 5 0 15,-1 4 4-15,1 2 7 0,-3 2 7 0,0-1 4 0,-1 0-1 16,0 5-1-16,-2-5-1 0,1 5 4 16,-1-6-9-16,1-1-3 0,-2 1-4 0,-1-1 3 15,1-3 2-15,-1-2 4 0,2-2-13 0,-2 2-30 16,0-5-40-16,0 0-37 0,0-7-49 0,0 12-47 15,0-12-48-15,-2 7-39 0,2-7-59 0,0 0-172 16,0 0-555-16,0 0 246 0</inkml:trace>
  <inkml:trace contextRef="#ctx0" brushRef="#br0" timeOffset="-151380.02">19799 12523 171 0,'0'0'198'0,"0"0"-10"0,0 0-13 0,0 0-14 15,0 0-14-15,0 0-12 0,27-9-18 0,-8 6-21 16,3-3-36-16,5 1-45 0,0 0-49 0,2 0-55 16,-10 0-135-16,-1-1-241 0,1 0 106 0</inkml:trace>
  <inkml:trace contextRef="#ctx0" brushRef="#br0" timeOffset="-146525.22">7553 13235 61 0,'0'0'71'0,"0"0"-1"0,0 0-2 0,0 0-9 16,0 0 8-16,0 0-14 0,0 0-3 0,0 0 1 16,0 0 5-16,0 0-4 0,0 0-11 0,0 0 5 15,0 0-10-15,0 0 8 0,0 0 1 0,0 0-6 16,0 0 5-16,0 0-4 0,0 0-5 0,0 0 4 15,0 0-11-15,0 0 11 0,0 0-7 0,0 0 1 16,0 0-5-16,0 0-6 0,0 0 1 0,0 0 2 16,0 0-4-16,-26 5-5 0,26-5 3 0,-6 3-8 15,6-3 11-15,0 0-1 0,-9 2-9 0,9-2 3 0,-9 2 1 16,9-2-12-16,-10 0 9 0,10 0 4 0,-8 2 5 16,8-2-5-16,-9 1-12 0,9-1 18 15,-10 3-6-15,10-3 3 0,-7 2-1 0,7-2-12 16,0 0 10-16,-10 4 0 0,10-4 0 0,0 0-6 0,0 0 8 15,0 0-5-15,-7 1-1 0,7-1 0 0,0 0-4 16,0 0-3-16,0 0 3 0,0 0-1 16,0 0 1-16,0 0-2 0,0 0-4 0,0 0 7 15,0 0-7-15,0 0 5 0,0 0 6 0,25 6-2 0,-7-6 2 16,3 0-3-16,8 0-1 0,1-4 3 0,3 1 12 16,1-1-6-16,0 3 1 0,1 0-3 0,-1-2-3 15,0 3-7-15,-4-1-11 0,0-1-20 0,-9 2-8 16,0 0-25-16,-3 0-22 0,-4 0-16 15,-3 0-3-15,1 3-18 0,-2-3-10 0,-2 2-100 0,-3-1-244 16,-5-1 109-16</inkml:trace>
  <inkml:trace contextRef="#ctx0" brushRef="#br0" timeOffset="-145400.45">7671 13312 40 0,'0'0'78'0,"0"0"-8"0,0-9-4 16,0 9-8-16,0 0 2 0,-1-10 7 0,1 10 6 15,0 0 9-15,0-10-14 0,0 10 11 0,0 0-3 16,0 0-1-16,-2-10 2 0,2 10 1 0,-3-5-2 15,3 5 7-15,0 0-4 0,0 0-3 0,0 0-13 16,0 0-4-16,0 0-7 0,-4-6-5 0,4 6-10 16,0 0-5-16,0 0-5 0,0 0-4 0,0 0-1 15,0 0-3-15,-4 32 4 0,3-14 7 0,-5 10 9 16,1 0-1-16,-1 3-1 0,0 0-1 0,-2-2-1 16,-1 2-3-16,3-2 1 0,1 2 1 0,0-2-7 0,0-3-2 15,1 3-3-15,-1-3-3 0,4 0 1 16,-1-7 0-16,2-1-2 0,0 0-1 0,-1-3-3 15,1-3 2-15,0 0-6 0,0 0 3 0,0-2 3 16,0 1 0-16,1-6-10 0,-1-5-2 0,0 10 2 16,0-10 2-16,2 9-1 0,-2-9 1 0,0 0 4 0,-2 10 1 15,2-10-2-15,0 0 11 0,0 0 6 16,-2 6-8-16,2-6-3 0,0 0 0 0,0 0-2 16,0 0-2-16,-17-13-4 0,9 9 2 0,1-2-5 15,-2 2-4-15,-5-6-4 0,3 7 2 0,1-3-4 16,-2 1-1-16,-5 0 2 0,0-1 1 0,4 2 1 0,-4-1-3 15,5 2 2-15,-1 0-2 0,2 0 3 16,0 1-1-16,1-1 0 0,1 1 0 0,2 0 1 16,7 2-3-16,-12-1-2 0,12 1-2 0,0 0 2 15,-10-1 0-15,10 1-2 0,0 0 6 0,0 0-1 16,0 0 4-16,0 0 4 0,0 0 3 0,22 15-3 16,-9-10 4-16,4 2 3 0,0-4-2 0,3 2 7 15,-2-2 0-15,2-1-6 0,1 1 0 0,7 0-1 16,0 0 0-16,-6-1-18 0,5 2-29 0,-8-2-39 15,0 0-44-15,1-2-35 0,-3 2-34 0,-2-2-150 16,-3 3-367-16,0-4 164 0</inkml:trace>
  <inkml:trace contextRef="#ctx0" brushRef="#br0" timeOffset="-145015.92">7966 13697 78 0,'0'-12'241'0,"0"12"-10"0,0-12-17 0,0 12-10 15,-2-8-14-15,2 8-6 0,-5-7-10 0,5 7-14 16,0 0-15-16,-6-7-13 0,6 7-19 0,-8-1-9 16,8 1-9-16,0 0-12 0,-22 9-8 0,16-6-7 15,-3 3-6-15,-1 1-11 0,2 0-3 0,0 0-6 16,3 1-5-16,0-1 0 0,0 0-3 0,2 2-7 15,2 1-4-15,1 1 2 0,1-1 2 0,2 1-9 16,4 0-2-16,-1 1 0 0,0-2-4 0,1 0-1 16,3 4-3-16,0-2 0 0,-1-3-3 0,1 0-2 15,-2-1 0-15,-1 1 0 0,1-2-9 0,0 1-16 16,-3-1-1-16,0-1 2 0,-1-2-3 0,0 2-3 16,-2-1 4-16,-2-5 2 0,4 6 2 0,-4-6 8 15,0 0-3-15,-8 15 2 0,2-14-1 0,-2 2-2 0,-1 0-9 16,-2 1-8-16,1-2-3 0,-3 2-26 15,0-4-21-15,0 0-25 0,3 0-29 0,0 1-26 16,-3 0-22-16,3-1-139 0,-2 0-349 0,3 0 155 16</inkml:trace>
  <inkml:trace contextRef="#ctx0" brushRef="#br0" timeOffset="-144437.62">8082 13918 78 0,'0'0'172'0,"5"4"-9"0,-5-4-10 0,3 5-10 15,-3-5-11-15,0 0-8 0,4 7 0 0,-4-7-7 16,0 0-2-16,0 0 2 0,4 3 2 0,-4-3 5 16,0 0 2-16,0 0 8 0,0 0-2 0,0 0-2 15,0 0-8-15,0 0-11 0,0 0-8 0,0 0-10 16,0 0-8-16,0 0-6 0,0 0-6 0,0 0-9 15,0 0-3-15,-10-23-10 0,10 23-5 0,-1-10-2 16,1 2-6-16,0 8-4 0,2-17-4 0,2 9-5 16,-1 2-3-16,2-5-1 0,-1 2-4 0,3-2-3 15,2 5-3-15,-2-1 3 0,0 0-9 0,0 6 3 16,4-1-4-16,-1 0 1 0,1 2-1 0,0 2-1 16,-1 1-6-16,9 2 2 0,-8 3-2 0,-2-1 4 15,2 6-6-15,-3-6 4 0,1 7 0 0,-4-3-1 16,2-1 0-16,-4 1 4 0,1 0-2 0,-3-1 4 15,2-1-2-15,-3-2 1 0,0 0-1 0,0-7 4 16,0 11 6-16,0-11-7 0,-4 8 2 0,4-8 1 16,-4 5-1-16,4-5 1 0,0 0 1 0,-9 3-5 0,9-3 1 15,0 0-1-15,0 0 3 0,-10-11-4 16,10 11 9-16,0-12-13 0,0 5 1 0,0 7-2 16,5-20 2-16,0 8-7 0,5-3-3 0,-1 0 0 15,3-2-4-15,2 2 4 0,-1 2 1 0,2 4-1 16,-1-2 2-16,-3 5-1 0,2 2-2 0,-1 0 0 15,-1 3-4-15,0 1 6 0,0 2 1 0,-1-1 0 16,1 5-1-16,-1 0 1 0,-1 2-2 0,-2 1 5 16,0 1-2-16,-1 2 6 0,0 0-3 0,-3 0 2 15,2 0 0-15,-3 0 2 0,0 1 0 0,-2-1-5 16,0-1-25-16,0 1-25 0,1-2-30 0,-1-1-24 0,-1-1-25 16,1-8-25-16,-1 10-27 0,1-10-13 0,-1 9-7 15,1-9-147-15,0 0-382 0,0 0 169 16</inkml:trace>
  <inkml:trace contextRef="#ctx0" brushRef="#br0" timeOffset="-144246.05">8582 13885 88 0,'3'-10'168'15,"-3"3"13"-15,3-1 5 0,-3 8 6 0,2-11-7 16,-2 11-14-16,2-8-18 0,-2 8-16 0,2-5-16 16,-2 5-10-16,0 0-6 0,0 0-5 0,0 0 2 15,0 0-3-15,8 21-5 0,-7-12-4 0,-2 2-10 16,1 1-6-16,-1 0-8 0,2 0-4 0,0 5-5 0,-2-1-3 15,0-4-8-15,-1-1-11 0,1 1-23 16,-2-1-32-16,0 1-18 0,0-3-38 0,-2 0-56 16,1 2-43-16,-1-3-55 0,-3 0-120 0,3-2-379 15,1-2 167-15</inkml:trace>
  <inkml:trace contextRef="#ctx0" brushRef="#br0" timeOffset="-144076.45">8599 13626 13 0,'8'13'67'0,"-4"-4"-31"16,-2 2-42-16,2 3-13 0,-4 4-20 0,6-1 10 15</inkml:trace>
  <inkml:trace contextRef="#ctx0" brushRef="#br0" timeOffset="-143823.45">8790 13982 219 0,'0'0'243'16,"0"0"0"-16,0 0-3 0,0 0-4 0,0 0-4 16,0-24-23-16,0 16-10 0,2 1-16 0,3-5-9 15,0 2-4-15,2-6-22 0,1 1-12 0,3 2-20 16,2 1-6-16,1-3-2 0,0 4-22 0,0 2-10 15,-1 2-6-15,2 0-8 0,-1 2-7 0,-2 5-10 16,0 2-2-16,-1 1-8 0,0 3-2 0,-1 2 1 16,1-1-11-16,-1 6-1 0,0 2 0 0,-1-3 1 15,-5 4-5-15,2 0-2 0,-2 0 1 0,1 2-8 16,-4-2-16-16,1 0-29 0,-2 0-37 0,-2 0-39 16,1-1-62-16,-1-3-75 0,2 1-252 0,-3-1-543 15,4 0 240-15</inkml:trace>
  <inkml:trace contextRef="#ctx0" brushRef="#br0" timeOffset="-143425.72">9935 13900 39 0,'-13'-2'197'0,"1"-2"-8"0,0 3-4 16,1-1-9-16,0 1-5 0,1-1-8 0,-1 0-11 16,11 2-5-16,-12 0-4 0,12 0-8 0,-9 0-13 15,9 0-12-15,0 0-9 0,0 0-8 0,-9-1-9 0,9 1-10 16,0 0-5-16,0 0-4 0,33 3-8 0,-14-1-2 16,9-1-9-16,-2 1-21 0,3-1-25 15,-1 1-38-15,-5 0-53 0,5-2-47 0,-6 0-48 16,-5 2-172-16,-4-2-388 0,-3 2 173 0</inkml:trace>
  <inkml:trace contextRef="#ctx0" brushRef="#br0" timeOffset="-143240.42">9824 14125 89 0,'0'0'220'0,"0"0"-6"0,0 0-9 0,14 10-14 15,-2-9-15-15,5 2-19 0,5-2-16 16,5 3-11-16,3-5-11 0,3 3-21 0,-2-3-38 16,2 1-40-16,-2 0-61 0,1 0-57 0,-3-3-52 15,-1 5-106-15,-7-2-276 0,-1-3 122 0</inkml:trace>
  <inkml:trace contextRef="#ctx0" brushRef="#br0" timeOffset="-141003.02">10881 13739 122 0,'0'0'125'0,"-8"-5"-8"0,3 2-3 0,5 3 2 16,-7-5-1-16,7 5-11 0,0 0-3 0,-6-5-9 15,6 5-11-15,0 0-6 0,-8-4-8 0,8 4-6 16,-5-3-10-16,5 3-2 0,0 0-4 0,-9-3-8 16,9 3-1-16,0 0-2 0,-10-4-5 0,10 4-2 15,0 0-6-15,0 0 1 0,-8-3-3 0,8 3-3 16,0 0-5-16,0 0 2 0,-13 4 2 0,13-4-6 15,-11 1 5-15,11-1-7 0,-8 2 2 0,8-2-4 16,0 0 4-16,-7 0-4 0,7 0-2 0,0 0 3 16,0 0-2-16,0 0 1 0,-9 2-3 0,9-2 4 15,0 0-8-15,0 0-5 0,0 0 9 0,0 0-4 16,0 0-1-16,-9 2-1 0,9-2 6 0,0 0-4 16,0 0-2-16,0 0 0 0,0 0 7 0,0 0-8 15,0 0 3-15,21 8 4 0,-10-5 2 0,7-1-2 16,2 2 2-16,9-2-2 0,2-2-3 0,-4 0 4 15,5 0-5-15,-3 0-13 0,2 0-8 0,-1 0-17 16,-9 0-15-16,7-2-15 0,-7 2-19 0,-1-1-25 16,-2 0-117-16,-6 1-248 0,-1-2 110 0</inkml:trace>
  <inkml:trace contextRef="#ctx0" brushRef="#br0" timeOffset="-140453.42">11007 13709 123 0,'0'0'192'15,"-4"-10"-6"-15,4 10-11 0,-4-4-4 0,4 4-18 16,0 0-19-16,0 0-13 0,0 0-14 0,0 0-14 0,0 0-9 15,0 0-9-15,0 0-9 0,0 0-2 16,3 36-6-16,-1-17-1 0,0 6-3 0,-1 1-5 16,0 1-4-16,3-3 14 0,-5 1-1 0,1-6-5 15,-3 2-4-15,6 3-6 0,-3-5-1 0,0 0-4 0,-3 0-5 16,6 0 0-16,-2-3-4 0,-2 1-3 16,1-5-1-16,1 1-5 0,-1-1 1 0,1-1-3 15,-2-1 0-15,2 0-5 0,1 0-11 0,-1-2-5 16,0 3-2-16,0-5 3 0,-1-6 1 0,0 11 4 15,0-11-3-15,-1 9-1 0,1-9-1 0,-1 10-1 0,1-10 0 16,0 0 2-16,0 0-1 0,0 0-4 16,-4 6-4-16,4-6 3 0,0 0-4 0,-10 0 2 0,10 0-2 15,0 0 2-15,-17-7-1 0,17 7 5 16,-11-5-9-16,3 1 5 0,1-2 1 0,0 3 3 16,-4-4 2-16,0 2 2 0,2 1-2 0,-1-1 0 0,0 2 0 15,0-2-3-15,-2 3 6 0,6-1-2 16,-3 0 6-16,2 1 4 0,7 2-1 0,-12-4 2 15,12 4 1-15,-7-1-2 0,7 1-3 0,0 0 1 16,-9-2-6-16,9 2 4 0,0 0-2 0,0 0 6 16,0 0-7-16,0 0 3 0,0 0-4 0,32 4 3 0,-14 0 1 15,3-3-1-15,0 0-12 0,1 1-23 0,7-1-32 16,-2 1-37-16,0-4-35 0,1 1-26 0,2 1-24 16,-9 0-119-16,1 0-331 0,-3-3 147 15</inkml:trace>
  <inkml:trace contextRef="#ctx0" brushRef="#br0" timeOffset="-140092.29">11328 14066 108 0,'0'0'215'0,"-4"-4"-12"0,4 4-19 0,0 0-12 15,0 0-20-15,0 0-14 0,0 0-15 0,12-7-16 0,-1 6-6 16,0 0-12-16,5 1-9 0,-1-4-5 15,3 3-12-15,-4 1 2 0,0 1-15 0,0 0 0 16,-2 0-9-16,-2 1-3 0,0 0-9 0,-4 1 2 16,1 1-8-16,-2 0-2 0,1 3 4 0,-4 2-9 15,-2 1-1-15,-2 0 0 0,-3 6 2 0,0 0-2 0,-3 0-1 16,-1 0 2-16,-1 0-4 0,0 0 3 0,-2 0-1 16,-1-3 2-16,0 3 1 0,-1-2-1 15,2-1-2-15,2-1-2 0,0 2-2 0,1-5 1 16,2-1-3-16,1-1 4 0,1-2-3 0,1-2-2 15,0 3 0-15,4-6 3 0,-2 6-2 0,2-6 3 0,0 0-1 16,7 7 2-16,-7-7-2 0,17-2 0 16,-4 0-4-16,1-1 2 0,1-1-12 0,4 0-23 15,2-1-37-15,-5-1-39 0,3 0-28 0,-2-1-40 16,2 2-14-16,-1 0-128 0,-5-1-337 0,-1 2 150 16</inkml:trace>
  <inkml:trace contextRef="#ctx0" brushRef="#br0" timeOffset="-139540.25">11691 14196 138 0,'0'0'171'0,"0"0"-19"16,0 20-5-16,0-20 2 0,-2 14-5 0,-1-4-3 16,1-1-5-16,2 2-9 0,-2-2-13 0,-1 1-5 15,1 0-7-15,-1-1-10 0,2-4-7 0,1-5 2 16,0 12-8-16,0-12 0 0,-2 7 7 0,2-7 8 15,-2 6 5-15,2-6 7 0,0 0 2 0,0 0-4 16,-4 6-9-16,4-6-12 0,0 0-8 0,0 0-4 16,0 0-9-16,0 0-5 0,-10-18-10 0,9 10 1 15,1 8-7-15,4-18-7 0,-1 7 0 0,0-1-1 16,4-4-12-16,-1 1-4 0,1-3 0 0,5 2-6 16,-3 2 1-16,0 1-4 0,0 4 0 0,-3 1-2 15,1 2-5-15,-1 3 1 0,4 1-3 0,-5-1-3 16,5 4 0-16,2 2 1 0,-1-1 9 0,0 5-3 15,1-1-9-15,-4 0 1 0,1 2-1 0,0 1 4 16,0 0-3-16,-2-2 1 0,0 2-2 0,-1-1 14 16,-3-2-11-16,2 0 0 0,-1 0 0 0,-2 1 4 15,2-4-4-15,-4-3 2 0,5 7 0 0,-5-7 7 16,4 4-4-16,-4-4 5 0,0 0 1 0,0 0-2 16,0 0 1-16,0 0-1 0,0 0-3 0,0 0 5 0,0 0-4 15,0 0-2-15,0 0-6 0,0 0-5 16,-8-23 2-16,8 23-2 0,4-16-2 0,0 5-4 15,3-3-3-15,0 3 2 0,4-2 2 0,0 1-1 16,1 2-2-16,-4 3 2 0,3 1-1 0,0 2 2 16,-1 3 0-16,-1 1 4 0,3 3-4 0,-3 1 1 0,1 4-1 15,0-1 4-15,-2 3 0 0,-1 0 1 16,1 3 10-16,0 0-10 0,-3 4 1 0,-1-6 5 16,-2 0-2-16,0 1 2 0,-1 5-1 0,0-6 4 15,-1 1-14-15,-1-2-20 0,0 0-39 0,-1 1-36 16,0 0-41-16,2-5-45 0,0-6-39 0,-5 10-156 15,5-10-421-15,-2 7 186 0</inkml:trace>
  <inkml:trace contextRef="#ctx0" brushRef="#br0" timeOffset="-139328.16">12207 14217 142 0,'1'-6'217'0,"-1"6"4"15,0-10-8-15,0 10-13 0,2-8-22 0,-2 8-19 16,0 0-20-16,0 0-10 0,0 0-10 0,0 0 0 15,0 0 1-15,0 0-4 0,7 22-7 0,-7-11-11 16,0 2-7-16,0-2-9 0,2 0-11 0,-4 3-4 16,4-3-8-16,-2 1 6 0,0 1-17 0,0-4-14 15,0 1-28-15,0-3-27 0,0 0-26 0,0-7-28 0,-2 12-20 16,2-12-31-16,0 8-21 0,0-8-17 16,0 0-29-16,0 0-130 0,0 0-349 0,0 0 154 15</inkml:trace>
  <inkml:trace contextRef="#ctx0" brushRef="#br0" timeOffset="-139178.15">12165 13890 56 0,'0'0'180'0,"0"-17"-22"0,0 17-23 16,0 0-17-16,2-5-11 0,-2 5-29 0,0 0-32 15,14 23-45-15,-9-5-27 0,7 9-36 0,-2 0-71 16,1 2-142-16,0 0 63 0</inkml:trace>
  <inkml:trace contextRef="#ctx0" brushRef="#br0" timeOffset="-138943.47">12387 14299 52 0,'0'0'209'0,"0"0"-2"0,0 0 0 16,0 0-8-16,0 0-6 0,0 0-13 0,7-15-8 15,-7 15 1-15,3-14-3 0,1 6-9 0,0-3-6 16,1 3-12-16,0-4-11 0,3 4-7 0,0-3-3 15,0 4-7-15,1 0-13 0,-5 2-13 0,4 0-6 16,-2 3-10-16,3 2-6 0,-9 0-13 0,23 3-1 16,-15 2-5-16,1-1-10 0,-1 5 2 0,-2 1-3 15,0-2-6-15,1 4-1 0,-3-2-4 16,-1 2 2-16,2-2-18 0,-3 3-23 0,-2-1-35 0,0-3-44 16,0-9-53-16,-2 22-58 0,2-15-51 0,0-7-208 15,-2 12-500-15,2-12 222 0</inkml:trace>
  <inkml:trace contextRef="#ctx0" brushRef="#br0" timeOffset="-138501.45">13066 14127 87 0,'-14'-1'202'0,"0"1"-7"0,3-3-13 0,1 2-3 15,2 0-12-15,8 1-9 0,-11-3-12 0,11 3-15 16,-10-1-11-16,10 1-11 0,0 0-10 0,0 0-7 16,0 0-6-16,0 0-1 0,0 0 0 0,0 0 0 15,37 6-11-15,-16-3-5 0,8 1-8 0,-1-1-4 16,2-2-4-16,-3 2-9 0,2-3-4 0,-8 0-2 15,1 2-9-15,-4-2-9 0,2 0-28 0,-4 1-26 16,-3 0-37-16,-6 1-42 0,4-4-37 0,-1 2-39 16,-10 0-166-16,10-2-384 0,-10 2 169 0</inkml:trace>
  <inkml:trace contextRef="#ctx0" brushRef="#br0" timeOffset="-138263.81">13130 13971 23 0,'-4'-6'227'0,"4"6"-10"0,0 0-20 0,0 0-5 15,0 0-26-15,0 0 1 0,0 0-11 0,0 0-4 16,0 0 9-16,5 26 5 0,0-10-7 0,-1 2-14 16,1 6-10-16,-1-5-9 0,-2 0-7 0,-2-1-14 15,4 2-11-15,-4 0-8 0,3-1-7 16,-6-1-9-16,3 1-11 0,0 1-4 0,-2-2-10 0,2-2-21 15,-2 1-45-15,2-1-43 0,-2-1-51 0,2 0-43 16,0-1-44-16,-2-3-226 0,2 0-463 0,0-1 205 16</inkml:trace>
  <inkml:trace contextRef="#ctx0" brushRef="#br0" timeOffset="-136818.78">13930 13837 132 0,'0'0'123'0,"-13"-7"-1"0,13 7-13 16,-8 0-5-16,8 0-6 0,0 0-1 0,-19 4-4 15,12-2-9-15,7-2 4 0,-14 0 2 16,14 0-3-16,-12 0 0 0,5 1-2 0,7-1-3 0,-14 0-4 16,14 0 1-16,-11 0 3 0,11 0 3 0,-7 2-4 15,7-2-3-15,0 0-5 0,0 0-10 0,0 0-1 16,0 0-10-16,0 0 2 0,0 0-8 0,0 0-7 15,0 0-2-15,30 0 0 0,-13 0-6 0,12-2 0 16,1 1 0-16,1 1-5 0,2 0-5 16,-1 0-1-16,0-2-9 0,-3 4-13 0,-5-2-16 0,-5-2-16 15,-1 1-14-15,-4 1-19 0,-4 0-17 0,-1 1-21 16,-3 1-3-16,-6-2-15 0,13-3-4 16,-13 3-12-16,8 0 2 0,-8 0 0 0,0 0-9 0,12 0-75 15,-12 0-239-15,0 0 106 0</inkml:trace>
  <inkml:trace contextRef="#ctx0" brushRef="#br0" timeOffset="-136529.89">14064 13833 65 0,'0'0'145'0,"0"0"-12"0,0 0-5 0,-6-6-8 15,6 6-5-15,0 0-8 0,-4-6-11 0,4 6-8 16,0 0-7-16,0 0-5 0,-7-4-9 0,7 4-6 16,0 0-7-16,0 0-5 0,0 0-2 0,0 0-10 15,0 0-7-15,0 0 0 0,0 0-8 0,0 0-5 16,0 0-14-16,0 0-3 0,-4-4-18 0,4 4-7 16,0 0-7-16,0 0-10 0,0 0 2 0,0 0-16 15,0 0 0-15,0 0 1 0,0 0 1 0,0 0-2 16,9 21-5-16,-9-21-5 0,2 9-11 0,-2-9-2 15,2 9 4-15,-2-9-56 0,0 7-139 0,0-7 61 16</inkml:trace>
  <inkml:trace contextRef="#ctx0" brushRef="#br0" timeOffset="-136171.52">14051 13904 47 0,'-12'-18'122'0,"12"18"-1"0,0 0-9 0,-5-7 5 0,5 7-3 16,0 0-1-16,-2-8-6 0,2 8-6 0,0 0-8 16,0 0-5-16,0-8-1 0,0 8-7 0,0 0 0 15,0 0-6-15,0 0-5 0,-5-6-6 0,5 6-9 16,0 0-6-16,0 0-3 0,0 0-7 0,0 0-4 16,0 0-2-16,0 0-2 0,0 0-7 0,0 0-1 15,0 0-1-15,0 0-4 0,0 0 2 0,0 0-6 16,0 0-1-16,0 0-2 0,0 0 0 0,0 0-9 15,0 0 2-15,0 0-3 0,0 0-7 0,0 0-1 16,0 0-4-16,0 0-10 0,0 0-5 0,0 0-8 16,0 0-5-16,0 0-8 0,0 0-5 0,0 0-5 15,0 0-1-15,0 0 1 0,0 0-6 0,0 0 5 16,0 0 6-16,0 0-1 0,0 0 2 0,0 0 4 16,0 0 5-16,0 0-3 0,0 0-4 0,0 0-6 15,0 0-4-15,7 20-5 0,-7-20-3 0,0 0 1 16,0 0 1-16,0 0-58 0,0 0-134 0,0 0 60 15</inkml:trace>
  <inkml:trace contextRef="#ctx0" brushRef="#br0" timeOffset="-135028.96">13771 14290 25 0,'0'0'200'0,"-5"-4"-9"15,5 4-9-15,0 0-8 0,0 0-9 0,0 0-11 16,0 0-9-16,0 0-7 0,0 0-6 0,7-18-13 16,-3 12-13-16,4-1-7 0,1-1-7 0,-1 0 1 15,8-4-8-15,-3 1-9 0,2-3-3 0,4-3-5 16,2-1-3-16,1 3-6 0,-2-3-4 15,1 1 4-15,-1-1-12 0,-1 0-6 0,2-2-2 0,-3-1-1 16,-4 7-5-16,1-7-4 0,3 1-2 16,-7 3-1-16,1 1-3 0,-1-2-1 0,-2 1-5 0,0 0-2 15,0 2 2-15,-5-2-4 0,3 4 3 0,1-1-3 16,-4 4-2-16,0 2 4 0,-2-1 2 0,-2 9 7 16,3-14-14-16,-3 14 2 0,1-10-3 0,-1 10 0 15,0 0-1-15,2-14-2 0,-2 14-1 0,-2-5 0 16,2 5-1-16,0 0 0 0,0 0-3 15,0 0 2-15,0 0-4 0,0 0-2 0,0 0 1 0,0 0-2 16,0-9 1-16,0 9-1 0,0 0 1 0,0 0-1 16,0 0 2-16,0 0 2 0,0 0-1 0,0 0 0 15,0 0-2-15,-11 22 7 0,11-22-6 16,-3 5 2-16,3-5 6 0,-4 6-3 0,4-6-3 0,-2 6-2 16,2-6 1-16,0 0-2 0,-5 8-1 0,5-8 4 15,0 0-1-15,0 0 2 0,-4 7-2 0,4-7 4 16,0 0-4-16,0 0 3 0,0 0 0 0,0 0-2 15,0 0 7-15,0 0 0 0,-4 5-11 0,4-5 5 16,0 0-4-16,0 0 6 0,0 0-6 0,0 0 4 16,0 0-1-16,0 0 2 0,0 0-4 0,0 0 2 15,0 0 0-15,0 0-1 0,0 0-2 0,0 0 3 16,0 0-3-16,0 0-5 0,0 0-12 0,0 0-9 16,0 0-12-16,0 0-15 0,0 0-7 0,0 0-13 15,0 0-5-15,0 0-16 0,0 0-3 0,0 0-18 16,-6 9-16-16,6-9-9 0,0 0-6 15,-5 6-15-15,5-6-15 0,0 0-94 0,-10 9-294 0,10-9 130 16</inkml:trace>
  <inkml:trace contextRef="#ctx0" brushRef="#br0" timeOffset="-134261.39">13827 13827 15 0,'0'0'156'16,"-18"-2"-12"-16,18 2-8 0,-11-3-8 0,11 3-16 0,0 0-7 15,-13 0-9-15,13 0-6 0,0 0 5 16,0 0-2-16,0 0 1 0,0 0-1 0,40 3-1 16,-7-6-13-16,-1 3-7 0,6-1-7 0,-2-2-7 15,5-1-4-15,-3 4-6 0,-2-3-9 0,-5 3 6 0,-2 0-7 16,-8 0-9-16,-4-2-11 0,1 1-12 15,-6-2-11-15,-12 3-19 0,14-1-15 0,-14 1 0 16,0 0-14-16,17 0-9 0,-17 0-5 0,0 0 3 16,0 0-12-16,0 0-5 0,0 0 7 0,8-4-12 15,-8 4 3-15,0 0 7 0,0 0 3 0,0 0 10 16,0 0 2-16,-40-3 4 0,40 3 10 0,-21-2 2 16,11 2 11-16,-3-1 11 0,13 1-10 0,-19-1 13 15,9 1 0-15,10 0 12 0,-18-2 6 0,18 2 7 16,-14 0 3-16,14 0 9 0,-14-1 11 0,14 1 3 15,0 0 9-15,-11-1 10 0,11 1 1 0,0 0-1 16,0 0-7-16,0 0 7 0,0 0-13 0,-12 1 1 16,12-1-8-16,0 0 7 0,0 0-6 0,0 0-4 15,-10 8 13-15,7 1 2 0,-1 0 19 0,0 0 3 16,-1 5 3-16,-6 1 0 0,4 3 1 0,-4 5-4 16,4-5-2-16,-4 8-2 0,2-7 0 0,2 4-3 15,1-6-5-15,-1 2-5 0,0-2 1 0,3 4 5 16,2-3-6-16,-1 0-7 0,-1-2-3 0,4-3 0 15,-2-2-3-15,2 6-8 0,0-5 0 0,2 0-1 16,-2-2-5-16,2 0-2 0,0-1 2 0,-1-3-8 16,1 2 3-16,-2-8-4 0,0 11-1 0,2-6 1 15,-2-5 0-15,0 8-1 0,0-8-3 0,2 6 2 16,-2-6-1-16,0 0-2 0,0 0 2 0,0 0-3 0,0 0-4 16,-2 10-8-16,2-10-7 0,0 0-7 0,0 0-1 15,-11-1 0-15,11 1 1 0,-12-1-5 16,12 1 2-16,-15-3-9 0,8 2 4 0,7 1 0 15,-16-2 4-15,5 0-4 0,1 2 5 0,0-1-2 16,10 1-4-16,-19-1 12 0,13 1-7 0,6 0 6 16,-16 0 1-16,5 1 1 0,2-1 6 0,0 0 0 15,0 1-5-15,9-1 5 0,-11 2-2 0,4-1 5 16,7-1-1-16,-6 2 1 0,6-2 3 0,-10 1-3 16,10-1-2-16,0 0 2 0,-7 2-1 0,7-2-4 15,0 0 2-15,0 0-4 0,0 0-1 0,0 0-5 16,0 0-1-16,0 0-7 0,-8 1-10 0,8-1-3 15,0 0-6-15,0 0-15 0,0 0-12 0,0 0-12 16,0 0-20-16,0 0-15 0,0 0-96 0,0 0-237 16,0 0 105-16</inkml:trace>
  <inkml:trace contextRef="#ctx0" brushRef="#br0" timeOffset="-133514.42">13949 13850 150 0,'0'-9'148'0,"0"9"-7"0,0 0-19 0,0 0-11 16,6-10-2-16,-6 10-11 0,0 0-8 0,0 0-15 15,4-8-10-15,-4 8-16 0,0 0-9 0,0 0-7 16,0 0-10-16,0 0-2 0,7-7 2 0,-7 7-6 15,0 0-1-15,0 0-1 0,0 0 2 0,9-3-8 16,-9 3 10-16,0 0-16 0,0 0 3 0,0 0-1 16,0 0-8-16,0 0 14 0,0 0-4 0,0 0 0 15,0 0-2-15,0 0 1 0,0 0-3 0,0 0 3 16,0 0-3-16,0 0-1 0,0 0-5 0,0 0 7 16,0 0-2-16,0 0 7 0,0 0-5 0,0 0 1 15,0 0 2-15,0 0 9 0,0 0 10 0,0 0 2 16,0 0 8-16,0 0 0 0,5-6 3 0,-5 6 4 15,0 0 4-15,0 0-8 0,0 0-13 0,0 0 1 16,0 0-3-16,0 0-5 0,0 0-2 0,0 0-3 16,0 21 6-16,-2-9 4 0,0 8 10 0,0 6 2 15,-3 2 3-15,0 2-4 0,1-1 7 0,-1 2-1 16,3-1 5-16,0-1-4 0,0 2-1 0,2-2 1 16,0-2 3-16,-2 2-5 0,1-6-3 0,1 4-4 15,0-9-2-15,1 1-3 0,-1-3-2 0,2 1-2 16,-2 0-4-16,0-6 0 0,0 2 5 0,0-3-9 15,0 0 0-15,0 0-4 0,0-3 1 0,2 1-3 16,-2-8 2-16,-2 12-3 0,2-12 3 0,0 10-1 16,0-10 2-16,0 6-3 0,0-6-2 0,-3 6 0 15,3-6 7-15,0 0-8 0,0 0-5 0,-9 0-1 16,9 0-3-16,0 0-5 0,-15-5-4 0,10 0-8 16,-1 0-1-16,-2 0 3 0,0-2 3 0,1 1-4 15,0-1 2-15,-2 1-1 0,0-1 0 0,3 1-2 16,-3 0 4-16,-1 1-4 0,-3-3 5 0,4 4-2 15,-1-2 6-15,-2 1-1 0,3-1 2 0,-1 1-1 16,2 1 0-16,-3 0 5 0,3 2 0 0,-1-2-4 16,1 2 4-16,1 1 1 0,7 1 3 0,-9-7-2 15,9 7 2-15,-9-2 0 0,9 2 0 0,-5-3-2 16,5 3 3-16,0 0-5 0,0 0 4 0,0 0 6 16,0 0 0-16,0 0 2 0,0 0 1 0,0 0-1 15,34 4 0-15,-11-2 0 0,4-2 1 0,4 0 0 16,3 0-1-16,0 0-3 0,1-1-13 0,1 0-23 15,-2-1-31-15,-1 2-27 0,-1 0-32 0,1-4-37 16,-4 2-30-16,-6 2-135 0,-2-3-349 0,8 3 156 16</inkml:trace>
  <inkml:trace contextRef="#ctx0" brushRef="#br0" timeOffset="-133105.99">14487 14150 125 0,'0'0'175'0,"0"0"-14"16,0 0 0-16,-8 25 7 0,3-12-1 0,1 1-11 0,1 3-8 16,-1 3-9-16,-1-2-2 0,2-3-9 0,-1 3 0 15,0 0-9-15,-1-3-10 0,2 2-7 0,0-3-11 16,1 1 0-16,0-2-9 0,2-2-8 0,0 1-4 16,-2 0-10-16,2-3-4 0,2 0 2 15,-4-1-8-15,2-8-9 0,2 14-1 0,-2-6 1 16,2-4-9-16,-2-4 2 0,5 12-6 0,-1-8 1 0,-4-4-3 15,11 4-2-15,-4 0 3 0,4-6-19 0,0 4-19 16,11-4-20-16,-3 0-27 0,1 1-22 16,0-3-30-16,9-1-32 0,-1-2-24 0,-1 0-21 15,-3-1-8-15,-4 3-12 0,1-2-110 0,-4 1-342 16,-1 1 151-16</inkml:trace>
  <inkml:trace contextRef="#ctx0" brushRef="#br0" timeOffset="-132578.15">14847 14386 129 0,'0'0'144'0,"0"0"8"0,0 0-14 16,-9 27-4-16,5-21-2 0,3 1-4 0,0 1-1 0,-3-2 1 15,0 4-5-15,2-3-10 0,2-7 3 0,-3 14-8 16,2-6-7-16,-2-1 4 0,3-7-13 16,-4 11-3-16,4-11 5 0,-2 7 11 0,2-7 9 15,-2 5 9-15,2-5-4 0,0 0-5 0,0 0-13 16,0 0-9-16,0 0-9 0,-16-2-5 0,16 2-8 15,0 0-9-15,-9-16-5 0,9 11-1 0,0 5-6 0,0-17-2 16,4 7-9-16,-4 1-2 0,5-4-7 16,-1 3 0-16,7-5-6 0,-2-2-2 0,0 4-4 0,1 0-1 15,2-2 1-15,-2 8-10 0,5-3 0 16,-6 3-1-16,4-1-1 0,-1 4-7 0,-1 2 1 16,1 1 0-16,-1 3 2 0,-1 1-4 0,2 3 1 0,-2 2 1 15,4 2 1-15,-8-1-2 0,2 1 1 16,-3 0-3-16,2 2 1 0,-2-2 2 0,0 2-1 15,-3-1 3-15,1-2-3 0,-2 0 0 0,1-1 3 16,-2-2-2-16,0-6 5 0,0 9 9 0,0-9-5 16,2 8-5-16,-2-8 2 0,0 0 1 0,0 0 5 15,0 0-6-15,0 0-1 0,0 0 4 0,0 0-1 16,0 0-4-16,0 0 0 0,0 0-6 0,3-33 2 16,1 24-7-16,3-1-9 0,1-7-1 0,3 3-8 15,2-1 2-15,0 0-1 0,0 2-1 0,2 2 5 16,-1-1 0-16,-1 6 2 0,-4-1 1 0,1 4 3 15,-2 2-4-15,2-1 1 0,-2 5-1 0,-2-1 3 16,3 2 2-16,-1 3 0 0,-1-1 1 0,-3 3 6 0,5 0-1 16,-4-1-1-16,-1 1 1 0,0-1 3 15,1 1 2-15,-2 3-10 0,-1-3-25 0,-1 1-30 16,-1 0-29-16,0-10-33 0,0 14-40 0,0-14-31 16,0 11-36-16,0-6-160 0,0-5-428 0,0 0 189 15</inkml:trace>
  <inkml:trace contextRef="#ctx0" brushRef="#br0" timeOffset="-132159.49">15491 14332 140 0,'-4'-5'226'0,"4"5"-16"15,-10-2-12-15,10 2-21 0,-10 1-1 0,1 4-8 16,-1 1-10-16,-3 1-12 0,3 0-13 0,-6 4-6 15,5 0-9-15,-2 2-13 0,0 0-8 0,4 1-9 16,3-5-7-16,0 1-2 0,2-1-15 0,1 0-5 16,2 1-5-16,1-1 3 0,1-1-5 0,3-1-12 15,3-1 0-15,-1-1-6 0,4-2-2 0,-2 1-5 16,2-4 3-16,0 2-4 0,-3-2-1 0,-7 0-6 16,19-2 2-16,-11-3-2 0,2-1-3 0,-2 4-2 15,-1-3 0-15,-1 0-1 0,1-3 0 0,-1 0-1 16,-1-1 1-16,0 2-3 0,-2-4 5 0,-1 3-5 15,1-2 3-15,0 1-8 0,-2 3-2 0,-1 6 1 16,2-12-2-16,1 7 5 0,-3 5 1 0,1-7-3 16,-1 7-7-16,0 0 1 0,0 0 5 0,0 0-7 15,0 0 0-15,0 0 4 0,13 15 1 0,-10-5 1 16,-1 0 0-16,1 1 0 0,1-1 2 0,-2 2-2 16,2 3 5-16,1-2-2 0,0-2-3 0,-1 1 0 15,0-2-23-15,2 0-22 0,-2 0-32 0,2-2-38 16,-2-1-26-16,-4-7-28 0,9 9-20 0,-4-7-23 15,1 1-174-15,-6-3-412 0,0 0 182 0</inkml:trace>
  <inkml:trace contextRef="#ctx0" brushRef="#br0" timeOffset="-131932.12">15720 14361 2 0,'0'0'237'0,"5"-10"-12"16,-5 10-17-16,1-6-11 0,-1 6-16 0,0 0-4 15,0 0-5-15,14 5-5 0,-14-5-14 0,14 11-8 16,-7-3-14-16,1-1-4 0,-1 2-13 0,3-1-8 16,-2 3-11-16,4 1-9 0,-2-2-8 0,-1-2-8 15,2 5-10-15,-1-6-2 0,1 2-4 0,-2-3-11 16,-2 0-18-16,2 0-20 0,0-1-26 0,-4-1-23 16,-5-4-26-16,12 7-24 0,-12-7-36 0,7 2-16 15,-7-2-30-15,0 0-23 0,0 0-141 0,0 0-367 16,17-6 162-16</inkml:trace>
  <inkml:trace contextRef="#ctx0" brushRef="#br0" timeOffset="-131777.68">15950 14347 77 0,'0'0'177'16,"-8"-3"11"-16,8 3 5 0,-15 10 1 0,3-1-7 16,-3 3-9-16,-4 5-9 0,-4 2-14 0,-1 0-12 15,1 1-14-15,-2-1-12 0,1 3-12 0,-1 2-9 16,0-3-29-16,1-1-44 0,2-4-62 0,2 2-64 15,6-6-71-15,-5-2-140 0,3-1-340 16,5-4 150-16</inkml:trace>
  <inkml:trace contextRef="#ctx0" brushRef="#br0" timeOffset="-131640.66">15607 14456 17 0,'-11'-9'37'0,"-3"1"-46"0,-5-1-10 0,-8-2 4 0</inkml:trace>
  <inkml:trace contextRef="#ctx0" brushRef="#br0" timeOffset="-130741.73">8797 11918 42 0,'0'0'128'0,"-10"-5"-10"0,10 5 1 0,-9-6-11 0,3 2 0 16,-1 2-2-16,-2-1-9 0,2-1-4 0,-4 1 0 15,5 1-2-15,6 2-1 0,-17-3-5 0,10 2-6 16,-3 0 2-16,2-1-11 0,-2 2-2 0,-2 0-5 15,2 0-2-15,0 0-4 0,-2 0-6 0,2 0-1 16,0 2-5-16,-2-2-3 0,5 2-2 0,-1-1-4 16,8-1-4-16,-13 3-7 0,13-3-3 0,-9 4-3 15,5-2-1-15,4-2-1 0,-2 7 3 16,2-7-4-16,0 0 0 0,8 14 2 0,3-10 2 0,1 2 5 16,8 0 3-16,8 0 0 0,-1-4 0 0,2 1 0 15,2-2 0-15,2 1-2 0,3 0-3 0,-4-1-2 16,2-1-2-16,-3 0-2 0,1 0 0 0,-3 0-1 15,-8 0-2-15,1 1-7 0,-3-1-7 0,-1 3-18 16,-4-3-28-16,-4 1-27 0,-2-1-32 0,1 1-27 16,-3 0-11-16,-6-1-14 0,10 0-11 0,-10 0-121 15,7 1-311-15,-7-1 138 0</inkml:trace>
  <inkml:trace contextRef="#ctx0" brushRef="#br0" timeOffset="-130121.77">8865 11917 7 0,'-6'-2'173'0,"6"2"9"0,-12-4-5 0,12 4-13 16,-6-2-9-16,6 2-17 0,0 0-14 0,-9-2-19 15,9 2-10-15,0 0-5 0,0 0-3 0,-4 13-8 16,3-6 8-16,1 5-1 0,0 3 5 0,0 2-3 16,0 0-2-16,-2 4-3 0,-1 3-1 0,5 1-6 15,-6-6 11-15,4 7-9 0,-1-7-5 0,1 0-4 16,-1-1-4-16,0 8-3 0,1 0-1 0,-3-7 1 15,3 0-8-15,-3-3 7 0,5 2-17 0,-5-2-2 16,3 2 2-16,0-2-5 0,-1 0 16 0,1-5 1 16,-1 0-10-16,3 1-6 0,-3-2-4 0,1 1-4 15,0-5-3-15,0-6-1 0,1 14-5 0,-2-7 0 0,1-7-4 16,1 12 0-16,-1-12-6 0,0 8 2 0,0-8-1 16,1 9-2-16,-1-9-1 0,0 7-3 15,0-7 2-15,0 8-3 0,0-8 2 0,0 9-4 16,0-9 3-16,-2 8 1 0,2-8 0 0,-5 9-6 15,5-9 2-15,-6 6-2 0,6-6 2 0,-6 6-6 0,6-6 0 16,-4 6-2-16,4-6 0 0,-5 3 6 0,5-3-3 16,0 0-5-16,-10 3-1 0,10-3-3 15,-9 0 1-15,9 0-5 0,-13-2 1 0,13 2 2 16,-13-2 3-16,13 2-4 0,-13-3 2 0,5 2-1 0,1-2 0 16,7 3 10-16,-15-5-5 0,6 4-1 0,-1-2 1 15,0 1-2-15,2 0 8 0,8 2-7 16,-14-3 2-16,4 3-3 0,10 0 3 0,-12-3 1 15,6 2 1-15,6 1-2 0,-12-2 2 0,12 2-2 16,-11-1-3-16,11 1 4 0,-7-1-2 0,7 1 2 0,0 0-2 16,0 0 2-16,-11-1-4 0,11 1 1 0,0 0 0 15,0 0 3-15,0 0 3 0,0 0 2 16,0 0 7-16,0 0 6 0,32 9 1 0,-17-7 0 16,7-2 10-16,5 0-8 0,0-2 4 0,2 2-9 0,3 0-1 15,-1-4-2-15,1 1 0 0,1-1 3 0,-4 2-2 16,2-2-14-16,-3 0-24 0,1 0-27 0,-7 0-28 15,1 0-27-15,4 1-32 0,-7-1-29 0,7-3-23 16,0 0-14-16,-7 4-4 0,-2-3 1 16,3 1 6-16,-6 1 5 0,-3 1-103 0,-1-1-327 0,1 2 144 15</inkml:trace>
  <inkml:trace contextRef="#ctx0" brushRef="#br0" timeOffset="-130024.61">9251 12411 819 0,'0'0'-52'0,"0"0"25"0,0 0 29 0,0 0 8 16,0 0 10-16,0 0 8 0,0 0 11 0,0 0 7 15,0 0 1-15,0 0-6 0,0 0 8 16,0 0-8-16,0 0-1 0,0 0-5 0,0 0-9 0,0 0-26 15,0 0-28-15,0 0-36 0,0 0-115 0,0 0-194 16,0 0 87-16</inkml:trace>
  <inkml:trace contextRef="#ctx0" brushRef="#br0" timeOffset="-128297.4">8004 6611 115 0,'0'0'104'16,"-2"-6"9"-16,2 6-12 0,0 0-1 0,2-10-14 15,-2 10 3-15,1-8-9 0,-1 8 4 0,0 0-5 16,0 0-11-16,0-8-7 0,0 8 2 0,0 0-11 16,0 0 0-16,0 0-8 0,0 0-5 0,0 0-7 15,0 0-1-15,0 0-4 0,0 0 2 0,0-9-6 16,0 9 1-16,0 0-8 0,0 0-2 0,0 0 3 15,0 0-2-15,0 0-7 0,0 0 4 0,-14 0-6 16,14 0 3-16,0 0-5 0,0 0-1 0,-14 3 4 16,14-3 1-16,-12 0-7 0,12 0 2 0,-10 1 3 15,10-1-4-15,-10 0 6 0,10 0-4 0,0 0 2 16,-12-1-3-16,12 1-4 0,-11 0 6 0,11 0-5 16,-8-3 7-16,8 3 0 0,-8-1 2 0,8 1 0 15,0 0-1-15,0 0-2 0,0 0 2 0,-12-2-8 16,12 2 5-16,0 0-2 0,0 0-7 0,0 0 1 15,0 0 0-15,0 0 8 0,0 0-1 0,0 0-3 16,32 3 3-16,-13-3-5 0,1 0 8 0,8-1-4 16,-7-1 5-16,7 2-1 0,0-2-5 0,0 2 4 15,-6 0 3-15,-2 0-2 0,1-1-2 0,-3 1 0 16,-2 0 0-16,-2 0-3 0,3 0 2 0,-4-1-4 16,-2 2 3-16,0-1-14 0,-11 0-12 0,17 1-35 15,-5-1-14-15,-12 0-7 0,15 2-22 0,-15-2 2 16,10 2-17-16,-10-2-90 0,3 4-222 0,-3-4 99 15</inkml:trace>
  <inkml:trace contextRef="#ctx0" brushRef="#br0" timeOffset="-127605.08">8169 6570 45 0,'-3'-6'114'0,"3"6"2"0,0 0-5 16,-5-7-6-16,5 7-12 0,-4-6-3 0,4 6 0 16,-3-6 1-16,3 6 5 0,0 0 4 0,-2-10-8 0,2 10 1 15,0 0-3-15,0 0-19 0,0 0-1 16,0 0-16-16,0 0-8 0,0 0 0 0,-4-6-7 16,4 6-5-16,0 0-9 0,0 0-4 0,0 0-2 15,0 0-2-15,0 0 5 0,0 0-8 0,5 24-2 16,-1-14 0-16,-1 1-2 0,-2 1 1 0,1 4 4 15,1 2-1-15,-3 1 0 0,1 1 2 0,2-1 1 16,-6 2 1-16,3-2-4 0,-1 0 1 0,2 0-2 16,-3-1 2-16,0 1-4 0,1-1 2 0,1-2-3 15,-1 1 1-15,0-1-1 0,2 1 1 0,-2-5-2 16,-2 5-1-16,3-1-1 0,-1-6-3 0,-1 1 4 16,1-1-3-16,1-2 1 0,0 1 1 0,-1 2-4 15,0-4 3-15,1-7 1 0,0 14-2 0,0-6-3 16,0-8 0-16,0 11 1 0,0-11 2 0,-2 13-3 15,2-9 2-15,0-4-1 0,-1 9-3 0,1-9 0 16,-4 9 3-16,4-9-3 0,0 0 4 0,0 8 2 0,0-8-2 16,0 0-1-16,0 0 4 0,0 0-3 15,-1 9 3-15,1-9-3 0,0 0-1 0,0 0 3 16,0 0-1-16,0 0-1 0,0 0-2 0,0 0 1 16,0 0 0-16,0 0 2 0,0 0-4 0,0 0-2 15,-18-13 2-15,18 13 0 0,-8-5 0 0,8 5-7 0,-7-8-3 16,7 8-1-16,-7-7 1 0,2 2-1 15,5 5 3-15,-9-4-1 0,3-2 0 0,6 6-3 16,-10-7 17-16,2 5-21 0,1-1 6 0,7 3 1 16,-13-3-1-16,5-1 3 0,8 4-3 0,-10-3-1 0,3 1 3 15,7 2 1-15,0 0 0 0,-11-2 2 0,11 2 1 16,0 0 1-16,-9-2 2 0,9 2-5 0,0 0 4 16,0 0-2-16,0 0-2 0,-9-1 0 15,9 1 3-15,0 0-2 0,0 0 1 0,0 0-3 16,0 0 5-16,0 0 5 0,0 0-2 0,0 0 2 0,31 0 1 15,-19 1-1-15,6-1 5 0,3 0-5 0,0-1 2 16,1 0-1-16,4-1 0 0,-5 2-16 0,0 0-16 16,-2 2-30-16,-1-1-24 0,1-1-28 0,-1 0-27 15,0 0-25-15,-7 3-90 0,-11-3-271 16,23-2 120-16</inkml:trace>
  <inkml:trace contextRef="#ctx0" brushRef="#br0" timeOffset="-127266.02">8062 6627 78 0,'0'0'93'0,"21"-3"-14"0,-3 3-1 15,2 1-5-15,11-1-13 0,5 0-28 0,2 0-24 0,2 0-28 16,0 0-61-16,0-1-86 0,-3 1 38 16</inkml:trace>
  <inkml:trace contextRef="#ctx0" brushRef="#br0" timeOffset="-125849.46">16786 14298 70 0,'0'0'224'0,"0"0"1"0,0 0-7 16,0 0-7-16,0 0-11 0,0 0-11 0,0 0-12 16,0 0-16-16,0 0-9 0,0 0-12 15,0 0-12-15,0 0-6 0,0 0-13 0,0 0-6 16,0 0-11-16,0 0-12 0,0 0-4 0,0 0-11 0,0 0-6 15,21-8-3-15,-12 6-8 0,4 0-4 0,0 0-2 16,4 0-6-16,-3-1-2 0,-3 3-12 0,7-3-11 16,-1 0-26-16,2 2-25 0,-4-2-32 0,3 2-35 15,-3 0-41-15,1 0-36 0,-2 1-29 16,-1 0-174-16,-4 1-417 0,2-1 185 0</inkml:trace>
  <inkml:trace contextRef="#ctx0" brushRef="#br0" timeOffset="-125649.83">16850 14415 21 0,'0'0'138'0,"0"0"-2"0,0 0 1 0,-3 7-6 15,3-7-13-15,0 0-12 0,22 4-9 0,-11-4-10 16,8 1-7-16,1 0-25 0,8-1-16 0,0 2-27 0,0-2-34 15,1-2-41-15,2 2-33 0,-9 0-67 0,0 0-176 16,-1 2 77-16</inkml:trace>
  <inkml:trace contextRef="#ctx0" brushRef="#br0" timeOffset="-120946.09">18305 14031 53 0,'0'0'171'0,"0"-11"-3"16,0 11-11-16,2-11-5 0,-1 6 5 0,-1 5 3 15,2-12-3-15,-2 12-9 0,2-10-15 0,-2 10-9 16,0-11-3-16,0 11 1 0,0-9-1 0,0 9-5 16,0-8-3-16,0 8-9 0,1-8-9 0,-1 8-7 15,0 0-5-15,2-9-9 0,-2 9-5 0,0 0-7 16,0 0-2-16,0-7-8 0,0 7-8 0,0 0-4 15,0 0-7-15,0 0-6 0,0 0-2 0,0 0-5 16,0 0-2-16,0 0-2 0,0 0-1 0,0 0-1 16,-3 32-4-16,-1-19 1 0,3 2-2 0,-2-3-18 15,2 6 1-15,0 2 1 0,-2-1 2 0,2-1 0 16,-1-2 4-16,2 2-5 0,0-2 5 0,3 0 1 16,-2-5-2-16,2 1 0 0,1-1 1 0,2-2-1 15,0 1 9-15,2-1-8 0,-1-2 3 0,5 0 5 16,-4-2-7-16,4 0 0 0,-1-3 1 0,0 2-1 15,0-2 1-15,3-3 0 0,-1 1-1 0,-2-2 0 16,0-2 0-16,1-2 0 0,-1 0 2 0,0 0-2 16,-1-2 4-16,0-1-3 0,0-3 0 0,-1-1 1 15,4 0 1-15,-9 1-1 0,0 0 3 0,2-5-5 16,-6 5 2-16,2 0 3 0,-1 1-2 0,1 2 5 16,1 0 2-16,-3 2 4 0,0 7 0 0,2-10-2 15,-2 10-4-15,0-9-6 0,0 9 2 0,0 0-5 16,0 0 2-16,0 0 4 0,0 0 1 0,-2 29 3 15,-2-10 3-15,-1-2-4 0,-2 3 2 0,4 5 1 16,-4-6 6-16,1 0-3 0,2 0-5 0,-2 0-4 16,3-2 0-16,-2-2-1 0,0 2 2 0,2-1-2 15,1-1 2-15,-1-2-2 0,1-1-20 0,-1 0-26 16,2-2-23-16,0 1-34 0,-1-2-25 0,1 0-40 16,0-2-31-16,1-7-33 0,2 11-12 0,-2-11-123 15,0 0-392-15,-4 14 173 0</inkml:trace>
  <inkml:trace contextRef="#ctx0" brushRef="#br0" timeOffset="-120597.89">18919 14123 146 0,'2'-5'193'0,"-2"5"-12"0,5-7-12 15,-5 7-8-15,0 0-5 0,0 0 5 0,0 0-9 16,-24 17-5-16,10-5-7 0,1 1-2 0,-3 7-18 15,-2-1-6-15,1 1-12 0,2 0-5 0,2-4-7 16,0 0-13-16,4-1-11 0,-3 0-3 0,4-1-5 16,5-1-5-16,3-2-9 0,2 0-3 0,-1 0-5 15,1-2 7-15,1 1-15 0,2-1 0 0,0-3-2 16,4-1 0-16,0 0-9 0,3-1 1 0,2-3 0 16,-3 1 1-16,2 0-5 0,-2-4 3 0,2 0-7 15,0-1 5-15,-3 1 2 0,-2-1-6 0,1-1 1 16,-3-1 0-16,-1 1-2 0,-1-3-3 0,-4 7-3 15,3-12 3-15,-3 12-8 0,-7-14 4 0,4 9-4 16,-5-2 3-16,-1 4-5 0,-1 0 2 0,-2 0 0 16,-2 2-5-16,-1 2-11 0,1 1-18 0,-5 2-19 15,-1 1-36-15,4 1-36 0,-1-1-46 0,6-1-38 16,-2 3-182-16,3-2-425 0,-1 2 187 0</inkml:trace>
  <inkml:trace contextRef="#ctx0" brushRef="#br0" timeOffset="-120030.5">19153 14311 45 0,'5'-2'167'0,"-5"2"-5"16,0 0 18-16,0 0-2 0,0 0-6 0,5 11-16 15,-5-11-9-15,0 0-10 0,-1 11-4 0,1-11-7 16,0 0 0-16,-4 12-13 0,4-12-3 0,-3 4-7 15,3-4-4-15,-1 7 2 0,1-7 1 0,0 0-4 16,0 0 7-16,0 0 3 0,-1 8-1 0,1-8-8 16,0 0-5-16,0 0-10 0,0 0-11 0,0 0-6 15,0 0-4-15,0 0-11 0,-6-23-3 0,6 23-4 16,0-14-5-16,2 4-3 0,0 0-1 0,0 0-8 16,1-3-3-16,3-2-2 0,1 1-7 0,2 0-2 15,1-2-6-15,2 0-3 0,-1 3-6 0,2 2 6 16,-3 1-10-16,3 3 2 0,-2 1-4 0,4 3-3 15,-2 1 3-15,-1 5 1 0,0-1-3 0,6 4 2 16,0 3 2-16,-9-1-3 0,-1 1 10 0,5 4-1 16,0-1-11-16,-7 0 10 0,5 3-12 0,-5-5 5 15,-2 2-1-15,2 1 1 0,-2-2 4 0,-3-2-1 16,-1 3 3-16,2-5-1 0,-2 1 8 0,0-8-4 16,0 11 2-16,0-11 1 0,-2 8 4 0,2-8-3 15,0 0-3-15,-3 5 3 0,3-5 1 0,0 0-1 16,0 0-4-16,0 0 1 0,0 0-5 0,0 0 0 15,-2-25-3-15,4 16-3 0,1-2-6 0,4 0-6 16,-3-1-5-16,7-4 3 0,1-1 0 0,2-2 6 16,1 5-2-16,-1 0-3 0,4 2 2 0,-1 1 5 15,-1 4-6-15,-4 2 3 0,-2 4 3 0,3 1-3 16,-3 0 0-16,1 4 3 0,0 3 2 0,-2-1-1 16,1 4 2-16,-1-1 9 0,-3 3-4 0,-2-1-3 15,2 5 4-15,-3 0-1 0,-2-1-19 0,0-1-36 16,-3-2-35-16,-1 3-39 0,2-3-36 0,-1 0-34 15,0-2-33-15,0-1-142 0,-1-1-410 0,1-2 181 16</inkml:trace>
  <inkml:trace contextRef="#ctx0" brushRef="#br0" timeOffset="-119582.13">19836 14292 1 0,'0'0'173'0,"4"-6"-12"16,-4 6-15-16,0 0 4 0,0 0 11 0,0 0 12 15,0 0-11-15,0 0-11 0,-9 29-9 0,5-21-11 16,1 3-1-16,-1 0-7 0,0 1-6 0,1 0-12 16,1-1-4-16,-2 0-6 0,3-2-10 0,-1-1-8 15,1 2-4-15,1-10-10 0,-1 10-2 0,1-4 0 16,0-6 4-16,0 0 7 0,-1 11 9 16,1-11 9-16,0 0-5 0,0 0-3 0,0 0-5 0,0 0-11 15,0 0-5-15,0 0-5 0,0 0-3 0,0 0-8 16,9-31-8-16,-6 21-4 0,1-1 12 0,1 0-18 15,3-5 2-15,0-1-5 0,-1-2 1 0,6-6-8 16,0 2-5-16,2 0-2 0,-2-2-5 0,1 2-2 16,1 0 3-16,3 1-6 0,-5 8 1 0,1-1-2 15,-1 4 2-15,-4 2-2 0,0 3-3 0,-4 3 0 16,3 2-5-16,-8 1 9 0,12 4-11 0,-4 1 7 16,0 5 4-16,-3 0-2 0,0 4 1 0,0 3 0 15,0 2 10-15,-2-1 0 0,-2 0 1 0,1 1 2 16,-2 0 1-16,0 0 11 0,2-2-12 0,-2 0 5 15,0 0 1-15,0-6-1 0,0 2-1 0,1-1-3 16,0-1 1-16,1 0-3 0,-2-2-5 0,0 1 8 16,1-3-5-16,-1 0 1 0,0-7-4 0,0 13-18 15,0-13-22-15,0 7-24 0,0-7-29 0,0 0-32 16,-3 9-46-16,3-9-37 0,0 0-44 0,0 0-46 16,-16-3-165-16,16 3-493 0,0 0 218 0</inkml:trace>
  <inkml:trace contextRef="#ctx0" brushRef="#br0" timeOffset="-119425.16">19808 14357 9 0,'0'0'193'0,"0"0"-10"0,0 0-7 0,0 0-5 0,0 0-17 16,0 0-13-16,25 3-11 0,-8-6-13 0,3 2-43 15,0-1-34-15,3 1-68 0,4-7-68 0,-5 3-115 16,3-1-228-16,-6 0 100 0</inkml:trace>
  <inkml:trace contextRef="#ctx0" brushRef="#br0" timeOffset="-86168.78">6258 15348 324 0,'0'0'3'0,"0"0"-1"0,0 0 3 15,0 0-17-15,0 0 41 0,0 0-50 0,0 0 10 16,0 0-27-16,0 0 16 0,0 0-36 0,0 0-133 15</inkml:trace>
  <inkml:trace contextRef="#ctx0" brushRef="#br0" timeOffset="-86061.64">6171 15212 1638 0</inkml:trace>
  <inkml:trace contextRef="#ctx0" brushRef="#br0" timeOffset="-81677.48">5623 14866 88 0,'0'0'83'0,"0"0"9"0,0 0-3 0,0 0-3 16,0 0-12-16,0 0 9 0,0 0-5 0,0 0-3 16,0 0-3-16,0 0-1 0,0 0-2 0,0 0-2 15,0 0 4-15,0 0-2 0,0 0 2 0,0 0 0 16,0 0-1-16,0 0-4 0,0 0-5 0,0 0 1 15,0 0-1-15,1-9-4 0,-1 9-3 0,0 0 1 16,0 0-2-16,0 0 3 0,0 0-4 0,0 0 0 16,0 0-3-16,0 0-2 0,0 0-5 0,0 0 1 15,0 0-6-15,0 0 3 0,0 0-9 0,0 0-3 16,0 0-8-16,0 0 3 0,0 0-7 0,0 0-4 16,0 0 0-16,0 0-3 0,0 0-5 15,0 0-2-15,0 0 0 0,0 0 0 0,0 0-4 0,0 0 3 16,0 0 2-16,6 20-3 0,-3-9 2 0,1 0-2 15,1 5-2-15,-1 0 2 0,2 1 4 16,0-1-2-16,1 4-5 0,-1-2 1 0,-1-1 3 0,3 0 0 16,-2 3 1-16,2-3-1 0,1-1-1 0,-1 3 1 15,-3-2 1-15,3-2-2 0,-1 1 2 0,1 0-1 16,1-2 2-16,0 2-6 0,-3-5 3 0,3 3 2 16,-3-4-1-16,-2 0 1 0,4 0 0 0,-3 0-3 15,-1-1 3-15,2-1 0 0,-2-1-2 0,1 2-3 16,-1-2 4-16,-1-2 2 0,2-1 0 0,-1 1 0 15,1-1 0-15,-5-4 1 0,6 6-11 0,-6-6 8 16,5 6-1-16,-5-6 1 0,4 4 0 0,-4-4-1 16,3 7 3-16,-3-7 1 0,0 0 1 0,0 0-1 15,0 0 3-15,0 0-1 0,0 0-2 0,0 0-1 16,14-11-1-16,-11 4 0 0,1 2 0 16,-1-5 2-16,2-3 1 0,-1 4 3 0,1-8-6 0,0 0 1 15,0-1 0-15,0 1-3 0,-1-3 0 0,-3 2 3 16,3-1 1-16,1 2 0 0,3-3-1 0,-3 1-1 15,0-1 3-15,2-4-3 0,-1 1 1 0,3 6 2 16,-4 1 3-16,0 0-6 0,0 5 6 0,-1 0-6 16,1 1 1-16,2 1 0 0,-5 3 2 0,1-1 0 15,-3 7-2-15,4-9-5 0,-4 9 2 0,3-6-6 16,-3 6-4-16,0 0-16 0,4-8-10 0,-4 8-19 16,0 0-32-16,0 0-16 0,0 0-28 0,0 0-3 15,0 0-6-15,0 0-11 0,0 0-8 0,0 0-101 16,8 16-282-16,-4-12 126 0</inkml:trace>
  <inkml:trace contextRef="#ctx0" brushRef="#br0" timeOffset="-81281.13">6230 15200 156 0,'0'0'180'0,"0"0"-8"0,-5-12-9 0,1 7-12 0,4 5-13 16,-7-8-5-16,7 8-16 0,-7-5-12 0,7 5-8 15,-13-1-9-15,3 2-14 0,10-1-7 0,-19 2-2 16,7 2-10-16,-1 1-9 0,2 0-1 16,0 2-9-16,-4 0 2 0,8 0-4 0,0-1-5 15,2 3-5-15,-3 2-2 0,2-3-1 0,3 3-5 16,2-1 3-16,0 1-10 0,2-1 4 0,0 2-6 0,3-3 0 15,-1 2 2-15,3-2-5 0,3 0 3 0,-1-1-6 16,1 1 2-16,2-1 0 0,0 0-1 0,-1-1-1 16,0 1 7-16,-1-2-7 0,-1 1-2 15,-2 1-5-15,0-2 3 0,-2-1 0 0,-1 3-9 16,-2-3 5-16,-1-5 1 0,-3 13 2 0,0-8 3 16,-5 3-3-16,0-1 1 0,-2 0 4 0,0-3-6 0,-3 2 1 15,-2 1-4-15,-3-2-5 0,0 0-15 16,3-3-26-16,1 1-21 0,2-2-15 0,0-1-44 15,1 0-25-15,0 0-100 0,2 0-278 0,9 0 123 16</inkml:trace>
  <inkml:trace contextRef="#ctx0" brushRef="#br0" timeOffset="-80481.42">6517 15454 115 0,'0'0'117'0,"0"0"-10"15,0 0-17-15,0 0 17 0,0 0-1 0,0 0-5 16,-12 22-11-16,9-15-10 0,0 1-14 0,1-1-1 15,-1-2-12-15,1 1-4 0,0 2 5 0,2-8-2 16,-6 10-1-16,4-3-5 0,2-7 1 0,-2 6-5 16,2-6 6-16,0 0 9 0,-2 11 7 0,2-11 11 15,0 0 5-15,0 0 8 0,0 0 24 0,0 0-12 16,0 0-7-16,0 0-7 0,0 0-8 0,0 0-4 16,0 0-3-16,0 0-5 0,0 0-9 0,-4-30-3 15,5 21-7-15,-1-1-2 0,3 1-7 0,-1-3-4 16,2-1-4-16,0-2-1 0,0-1-7 15,2 0-5-15,1 2-1 0,3 0-1 0,-4 4-3 0,-1-1 1 16,3 2-5-16,-2-1 0 0,2 5-4 0,1-4-3 16,0 7 2-16,2-1-5 0,0 0 2 0,-11 3-3 15,25 4-2-15,-13 0 0 0,-2 4 2 0,5-1-5 16,-2 4 1-16,1-1 4 0,-6 1 2 16,-1-3-3-16,1 2 2 0,-2-1-1 0,-2 0 0 15,3 0 1-15,-3 0-2 0,-2-2 1 0,1-2-3 0,-1 0 6 16,-2-5 0-16,4 7 2 0,-4-7 3 0,4 6 3 15,-4-6 1-15,0 0 5 0,0 0 1 0,0 0 2 16,0 0-5-16,0 0 1 0,0 0-4 0,0 0 0 16,0 0-6-16,0 0-3 0,-4-30-6 0,-1 20 3 15,5 10-4-15,4-18-8 0,1 10-9 16,-1-4 0-16,0 3-2 0,1-1 3 0,0 7 1 0,0-2-1 16,2 1 2-16,0-1 2 0,-7 5 1 15,13-2-4-15,-13 2 6 0,14 7 0 0,-5-1 1 16,1 0 2-16,-2 4 1 0,-2 0 5 0,2 4 1 15,-2 0-4-15,-2-2 0 0,2-1 3 0,-2 0-1 16,-1 1 4-16,2 4 0 0,-1-5-3 0,-3 0-16 16,2 2-32-16,-2-1-15 0,1-2-22 0,0 2-22 15,0-4-29-15,-2 2-32 0,1-4-155 0,-1-6-356 0,0 7 157 16</inkml:trace>
  <inkml:trace contextRef="#ctx0" brushRef="#br0" timeOffset="-80277.48">6990 15445 84 0,'0'0'191'0,"1"-6"-5"16,-1 6-8-16,0 0-15 0,0 0-12 0,0 0-19 0,3-9-12 15,-3 9-15-15,0 0-8 0,0 0-12 16,0 0-6-16,0 0-8 0,0 0-5 0,0 0 0 16,5 25-5-16,-4-14-4 0,1-2-5 0,-1 2-5 15,-1 1 0-15,0-1-9 0,1 1 0 0,-2 1-8 16,2-2-1-16,-1 2-29 0,0-2-28 0,-1 0-37 15,1-2-39-15,0 0-46 0,-1 1-155 0,-2-2-329 16,1-2 145-16</inkml:trace>
  <inkml:trace contextRef="#ctx0" brushRef="#br0" timeOffset="-80118.88">6989 15215 62 0,'0'0'47'0,"0"0"-39"0,6 32-28 0,-4-14-21 15,-2 0 10-15</inkml:trace>
  <inkml:trace contextRef="#ctx0" brushRef="#br0" timeOffset="-79864.38">7137 15575 81 0,'0'0'169'0,"0"0"-6"16,0 0-7-16,5-15 1 0,-3 9-11 0,-2 6-10 15,3-18-7-15,0 7-8 0,0-2-1 0,2 0-5 16,1 2 2-16,0-2-2 0,1 1 1 16,-2 0-2-16,1 2-10 0,2 0-12 0,-2 3-7 15,3 3-8-15,0 2-9 0,-1-1-11 0,-8 3-4 0,18 3-4 16,-7 3-4-16,-2 0-6 0,2 4-1 0,-3 1 0 15,3 2-6-15,-4 3-5 0,1-2-1 0,0 1-4 16,-5 1-2-16,0-1-21 0,-2 2-32 0,1-1-34 16,-4 0-49-16,5-4-52 0,-4 0-57 15,-1 4-145-15,2-6-401 0,-1 0 179 0</inkml:trace>
  <inkml:trace contextRef="#ctx0" brushRef="#br0" timeOffset="-79540.9">8227 15424 214 0,'-9'-6'246'16,"9"6"-11"-16,-6-3-17 0,6 3-20 0,0 0-18 15,0 0-19-15,-8-4-17 0,8 4-18 0,0 0-11 16,0 0-14-16,0 0-7 0,0 0-12 0,0 0-2 16,0 0-10-16,0 0-7 0,40 4-8 0,-21-1-8 15,-4 0-23-15,5-3-34 0,0 1-33 0,-1 1-46 16,-1-1-49-16,0 2-59 0,-6-1-133 0,0-1-357 15,-5 1 158-15</inkml:trace>
  <inkml:trace contextRef="#ctx0" brushRef="#br0" timeOffset="-79364.83">8212 15548 57 0,'0'0'199'0,"0"0"-10"0,0 0-11 15,13 7-14-15,-3-4-15 0,3 0-11 0,5-1-16 16,2-1-9-16,2 1-12 0,-2-1-18 0,10 2-34 16,-2-3-43-16,1 0-64 0,-2 2-46 0,2-2-127 15,-10 0-251-15,2 1 111 0</inkml:trace>
  <inkml:trace contextRef="#ctx0" brushRef="#br0" timeOffset="-66133.34">9241 15270 89 0,'2'-11'170'0,"-2"11"-7"0,2-9-8 0,-2 9-1 16,2-7-15-16,-2 7-4 0,0 0-6 0,0-9-8 15,0 9-12-15,0 0-10 0,0 0-9 0,0 0-13 16,0 0-12-16,0 0-5 0,0 0-6 0,0 0-5 0,0 0-8 15,0 0-1-15,0 0-3 0,-1 37 0 16,0-22 5-16,-1 1-6 0,2 2-5 0,-1 1 1 16,-4 7-1-16,1-2-17 0,-1-5 2 0,0-1 1 0,-1 7 2 15,4-8-2-15,-2 4-2 0,1-2 0 0,-1-2 2 16,1 1 2-16,0 1-4 0,1-2 4 0,1 0-7 16,-4-2 1-16,3 0-4 0,4-2 2 15,-4-1-3-15,2-2 8 0,-1 2-7 0,2-1 1 16,1-2-3-16,-1 2 4 0,4-2-5 0,-4 0-3 15,2-2-10-15,-1 1-15 0,2-2-37 0,-2-1-17 0,1 0-39 16,-3-5-31-16,4 5-18 0,-4-5-152 0,0 0-342 16,0 0 152-16</inkml:trace>
  <inkml:trace contextRef="#ctx0" brushRef="#br0" timeOffset="-65729.78">9731 15247 98 0,'2'-6'186'0,"-2"6"-9"0,0-8-2 16,0 8-15-16,-5-11-3 0,5 11-12 0,-14 2-10 16,3-1-7-16,-4 5-14 0,-4 4-1 0,-5 7-10 15,-3 2-7-15,-9 13-5 0,9-8-6 0,-9 9-11 16,11-7-6-16,2 0-5 0,0-1-2 0,5-2-10 15,4 0-4-15,2-1-5 0,3-3-4 0,3-2-2 16,1-1-5-16,2 1-1 0,5 0-7 0,-1-5 1 16,4 4-3-16,0-5 25 0,3 0-4 0,2-2-2 15,-1-2-3-15,6 2-4 0,-1-8-5 0,2 5 1 16,-2-4-1-16,5-2-2 0,0-2-4 0,-1-1 1 16,-1 0-1-16,-5 0 0 0,0-4-2 0,-2 1 4 15,0 0 4-15,-3-1-1 0,-2-3 1 0,-4 2-6 16,0-3-2-16,-2 1 0 0,-3 1-6 0,-4 1-1 15,-2-1-3-15,1 0 1 0,-1 3-3 0,-2 1-8 16,-1 0-7-16,-1 2-13 0,1 1-11 0,0 2-17 16,-2 0-20-16,-1 2-24 0,2 1-22 0,1 0-29 15,3 0-43-15,1 0-43 0,0 3-151 0,9-6-411 16,-10 6 182-16</inkml:trace>
  <inkml:trace contextRef="#ctx0" brushRef="#br0" timeOffset="-65234.27">9947 15347 116 0,'4'-10'243'0,"-4"10"-15"0,0 0-7 16,4-10-19-16,-4 10-21 0,0 0-22 0,0 0-15 15,4-7-17-15,-4 7-10 0,0 0-11 0,0 0-8 16,11 19-2-16,-8-10-6 0,0 1 2 0,-3 2-8 16,2 1-6-16,-1 3-7 0,-1 0-5 0,3 0-4 15,0 1-5-15,-1 1 1 0,1-7-2 0,2 5-9 16,-1-1-4-16,-4 1-2 0,2 0 1 16,-1-4-3-16,3 0-8 0,3 0-1 0,-3 0-4 0,-2-2-4 15,2 0 2-15,3 0-2 0,0 2-2 0,-5-5-5 16,5 3 1-16,-3-3-2 0,2 0-5 15,-1-2 7-15,0-1-4 0,0 2 2 0,1-2-6 0,-1 0 6 16,-5-4 0-16,7 4-1 0,-7-4 0 0,8 1 6 16,-8-1-6-16,0 0-3 0,13-10-3 0,-8 4 3 15,4-3-3-15,-1-1 0 0,2-5 1 0,4-2 0 16,-1-6-2-16,-2 7 0 0,3-8-1 0,3 0-2 16,-3 1 1-16,2-3 3 0,-2 3-3 0,-1-3-2 15,5 2-1-15,-1 4 7 0,-3-1-3 0,-5 2 4 16,6-3 1-16,-6 6 0 0,0 3-2 15,1 0 2-15,-3 3-3 0,-2 0 1 0,0 2-3 16,1 1-1-16,-1 3-15 0,-1-1-16 0,-4 5-23 0,8-8-25 16,-8 8-35-16,0 0-42 0,5-6-45 15,-5 6-42-15,4-4-203 0,-4 4-477 0,0 0 211 0</inkml:trace>
  <inkml:trace contextRef="#ctx0" brushRef="#br0" timeOffset="-65071.74">10592 15358 54 0,'0'0'167'0,"6"7"-17"0,-6-7-12 0,0 0-12 16,0 0-12-16,0 0-22 0,5 5-32 16,-5-5-45-16,0 0-56 0,0 0-106 0,0 0-157 15,0 0 70-15</inkml:trace>
  <inkml:trace contextRef="#ctx0" brushRef="#br0" timeOffset="-61923.75">8194 16289 143 0,'-1'-8'148'0,"1"8"-12"16,0 0-4-16,2-10-4 0,-2 10-5 0,0 0-6 15,2-8 3-15,-2 8-7 0,0 0-2 0,1-7-8 16,-1 7-5-16,0 0-4 0,0 0-11 0,0 0-6 16,0 0-11-16,0 0-11 0,0 0-5 0,0 0-2 15,0 0-9-15,0 0 0 0,0 0-12 0,0 0 0 16,0 0 2-16,5 27 0 0,-6-17-5 0,-2 6 0 16,1 2-1-16,-1 2-4 0,-1 6 1 0,-2-1 1 15,2 1 2-15,-4-1 4 0,3 0-2 0,3 0 4 16,-2 0-3-16,-1-1-6 0,1-1-2 0,3-5 2 15,-2-3-4-15,3 1-3 0,-4-1 0 0,4-3-3 16,0 0 4-16,0 0-3 0,0 0-1 0,0-2 3 16,0-1-5-16,0 0-3 0,3-3 3 0,-2 3-5 15,-2 1 1-15,2-3 1 0,-1-7-1 0,0 12 9 16,1-6-9-16,-1-6-3 0,2 8-19 0,-2-8 0 16,-3 8-15-16,3-8-9 0,0 0-12 0,0 0-29 15,0 0-19-15,0 0-30 0,0 0-22 0,-8 4-40 16,8-4-103-16,0 0-321 0,0 0 142 0</inkml:trace>
  <inkml:trace contextRef="#ctx0" brushRef="#br0" timeOffset="-61449.63">8230 16196 5 0,'6'-20'141'0,"-2"9"-5"15,2 4-13-15,3 0 1 0,2-3-10 0,5 5-7 16,1 2-7-16,3 0-6 0,8 3-2 0,-9 3-11 16,2 2 1-16,-1 0-3 0,3 12-6 0,-10-6-7 15,0 1-10-15,-1 3-1 0,-3-1-5 0,-2 4-4 16,-2-1 2-16,-1 2-14 0,-4 5-2 0,-3-5-2 15,-9 2 1-15,7-3 0 0,-2 0-10 0,-8 4 0 16,2-8-2-16,0 1 0 0,-2-2-4 0,1-2-2 16,-1 2 3-16,-1-5-2 0,0 0-5 0,0-1 2 15,-2-1-3-15,6-1 2 0,-2-4-1 0,3 0-3 16,0 0 4-16,3-1-8 0,8 0 6 0,-13 0-1 16,13 0-3-16,-12-3 5 0,12 3-1 0,-7-5 3 15,7 5 3-15,0 0 2 0,-6-6-5 16,6 6 0-16,0 0-5 0,0 0 3 0,0 0-5 15,0 0 1-15,0 0 1 0,18-5 2 0,-18 5-4 0,0 0-3 16,16 7 2-16,-8-2-2 0,2 2 3 0,1-1-1 16,-4 2 0-16,5-1 1 0,-3 2 2 0,4 1 2 15,-5-2-8-15,5 2 3 0,-3-2-3 0,4 5-22 16,-5-6-27-16,2 3-24 0,3 1-33 16,-5-3-33-16,0 1-25 0,1 1-113 0,-3-2-298 15,1-1 132-15</inkml:trace>
  <inkml:trace contextRef="#ctx0" brushRef="#br0" timeOffset="-61098.72">8738 16645 133 0,'-5'-12'190'0,"5"12"-9"0,-5-10-7 0,2 6-5 16,3 4-14-16,-8-6-13 0,1 4-11 0,7 2-12 15,-17-2-11-15,6 4-9 0,5 0-11 0,-6 3-6 16,5 2-5-16,-1-2-14 0,0 4-4 0,1-1-6 16,0 1-6-16,2-1-8 0,3 1 3 0,0 1-8 15,2 1-4-15,2 0-1 0,0 0-1 0,2 0-8 16,1 0 0-16,2 0 4 0,1 6-5 0,1-6-10 16,-1 1 5-16,1-4 1 0,-3 1-4 0,2 0 1 15,0 0-2-15,1 1-1 0,-2-3-2 0,0 3 3 16,-1-3-5-16,-1 2-2 0,-1-6 0 0,-3 3 6 15,1 1-4-15,-2-7-4 0,0 9 3 16,0-9 0-16,-5 9-1 0,5-9 2 0,-9 3-6 0,1-1-7 16,0 0-6-16,8-2-12 0,-20 0-23 0,8-2-22 15,12 2-27-15,-24-2-39 0,13 0-50 0,-2-2-131 16,-5-4-343-16,5 5 152 0</inkml:trace>
  <inkml:trace contextRef="#ctx0" brushRef="#br0" timeOffset="-60232.84">9098 16845 16 0,'0'0'110'0,"0"0"-11"0,-5 13 6 0,5-13-16 15,0 0 4-15,-2 12-6 0,2-12-8 0,-4 6 0 16,4-6-15-16,-2 5 10 0,2-5-10 0,-3 8 1 15,3-8-2-15,0 0 5 0,-2 6 1 0,2-6 6 16,0 0 2-16,0 0 11 0,-4 6-4 0,4-6 4 16,0 0-11-16,0 0-1 0,0 0-10 0,0 0 5 0,0 0-11 15,0 0-2-15,0 0-8 0,-13-12 1 0,13 12-1 16,0 0-4-16,-2-12-1 0,2 12-6 16,-2-11-5-16,1 3 1 0,1 8-9 0,0-17 2 15,1 8-3-15,1 1-1 0,-1 0-1 0,1-1-4 16,1 0 1-16,3 0-5 0,-1 0-3 0,1 0 0 15,0 1-1-15,0 2 2 0,2-2-6 0,-3 2-1 16,0 3 0-16,4-2-1 0,-4 1-2 0,3 2-5 16,-8 2 7-16,0 0-9 0,27 2 5 0,-17 1-1 15,2 1 1-15,-2 1 5 0,-1 3-7 0,1-1 1 16,-1 2 5-16,0-2-7 0,-4 0 3 0,-3 1 2 16,4 0-6-16,-6-8 10 0,4 14-10 0,-3-7 6 15,-1-7-2-15,1 17 2 0,-1-17-1 0,0 14 0 16,0-14 3-16,-4 7 0 0,4-7 0 0,-5 7 3 15,5-7-3-15,0 0 7 0,0 0-9 0,0 0 4 16,0 0-4-16,0 0 7 0,0 0-6 0,0 0 3 16,0 0-4-16,-13-19 3 0,13 19-4 0,1-13 0 15,5 3-1-15,0-2-2 0,1 2-5 0,4-3-1 16,-1 3 1-16,0 0-1 0,2 2 0 0,-3 2 5 16,2-1-7-16,2 3 0 0,-1 1-2 0,-1 0 3 15,-1 1-3-15,-1 3 7 0,3 3-5 16,1-1 1-16,-4 1-3 0,-2 5 3 0,2-1 3 15,-3 3 2-15,1-1-1 0,-1 3 1 0,1-1-1 16,-4 2-1-16,0-2-12 0,-3 1-1 0,3 0-17 0,-5-3-21 16,4 0-42-16,-2-10-29 0,-4 19-27 0,2-9-40 15,4-3-126-15,-2-7-346 0,-3 11 154 0</inkml:trace>
  <inkml:trace contextRef="#ctx0" brushRef="#br0" timeOffset="-59821.34">9692 16780 37 0,'-8'-10'164'0,"4"5"-4"0,4 5-9 0,-11-3-9 16,1 2-5-16,-3 3-12 0,0 1-8 0,-3 4-8 16,0 0-9-16,-3 2-7 0,4 1-9 0,1 4-8 15,1-2-7-15,0 0-9 0,3 2 2 0,1 1-12 16,0-1 0-16,4-2-6 0,2-2-5 0,2-1-5 15,-2 0-1-15,6 0-4 0,-2-1-3 0,2-1-1 16,2-3-2-16,2 0-4 0,1 0 5 0,1-1-6 16,3 0-4-16,-2-3 4 0,2-1-2 0,0-1-2 15,0-1 3-15,-3 1 0 0,1-4 6 0,-2-1-3 16,1 1 7-16,-1-1-2 0,0-3 6 0,-3-2-2 16,0 0 2-16,1 2-6 0,-1-1 4 0,0 0-3 15,-2 1 3-15,-1 3 1 0,0 1 8 0,0-1 2 16,-2 7 1-16,3-10-4 0,-3 10-1 0,0 0-8 15,0-10-2-15,0 10-9 0,0 0-5 0,0 0 3 16,0 0-3-16,0 0 2 0,0 0-2 0,11 20 2 16,-9-12-6-16,2 3 3 0,0-2-4 0,0 1 1 15,0-4 2-15,1 4-2 0,2-2-4 0,1 1-13 16,-2-1-20-16,2 0-29 0,1-1-34 0,0-2-34 16,0 1-42-16,0-3-31 0,1 1-174 0,-2-3-405 15,-8-1 179-15</inkml:trace>
  <inkml:trace contextRef="#ctx0" brushRef="#br0" timeOffset="-59589.59">9889 16795 73 0,'0'0'159'0,"0"0"5"16,0 0-14-16,20 23-1 0,-15-14-11 0,0-1-6 15,2 1-13-15,0 1-1 0,2 4-11 0,-1-1-4 0,-1-4-8 16,4 4-3-16,-1-1-8 0,-1-4-5 0,4 4-13 16,-4-3-5-16,0-1-8 0,1-1-30 15,-2 0-32-15,1 0-28 0,-3 0-32 0,0-1-26 16,2-2-31-16,-4 1-28 0,-2-1-93 0,-2-4-265 16,0 0 118-16</inkml:trace>
  <inkml:trace contextRef="#ctx0" brushRef="#br0" timeOffset="-59393.3">10098 16849 109 0,'-1'-15'172'15,"1"15"-4"-15,-3-8-16 0,3 8-13 0,0 0-18 16,0 0-2-16,0 0 11 0,0 0 6 0,0 0 3 16,-30 22-7-16,18-10-12 0,-2 1-7 0,-1 0-6 15,0 2-7-15,2-1-6 0,-6 2-10 0,5-2-11 16,-1 0-7-16,3 0-7 0,-1-3-24 0,1 2-30 15,1-5-27-15,2 2-40 0,1-3-45 0,-1 2-44 16,3-2-188-16,-2 0-366 0,2-1 161 0</inkml:trace>
  <inkml:trace contextRef="#ctx0" brushRef="#br0" timeOffset="-59095.69">10993 16726 17 0,'0'0'236'0,"0"-7"-3"0,0 7-7 0,0 0-10 16,0 0-17-16,0 0-14 0,0 0-16 0,0-10-19 0,0 10-13 15,0 0-15-15,0 0-8 0,0 0-15 0,0 0-9 16,8-3-12-16,-8 3-5 0,14 2-6 0,-7-3-18 16,5 1-23-16,6-1-26 0,-5 0-31 15,0 1-37-15,0 0-36 0,3 0-42 0,-5-2-40 16,-1 2-140-16,-10 0-352 0,0 0 156 0</inkml:trace>
  <inkml:trace contextRef="#ctx0" brushRef="#br0" timeOffset="-58919.04">10914 16816 76 0,'-7'4'179'0,"7"-4"-11"16,0 0-6-16,0 0-1 0,0 0-9 0,0 0-13 16,16 14-13-16,-4-13-17 0,6 3-5 0,3-3-15 15,11 2-26-15,-3 1-37 0,2-4-38 0,2 1-41 16,-2-2-48-16,-1 1-131 0,-8 0-250 0,5-3 110 15</inkml:trace>
  <inkml:trace contextRef="#ctx0" brushRef="#br0" timeOffset="-51599.22">12515 16249 82 0,'-4'-12'121'0,"2"0"0"16,-1-4-8-16,-1 0 7 0,2 4-10 0,0 0-7 15,-2 3 8-15,4 9 3 0,-1-19-6 0,1 19-7 16,-2-12-5-16,2 12-8 0,2-11-4 0,-2 11-11 15,0 0-10-15,0 0-10 0,0 0-8 0,1-10 0 16,-1 10-10-16,0 0-1 0,0 0-2 16,13 23-6-16,-5-11-1 0,2 4-7 0,-3 1 8 15,3 5-8-15,0 4-1 0,-1-3-2 0,-1 3-1 16,-1-2 2-16,0 0-5 0,0 2 3 0,0-3-2 16,1 0 0-16,-3-5-2 0,4 9 1 0,-4-10-2 0,5 1-2 15,-5 0 4-15,2-2 1 0,-1-2-3 16,-1-1-3-16,0-2 5 0,3 2-5 0,-1-1 2 15,0-3 0-15,-3-1-3 0,3 0 1 0,-1 0-5 16,0-2 5-16,-2-2 2 0,-1 1 0 0,-3-5 15 16,8 4 2-16,-8-4 3 0,9 1-1 0,-9-1-1 15,10-5-3-15,-2-4 2 0,-2 2-4 0,1-5 2 16,3-2-2-16,-2-4-6 0,-1 0-3 0,5-6 4 0,-1 1-5 16,-3-4 0-16,2 1-3 0,-1 1-2 0,-3-1 3 15,3 2 5-15,-2 2-9 0,-2 4 2 16,1-1-2-16,-3 3 3 0,1-1 1 0,-2 1-10 15,2 6 4-15,-3 0 0 0,3 3 0 0,-4 7 0 16,5-12-9-16,-5 12-13 0,3-10-25 0,-3 10-25 16,0 0-13-16,4-7-14 0,-4 7-10 0,0 0-8 15,0 0-26-15,0 0-15 0,0 0-15 0,25 19-98 16,-21-10-290-16,0-1 129 0</inkml:trace>
  <inkml:trace contextRef="#ctx0" brushRef="#br0" timeOffset="-51226.83">13212 16493 118 0,'0'0'111'16,"-21"-5"3"-16,21 5-13 0,-19 5-9 0,5-2-1 0,-4 3-3 15,0 1-10-15,5 0-4 0,-3 2-14 0,5-2-8 16,-1 0 2-16,3 2-1 0,0 1-10 0,3-1 6 16,-2 1-14-16,6 0-3 0,0 0-7 15,4 2 0-15,-2-12-3 0,8 19-4 0,0-6 6 16,-1-2-4-16,9 0 0 0,-3-1-5 0,2 0 1 16,4-1-1-16,-3-1 2 0,-1 0-5 0,-4-1-3 15,5 0 3-15,-7-2-3 0,-2 1 10 0,2-1-13 16,-4 1-1-16,-5-6 1 0,6 8-1 0,-6-8-3 15,2 9 5-15,-2-9-3 0,0 0 3 0,-13 15 0 16,7-12 0-16,-6 1-1 0,3-1-1 0,-5 1 1 16,5-3-14-16,-1 3-12 0,10-4-28 0,-19 3-31 15,19-3-19-15,-13 1-27 0,13-1-78 0,0 0-221 16,-22-3 98-16</inkml:trace>
  <inkml:trace contextRef="#ctx0" brushRef="#br0" timeOffset="-49897.13">14623 16623 62 0,'0'0'185'0,"0"0"-16"15,8-7-10-15,-8 7-15 0,20-4-13 0,-7 3-11 16,6 1-9-16,8-2-14 0,-7 2-22 0,9 0-35 15,4-1-30-15,-1-1-58 0,7-1-42 0,-6 2-105 16,-3-3-210-16,6-4 94 0</inkml:trace>
  <inkml:trace contextRef="#ctx0" brushRef="#br0" timeOffset="-49453.39">15230 16279 44 0,'0'-11'162'15,"0"11"-14"-15,0 0-10 0,0 0-8 0,0 0-8 16,0 0 1-16,0 0-10 0,21 19-8 0,-11-11-4 16,-4 3-9-16,3 4-5 0,-1 1-11 15,4 1 3-15,-5 0-4 0,1 1-4 0,0 0-5 16,1 0-6-16,-3 1-2 0,-1-2-8 0,2-1-1 15,-4 3-4-15,3-2-2 0,-2 0-4 0,0-3-8 16,-1 4-2-16,3-4-7 0,-3-1 5 0,1-3-8 16,1 0 0-16,-1 1-3 0,-1-2 0 0,-1-1-2 0,-2-8 0 15,5 14 0-15,-1-9 0 0,-4-5 1 16,4 9 1-16,-4-9 20 0,0 0 6 0,7 5-2 16,-7-5-3-16,0 0-6 0,17-13-2 0,-11 3 1 15,2-4 1-15,1-1 1 0,2-8-5 0,0-1-1 16,3 1-3-16,-4-3-1 0,3-3-3 0,-6-2-5 15,4 3 1-15,0-1-2 0,-2-1 2 0,0 2-4 16,1 2 0-16,-1-2-6 0,-1 5 4 0,-2 6-2 16,-1-2 1-16,2 3 0 0,-5 3-6 0,2 4 3 15,-4 9-20-15,5-13-22 0,-5 13-30 0,4-12-37 16,-4 12-12-16,0 0-18 0,0 0-24 0,0 0-40 16,0 0-146-16,0 0-372 0,24 19 165 0</inkml:trace>
  <inkml:trace contextRef="#ctx0" brushRef="#br0" timeOffset="-47711.68">15816 16590 47 0,'0'0'110'0,"0"0"-3"0,0 0 6 0,-4-9-5 15,4 9 6-15,0 0-10 0,0 0-11 0,0 0 0 16,-4-11-9-16,4 11-5 0,0 0 0 0,0 0-2 15,0 0-3-15,-2-12-2 0,2 12-10 0,0 0 2 16,0 0-4-16,0 0-1 0,-2-9-6 0,2 9 1 16,0 0 2-16,0 0-9 0,0 0 5 0,0 0-8 15,0 0 0-15,0 0-2 0,-1-12-11 0,1 12-5 16,0 0 1-16,0 0-5 0,0 0-2 0,0 0-4 16,0 0-1-16,0 0 1 0,0 0-5 0,0 0 4 15,0 0-8-15,0 0 3 0,0 0-2 0,0 0-5 16,0 0 3-16,0 0 4 0,0 0-7 0,0 0 1 15,0 0-1-15,0 33-1 0,0-33-2 0,0 0 2 16,1 15-4-16,-1-15 3 0,3 9 2 16,-3-9-3-16,0 0 4 0,0 15-3 0,0-15 5 15,0 11-6-15,0-11 0 0,0 0 2 0,-1 17-1 16,1-17-1-16,0 14 2 0,0-14-3 0,-3 13 5 16,3-13-4-16,-3 13 4 0,3-13-2 0,-2 11-2 0,-1-4 0 15,3-7 0-15,-2 11-3 0,2-11 6 16,-3 13-9-16,3-13 9 0,-1 11 0 0,1-11-1 0,0 0-3 15,-3 13 2-15,3-13-2 0,-5 11 0 16,5-11-2-16,-1 11 2 0,1-11 2 0,-2 8-2 16,2-8 2-16,0 0-1 0,-3 16 0 0,3-16 3 15,0 0-3-15,-3 9-2 0,3-9 2 0,0 0-2 16,-1 10 3-16,1-10 2 0,0 0-1 0,0 0-4 16,0 0 1-16,0 0 2 0,1 13-4 0,-1-13 0 15,0 0 5-15,0 0 1 0,0 0-2 0,0 0 2 16,0 0-4-16,0 0-1 0,0 0 7 0,4 11-5 15,-4-11-2-15,0 0 7 0,0 0-2 0,0 0-1 16,0 0 0-16,0 0-3 0,0 0 2 0,0 0 1 16,3 9-1-16,-3-9 0 0,0 0-1 0,0 0 1 15,0 0 1-15,0 0 2 0,0 0 1 0,0 0-4 16,0 0 6-16,0 0-6 0,0 0-1 0,0 0 0 16,0 0 2-16,0 0 3 0,0 0-1 0,0 0-5 15,0 0 1-15,0 0 3 0,0 0 0 0,0 0-3 16,0 0 3-16,0 0-3 0,0 0 3 15,6 7-1-15,-6-7-1 0,0 0 1 0,0 0-6 0,0 0 5 16,22-8 1-16,-9 6 4 0,-13 2-6 0,21-6 1 16,-4 1-4-16,3 0-14 0,6-2-5 0,2 1-21 15,2-1-14-15,0 1-19 0,2 0-18 16,3 2-22-16,2-5-22 0,-8 4-20 0,-2 2-113 16,-8-3-293-16,-1 3 129 0</inkml:trace>
  <inkml:trace contextRef="#ctx0" brushRef="#br0" timeOffset="-46851.9">12938 17086 54 0,'-23'-3'89'0,"10"3"1"16,13 0-5-16,-23-2 9 0,10 2-18 0,-1-1-3 15,14 1-9-15,-19 0 2 0,7 0-11 0,12 0 6 16,-16 0-8-16,16 0 0 0,-14 0-6 0,14 0-8 16,0 0 6-16,0 0-6 0,-15 1-5 0,15-1-5 0,0 0-7 15,-12 0 3-15,12 0-5 0,0 0 7 16,0 0-1-16,0 0 22 0,0 0 6 0,0 0-1 16,41 9-4-16,-11-8 11 0,8 2-14 0,16-2 8 15,6 1-4-15,1-2-4 0,31 5-2 0,-27-5-5 16,32-3-4-16,-34 5 1 0,35-1 1 0,-6 0-12 15,-2 4 0-15,4-6-7 0,-1 2 7 0,3 3 1 16,-6-4-1-16,9 3-3 0,-5 0 2 0,3 0 1 16,0-2 2-16,8 3 1 0,-6 1-2 0,6-4 0 15,-1 0 2-15,0 3 0 0,-1 2-1 0,-4-5 1 16,5-1-2-16,1 5 2 0,-7-3-4 0,3 1 3 16,-5 1-2-16,-4-1 0 0,-29 2 0 0,27-3-4 15,-27 0 0-15,2 3 0 0,-6-3-3 0,-2 2-2 16,-2-2-4-16,-17 0 1 0,0 0 1 0,0-2-2 15,-5 3-1-15,-5-1-1 0,-7-1-1 0,-7 0-2 16,-2-1-7-16,-2 3-12 0,-4-3-6 0,-6 0-3 16,9 0-12-16,-9 0-23 0,0 0-22 15,0 0-29-15,0 0-39 0,0 0-52 0,-49 0-143 16,21 0-370-16,-2 0 163 0</inkml:trace>
  <inkml:trace contextRef="#ctx0" brushRef="#br0" timeOffset="-45495.67">14078 17362 2 0,'-12'-8'158'0,"11"7"-9"0,1 1-4 16,-7-5-5-16,7 5-5 0,0 0-6 15,-6-7-1-15,6 7-10 0,0 0-6 0,-5-3-7 0,5 3-11 16,0 0-12-16,0 0-3 0,0 0-11 0,0 0 0 16,0 0-9-16,0 0-3 0,0 0-7 0,0 0-6 15,27-4-6-15,-14 3-12 0,8-1 7 16,8 2-1-16,2-2-12 0,-1 2 5 0,3 0-1 15,-1 2-6-15,-1 0-2 0,-2-1-6 0,-1 3-24 16,-8-4-21-16,-1 5-20 0,-4-3-22 0,0 0-27 16,-3 2-32-16,-1-2-24 0,-3 0-100 0,-3 1-282 15,-5-3 124-15</inkml:trace>
  <inkml:trace contextRef="#ctx0" brushRef="#br0" timeOffset="-45059.76">14349 17369 126 0,'0'0'135'0,"0"0"-8"15,0 0-14-15,0 0-1 0,0 0 1 0,0 0-4 16,0 0 2-16,4 32-7 0,2-17 1 0,-6 1 2 16,4 3-7-16,-4-3-7 0,1 2-2 0,-1 6-4 15,-1-5-3-15,-3 0-6 0,4-1-4 0,0 0-9 16,0 1-3-16,0-2-9 0,0-5-5 15,3 4 0-15,-2-5-4 0,-1 1-8 0,0-2 0 16,1 0-8-16,-1-10 3 0,1 13-3 0,-1-13-3 16,1 10-4-16,-1-10 0 0,0 0 0 0,0 13-3 15,0-13 0-15,0 0-4 0,0 0 2 0,0 0-7 16,0 0-14-16,-7 6 3 0,7-6-5 0,0 0-1 16,0 0-4-16,-24-17 2 0,15 13-7 0,0-2 5 15,0 2-3-15,9 4 3 0,-16-5 1 0,16 5 1 16,-13-3 3-16,5-1-3 0,8 4 2 0,0 0-2 15,-15-5 2-15,15 5-2 0,0 0 3 0,0 0-9 16,-11 2 8-16,11-2 4 0,0 0-5 0,0 0 8 16,0 0 1-16,0 0-2 0,0 0 4 0,0 0 6 15,28 12-2-15,-11-11 5 0,3 2-3 0,8-3 2 16,-7 0-5-16,7 3-6 0,0-2-17 0,-5-1-26 16,-5-1-24-16,6 3-24 0,-3-4-42 0,-2 0-23 15,0 1-18-15,0 1-101 0,-4-3-298 0,-2 2 133 16</inkml:trace>
  <inkml:trace contextRef="#ctx0" brushRef="#br0" timeOffset="-44729.58">14800 17607 152 0,'0'0'154'0,"0"0"-7"0,0 0-10 16,-12-12-15-16,12 12-12 0,-10-1-8 0,10 1 1 15,0 0-6-15,-27 8-9 0,19-2-10 0,-3 1-11 16,7-3-3-16,4-4-4 0,-13 9-6 0,10-3-5 16,-6 1-12-16,9-7-3 0,-4 13-3 0,1-6 2 15,3-7-4-15,0 13-4 0,0-13 1 0,7 19-1 16,-2-14-2-16,4 4-4 0,-2-1 0 0,1 2-1 16,0-3-6-16,-2 0-1 0,0 1-3 15,-1 0 6-15,1-2-8 0,-1-1 1 0,0 0-1 0,-1 0 1 16,0 0-2-16,-4-5-4 0,1 9 6 0,-1-9 6 15,-1 11-9-15,1-11 2 0,-12 8 2 16,6-5-2-16,-2 1 2 0,-1 0-4 0,1-3-3 16,0 0-17-16,-1 2-15 0,9-3-22 0,-18 1-25 15,18-1-28-15,-14-1-47 0,6 1-114 0,8 0-289 16,-14-4 128-16</inkml:trace>
  <inkml:trace contextRef="#ctx0" brushRef="#br0" timeOffset="-44136.78">14958 17779 22 0,'0'0'163'0,"12"4"-1"0,-12-4-11 15,0 0-7-15,0 0-13 0,-4 7-3 16,4-7-6-16,0 0 1 0,0 0-7 0,0 0-1 0,0 0-8 15,0 0 0-15,0 0-5 0,-8 11 3 0,8-11-1 16,0 0-2-16,0 0-6 0,0 0 0 16,-9 1-3-16,9-1-6 0,0 0-3 0,0 0-4 15,0 0-9-15,0 0-5 0,-10-12-5 0,10 12-6 16,-4-7-2-16,4 7-10 0,-2-8-1 0,2 8-4 16,0 0-6-16,0 0-3 0,2-20-2 0,2 10-7 15,-4 10 0-15,5-12 0 0,-2 5-4 0,-3 7 0 16,6-11-4-16,0 7 0 0,-6 4-4 0,12-10-3 15,-4 6 2-15,2 1 1 0,-10 3-6 0,15-3-1 16,-6 3-2-16,-9 0 2 0,16 6-1 0,-6-1-3 16,0 0 1-16,-3 1 1 0,1 0-4 0,0 0 3 15,-2 1 0-15,3-1 1 0,-5-1-2 0,-4-5 0 16,5 12-2-16,-3-6 6 0,0-1-3 0,-2-5 4 16,3 8-2-16,-3-8 5 0,0 7-2 15,0-7-1-15,0 0 4 0,0 0 1 0,0 0-3 0,0 0 0 16,0 0-1-16,0 0 0 0,0 0 3 15,0 0-6-15,0 0-2 0,0 0 1 0,0 0-12 16,1-30 2-16,-1 30-5 0,11-14 6 0,-3 7-2 16,-3-1-2-16,3-1-3 0,2 3 8 0,-2 0 0 15,1 0-7-15,-9 6 4 0,14-4 8 0,-5 4-8 16,-9 0 0-16,18 3 4 0,-11 1-1 0,1 4-7 16,-3-3 8-16,3 3 2 0,-5 0-3 0,0 0 4 15,1 2-1-15,-1 0 1 0,-2 2-1 0,0-3-3 16,-1 2-13-16,0-11-19 0,-4 16-19 0,3-7-27 15,1-9-31-15,-4 13-23 0,4-13-34 0,0 0-15 16,0 10-19-16,0-10-112 0,0 0-346 16,0 0 153-16</inkml:trace>
  <inkml:trace contextRef="#ctx0" brushRef="#br0" timeOffset="-43931.32">15351 17695 42 0,'0'0'164'0,"7"-6"-9"16,-7 6-19-16,0 0-4 0,0 0-16 15,5-6-6-15,-5 6 14 0,0 0 2 0,0 0-6 16,0 0-10-16,3 20-1 0,-3-20-5 0,2 19 3 16,-2-9-6-16,-2 1-8 0,2-3-5 0,-1 3-1 15,-2 0-9-15,0-1-10 0,2-1-4 0,1 1-6 16,0 0-5-16,-1-1-5 0,-1-2-4 0,0 0-25 16,0 0-21-16,2-7-26 0,-3 13-29 0,3-13-41 15,-2 9-23-15,2-9-58 0,-7 6-150 0,7-6-356 16,-11 5 158-16</inkml:trace>
  <inkml:trace contextRef="#ctx0" brushRef="#br0" timeOffset="-43509.68">15482 17766 123 0,'9'4'179'0,"-9"-4"-5"15,0 0-7-15,0 0-1 0,0 0 4 0,10-10-7 16,-10 10-12-16,12-15-3 0,-6 7-4 16,3 0-9-16,-1-8-6 0,4 5-3 0,-1-3-9 15,3 2-13-15,1-2-3 0,2 3-2 0,-3 1-9 16,-4 3-6-16,7-2-7 0,-4 6-7 0,-2 0-8 16,-1 3-9-16,-10 0-5 0,19 1-3 0,-8 3-5 15,-5 1-7-15,2 1 0 0,-2 0-6 0,1 4 1 16,-4-3-5-16,0 4 2 0,-3-1-2 0,0 0-16 15,0-10-29-15,0 19-36 0,0-19-45 0,-3 14-44 16,3-14-46-16,0 9-40 0,0-9-169 0,0 0-435 16,0 0 193-16</inkml:trace>
  <inkml:trace contextRef="#ctx0" brushRef="#br0" timeOffset="20721.62">13672 15854 271 0,'-6'-6'-259'0,"1"-1"424"0</inkml:trace>
  <inkml:trace contextRef="#ctx0" brushRef="#br0" timeOffset="22600.53">13360 16713 28 0,'0'0'117'0,"0"0"1"0,0 0-4 15,0 0-10-15,0 0 0 0,0 0 6 0,0 0-8 16,0 0-6-16,0 0-1 0,0 0-4 0,0 0-3 16,0 0 6-16,0 0-15 0,0 0-6 15,0 0-3-15,0 0-12 0,0 0-12 0,0 0-3 16,0 0-8-16,0 0-4 0,0 0-1 0,0 0-3 15,0 0 0-15,2 11 0 0,-2-11 1 0,0 14-11 16,-2-7-4-16,4 3 2 0,-4 0 1 0,4-1 0 0,-2-2-5 16,0 3 1-16,0-2 1 0,-2 0-7 15,4 1 2-15,-4 1 0 0,0-1-1 0,2-9-4 16,-2 13 4-16,2-7-4 0,-2 1 6 0,2-7-4 16,-2 9-2-16,2-9-2 0,-4 9 1 0,4-9 1 15,-2 7 2-15,2-7 0 0,0 0-1 0,-2 6 1 0,2-6 3 16,0 0-9-16,0 0 8 0,0 0-1 15,0 0 7-15,0 0-4 0,0 0 2 0,0 0-5 16,0 0 0-16,0 0-2 0,0 0 4 0,-7-25-4 16,7 15 3-16,0-2-4 0,1 1-1 0,1-1 0 15,0-1 1-15,2-2-1 0,2-2 2 0,-2 1-5 16,2 2 1-16,-1 0 4 0,1 2 0 0,1 2-3 16,0 1 2-16,0 0 0 0,1 0 3 0,-1 2-5 15,5 3 1-15,-3-2 0 0,1 3 1 0,-2 2-3 16,3 2 1-16,-2 1-4 0,2 2 7 0,0 1 0 15,-6 1-4-15,6 1 3 0,-4 2 1 0,0 0 3 16,-1 2-3-16,0-3-2 0,0 1 3 0,0 1-4 16,-1-2-1-16,-3 1 5 0,2-3-7 15,0 1 6-15,-3-4-3 0,-1-3 2 0,2 11-5 0,-2-11 6 16,2 7 1-16,-2-7 4 0,0 6-4 0,0-6 10 16,0 0 3-16,0 0-2 0,0 0 3 0,0 0-3 15,0 0 4-15,0 0-3 0,0 0-2 0,0 0 3 16,12-15-1-16,-10 8-6 0,2 2 3 0,1-6-8 15,3 3 4-15,-2-2 2 0,4 3-6 0,-1-2 2 16,1 1-11-16,1 3 3 0,-2-3-1 0,2 5 0 16,0 0-4-16,0 0 4 0,-1 3 1 15,3 1 3-15,-4 1-4 0,0-2 2 0,0 4 1 16,0 2-3-16,-3 1 2 0,2-1-3 0,0 2 2 0,-5-3-1 16,3 4 3-16,0-1-1 0,-2 0-1 0,-2 2-10 15,2-3-22-15,-4-7-10 0,0 17-20 0,0-17-17 16,0 15-9-16,0-15-20 0,0 13-22 0,0-13-10 15,0 10-2-15,0-10-13 0,0 10-91 0,0-10-266 16,0 0 118-16</inkml:trace>
  <inkml:trace contextRef="#ctx0" brushRef="#br0" timeOffset="22801.97">13838 16822 300 0,'6'-7'-13'16,"-2"-2"6"-16,0-1 17 0,1 0 4 0,-3 1 3 16,4-1 19-16,-2 0 2 0,-1 0 6 0,2 1 6 15,-1 1 9-15,-4 8 8 0,5-11 3 0,-5 11 0 16,4-11-12-16,-4 11-5 0,6-6 4 0,-6 6-9 15,5-2 9-15,-5 2-5 0,0 0-6 0,0 0 4 16,12 13 0-16,-10-5 0 0,-2-8-1 0,2 15-12 16,0-4 0-16,-2-11-1 0,0 23-8 0,-2-13 1 15,2 1-9-15,-2 1-15 0,0 0-7 0,0-2-21 16,1-1-25-16,0 4-19 0,1-13-21 0,-6 14-37 16,2-7-69-16,4-7-211 0,-5 11 94 0</inkml:trace>
  <inkml:trace contextRef="#ctx0" brushRef="#br0" timeOffset="23167.58">14083 16794 47 0,'9'-8'117'0,"0"1"-7"15,0-2-7-15,3-3-5 0,1-1-3 0,-4 6 3 16,1-1-2-16,2 0-2 0,-3 3-1 0,3 0 1 15,-1 0-12-15,-1 3-1 0,-10 2-12 0,14-2-6 16,-14 2 13-16,13 5-5 0,-13-5-8 0,13 9-3 16,-7-1-6-16,-6-2-9 0,5 4-3 0,-3 0-4 15,0 0-4-15,-2 1-19 0,2 1-30 0,-2-12-25 16,-2 23-23-16,6-12-50 0,-4-2-30 0,0-9-101 16,0 0-265-16,0 17 117 0</inkml:trace>
  <inkml:trace contextRef="#ctx0" brushRef="#br0" timeOffset="23375.23">14726 16684 39 0,'0'0'70'0,"18"-1"-25"0,-5-1-38 16,1 2-35-16,-1-1-28 0,5-3 13 15</inkml:trace>
  <inkml:trace contextRef="#ctx0" brushRef="#br0" timeOffset="32600.18">21638 9294 142 0,'-8'-2'148'0,"8"2"-3"0,-15-2-10 0,8-1 5 0,-1 2-14 16,8 1-2-16,-11-3-4 0,11 3-10 0,-10-2-7 15,10 2-8-15,0 0-8 0,-10-3-5 0,10 3-8 16,0 0-9-16,0 0-3 0,-6-1-10 0,6 1-2 16,0 0-3-16,0 0-5 0,0 0-8 0,38-4 1 15,-9 5-4-15,2-4-3 0,3 0-2 0,3 2-11 16,-2-2-16-16,0 0-22 0,-1 2-18 0,-5 2-30 15,-8-1-11-15,-1-3-38 0,-1 3-21 0,0 0-133 16,-8 0-295-16,2 0 131 0</inkml:trace>
  <inkml:trace contextRef="#ctx0" brushRef="#br0" timeOffset="33022.78">21880 9225 93 0,'0'0'120'16,"0"0"-7"-16,-9 3-3 0,9-3-4 0,-4 8 8 0,0-2-10 16,2 4-3-16,-1 1-1 0,-2 6 0 0,0-5-6 15,1 5-8-15,-1 2-2 0,0 0-11 0,0 5-2 16,2-5-6-16,-1 6-7 0,-1-5-1 16,2-2-8-16,0 1-4 0,0 0-2 0,1-1-1 0,-1-4-9 15,1 5 0-15,0-7 1 0,0 1-8 0,0 2-4 16,2-3-2-16,0-1 0 0,2 0-6 0,-1-1 5 15,-1-3-5-15,0 2-1 0,0-1 2 0,0-8-9 16,0 9-7-16,0-9-1 0,0 8 0 0,0-8-7 16,0 0-5-16,-6 7-5 0,6-7-7 0,-12 0-4 15,5 0 6-15,7 0 2 0,-13-3-9 0,13 3 8 16,-18-4-1-16,10 1 1 0,-1 1 0 0,3 0 8 16,-2 0-1-16,8 2 7 0,-11-1-7 0,11 1 7 15,-10-3 2-15,10 3 3 0,-8-2-2 0,8 2 6 16,0 0-8-16,-8-2 7 0,8 2 0 0,0 0 8 15,0 0 0-15,0 0 12 0,0 0-8 0,0 0 5 16,33 4-3-16,-15-3 0 0,1 1-3 0,3-2 0 16,-3 0-10-16,11 0-22 0,-2 0-29 0,0 1-26 15,-5-2-23-15,5 2-19 0,-6-2-19 0,-3 1-85 16,0-2-239-16,-1 0 106 0</inkml:trace>
  <inkml:trace contextRef="#ctx0" brushRef="#br0" timeOffset="33330.71">22161 9569 67 0,'-6'-6'180'15,"6"6"-8"-15,-7-4-10 0,7 4-6 0,-10 0-13 16,10 0-10-16,-14-1-17 0,14 1-7 0,-13 5-14 16,7-3-4-16,1 4-14 0,-3 0-7 0,3-2-4 0,1 2 0 15,0 4-15-15,3-2-5 0,1 2-1 16,0-1-9-16,1 2 0 0,4-3-3 0,2 2-4 15,0 1-1-15,2-1-6 0,0-1 0 0,7 2-5 16,-7-1 6-16,4-1-11 0,-3 1-2 0,-3-2 5 0,0 0-4 16,-2-1-4-16,-3 1 0 0,1-1-4 0,-1-1 8 15,-2-6-2-15,-6 12 1 0,2-5-3 0,-3 1 4 16,0-5-4-16,-3 3-2 0,0 1 3 0,1-3-3 16,2 0-7-16,-1-2-15 0,8-2-18 0,-12 5-6 15,7-3-13-15,5-2-34 0,-10 0-19 0,10 0-28 16,0 0-35-16,0 0-94 0,-12-4-285 0,12 4 126 15</inkml:trace>
  <inkml:trace contextRef="#ctx0" brushRef="#br0" timeOffset="33818.01">22275 9739 125 0,'0'0'155'0,"0"0"-9"16,9-2 1-16,-9 2 6 0,0 0-15 0,0 0-1 15,7 5-7-15,-7-5-10 0,4 6-14 0,-4-6 3 16,3 5-10-16,-3-5-7 0,2 7-11 0,-2-7-3 15,0 0-14-15,3 7-1 0,-3-7-4 0,0 0-3 16,3 6-6-16,-3-6 4 0,0 0 9 0,1 6 13 16,-1-6 8-16,0 0 2 0,0 0-4 0,0 0-5 15,0 0-4-15,0 0-6 0,0 0-13 0,0 0 1 16,-1-25-9-16,2 16-5 0,-1-1-4 0,2-1-8 16,5 1 0-16,-4 0-4 0,3-1-3 0,-1 1-2 15,4 1-3-15,-2 3-3 0,1-1-6 0,0 1-2 16,-2 5-3-16,3-1 0 0,-9 2 0 0,17 2 0 15,-7 2-4-15,0 2 3 0,0-1-1 0,-2 2 0 16,1 1-1-16,-1 1 2 0,-1 1-2 0,0-3-1 0,0 3 2 16,-3-1-2-16,0-1-2 0,0 0 12 15,-3-3-6-15,2 1-4 0,-3-6 2 0,4 9-1 16,-4-9 4-16,1 7 2 0,-1-7 1 0,0 0 3 16,0 0 0-16,0 0-3 0,0 0-6 0,0 0 2 0,0 0-5 15,0 0-2-15,16-16-1 0,-12 8-4 16,4-1-5-16,-3-1-2 0,3 0-3 0,3-2-1 15,-2 1 2-15,1 3-1 0,1-2 3 0,-2 4 3 0,3 1-1 16,0 0 0-16,-2 3 1 0,4 0-1 0,-4 3 2 16,3 0 3-16,-4 1-2 0,1 4-1 0,-1 0 3 15,0 1-1-15,-2 2 4 0,-1 0 1 16,0 1-1-16,-1 0 6 0,-1 0-12 0,1 6-15 0,-1-6-26 16,-1 0-24-16,-1 2-16 0,1-3-20 0,-2-1-41 15,2 2-34-15,-2-4-17 0,0 1-134 0,-1-7-368 16,4 8 163-16</inkml:trace>
  <inkml:trace contextRef="#ctx0" brushRef="#br0" timeOffset="33996.5">22838 9724 28 0,'3'-6'224'0,"-2"-2"-2"16,-1 8 1-16,4-10-12 0,-3 5-14 0,-1 5-21 16,3-7-20-16,-3 7-22 0,0 0-13 0,0 0-11 15,0 0-13-15,0 0-9 0,0 0-4 0,10 17-6 16,-8-9-6-16,-2 5-7 0,0-2-8 0,0 1-4 15,1 3-3-15,-1-2-15 0,-1-1-29 0,1 0-35 16,0 0-28-16,-3 3-44 0,3-4-41 0,0-1-43 16,-1-1-145-16,1-9-356 0,4 13 159 0</inkml:trace>
  <inkml:trace contextRef="#ctx0" brushRef="#br0" timeOffset="34365.61">22946 9417 121 0,'0'0'117'0,"16"18"-12"0,-7-5-24 0,2 10 13 16,1 0-18-16,-1 6-15 0,0-1-25 0,2-1-19 16,-3 0-16-16,0 3-7 0,2-6-8 0,-3-1 0 15,-1-5 3-15,-1-1 5 0,-2-3-2 0,-2-3 10 0,1-2 7 16,-3-2 5-16,0-1 26 0,-1-6 13 0,0 9 16 15,0-9 6-15,0 0 0 0,0 0-5 16,0 0 5-16,-8 2 8 0,8-2-1 0,0 0 1 16,0 0-8-16,-2-19-2 0,2 19-8 0,5-20-5 0,0 10 0 15,0-2 0-15,2 2-4 0,1 0-4 0,2-1 12 16,-3 5-7-16,2 0-1 0,-1 2-6 0,-1 1-2 16,0 1 0-16,-7 2-7 0,16 5 4 15,-7-1-4-15,0 2 0 0,-1 3-1 0,-2-2-3 0,1 3-2 16,-3 0-3-16,-2 3 0 0,1 0-7 0,-2-2 0 15,-1 1-10-15,0 1-23 0,0-2-32 0,-1 2-41 16,0-3-47-16,1-1-55 0,0 0-180 0,0-9-392 16,2 12 174-16</inkml:trace>
  <inkml:trace contextRef="#ctx0" brushRef="#br0" timeOffset="34546.49">23570 9681 2388 0,'2'-7'80'0,"2"4"-32"16,0-4-28-16,-4 7-8 0,6-12 8 0,-3 7-1 16,0 0 2-16,-3 5-5 0,11-7-5 0,-4 5 0 15,1 0-4-15,-8 2-12 0,13-3-21 0,-2 1-35 16,1 2-29-16,-1 2-31 0,3-1-28 0,-2 1-36 16,-1-1-151-16,0 2-364 0,-6-2 161 0</inkml:trace>
  <inkml:trace contextRef="#ctx0" brushRef="#br0" timeOffset="34687.81">23654 9729 181 0,'-7'6'187'16,"7"-6"-6"-16,-5 4-10 0,5-4-2 0,-7 4-9 15,7-4-8-15,0 0-14 0,0 0-8 0,-4 6-11 16,4-6-10-16,0 0-5 0,0 0-13 0,18 4-11 16,-7-3-28-16,7 1-45 0,-5-2-54 0,7-1-63 15,8 0-73-15,-8-2-100 0,0 1-304 0,-1-2 135 16</inkml:trace>
  <inkml:trace contextRef="#ctx0" brushRef="#br0" timeOffset="35588.4">24936 9458 1532 0,'-9'-19'-23'0,"-2"-5"20"16,4 6 54-16,0 2 5 0,1 0 18 0,1 5-2 15,1-5-5-15,-1 4-4 0,0 0 7 0,1 2 18 16,-1 0 7-16,3 3 6 0,0 1-8 0,2 6-9 15,-2-8-10-15,2 8-10 0,0 0-8 0,0 0-7 16,0 0-5-16,0 0-3 0,6 26-7 0,0-9-3 16,2 7-1-16,-2 4-3 0,2 0-4 0,1 4 0 0,0-5-1 15,0 4-1-15,0-3 4 0,1 0-9 16,-1-1-5-16,2-2 8 0,-3-1-9 0,0-5 1 16,-1-2 1-16,1-2-3 0,-2-3-1 0,-2-2 3 15,1-1 4-15,1 0-7 0,-1-4 3 0,-3 0 4 16,3 0 8-16,-5-5 8 0,9 4 0 0,-9-4 4 15,11-2-8-15,-11 2-6 0,12-14 2 0,-4 3-1 16,1-6-2-16,5-6-2 0,-3-1-3 0,5-2-3 16,-5-3-4-16,2-1 3 0,3-2-1 0,-4-1-3 0,5 1 0 15,1-13 0-15,-6 17 0 0,0-4-3 0,3 4 0 16,-6 5 1-16,-1 6-2 0,-2 2 1 16,0 6-2-16,-2 0-2 0,-1 2-22 0,1 4-26 15,-4 3-31-15,4-6-16 0,-4 6-20 0,0 0-22 0,0 0-13 16,7 21-19-16,-5-6-20 0,-2 3-18 0,-4 6-174 15,4 1-413-15,-1 0 182 0</inkml:trace>
  <inkml:trace contextRef="#ctx0" brushRef="#br0" timeOffset="35873.75">25435 9650 192 0,'0'0'216'0,"0"0"-13"16,0 0-12-16,0 0-8 0,0 0-16 0,0 0-13 0,0 0-18 15,0 0-9-15,-27-1-13 0,18 2-10 0,-1 1-14 16,3 0-10-16,-1 3-8 0,0-2-12 0,2 3-2 16,-2 0-7-16,5-1-4 0,1 2-3 0,2-7-5 15,-2 18-5-15,4-9 0 0,2 1-1 0,0-2-4 16,4 2-6-16,-1-2 0 0,2 1-2 0,-1 0-4 16,2 1 3-16,1 0-11 0,-3-1 2 0,2-2-3 15,-6 3 4-15,3-1-7 0,-3 0 5 0,-4-3-7 16,0 1 2-16,0-7-2 0,-8 17 4 0,1-7 1 15,-7-3-10-15,1 1-13 0,-4 0-17 0,2 1-12 16,2-5-22-16,1 3-26 0,2-4-20 0,-2-2-37 16,5 2-40-16,-1-2-135 0,8-1-351 0,-12-4 155 15</inkml:trace>
  <inkml:trace contextRef="#ctx0" brushRef="#br0" timeOffset="36364.75">25481 9807 112 0,'12'0'176'16,"-12"0"4"-16,0 0-9 0,9 3-10 0,-9-3-10 16,2 7-9-16,2-4-5 0,-4-3-5 0,8 8-6 15,-6-4-10-15,2 0-9 0,1 0-11 0,-1 1-8 0,-4-5-6 16,3 7-7-16,-3-7-4 0,6 4 9 0,-6-4 9 16,0 0 10-16,4 5 12 0,-4-5 5 15,0 0 3-15,0 0 2 0,0 0-10 0,0 0-14 16,0 0-5-16,10-10-14 0,-6 4-7 0,-4 6-5 0,4-14-10 15,1 5-4-15,-1-3-7 0,-2 3-4 0,6-2-2 16,1-2-8-16,-1 1-7 0,1 5-3 16,1-2-2-16,0 1-7 0,0 3-3 0,4 1-2 15,-2 3-1-15,0-1-2 0,1 4-2 0,-4 0-1 0,5 4 0 16,-3 3 0-16,-1-2-6 0,-2 3 1 0,-1-2 4 16,0 3-2-16,-1-1-1 0,-1 0 3 15,-1-1-1-15,1 0-2 0,-1-2 4 0,-2 1-2 16,-2-3 3-16,0-5-1 0,2 9 2 0,-2-9-1 0,1 8 4 15,-1-8 0-15,4 5 1 0,-4-5 1 0,0 0 1 16,0 0 0-16,0 0-6 0,0 0-7 0,0 0 1 16,7-15-2-16,-2 8 0 0,-1-2-8 0,0-1-3 15,5 0 2-15,-1 0 3 0,5-3-2 0,-2 0 9 16,5 1-10-16,-1 5 4 0,-5-1 3 0,0 4-6 16,-1 0 3-16,1 1-6 0,-1 5-1 0,-9-2 5 15,17 5 1-15,-7 0 0 0,-2 2 0 0,-1 2 4 16,-3 1 2-16,4 2-3 0,-6-1 0 0,2 4-19 15,-2-2-33-15,-2 3-39 0,1-1-31 0,-1-1-39 16,0-2-44-16,-1 0-47 0,-1-2-170 0,2 1-465 16,0-11 206-16</inkml:trace>
  <inkml:trace contextRef="#ctx0" brushRef="#br0" timeOffset="36716.53">26266 9782 205 0,'-2'-8'242'0,"2"8"-14"0,-7-10-14 16,0 6-15-16,7 4-17 0,-16-2-11 0,8 4-17 16,-6 3-13-16,3 1-9 0,-1 0-13 0,-3 2-8 15,-2 4-10-15,7 0-6 0,-1 1-10 0,3-3-9 0,0 2-6 16,5-1-5-16,-1-2-4 0,2 1-8 16,2-1-6-16,0 2-5 0,0-4-6 0,0-7-6 15,4 12-5-15,-2-8-2 0,-2-4 1 0,5 4 1 16,-5-4-5-16,0 0-2 0,14-3 0 0,-14 3-2 0,11-8-1 15,-5 1-3-15,-2 1-2 0,4 0 7 0,-4-4-9 16,3 2-1-16,-3-1 1 0,0 1 1 0,1-1-3 16,0 4 4-16,-3 0-1 0,-2 5-2 15,3-8-5-15,-3 8 4 0,0 0-9 0,4-4 1 0,-4 4 1 16,0 0 1-16,0 0 7 0,13 10-4 0,-11-6-5 16,0 2 1-16,1 0 5 0,4 4-3 0,-5 0 1 15,1-3-1-15,3 3-30 0,-2 1-23 0,-1 0-33 16,8-2-29-16,-4 0-40 0,2-1-30 0,2-2-34 15,-2 2-171-15,2-4-419 0,1 1 186 0</inkml:trace>
  <inkml:trace contextRef="#ctx0" brushRef="#br0" timeOffset="37507.68">26423 9720 123 0,'0'0'138'0,"0"0"-6"0,0 0-13 0,0 0-6 16,0 0-4-16,0 0-5 0,0 0 6 0,0 0-9 16,0 0-4-16,0 0-5 0,0 0-4 0,0 0-1 15,0 0-5-15,0 0 2 0,0 0-3 0,0 0 4 16,0 0 1-16,0 0-2 0,0 0-2 0,0 0-5 15,0 0 0-15,0 0-6 0,0 0 0 0,0 0-6 16,0 0-2-16,0 0-8 0,0 0-3 0,0 0-2 16,0 0-3-16,0 0-1 0,0 0-3 0,0 0-5 15,0 0 0-15,0 0-6 0,0 0-2 0,0 0-1 0,0 0-5 16,0 0-1-16,0 0-1 0,0 0-5 0,0 0-3 16,0 0 1-16,0 0-4 0,0 0-4 15,0 0 4-15,0 0-2 0,0 0-1 0,0 0 1 16,0 0-5-16,0 0 0 0,0 0-2 0,0 0 2 0,0 0-4 15,0 0 4-15,0 0-2 0,0 0-1 0,0 0 1 16,0 0 2-16,0 0-4 0,0 0 0 16,0 0 0-16,0 0-1 0,0 0 4 0,0 0-6 15,0 0 6-15,0 0-5 0,0 0 4 0,0 0-3 0,0 0-2 16,0 0 1-16,0 0 0 0,0 0 5 0,0 0-3 16,0 0 2-16,0 0 1 0,0 0 4 0,0 0 5 15,0 0 4-15,0 0 11 0,0 0-4 16,0 0 1-16,0 0 0 0,0 0 1 0,0 0-1 0,0 0-3 15,0 0 1-15,0 0-4 0,0 0-1 0,0 0 4 16,0 0-6-16,0 0-1 0,0 0-3 0,0 0 0 16,0 0-2-16,0 0-1 0,0 0 11 15,0 0-11-15,0 0-6 0,0 0 1 0,0 0 2 0,0 0 1 16,0 0-1-16,0 0-2 0,0 0-3 0,0 0 3 16,0 0 9-16,0 0-10 0,0 0 1 0,0 0 0 15,0 0 2-15,0 0 2 0,0 0-3 0,0 0-1 16,0 0-2-16,0 0 4 0,0 0-5 0,0 0 8 15,0 0-4-15,0 0-5 0,0 0 7 0,0 0-6 16,0 0 7-16,0 0 1 0,0 0-7 0,0 0 0 16,0 0 2-16,0 0-6 0,0 0 4 0,0 0 6 15,0 0-3-15,0 0 0 0,0 0-4 0,0 0-4 16,0 0 3-16,0 0 3 0,0 0-4 0,0 0 2 16,0 0 0-16,0 0 0 0,0 0 0 0,0 0-3 15,0 0 3-15,0 0 2 0,0 0-2 0,0 0-1 16,0 0-2-16,0 0 2 0,0 0-11 0,0 0-7 15,0 0-10-15,0 0-14 0,0 0-14 0,0 0-19 16,0 0-18-16,0 0-24 0,0 0-17 0,0 0-22 16,0 0-11-16,0 0-25 0,0 0-18 0,0 0-166 15,0 0-406-15,0 0 180 0</inkml:trace>
  <inkml:trace contextRef="#ctx0" brushRef="#br0" timeOffset="38444.75">26171 9874 89 0,'0'0'243'0,"0"-13"-13"0,3 7-4 0,-3 6-17 16,0-13-10-16,4 7-19 0,-4 6-11 0,0-11-13 0,2 5 4 16,-2 6-22-16,4-9-10 0,-4 9-13 15,0 0-15-15,3-7-11 0,-3 7-10 0,0 0-10 16,0 0-8-16,0 0-10 0,0 0-1 0,0 0-3 15,0 0-1-15,2 26-2 0,-4-18 0 0,2 4-2 0,0 2 1 16,0 1 4-16,0-1-9 0,0-1-5 0,0 4-2 16,0-6-2-16,0 1 1 0,0 3-5 15,0-4-2-15,0 1 1 0,0-2-2 0,0 1-1 16,0-2 3-16,0-3-11 0,0-6-4 0,2 14-20 0,-2-6-25 16,0-8-29-16,0 12-32 0,2-7-35 0,-2-5-40 15,3 7-25-15,-3-7-26 0,0 0-185 16,0 0-441-16,0 0 196 0</inkml:trace>
  <inkml:trace contextRef="#ctx0" brushRef="#br0" timeOffset="38591.15">26216 9771 1790 0,'2'-17'-32'0,"0"0"55"16,-1 4 4-16,1 1 14 0,1 3-8 0,-3 1-10 15,0-1 1-15,0 9-7 0,0-10-10 0,0 10-20 16,0 0-36-16,4-8-20 0,-4 8-30 0,0 0-19 15,0 0-150-15,11 14-290 0,-4-6 128 0</inkml:trace>
  <inkml:trace contextRef="#ctx0" brushRef="#br0" timeOffset="38866.17">26364 10073 55 0,'0'0'238'0,"0"0"9"0,-2 8 4 16,2-8 0-16,0 0-18 0,0 0-7 0,0 0-25 15,0 0-17-15,0 0-21 0,0 0-13 0,0 0-15 16,15-27-11-16,-7 16-12 0,-2-4-8 0,3 0-2 16,1-2-4-16,3 3-16 0,-4-1-6 0,5-1-6 15,-4 1-5-15,1 1-6 0,3 1-3 0,-5 3-6 16,-2 3-2-16,2 0-7 0,-4 3-8 0,-1 0-9 16,2 0-7-16,-6 4 4 0,0 0-4 0,15 5 0 15,-9-2-6-15,-1 3 0 0,1 4 0 0,-2 0-3 16,1 6 12-16,2 0-9 0,-5 0-2 0,5 0-2 15,-5 3-15-15,2-4-26 0,-1 2-34 0,-3-4-39 16,2 0-44-16,-2-3-36 0,2 0-63 0,1 1-223 16,-3-4-511-16,4-2 227 0</inkml:trace>
  <inkml:trace contextRef="#ctx0" brushRef="#br0" timeOffset="39069.05">26852 9877 179 0,'0'0'277'0,"0"0"-10"16,4-8-16-16,-4 8-23 0,7-5-20 0,-7 5-20 15,12-5-19-15,-4 5-15 0,1-1-16 0,5-1-12 16,-1 1-8-16,-2 0-17 0,3 2-16 0,-3-1-28 16,3 1-38-16,-3 1-41 0,2-2-42 0,-1-2-52 15,5 0-36-15,-1-1-53 0,-7 1-130 0,5-1-362 16,-3-1 160-16</inkml:trace>
  <inkml:trace contextRef="#ctx0" brushRef="#br0" timeOffset="39506.55">27355 9554 196 0,'0'-13'301'0,"0"0"-2"15,0 4-17-15,0 0-13 0,0 0-14 0,0 9-19 16,0-10-19-16,0 10-25 0,0-7-24 0,0 7-20 16,0 0-15-16,0 0-17 0,0 0-7 0,14 22-12 15,-5-6 3-15,-1 7-19 0,4 1-12 0,-3 3 7 16,0-4-23-16,2 4 2 0,0-2-10 0,-2-1 3 0,1-5-11 16,-2 4 1-16,-1-6-4 0,2 0-8 0,-5-3 0 15,7 2-5-15,-2-2 2 0,-2 0 0 16,2-4-6-16,-6-2 7 0,3 1-6 0,-1-1-1 15,-1-3-5-15,0 1 15 0,-1-1-16 0,-3-5 3 0,7 8-2 16,-7-8 1-16,5 3 1 0,-5-3 6 0,0 0-6 16,0 0 0-16,0 0 7 0,0 0-5 15,17-11-4-15,-10 0-1 0,0-3-4 0,3-1-3 16,-3 0 4-16,7-7-7 0,-3-2 3 0,3 1 1 0,-5-2 4 16,0-1-13-16,2-2 6 0,0 2 4 0,-2-1-3 15,0 0 0-15,0 3 3 0,-4 6-4 16,1 2 1-16,-2 5-3 0,-1 2-2 0,-1-1 4 15,1 4-5-15,-1 0-3 0,-2 6-25 0,5-7-24 0,-5 7-35 16,0 0-25-16,0 0-30 0,0 0-36 0,0 0-35 16,0 0-35-16,0 0-44 0,-7 25-161 15,7-15-493-15,0 1 219 0</inkml:trace>
  <inkml:trace contextRef="#ctx0" brushRef="#br0" timeOffset="40324.4">27809 9790 160 0,'0'0'162'0,"0"0"-10"0,0 0-1 0,0 0 6 15,-7-3-1-15,7 3-3 0,0 0 0 0,0 0-8 0,0 0 0 16,0 0-5-16,0 0-9 0,0-9-3 16,0 9-6-16,0 0-8 0,0 0-6 0,0 0-8 15,0 0 5-15,0 0-25 0,0 0 0 0,0 0-12 16,0 0-5-16,0 0-4 0,0 0-4 0,0 0-9 0,0 0-5 16,0 0 0-16,0 0-7 0,0 0 5 0,0 0-5 15,0 0 1-15,0 0-2 0,0 0 3 16,0 0 1-16,0 0 0 0,0 0 3 0,0 0-3 0,0 0-4 15,0 0 1-15,0 0-5 0,0 0-1 0,0 0-4 16,0 0-6-16,0 0 1 0,0 0 0 0,0 0-7 16,0 0 4-16,0 0-2 0,0 0 1 0,0 0-5 15,0 0-3-15,0 0 1 0,0 0 1 0,0 0-2 16,0 0 9-16,0 0-14 0,0 0 0 0,0 0 8 16,0 0-3-16,0 0-1 0,0 0 0 0,0 0 5 15,0 0-1-15,0 0 1 0,0 0-1 0,0 0-2 16,0 0 6-16,0 0 0 0,0 0 4 0,0 0 8 15,0 0-14-15,0 0-6 0,0 0 0 0,0 0-6 16,0 0-2-16,0 0 0 0,0 0 3 0,0 0 0 16,0 0-1-16,-2 25-1 0,4-13 5 0,-6 4 5 15,4 0-2-15,-2 0 8 0,0 2-4 0,1-2-3 16,0 3 1-16,0 0 0 0,-2-2 4 0,3-1-7 16,-2 1 0-16,0-5-4 0,0 0 6 0,2-1 1 15,-1-2-4-15,1 1 15 0,0-10-15 0,0 14 1 16,-1-9 0-16,1-5 1 0,0 11 2 0,0-11-7 15,0 8-1-15,0-8 11 0,0 0-2 0,0 0-2 16,0 8 4-16,0-8 6 0,0 0-7 0,0 0 6 16,8 4-2-16,-8-4 1 0,14-2-7 0,-5 0 3 0,2-1-7 15,5 0 9-15,0 2-9 0,6-3-6 16,5-1-9-16,-4 4-10 0,-6-2-19 0,12 0-9 16,-8 1-26-16,8 0-19 0,-8 2-28 0,0 0-27 15,7-2-33-15,-6 1-46 0,-1-1-28 0,0 3-40 0,-4-2-155 16,4 2-488-16,-5-1 216 0</inkml:trace>
  <inkml:trace contextRef="#ctx0" brushRef="#br0" timeOffset="40833.96">25089 10409 142 0,'-18'-1'229'0,"6"0"-10"0,1-1-13 15,5 2-15-15,6 0-16 0,0 0-16 16,0 0-7-16,43-1-12 0,12 4-9 0,10-2-11 16,45 1-9-16,6-4-8 0,14 3-4 0,8 1-10 0,9 1-6 15,3 4-8-15,7 0 0 0,-4 1-9 16,6 0-3-16,1 0-9 0,-12 1-6 0,3-1-4 15,-9-2 0-15,-10 2-10 0,-2-8 9 0,-14 4-7 16,-11-1 2-16,-40-3 3 0,-5 1 6 0,-9-4 1 0,-15 3-1 16,-4-2-1-16,-3-1 13 0,-7 0 0 0,-5 0 4 15,0 1 3-15,-3-2-6 0,-3-2-2 16,-2 3-3-16,4-1-5 0,-8 2-5 0,1-3-2 0,1 3-11 16,-7 2 2-16,12-5-14 0,-12 5-25 0,4-5-23 15,-4 5-21-15,0 0-33 0,-20-6-38 0,6 5-46 16,-16-1-42-16,0 2-44 0,-5 2-237 0,-16-1-530 15,0-1 235-15</inkml:trace>
  <inkml:trace contextRef="#ctx0" brushRef="#br0" timeOffset="41166.53">26288 10707 2369 0,'-9'-2'48'0,"2"-2"18"0,1 2-21 0,6 2-1 15,-9-5-1-15,9 5 11 0,-7-4 16 0,7 4 1 16,0 0 2-16,-7-4-11 0,7 4-5 0,0 0-6 16,0 0-8-16,0 0-6 0,-9 8 0 0,9-1 4 15,-4 5 16-15,4 3-6 0,-4 4 6 0,-2 7-4 16,2 0-11-16,0 1 3 0,-1-1-3 0,-3-1-2 15,3-1-4-15,0-3-4 0,3-2 1 0,-1 0-4 16,1-1-4-16,0 0-2 0,2-1-1 0,0-2-5 0,0-1 3 16,0-3-8-16,0-2-5 0,0 1-24 15,2-1-19-15,-2-3-29 0,0-6-26 0,0 12-32 16,0-12-35-16,-2 11-39 0,2-11-42 0,-6 6-31 16,1-3-173-16,5-3-481 0,-12 0 213 0</inkml:trace>
  <inkml:trace contextRef="#ctx0" brushRef="#br0" timeOffset="41493.03">26289 10717 7 0,'6'-6'218'0,"-2"0"-16"0,-1 1-15 0,-1-1-9 0,2 1-16 16,-4 5-13-16,7-6-8 0,-7 6-17 15,0 0-3-15,0 0-15 0,0 0-4 0,12 11-9 0,-10-4-4 16,-2-7-10-16,0 17-2 0,-2-7-7 0,-1 2-7 15,-1-1-7-15,-3 1-5 0,4 0-3 0,-8 0-5 16,3-3-5-16,-2 0 2 0,-1 0-9 16,2-4 0-16,0 0-6 0,-2 1 3 0,4-1-5 0,-1-3-1 15,2 0 1-15,6-2-1 0,-10 2-8 0,10-2 5 16,-7 2-3-16,7-2 0 0,-6 3-5 0,6-3-3 16,0 0-5-16,-3 5 2 0,3-5-1 0,0 0 3 15,7 11 1-15,-1-5 2 0,-1 1-4 0,11 1 2 16,1 0-2-16,2 4 3 0,5-1 1 0,0 1-7 15,1-1-20-15,2-3-22 0,0 2-26 0,-6-3-41 16,5 2-27-16,1-5-26 0,0 0-35 0,-4-1-157 16,-4-4-378-16,2 2 167 0</inkml:trace>
  <inkml:trace contextRef="#ctx0" brushRef="#br0" timeOffset="41780.83">26710 10897 81 0,'-2'-10'204'16,"2"10"-9"-16,-4-11-9 0,3 6-8 0,1 5-3 15,-10-4-6-15,10 4-10 0,-14 1-17 0,14-1-10 16,-18 3-11-16,4 3-14 0,6-2-9 0,-5 3-7 16,3 0-12-16,1 2-9 0,3-1-4 0,-1 2-3 0,2-3-7 15,3 5-8-15,-1-2-6 0,3 1-3 16,3-1-3-16,-1 1-1 0,5 0-7 0,-2-1 1 16,1 1-1-16,3 3-4 0,-3-3-5 0,0-1-2 15,0 1 0-15,-2-4-3 0,-1 3-5 0,-1-2 6 16,0-2-3-16,0-1 0 0,-2-5-4 0,-4 12 3 15,0-7-5-15,-1-1 4 0,-1 0-5 0,-4 2 3 16,3-4 1-16,-3 0 1 0,3-1-7 0,-3-1 2 16,10 0-12-16,-15 0-17 0,15 0-27 0,-14-1-17 0,14 1-33 15,-9-6-25-15,5 4-29 0,4 2-30 0,-2-7-27 16,2 7-112-16,0 0-351 0,0 0 155 16</inkml:trace>
  <inkml:trace contextRef="#ctx0" brushRef="#br0" timeOffset="42283.32">26781 11162 126 0,'4'2'222'0,"-4"-2"-7"0,6 7-6 0,-3-5-5 0,-3-2-13 15,6 5-3-15,-6-5-10 0,0 0-7 0,4 7-9 16,-4-7-2-16,0 0-5 0,6 3-3 0,-6-3-4 16,0 0-5-16,0 0-5 0,0 0-5 0,0 0-16 15,0 0-4-15,0 0-14 0,0 0-7 0,0 0-10 16,0 0-4-16,2-17-12 0,-2 17-13 0,0-12 0 15,2 6-7-15,-2 6-3 0,4-14 0 0,-1 7-6 16,1-1-7-16,2 0 1 0,1-1-7 0,1 2 1 16,2 1-5-16,-3-1-1 0,3 2-7 0,-2 1 0 15,-1 4 1-15,1-1-4 0,-8 1-9 0,19 0 3 16,-11 1 0-16,-3 2 4 0,5 2 1 0,-4 0-1 16,1 3-4-16,-3-3 3 0,0 1 0 0,2 2 10 15,-4-2-13-15,0 3-2 0,0-2-1 0,-2-7 1 16,5 9 3-16,-3-5 1 0,-2-4-1 0,2 6 1 15,-2-6-1-15,0 0 3 0,2 6 7 0,-2-6-8 16,0 0 4-16,0 0 1 0,0 0 6 0,0 0-11 16,0 0 0-16,0 0-4 0,0 0 3 0,7-22-9 15,0 14-3-15,-1-1 0 0,-1 1 8 0,3-1-15 16,1 0 10-16,1 0-4 0,-1 3 10 0,1-1-3 16,0 4-6-16,-3 0-4 0,-1-1-4 0,-1 3 6 15,-5 1-2-15,14 0 0 0,-14 0 4 0,10 6 2 0,-5-2 0 16,-1 1-7-16,4 4 8 0,-8-3-2 0,2 6 5 15,-2-3-4-15,0 1 4 0,-2-1-3 16,2 1-16-16,0-10-23 0,-3 15-25 0,3-8-19 16,0-7-22-16,-3 12-27 0,6-6-27 0,-3-6-22 0,3 9-23 15,5-4-13-15,-3-2-12 0,1 0-2 16,2-3 10-16,5 1-125 0,-4-1-377 0,5 0 168 16</inkml:trace>
  <inkml:trace contextRef="#ctx0" brushRef="#br0" timeOffset="42620.16">27227 11201 980 0,'14'-4'-64'15,"-3"1"30"-15,0-3 23 0,3-1 14 0,-1-3 16 0,1-2 17 16,-3 4 21-16,-1-3 21 0,0 1 22 0,-3 2 17 15,-1 0 16-15,-2 1 12 0,-1 0-2 0,-3 7-2 16,2-10-5-16,-2 10-7 0,0 0-5 0,-6-9-8 16,6 9-4-16,-11 0-3 0,11 0-9 0,-17 6 7 15,6-1-3-15,0 0-12 0,0 3-9 0,0 0-7 16,1-2-9-16,2 3-3 0,1-2-1 0,3-1-17 16,1 4-4-16,1-2-3 0,-2 0-3 0,4-8 0 15,0 11-3-15,0-11-1 0,4 9-7 0,-4-9-6 16,9 4-2-16,-2-1-4 0,-7-3 4 0,14 1-2 15,-8-1-3-15,-6 0-4 0,15-4 3 16,-10 2 4-16,6-1-7 0,-4 0 2 0,-1-1 0 0,1-2 0 16,1 2-5-16,-2-3 3 0,0 3-3 0,-1-1-2 15,-1 1 0-15,-4 4-1 0,10-6-3 0,-6 3 12 16,-4 3-12-16,5-5 0 0,-5 5 0 0,0 0 12 16,0 0 3-16,10 10-5 0,-7-5 1 0,0 0 6 15,-1 4-8-15,2-2 3 0,-2 1-3 0,-1 1-5 16,3 0 6-16,-2 1 0 0,3-3-12 0,-3 1-13 15,2 0-18-15,3-1-22 0,-4-1-36 0,3-3-35 16,0 4-39-16,1-5-44 0,1 1-33 0,0-3-26 16,-8 0-182-16,14 0-488 0,-5-2 215 0</inkml:trace>
  <inkml:trace contextRef="#ctx0" brushRef="#br0" timeOffset="42815.56">27613 11118 253 0,'0'0'248'0,"3"-7"-11"15,-3 7-13-15,2-4-6 0,-2 4-10 0,0 0-2 16,0 0-15-16,0 0-6 0,19 7-11 0,-16 0-12 16,4-2-8-16,0 2-13 0,-1 1-13 0,1 1-10 0,1-1-9 15,0-1-10-15,0 0-23 0,-1-1-18 0,1 1-32 16,1-3-29-16,-1 2-35 0,1-3-34 16,-1 0-37-16,0 0-23 0,0-2-27 0,1-1-32 15,-9 0-14-15,10-1-19 0,-10 1-123 0,11-3-377 0,-11 3 167 16</inkml:trace>
  <inkml:trace contextRef="#ctx0" brushRef="#br0" timeOffset="42955.3">27819 11110 4 0,'0'-10'191'0,"0"1"5"0,0 9 3 15,-3-10 1-15,3 10-8 0,0 0 1 0,-12-3 10 0,12 3 2 16,-20 7-23-16,1 2-7 0,-7 4-18 0,-3 1-12 16,2 1-14-16,-5 2-13 0,1-1-11 0,0-2-31 15,1 1-41-15,1 1-53 0,0-1-63 16,4-3-78-16,6-3-68 0,0 1-144 0,1-3-402 0,7-3 179 15</inkml:trace>
  <inkml:trace contextRef="#ctx0" brushRef="#br0" timeOffset="45674.25">27878 10477 10 0,'0'0'80'0,"0"0"-2"0,-8 0-13 15,8 0 0-15,0 0-6 0,-11 1 2 0,11-1-5 16,0 0 4-16,-8 0-3 0,8 0 0 0,0 0-7 16,-13 0-7-16,13 0 5 0,0 0-4 0,-9 0-3 15,9 0 5-15,0 0-1 0,-14 0 0 0,14 0-11 16,-11 0 17-16,11 0-5 0,-11-1 2 0,11 1-7 16,-11 0 7-16,11 0 1 0,-9-2-2 0,9 2-5 15,0 0 0-15,-8 0-3 0,8 0-2 0,0 0-1 16,0 0-7-16,0 0 5 0,0 0-3 0,0 0 0 15,0 0 0-15,0 0-6 0,0 0-3 0,27 5 0 16,-6-4-2-16,8 0 0 0,1-1-3 0,5-1-3 16,-3 1 0-16,0 0-1 0,1 0 1 0,-1 0-9 15,-1-1 7-15,-2 1 4 0,0 0 2 0,-8-2 0 16,-1 2 6-16,-2-1-2 0,-4-1 4 0,3 0 1 16,-3 1 5-16,-1 0 0 0,-2 1 1 0,-1-3-1 15,0 2 2-15,-5-2 7 0,-5 3 0 0,12-1-2 16,-12 1 6-16,8-2 0 0,-8 2-3 0,0 0-2 15,7-2-1-15,-7 2-2 0,0 0-3 0,0 0-2 0,0 0-2 16,0 0-7-16,0 0 1 0,11 2-5 0,-11-2-4 16,0 0-1-16,0 0-2 0,0 0-4 15,0 0-9-15,0 0-10 0,5-5-14 0,-5 5-17 16,0 0-25-16,0 0-22 0,0 0-23 0,0 0-28 0,0 0-29 16,0 0-22-16,0 0-138 0,0 0-356 0,0 0 158 15</inkml:trace>
  <inkml:trace contextRef="#ctx0" brushRef="#br0" timeOffset="46365.27">27901 10458 58 0,'-6'-2'125'0,"6"2"9"0,0 0-17 16,0 0-16-16,-10-2-9 0,10 2-10 0,0 0-3 16,0 0 1-16,0 0-7 0,0 0 9 15,0 0-13-15,0 0-4 0,36 9 2 0,-16-5-5 16,11-2 6-16,5 2-6 0,3-2-3 0,15 0-3 0,-2 1-13 16,-1-2 16-16,-11-1-8 0,-4 1-1 0,0 0-1 15,-1 3 4-15,-2-5 5 0,-2 2 1 16,-3-1-3-16,-8-1-1 0,-1 0 2 0,0-2-2 15,-1 2 1-15,-5 0-2 0,-1 1 2 0,0-2-2 0,-1 2 1 16,-3 0-4-16,-8 0 0 0,15-3 2 0,-7 1-1 16,-8 2-5-16,9-1-2 0,-9 1-5 0,8 0-1 15,-8 0-3-15,0 0-4 0,0 0-6 0,10 0-1 16,-10 0-5-16,0 0-3 0,0 0 0 0,0 0 1 16,8-3-9-16,-8 3 3 0,0 0-7 0,0 0-5 15,0 0-11-15,0 0-6 0,0 0-4 0,0 0-5 16,0 0-16-16,0 0-11 0,0 0-14 0,0 0-22 15,0 0-22-15,5 8-16 0,-5-8-17 0,0 0-21 16,0 0-9-16,0 0-14 0,0 0-115 0,-18 8-326 16,18-8 144-16</inkml:trace>
  <inkml:trace contextRef="#ctx0" brushRef="#br0" timeOffset="47825.03">27191 11239 93 0,'0'0'181'0,"0"0"-15"0,0 0-10 0,0 0-17 0,0 0-16 16,7-6-17-16,-7 6-29 0,0 0-20 0,0 0-33 15,0 0-20-15,0 0-35 0,0 0-28 0,0 0-41 16,0 0-56-16,0 0-169 0,0 0 74 0</inkml:trace>
  <inkml:trace contextRef="#ctx0" brushRef="#br0" timeOffset="52566.97">26942 11332 42 0,'0'0'138'0,"0"0"-5"0,0 0-9 15,0 0-13-15,0 0-14 0,0 0-10 16,0 0-13-16,0 0-4 0,0 0-6 0,0 0-6 0,0 0-10 16,0 0-5-16,0 0-3 0,15 1 2 0,-15-1-14 15,0 0 0-15,0 0-2 0,0 0-4 16,0 0-12-16,0 10-1 0,0-10-14 0,0 0-14 0,0 0-7 16,0 0-10-16,2 7-12 0,-2-7-14 0,0 0-3 15,0 0-20-15,0 0-73 0,0 0-172 0,0 0 77 16</inkml:trace>
  <inkml:trace contextRef="#ctx0" brushRef="#br0" timeOffset="53434.35">22901 10000 45 0,'0'0'67'0,"0"0"-7"0,0 0-7 0,-4 7 0 0,4-7-13 16,0 0 2-16,0 0-7 0,0 0-1 0,0 0-1 16,-4 3-3-16,4-3-4 0,0 0 8 0,0 0-12 15,0 0 6-15,0 0 8 0,0 0-2 0,0 0-5 16,0 0 0-16,0 0 6 0,0 0-4 0,0 0 3 15,0 0-9-15,0 0-13 0,0 0 16 0,0 0 2 16,2 10-1-16,-2-10-9 0,0 0 2 0,0 0-5 16,0 0 6-16,0 0-10 0,0 0 3 0,0 0 2 0,0 0 0 15,0 0-9-15,0 0-2 0,0 0 5 0,0 0-9 16,0 0 11-16,0 0-8 0,0 9 3 16,0-9 0-16,0 0 0 0,0 0-6 0,0 0 2 0,0 0 5 15,0 0-11-15,0 0 6 0,0 0 1 0,0 0-6 16,0 0 1-16,-4 6 2 0,4-6-1 0,0 0 0 15,0 0-2-15,0 0 4 0,0 0-7 0,0 0 7 16,0 0 0-16,0 0 8 0,0 0-7 0,0 0-4 16,0 0-1-16,0 0 1 0,-3 8 5 0,3-8-2 15,0 0-1-15,0 0-4 0,0 0-4 0,0 0 4 16,0 0-10-16,0 0-4 0,0 8-10 0,0-8-11 16,0 0-6-16,0 0-14 0,0 0-20 0,0 10-19 15,0-10-55-15,0 0-161 0,2 7 73 0</inkml:trace>
  <inkml:trace contextRef="#ctx0" brushRef="#br0" timeOffset="74847.92">24736 12341 183 0,'9'-5'202'0,"0"2"-13"0,-4 0-20 0,2 1-16 15,-1 0-19-15,3 0-13 0,-9 2-22 0,13-1-32 16,-13 1-37-16,16 3-29 0,-8-2-23 0,2 2-23 15,-5 0-30-15,6 1-18 0,-4 0-93 0,-1 1-201 0,-3-1 90 16</inkml:trace>
  <inkml:trace contextRef="#ctx0" brushRef="#br0" timeOffset="74962">24882 12398 74 0,'-4'6'103'0,"4"-6"1"0,-5 6 0 0,5-6-5 16,-5 4-9-16,5-4-8 0,-5 5-11 0,5-5 3 0,0 0-19 15,0 12-3-15,0-12-4 0,9 9-4 16,-4-3-33-16,4-1-23 0,0 2-39 0,3-2-107 15,1-1-172-15,1 1 77 0</inkml:trace>
  <inkml:trace contextRef="#ctx0" brushRef="#br0" timeOffset="82892.87">28770 10269 134 0,'0'0'192'0,"2"-9"-8"0,-2 9-7 0,0-8-6 15,0 8-6-15,1-9-3 0,-1 9-8 0,0 0-15 16,3-10-15-16,2 8-12 0,-5 2-14 0,13-7-11 15,0 6-12-15,4-1-4 0,4 0-11 0,1 1-14 0,8 2-16 16,0 1-21-16,-1-1-18 0,-2 3-31 16,-4-2-21-16,-5 2-30 0,2-3-15 0,-3 3-26 0,-4 0-9 15,-3 0-14-15,0 1-88 0,-5-1-262 16,1-1 115-16</inkml:trace>
  <inkml:trace contextRef="#ctx0" brushRef="#br0" timeOffset="83053.5">28959 10346 61 0,'0'0'105'0,"0"0"-6"0,0 0-18 15,0 0-4-15,0 0-5 0,-4 5-4 16,4-5-7-16,0 0-6 0,14 7-13 0,-3-3-12 0,6 1-20 16,3 0-31-16,2 0-21 0,5-1-75 0,1-3-126 15,3 1 56-15</inkml:trace>
  <inkml:trace contextRef="#ctx0" brushRef="#br0" timeOffset="83982.24">30219 10309 106 0,'4'-2'178'15,"-4"2"-12"-15,8-7-16 0,-8 7-16 0,0 0-15 16,0 0-9-16,0 0-6 0,0 0-12 0,0 0-10 15,0 0-3-15,-15 19-5 0,9-11-15 0,-1 1 1 16,0 1-6-16,2-1-8 0,-1 1-6 0,4 2 2 16,-1-2-8-16,1 3-3 0,2-2-5 0,2-1-2 15,1 2 2-15,1-3 2 0,2 3-5 0,2-4-1 16,1 1-3-16,0-2-7 0,2 0 7 0,-1-4-2 16,1 1-3-16,0-2 1 0,-1 0-2 0,-2-2 3 15,3 0-9-15,-3-2-1 0,-1-2 4 0,-1-1-4 16,3-2 0-16,-4 0-2 0,-1-3 1 0,0-1 0 15,1 0 0-15,-3-1 1 0,2-4-9 0,-1 6 10 16,2-1-2-16,-1 2-5 0,-2-1 3 0,2 0 3 16,0 2-1-16,0 1-9 0,1 3-3 0,-1-1 5 15,2 1 1-15,0 0 5 0,-6 4-5 0,13 0-4 16,0 2-2-16,-5 2-3 0,2 0 10 0,1 3 1 0,0-2-6 16,-4 2 3-16,1 0 1 0,1 3-11 15,-1 0 8-15,1-1 4 0,1 1-6 0,-3 0 2 16,1-1 5-16,-1 0-4 0,0 1 5 0,-2-3-1 15,3 0 1-15,-4-2 2 0,5 1 2 0,0 0 1 0,1-1 4 16,-2-2 1-16,2-2 2 0,0 2 3 16,2-3 2-16,-1-2 2 0,0 0 1 0,2-1 20 15,0-3-2-15,-3-1 6 0,0 1-8 0,2-6 1 16,-6 4-5-16,2-2-2 0,0 0-6 0,-3-2-2 0,-1 1-2 16,-2-1-2-16,1-1-3 0,-3 0-4 0,-3 1 3 15,1 1-12-15,-1 2-4 0,-1 0-11 16,-1 2-19-16,-5 4-17 0,-2 0-10 0,-5 3-11 15,-1 1-20-15,-3 3-17 0,0 1-10 0,-6 7-23 0,7-3-24 16,3 2-135-16,-5 4-321 0,9-3 142 0</inkml:trace>
  <inkml:trace contextRef="#ctx0" brushRef="#br0" timeOffset="84320.14">30763 10618 154 0,'18'-3'193'15,"4"0"-3"-15,-3-1-3 0,-1-1-13 0,2-3-13 16,-2 3-8-16,0-2-11 0,-3 0-8 16,-4 0-12-16,-1-2-11 0,1 1-11 0,1-5-7 0,-4 3-6 15,0-5-7-15,-1-2-7 0,-5 0-5 0,0-1-6 16,-2 0-5-16,0-1-7 0,-3-1-4 0,2 0 1 16,-2 2-5-16,4-1-7 0,-1 0-3 15,3 2 0-15,0 1-6 0,-1 5-7 0,6 0 2 0,2-2-9 16,0 6 0-16,2 3 4 0,4-1-7 0,1 2-1 15,2 3-1-15,0 3 0 0,-2 3-2 0,1 2-4 16,-1 1-1-16,-2 4 3 0,-2 0-2 0,1 0-1 16,-4 2-1-16,0 0-3 0,-5-3 7 0,0 4-3 15,0 0 1-15,1-1-2 0,-4-4 1 0,2 1 0 16,-1-1 0-16,-1 1 3 0,2-2 0 0,2 2-2 16,-2-1-11-16,5 2-22 0,-1 0-31 0,6 0-28 15,2-3-38-15,10 1-37 0,-1 0-34 0,4-2-148 16,1 0-377-16,3-4 167 0</inkml:trace>
  <inkml:trace contextRef="#ctx0" brushRef="#br0" timeOffset="91484.25">29660 10295 30 0,'0'0'71'0,"3"-7"13"0,-3 7-9 15,0 0-8-15,0 0-6 0,1-10-2 0,-1 10-1 16,0 0 3-16,1-7-5 0,-1 7-3 0,3-10-8 16,-3 10 14-16,1-7 9 0,-1 7-6 0,1-7 8 15,-1 7-16-15,0 0 2 0,0-11-3 0,0 11-3 16,-1-10-5-16,1 10-10 0,1-11 4 0,3 5-5 15,-4 6-7-15,6-12-2 0,-2 7 6 0,0-1-1 16,0 1-2-16,1-1-6 0,0 2 2 0,3 0-8 16,-2 0-10-16,1 0 8 0,-1 3-8 0,-6 1-1 15,14-3 6-15,-6 3 1 0,3 1-1 0,1 1-5 16,-2 1 0-16,0 4 0 0,0 0-7 0,-1 1 7 16,-2 3-4-16,-2 2 1 0,-1 2-1 0,-4 3-1 15,0 0 1-15,-4 1-4 0,-4 4 8 0,1-5-1 16,-4 6-5-16,-3-2 1 0,3-5 4 0,-2-2-3 15,-2-1 4-15,-6 4-2 0,-2-1 1 0,1-4 3 16,-3 1-5-16,-1 0-3 0,2-3 6 0,-3-1-1 16,9-3-4-16,-2 0 1 0,2-2-1 0,-2 1-1 0,2-2 2 15,5 0 1-15,-1-3-3 0,2 1 1 16,2 2 0-16,1-1 0 0,3-2 1 0,6-1 1 16,-10 4-1-16,10-4-3 0,0 0 10 0,0 0-4 15,0 0 0-15,37 7-1 0,-5-5 2 0,2-1 2 16,20 3-4-16,-2-2 2 0,4-1-2 0,1 3 3 15,2-1-18-15,-2 0-22 0,-1 1-24 0,6-2-41 16,-8 3-41-16,-4-1-101 0,1 0-260 0,-16-1 115 16</inkml:trace>
  <inkml:trace contextRef="#ctx0" brushRef="#br0" timeOffset="105069.54">21146 11251 1650 0,'-1'2'-95'0,"2"-2"260"0,-1 1-317 16,0-2 450-16,2 1-333 0,-4 0 58 0,2 0 44 15,0 0-88-15,0 0 26 0,0 0-7 0,0 0 19 16,0 0-7-16,0 0 37 0,0 0-63 0,0 0-8 16,0 0 30-16,0 0-11 0,0 0-4 0,0 0 43 15,5-2-77-15,-5 2 95 0,0 0-59 16,0 0-19-16,0 0 21 0,0 0 8 0,0 0 33 16,0 0-138-16,0 0 88 0,0 0-68 0,0 0-58 0,0 0 75 15,0 0-20-15,0 0-26 0,0 0-167 0,0 0-86 16,0 0-125-16</inkml:trace>
  <inkml:trace contextRef="#ctx0" brushRef="#br0" timeOffset="105114.88">21144 11220 1706 0</inkml:trace>
  <inkml:trace contextRef="#ctx0" brushRef="#br0" timeOffset="112670.58">23157 3735 2 0,'0'0'49'16,"0"0"-5"-16,0 0-4 0,0 0-5 0,0 0-1 0,0 0-11 15,0 0 7-15,0 0-6 0,0 0-8 16,0 0 2-16,0 0 1 0,0 0 1 0,0 0-5 0,0 0 2 16,0 0 1-16,0 0-3 0,0 0-3 15,0 0 2-15,0 0-7 0,0 0 2 0,0 0-1 16,0 0 2-16,0 0-5 0,0 0 0 0,0 0-1 15,0 0-2-15,0 0 8 0,0 0-6 0,0 0 0 0,0 0 1 16,0 0 3-16,0 0-1 0,0 0-11 0,0 0-11 16,0 0 7-16,0 0 8 0,0 0-5 15,0 0-8-15,0 0-5 0,0 0-1 0,0 0 3 16,0 0-9-16,0 0-3 0,0 0-5 0,0 0 1 16,0 0-22-16,0 0-57 0,0 0 27 0</inkml:trace>
  <inkml:trace contextRef="#ctx0" brushRef="#br0" timeOffset="179664.8">25602 3773 10 0,'0'0'15'0,"0"0"4"0,0 0-12 0,0 0 10 16,0 0 4-16,0 0-11 0,0 0 9 0,0 0-4 15,0 0-2-15,0 0-1 0,0 0-1 0,0 0 4 16,0 0-3-16,0 0 2 0,0 0 1 0,0 0-2 0,0 0-1 16,0 0 5-16,0 0-3 0,0 0-4 15,3-5 2-15,-3 5 0 0,0 0 2 0,0 0 7 16,0 0-10-16,0 0-1 0,0 0 2 0,0 0 2 15,0 0-3-15,0 0 1 0,0 0 5 0,0 0-7 16,0 0 2-16,0 0-3 0,0 0-4 0,0 0 6 16,5-6-5-16,-5 6 2 0,0 0 1 0,0 0 2 15,0 0-3-15,4-5 5 0,-4 5 3 0,0 0-3 16,0 0 4-16,0 0-2 0,0 0 2 0,5-5 3 16,-5 5-3-16,0 0 0 0,0 0-1 0,0 0-10 15,4-6 4-15,-4 6-4 0,0 0-3 0,0 0 8 0,0 0-4 16,4-6 2-16,-4 6-9 0,0 0 14 15,0 0-10-15,0 0-1 0,0 0-11 0,0 0 14 16,0 0-4-16,5-5-2 0,-5 5 2 0,0 0-2 16,0 0 2-16,0 0-3 0,0 0 8 0,0 0-7 15,0 0 1-15,0 0-3 0,0 0 4 0,0 0 1 16,0 0 1-16,0 0 2 0,0 0-7 0,0 0 5 16,0 0-5-16,0 0-2 0,0 0 6 0,0 0-10 0,0 0 8 15,0 0-1-15,0 0-3 0,0 0 1 16,0 0 1-16,0 0 1 0,0 0 1 0,0 0 0 15,0 0 14-15,0 0-7 0,0 0-13 0,0 0-2 16,0 0 8-16,0 0 1 0,0 0-10 0,0 0 8 16,0 0 0-16,0 0-4 0,0 0 0 0,0 0 2 15,0 0-3-15,0 0 9 0,0 0 2 0,0 0-9 16,0 0 9-16,0 0 0 0,0 0 2 0,0 0-6 16,0 0 5-16,0 0 0 0,0 0-7 0,0 0 12 15,0 0 2-15,0 0 3 0,0 0 6 0,0 0-13 0,0 0 0 16,0 0 1-16,0 0 2 0,0 0 1 15,0 0-11-15,0 0 6 0,0 0-6 0,0 0 8 16,0 0-10-16,0 0 6 0,0 0-4 0,0 0-4 16,0 0 5-16,0 0 0 0,0 0 1 0,0 0-15 15,0 0 15-15,0 0-9 0,0 0 9 0,0 0-3 16,0 0-4-16,0 0 6 0,0 0-4 0,0 0 6 16,0 0-12-16,0 0 9 0,0 0-7 0,0 0-3 15,0 0 11-15,0 0-7 0,0 0 1 0,0 0 5 16,0 0-8-16,0 0 12 0,0 0-5 0,0 0-1 15,0 0 1-15,0 0-4 0,0 0-10 0,0 0 9 16,0 0 4-16,0 0-3 0,0 0 5 0,0 0-1 16,0 0-8-16,0 0 9 0,0 0 8 0,0 0-6 15,0 0-5-15,0 0 0 0,0 0 4 0,0 0-13 16,0 0-12-16,0 0-17 0,0 0-16 0,0 0-91 16,0 0-156-16,-8 22 70 0</inkml:trace>
  <inkml:trace contextRef="#ctx0" brushRef="#br0" timeOffset="180775.49">27535 11476 5 0,'-1'-7'73'0,"1"7"-12"0,-8-12-12 15,4 6 6-15,3 1 2 0,1 5-16 0,-5-11 9 16,5 11-11-16,-4-5 3 0,4 5-10 0,0 0-2 16,-4-8-17-16,4 8-12 0,0 0-23 0,0 0-5 15,0 0-15-15,0 0-35 0,0 0-82 0,0 0 37 16</inkml:trace>
  <inkml:trace contextRef="#ctx0" brushRef="#br0" timeOffset="181008.05">28146 11548 1 0,'0'0'45'0,"0"0"-2"0,0 0-3 0,0 0-11 16,0 0 2-16,0 0-1 0,0 0-7 0,0 0-15 0,0 0-2 16,0 0-12-16,-2 11-6 0,2-11-28 0,0 0-43 15,-12 8 19-15</inkml:trace>
  <inkml:trace contextRef="#ctx0" brushRef="#br0" timeOffset="182202.37">26962 11755 32 0,'0'0'49'0,"0"0"-12"0,0 0 4 15,0 0-7-15,0 0-5 0,0 0-7 0,0 0 2 16,0 0-1-16,0 0-5 0,0 0-1 0,0 0-3 16,0 0-2-16,0 0-1 0,0 0 1 0,0 0-3 15,0 0 0-15,0 0 0 0,0 0 2 0,0 0-8 16,0 0 2-16,0 0-1 0,0 0 1 0,0 0-5 15,0 0 6-15,0 0 0 0,0 0-4 0,0 0 1 16,0 0-1-16,0 0-2 0,0 0-2 0,0 0 5 16,0 0 0-16,0 0-1 0,0 0 4 0,0 0-3 15,0 0-2-15,0 0 1 0,0 0-1 0,0 0 0 16,0 0-6-16,0 0 11 0,0 0-6 0,0 0 2 16,0 0-1-16,0 0-5 0,0 0 8 0,5 16-2 15,-5-16-5-15,0 0-8 0,0 0-7 0,0 0-9 0,2 12-5 16,-2-12-32-16,-2 7-70 0,2-7 31 15</inkml:trace>
  <inkml:trace contextRef="#ctx0" brushRef="#br0" timeOffset="188844.33">23035 12287 85 0,'0'0'140'16,"4"-6"-30"-16,-4 6 8 0,0 0-3 0,0 0 2 16,0 0-3-16,0 0-16 0,10 13 0 0,-8-6 2 15,0 3-9-15,-1-2 2 0,1 0-7 0,0 4-2 16,-2-2-13-16,1 0-3 0,-1-3-9 0,0-7 0 15,-1 13-9-15,0-6-5 0,1-7-1 0,-1 8 0 16,1-8 10-16,0 0 6 0,-2 10 5 0,2-10 9 16,0 0 13-16,0 0 4 0,0 0-9 0,0 0-12 15,0 0-3-15,0 0-8 0,0 0-3 0,0 0-7 16,-12-23-7-16,12 13 2 0,0-2-12 0,2 0-2 0,0-3-4 16,3-3-3-16,1 2-2 0,-1-2-1 15,1 0-5-15,2 2-6 0,2 0-3 0,-1 4-2 16,2-1-4-16,0 0 1 0,-2 6-2 0,3 1 4 15,-1 2-6-15,2 4-2 0,1 2-1 0,-1 2 1 0,2 4 2 16,0 1-3-16,-1 4 6 0,4 6-2 16,-5-5 1-16,-2 3-2 0,-2 0 1 0,0-1-2 15,0 1 5-15,-2-2-3 0,-2 0 0 0,-3-4-2 16,2-1 1-16,0 0 1 0,-3-1 2 0,2-2 0 0,-3-1 2 16,2 0-1-16,-2-6 1 0,2 7 1 15,-2-7-2-15,0 0-5 0,0 0 1 0,0 0-7 16,0 0-1-16,0 0-8 0,0 0-9 0,0 0-3 15,-10-21 3-15,13 10-3 0,-1 0-3 0,3-4 6 0,-2 2-14 16,7-4 11-16,-3-2-1 0,5 4 1 0,-1 1 3 16,0-1 0-16,2-1 1 0,-2 8 4 0,3-3 3 15,-4 5 1-15,0 0 3 0,0 4-2 0,1 2-2 16,-4 1 6-16,5 2-1 0,-3 1 4 0,-2 2-2 16,1 0 3-16,1 4 0 0,-1 4-1 0,-2-4 2 15,-2 1 1-15,0 0 5 0,0 1-3 0,1 0 2 16,-3-1-22-16,1 1-23 0,-3 1-23 0,0-4-37 15,-2 1-51-15,1 0-148 0,1-1-333 0,0-9 148 16</inkml:trace>
  <inkml:trace contextRef="#ctx0" brushRef="#br0" timeOffset="189232.63">23788 12214 95 0,'0'0'220'15,"0"0"-14"-15,-5-11-20 0,5 11-18 0,-9-2-8 16,9 2-10-16,-19 8-7 0,5 0-16 0,0 2-3 16,-2 3-12-16,1 1-7 0,-3 5-14 0,4-5-10 15,1 2-8-15,0-2-5 0,3 2-10 0,3 0-4 16,0-5-5-16,3 4-6 0,-1-3-3 0,4-3-5 16,0 0 2-16,2 1-5 0,0-2-3 0,3-2-4 15,1 0 0-15,-1-2 0 0,1 0-6 0,-5-4-1 16,10 1-7-16,-10-1 4 0,13-3-4 0,-4-1 3 15,0 0-5-15,2-2 3 0,-2-3-5 0,0 1 1 16,5-4-2-16,-2-1 0 0,-6 3 0 0,4-7 0 16,-4 6-2-16,0 1 2 0,-1 3-3 0,-1 0 0 15,-1 1-1-15,-3 6-3 0,7-8 0 0,-3 6-2 16,-4 2-4-16,0 0 8 0,0 0 4 0,10 9-2 16,-10-9-2-16,4 14 13 0,-1-5-9 0,-1-1 0 0,3 3-1 15,-2 0-1-15,1 1 1 0,-3 0 1 0,2-1-3 16,0 0-1-16,0 1-24 0,1-2-16 15,0-1-34-15,1 0-31 0,-4-2-32 0,3 0-33 16,-2-1-34-16,1 1-135 0,-3-7-364 0,5 7 162 0</inkml:trace>
  <inkml:trace contextRef="#ctx0" brushRef="#br0" timeOffset="189447.34">23957 12268 109 0,'5'-3'183'0,"-5"3"2"16,0 0-3-16,11 10 2 0,-3-3-17 0,-2 3-14 16,1-1-11-16,0 3-10 0,2 2-9 0,-1 0-10 15,0 2-12-15,2-4-9 0,0 2-13 0,-3-3-4 16,-1 0-6-16,0-2-19 0,3 1-7 0,-2-3-29 16,-1 2-34-16,-2-3-36 0,1-1-23 15,0-1-22-15,-1 1-13 0,0-2-11 0,-4-3-12 0,5 4-124 16,-5-4-283-16,0 0 125 0</inkml:trace>
  <inkml:trace contextRef="#ctx0" brushRef="#br0" timeOffset="189616.09">24162 12317 143 0,'0'0'161'0,"0"-13"-1"16,0 13-11-16,-1-7-17 0,1 7-18 0,0 0-1 16,0 0 17-16,0 0 1 0,-16 17-12 0,8-9-2 15,-6 5-3-15,-4 7-3 0,-3 2-11 0,0-1-7 16,0 0-9-16,0 1-8 0,-4-3-9 0,2 3-2 15,0-3-11-15,-1 0-12 0,4-2-34 0,0 0-38 16,5-5-51-16,5 1-56 0,0-5-54 0,1 0-117 16,2 1-332-16,3-4 147 0</inkml:trace>
  <inkml:trace contextRef="#ctx0" brushRef="#br0" timeOffset="189843.75">24799 12269 186 0,'4'-4'250'0,"-4"4"-13"16,0 0-15-16,0 0-14 0,6-8-22 16,-6 8-14-16,9-1-17 0,-9 1-14 0,17 1-15 15,-6 1-13-15,2-2-9 0,1 2-17 0,4-1-36 0,0 0-42 16,-4 1-39-16,-1 1-36 0,3 1-50 0,-3-1-44 15,-3-2-153-15,-2 1-339 0,-2 1 151 0</inkml:trace>
  <inkml:trace contextRef="#ctx0" brushRef="#br0" timeOffset="190014.44">24873 12383 199 0,'0'0'220'0,"-7"3"1"0,7-3-4 16,0 0-10-16,0 0-13 0,0 0-15 0,0 0-19 15,0 0-7-15,0 0-20 0,0 0-13 0,0 0-11 16,16 9-11-16,-10-8-7 0,5 3-16 0,1-1-36 16,4 1-44-16,4-4-53 0,-2 1-61 0,10 2-54 15,-9-3-171-15,9-1-371 0,-6-2 164 0</inkml:trace>
  <inkml:trace contextRef="#ctx0" brushRef="#br0" timeOffset="205382.41">17049 16654 22 0,'0'0'133'0,"0"0"-4"0,0 0 3 16,0 0 2-16,0 0-11 0,0 0-4 0,0 0-2 16,0 0-2-16,0 0-2 0,0 0 3 15,0 0 0-15,10 13 12 0,-7-3-2 0,-2-1-9 0,-1 3-16 16,1-1-4-16,3 1-11 0,-4 1-6 0,2 1-8 16,-1 3-6-16,-1-8-1 0,2 3-8 0,3-1-2 15,-5-1-7-15,3-2-4 0,2-1-5 0,2 2 3 16,-1-1-8-16,4-2 2 0,0 0-4 0,6-9 1 15,12-4 1-15,1-4-2 0,22-12-8 16,0-8-17-16,25-23-21 0,6-2-29 0,1-7-23 0,10-10-34 16,4-8-41-16,16-9-41 0,11-6-198 0,2-9-412 15,8-6 183-15</inkml:trace>
  <inkml:trace contextRef="#ctx0" brushRef="#br0" timeOffset="206544.05">29491 9923 47 0,'0'0'85'16,"0"0"1"-16,-14 6 0 0,11-2-13 0,3-4-3 0,-8 2 2 16,8-2 8-16,0 0-3 0,-4 5 1 0,4-5-3 15,0 0-3-15,34-7-9 0,2 0-9 16,23-5-12-16,34-12-24 0,11 1-21 0,12-5-31 0,9-1-25 16,5 1-105-16,-1-3-178 0,5-2 80 0</inkml:trace>
  <inkml:trace contextRef="#ctx0" brushRef="#br0" timeOffset="-198512.02">22299 11991 10 0,'0'0'74'0,"0"0"-6"15,-4-5-7-15,4 5 1 0,0 0-12 16,0 0-1-16,0 0-7 0,0 0 1 0,0 0-7 0,0 0 1 15,0 0-7-15,0 0-2 0,-5-6-5 0,5 6-3 16,0 0-8-16,0 0 10 0,0 0-8 0,0 0 6 16,0 0-11-16,0 0-2 0,0 0 5 0,0 0-4 15,0 0-1-15,0 0-4 0,0 0 7 0,0 0-4 16,0 0 8-16,0 0-3 0,0 0-4 0,0 0-3 16,-9-2 2-16,9 2 5 0,-9-2-10 0,9 2 1 15,-11 0 1-15,3-1 5 0,8 1-11 0,-14 1 9 16,14-1-4-16,-14 2 0 0,5-2 4 0,9 0-1 15,-14 2 0-15,6-1 3 0,-1 0-5 0,9-1 11 16,-14 3-7-16,7-1 2 0,-2-1 0 0,9-1-9 16,-14 2 6-16,8-1 13 0,6-1-4 0,-11 3-2 15,11-3 9-15,-9 0-11 0,9 0 1 0,0 0 0 16,0 0-2-16,-10 0 1 0,10 0 1 0,0 0 0 16,0 0-6-16,0 0 8 0,0 0-8 0,0 0 9 15,0 0-1-15,0 0 1 0,36 3 0 0,-17-5 7 16,1 1-3-16,7 1-7 0,-5-2-13 0,-2 1 7 15,8-2-28-15,-7 3-1 0,-2-1-26 0,-1 0-17 16,-4 1-10-16,-4-1-86 0,2 2-174 0,-5-2 78 16</inkml:trace>
  <inkml:trace contextRef="#ctx0" brushRef="#br0" timeOffset="-198090.81">22271 11983 95 0,'-4'9'101'0,"0"0"-2"0,0 4 1 16,-1 3-5-16,-2-1-5 0,0 2-1 0,2 3-3 0,-1 5 1 16,1-6-7-16,-2-1 0 0,4 7-1 0,-1-5 2 15,1 0-19-15,1-2-1 0,-1 1-6 0,2-1-9 16,-1 0 2-16,0-1-12 0,0-2-1 15,1-1 0-15,1 1-3 0,-1-3-8 0,0-2 8 0,1 1-13 16,-2-2 4-16,2 0-3 0,-2-2-4 0,2-7-3 16,-3 12 2-16,2-7-1 0,1-5-6 0,0 0-3 15,-4 9-4-15,4-9 1 0,-6 4-16 16,6-4 7-16,-9 1-7 0,9-1 4 0,-11-2 0 0,11 2 4 16,0 0 0-16,-15-6 1 0,11 4 6 0,4 2-14 15,-8-8 12-15,8 8-8 0,-7-3 4 0,7 3 4 16,0 0-4-16,-5-4-4 0,5 4 9 0,0 0-4 15,0 0-4-15,0 0-2 0,0 0 8 0,0 0-2 16,0 0 4-16,0 0 1 0,29 0-1 0,-17 0-2 16,3 0 4-16,2 0-1 0,3 1 2 0,2-1-6 15,0 0-25-15,6 0-29 0,3 0-26 0,-2 0-21 16,-1 0-21-16,-6-1-80 0,-2 1-222 0,0 0 99 16</inkml:trace>
  <inkml:trace contextRef="#ctx0" brushRef="#br0" timeOffset="-197735.81">22638 12336 149 0,'0'0'175'16,"0"0"-11"-16,0 0-13 0,0 0-14 0,0 0-24 16,0 0-5-16,0 0-13 0,0 0-5 0,0 0-12 15,0 0-7-15,0 0 1 0,-19 10-11 0,10-4-5 16,-2 1-4-16,0-1-9 0,-1 1 0 0,3 0-10 15,-2 0 0-15,3 1 0 0,2-1-7 0,-1 2-3 16,2-1 0-16,2 0-3 0,3 3-1 0,3-4 2 0,0 2-5 16,2 0-6-16,3-2-2 0,0 1-1 15,3 0-2-15,2 1-4 0,1-3 4 0,0 1 2 16,-3 0-2-16,2-1-5 0,-3 0-2 0,-1 0-3 16,1-1 7-16,-1 1-4 0,-3-3-3 0,-3 0 3 15,-3-3 1-15,8 8-2 0,-8-8 10 0,0 6 4 0,0-6 4 16,0 0 2-16,-15 12-3 0,4-11 2 15,-1 4 0-15,0-3-2 0,-6 4-3 0,6-3-9 16,-4-1 11-16,5 1 10 0,-2 0-6 0,-1 0-26 16,2-2-31-16,0 3-42 0,3-3-46 0,0 1-53 0,-2-2-98 15,11 0-301-15,-11 3 133 0</inkml:trace>
  <inkml:trace contextRef="#ctx0" brushRef="#br0" timeOffset="-194192.22">25729 11990 94 0,'0'0'146'0,"-3"-10"-8"15,3 10-7-15,-2-8-18 0,2 8-21 0,-4-7 4 16,4 7-17-16,0 0-3 0,0 0-11 0,0 0-5 16,0 0-2-16,0 0 1 0,7 26-5 15,0-12 0-15,0 2-14 0,-1 0 15 0,2 7 3 0,2 2-12 16,-5-7-1-16,5 5 0 0,1 0-7 0,1-1-5 15,-3 2 3-15,-1-6-2 0,4 6-5 16,-5-6 1-16,1-2-7 0,2-1-1 0,-3 2 1 16,-1-3-4-16,1-4-1 0,-1-1-7 0,0 1 4 0,-4-3 0 15,2-2-2-15,0-1 6 0,-1 2 3 0,-3-6 15 16,6 3 0-16,-6-3-1 0,0 0-5 0,19-7 2 16,-10 0-4-16,4-4 5 0,-2-3-9 0,2-2 1 15,4-8 1-15,-2 1-8 0,1-2-1 0,-1 0 1 16,1-2-4-16,-1 0-4 0,-1 1 5 0,0-1-8 15,0 0 5-15,-3-1-5 0,-1 1 2 0,0 0-2 16,-1 2 1-16,-2 6-3 0,-3 1 0 0,1 2-4 16,-1 6 3-16,-2 2-3 0,1 2-1 0,-1-1-6 15,-2 7-5-15,0 0 0 0,0 0-2 0,0 0-14 16,0 0-15-16,-19 17-19 0,11-1-18 0,-3 1-24 16,-1 7-35-16,1-1-9 0,1 0-26 0,0 0-111 15,7-5-306-15,-1 2 135 0</inkml:trace>
  <inkml:trace contextRef="#ctx0" brushRef="#br0" timeOffset="-193879.65">26257 12281 60 0,'-5'-3'139'0,"5"3"6"0,-11-3-17 0,11 3-8 16,-15 0-7-16,5 3-8 0,1 0-8 0,1 2-11 15,-2 0-7-15,1 2-5 0,3 2-12 0,-3 0-4 16,4-1-8-16,2 1-4 0,2 3-3 0,0 0 0 16,1 0-5-16,2 0-4 0,1 0 0 0,4 0-9 0,0-2 2 15,1 5-6-15,-1-2-2 0,3-2-1 16,-2-2-4-16,1 0-12 0,-2 1 14 0,4-2-6 0,-4 0 4 16,-1-2-6-16,-1 1-10 0,0-3 13 15,-3 1-3-15,-2-5 8 0,-2 10-6 0,2-10 2 16,-12 10-5-16,2-3 5 0,-5 1-6 0,-2-1 1 0,-2-1-3 15,2 1-2-15,-3-1-21 0,3-2-17 0,0 0-22 16,6-1-37-16,-1 0-34 0,1 0-119 0,5-1-267 16,-2-1 118-16</inkml:trace>
  <inkml:trace contextRef="#ctx0" brushRef="#br0" timeOffset="-193367.09">26387 12541 139 0,'0'0'137'0,"7"0"-5"16,-7 0-12-16,0 0-5 0,0 0-10 0,9 2-5 15,-9-2-8-15,0 0-8 0,0 0-5 0,0 0-7 16,7 4 2-16,-7-4 3 0,0 0 6 0,0 0 8 16,0 0 9-16,0 0 7 0,0 0-4 0,0 0-8 15,0 0-13-15,0 0-2 0,0 0-12 0,0 0-3 16,0 0-11-16,-10-24-1 0,10 24-6 0,-4-15-4 15,6 5-5-15,2 1-6 0,-2-3-4 0,4 0 3 16,-2 1-5-16,5-3-5 0,-3 0 0 0,1 2-2 16,5 1-5-16,-4 2-2 0,1 1-5 0,3 4 4 15,-3-1-3-15,0 3-1 0,2 0-4 0,-2 4 1 16,4 1 2-16,-3 2-5 0,1 2 0 0,-1 1 1 16,0 1 0-16,-1 1 0 0,0 3 0 0,-2-2-2 15,2 2-1-15,-5-2 20 0,0-3-5 0,1 1-1 16,-3-2-1-16,0 0 1 0,3-2-2 0,-5-5-2 15,1 10 4-15,-1-10-1 0,2 7 2 0,-2-7 0 16,4 3-2-16,-4-3-4 0,0 0 2 0,0 0-1 16,0 0-1-16,0 0-2 0,0 0 0 0,-6-21 0 15,6 21-6-15,0-16 4 0,4 11-3 0,0-7-1 16,1 3-8-16,3-1 2 0,4-2-2 0,-1 2 0 16,0 1-4-16,3-1 1 0,1 1 1 0,-3 5-3 15,-1 0 4-15,0 3-2 0,3-1-2 0,-4 3 4 16,-1 2 0-16,1 4 1 0,-1 0 0 0,-1 1 0 15,-2 2 1-15,-2 2 3 0,-2 2-14 0,0 4-21 16,-4-1-23-16,0 0-17 0,0 2-30 0,0-2-29 0,-2 0-29 16,0 0-33-16,2-2-123 0,0-2-349 15,4-1 154-15</inkml:trace>
  <inkml:trace contextRef="#ctx0" brushRef="#br0" timeOffset="-193010.33">27016 12467 128 0,'-3'-5'201'16,"-1"-1"-16"-16,4 6-21 0,-7-6-15 0,7 6-16 15,-13 1-7-15,13-1-11 0,-18 12-11 0,9-4-9 16,-2 2-11-16,4 0-3 0,0 0-10 0,-2 4-6 16,5-2-9-16,-1 0-3 0,3 0-7 0,0-1-2 15,2 0-3-15,0-2-3 0,0 1-4 0,4-4-3 16,0 0-1-16,-4-6-4 0,5 7 2 0,0-4-3 15,-5-3-2-15,9 2-4 0,-9-2 1 0,9-5-1 16,-1 1-1-16,-5-3-1 0,4 1 2 0,-1-3 4 16,-1-1-6-16,1 1 2 0,-1 0 0 0,0-1 1 15,0 2-3-15,-3 2-3 0,2 0 4 0,-4 6-1 16,4-8-9-16,-4 8 1 0,5-5-1 0,-5 5-4 16,0 0-4-16,0 0 2 0,12 8 3 0,-6-3 5 0,0 3-8 15,-3 0 4-15,3 0-1 0,-2 0-2 0,2 4 2 16,-2-2-9-16,0 0-13 0,1 2-26 15,-1-1-22-15,0-2-27 0,1 1-24 0,-2-2-24 16,2 1-13-16,1-2-30 0,-6-2-102 0,0-5-308 16,0 0 137-16</inkml:trace>
  <inkml:trace contextRef="#ctx0" brushRef="#br0" timeOffset="-192818.03">27182 12482 59 0,'1'-7'199'0,"1"3"-18"0,-2 4-18 15,4-9-17-15,-4 9-19 0,4-3-11 0,-4 3-11 16,0 0-10-16,0 0-2 0,17 6-11 0,-11 2-1 16,1 1-11-16,1-1-2 0,-1 0-9 15,2 3-4-15,-2-1-3 0,2-1-6 0,1 0-13 16,-2 1-27-16,1-1-34 0,1 1-29 0,-2-1-25 0,1-3-19 16,-1 0-17-16,-1-1-15 0,1-2-87 15,-2 1-238-15,-6-4 105 0</inkml:trace>
  <inkml:trace contextRef="#ctx0" brushRef="#br0" timeOffset="-192653.72">27424 12472 109 0,'0'-9'153'0,"0"4"1"0,0 5-6 15,0 0-13-15,0-12-15 0,0 12-1 16,0 0-22-16,0 0 0 0,0 0-5 0,-26 16 4 0,8-5-11 16,-1 6-3-16,-2 4-9 0,0 3-5 15,0-4-9-15,0 1-4 0,2 2-4 0,2 0-6 0,-2-2-10 16,3 1-35-16,6-5-49 0,-1-3-43 0,1 1-57 15,1-2-116-15,3-3-285 0,2 2 127 16</inkml:trace>
  <inkml:trace contextRef="#ctx0" brushRef="#br0" timeOffset="-192378.15">27575 12575 1723 0,'11'-9'76'0,"-1"2"-23"15,-2 1-9-15,2 0-15 0,-6 3 3 0,4-1 12 0,2 1 14 16,-1-1 7-16,4 1-1 0,7-2 6 0,6-1-6 16,5 1-2-16,3 2-3 0,3 0-1 15,0-1-2-15,1 1-4 0,2 0-3 0,-8 0 0 16,2 0-1-16,-3 3-1 0,-11-2-2 0,-4 1-1 0,-3 1-1 16,-1-2 7-16,-6 2 5 0,2-1 8 0,-8 1 3 15,12-1 1-15,-12 1 2 0,0 0-9 0,10-1-7 16,-10 1-6-16,0 0-6 0,0 0-7 0,4-5-6 15,-4 5-28-15,0 0-29 0,0 0-33 16,0 0-30-16,0 0-51 0,-25-4-52 0,25 4-45 0,-14 2-228 16,14-2-507-16,-15-2 224 0</inkml:trace>
  <inkml:trace contextRef="#ctx0" brushRef="#br0" timeOffset="-191280.59">28408 12324 61 0,'0'0'133'0,"0"0"-9"0,0 0-17 0,0 0-8 15,0 0-10-15,0 0-28 0,0 0 13 0,0 0-4 16,0 0-14-16,0 0-5 0,0 0-2 0,0 0-12 15,0 0 5-15,0 0-11 0,0 0 0 0,0 0-8 16,0 0 5-16,0 0-4 0,0 0 1 0,0 0 3 16,0 0-5-16,0 0-3 0,0 0-6 0,0 0-2 15,0 0 2-15,0 0 0 0,0 0-6 0,0 0 2 16,0 0 0-16,0 0-3 0,0 0 0 0,0 0-1 16,0 0 5-16,0 0 7 0,0 0-7 0,0 0 0 15,0 0 0-15,0 0 1 0,0 0-4 0,0 0 0 16,0 0 11-16,0 0-4 0,0 0 6 0,0 0-2 15,0 0 2-15,0 0 5 0,0 0 5 0,0 0-3 16,6-5-1-16,-6 5 3 0,0 0 0 0,0 0-7 16,0 0 4-16,0 0-2 0,0 0 3 0,0 0-3 15,0 0 11-15,0 0-5 0,0 0-3 0,0 0 8 16,0 0-7-16,0 0 5 0,0 0-4 0,0 0-2 16,0 0 1-16,0 0-1 0,0 0-3 0,0 0-1 0,0 0-2 15,0 0-3-15,0 0 1 0,0 0-1 16,0 0 1-16,0 0-6 0,0 0 3 0,0 0-4 15,0 0 1-15,0 0-2 0,0 0 0 0,0 0-2 0,0 0-1 16,0 0 3-16,0 0-3 0,0 0-2 16,0 0-1-16,0 0 6 0,0 0-1 0,0 0 0 15,0 0 1-15,0 0-1 0,0 0 7 0,0 0 0 16,0 0-6-16,0 0 1 0,0 0-2 0,0 0 1 0,0 0-4 16,0 0 0-16,0 0-4 0,0 0 1 15,0 0-2-15,0 0-1 0,0 0-2 0,0 0 1 0,0 0-2 16,13 11 2-16,-11-5 1 0,4 4-1 15,-3 1 2-15,4 4 1 0,-1 0 0 0,1 2 0 0,0 0-4 16,-2-1 16-16,3 2 9 0,-3 0-8 0,-1 0-2 16,1 0 1-16,0-1-3 0,0 0 1 15,2-2-4-15,-4 2 1 0,1-3-3 0,0-3 1 16,-1 0-3-16,3-1 0 0,-2-1 2 0,0-3-3 0,-2 1-1 16,2-1 4-16,-1-1 2 0,-3-5-4 0,4 8 6 15,-2-4 14-15,-2-4 16 0,5 5 9 0,-5-5-2 16,0 0 2-16,0 0-9 0,13-11 3 0,-8 1-5 15,3 0-3-15,1-3-7 0,1-3-3 16,0-6-2-16,3-1-3 0,-2 0-3 0,0-1 1 0,3 0-3 16,-5 0-3-16,1 1-1 0,0-2-4 0,-1 2 0 15,4 1 3-15,-3-2-5 0,-4 7 1 0,1-1-3 16,1 2 2-16,-1 2 2 0,-4 3-1 0,-1 2-3 16,2 1-5-16,-1 1-17 0,-1 3-24 15,-2 4-24-15,0 0-13 0,0 0-10 0,0 0-10 0,0 0-23 16,0 0-37-16,0 0-26 0,-5 44-28 0,2-25-22 15,0 0-138-15,-2-1-402 0,2 1 178 0</inkml:trace>
  <inkml:trace contextRef="#ctx0" brushRef="#br0" timeOffset="-190999.08">28856 12517 196 0,'5'-4'215'0,"-5"4"-14"0,0 0-18 0,8-2-20 16,-8 2-22-16,0 0-13 0,0 0-10 0,5 9-8 15,-5-9 0-15,3 17-6 0,-2-5-2 0,0 4 2 16,-2 4-8-16,-3-2-10 0,3 0-6 0,-7 1-8 16,5-1-4-16,0 3-3 0,0-5-14 0,2-3-2 15,-2 2-4-15,2-4-4 0,-1 1-5 0,-2-2-2 16,4 0-3-16,0-1-3 0,0-9-1 0,1 12-4 16,0-7-1-16,-1-5-1 0,4 9 0 0,-1-5 4 15,3-1-3-15,3 0-2 0,4 0-1 0,0-2 2 16,4-3-5-16,12 0-1 0,-9 2 3 0,12-4-14 15,4-2-19-15,-2 0-20 0,3 2-23 0,2 0-26 16,-2 2-23-16,-4 1-36 0,-2-1-36 0,-2 2-25 16,-8 0-147-16,-4 2-381 0,-6 0 168 0</inkml:trace>
  <inkml:trace contextRef="#ctx0" brushRef="#br0" timeOffset="-190406.09">27238 13159 10 0,'-28'-3'135'0,"9"0"-1"0,-3-3-8 0,2 3-8 15,-3 0-7-15,3 1 0 0,-1 0-5 0,4 1-12 16,3 1 2-16,3-2-7 0,-2 4-6 0,5-2-10 16,8 0-8-16,-11 1-5 0,11-1-8 0,0 0-4 15,0 0 3-15,27 10-3 0,3-4 3 0,10-2-1 16,20 1-5-16,35-1 2 0,7-1-6 0,3-3-5 15,7-3 1-15,-2-2-1 0,2 2-4 0,0 1 3 16,0 1-3-16,2 0-4 0,-5 1-1 0,0 0-1 16,-11-1 0-16,-3 2-7 0,-4-4-1 0,-27 1-1 15,-3 0-14-15,2 2 12 0,-6-2-1 0,-3 2-3 16,-17 0-2-16,-1 0 2 0,-4 0-1 0,-11 0-2 16,-1-1-2-16,-7 1-3 0,-3 1-6 0,1-2-5 15,-4 1-7-15,-7 0-7 0,9 2-4 0,-9-2-15 16,0 0-24-16,0 0-33 0,0 0-28 0,-34 15-28 15,14-10-138-15,-11 1-314 0,-3 0 139 0</inkml:trace>
  <inkml:trace contextRef="#ctx0" brushRef="#br0" timeOffset="-187285.26">27430 13521 20 0,'0'0'67'0,"0"0"-3"15,0 0-5-15,0 0 0 0,0 0 0 0,0 0-5 16,0 0-6-16,0 0 0 0,0 0-1 0,0 0-7 15,0 0-1-15,0 0-2 0,0 0-8 0,0 0 1 16,0 0 5-16,0 0-4 0,0 0 0 0,0 0-4 16,0 0 9-16,6-3-14 0,-6 3 0 0,0 0 2 15,0 0-6-15,0 0-1 0,0 0 1 0,0 0-3 16,0 0 3-16,0-10-2 0,0 10-4 0,0 0-3 16,0-9 5-16,0 9 8 0,0 0 0 0,0 0 0 15,0 0 6-15,2-10-9 0,-2 10 4 0,0 0-3 16,0-12-3-16,0 12 1 0,0-5 9 0,0 5 4 15,0 0 0-15,4-9-1 0,-4 9 2 0,0 0-6 16,0-8-3-16,0 8 0 0,0 0 9 0,3-8-5 16,-3 8 7-16,0 0-7 0,0 0-3 0,2-7-3 15,-2 7-5-15,0 0-1 0,0 0-4 0,0 0 0 0,0 0-2 16,0 0-6-16,0 0 5 0,0 0-2 0,0 0-1 16,2 21-4-16,-2-10 5 0,2 0 6 15,-2 1-2-15,2 5 5 0,-1-1-2 0,2 1-2 16,-3 1 9-16,2 0-6 0,-2-1 0 0,0 2 0 15,2-2 2-15,-2 2-4 0,0-3 0 0,0 1 1 0,0 1 1 16,0-1 3-16,0-1 0 0,0-3 0 0,0-1-2 16,0-1-4-16,2 1 2 0,-4-2 1 15,2 0-2-15,0-1-2 0,0-1-3 0,0-8 2 16,0 12-1-16,0-12 1 0,-2 11-1 0,2-11-1 0,-2 9-4 16,2-9 17-16,0 8-11 0,0-8-14 0,0 0-9 15,0 7-14-15,0-7-24 0,0 0-22 16,-6 7-27-16,6-7-23 0,-7 3-23 0,7-3-118 15,-6 2-286-15,6-2 127 0</inkml:trace>
  <inkml:trace contextRef="#ctx0" brushRef="#br0" timeOffset="-186896.3">27479 13423 110 0,'4'-8'129'0,"3"-3"-9"0,-1 3-11 0,1-1-7 16,2 3-9-16,1 1-12 0,0 1-2 0,-1 1-12 15,3 3 6-15,-1 3-10 0,-2 2 4 0,3 0-7 16,-4 4-11-16,1 1 0 0,2 3 1 0,-6-2-5 16,-1 1-3-16,-2 5-4 0,-2-2-3 0,0 2-2 15,-6-1-4-15,1 3-4 0,-6-5 5 0,0 0-6 16,-3 0-2-16,1-2 1 0,2 1-6 0,-3-3-1 15,1-3 0-15,3 0-6 0,-3-2 1 0,3 0 0 16,-2-2 0-16,3-1-2 0,-2-2 2 0,11 0 2 0,-14 2-3 16,9-2 1-16,5 0 1 0,0 0-4 0,-11-4 3 15,11 4-5-15,-7-4 2 0,7 4-2 16,0 0-1-16,0 0-5 0,0 0 0 0,0 0 2 16,0 0 1-16,0 0-2 0,0 0-1 0,27 5 3 15,-17 0-4-15,-1 3 0 0,4 2 3 0,-2-1 0 0,2 1-4 16,1 4-5-16,-1-2-21 0,-1-1-25 0,4 2-27 15,-5 3-23-15,2-3-27 0,-4 1-114 0,0 0-262 16,1 0 116-16</inkml:trace>
  <inkml:trace contextRef="#ctx0" brushRef="#br0" timeOffset="-186477.57">27916 13726 191 0,'0'0'191'0,"0"-15"-14"0,0 15-18 16,-5-7-10-16,5 7-21 0,-8-3-12 0,8 3-9 0,0 0-13 15,-11-2-13-15,11 2-7 0,-12 6-9 0,12-6-4 16,-9 8-7-16,3-3-3 0,2-1-7 16,0 1-5-16,4-5-3 0,-6 10-4 0,6-10-2 15,0 0-4-15,2 20 9 0,-1-13-11 0,6 1-3 16,-5-1-4-16,3 1-1 0,0-1-3 0,2 0 3 0,-2-1-10 16,2 1 7-16,2 0-3 0,-5-1-1 0,2-2 1 15,-3 1-5-15,-3-5-2 0,9 9-1 16,-7-5-1-16,-2-4 1 0,5 6 4 0,-5-6-5 15,0 0 2-15,-11 14-2 0,4-11-3 0,-2 2-10 16,-2-1-5-16,-1 0-1 0,-1-1-3 0,-1-2-7 0,4 1-12 16,-2 2-15-16,0-3-12 0,4 1-19 0,0 0-21 15,8-2-19-15,-15 2-131 0,11 1-279 16,-1 1 124-16</inkml:trace>
  <inkml:trace contextRef="#ctx0" brushRef="#br0" timeOffset="-185920.2">28033 13854 41 0,'0'0'142'0,"0"0"-6"16,9 9-14-16,-9-9-7 0,0 0-10 0,3 8-5 0,-3-8-12 15,2 6-7-15,-2-6-7 0,3 6-2 0,-3-6 3 16,0 0-4-16,0 0 2 0,0 10-2 15,0-10-6-15,0 0 4 0,0 7 3 0,0-7 3 16,0 0-2-16,0 0 0 0,-10 5 1 0,10-5 3 16,0 0 2-16,-9 0-2 0,9 0-8 0,0 0-6 0,0 0-6 15,-11-10-4-15,11 10-5 0,-4-9-3 16,4 9-6-16,-2-7-4 0,2 7-3 0,0-13-4 0,0 13-2 16,0 0 0-16,4-21-7 0,1 12-3 15,-2 3-1-15,2-2 2 0,0 2-7 0,1 3 0 16,-6 3-2-16,12-8-3 0,-6 5-4 0,1 1 3 0,-7 2-2 15,16 1 0-15,-7 2-1 0,0 2 2 0,0 2-1 16,0 2-2-16,-3-1 0 0,1 3-1 0,1-3 1 16,-2 2 0-16,1-3-1 0,-4 3-1 15,0 0 0-15,-1-3 2 0,0-1 0 0,2 1 1 0,-4-7 0 16,3 10 0-16,-3-10 4 0,1 7 1 0,-1-7-1 16,0 0 2-16,0 0 2 0,0 0-3 15,0 0-1-15,0 0 1 0,0 0-4 0,0 0 4 16,0 0-4-16,4-24-1 0,1 16-2 0,-1-4-4 15,0 1-2-15,6 0 3 0,-1-2-2 0,3 0-2 0,-1 5 2 16,-3-1-6-16,2 3 5 0,1-1-3 0,-3 2 0 16,1 1-2-16,-1 2 3 0,-2 1 0 0,-6 1-1 15,15 2 2-15,-8 2 0 0,0-1 3 0,-1 3-2 16,-1 0 1-16,2 0-2 0,-3 1 5 16,0 1-2-16,2 1 2 0,-3-2-13 0,-2 2-21 0,3 0-24 15,-3 0-28-15,1-1-22 0,-1-2-37 0,-1 1-33 16,1 4-150-16,-1-11-357 0,-1 12 158 0</inkml:trace>
  <inkml:trace contextRef="#ctx0" brushRef="#br0" timeOffset="-185731.43">28483 13792 156 0,'0'0'184'0,"4"-5"-20"0,-4 5-19 0,0 0-15 16,0 0-8-16,0 0-4 0,0 0-9 0,6 13-12 15,-6-13-2-15,0 18-5 0,2-6-9 0,-4 5-8 0,2-6-4 16,-1 0-10-16,1 6-3 0,-1-5-11 0,-1 1-25 16,0-1-36-16,2-1-33 0,-2-1-34 0,0 1-37 15,-1 0-138-15,0-1-279 0,0-4 124 16</inkml:trace>
  <inkml:trace contextRef="#ctx0" brushRef="#br0" timeOffset="-185384.25">28692 13847 92 0,'0'0'169'0,"6"-13"-9"0,-1 4-10 0,-1-2 0 15,0 4-13-15,2-2-4 0,0 1-9 0,2 0-12 16,-2-1-4-16,2 5-17 0,3-3-5 0,-11 7-18 16,13-4 2-16,-5 2-10 0,-8 2 0 0,19 1-8 15,-8 4-9-15,-3-3 1 0,-1 5-5 16,-1-2-1-16,1 4-2 0,-4-1-9 0,2 1-1 0,-1 2-23 15,-2-1-29-15,-2 1-22 0,0 0-45 16,0 1-26-16,0-3-43 0,-2 2-110 0,-2-2-295 0,4-9 131 16</inkml:trace>
  <inkml:trace contextRef="#ctx0" brushRef="#br0" timeOffset="-185234.37">29036 13859 166 0,'0'-9'180'16,"0"9"-22"-16,3-6-13 0,-3 6-20 0,0 0-32 16,0 0-26-16,0 0-41 0,0 0-32 0,0 0-37 15,0 0-110-15,0 0-164 0,0 0 74 0</inkml:trace>
  <inkml:trace contextRef="#ctx0" brushRef="#br0" timeOffset="-178316.33">21674 14179 16 0,'0'0'122'16,"-5"-16"-27"-16,1 7-2 0,0 0 11 0,3 0 8 15,0 3-12-15,-3-4 1 0,1 1-7 0,1 2-13 16,1 1 0-16,1 6 6 0,-4-15-2 0,1 9-8 16,1 1-3-16,2 5-7 0,-4-10-2 0,4 10-2 15,-5-7-4-15,5 7-11 0,-3-6-6 0,3 6-5 16,0 0-6-16,0 0 0 0,0 0-9 0,0 0 1 16,0 0-1-16,-5 20-4 0,2-4 5 0,2 1-4 15,-1 11 3-15,-1-4-3 0,0 3-1 0,1 0-1 16,-1 0 4-16,0 0-3 0,-1 1 1 0,3 0-1 15,2-2-2-15,-2-7-4 0,-5 6-1 0,3-6 4 16,0 0-2-16,2 0-2 0,-1 1 0 0,1-3-5 0,1 0 7 16,0-4-4-16,0 3-1 0,0-3-1 15,0-2 4-15,-1 0-7 0,1 2-16 0,0-3-14 16,0 2-18-16,0-5-16 0,0 3-26 0,-2-2-5 16,2-8-26-16,0 11-16 0,0-11-10 0,-1 9-104 15,1-9-267-15,-6 4 118 0</inkml:trace>
  <inkml:trace contextRef="#ctx0" brushRef="#br0" timeOffset="-177928.69">21675 14102 21 0,'7'-9'106'0,"2"-1"-8"0,1 3-5 15,0 0-6-15,1 1 2 0,1 2-15 0,-2 4 5 16,-1 0-11-16,4 5-4 0,-4 2-6 0,-1-1-6 16,-3 6-1-16,0-2 3 0,-3 6-14 0,-2-1 2 15,-2 4-5-15,-4-2-1 0,-2 0-2 0,-2 5-4 16,1-3-8-16,-3-3 2 0,1 1 12 0,-4-4-11 16,2 3-10-16,-3-4 2 0,2-2-1 0,0 0 3 15,4-3-1-15,0 0 1 0,-2-3-2 0,6 0 3 16,-2-1 7-16,3-1-6 0,5-2 7 0,-9 4-1 15,9-4 2-15,-9 4 1 0,9-4-3 0,-6 1-8 16,6-1 0-16,0 0-6 0,0 0-2 0,-3 7-4 16,3-7 5-16,0 0-3 0,0 0 2 0,14 12 0 15,-4-8-4-15,1 1 0 0,0 1 1 0,5 1-4 16,-2 0 4-16,4 0-1 0,-3 1-8 0,2 0-14 16,-2-1-26-16,-2-2-12 0,6 2-30 0,-3 3-11 15,2-6-13-15,-1 3-8 0,-3-3-101 0,-3-2-234 16,-1 2 104-16</inkml:trace>
  <inkml:trace contextRef="#ctx0" brushRef="#br0" timeOffset="-177672.36">21946 14412 74 0,'0'0'110'0,"0"0"-10"0,0 0-7 16,0 0-3-16,0 0-16 0,0 0 4 0,0 0-2 15,0 0 14-15,0 0-10 0,0 0 0 0,0 22-5 16,-1-9 0-16,-4-2-8 0,3 0-3 0,-2 1 0 15,-2 4-3-15,4-4 6 0,-2 3 1 0,1-5 0 16,0 6-9-16,3-4-6 0,-3-2-4 0,4 2 1 16,-1-2-8-16,2-2 1 0,-2 2-1 0,1 0-3 15,0-1-9-15,3-1 5 0,-3 0-7 0,4-1-3 16,1 1 0-16,-2-2-6 0,4 1 1 0,-1-1-1 16,0 0-4-16,5 1-2 0,-3-3-27 0,-1 2-35 15,2-1-27-15,1-2-37 0,-2 3-36 0,0-3-22 16,1 2-94-16,-2-1-287 0,-2-4 127 0</inkml:trace>
  <inkml:trace contextRef="#ctx0" brushRef="#br0" timeOffset="-177107.69">22344 14602 150 0,'0'0'148'15,"0"7"-7"-15,0-7-20 0,-3 13 8 0,3-13-8 16,-5 12-16-16,4-7-8 0,-2 3-5 0,3-8-3 16,-2 11-10-16,0-4-4 0,2-7-5 0,-3 8-2 15,3-8-1-15,-2 6 5 0,2-6-1 0,0 0 12 16,0 0 5-16,-1 8 8 0,1-8-11 0,0 0-7 16,0 0-7-16,0 0-4 0,0 0-10 15,0 0-4-15,-16-15-7 0,16 15-2 0,-6-15-6 0,4 5-5 16,3-1-5-16,-2 0-1 0,2-2-1 0,2 1-1 15,-1-4-5-15,1 4-2 0,1 2-4 0,1 0-1 16,-2 1-4-16,1 0 3 0,1 2-6 0,-1 2 1 16,4 2-7-16,0 1 5 0,-8 2-5 0,14 1 2 15,-4 2 0-15,1 3-2 0,1 1 0 0,2 3-1 16,-4 3 7-16,2-2-6 0,-2-2-2 16,0 4 1-16,-2-3 3 0,-2 1-2 0,2-1 1 0,-3-1-1 15,0 0 0-15,0 2 1 0,-1-7-2 0,-1 1 2 16,0 2-2-16,-3-7 5 0,3 9-2 0,-1-7 6 15,-2-2-2-15,0 0 2 0,0 0 0 0,0 0-4 16,0 0-1-16,0 0 0 0,0 0 0 0,0 0 2 16,0 0-5-16,0 0-4 0,-10-27-11 0,13 17 3 15,1 1 0-15,-1-7-2 0,3 5-2 0,0 1 3 16,1-2 0-16,3-1 0 0,-3 4 3 0,2 2-3 16,-1 2 2-16,2 0-1 0,-5 3-2 0,2 1 3 15,-7 1-2-15,15-1 0 0,-9 3 1 0,1 1 5 16,-2 3 3-16,1 1-3 0,2-1 3 0,-3 4-1 15,-1-1 2-15,1 2 1 0,0 0 2 0,-1 0-6 16,1-3-18-16,-1 3-16 0,-3-1-18 0,2 0-32 16,-2 2-28-16,0-3-20 0,1-3-24 0,0 3-14 15,-1-1-115-15,2-2-315 0,-3-6 141 0</inkml:trace>
  <inkml:trace contextRef="#ctx0" brushRef="#br0" timeOffset="-176768.72">22901 14559 135 0,'1'-7'174'0,"-1"7"-1"16,2-13-4-16,-2 13-11 0,-3-9-13 0,3 9-12 16,0 0-15-16,0 0-3 0,-22 4-9 15,22-4-6-15,-20 13-7 0,8 0-11 0,2-4-3 16,-1 4-8-16,2 0-5 0,1 0-9 0,-1 3-5 0,5-4-4 16,0-1-9-16,3 0-1 0,0 0 0 0,2 0-6 15,2-1 2-15,1-2-6 0,-1-2-5 0,2-2 0 16,-1 2 0-16,-4-6-1 0,13 4-3 15,-5-4-2-15,2 0 1 0,-1-3-2 0,-1 0-5 16,3-2 0-16,-2 0 2 0,-1-1-2 0,-1-1 2 0,0 1-5 16,-1 0-2-16,2-3 1 0,-3 0-3 0,1 4 2 15,1-2-1-15,-5 4 1 0,2-2-9 0,-4 5 5 16,5-6-7-16,-5 6 5 0,0 0-5 0,9 1 5 16,-9-1-1-16,9 7-1 0,-5 2 1 0,-2-3 1 15,1 0 0-15,0 0 0 0,2 3-2 16,0 3-3-16,1-1-10 0,2 0-14 0,-2-2-20 0,2 1-34 15,0-1-32-15,0 0-36 0,2-3-23 0,-3 2-145 16,-3-3-343-16,6 0 152 0</inkml:trace>
  <inkml:trace contextRef="#ctx0" brushRef="#br0" timeOffset="-176407.98">23109 14587 152 0,'0'0'159'0,"5"-2"0"16,-5 2-4-16,0 0-13 0,12 13-7 0,-6-7-13 16,0 3-7-16,2 2-4 0,-3-1 3 0,2 0-16 15,1 2-12-15,-1-2-4 0,6 4-9 0,-3-2-8 0,2 1-17 16,-2 0-26-16,-1-5-19 0,-1 0-37 0,-1-2-8 16,0-1-26-16,-2 0-10 0,0-2-6 0,-5-3-1 15,10 4 0-15,-10-4 4 0,9-2-1 16,-9 2 10-16,0 0 7 0,9-7 16 0,-8 0 5 15,-1 7 11-15,3-11 12 0,-3 4 12 0,0-2 15 16,0 9-3-16,-1-20 13 0,-1 7 21 0,0 4 8 0,2-2 14 16,-3 2 15-16,2 2 13 0,1 7-7 0,-1-11-7 15,1 11-4-15,-4-8-13 0,4 8-2 16,-8 0 0-16,8 0 0 0,-18 13-2 0,2 2-1 0,-4 0-5 16,0 6-8-16,1 0-4 0,-4-1-2 15,1 3 1-15,2 0-6 0,-1-1-5 0,3 0-26 16,5-6-38-16,2 0-40 0,2-2-33 0,1 1-43 0,3-3-111 15,1-3-290-15,2 0 128 0</inkml:trace>
  <inkml:trace contextRef="#ctx0" brushRef="#br0" timeOffset="-176237.95">23507 14643 144 0,'9'-6'205'0,"-3"3"-17"15,1-1-17-15,-1 2-21 0,-6 2-15 0,14-1-13 16,-14 1-29-16,0 0-33 0,19 1-43 0,-19-1-31 16,13 6-43-16,-7-3-26 0,-2 1-26 0,-1 2-62 15,-3-6-185-15,6 14 83 0</inkml:trace>
  <inkml:trace contextRef="#ctx0" brushRef="#br0" timeOffset="-176100.19">23583 14750 111 0,'0'0'173'0,"0"0"-2"15,0 0-6-15,0 0-9 0,0 0-9 0,0 0-17 16,0 0-8-16,0 0-14 0,0 0-11 0,7 8-7 16,-7-8-12-16,13 1-16 0,-4-1-35 0,-9 0-54 15,23 2-54-15,-9-4-55 0,-3 1-97 0,3 0-251 16,3-3 112-16</inkml:trace>
  <inkml:trace contextRef="#ctx0" brushRef="#br0" timeOffset="-168126.3">24134 14353 30 0,'0'-12'133'0,"0"12"-4"0,4-10-13 16,-4 10-4-16,3-9 1 0,-3 9-15 0,2-5-13 15,-2 5-9-15,4-5-6 0,-4 5-2 0,0 0-5 16,14 4-4-16,-14-4-6 0,12 9 0 0,-4 0-6 16,-1-2 0-16,6 8 8 0,-4-1-11 0,0 4 0 15,1-3 1-15,-1 4-8 0,1 3-3 0,-2-3 0 16,1 4-2-16,-3-2-3 0,2-5-4 0,-1 1 1 16,0 0-1-16,0 1-3 0,-1-3-5 0,0-1 0 15,0-3 0-15,-1-1-6 0,-2-1 3 0,1-3 3 16,-2 1-8-16,2-1 2 0,-4-6 5 0,4 6 16 15,-4-6 12-15,3 4 14 0,-3-4 8 0,0 0-6 16,0 0-5-16,0 0-3 0,14-9-4 0,-8 0-8 16,-1-2-1-16,1-5-6 0,1 2-2 0,-2-3-2 15,5-7-5-15,2 0-3 0,-5 8 3 0,2-8-3 16,2-2-4-16,0 3-2 0,1 0-1 0,-3-1-2 16,-2 7-1-16,3 0-1 0,-3-3-3 0,-1 5 4 15,-1 2-4-15,0 4-1 0,-1-1 0 0,0 3-4 16,-3 2-5-16,-1 5-16 0,4-8-19 0,-4 8-12 15,0 0-10-15,0 0-13 0,0 0-15 0,0 0-13 16,0 0-16-16,-15 26-18 0,10-16-20 0,-1 6-22 16,-1 1-109-16,2-2-309 0,1 3 137 0</inkml:trace>
  <inkml:trace contextRef="#ctx0" brushRef="#br0" timeOffset="-167835.1">24565 14479 139 0,'0'0'125'0,"0"0"-6"0,0 0-1 16,18 10 0-16,-18 1 0 0,4 0 0 0,-4 6 0 15,1 2-10-15,-3-1-2 0,-1 8-9 0,3 0-7 16,-3-7 0-16,0-1-5 0,0 1-7 0,2-1-5 16,1-1-6-16,0 0-5 0,1-5-4 0,-1 0-5 15,-1-2-3-15,3-1-5 0,-3-2 2 0,1-7 3 16,3 11 1-16,-1-6 4 0,3-1 1 0,2-3-5 15,3 2 1-15,-3-3-6 0,6-4-21 0,1 0-6 16,5-1 4-16,1-4-3 0,6 0-1 0,-6 2-5 0,0 0-2 16,1 1-3-16,-3 1-22 0,-5 1-27 0,-2 2-34 15,-5 0-22-15,2 1-19 0,-8 1-15 16,11 3-13-16,-11-3-24 0,8 4-134 0,-7 2-327 16,-1-6 145-16</inkml:trace>
  <inkml:trace contextRef="#ctx0" brushRef="#br0" timeOffset="-167537.8">24084 14993 10 0,'0'0'157'0,"0"0"-19"0,17 11 4 16,1-8-10-16,11 1-10 0,5-3-7 0,4 0-8 15,14-3-10-15,1-2-2 0,2 0-8 0,-2-2-9 16,6-1-2-16,-1-3-6 0,-2 2-7 0,0 0-5 16,-5 2-12-16,-14 1-3 0,-1 0-3 0,-3 1-15 15,-1 0-16-15,-5 1-22 0,-6 1-31 0,-2-1-24 16,-1 1-38-16,-7 2-19 0,2-1-101 0,-3-1-244 15,-3 4 107-15</inkml:trace>
  <inkml:trace contextRef="#ctx0" brushRef="#br0" timeOffset="-167312.38">24402 15123 34 0,'0'0'165'16,"0"0"-7"-16,0 0-11 0,0 0-13 0,31 2-9 15,-4-8-11-15,4 3-15 0,-2-1-3 0,5 0-11 16,-2-1-14-16,-2 0-17 0,-2 1-33 0,-7 0-25 16,-3 3-38-16,-3 0-22 0,-2-1-7 0,-4 2-34 15,-2 0-65-15,-7 0-184 0,8 0 82 0</inkml:trace>
  <inkml:trace contextRef="#ctx0" brushRef="#br0" timeOffset="-166936.25">24571 15130 43 0,'0'17'148'0,"0"-7"-3"0,0 0-4 15,3 3 1-15,-3 2-13 0,1 2-13 0,-1 1-6 16,0-3-15-16,0 5-7 0,-1-5-7 0,1 1-2 15,1 3-12-15,-2-4-2 0,-2-1-3 16,3-2-8-16,-1 0-8 0,1-1-3 0,0 1-2 16,0-2-5-16,0-3-3 0,0-7-4 0,-4 13-2 0,3-9-3 15,1-4 4-15,-3 12-7 0,0-8-1 0,3-4-6 16,0 0 4-16,-3 7-1 0,3-7-2 0,-8 3-2 16,8-3-4-16,0 0 3 0,-12 0-3 15,12 0 3-15,0 0-12 0,-13-4 4 0,13 4 1 16,0 0-5-16,-9-4 3 0,4 1-2 0,5 3 2 0,0 0-1 15,-8-5-2-15,8 5 1 0,0 0 0 0,-9-2-1 16,9 2-4-16,0 0 1 0,0 0-1 0,0 0 2 16,0 0 8-16,0 0-13 0,0 0 7 0,0 0-4 15,0 0 2-15,27 1-1 0,-14 0 5 16,-2 1-2-16,2-2-4 0,2-2-24 0,-3 4-22 16,6-2-19-16,-5 0-20 0,1 0-24 0,0-2-8 0,-2 2-16 15,0 2-100-15,0-2-257 0,0 0 114 0</inkml:trace>
  <inkml:trace contextRef="#ctx0" brushRef="#br0" timeOffset="-166681.57">24813 15381 152 0,'5'-6'166'0,"-5"6"1"16,4-5 0-16,-4 5-21 0,0 0-17 0,6-4-12 16,-6 4-10-16,0 0-11 0,0 0 0 0,0 0 1 15,0 0-8-15,2 19-3 0,-2-19-5 0,-4 19-7 16,1-8-2-16,1-1-4 0,-1 2-4 15,0-2-6-15,0 1-7 0,3-2-6 0,-2 1-1 16,1-1-5-16,1 1-6 0,0-3 0 0,-1 2-1 0,3-3-6 16,1 0 0-16,1 0 1 0,2 0-2 15,-1-2-4-15,2-1 2 0,4-1-4 0,0 1-4 0,0 0 0 16,3-3-19-16,-1-2-23 0,1 1-28 16,-3 0-28-16,5-3-23 0,0 1-31 0,2-3-15 15,-2-1-8-15,-3 2-6 0,-2 0-104 0,0-1-292 0,-2 0 130 16</inkml:trace>
  <inkml:trace contextRef="#ctx0" brushRef="#br0" timeOffset="-166203.72">25064 15486 701 0,'0'0'-62'0,"6"-3"16"0,-6 3 12 0,7-4 8 16,-7 4 13-16,4-3 6 0,-4 3 0 16,0 0 17-16,0 0 10 0,0 0 12 0,0 0 8 15,10 7 0-15,-10-7-4 0,0 7 11 0,0-7 15 16,0 12-2-16,0-12 7 0,-2 14 4 0,2-8-11 16,0 2 3-16,0-8-3 0,-2 13 10 0,2-5 5 15,0-8-4-15,2 10-3 0,-2-10-1 0,0 9 6 16,0-9 8-16,0 0 33 0,0 9 6 0,0-9 2 15,0 0 2-15,0 0-3 0,0 0-10 0,0 0-9 16,0 0-13-16,0 0-5 0,0 0-12 0,0 0-2 16,0 0-12-16,0 0-5 0,0-28-8 0,2 18 3 15,-2 2-8-15,4-4-4 0,1 2-1 0,-1 1-8 16,2-2-11-16,0 3 6 0,0 0-4 0,1 0-3 0,-1 2-5 16,-1 2 1-16,3 0-3 0,-8 4-4 15,13 1-5-15,-13-1 7 0,12 3-2 0,-4 3 1 16,-2-2-4-16,1 2 5 0,2 2-4 0,-2 0 0 15,0-1-3-15,-2 2 5 0,3-1-11 0,-3 1 9 16,0-2 0-16,-1-1 1 0,-1-1 0 0,0-1-4 16,-3-4 3-16,5 8 6 0,-5-8-7 0,4 6 3 15,-4-6 3-15,3 3 3 0,-3-3-10 0,0 0 6 16,0 0 0-16,0 0 0 0,0 0-2 0,0 0-1 16,6-17 1-16,-3 10-1 0,-1 1-5 0,2-4 1 15,3 1-2-15,-3-1-3 0,3 2-3 0,2 0 1 16,0 1-3-16,-2 0 4 0,1 3-6 0,2 0 9 15,-3 2-7-15,-7 2-2 0,11-1 3 0,-11 1-2 16,16 5 3-16,-11-3 6 0,0 5-6 0,0-1 5 16,2 1-2-16,-4-1 1 0,-1 2 0 0,4 3 0 15,-3-2-11-15,1 2-23 0,-2-4-26 0,-4 1-23 16,2-8-33-16,3 16-57 0,-3-10-44 0,0 3-189 16,0-9-444-16,0 0 196 0</inkml:trace>
  <inkml:trace contextRef="#ctx0" brushRef="#br0" timeOffset="-166001.68">25531 15453 45 0,'0'0'229'0,"3"-8"-19"16,-3 8-22-16,0 0-21 0,0 0 4 0,0 0-7 16,0 0-11-16,0 0-8 0,11 16-10 0,-8-7-12 15,-1 0-12-15,2 2-8 0,-2 1-12 0,0 1-6 16,-1-2-12-16,2 1-4 0,-2 2-8 0,1-3-9 15,0 1-28-15,-2-2-30 0,2 1-25 0,0 0-32 16,-2-2-41-16,0-2-28 0,0-7-70 0,-6 12-109 16,6-12-336-16,0 0 149 0</inkml:trace>
  <inkml:trace contextRef="#ctx0" brushRef="#br0" timeOffset="-165848.35">25627 15202 65 0,'0'0'118'0,"0"0"-28"0,0 0-48 15,9 31-28-15,-9-14-41 0,0 8-24 16,1-1-55-16,3 1 26 0</inkml:trace>
  <inkml:trace contextRef="#ctx0" brushRef="#br0" timeOffset="-165626.22">25727 15526 36 0,'7'-10'224'0,"-7"10"-14"0,6-11-9 16,-4 5-13-16,3 1-16 0,1-3-10 0,1-2-18 15,1 0-14-15,0-1-7 0,5-1-10 0,1-1-9 16,1 1-7-16,-1 3-3 0,1 4-12 0,-2 0-4 16,-2 2-9-16,-1 2-4 0,4 1-11 0,-5 1-2 15,0 5-4-15,-2 0-3 0,0 1-7 0,-1 0 1 16,-4 5-6-16,1-2-1 0,-1 0-1 0,-2 3-8 15,0 0 1-15,-2 2-4 0,-1-5-15 0,3 3-29 16,-4 0-33-16,0-4-40 0,0 3-47 0,3-6-42 16,-1 0-186-16,-6 0-402 0,4-3 178 0</inkml:trace>
  <inkml:trace contextRef="#ctx0" brushRef="#br0" timeOffset="-165421.85">25659 15189 63 0,'0'0'237'0,"-4"-9"-22"0,4 9-21 16,-2-7-24-16,2 7-17 0,0 0-17 0,0 0-30 15,0 0-46-15,0 0-54 0,12-2-73 0,-12 2-146 16,0 0-229-16,14 10 101 0</inkml:trace>
  <inkml:trace contextRef="#ctx0" brushRef="#br0" timeOffset="-164257.78">24989 15005 6 0,'-9'-2'58'0,"9"2"5"16,0 0-4-16,0 0-9 0,-6-1 2 0,6 1-3 15,0 0-9-15,0 0 3 0,0 0-3 0,0 0-4 16,0 0 3-16,0 0-8 0,-12 2-16 0,12-2 12 15,0 0-4-15,0 0 17 0,0 0 4 0,0 0 6 16,26 3-5-16,-7-2-6 0,9-2-3 0,4-2-16 16,5-2 10-16,15 1-3 0,-1-1-1 15,6-3-3-15,-1-2 5 0,-2 1 0 0,-2 3-8 0,-12 0 3 16,-2-1-2-16,0 3 4 0,-7-1-17 0,1 1-1 16,-10 3-2-16,-5-2 6 0,-2 2 0 0,-6 0-4 15,1 1 4-15,-2 0-6 0,-8 0 0 0,9 0 3 16,-9 0-2-16,0 0 0 0,0 0-5 0,0 0-15 15,0 0 5-15,-24 13-19 0,15-11-13 16,0 1-13-16,2-1-14 0,1 1-21 0,-2-1-69 0,-1 3-170 16,1-1 75-16</inkml:trace>
  <inkml:trace contextRef="#ctx0" brushRef="#br0" timeOffset="-126091.76">29136 12628 50 0,'0'0'62'16,"0"0"-3"-16,0 0-8 0,0 0-6 0,0 0-3 16,0 0-10-16,0 0-7 0,0 0 0 0,0 0-13 15,12 3-10-15,-12-3-10 0,7 4-10 0,-7-4-18 16,7 5-22-16,-7-5-61 0,6 6 27 0</inkml:trace>
  <inkml:trace contextRef="#ctx0" brushRef="#br0" timeOffset="-125265.32">28563 14347 25 0,'0'0'23'0,"0"0"1"0,0 0-4 15,0 0 2-15,0 0-5 0,0 0-3 0,0 0-5 16,0 0 8-16,0 0-6 0,0 0 2 0,0 0-3 16,0 0-4-16,0 0-2 0,0 0 2 0,0 0 1 15,0 0-3-15,0 0 4 0,0 0 0 0,0 0-6 16,0 0 7-16,0 0-6 0,0 0 1 0,0 0-2 16,0 0-4-16,0 0-1 0,0 0 1 0,0 0 0 15,0 0 3-15,0 0-5 0,0 0 4 0,0 0-2 16,0 0-4-16,0 0 0 0,0 0-2 0,0 0-3 15,0 0-1-15,0 0 0 0,0 0-8 0,0 0-11 16,0 0-31-16,0 0 14 0</inkml:trace>
  <inkml:trace contextRef="#ctx0" brushRef="#br0" timeOffset="-69825.19">24059 3637 25 0,'0'0'30'0,"0"0"-30"16,0 0-10-16,0 0-9 0,0 0 4 0</inkml:trace>
  <inkml:trace contextRef="#ctx0" brushRef="#br0" timeOffset="-40794.74">16032 5456 11 0,'0'0'55'0,"0"0"-3"0,0 0-2 16,0 0 7-16,0 0-4 0,0 0 0 0,0 0-1 16,0 0-6-16,0 0-2 0,0 0 6 0,0 0-8 0,0 0 4 15,0 0 21-15,0 0 3 0,0 0-1 0,22-10-1 16,-11 3-5-16,7 0-5 0,9-7 0 0,6-3-5 16,13-3-10-16,4-8-10 0,3 6-16 0,2-4-10 15,4-2-30-15,0 2-25 0,-4 2-31 16,3-2-26-16,-1 2-56 0,-5-6-173 0,5 2 76 0</inkml:trace>
  <inkml:trace contextRef="#ctx0" brushRef="#br0" timeOffset="-40165.39">15582 6854 16 0,'0'0'101'0,"0"0"0"0,0 0-18 0,0 0-4 16,0 0-12-16,0 0-6 0,0 0-21 0,0 0 15 15,0 0-1-15,0 0-10 0,0 0-9 16,0 0-2-16,0 0-4 0,0 0-2 0,0 0-5 16,0 0 1-16,0 0-4 0,0 0 4 0,10-1-3 15,-10 1 3-15,26-10-1 0,6-8-21 0,24-6-20 0,29-14-17 16,2-2-30-16,9-3-78 0,-1-5-154 15,8-3 69-15</inkml:trace>
  <inkml:trace contextRef="#ctx0" brushRef="#br0" timeOffset="-28024.47">27899 13975 33 0,'0'0'86'16,"0"0"-6"-16,0 0-5 0,0 0-5 0,-4 4-6 15,4-4-1-15,0 0-13 0,0 0-3 0,0 0-4 16,0 0-7-16,0 0-8 0,0 0-8 0,0 0 5 16,0 0-1-16,0 0-8 0,0 0 6 0,0 0 3 15,0 0-10-15,0 0 2 0,0 0-3 0,0 0-7 16,0 0 8-16,0 0-6 0,0 0-2 0,0 0 2 16,0 0-13-16,0 0 17 0,0 0-4 0,0 0 3 15,0 0-9-15,0 0 9 0,0 0-17 0,0 0-6 16,0 0-9-16,0 0-8 0,0 0-10 0,0 0-17 15,-5 5-17-15,5-5-48 0,0 0-129 0,-5 6 57 16</inkml:trace>
  <inkml:trace contextRef="#ctx0" brushRef="#br0" timeOffset="-26289.6">29990 10897 50 0,'-12'0'71'0,"1"0"0"0,-1-2-2 15,-3 2-19-15,2 0 3 0,-6-1-2 16,6 0 0-16,-6-1-4 0,5 1 4 0,-4 1-9 0,-2 0 2 15,3-2-2-15,-2 2 6 0,6-1-14 0,0 0 8 16,1-2-9-16,0 2 4 0,-2-2-9 0,5 1 4 16,-1 2 3-16,0-1 7 0,10 1-4 15,-11-1-2-15,11 1-2 0,-9-3 0 0,9 3-18 0,0 0 13 16,0 0-13-16,31 0 8 0,2 0-5 0,20-1-5 16,11 4 6-16,31-1-8 0,0-3 8 0,7 5-14 15,1-2 7-15,-5-1-7 0,0-2 1 16,-2 1 3-16,-4 1-2 0,0 0 1 0,-27-3-4 0,27 4 3 15,-34 1-2-15,-2-4 2 0,-3 1-5 0,-16 0 1 16,0 1 4-16,-5-1-4 0,-12 1 11 0,1-2-3 16,-2 2 1-16,-10-1 7 0,-2-1 0 0,1 2 5 15,-8-1-2-15,13-1 2 0,-13 1 2 0,0 0 0 16,11 0-6-16,-11 0-3 0,0 0-2 0,0 0-4 16,0 0-2-16,0 0-6 0,0 0-3 0,-23-10-13 15,11 10-16-15,-6-1-26 0,-3 1-15 0,-8-1-16 16,-3 3-21-16,-4 0-13 0,-3 3-91 0,-13 0-227 15,13-2 101-15</inkml:trace>
  <inkml:trace contextRef="#ctx0" brushRef="#br0" timeOffset="-26148.93">30516 10885 43 0,'34'-2'50'0,"4"0"-7"15,0-1-22-15,16 2-31 0,-3 2-15 0,-1-2-27 0,-12 2 13 16</inkml:trace>
  <inkml:trace contextRef="#ctx0" brushRef="#br0" timeOffset="-25287.65">29675 12926 22 0,'0'0'199'0,"0"0"-2"0,0 0-4 16,0 0-7-16,-7 4-12 0,7-4-10 0,0 0-16 15,0 0-13-15,0 0-16 0,0 0-11 0,0 0-12 0,0 0-9 16,0 0-10-16,0 0-7 0,0 0-6 0,0 0-8 16,19 3-6-16,-9-1-8 0,8 0-20 0,0 1-24 15,4-3-32-15,5 1-32 0,-6 1-16 16,0-2-26-16,0 0-25 0,-3 0-29 0,-4 3-109 15,-1 0-293-15,-5-2 130 0</inkml:trace>
  <inkml:trace contextRef="#ctx0" brushRef="#br0" timeOffset="-25123">29813 13034 74 0,'0'0'182'0,"0"0"-12"0,0 0 3 0,-6 3-4 0,6-3-8 16,0 0-17-16,0 0-12 0,0 0-13 0,0 0-14 15,0 0-14-15,0 0-12 0,0 0-16 0,0 0-24 16,16 6-31-16,-5-3-45 0,3-1-50 0,5 0-51 16,8-2-104-16,5-2-261 0,1 2 116 0</inkml:trace>
  <inkml:trace contextRef="#ctx0" brushRef="#br0" timeOffset="-24569.7">30299 12575 80 0,'0'-7'210'0,"-1"0"-3"0,1 7-3 0,-2-11-18 15,2 11-22-15,-1-9-19 0,1 9-14 0,0 0-14 16,0 0-16-16,0 0-10 0,0 0-10 0,0 0-9 15,0 0-5-15,18 30-5 0,-13-14-11 0,2 2 0 16,-2 1-5-16,0 0-6 0,0 0-2 0,0 0-4 16,-1 0-7-16,0-4-2 0,1 3-1 0,-3-5-1 15,2 0 3-15,-1 4-8 0,-1-7-6 0,1 2 3 16,1-2-2-16,-2-1 1 0,0-3 1 0,1-2-3 16,-3-4 3-16,3 9 10 0,-3-9 16 0,5 4 5 15,-5-4-5-15,0 0-1 0,14-6-1 0,-5 0-3 16,-1-2-4-16,-1-1 4 0,6-7-8 0,4-3-5 15,1-2 0-15,-3-2-1 0,3 0-3 0,-1-1-1 16,0-2-2-16,1 2-1 0,-1 3-2 0,-3-2-1 16,1 3-4-16,-4 6 2 0,-5 4 2 0,0 2-7 15,-2 2-3-15,-1 0-22 0,1 2-28 0,-4 4-20 16,5-5-16-16,-5 5-20 0,0 0-13 0,0 0-20 16,-11 19-24-16,4-5-32 0,-3 0-149 0,-2 3-369 15,-3 5 163-15</inkml:trace>
  <inkml:trace contextRef="#ctx0" brushRef="#br0" timeOffset="-24150.21">30711 12820 101 0,'0'0'179'15,"0"0"-6"-15,0 0-12 0,0 0-8 0,5-3-9 16,-5 3-8-16,0 0-4 0,0 0-4 0,0 0-6 16,0 0-3-16,0 0-9 0,0 0-6 0,0 0-11 15,-14-12-6-15,14 12-13 0,-7-1-6 0,7 1-7 16,0 0-8-16,-14 1-4 0,14-1-7 0,-13 6-6 16,6-4 0-16,-1 0-3 0,2 1-7 0,-1 1-3 15,3 1 2-15,-2 0-6 0,6-5 2 0,-6 8-7 16,3-2 0-16,2 2-2 0,1-8 1 0,-1 12-1 15,2-2 2-15,0-4 2 0,3 3-7 0,0-2 1 16,-2 0-4-16,3 2 1 0,1-1 1 0,-1 0-1 16,-1-2-4-16,1 1 1 0,1 0-1 0,-2-2-3 15,0 0 1-15,0 1-3 0,-4-6-2 0,5 6 4 16,-5-6-7-16,1 7 2 0,-1-7 4 0,0 0-2 0,0 0 2 16,-12 11-2-16,6-8 3 0,-4 2-1 15,0-3-3-15,-1 1-10 0,-1-1-8 0,1 0-12 16,-1-2-21-16,1 2-27 0,1 1-20 0,-1-1-29 15,4 1-29-15,7-3-32 0,-11 2-115 0,11-2-332 16,0 0 148-16</inkml:trace>
  <inkml:trace contextRef="#ctx0" brushRef="#br0" timeOffset="-23620.69">30722 12975 74 0,'8'-2'125'15,"-8"2"-9"-15,0 0 2 0,0 0 11 0,5 8-17 16,-5-8-7-16,0 0-6 0,2 8-7 0,-2-8-12 0,3 9 4 16,-3-9-2-16,0 9-3 0,0-9-9 0,0 7-3 15,0-7-4-15,0 0 10 0,0 0 4 0,0 0 12 16,0 0 12-16,0 9 10 0,0-9 6 16,0 0-2-16,0 0-10 0,0 0-10 0,0 0-7 15,0 0-12-15,0 0-5 0,0 0-10 0,-5-25-4 0,5 15-7 16,0 10-4-16,2-17-6 0,2 8-9 0,2-1-1 15,-3 1 0-15,5-1-7 0,0 0-4 16,-2 3-4-16,0 2-3 0,6-2-3 0,-3 3-2 16,0 1-4-16,0 0-3 0,-3 3 0 0,-6 0 0 0,17 6-3 15,-10 2 4-15,1-2-3 0,-3 4-2 0,2 1-2 16,-4 1 6-16,2 3-3 0,-2 2 2 0,-3-1 1 16,-1-3-1-16,-1 3 0 0,0-3 2 15,1-2-2-15,-1-4-1 0,1 1 2 0,0 0 2 16,1-8-1-16,-3 11 1 0,3-11 4 0,-1 7 2 0,1-7-2 15,0 0 2-15,0 0 3 0,0 0-4 0,0 0 0 16,0 0-4-16,0 0 2 0,0 0-3 0,15-20 0 16,-10 11-3-16,2-1-4 0,2-4-8 15,3 1-4-15,1-2-3 0,0 3-3 0,1 1 2 16,-1-2 3-16,2 4 1 0,1 1-2 0,-5 3 1 0,-3 2 1 16,1 1 1-16,0 0-3 0,-9 2 4 0,12 2 1 15,-5 0 0-15,-1 1 2 0,1 2 0 0,-2 4 2 16,-1-2-2-16,-1 3 4 0,0-3 2 15,1 3-1-15,0-1 3 0,-1 2-13 0,-1 0-27 16,-2-4-24-16,2 3-28 0,1 1-28 0,-1-5-34 0,2 3-19 16,-1-2-20-16,1 0-116 0,0 1-339 0,1-4 151 15</inkml:trace>
  <inkml:trace contextRef="#ctx0" brushRef="#br0" timeOffset="-23291.79">31293 12975 67 0,'2'-7'180'0,"-2"7"3"15,-2-13 0-15,2 13-8 0,-2-8-15 0,2 8-15 16,0 0-18-16,-12-1 1 0,12 1-17 0,-18 6-8 16,7 0-7-16,0 2-9 0,-4 2-12 15,0 2-7-15,2 1-5 0,3 0-5 0,1-2-7 0,3 0-3 16,1-1-3-16,-1 1-6 0,5-5-4 0,-1 2-5 16,2 0-4-16,0-8-9 0,2 11-9 0,2-5-5 15,-4-6-5-15,9 8-4 0,-3-8-5 0,2 1 6 16,1-1-4-16,-9 0 1 0,19-4 4 0,-10-1-4 15,-1 0 2-15,0-1 0 0,0 0 5 0,-1-1 0 16,0 0 2-16,-3 2-4 0,3 0 2 0,-2 0 3 16,-5 5 4-16,6-6-4 0,-6 6 0 0,4-3-3 15,-4 3 5-15,0 0-8 0,0 0 1 0,0 0 4 16,9 8-2-16,-9-8 1 0,4 13-2 0,-4-7 0 16,1 5 3-16,4-3-14 0,-4 3-17 0,1 0-14 15,3-2-31-15,0 1-27 0,0-1-23 0,-2-3-25 16,-1 4-12-16,1-6-96 0,-1 1-279 0,-2-5 124 15</inkml:trace>
  <inkml:trace contextRef="#ctx0" brushRef="#br0" timeOffset="-23115.02">31448 12981 5 0,'5'-5'110'0,"-5"5"-12"0,12-3-5 0,-12 3-5 0,9 3-1 16,-9-3-8-16,7 9 5 0,-4-3-3 0,2 4 4 15,-1 1-10-15,0 2-6 0,-2-4-8 0,2 3-2 16,-1 1-8-16,0-1-22 0,3 2-27 0,-3-4-35 16,4-1-30-16,-2 0-24 0,-1-4-76 0,1 4-175 15,-4-3 78-15</inkml:trace>
  <inkml:trace contextRef="#ctx0" brushRef="#br0" timeOffset="-22956.19">31642 13025 87 0,'4'-6'150'0,"-4"6"-12"16,0 0-21-16,0 0-4 0,0 0 0 0,0 0-6 16,0 0 5-16,-31 15-14 0,12-3-10 0,2 1-9 15,-7 1-1-15,0 3-15 0,2 0-10 0,1-1-33 16,7 0-32-16,-2-2-40 0,2-1-45 0,3 0-113 16,2-3-226-16,1-4 100 0</inkml:trace>
  <inkml:trace contextRef="#ctx0" brushRef="#br0" timeOffset="-22782.63">31774 13005 74 0,'9'0'156'0,"1"0"-12"15,4 0-12-15,2-1-16 0,3 4-17 0,1 1-32 16,7-6-55-16,1 4-31 0,2 2-34 0,-9-1-69 15,1-3-131-15,6 3 58 0</inkml:trace>
  <inkml:trace contextRef="#ctx0" brushRef="#br0" timeOffset="-22463.93">32139 12739 132 0,'0'-10'198'0,"0"3"-4"0,0 7-12 0,-3-13-20 16,3 13-22-16,0 0-14 0,0 0-14 0,0 0-11 15,0 0 4-15,18 18-3 0,-13 1-1 0,1 4-3 16,-1 2-6-16,-2 2-3 0,-1 1-6 0,1-1-4 16,-1 2-6-16,-3-4-4 0,4-1-7 0,-2 1-4 15,-1-6-4-15,1-2-8 0,2-1-1 0,-2-1-6 16,0-4-2-16,-1-5-3 0,0 2 0 0,0-8 1 16,3 11 12-16,-2-6 17 0,-1-5 6 0,5 4-11 15,-5-4-2-15,0 0-10 0,25-12 1 0,-15 2-7 16,3-1 0-16,2-4-7 0,-1 1-5 0,4-7-5 15,-3 0-1-15,3 0-1 0,1-2-2 0,2-2-8 16,-2 2-2-16,3 1-3 0,-6 0 26 0,1 3-15 16,-5 5-14-16,-4 5-25 0,0-2-30 0,-2 3-26 15,1 0-35-15,-5 3-40 0,1 1-46 0,-3 4-27 16,0 0-9-16,0 0-153 0,0 0-420 0,0 0 186 16</inkml:trace>
  <inkml:trace contextRef="#ctx0" brushRef="#br0" timeOffset="-22200.97">32481 12943 44 0,'0'0'197'15,"7"3"-21"-15,-7-3-7 0,0 0-9 0,4 8 7 16,-4-2 9-16,1 3-9 0,-3 3-7 0,2-2-7 16,-1 4-8-16,-2 0-11 0,0 3-9 0,0-2-5 15,-1 3-11-15,-2-2-7 0,4 0-2 0,-2 0-8 16,3-5-9-16,0-2-7 0,1 1-1 0,-1-2-7 15,1-8-3-15,0 11-1 0,2-6 0 0,-2-5 4 16,1 9-2-16,3-4-3 0,4-3-5 0,-1 0-5 16,4 0-5-16,8-1-3 0,-1-1-7 15,5-1-5-15,5-5 2 0,-28 6-19 0,50-5-28 16,-50 5-39-16,44-5-41 0,-44 5-46 0,32-4-50 0,-32 4-61 16,0 0-215-16,0 0-503 0,41-5 222 0</inkml:trace>
  <inkml:trace contextRef="#ctx0" brushRef="#br0" timeOffset="-21855.49">30695 13463 147 0,'-18'-1'184'16,"7"1"-12"-16,1 0-11 0,5 1-1 0,5-1 6 16,0 0-7-16,25 8-4 0,6-4-9 0,24 1-8 15,37 0-15-15,6-5-10 0,6-2-10 0,3 0-13 16,7 1-7-16,-3-2-7 0,9 1-5 0,-5-2-9 15,1-1-8-15,-12 2-7 0,-4 2-4 0,-36 0-2 16,-4 2-10-16,-5-2-5 0,-17 1-22 0,-3 1-24 0,-9-1-32 16,-8 1-44-16,-6-1-21 0,-2 1-33 15,-5 1-46-15,-5-2-125 0,0 0-348 0,-27 6 154 16</inkml:trace>
  <inkml:trace contextRef="#ctx0" brushRef="#br0" timeOffset="-21503.99">30961 13663 12 0,'-9'0'229'0,"9"0"-3"16,0 0-6-16,0 0-8 0,0 0-16 0,0 0-14 15,0 0-20-15,0 0-13 0,18 13-18 0,-18-13-12 16,6 9-12-16,0 1-10 0,-5-2-8 0,0 0-10 15,-1 3-8-15,-2 4-2 0,0-2-7 0,-2-1-5 16,-6-1-4-16,3 6-4 0,-4-3-2 0,0-2-4 16,-1-5-4-16,2 1 0 0,-3 0-8 0,3-2-1 15,1-1-1-15,-1-1 3 0,4-1 4 0,0 0 1 16,1 0-5-16,5-3-3 0,-7 3 0 0,7-3 7 16,0 0-1-16,0 0-2 0,-9 2-4 0,9-2-2 15,0 0-6-15,0 0-2 0,0 0 1 0,20 7-2 16,-5-5-3-16,5 2-1 0,8-3-1 0,2 3-2 15,1-2-18-15,1 0-26 0,-1 2-33 0,-3-4-35 16,-8 2-45-16,10 0-48 0,-10 1-43 0,8 0-186 16,-11-2-456-16,0-1 202 0</inkml:trace>
  <inkml:trace contextRef="#ctx0" brushRef="#br0" timeOffset="-21027.84">31334 13826 1 0,'5'-8'241'15,"-5"8"-8"-15,0 0-20 0,0 0-11 0,0 0-14 16,0 0-20-16,0 0-17 0,0 0-17 0,0 0-4 16,0 0-9-16,0 0-6 0,0 0-3 0,-7 23-11 15,2-12-9-15,1-1-4 0,-1-1-10 0,3 1-7 16,0 2-6-16,0-1-2 0,2-2-14 0,0 2 2 16,2-4-2-16,0 1-9 0,1-3-2 0,1 4-3 15,1-4 0-15,-1-1-2 0,2-1-3 0,-6-3-3 16,13 2-1-16,-7-1-1 0,-6-1-1 0,18-1-2 15,-9-3-2-15,0 1-3 0,0-2 7 0,-4-1-6 16,5 0-3-16,1-3-1 0,-3 1-4 0,1-1 1 16,3-6-3-16,2 4 0 0,-1 1 3 0,-2 1-7 15,0 3 3-15,-1-3-3 0,-1 2-2 0,1 2 0 16,-5 3-6-16,2-1 0 0,-7 3-3 0,13-1 2 16,-13 1 0-16,8 6-1 0,-1-1 4 0,-5 2-1 15,2 2-1-15,2 1 4 0,-2 0-4 0,-1 0 2 16,-2-1 0-16,0 1 1 0,2-1 2 0,1-1 5 15,0 3-1-15,1-5 8 0,1 0 2 0,0 1 1 16,3-3 5-16,3-1 2 0,-3 1 1 0,2-2 7 16,1-2-4-16,-1 0-3 0,3-2 8 0,-1 1-19 0,0-3 2 15,0 2 12-15,-1-2 0 0,-2-1-2 16,1-2-3-16,-3 0-2 0,-1-2-21 0,0 0 16 16,-1-1 0-16,-2-1-7 0,-3 0-10 0,-1 3-9 15,0-4-16-15,0 12-22 0,-8-15-23 0,-2 9-18 16,0 1-22-16,-4-1-24 0,2 2-26 0,-5 3-43 15,-1-1-27-15,-1 4-186 0,2 5-451 0,4-3 200 16</inkml:trace>
  <inkml:trace contextRef="#ctx0" brushRef="#br0" timeOffset="-20679.21">31888 14039 219 0,'16'1'229'16,"2"0"-6"-16,-6-2-8 0,1 1-9 0,2-1-15 15,-2 1-14-15,1-2-14 0,-3 1-8 0,1-1-10 16,-1 2-10-16,-1-4 0 0,-2 0-14 0,0-1-6 16,-2 1-15-16,0-4-5 0,0 1-9 0,-1-3 4 15,-3 0-8-15,1-3-9 0,-2 2-2 0,2-6-14 16,-5 1 3-16,2 0-10 0,0-2-5 0,2 3-2 16,0-2-10-16,3 1-5 0,0 1-4 0,1 4-2 15,0 2-3-15,3 0-3 0,-1 2-1 0,-1 2-2 16,3 0-2-16,-3 5-5 0,3 0 0 0,-10 0-4 15,18 7 5-15,-10-2-5 0,2 1-3 0,-4 2-1 16,2-2 0-16,-2 6 4 0,1-2-3 0,-5-2 4 16,5 0-5-16,-2 3 5 0,-2-1-3 0,1 0-1 15,0-2 3-15,0 3 2 0,3 0-3 0,1-1 4 0,5 1 0 16,0 1-19-16,6-4-21 0,7 0-27 16,0-1-25-16,3 1-24 0,0-4-25 0,2-3-31 15,2 2-36-15,-2-2-30 0,-1-3-177 0,-2 0-442 16,-2-1 196-16</inkml:trace>
  <inkml:trace contextRef="#ctx0" brushRef="#br0" timeOffset="-16272.05">24350 14990 106 0,'0'0'117'0,"0"0"-14"0,0 0-7 0,0 0-4 15,0 0-21-15,0 0 5 0,0 0-22 16,-9-8 1-16,9 8-22 0,0 0-18 0,0 0-25 15,0 0-19-15,0 0-28 0,0 0-64 0,0 0-130 16,0 0 58-16</inkml:trace>
  <inkml:trace contextRef="#ctx0" brushRef="#br0" timeOffset="-15272.15">21554 15761 25 0,'0'0'183'0,"-5"-5"-17"0,5 5-3 15,-3-6-33-15,3 6-6 0,0 0-17 0,-6-5-15 16,6 5-14-16,0 0-5 0,0 0-9 0,0 0-2 15,0 0-3-15,8 25 2 0,-6-12-1 0,2 3-4 16,-1 2 0-16,0-1-1 0,0 1 3 0,0 1 1 16,-1 0 2-16,-2-3-10 0,4 3-2 0,-4-3-4 15,2 0-3-15,0-3-8 0,-2-2 3 0,-2 1-7 16,4 0 1-16,-1-2-8 0,0 1 0 0,-1-4-6 16,0-7 4-16,-1 11-3 0,1-3-1 15,0-8-1-15,0 14-6 0,0-9-14 0,0-5-16 0,-1 12-22 16,1-12-16-16,-4 10-15 0,4-10-24 0,-1 5-20 15,1-5-19-15,0 0-22 0,0 0-101 0,0 0-280 16,0 0 124-16</inkml:trace>
  <inkml:trace contextRef="#ctx0" brushRef="#br0" timeOffset="-14967.56">21640 15705 44 0,'5'-8'130'0,"0"-1"-17"15,3 2-5-15,2 3-11 0,0 0-9 16,-1 3-9-16,2 1-8 0,0 4-5 0,-2 3-7 0,-3-1-3 16,0 6-7-16,-2-1-1 0,0 5-5 15,-3 0-7-15,-2 1-1 0,-2 2-6 0,-3-1 3 16,0 0-6-16,-3-3 1 0,0 2-10 0,-1-4 2 16,-1 2-2-16,4-7-1 0,-2 1-2 0,-1-3-3 15,2 3 4-15,-1-2 0 0,-1-2 5 0,2 0 6 16,2-2 5-16,0 0 9 0,6-3 5 0,-8 4-8 15,8-4 6-15,-7 3-9 0,7-3 1 0,0 0-9 16,0 0-1-16,0 0-6 0,0 0 1 0,0 0-2 16,0 0-4-16,22 10 2 0,-12-7-20 0,2 0-25 15,-3 1-34-15,2 3-17 0,2-1-26 0,-3 2-24 16,0-1-104-16,-2 0-252 0,-2 2 113 0</inkml:trace>
  <inkml:trace contextRef="#ctx0" brushRef="#br0" timeOffset="-14710.12">21846 16003 119 0,'0'0'124'0,"0"0"6"0,0 0-8 0,0 0 11 0,3 19-13 16,-3-8-2-16,-1 4-10 0,-1 3-4 0,-1-1-11 15,0 2-3-15,-1-3-10 0,2 1-1 0,-3 1-9 16,2-1-9-16,-1-1 1 0,1-5-6 0,1 1-6 15,2-1-6-15,-1-2-2 0,1 1 5 0,3 0-5 16,0-5-7-16,2 3 0 0,1-3-1 0,3-1-5 16,2 0 2-16,2 2-6 0,5-1 1 15,-2-2-8-15,5 0-12 0,-2-1-31 0,3 1-28 16,-1-1-42-16,6 0-15 0,1-2-17 0,-7-3-161 16,6-2-311-16,-6-1 139 0</inkml:trace>
  <inkml:trace contextRef="#ctx0" brushRef="#br0" timeOffset="-14167.9">22266 16179 34 0,'0'0'157'0,"0"0"-2"0,-4 26-9 0,3-16 3 16,1-1-15-16,-2 1-8 0,1 0-11 0,1 0-9 15,-2 2-1-15,0-1 6 0,1-1-11 0,-3 0-7 16,3-4-35-16,0 0-3 0,1-6-1 0,-1 12 7 15,1-12 14-15,-2 8 8 0,2-8 10 0,0 0 0 16,-2 6-3-16,2-6-14 0,0 0-6 0,0 0-5 16,0 0-11-16,0 0-4 0,0 0-7 0,-8-26-4 15,9 18 0-15,-1-4-5 0,3-1-4 0,-1-1-6 16,4-1 1-16,0-2-6 0,0 2-1 0,2-2 2 16,3-5-9-16,-2 5 3 0,2 1-5 0,1 2 0 15,4 2-4-15,-3 0-3 0,-1 7-1 0,0 3 3 16,2-1-3-16,-1 3-1 0,-2 3-7 0,2 2 6 15,-2 4 0-15,3 1 1 0,-6 1 0 0,1 3 0 16,-2 0 3-16,-4 2-5 0,1 0 4 0,-4-4-2 16,-1-2 0-16,-2 2-4 0,1 0 3 0,-1 0-2 15,1-4 5-15,-1 3-2 0,0-5 3 0,0-1-3 16,0 1 4-16,3-6 0 0,-5 6-4 0,1-2 2 16,4-4 3-16,0 0-4 0,-11 0-2 15,11 0-6-15,0 0-4 0,-7-11-2 0,7 11 0 16,2-16-3-16,-2 16 0 0,9-23-4 0,1 7 4 0,-1 0 4 15,1-2-4-15,3 1 1 0,-1 2 0 0,4 0 1 16,-3 0 0-16,1 2 1 0,0 2 6 0,0 2-3 16,-3 3 4-16,-1 3-6 0,2 3 0 0,-12 0 2 15,18 2-1-15,-10 5 5 0,0-1 0 16,-3 4-2-16,-1-1 2 0,-2 2 1 0,0 4 3 16,-1 2-1-16,-3-1-7 0,-2 1-25 0,0-1-28 15,2-1-16-15,-3 2-6 0,1-2-25 0,3-4-36 16,-1 2-46-16,1-4-113 0,0 1-329 0,1-10 145 15</inkml:trace>
  <inkml:trace contextRef="#ctx0" brushRef="#br0" timeOffset="-13981.25">22754 16169 95 0,'0'0'191'0,"6"-17"-7"0,-6 17-15 15,2-11-24-15,-2 11-16 0,0 0-15 0,0 0-15 16,0 0-3-16,0 0-7 0,0 0-2 0,0 0-10 15,8 28-8-15,-6-16-3 0,-1 1-7 0,2 4-7 16,-2-1-1-16,-1 1-8 0,-1 0-12 0,-2 1-42 16,1-3-33-16,-1 2-34 0,1-1-21 0,-1 0-31 15,0-5-118-15,-2 0-267 0,3-3 118 16</inkml:trace>
  <inkml:trace contextRef="#ctx0" brushRef="#br0" timeOffset="-13607.69">22902 16263 89 0,'0'0'144'16,"2"-18"-14"-16,0 8-6 0,3-5-18 0,0 3-4 16,3 2-6-16,5-2-1 0,-2-1-1 0,5 3-11 15,-6 5-3-15,1 2-1 0,3 0-8 0,-2 3-12 16,2 0-7-16,-14 0-6 0,17 6 7 0,-8 1-13 15,-1 0 1-15,-1 2 0 0,-2 4-8 16,-2-2 1-16,-1 5-2 0,0-3-16 0,-1 4 12 16,-4-1-28-16,1 1-32 0,0-3-45 0,1-1-44 15,-2-2-136-15,1 0-277 0,1 0 122 0</inkml:trace>
  <inkml:trace contextRef="#ctx0" brushRef="#br0" timeOffset="-13455.04">23352 16202 70 0,'0'0'77'16,"0"0"-25"-16,0 0-22 0,17 10-32 0,-17-10-37 16,1 10-40-16,-1-10 18 0</inkml:trace>
  <inkml:trace contextRef="#ctx0" brushRef="#br0" timeOffset="-13312.09">23333 16351 61 0,'0'0'175'0,"0"0"-5"0,0 0-11 15,0 0-5-15,0 0-15 0,0 0-26 0,0 0 0 16,9 3-12-16,-9-3-14 0,13-1-16 0,-13 1-37 16,21-3-36-16,-1 1-55 0,-2 1-55 0,2 1-89 15,-1 0-218-15,2-3 96 0</inkml:trace>
  <inkml:trace contextRef="#ctx0" brushRef="#br0" timeOffset="-12670.08">23923 15967 107 0,'-2'-11'180'16,"1"4"-13"-16,-2-3-7 0,3 10-9 0,-1-10-13 15,1 10-18-15,0 0-12 0,0 0-9 0,5-7-5 16,-5 7-11-16,17 10 0 0,-5 1-7 0,0 0-5 16,3 3-4-16,-1 8-7 0,0-1-3 0,-1 5-2 15,-3 1-3-15,3 2-4 0,-5-1-3 0,-1-1-3 16,-1-3-7-16,2-1 2 0,-3-6-4 0,-2 2-2 16,2-1-3-16,-2-8-3 0,1 1 0 0,-3-2-3 15,2-3-2-15,-2-1 0 0,0 2 7 0,-1-7 10 16,1 8 4-16,-1-8 11 0,4 4 11 0,-4-4 2 15,0 0-6-15,0 0-8 0,0 0-5 0,8-15-2 16,-4 5-7-16,2-6-5 0,0-1-4 16,5-8 0-16,-2 0-2 0,2-1-6 0,2-2 1 0,-1-3-1 15,0 1-3-15,0 3 6 0,-1-1-8 0,2 3-7 16,-2 0-5-16,0 3-10 0,-1 6-14 0,-2 1-5 16,-2 5-18-16,-3 0-15 0,4 2-31 0,-6 4-40 15,-1 4-21-15,0 0-13 0,7-3-16 16,-7 3-16-16,0 0-143 0,0 0-368 0,1 23 163 0</inkml:trace>
  <inkml:trace contextRef="#ctx0" brushRef="#br0" timeOffset="-12386.07">24433 16056 42 0,'0'0'145'0,"0"0"-11"0,0 0-4 0,17 6-13 15,-17-6-5-15,8 14 10 0,-6-4-9 0,2 6 2 16,-1 1 1-16,0 2-2 0,-1 1-11 0,-2 5-8 16,-5 1-2-16,4 0-11 0,-2-7-6 0,2 0-9 15,-1-3-2-15,0-1 0 0,0-1-3 0,2-4-7 16,2 0-3-16,-2-3-5 0,0-7-1 0,-2 12-7 16,4-6 0-16,-2-6-3 0,4 8 3 0,-2-3-4 15,-2-5-3-15,13 4-2 0,-6-4-2 0,-7 0-2 16,32-7-2-16,-12 3-3 0,8-4-28 0,-3 0-23 15,2-2-31-15,-6 5-23 0,5-3-38 0,-4 4-30 16,-1 0-32-16,0 1-130 0,-8 2-338 0,6-1 150 16</inkml:trace>
  <inkml:trace contextRef="#ctx0" brushRef="#br0" timeOffset="-12139.25">24012 16608 53 0,'-7'1'155'0,"7"-1"-2"0,0 0 0 0,0 0-14 16,23 13-8-16,4-10-8 0,8-3-12 0,2 0-6 15,18-4-12-15,6 2-12 0,0-4-4 0,2-4-10 16,34-3-1-16,-9 0-8 0,-28 6-7 0,-1 2-22 15,-3 0-30-15,-17 2-43 0,-2 2-39 0,-4 2-32 16,-5 2-119-16,-10 2-253 0,-5-2 112 0</inkml:trace>
  <inkml:trace contextRef="#ctx0" brushRef="#br0" timeOffset="-11954.19">24124 16865 146 0,'0'0'162'0,"50"-11"-13"0,-17 4-16 0,19-6-10 15,0 1-20-15,0 2-8 0,-14 3-7 0,12-1-11 16,-15 2-46-16,-3 4-30 0,-2-1-46 0,-8 5-27 16,-8-2-94-16,-3 2-178 0,-11-2 79 0</inkml:trace>
  <inkml:trace contextRef="#ctx0" brushRef="#br0" timeOffset="-11593.84">24346 16906 29 0,'4'10'173'16,"-4"5"-18"-16,0 1 0 0,0 1-9 0,-2 2-7 15,-2 5-9-15,1-4-2 0,-2 6 15 0,-2 1-11 16,1 0-10-16,0-3-6 0,-4 1-12 0,3-8-11 15,0 0-5-15,3-4-18 0,-4 3 3 0,5-6-8 16,0 0-7-16,-1-2-4 0,4-8-3 0,-5 14-6 16,2-9-3-16,3-5-5 0,-6 14 2 0,1-10-9 15,5-4-4-15,-8 6 3 0,8-6-9 16,-10 4 1-16,10-4-14 0,-13 0-5 0,13 0 7 16,0 0-9-16,-20-7 0 0,13 3 0 0,7 4 2 15,-12-9-1-15,6 4-3 0,6 5 7 0,-7-6-7 16,7 6 1-16,0 0-5 0,-7-6 0 0,7 6 4 15,0 0 0-15,0 0-5 0,0 0 4 0,0 0 1 16,0 0 1-16,34 4-4 0,-22-2 5 0,6-1-9 16,0 1-2-16,4-1-19 0,0 1-10 0,-3-2-32 15,10-2-22-15,-1 2-39 0,-7 0-26 0,-2-1-22 16,0 1-115-16,-6 0-320 0,-13 0 142 0</inkml:trace>
  <inkml:trace contextRef="#ctx0" brushRef="#br0" timeOffset="-11356.06">24507 17124 66 0,'0'0'193'0,"0"0"-19"15,0 0-12-15,0 0-14 0,0 0 4 0,0 0-8 16,0 0 2-16,0 0-3 0,0 0-10 0,3 46-8 0,-6-29-10 16,1 2-3-16,2-3-9 0,-5 2-9 15,2-1-10-15,3 0-5 0,-2-2-4 0,1-2-12 16,2 2-4-16,-2-4-5 0,3-1-1 0,-2-10-5 15,1 14-11-15,4-8 12 0,-5-6-8 0,7 12-3 16,-2-8-2-16,5-1-6 0,4-1-1 0,-1 0-7 16,1-3-27-16,4 2-39 0,-18-1-45 0,25 0-55 15,-12 0-57-15,-3 0-187 0,-10 0-419 0,18 2 185 16</inkml:trace>
  <inkml:trace contextRef="#ctx0" brushRef="#br0" timeOffset="-10859.36">24723 17422 22 0,'0'0'188'0,"-1"9"-4"15,1-9-13-15,0 0-7 0,5 10-9 0,-5-10-3 16,0 0-17-16,0 10-6 0,0-10-5 16,0 0-7-16,2 10 3 0,-2-10 4 0,0 0 8 15,0 0-4-15,0 0-11 0,0 0-6 0,0 0-6 16,0 0-11-16,0 0-10 0,0 0-7 0,0 0-10 15,0 0-2-15,-11-30-7 0,11 30-10 0,5-22 3 16,-1 8-11-16,3-2-4 0,-3 4 2 0,3-1-13 16,2-2-2-16,0 6 1 0,-4 0-8 0,4 0 4 15,-1 2-8-15,-1 2-13 0,4 0 14 0,-1 2-3 16,-10 3-5-16,15-2 2 0,-15 2-3 0,16 5 0 16,-9 2 4-16,0-3-3 0,1 2-1 0,0 1 5 15,0 2-1-15,-5-3-2 0,-3-6 4 0,6 13-3 16,-2-6 2-16,-4-7-15 0,1 12 18 0,-1-12 3 15,0 10-6-15,0-10 5 0,0 0-3 0,0 0 3 16,0 0 1-16,0 0 1 0,-3 12-5 0,3-12 0 16,0 0 1-16,0 0-12 0,0 0 11 15,0 0-9-15,0 0 8 0,0 0-14 0,-11-26 10 16,11 26 0-16,4-21-3 0,1 11 6 0,0-2-6 16,6-2 3-16,-3 1-13 0,-1 4 8 0,3-1 4 0,-1 2-6 15,-3 1-3-15,-6 7-8 0,9-10 7 0,-9 10-2 16,11-3 3-16,-11 3-1 0,0 0-1 0,16 9 6 15,-16-9-3-15,5 15 2 0,0-3 0 16,-5-1-3-16,0 4-21 0,-2 2-24 0,-3-3-40 16,4-1-27-16,1 3-24 0,0-16-39 0,0 23-33 15,0-12-219-15,2-1-468 0,-2-10 208 0</inkml:trace>
  <inkml:trace contextRef="#ctx0" brushRef="#br0" timeOffset="-10529.47">25200 17312 91 0,'0'0'207'0,"-2"-20"-14"16,2 20 1-16,-2-16 0 0,2 16-9 0,-4-10-12 16,4 10-17-16,0 0-14 0,-10-2-11 0,10 2-3 15,0 0-9-15,-21 17-7 0,14-6-3 0,-4-1-13 16,2 1-8-16,2 0-7 0,2 0-11 16,0 1-6-16,1-1-4 0,2-2-10 0,-1 1-2 0,3-10-4 15,0 16-13-15,0-16 7 0,5 10-9 0,-5-10-3 16,9 9-1-16,-9-9-6 0,9 0 2 0,-9 0-6 15,0 0-1-15,0 0 2 0,21-10-4 16,-17 4-6-16,-4 6 2 0,11-12-2 0,-8 5-3 16,3 2 3-16,-6 5-2 0,5-14-3 0,-3 9 2 15,-2 5 3-15,7-8-6 0,-7 8-3 0,0 0-6 16,6-7 7-16,-6 7-1 0,0 0 0 0,0 0 2 16,0 0-4-16,0 0 3 0,18 15-1 0,-13-10 0 15,-5-5-4-15,3 13-28 0,-1-7-19 0,-2-6-30 16,8 16-29-16,-8-16-47 0,10 13-29 0,-5-6-43 15,-5-7-121-15,8 9-383 0,-8-9 170 0</inkml:trace>
  <inkml:trace contextRef="#ctx0" brushRef="#br0" timeOffset="-10326.66">25339 17275 56 0,'4'-11'224'0,"0"8"-14"16,-4 3-13-16,0 0-9 0,11-4 1 0,-11 4-8 15,0 0-13-15,0 0-9 0,20 12-14 16,-13-8-12-16,1 3-12 0,-4 1-12 0,5-1-13 16,-1 0-7-16,2-1-6 0,1 3-8 0,-2-2-21 15,3 2-25-15,-2-4-38 0,-1 1-42 0,-9-6-18 16,16 11-35-16,-9-6-22 0,-7-5-30 0,9 7-17 16,-9-7-130-16,9 4-329 0,-9-4 145 0</inkml:trace>
  <inkml:trace contextRef="#ctx0" brushRef="#br0" timeOffset="-10189.92">25534 17254 87 0,'0'0'196'16,"0"0"-12"-16,-5-12-18 0,5 12-11 0,0 0-4 15,0 0-9-15,0 0-6 0,-35 23-10 0,18-4-9 16,-5 3-14-16,-4 1-9 0,0 2-10 0,-1 0-28 16,2-1-40-16,-2 2-47 0,7-1-72 0,-6 0-178 15,-2-5-302-15,6 1 134 0</inkml:trace>
  <inkml:trace contextRef="#ctx0" brushRef="#br0" timeOffset="65618.09">22625 9877 60 0,'0'0'69'0,"0"0"-4"0,5-4 2 15,-5 4-16-15,0 0-3 0,0 0-7 0,0 0-9 16,0 0 2-16,0 0-21 0,0 0-9 0,0 0-9 15,0 0-8-15,0 0-9 0,6 7-9 0,-6-7 3 16,0 0-8-16,2 8-23 0,-2-8-63 0,0 8 29 16</inkml:trace>
  <inkml:trace contextRef="#ctx0" brushRef="#br0" timeOffset="66967.16">25571 10286 7 0,'0'0'57'15,"0"0"-4"-15,0 0 0 0,0 0-4 0,0 0-4 16,0 0 4-16,0 0-8 0,0 0-4 0,0 0 2 16,0 0-9-16,0 0 4 0,0 0-10 0,0 0 1 15,0 0 2-15,0 0-1 0,0 0 11 0,5-22-14 16,-5 22 2-16,0 0 1 0,0 0-1 0,0 0-3 16,0 0 1-16,0 0-2 0,0 0-1 0,0 0 1 15,0 0 4-15,0 0 3 0,0 0-1 0,0 0-9 0,0 0 6 16,-3-11-3-16,3 11 7 0,0 0-8 15,0 0 1-15,0 0-3 0,0 0 3 0,0 0-3 16,0 0-6-16,0 0-3 0,-1-8 2 0,1 8 8 0,0 0 2 16,0 0-6-16,0 0 3 0,0 0 1 15,0 0-1-15,0 0-1 0,0 0 4 0,3-9 5 16,-3 9-19-16,0 0 17 0,0 0-4 0,0 0 0 16,0 0 0-16,0 0-1 0,0 0 0 0,0 0 2 0,0 0-4 15,0 0 2-15,0 0-7 0,0 0-2 0,0 0-5 16,0 0 8-16,0 0-5 0,0 0 3 15,0 0-2-15,0 0-10 0,0 0 5 0,0 0-1 0,0 0 4 16,0 0 0-16,0 0-4 0,0 0-1 0,0 0 5 16,0 0-3-16,0 0 2 0,0 0-7 0,1-8-1 15,-1 8 6-15,0 0-3 0,0 0 0 0,0 0-3 16,0 0 7-16,0 0-4 0,0 0 5 0,0 0 0 16,0 0-2-16,0 0-3 0,0 0-5 0,0 0 6 15,0 0-4-15,0 0-1 0,0 0 3 0,0 0 3 16,0 0 1-16,0 0-4 0,0 0-6 0,0 0 4 15,0 0 3-15,0 0-1 0,0 0 3 0,0 0 5 16,0 0-8-16,0 0-1 0,0 0-5 0,0 0 3 16,0 0-2-16,0 0 6 0,0 0-1 0,0 0-1 15,0 0 2-15,0 0 5 0,0 0-5 0,0 0-3 0,0 0-2 16,0 0 1-16,0 0 5 0,0 0 1 16,0 0-2-16,0 0-2 0,0 0-5 0,0 0 1 15,0 0 6-15,0 0-4 0,0 0 2 0,0 0 6 0,0 0-4 16,0 0-9-16,0 0 5 0,0 0 4 0,0 0-3 15,0 0 0-15,0 0-5 0,0 0 3 16,0 0-7-16,0 0 2 0,0 0-9 0,0 0 16 16,0 0-15-16,0 0-3 0,0 0 2 0,0 0 2 0,0 0-9 15,0 0 0-15,0 0-3 0,0 0 8 0,0 0-3 16,0 0-3-16,0 0-1 0,0 0-1 0,0 0-5 16,0 0-5-16,0 0-5 0,0 0 8 0,0 0-11 15,0 0-5-15,0 0-3 0,0 0 5 0,0 0-1 16,0 0-5-16,0 0-5 0,0 0-6 0,0 0-52 15,0 0-126-15,0 0 56 0</inkml:trace>
  <inkml:trace contextRef="#ctx0" brushRef="#br0" timeOffset="67572.14">25140 10108 18 0,'0'0'54'0,"0"0"-11"0,0 0-7 0,0 0-10 15,0 0-20-15,0 0-16 0,0 0-20 0,0 0-31 16,0 0 15-16</inkml:trace>
  <inkml:trace contextRef="#ctx0" brushRef="#br0" timeOffset="69383.27">20429 5463 53 0,'0'0'53'0,"0"0"-7"0,0 0-17 16,0 0-17-16,0 0-11 0,0 0-34 0,0 0-35 15,0 0 16-15</inkml:trace>
  <inkml:trace contextRef="#ctx0" brushRef="#br0" timeOffset="69592.48">20512 5446 11 0,'0'0'34'0,"0"0"-20"0,0 0-17 15,0 0-7-15,0 0-10 0,0 0 5 0</inkml:trace>
  <inkml:trace contextRef="#ctx0" brushRef="#br0" timeOffset="70312.38">21831 4817 2 0,'-5'-12'-1'0</inkml:trace>
  <inkml:trace contextRef="#ctx0" brushRef="#br0" timeOffset="71725.87">23780 4247 11 0,'0'0'71'0,"0"0"3"0,0 0-7 0,0 0 0 16,0 0-10-16,0 0 2 0,0 0 0 0,0 0-4 0,0 0-10 15,0 0 0-15,0 0 9 0,0 0-9 0,0 0-7 16,0 0 10-16,0 0-21 0,0 0 5 16,0 0-1-16,0 0 2 0,0 0-7 0,0 0 5 15,0 0-13-15,0 0 5 0,0 0 2 0,0 0 0 16,0 0-2-16,0 0 8 0,0 0-13 0,0 0-3 15,0 0 0-15,0 0 3 0,0 0 8 0,0 0-7 0,0 0-5 16,0 0 3-16,0 0 3 0,0 0-6 0,0 0 0 16,0 0-4-16,0 0 7 0,0 0-6 15,0 0 1-15,0 0-3 0,0 0 17 0,0 0-18 16,0 0 4-16,0 0-9 0,0 0 16 0,0 0-12 16,0 0 7-16,0 0-8 0,0 0 8 0,0 0 3 0,0 0-4 15,0 0 4-15,3-11-6 0,-3 11 4 16,0 0-2-16,0 0 2 0,0 0-1 0,0 0 5 15,0 0-14-15,0 0-4 0,0 0 1 0,0 0 6 16,0 0-1-16,0 0 1 0,1-8-2 0,-1 8-3 16,0 0 5-16,0 0-1 0,0 0-1 0,0 0 2 15,0 0-1-15,0 0 3 0,0 0-1 0,0 0 1 0,2-7 0 16,-2 7-5-16,0 0 5 0,0 0-3 0,0 0 0 16,0 0-1-16,0 0 0 0,0 0-3 15,0 0 0-15,0 0-3 0,0 0 5 0,0 0-15 16,0 0-8-16,0 0-18 0,0 0-13 0,0 0-13 15,1-8-32-15,-1 8-22 0,0 0-117 0,0 0-251 0,0 0 111 16</inkml:trace>
  <inkml:trace contextRef="#ctx0" brushRef="#br0" timeOffset="72445.98">20377 5760 1 0,'0'0'46'0,"0"0"-7"0,0 0-4 0,0 0-16 0,0 0-5 15,0 0-18-15,0 8-21 0,0-8-28 16,0 0 13-16</inkml:trace>
  <inkml:trace contextRef="#ctx0" brushRef="#br0" timeOffset="73184.28">20438 5796 6 0,'0'0'86'0,"0"0"-8"16,0 0-6-16,0 6-8 0,0-6-6 0,0 0-3 16,0 0-10-16,0 0-5 0,0 0-7 0,0 0 1 15,0 0 7-15,0 0-16 0,0 0 3 0,0 0-4 0,0 0-7 16,0 0 7-16,0 0-2 0,0 0-10 15,0 0 5-15,0 0 3 0,0 0 3 0,0 0-6 16,0 0 5-16,0 0 4 0,0 0 2 0,0 0 1 16,0 0-2-16,0 0 2 0,0 0 22 0,0 0-11 15,0 0 3-15,0 0-10 0,0 0 6 0,0 0 1 16,0 0-1-16,0 0-1 0,0 0 5 0,0 0-8 16,0 0-2-16,0 0-4 0,0 0 1 0,0 0-4 15,0 0-4-15,0 0-3 0,0 0 4 0,0 0-9 16,0 0-2-16,0 0-2 0,0 0 10 0,0 0-9 0,0 0-1 15,0 0-3-15,0 0-1 0,0 0 2 16,0 0-5-16,0 0 1 0,0 0 3 0,0 0-4 16,0 0 5-16,0 0-1 0,0 0-5 0,0 0 4 15,0 0-3-15,0 0 0 0,0 0 0 0,0 0 5 0,0 0-3 16,0 0-2-16,0 0 7 0,0 0-3 0,0 0 1 16,0 0-5-16,0 0 3 0,0 0-3 15,0 0 0-15,0 0 0 0,0 0 2 0,0 0-1 16,0 0-2-16,0 0-1 0,0 0 1 0,0 0-2 15,0 0 5-15,0 0-5 0,0 0 0 0,0 0 0 0,0 0 1 16,0 0-2-16,0 0 3 0,0 0-2 0,0 0-1 16,0 0-1-16,0 0 2 0,0 0 3 15,0 0 0-15,0 0-3 0,0 0 0 0,0 0-1 16,0 0 0-16,0 0-1 0,0 0 4 0,0 0 1 0,0 0-5 16,0 0 8-16,0 0-6 0,0 0-4 0,0 0 6 15,0 0-3-15,0 0 2 0,0 0-3 0,0 0 7 16,0 0-3-16,0 0-4 0,0 0 0 15,0 0 7-15,0 0-6 0,0 0 2 0,0 0-1 16,0 0 0-16,0 0 0 0,0 0 2 0,0 0 3 0,0 0-6 16,0 0 1-16,0 0 0 0,0 0-2 0,0 0 4 15,0 0-9-15,0 0-4 0,0 0-7 0,0 0-6 16,0 0-14-16,0 0-10 0,0 0-9 0,0 0-14 16,0 0-18-16,0 0-10 0,0 0-14 0,0 0-97 15,0 0-226-15,0 0 100 0</inkml:trace>
  <inkml:trace contextRef="#ctx0" brushRef="#br0" timeOffset="74235.95">23669 4274 58 0,'0'0'62'0,"0"0"-5"16,0 0-1-16,0 0-7 0,0 0-2 0,0 0-11 15,0 0-4-15,0 0-5 0,0 0 5 0,0 0-1 16,0 0-7-16,0 0 2 0,0 0-1 0,0 0 9 0,0 0-12 16,0 0 1-16,0 0-3 0,0 0-2 0,0 0-1 15,0 0 0-15,0 0-1 0,0 0-1 16,0 0 1-16,0 0-5 0,0 0 0 0,0 0-19 15,0 0-9-15,0 0-11 0,0 0-9 0,0 0-8 16,0 0-14-16,0 0-39 0,0 0-107 0,-13 8 48 0</inkml:trace>
  <inkml:trace contextRef="#ctx0" brushRef="#br0" timeOffset="76865.81">11795 5734 47 0,'0'0'61'0,"0"0"-17"15,0 0 1-15,0 0-7 0,0 0-17 0,0 0-11 16,0 0-17-16,0 0-37 0,0 0-47 0,0 0 22 16</inkml:trace>
  <inkml:trace contextRef="#ctx0" brushRef="#br0" timeOffset="78753.34">23838 4674 2 0,'0'0'46'0,"0"0"0"0,0 0-9 16,0 0-8-16,0 0-3 0,0 0 5 0,0 0-6 15,0 0-7-15,0 0 4 0,0 0-3 0,0 0-1 16,0 0-5-16,0 0 1 0,0 0 0 0,0 0-4 16,0 0-3-16,0 0 5 0,0 0-3 0,0 0-4 15,0 0 3-15,0 0 9 0,0 0-13 0,0 0 4 16,0 0-6-16,0 0-1 0,0 0 6 0,0 0 2 16,0 0-10-16,0 0 7 0,0 0-3 0,0 0 3 15,0 0-3-15,0 0 8 0,0 0-9 0,0 0-2 16,0 0-1-16,0 0 2 0,0 0 2 0,0 0-4 15,0 0 1-15,0 0 4 0,0 0-2 0,0 0 2 16,0 0-2-16,0 0-1 0,0 0 1 0,0 0-2 16,0 0 2-16,0 0-4 0,0 0 2 0,0 0 0 15,0 0 1-15,0 0 5 0,0 0-4 0,0 0 1 16,0 0-3-16,0 0 2 0,0 0 2 0,0 0 1 16,0 0 2-16,0 0 0 0,0 0-1 0,0 0 2 15,0 0 2-15,0 0-3 0,0 0-2 0,0 0 0 16,0 0-1-16,0 0 5 0,0 0-5 0,0 0 0 15,0 0-6-15,0 0 8 0,0 0-6 0,0 0-1 16,0 0 5-16,0 0-3 0,0 0 3 0,0 0-4 16,0 0-1-16,0 0 6 0,0 0-4 0,0 0 2 15,0 0-1-15,0 0 1 0,0 0 7 0,0 0-8 16,0 0-3-16,0 0 5 0,0 0 4 0,0 0-7 16,0 0 0-16,0 0-3 0,0 0 3 0,0 0 3 15,0 0-6-15,0 0-1 0,0 0 3 0,0 0-2 16,0 0 3-16,0 0 1 0,0 0 0 0,0 0-2 15,0 0-3-15,0 0 5 0,0 0-1 0,0 0 1 16,0 0-5-16,0 0 2 0,0 0-3 0,0 0 5 16,0 0 0-16,0 0-4 0,0 0-2 0,0 0 5 15,0 0-3-15,0 0 6 0,0 0-4 0,0 0 2 16,0 0-1-16,0 0 2 0,0 0-2 0,0 0 5 16,0 0-2-16,0 0-5 0,0 0 3 0,0 0-1 15,0 0 3-15,0 0-3 0,0 0 0 0,0 0 0 16,0 0 0-16,0 0 2 0,0 0 4 0,0 0-6 15,0 0 3-15,0 0-9 0,0 0 3 0,0 0 11 16,0 0-1-16,0 0-8 0,0 0 0 0,0 0-1 16,0 0 1-16,0 0 0 0,0 0-1 0,0 0 2 15,0 0 2-15,0 0-5 0,0 0-3 0,0 0 3 16,0 0 1-16,0 0 1 0,0 0 4 0,0 0 0 16,0 0-6-16,0 0-1 0,0 0 12 0,0 0-10 15,0 0 1-15,0 0 4 0,0 0-4 0,0 0 1 16,0 0-3-16,0 0 0 0,0 0 1 0,0 0-8 15,0 0-4-15,0 0-3 0,0 0-4 0,0 0-2 16,0 0-5-16,0 0 3 0,0 0-6 0,0 0-7 16,0 0 0-16,0 0-30 0,-1 9-73 0,1-9 33 15</inkml:trace>
  <inkml:trace contextRef="#ctx0" brushRef="#br0" timeOffset="80277.03">20630 5706 57 0,'0'0'61'0,"0"0"-4"16,0 0-10-16,0 0-7 0,0 0-13 0,0 0-10 15,0 0-9-15,0 0-16 0,0 0-16 0,0 0-23 16,0 0-52-16,0 0 24 0</inkml:trace>
  <inkml:trace contextRef="#ctx0" brushRef="#br0" timeOffset="115695.12">28711 3969 1 0</inkml:trace>
  <inkml:trace contextRef="#ctx0" brushRef="#br0" timeOffset="116090.36">28711 3969 3 0,'0'0'1'0,"0"0"-2"0,0 0 4 0,0 0-4 16,0 0 1-16,0 0 2 0,0 0-3 0,0 0 3 0,0 0 1 16,0 0-3-16,0 0 1 0,0 0 4 0,0 0 0 15,0 0-5-15,0 0 6 0,0 0 1 16,0 0-3-16,0 0 8 0,0 0 1 0,0 0-2 16,0 0 1-16,0 0 0 0,0 0 4 0,0 0 1 15,0 0-1-15,0 0 1 0,0 0-3 0,0 0 1 16,0 0-4-16,0 0 3 0,0 0-5 0,0 0 3 0,0 0-2 15,0 0 2-15,0 0-2 0,0 0-1 0,0 0-1 16,0 0 1-16,0 0-5 0,0 0 3 0,0 0 5 16,0 0-2-16,0 0-5 0,0 0 2 15,0 0 1-15,0 0 2 0,0 0-1 0,0 0-2 16,0 0-4-16,0 0-2 0,0 0 15 0,0 0-11 16,0 0-4-16,0 0 1 0,0 0 0 0,1-6-5 15,-1 6 2-15,0 0 6 0,0 0 1 0,0 0-7 16,0 0 0-16,0 0 6 0,0 0 3 0,0 0-10 15,0 0 1-15,0 0-7 0,0 0 7 0,0 0 1 16,0 0-1-16,0 0 5 0,0 0-2 0,0 0-2 16,0 0 7-16,0 0-10 0,0 0 5 0,0 0 5 15,0 0-7-15,0 0-5 0,0 0 6 0,0 0 3 16,0 0 7-16,0 0-11 0,0 0 0 0,0 0-2 16,0 0 1-16,0 0-2 0,0 0-2 0,0 0 4 15,0 0 0-15,0 0-9 0,0 0 2 0,0 0-12 16,0 0-2-16,0 0-4 0,0 0 6 0,0 0-35 15,0 0-57-15,0 0 26 0</inkml:trace>
  <inkml:trace contextRef="#ctx0" brushRef="#br0" timeOffset="118461.63">28611 6329 10 0,'0'0'-2'0,"0"0"-2"15,0 0 1-15</inkml:trace>
  <inkml:trace contextRef="#ctx0" brushRef="#br0" timeOffset="120835.97">30527 5275 2 0,'0'0'65'0,"0"0"-17"16,0 0-14-16,0 0-21 0,0 0-40 0,0 0-30 15,0 0 13-15</inkml:trace>
  <inkml:trace contextRef="#ctx0" brushRef="#br0" timeOffset="121314.52">30676 5314 2 0,'0'0'72'0,"0"0"-10"16,0 0-4-16,0 0-2 0,0 0-13 16,0 0 0-16,0 0-3 0,0 0-8 0,0 0 3 15,0 0-9-15,0 0 1 0,0 0 0 0,0 0-1 0,0 0-6 16,0 0 5-16,0 0-3 0,0 0-2 15,0 0 4-15,0 0-4 0,0 0 4 0,0 0-2 16,0 0 5-16,0 0-10 0,0 0 7 0,0 0-5 16,0 0-1-16,0 0-2 0,0 0 4 0,0 0 0 15,4 4 2-15,-4-4-4 0,0 0 8 0,0 0-6 0,0 0 3 16,0 0-5-16,0 0 9 0,0 0-10 0,0 0 1 16,0 0-2-16,0 0-5 0,0 0 8 15,0 0-9-15,0 0 9 0,0 0-8 0,0 0-1 16,0 0 5-16,0 0-9 0,0 0 3 0,0 0 0 15,0 0 2-15,0 0-4 0,0 0 2 0,0 0-3 0,0 0-2 16,0 0-1-16,0 0 8 0,0 0-12 0,0 0 9 16,0 0-2-16,0 0-2 0,0 0-4 0,0 0 2 15,0 0 1-15,0 0-1 0,0 0-2 16,0 0-1-16,0 0-9 0,0 0-4 0,0 0-26 0,0 0-10 16,0 0-20-16,0 0-18 0,0 0-7 0,0 0-58 15,0 0-166-15,0 0 73 0</inkml:trace>
  <inkml:trace contextRef="#ctx0" brushRef="#br0" timeOffset="-59421.39">25628 4405 8 0,'0'0'2'0,"0"0"3"0,0 0-3 0,0 0 4 15,0 0 1-15,0 0-1 0,0 0 3 0,0 0-1 16,0 0 3-16,0 0-3 0,-13 1-5 0,13-1 0 16,0 0 3-16,0 0 3 0,-8-1-1 0,8 1 0 15,0 0-2-15,0 0-3 0,0 0-4 0,0 0 7 16,0 0-8-16,0 0 6 0,0 0-3 0,0 0-1 16,0 0 4-16,0 0-3 0,-11 2-2 0,11-2-2 15,0 0 6-15,0 0-6 0,0 0-3 0,0 0-15 16,-2 7-21-16,2-7 9 0</inkml:trace>
  <inkml:trace contextRef="#ctx0" brushRef="#br0" timeOffset="-58303.29">25573 4445 22 0,'0'0'23'0,"0"0"5"0,0 0-4 15,0 0 8-15,0 0-13 0,0 0 1 0,0 0 3 16,0 0-6-16,0 0 2 0,0 0-1 0,0 0 6 15,0 0-6-15,0 0-1 0,0 0-5 0,0 0 5 16,0 0 5-16,0 0-9 0,0 0 0 0,0 0-3 16,0 0 4-16,0 0-8 0,0 0 3 0,0 0 1 15,0 0-3-15,0 0-5 0,0 0 3 0,0 0-2 16,0 0-5-16,0 0 7 0,0 0-3 0,0 0 4 16,0 0-8-16,0 0 11 0,0 0-10 0,8 7 4 15,-8-7 3-15,0 0-3 0,4 8 8 0,-3-3-7 16,-1-5 4-16,1 9 0 0,-1-9 0 15,7 8 0-15,-7-8-2 0,2 7-1 0,-2-7-2 0,2 7 0 16,0-3-2-16,1 2 7 0,-3-6-3 0,7 7 6 16,-7-2-5-16,3 1-2 0,-3-6 2 0,6 8 2 15,-6-8-6-15,4 7 5 0,-4-7-2 0,4 7 5 16,-4-7-5-16,7 7 5 0,-5-3 0 0,-2-4 3 16,10 7-11-16,-6-2 5 0,-4-5-6 0,4 9 9 15,1-7-2-15,-5-2-1 0,5 8-2 0,-1-4 2 16,-4-4 0-16,5 5 11 0,-5-5-12 0,4 5 4 15,-4-5-9-15,5 8-1 0,-5-8-5 0,4 5 18 16,-4-5-13-16,2 5 4 0,-2-5 1 0,7 4-4 16,-7-4 1-16,0 0-5 0,2 7 10 0,-2-7 0 15,5 4-7-15,-5-4 3 0,0 0-5 16,4 5 1-16,-4-5 0 0,0 0 7 0,5 3-5 0,-5-3 2 16,0 0-5-16,0 0 10 0,0 0-5 0,0 0 1 15,0 0 2-15,0 0-3 0,0 0 7 0,4 4 3 16,-4-4 1-16,0 0 5 0,0 0-2 0,0 0 6 15,0 0 8-15,0 0-4 0,0 0 2 0,0 0 7 16,0 0-4-16,0 0-3 0,0 0-2 16,0 0-7-16,0 0 1 0,0 0 4 0,9-10-7 0,-9 10-7 15,4-7 14-15,-4 7 0 0,6-7-24 0,-6 7 6 16,4-5-2-16,-1 0 0 0,-3 5 6 0,8-11-7 16,-6 6 0-16,1-1 4 0,0 0-3 0,-3 6 5 15,8-10-8-15,-4 5 15 0,1 1-16 0,-5 4-1 16,4-9 4-16,0 5-2 0,-4 4-1 0,5-9 1 15,-3 6 0-15,-2 3-1 0,5-7-4 0,-5 7 3 16,5-6-2-16,-5 6 1 0,6-5 1 0,-6 5-6 16,5-5 10-16,-5 5-8 0,6-4 6 0,-6 4 1 15,4-7-3-15,-4 7 5 0,6-5-5 0,-6 5 4 16,4-4 4-16,-4 4 1 0,3-7 0 0,-3 7-4 16,2-6 6-16,-2 6-2 0,6-4-6 0,-6 4 0 15,5-6 1-15,-5 6-1 0,6-5-6 0,-6 5 7 16,5-5 3-16,-5 5-3 0,4-5-3 0,-4 5-2 15,5-7 5-15,-5 7-6 0,4-3-1 0,-4 3 2 16,0 0 2-16,2-5 1 0,-2 5 0 0,7-7-6 16,-7 7-3-16,4-7 4 0,-4 7-8 0,6-6 22 15,-6 6-2-15,0 0-7 0,2-6-1 0,-2 6-2 16,0 0 11-16,0 0-7 0,0 0-3 0,0 0 2 16,0 0 3-16,6-4 0 0,-6 4 0 0,0 0 2 15,0 0 4-15,0 0-8 0,0 0 0 0,0 0-6 16,0 0 9-16,0 0-6 0,0 0-3 0,0 0-1 15,0 0 3-15,0 0 3 0,0 0 1 0,0 0 2 16,0 0-2-16,0 0 3 0,0 0-7 0,0 0-1 16,0 0-1-16,0 0 7 0,0 0 5 0,0 0-8 15,0 0 2-15,0 0-6 0,0 0 2 0,0 0-4 16,0 0-1-16,0 0-5 0,0 0-9 0,0 0-6 16,0 0-17-16,0 0-14 0,0 0-9 0,0 0-24 15,0 0-9-15,0 0-81 0,0 0-194 0,0 0 86 16</inkml:trace>
  <inkml:trace contextRef="#ctx0" brushRef="#br0" timeOffset="164122.97">26010 5739 22 0,'0'0'35'0,"0"0"-2"0,0 0 0 16,0 0-6-16,0 0 1 0,0 0-3 15,0 0 2-15,0 0 1 0,0 0-5 0,0 0 0 16,0 0-4-16,0 0-2 0,0 0-3 0,0 0 2 0,0 0 2 15,0 0-4-15,0 0-1 0,0 0 0 0,0 0-6 16,0 0 3-16,0 0 1 0,0 0-5 16,0 0 2-16,0 0 1 0,0 0-1 0,0 0-3 15,0 0-2-15,0 0-3 0,0 0 2 0,0 0 3 16,0 0-1-16,0 0 1 0,0 0-3 0,0 0-5 0,0 0 5 16,0 0 1-16,0 0 0 0,0 0 1 0,0 0-5 15,0 0 1-15,0 0 0 0,0 0 5 0,0 0-6 16,0 0 1-16,0 0-2 0,0 0-2 0,0 0 9 15,0 0-5-15,0 0-1 0,0 0 4 0,0 0-5 16,0 0 1-16,0 0 2 0,0 0 0 0,0 0 5 16,0 0-1-16,0 0-1 0,0 0 3 0,0 0 0 15,0 0 0-15,0 0 6 0,0 0-5 0,0 0 9 16,0 0-8-16,0 0 4 0,0 0-3 0,0 0 0 16,0 0 2-16,-10 0 2 0,10 0-5 15,0 0 6-15,0 0-3 0,0 0 3 0,0 0-4 0,0 0 4 16,0 0 5-16,0 0-5 0,0 0 2 0,0 0 1 15,0 0 3-15,0 0-3 0,0 0-1 0,0 0-3 16,0 0-1-16,0 0 7 0,0 0 2 16,0 0-10-16,0 0-5 0,0 0-5 0,0 0 8 15,0 0-4-15,0 0 3 0,0 0-6 0,27-8-3 0,-22 6 2 16,3 1-1-16,2-2-2 0,1 2-1 0,1-3 0 16,1 2 1-16,-2-1 1 0,-1 2-3 0,1 0-2 15,-1-2-2-15,2 2 5 0,-3-1-1 0,2 0 1 16,-1-1-1-16,-2 3-4 0,-8 0-6 15,13-1-4-15,-13 1-1 0,10-1-12 0,-10 1-1 0,0 0-11 16,9 0-7-16,-9 0-12 0,0 0-55 0,0 0-124 16,0 0 55-16</inkml:trace>
  <inkml:trace contextRef="#ctx0" brushRef="#br0" timeOffset="164453.94">26032 5567 39 0,'0'0'96'0,"0"0"-4"0,0 0-10 0,0 0-12 15,0 0-3-15,0 0-8 0,0 0-3 0,0 0-12 16,-4-7-8-16,4 7-5 0,0 0-3 0,0 0-2 16,0 0-2-16,0 0-6 0,0 0-2 0,0 0-6 15,0 0 3-15,0 0-1 0,0 0 1 0,0 0-4 16,0 0-3-16,4 26 5 0,-4-20-2 16,2 2 0-16,2 2-4 0,-4 1-5 0,3 4-20 0,-2-3-3 15,-3 5-21-15,2 1-16 0,-4 1-13 0,0 0-38 16,-5 5-119-16,0-1 54 0</inkml:trace>
  <inkml:trace contextRef="#ctx0" brushRef="#br0" timeOffset="165457.84">25983 5737 26 0,'0'0'40'0,"0"0"-1"0,0 0-1 15,0 0-1-15,0 0-5 0,0 0 6 0,0 0-1 16,0 0-3-16,0 0-1 0,0 0-5 0,0 0 2 15,0 0-6-15,0 0-2 0,0 0-4 0,0 0 1 0,0 0 3 16,0 0-9-16,0 0-1 0,0 0-4 16,0 0 6-16,0 0-5 0,0 0 1 0,0 0 1 0,0 0-1 15,0 0-1-15,0 0 3 0,0 0-4 16,0 0 2-16,0 0 3 0,0 0-7 0,0 0 2 16,0 0 7-16,0 0 0 0,0 0-8 0,0 0 3 0,0 0-3 15,0 0 0-15,0 0 2 0,0 0-9 16,0 0 11-16,-12 0-8 0,12 0 3 0,0 0-6 15,0 0 8-15,0 0-3 0,-8-3 0 0,8 3-4 16,0 0 4-16,0 0 0 0,0 0 5 0,0 0-4 0,0 0 9 16,0 0-2-16,0 0 2 0,0 0-2 0,0 0-4 15,0 0 2-15,-5-3-3 0,5 3 0 0,0 0-3 16,0 0-4-16,0 0 6 0,0 0-5 0,0 0 1 16,23-3-6-16,-14 3 2 0,4-1 2 15,1-1-18-15,5 2-8 0,-1-1-16 0,1 1-12 0,-6 0-17 16,-2 0-48-16,1 1-127 0,-2-1 55 0</inkml:trace>
  <inkml:trace contextRef="#ctx0" brushRef="#br0" timeOffset="167773.55">26170 5355 48 0,'0'0'69'0,"0"0"-8"0,0 0-7 0,0 0-9 15,0 0 5-15,0 0-11 0,0 0-6 0,0 0 1 16,0 0-3-16,0 0-6 0,0 0-5 0,0 0 5 15,0 0-9-15,0 0 2 0,0 0-5 0,0 0-9 16,0 0-7-16,0 0 1 0,0 0-4 0,0 0-2 16,0 0 1-16,0 0-15 0,0 0-11 0,0 0-10 15,0 0-2-15,0 0-25 0,0 0-75 0,0 0 34 16</inkml:trace>
  <inkml:trace contextRef="#ctx0" brushRef="#br0" timeOffset="170495.21">26180 6432 46 0,'0'0'89'0,"0"0"2"0,0 0-13 0,0 0-2 15,0 0 0-15,0 0-6 0,0 0-8 0,0 0-6 16,0 0 3-16,0 0 0 0,0 0-8 0,-10-13 0 16,10 13-11-16,0 0-7 0,0 0 8 0,0 0-15 15,-5-5 3-15,5 5-6 0,0 0-1 0,-8-5 0 0,8 5-2 16,0 0-11-16,-6-3 13 0,6 3-9 15,0 0-2-15,-6-6-1 0,6 6-6 0,0 0 5 16,-7-3-14-16,7 3 18 0,0 0 5 0,0 0-6 16,-8-2-9-16,8 2 1 0,0 0 10 0,0 0-6 0,0 0-6 15,0 0 7-15,-6-4-2 0,6 4 3 0,0 0 0 16,0 0 5-16,0 0-11 0,0 0 23 16,0 0-9-16,0 0-9 0,0 0 8 0,0 0-9 0,0 0 1 15,-4-7 3-15,4 7-6 0,0 0 3 0,0 0 0 16,0 0 3-16,0 0-20 0,0 0-2 0,0 0-7 15,0 0-8-15,0 0-2 0,24-5-25 0,-13 4-14 16,12-2-11-16,4 0-34 0,0 1-67 16,3-2-193-16,3-2 87 0</inkml:trace>
  <inkml:trace contextRef="#ctx0" brushRef="#br0" timeOffset="201649.53">24937 4704 15 0,'0'0'60'0,"0"0"-7"0,0 0-1 0,0 0-10 0,0 0-1 16,0 0-3-16,0 0-9 0,0 0 6 0,0 0-9 15,0 0-3-15,0 0-8 0,0 0 3 0,0 0-8 16,0 0 2-16,0 0-6 0,0 0-6 0,0 0 8 15,0 0-7-15,0 0 2 0,0 0-7 16,0 0 2-16,-15-6-5 0,15 6-2 0,0 0 1 0,-12 3 0 16,12-3-3-16,-14 1 2 0,6 1 2 0,8-2-4 15,-14 2 2-15,3-2-5 0,3 1 8 0,8-1-3 16,-18 2 4-16,9-1-4 0,0-1 5 16,9 0 0-16,-14 2 2 0,7-2-1 0,7 0 6 15,-13 2-2-15,13-2 4 0,-8 0 7 0,8 0 1 16,-10 0-4-16,10 0 10 0,0 0-5 0,0 0 4 0,0 0-3 15,-12 0 6-15,12 0-13 0,0 0 16 16,0 0 1-16,0 0 2 0,0 0 0 0,0 0-1 16,0 0 8-16,0 0-5 0,0 0-2 0,0 0-3 0,0 0-4 15,0 0-11-15,0 0 14 0,0 0-4 16,0 0-9-16,0 0 4 0,26-8 4 0,-9 3-9 0,3 2 11 16,-1 0-14-16,12-4 1 0,-4 2-16 0,-2-1 13 15,3 2 5-15,-6-1-3 0,-5 1-9 0,3 0 3 16,1 0 4-16,-5 1-4 0,-2 1 5 15,-1 0-4-15,-3 0 1 0,0 0-8 0,-1-1 12 0,1 2-4 16,0-2-4-16,0 0-1 0,-4 1-6 0,6 1-3 16,-6 0-7-16,-6 1-5 0,13-3-10 0,-13 3-24 15,9-1-8-15,-9 1-47 0,0 0-123 0,0 0 55 16</inkml:trace>
  <inkml:trace contextRef="#ctx0" brushRef="#br0" timeOffset="202188.24">24893 4681 56 0,'0'0'47'0,"0"0"-5"0,0 0-4 16,0 0-8-16,0 0-1 0,0 0-11 0,0 0 11 15,2 17-5-15,-2-11 5 0,1 1-4 0,0 3 2 16,-1 2 1-16,2 0-1 0,0 3-7 0,1 3 6 15,-2 0 8-15,1 3-5 0,0 4-4 0,-1-1-3 0,3 1 6 16,-2 0-3-16,2 0 2 0,1 0-9 16,-2-6-1-16,1 1-9 0,0-1 4 0,-1 0 8 15,1 1-6-15,1-2 5 0,-1 0-4 0,0-2 3 16,4 1-1-16,-5 0-5 0,0-2 4 0,1-2-4 0,-3-1 6 16,1 1-5-16,-2-1 1 0,1-1 3 0,-1 1-1 15,1-3-5-15,0 2-10 0,-2-2 11 0,1-9-2 16,-1 21 2-16,1-21-7 0,0 13 3 0,0-13-5 15,0 12-2-15,0-6 13 0,-3 0-3 16,3-6-5-16,0 13-6 0,0-13 7 0,-1 13 3 0,1-8 2 16,0-5-10-16,0 12 2 0,-2-6-1 0,2-6 5 15,0 0-9-15,0 13 1 0,2-8-20 16,-2-5-3-16,0 9-20 0,0-9 3 0,0 0-8 0,0 9-5 16,0-9-3-16,1 6-4 0,-1-6-6 15,0 0-50-15,2 8-125 0,-2-8 56 0</inkml:trace>
  <inkml:trace contextRef="#ctx0" brushRef="#br0" timeOffset="202479.84">24842 5274 37 0,'0'-8'87'0,"0"8"-5"0,0 0-2 0,0 0-15 0,0 0-6 16,2-6-8-16,-2 6-3 0,0 0-11 15,0 0 5-15,0 0-14 0,0 0-9 0,0 0-16 16,0 0-7-16,0 0-14 0,0 0-7 0,0 0-12 0,0 0-8 15,0 0 0-15,3-6-33 0,-3 6-84 0,0 0 38 16</inkml:trace>
  <inkml:trace contextRef="#ctx0" brushRef="#br0" timeOffset="202900.17">24910 5231 85 0,'0'0'80'0,"0"0"-3"0,0 0-7 15,0 0-6-15,0 0-9 0,0 0-8 16,0 0-9-16,0 0-2 0,0 0-6 0,0 0-10 16,0 0 5-16,0 0-10 0,0 0-2 0,0 0 4 0,-3 28 3 15,3-16 11-15,0 4-2 0,0 2 2 16,-2 1 0-16,-1 0-9 0,2 1 4 0,-3 3-1 0,3-4 3 15,0 0-3-15,1-1 3 0,0-1-11 16,-2-1 11-16,0-2-13 0,2 3 8 0,0-5-7 0,0 1 2 16,2-3-5-16,-4-1 1 0,4 1 3 15,-2-1 22-15,0 0-28 0,2-1 8 0,-2-8-9 16,1 10 10-16,-1-4-4 0,0-6 0 0,3 12-3 0,-1-8 0 16,-2-4-4-16,1 9 1 0,-1-9-5 0,0 7 8 15,0-7-5-15,0 0-16 0,0 0 15 16,0 8 10-16,0-8-8 0,0 0 0 0,2 8 0 15,-2-8-3-15,0 0-1 0,0 0 1 0,0 0-4 0,0 0 0 16,0 0-9-16,0 0-6 0,0 0-12 0,0 0-13 16,0 0-10-16,0 0-11 0,0 0-12 0,0 0 1 15,0 0-10-15,0 0-84 0,0 0-178 0,0 0 78 16</inkml:trace>
  <inkml:trace contextRef="#ctx0" brushRef="#br0" timeOffset="203322.1">24849 5466 77 0,'0'0'77'0,"0"0"-8"0,0 0 0 0,0 0-13 15,0 0-7-15,0 0-2 0,0 0-6 0,0 0-3 16,0 0-7-16,0 0-4 0,0 0-7 15,0 0-2-15,0 0 3 0,0 0-2 0,0 0-2 0,0 0 4 16,0 0 0-16,0 0 0 0,0 0 4 0,9 27-13 16,-7-19 6-16,2 0 5 0,0 1 1 0,0 1 1 15,-1 0 4-15,0-2-13 0,1 2 6 0,-1 0 0 16,0 0 13-16,2-1-13 0,-2 1 7 16,2-3-6-16,-1 0 6 0,-2-1 0 0,2 0-11 0,-1 2 5 15,1-3 7-15,0 2-6 0,-2-2 5 0,-2-5-3 16,8 7 2-16,-4-4 1 0,-1 1-5 0,-3-4 5 15,4 5 0-15,-4-5 4 0,0 0 11 0,7 2 5 16,-7-2 5-16,0 0 5 0,0 0-3 16,0 0-3-16,12-7-2 0,-7 2-9 0,3-2 0 0,0-1-6 15,2-1-3-15,2-7-4 0,-2 3-10 0,1-2-4 16,2-1-16-16,0 2-7 0,0-1-16 0,0 0-16 16,0-1-17-16,0 2-33 0,0-1-17 0,0-1-12 15,0 3-26-15,0 2-95 0,-4 1-259 0,2-2 116 16</inkml:trace>
  <inkml:trace contextRef="#ctx0" brushRef="#br0" timeOffset="204154.42">24994 4803 53 0,'0'0'71'0,"0"0"-4"16,0-8-13-16,0 8-12 0,0 0 8 16,0 0-13-16,3-7-3 0,-3 7-1 0,0 0-6 15,0 0-6-15,0 0-1 0,0 0-3 0,0 0 3 16,0 0-5-16,2 23-2 0,0-11 0 0,-4 3 3 0,2 4-3 15,0 6 8-15,0 2 0 0,0-1 10 0,-2 3-13 16,-1 2-5-16,0-1 10 0,0 1-3 16,1-1 2-16,-1 1 6 0,-2 1-8 0,2-1 3 15,2 3 0-15,-3-5-4 0,4 3 1 0,-4-1 0 16,3 1 4-16,0-4-7 0,1-1-2 0,0 1-2 0,-2-3 9 16,2-1 6-16,-2-3-16 0,4-4-3 0,0-1 2 15,-4 0-1-15,2-5 5 0,0-1-5 16,0-1-7-16,0 0 16 0,0-1-3 0,0-8-2 15,2 13-11-15,-2-8 0 0,0-5 2 0,1 9 0 16,-1-9-3-16,1 7 6 0,-1-7-4 0,0 0-4 0,1 8 6 16,-1-8-9-16,0 0-10 0,0 0-22 15,3 7-15-15,-3-7-20 0,0 0-22 0,0 0-67 16,-16 0-171-16,16 0 77 0</inkml:trace>
  <inkml:trace contextRef="#ctx0" brushRef="#br0" timeOffset="204599.75">24956 4738 28 0,'0'0'42'0,"0"0"2"0,6 28-4 0,-3-16 0 15,-2 5 0-15,0 2 9 0,2 6-9 0,-3 4 5 16,0 0 1-16,0-1-12 0,0 4 6 0,0-2 0 16,0 2 0-16,0 0-9 0,0 0 4 0,-4-2 2 15,2 0-9-15,2-1 0 0,-2-2-4 0,2 1-4 16,-2-1 1-16,2 0 3 0,-2-2-7 0,0-4 6 16,1-2-6-16,0-1 2 0,1-3-3 0,0 1-4 0,0-5 4 15,-2 1-1-15,2-3-9 0,0 1-15 16,0-3-19-16,0-7-11 0,0 13-15 0,-2-7-8 15,0 0-11-15,-1-1-43 0,3-5-124 0,-8 9 55 16</inkml:trace>
  <inkml:trace contextRef="#ctx0" brushRef="#br0" timeOffset="204761.55">24899 5289 22 0,'0'0'39'0,"0"0"-35"0,2 26-16 0,-1-16-11 15,-1-10 6-15</inkml:trace>
  <inkml:trace contextRef="#ctx0" brushRef="#br0" timeOffset="212396.34">29378 5199 38 0,'0'0'66'0,"0"0"-2"0,0 0-2 16,0 0-2-16,0 0-1 0,0 0 1 15,0 0-11-15,0 0-3 0,0 0 1 0,0 0-1 16,0 0-1-16,26 3 4 0,-4-3 3 0,11 4-2 15,17 1-14-15,4 0-1 0,3-3 7 0,3 3-19 16,1-3 5-16,-3 4 3 0,-1-2-5 0,2-4-5 16,-5 2 2-16,0-1-4 0,-14-2 6 0,-1 2-16 15,2-1-5-15,-2-1-3 0,-1 2 2 0,-5 1 4 16,0 0-1-16,-2-2 0 0,-3-1 7 0,-5 1-4 16,-1 0-4-16,-4-1 0 0,-4-1 3 0,-1 2-4 15,-2 0 3-15,-5 0-4 0,1-3 3 0,-7 3 6 0,11 3-6 16,-11-3 0-16,0 0-1 0,12-1-4 15,-12 1-1-15,0 0 10 0,0 0-3 0,9 0 6 16,-9 0-2-16,0 0 1 0,0 0-5 0,0 0 5 16,0 0-10-16,0 0-7 0,4-6-38 0,-4 6-23 15,0 0-27-15,0 0-90 0,0 0-197 0,0 0 87 0</inkml:trace>
  <inkml:trace contextRef="#ctx0" brushRef="#br0" timeOffset="213405.69">27596 6774 59 0,'0'0'76'0,"0"0"-15"0,0 0-10 0,0 0 2 16,0 0-13-16,0 0-1 0,0 0-17 0,0 0-4 15,0 0-10-15,0 0-15 0,0 0-22 0,0 0-37 16,0 0-70-16,0 0 31 0</inkml:trace>
  <inkml:trace contextRef="#ctx0" brushRef="#br0" timeOffset="-203627.62">24924 4698 2 0,'13'0'7'0,"-2"-3"-2"0,-1 1 5 15,2 1-1-15,-5-2-2 0,-1 2 5 0,-6 1-4 16,14-1-1-16,-14 1 2 0,8-2-1 15,-8 2-8-15,7 0 2 0,-7 0-1 0,0 0-4 16,0 0 1-16,0 0 0 0,0 0-12 0,7-2-14 0,-7 2 6 16</inkml:trace>
  <inkml:trace contextRef="#ctx0" brushRef="#br0" timeOffset="-202834.75">24888 4736 2 0,'-1'11'15'0,"-1"1"10"0,-1 3-6 0,1 2 7 15,-1 1-1-15,-1 1 0 0,1-1-2 0,1 2-3 16,0-3 2-16,0 2-9 0,1 0 10 0,1-1-5 0,-1 0 3 16,1 0-1-16,0-6-2 0,1 6-3 0,2-2 8 15,-1-3-9-15,-2 3 8 0,5 0-4 16,-1 0 0-16,-1 0-1 0,-1-5 2 0,1 0 1 16,-1 1-8-16,1 0 0 0,0 0-1 0,-1 0-1 15,0-1-2-15,0 1 4 0,1-1 5 0,0 1-7 0,-1-1-4 16,1 2 5-16,-2-2-4 0,2 0 3 0,-2 2-1 15,2-7-7-15,-1 6 0 0,0-1 1 16,0-3 4-16,-1 1-7 0,1 3 6 0,-1-7 2 16,-1 2-8-16,4 0 7 0,-4-7-6 0,2 11 1 15,-2-6 12-15,0-5-11 0,2 8-5 0,-2-8-3 16,2 8 6-16,-2-8 4 0,0 0 2 0,0 7-4 0,0-7-7 16,0 0 6-16,0 9-2 0,0-9-1 0,0 0-1 15,0 0-3-15,0 0 7 0,1 7-5 0,-1-7 6 16,0 0-3-16,0 0 6 0,0 0-8 0,0 0 9 15,0 0-14-15,0 0 11 0,0 0-3 16,0 8 2-16,0-8-8 0,0 0 8 0,0 0-1 0,0 0-2 16,0 8 0-16,0-8 0 0,0 0-6 0,0 8 0 15,0-8 10-15,0 9 13 0,0-9-18 0,0 9 0 16,0-9-1-16,-2 16 1 0,2-11 5 0,-1 4-5 16,1-1-5-16,-2 2 6 0,2-1-6 0,-2 2 5 15,2-3 5-15,-4 2 2 0,4-3-2 0,0 3-5 16,-1-3 10-16,1-7-7 0,-2 12 2 0,2-12-5 15,0 10 2-15,0-10-1 0,-1 7 0 0,1-7-3 16,0 0-4-16,0 0 9 0,-1 9-1 16,1-9-9-16,0 0 9 0,0 0-1 0,0 0 0 15,0 0 5-15,1 7-4 0,-1-7 1 0,0 0 1 16,0 0-3-16,0 0 2 0,0 0 7 0,0 0-5 0,0 0-4 16,0 0 8-16,0 0-8 0,0 0 21 0,0 0-14 15,0 0 0-15,0 0 2 0,0 0 3 16,0 0 0-16,0 0 5 0,0 0-4 0,0 0-2 15,0 0 12-15,0 0-11 0,0 0-5 0,0 0 7 16,0 0-1-16,0 0-5 0,0 0-1 0,0 0 0 0,0 0-16 16,0 0-3-16,0 0-7 0,0 0-13 0,0 0-9 15,0 0-1-15,0 0-9 0,0 0-2 16,0 0-11-16,0 0-37 0,0 0-109 0,-17-14 49 16</inkml:trace>
  <inkml:trace contextRef="#ctx0" brushRef="#br0" timeOffset="-189952.14">29848 5249 2 0,'11'0'18'0,"1"-2"7"16,7 2-3-16,0 2 1 0,9-2-5 0,3 3 0 0,1-5-3 16,0 3 2-16,0-1-3 0,0 0-3 0,1 1-4 15,-1-2 4-15,0 1 5 0,-1 0-5 16,-3-1 3-16,1 2-3 0,-1-1 7 0,-7 0-10 16,-2-1 6-16,1 3-11 0,-3-2 2 0,-3-1 1 15,-4 2-6-15,-1-1 4 0,0 0-1 0,-1 0 3 0,-8 0 0 16,13-1 3-16,-13 1 2 0,9 0-5 0,-9 0 3 15,0 0-2-15,9 1 3 0,-9-1-8 0,0 0 8 16,0 0-6-16,0 0 1 0,0 0 7 16,6-5-1-16,-6 5 0 0,0 0-11 0,0 0 6 0,0 0-8 15,0 0 1-15,0 0-11 0,0 0-4 0,0 0-7 16,0 0-7-16,0 0-1 0,-21-7-23 0,21 7-59 16,0 0 26-16</inkml:trace>
  <inkml:trace contextRef="#ctx0" brushRef="#br0" timeOffset="-174354.05">27304 3608 29 0,'0'0'37'16,"0"0"-12"-16,0 0 3 0,0 0-7 0,0 0-9 16,0 0 3-16,0 0 4 0,0 0-10 0,0 0-3 15,0 0 1-15,0 0 5 0,0 0 1 16,0 0-4-16,0 0-7 0,0 0 7 0,0 0-4 0,0 0-7 15,0 0 7-15,0 0 3 0,0 0-7 0,0 0 4 16,0 0-1-16,0 0-8 0,0 0 6 0,0 0 1 16,0 0-10-16,0 0-12 0,0 0-3 0,0 0-17 15,0 0-42-15,0 0 19 0</inkml:trace>
  <inkml:trace contextRef="#ctx0" brushRef="#br0" timeOffset="-173663.47">27375 6519 16 0,'0'0'108'0,"0"0"-4"0,0 0-9 0,0 0-2 16,0 0-8-16,0 0-9 0,0 0 0 0,0 0-16 16,0 0 3-16,0 0-11 0,0 0-6 0,0 0-2 15,0 0-1-15,0 0-13 0,0 0 3 0,0 0-5 16,0 0-2-16,0 0-8 0,0 0-9 0,0 0 1 16,0 0-5-16,0 0-11 0,0 0-5 0,0 0-12 15,0 0-4-15,0 0-9 0,0 0-5 0,0 0-23 16,4-6-88-16,-4 6-165 0,1-8 72 0</inkml:trace>
  <inkml:trace contextRef="#ctx0" brushRef="#br0" timeOffset="-172411.82">27609 6486 5 0,'0'0'28'0,"0"0"3"16,0 0 0-16,0 0-3 0,0 0 4 0,0 0-1 16,0 0 4-16,0 0-3 0,0 0-2 0,0 0-1 15,0 0 1-15,0 0 1 0,0 0-7 0,0 0 4 16,0 0-5-16,0 0 4 0,0 0-4 0,0 0 2 16,0 0-4-16,0 0-2 0,0 0 4 0,0 0-6 15,0 0 1-15,0 0-5 0,0 0 5 0,0 0 0 16,0 0 1-16,0 0-9 0,4 6 1 0,-4-6 3 15,0 0-1-15,0 0-4 0,0 0 9 0,0 0-4 16,0 0-8-16,0 0 9 0,0 0 0 0,0 0-14 16,0 0 6-16,0 0-1 0,0 0-4 0,0 0 4 15,0 0-1-15,0 0-2 0,0 0 4 0,0 0-5 16,0 0-3-16,0 0 0 0,0 0 5 0,0 0-1 16,0 0 4-16,0 0-2 0,0 0-2 0,0 0-4 15,0 0-3-15,0 0-14 0,0 0-13 0,0 0-10 16,0 0-16-16,0 0-64 0,0 0-129 0,0 0 57 15</inkml:trace>
  <inkml:trace contextRef="#ctx0" brushRef="#br0" timeOffset="-170256.45">24688 4731 16 0,'0'0'17'0,"-9"-2"-4"0,9 2 7 15,0 0-9-15,-12 0 3 0,12 0-8 0,-10 2 1 16,10-2 0-16,-14 3 3 0,8-1-2 0,-5 0-2 16,-1 1 2-16,0-2-5 0,1 2 6 0,-1-1-2 0,4-1-11 15,-1 1 5-15,3-2 3 0,6 0-4 16,-13 1 4-16,6-1 7 0,7 0 1 0,-11 2 6 16,11-2 8-16,0 0-8 0,0 0 0 0,-11-2 4 15,11 2-6-15,0 0 0 0,0 0-6 0,0 0 1 0,0 0-3 16,29-11 2-16,-13 5 7 0,5 0-8 0,7-1 7 15,3 0 4-15,-1 0 0 0,1 0-1 16,3 2-5-16,-1-2 8 0,-1 0-6 0,0 3-2 16,-3-2 0-16,-1 1 1 0,-1-1 0 0,-5 3-4 15,-4-2 0-15,1-1-3 0,0 2-7 0,-7 2 5 16,-1 0-7-16,-1-1 2 0,-1 2 2 0,-4-1-1 16,-5 2 7-16,10-1 1 0,-10 1-5 0,8-1 2 15,-8 1-4-15,0 0-3 0,0 0 8 0,11-2-2 16,-11 2-2-16,0 0 0 0,0 0-4 0,0 0 1 15,6-1-1-15,-6 1-10 0,0 0-14 0,0 0-16 16,0 0-9-16,0 0-43 0,0 0-100 0,0 0 45 16</inkml:trace>
  <inkml:trace contextRef="#ctx0" brushRef="#br0" timeOffset="-169545.85">24939 4709 26 0,'0'0'27'15,"0"0"1"-15,3 29-3 0,-2-17 0 0,1 5-10 16,0 1 15-16,-2 2-1 0,0 3-2 0,0 4 8 16,-2-3 4-16,2 2 2 0,2-1-2 0,-2-1-2 15,1 1-2-15,-1-5 3 0,3 5 0 0,0-6 2 16,-1 2-4-16,4-2-7 0,-2 5-1 0,0-4 2 15,0-2-6-15,1 7 3 0,-1-6-5 0,-2 2-2 16,0-2-2-16,-1 8-1 0,2-4 2 0,-3-2-2 16,2 3-1-16,-1-7-4 0,2-1 4 0,-7 3-3 15,2-2 1-15,0 0-4 0,1-2 4 0,0-2 1 16,-1-1-7-16,0 1 2 0,-1-2 6 0,2-2-9 16,0 3-2-16,0-5 5 0,-2 0 2 0,3-7-7 15,0 12-2-15,-2-8 0 0,2-4 5 0,-2 9-8 16,2-9-1-16,-3 6 9 0,3-6-8 15,0 0 2-15,3 11-1 0,-3-11-2 0,0 0 4 0,0 9 14 16,0-9-1-16,0 0-15 0,2 10 0 0,-2-10 1 16,0 0-6-16,3 6-4 0,-3-6 12 0,0 0-3 15,0 0 0-15,2 6 4 0,-2-6 1 0,0 0-13 16,0 0 11-16,0 0-4 0,3 6-1 0,-3-6 2 16,0 0-4-16,0 0 9 0,3 7-9 0,-3-7 9 15,0 0-14-15,3 4 13 0,-3-4 10 0,0 0-13 16,0 0 7-16,0 0-7 0,0 0 3 0,1 10-6 15,-1-10-2-15,1 5 5 0,-1-5 3 0,0 0 1 16,3 9-9-16,-3-9-4 0,0 0 8 16,3 8-4-16,-3-8-2 0,0 0 16 0,3 7-8 0,-3-7-3 15,0 0 0-15,0 0 4 0,0 0-8 0,2 8 2 16,-2-8 5-16,0 0-3 0,0 0-1 0,0 0-2 16,0 0-11-16,0 0-14 0,0 0-6 0,0 0-15 15,4 2-17-15,-4-2-21 0,0 0-58 0,0 0-158 16,0 0 70-16</inkml:trace>
  <inkml:trace contextRef="#ctx0" brushRef="#br0" timeOffset="-169368.91">24803 5642 6 0,'18'-13'86'15,"-8"9"-5"-15,8 0-20 0,1 0-3 0,-2 1-18 16,0-1-20-16,-3 3-20 0,2-1-26 0,-5 2-29 16,1 2-59-16,-1-2 27 0</inkml:trace>
  <inkml:trace contextRef="#ctx0" brushRef="#br0" timeOffset="-169203.31">24893 5640 32 0,'0'0'77'16,"0"0"-3"-16,0 0-17 0,0 0 5 0,34-12-4 15,-13 7 7-15,9 0-19 0,0-2-19 0,1 2-12 16,-1 3-29-16,-1 0-10 0,0 0-56 0,-7 2-86 16,-4-1 39-16</inkml:trace>
  <inkml:trace contextRef="#ctx0" brushRef="#br0" timeOffset="-167396.69">26454 6008 87 0,'0'0'146'0,"0"0"-5"15,0 0-10-15,0 0-11 0,0 0-11 0,0 0-13 16,0 0-9-16,0 0-15 0,0 0 1 0,0 0-15 0,0 0-8 15,0 0 3-15,0 0-10 0,0 0-14 16,0 0 2-16,0 0-9 0,0 0 2 0,0 0-5 16,0 0 0-16,0 0 4 0,0 0-9 0,0 0 2 15,0 0-1-15,0 0-7 0,0 28 5 0,0-28-2 0,0 11 2 16,2-5-4-16,-2-6 2 0,3 10-11 16,1-5 11-16,-4 2-1 0,0-7-4 0,5 7-2 15,0-3 4-15,-5-4-2 0,6 3-4 0,-6-3-2 16,9 3 8-16,-9-3 0 0,0 0 2 0,9-1-4 0,-9 1 7 15,9-5-5-15,-9 5 1 0,9-7-6 16,-5 2-3-16,-1-1 7 0,3-1-14 0,-1-3 6 16,0 2 0-16,-1-1-5 0,-2-1 3 0,0 0-3 0,1 1 6 15,-1 3-11-15,-2 6 6 0,0-15 1 0,0 8-2 16,0 7-2-16,-5-12 1 0,5 12-6 0,-2-10 8 16,-2 6-6-16,4 4-5 0,-7-4-5 0,7 4-1 15,-9-2-9-15,9 2-13 0,-13 1-9 16,13-1-23-16,-14 4-15 0,7-3 11 0,1 5 0 0,-1 0-17 15,1 1-63-15,0-3-173 0,4 3 77 16</inkml:trace>
  <inkml:trace contextRef="#ctx0" brushRef="#br0" timeOffset="-167229.92">26657 5977 41 0,'0'0'81'0,"0"0"-2"0,0-8-23 16,0 8-30-16,0 0-29 0,0 0-10 0,0 0-32 15,0 0-48-15,0 0 21 0</inkml:trace>
  <inkml:trace contextRef="#ctx0" brushRef="#br0" timeOffset="-166892.85">26800 5923 51 0,'-4'-9'138'15,"4"9"-18"-15,0 0-11 0,0 0-12 0,0 0-14 16,0 0-6-16,0 0-11 0,0 0-9 0,0 0-10 16,0 0-8-16,0 0 4 0,0 0-8 0,0 0-1 15,-9 20-2-15,9-11-2 0,-2 2-4 0,2 0 1 16,0 1-12-16,0 2 5 0,2-3-1 0,0 0-2 15,0 0 1-15,3-1-3 0,-1-1-6 0,0-1 5 16,2 0 0-16,-2 0-2 0,2-1-1 0,-3-1-3 16,1-1-2-16,0-1 4 0,1-1-9 0,2 1 5 15,-7-4 4-15,5 6-3 0,-5-6 7 0,2 4 5 16,-2-4 1-16,0 0-2 0,0 0-14 0,0 0 0 16,0 0-10-16,0 0 3 0,0-23-7 0,0 23 0 15,-5-11 7-15,1 5-2 0,4 6-4 0,-10-12-4 16,2 7-13-16,3 2-6 0,-7 1-12 0,0 2-9 15,-1 2-7-15,0-1-19 0,-4 6-97 0,1-2-188 16,-1 0 83-16</inkml:trace>
  <inkml:trace contextRef="#ctx0" brushRef="#br0" timeOffset="-164982.16">26804 5919 61 0,'0'0'80'0,"0"0"-2"0,0 0-6 0,0 0-4 16,0 0-10-16,0 0 0 0,0 0-9 0,0 0-8 0,0-8-3 15,0 8-2-15,0 0-5 0,0 0-3 0,0 0 0 16,0 0-5-16,0 0-7 0,0 0 1 0,0 0 0 16,0 0-5-16,0 0 1 0,0 0-2 0,0 0-4 15,0 0 1-15,0 0-3 0,0 0-7 16,3-7 7-16,-3 7-5 0,0 0-8 0,0 0-3 0,5-5-2 15,-5 5-2-15,0 0 0 0,0 0 7 0,6-4-9 16,-6 4 3-16,0 0 1 0,5-4 0 0,-5 4-3 16,8-3 1-16,-8 3 0 0,7-2 5 0,-7 2 3 15,0 0 0-15,8-4-7 0,-8 4 6 0,0 0-1 16,8-3 6-16,-8 3-3 0,0 0 2 0,5-2-2 16,-5 2 2-16,0 0-4 0,6-3 3 0,-6 3 4 15,0 0-1-15,4-5 3 0,-4 5-5 0,0 0 4 16,0 0 4-16,0 0-2 0,8-2 7 0,-8 2-1 15,0 0-1-15,0 0 2 0,0 0 8 0,0 0-1 16,0 0 2-16,0 0-8 0,0 0 9 0,0 0 0 16,0 0-1-16,0 0-2 0,0 0 1 0,0 0-8 15,0 0-1-15,0 0-7 0,0 0 4 0,0 0-3 16,0 0 4-16,0 0-6 0,0 0-4 0,0 0 8 16,-10 18-4-16,6-11 2 0,0 1-4 0,-1 3 1 15,1-3 7-15,-3 7-7 0,2-4 2 0,0-2-2 16,1 4 6-16,0-3-4 0,2 1 0 0,-3-2 1 15,3 0 7-15,0-2-12 0,0 0 9 0,2-7-7 16,0 12 2-16,2-6 0 0,-2-6 4 0,4 11-2 16,-1-5-6-16,1-1 7 0,2-1 3 0,4 2-1 15,-1-2-3-15,0-1-4 0,1 0 6 0,0-1-2 16,3-2 2-16,-3 0-4 0,1 0 7 0,-3 0-2 16,1 0 3-16,-1-2-6 0,-8 2 1 0,13-5-4 15,-7 2 1-15,2-1 2 0,-4-1 0 0,-4 5-3 16,6-7 0-16,-6 7 8 0,1-9-9 0,-1 9 4 15,0 0-6-15,-9-8 1 0,1 7-9 0,-5 0 0 16,-5 2 5-16,-2 2-2 0,-9 2-6 0,0 3 1 16,-3-1-12-16,1 2-16 0,2 1-21 0,2 2-59 15,0 0-131-15,2-2 59 0</inkml:trace>
  <inkml:trace contextRef="#ctx0" brushRef="#br0" timeOffset="-164523.65">26951 5821 38 0,'0'0'71'16,"0"0"-12"-16,0 0-10 0,0 0-7 0,0 0-2 16,0 0-2-16,0 0-1 0,0 0-5 0,-13 11-6 15,8-5-3-15,0 3 1 0,0 1-8 0,-3 6-7 16,3-1-13-16,-6-1-8 0,4 2-15 0,-2 0-17 15,3 0-26-15,-4 1-76 0,2-2 35 0</inkml:trace>
  <inkml:trace contextRef="#ctx0" brushRef="#br0" timeOffset="-164048.75">26930 5808 31 0,'0'0'30'0,"0"0"2"0,-15 16-2 0,11-7 11 15,-5-1-2-15,1 3 0 0,0 1-3 0,-5 2 2 16,7-3-9-16,-5 2 0 0,1-1-3 0,0 2-1 16,3-4 0-16,1 0 3 0,1 1-8 0,-1-3 3 15,1 2-1-15,2-1-7 0,-1 0-5 0,2-2 7 16,0 0-1-16,2-7-9 0,-2 10 6 0,2-10-1 16,0 10-6-16,0-10 4 0,2 9-1 0,-2-9 3 15,4 6-4-15,-4-6 4 0,4 6-6 0,-4-6 1 16,0 0 5-16,8 5-4 0,-8-5 3 0,0 0 6 15,4 4 4-15,-4-4 12 0,0 0 1 0,0 0-6 16,0 0-9-16,11-10 1 0,-7 5-8 0,-2-1 6 16,1 0-5-16,2-1 4 0,-5 7 4 0,2-12-6 15,0 7 1-15,-2 5-1 0,1-8-4 0,-1 8 0 16,0-8-5-16,0 8 1 0,0 0-1 0,0 0-8 16,0 0 11-16,0 0-13 0,-10-6-16 0,10 6-17 15,0 0-21-15,-18 14-15 0,10-8-76 0,-2 3-160 16,1 0 71-16</inkml:trace>
  <inkml:trace contextRef="#ctx0" brushRef="#br0" timeOffset="-23786.7">25181 4564 2 0,'0'0'0'0,"0"0"8"0,0 0-8 16,0 0-2-16,0 0 2 0,0 0 0 0,0 0 3 0,0 0-2 15,0 0-2-15,0 0 2 0,0 0 0 16,0 0 0-16,2 18-4 0,-2-18 6 0,0 7-4 0,0-7 2 15,0 9-4-15,0-9 7 0,0 10-4 16,0-10-1-16,0 10 3 0,0-10-1 0,2 9 3 16,-2-9-3-16,1 7 1 0,-1-7-2 0,1 8 1 0,-1-8 1 15,3 9 0-15,-3-9-3 0,4 6 1 16,-4-6-5-16,0 0 7 0,0 9 1 0,0-9 0 16,1 8-3-16,-1-8 0 0,3 5-1 0,-3-5 0 15,1 8 4-15,-1-8-2 0,0 0-1 0,4 8 0 16,-4-8 0-16,2 5-2 0,-2-5 1 0,0 0 0 15,2 9 2-15,-2-9 0 0,0 0 1 0,3 6 0 16,-3-6-3-16,3 6 3 0,-3-6 0 0,0 0-2 16,4 7 0-16,-4-7 3 0,0 0-2 0,2 6 2 15,-2-6-1-15,4 6-3 0,-4-6 2 0,0 0-3 16,3 8 3-16,-3-8-3 0,1 5 3 0,-1-5-4 16,0 0 4-16,3 11-4 0,-3-11 0 0,2 6 6 0,-2-6-4 15,3 5 0-15,-3-5 1 0,2 7-1 16,-2-7 2-16,5 6-3 0,-5-6 3 0,2 7 1 15,-2-7 1-15,0 0-2 0,2 10-1 0,-2-10 2 16,3 5-10-16,-3-5 7 0,0 0 4 0,2 9 0 16,-2-9-3-16,4 6-3 0,-4-6 3 0,0 0-3 15,2 6 5-15,-2-6-3 0,5 3 5 0,-5-3-3 0,0 0 1 16,1 8 1-16,-1-8-3 0,0 0 0 16,5 4 1-16,-5-4-1 0,0 0 2 0,0 0 0 15,0 0-1-15,5 7-1 0,-5-7-1 0,0 0 1 16,0 0-1-16,2 4-2 0,-2-4 0 0,0 0 4 15,0 0 2-15,4 6-5 0,-4-6 4 0,0 0-1 16,0 0 2-16,0 0-6 0,7 5 3 0,-7-5 2 16,0 0 0-16,0 0-1 0,2 5 0 0,-2-5-1 15,0 0 0-15,0 0 3 0,0 0-2 0,0 0-2 16,5 4 2-16,-5-4 1 0,4 5 0 0,-4-5-3 16,0 0 1-16,0 0 2 0,8 3 0 0,-8-3-3 15,6 6 5-15,-6-6-4 0,7 5 1 0,-7-5-2 0,6 3 0 16,-6-3-2-16,5 3 1 0,-5-3-1 15,9 4 8-15,-2-1-2 0,-7-3 1 0,11 5-5 16,-4-3 0-16,-7-2 1 0,11 2 3 0,-7 1-5 16,3-3 5-16,-7 0-3 0,12 3-1 0,-8 0 5 15,-4-3 0-15,13 4-5 0,-7-3 1 0,3-1-3 16,-1 1-2-16,-8-1 5 0,15 0 0 0,-7 0 3 16,1 1-16-16,1-1 19 0,2 0-3 0,1-1-1 15,-4 1-7-15,5-1 0 0,-1 0 0 0,-1 0 1 16,-1 1 0-16,1-2-5 0,2 2-9 0,-1 0 4 15</inkml:trace>
  <inkml:trace contextRef="#ctx0" brushRef="#br0" timeOffset="-13248.1">25839 4969 4 0,'0'0'3'0,"-5"-5"4"0,5 5-3 0,0 0-2 16,0 0 1-16,0 0-3 0,-4-5-1 0,4 5 2 0,0 0-3 16,0 0 0-16,0 0-2 0,0 0-3 0,-9-5 2 15,9 5 13-15,0 0-11 0,0 0 6 16,0 0 2-16,0 0-3 0,0 0-1 0,-5-2 1 16,5 2 2-16,0 0 3 0,0 0-2 0,0 0 4 15,0 0-1-15,0 0-2 0,0 0 1 0,0 0 4 16,0 0-3-16,0 0-2 0,0 0 6 0,0 0-4 0,0 0-1 15,0 0 3-15,0 0 0 0,0 0-1 0,0 0 2 16,0 0 1-16,0 0-2 0,0 0 3 0,0 0-5 16,0 0 6-16,0 0-5 0,0 0 3 15,0 0-2-15,0 0 3 0,0 0-9 0,0 0 1 16,0 0 10-16,0 0-8 0,0 0-3 0,0 0-1 0,0 0 0 16,0 0 0-16,0 0 4 0,0 0-5 15,0 0 3-15,0 0-7 0,0 0 1 0,0 0 5 0,0 0 1 16,0 0 0-16,0 0 0 0,0 0-6 15,0 0 1-15,0 0 6 0,0 0-6 0,0 0 7 16,0 0-8-16,0 0 3 0,0 0 2 0,0 0 1 16,0 0-6-16,0 0 3 0,0 0 11 0,0 0-6 0,0 0-1 15,0 0-4-15,0 0 7 0,0 0-8 0,0 0 4 16,0 0-3-16,0 0-5 0,0 0 5 16,0 0 7-16,0 0-2 0,0 0-2 0,0 0 0 15,0 0-3-15,0 0-1 0,0 0 6 0,0 0 8 16,0 0-15-16,0 0 1 0,0 0 1 0,0 0-7 0,0 0 16 15,0 0-11-15,0 0 5 0,0 0-5 16,0 0 1-16,0 0-4 0,0 0 5 0,0 0 0 16,0 0-3-16,0 0 2 0,0 0-2 0,0 0 6 15,0 0-7-15,0 0 7 0,0 0-9 0,0 0 8 16,0 0-5-16,0 0 0 0,0 0 0 0,0 0-6 16,0 0 7-16,0 0 5 0,0 0-4 0,0 0 5 0,0 0 0 15,0 0 1-15,0 0-2 0,0 0-1 0,0 0 1 16,0 0 3-16,0 0-1 0,0 0 3 0,0 0-7 15,0 0-1-15,0 0-2 0,0 0-4 16,0 0 4-16,0 0 4 0,0 0 1 0,0 0-8 16,0 0 5-16,0 0 4 0,0 0-8 0,0 0 5 0,0 0 0 15,0 0 2-15,0 0 2 0,0 0-1 16,0 0 2-16,0 0-4 0,0 0-2 0,0 0 14 16,0 0-13-16,0 0 1 0,0 0 1 0,0 0-1 15,0 0-2-15,0 0 0 0,0 0 4 0,0 0-1 16,0 0-2-16,0 0-7 0,0 0 5 0,0 0 5 15,0 0-5-15,0 0 8 0,0 0-18 0,0 0-3 16,0 0-17-16,0 0-6 0,0 0-16 0,0 0-34 16,0 0-92-16,0 0 42 0</inkml:trace>
  <inkml:trace contextRef="#ctx0" brushRef="#br0" timeOffset="-5504.43">26102 5657 33 0,'0'0'51'0,"0"0"-4"0,0 0-1 0,0 0-1 16,0 0-8-16,0 0 2 0,0 0-2 15,0 0-1-15,0 0-1 0,0 0-2 0,0 0-2 16,0 0-2-16,0 0 6 0,0 0-7 0,0 0 1 0,0 0 0 16,0 0 1-16,0 0-4 0,0 0-1 0,0 0-1 15,0 0-1-15,0 0 3 0,0 0-12 0,0 0 6 16,0 0-1-16,0 0-2 0,0 0-3 0,0 0 0 15,0 0 0-15,0 0-2 0,0 0 0 16,0 0-4-16,0 0 6 0,0 0-11 0,0 0 8 0,0 0-3 16,0 0-2-16,0 0 8 0,0 0-6 0,0 0-3 15,0 0 5-15,0 0-3 0,0 0 2 0,0 0-3 16,0 0 4-16,0 0 0 0,0 0 3 0,0 0-4 16,0 0-1-16,0 0 0 0,0 0 1 0,0 0-2 15,0 0 0-15,0 0 1 0,0 0 12 0,0 0-8 16,0 0-4-16,0 0 3 0,0 0-2 0,0 0-1 15,0 0-2-15,0 0-2 0,0 0 0 0,0 0 3 16,0 0 7-16,0 0-6 0,0 0 3 0,0 0-7 16,0 0 9-16,0 0-7 0,0 0 1 0,0 0 0 15,0 0 0-15,0 0-3 0,0 0 9 0,0 0-6 16,0 0 5-16,0 0-2 0,0 0 0 0,0 0-7 16,0 0 1-16,0 0-2 0,0 0 4 0,0 0-3 15,0 0-2-15,0 0 2 0,0 0-2 0,0 0-1 16,0 0 4-16,0 0-16 0,0 0-7 0,0 0-23 15,0 0-6-15,0 0-18 0,0 0-9 0,0 0-4 16,0 0-13-16,0 0-62 0,-12 13-168 0,8-10 75 16</inkml:trace>
  <inkml:trace contextRef="#ctx0" brushRef="#br0" timeOffset="32295.64">31936 3249 16 0,'0'0'64'0,"0"0"5"0,0 0-10 0,0 0-11 16,3-6 19-16,-3 6-22 0,0 0 3 0,0 0-7 15,0 0-9-15,0 0-11 0,0 0 9 16,0 0-10-16,2-7 0 0,-2 7-6 0,0 0 7 15,0 0-6-15,0 0 11 0,0 0-11 0,0 0 1 16,-1-9 3-16,1 9-6 0,0 0 8 0,0 0-8 16,0 0-1-16,0 0 0 0,0 0 2 0,0 0-2 15,0 0-4-15,0 0 11 0,0 0-3 0,0 0 2 16,0 0 9-16,0 0-19 0,0 0 10 0,0 0 3 16,0 0-5-16,0 0-1 0,0 0-4 0,-5-8-2 15,5 8 7-15,0 0-6 0,0 0-9 0,0 0 5 16,0 0 0-16,0 0-6 0,0 0 6 0,0 0-1 15,0 0-8-15,0 0-6 0,0 0 9 0,0 0 0 16,0 0-4-16,0 0 3 0,-9 15-5 0,9-15 6 16,-4 12-3-16,-1-6-2 0,3 2-3 0,-2 1 3 15,0 0 4-15,0 1 2 0,0 0 0 0,2-1-2 16,-1-1 7-16,2 2-7 0,-3-2 0 0,3 0-5 16,1 0 8-16,0-8-1 0,1 14 8 15,0-8-2-15,2 2-9 0,-3-8 1 0,4 12 0 0,-2-6 0 16,1 0 3-16,1-2 5 0,-4-4 0 0,9 9-1 15,-2-6-2-15,-1 1 14 0,1-1-1 0,3-2 3 16,-1 2-5-16,-1-1 5 0,2-2 7 0,-2 0-3 16,2 0-3-16,1-3 1 0,0 0 3 15,0-1-1-15,2 0-7 0,-2-2 3 0,0 0-5 16,-1 0 4-16,3 0 1 0,-6-1 2 0,2 0-4 16,-2-2 1-16,0 0 2 0,-2 0-7 0,1 1-3 15,-3-3 2-15,1 2-7 0,-2-3-1 0,-1 3-5 16,-2-2 6-16,3 2-3 0,-3-1 0 0,-3 0-1 15,0 1 1-15,-1-1-7 0,1 3 4 0,-2 1 2 0,-2-1-6 16,-1 1-4-16,0 0-12 0,-1 1 6 16,1 1-5-16,-1 2 3 0,2 0-2 0,8 2-13 15,-15-3-8-15,5 5-9 0,-1-1-21 0,1 3-4 16,0 3-15-16,-3-2-6 0,2 1-66 0,-5 3-174 16,2 1 77-16</inkml:trace>
  <inkml:trace contextRef="#ctx0" brushRef="#br0" timeOffset="32758.03">31986 3377 128 0,'0'0'124'16,"0"0"-5"-16,0-11-27 0,0 11-10 0,0 0-10 0,0 0-12 15,0 0-8-15,0 0 7 0,0 0-17 16,0 0 3-16,5 28-26 0,-4-16 21 0,1 5-2 15,-1 2-2-15,0 7-10 0,3-1-10 0,0 3 1 16,-3 3-4-16,1-1-4 0,-1 2 2 0,1 0 9 16,0 1-7-16,-2 12 6 0,1 2 8 0,3-13-4 15,-2-1-9-15,-2 2 12 0,2-2-3 0,-4-1-2 16,5-1-3-16,-2-2 4 0,0 1-8 0,-1-1 7 16,3-3-7-16,2 0-1 0,-4-8-2 0,5 0 3 15,-4 0 0-15,3-3-3 0,-1 0 2 0,-2-2-3 16,1-2 2-16,0 0 0 0,-2 0-5 0,3-3 6 15,-3 2-4-15,-1-10-9 0,4 15-19 0,-1-9-27 16,-3-6-22-16,1 9-28 0,-1-9-9 0,0 0-12 16,0 10-61-16,0-10-191 0,0 0 85 0</inkml:trace>
  <inkml:trace contextRef="#ctx0" brushRef="#br0" timeOffset="33528.92">31720 4360 104 0,'0'0'104'0,"0"0"-3"16,0 0-5-16,-16-5-8 0,16 5-14 0,0 0-5 15,0 0-4-15,0 0-15 0,-9-6 1 0,9 6-6 16,0 0 6-16,-9-6-3 0,9 6 2 0,-8-3-2 16,8 3 8-16,-6-3 0 0,6 3-4 0,-8-4-3 15,8 4-4-15,-8-5-7 0,8 5 2 0,-5-5-8 16,5 5 0-16,-6-3-1 0,6 3-3 0,0 0 3 16,-12-4-6-16,12 4-6 0,-5-3 7 0,5 3-6 15,0 0-7-15,-8-4 2 0,8 4 5 0,0 0-1 16,0 0 2-16,-6-3 1 0,6 3 2 0,0 0 1 15,0 0-2-15,0 0 5 0,0 0-5 0,0 0-8 16,0 0-3-16,0 0 3 0,0 0-6 0,37-8-4 16,0 6 4-16,14 1-3 0,9-2 6 0,-1-1-4 15,3 3-5-15,3-1-2 0,-3 0 3 16,-5 1 1-16,-4-1-1 0,-2 0 4 0,-12 3-6 16,-2-2 2-16,-1 3-2 0,1-2-1 0,-3-1 2 0,-3 1-3 15,-11 1 0-15,0-1-1 0,-5 0 3 0,-4-1 0 16,1 2 1-16,-3 1-4 0,-2-2 4 15,-7 0-5-15,12 0 3 0,-6 0 0 0,-6 0-3 16,10 0 0-16,-10 0 1 0,0 0-3 0,10 0-20 16,-10 0-16-16,0 0-14 0,0 0-41 0,0 0-19 15,0 0-7-15,9 1-16 0,-9-1-97 0,0 0-252 16,0 0 111-16</inkml:trace>
  <inkml:trace contextRef="#ctx0" brushRef="#br0" timeOffset="34003.68">31986 4475 19 0,'0'0'102'0,"0"0"-17"0,0 0-10 0,0 0-2 0,0 0-11 16,0 0 4-16,0 0-14 0,0 0 17 0,0 0-10 16,0 0-3-16,0 0 0 0,0 0-8 0,0 0 0 15,-11-3-4-15,11 3-1 0,0 0 3 0,0 0-13 16,0 0 3-16,0 0-7 0,-11-3 2 15,11 3 2-15,0 0 4 0,0 0 5 0,0 0-7 16,0 0 0-16,0 0-1 0,-11-2 3 0,11 2-15 16,0 0 5-16,0 0-8 0,0 0 1 0,-13-2-1 15,13 2 8-15,0 0 2 0,0 0-2 0,0 0 3 0,0 0-2 16,0 0 5-16,0 0 0 0,0 0-4 16,0 0-6-16,0 0 2 0,0 0-8 0,0 0 3 15,0 0-2-15,0 0 4 0,56-4 0 0,-17 4-11 16,19-1 2-16,3 2 2 0,0-1-6 0,0 3-3 15,-1-3-7-15,-4 1 2 0,-20 0-13 0,-4 0-25 16,-10 2-30-16,-3-3-43 0,-6 0-54 0,-2 4-93 16,-11-4-278-16,7 4 123 0</inkml:trace>
  <inkml:trace contextRef="#ctx0" brushRef="#br0" timeOffset="34927.35">32119 4478 3 0,'0'0'6'0,"0"0"-5"0,0 0-3 16,0 0-2-16,0 0 1 0</inkml:trace>
  <inkml:trace contextRef="#ctx0" brushRef="#br0" timeOffset="35585.84">32128 4525 12 0,'0'0'70'0,"0"0"-6"0,0 0-5 16,0 0 5-16,0 0 4 0,0 0-4 16,0 0-5-16,0 0-7 0,0 0 6 0,0 0-1 15,0 0-2-15,0 0-9 0,0 0-1 0,0 0-1 16,0 0-10-16,-10-22 1 0,10 22 4 0,0 0-8 15,0 0-8-15,0 0-3 0,0 0 3 0,0 0-8 16,0 0-2-16,0 0-5 0,0 0-3 0,0 0-8 16,0 0 7-16,0 0-4 0,0 0-4 0,0 0 2 0,0 0 2 15,0 0 6-15,0 21-5 0,0-21 12 16,-2 13-10-16,2-13-3 0,-1 13-3 0,0-4 0 16,0 0 7-16,-1 1-1 0,2-5 0 0,-1 8-2 15,0-1-3-15,-1 0 4 0,0-1-1 0,2-1 7 16,0 2-4-16,-1 1-2 0,2-3 8 0,-2 1 2 15,1-2-8-15,0 2-5 0,-2 0-2 0,2-2 6 16,-1 0-2-16,1 1-1 0,-1 0 10 0,2 0-7 16,-2 1 19-16,0 1-21 0,-2-1 2 0,2-1 0 15,-1 1-4-15,1 0 0 0,0 1 10 0,0-1-11 16,1 0 4-16,0 0-2 0,0 0 7 0,-2 0-5 16,2-2 8-16,-1 1-10 0,1 2 7 0,0-3-4 15,-1 3 7-15,-1-2-6 0,1 2 4 0,1 0-8 16,-1-2 9-16,0 1-4 0,1-2 5 0,-2 1 3 15,1-1-8-15,0 3 5 0,-2-5-9 0,2 4 5 16,0-2-3-16,1-9 0 0,0 12 11 0,0-5-11 16,0-7-4-16,-3 13 3 0,3-13 5 0,0 10-5 15,0-10 2-15,-1 10-1 0,1-10-3 0,1 11 2 16,-1-11 1-16,-1 7-2 0,1-7 6 0,0 0-5 16,0 12 1-16,0-12-3 0,-1 8 4 0,1-8-18 15,1 10-17-15,-1-10-30 0,-1 9-19 0,1-9-21 16,-3 13-77-16,2-7-191 0,1-6 85 0</inkml:trace>
  <inkml:trace contextRef="#ctx0" brushRef="#br0" timeOffset="41760.38">31934 5218 40 0,'0'0'53'0,"0"0"1"16,0 0-4-16,-8-4-3 0,8 4 2 0,0 0-2 16,0 0-4-16,0 0 1 0,-6-5-7 0,6 5 0 15,0 0 0-15,0 0-10 0,-8-4-4 16,8 4-4-16,0 0-1 0,0 0-4 0,0 0 5 16,-8-1 1-16,8 1-6 0,0 0-6 0,-9-2-1 0,9 2-2 15,0 0 8-15,-10-1 2 0,10 1-11 16,0 0 9-16,-9-2-10 0,9 2 0 0,0 0 1 15,0 0 14-15,-9-3-18 0,9 3 3 0,0 0 1 16,0 0 6-16,-10-3-9 0,10 3 8 0,0 0-6 16,0 0 1-16,-9-1-1 0,9 1-1 0,0 0-5 15,0 0 13-15,0 0-4 0,-9-1 1 0,9 1-4 16,0 0 10-16,0 0-9 0,0 0 3 0,0 0-3 16,-11 0-1-16,11 0 7 0,0 0-4 0,0 0-2 15,0 0-3-15,0 0 6 0,0 0-5 0,-12 0 7 16,12 0-12-16,0 0 8 0,0 0 0 0,0 0-3 15,0 0 1-15,0 0-3 0,-8-2 4 0,8 2-5 16,0 0 5-16,0 0-6 0,0 0 9 0,0 0-5 16,0 0-2-16,0 0 7 0,-9 0-3 0,9 0 13 15,0 0-14-15,0 0 4 0,0 0-6 0,0 0 16 16,0 0-7-16,0 0-1 0,0 0 5 0,0 0-10 16,0 0 7-16,0 0-11 0,-10-2 8 0,10 2 4 15,0 0-1-15,0 0-6 0,0 0 7 0,0 0-4 16,0 0 1-16,0 0-1 0,0 0 1 0,0 0 2 15,0 0-3-15,0 0-5 0,0 0 11 0,0 0-2 16,0 0-1-16,0 0-6 0,0 0 3 0,0 0-4 16,0 0 13-16,0 0-7 0,0 0-4 0,0 0 6 15,0 0-4-15,0 0-7 0,0 0 4 0,0 0-7 16,0 0 16-16,0 0-14 0,0 0 0 0,0 0-2 16,32 5 1-16,-13-4 3 0,3 1-7 0,10-2 13 15,5-2-5-15,0 2 0 0,17-1-1 0,-15 4-1 16,18-5 1-16,-2 0 2 0,-4 2-1 15,-12-2-4-15,0 4-2 0,-1-2 0 0,-2-2-11 0,-2 2-5 16,2-2-7-16,-4 1-22 0,-1 0-14 0,-2 1-29 16,-2-2-81-16,-8 1-186 0,-7 1 82 0</inkml:trace>
  <inkml:trace contextRef="#ctx0" brushRef="#br0" timeOffset="42418.81">32023 5424 30 0,'0'0'93'0,"0"0"9"0,0 0-10 15,0 0-11-15,0 0 7 0,0 0-14 0,0 0-9 16,0 0 2-16,0 0-10 0,0 0 2 16,0 0-6-16,0 0-11 0,0 0 5 0,0 0-7 15,0 0 3-15,0 0-21 0,0 0 2 0,0 0-3 16,0 0-4-16,-4-15 2 0,4 15-3 0,-10-3 0 16,10 3-5-16,0 0 9 0,-10-4-9 0,10 4-4 0,0 0 7 15,-12-1-9-15,12 1 3 0,0 0-2 0,0 0-1 16,-14-5-10-16,14 5 11 0,0 0-3 0,0 0-1 15,0 0 1-15,0 0 0 0,0 0 1 16,-10 0 0-16,10 0 5 0,0 0-2 0,0 0-4 16,0 0-5-16,0 0 2 0,0 0 1 0,0 0 0 15,0 0-9-15,46 0-9 0,-18 0-11 0,7-3-25 16,3 2-6-16,15-2-34 0,-1 5-80 0,-14-1-188 16,2-1 84-16</inkml:trace>
  <inkml:trace contextRef="#ctx0" brushRef="#br0" timeOffset="43091.39">32104 5451 67 0,'0'0'67'0,"0"0"-14"0,0 0-3 16,0 0-5-16,0 0-4 0,0 0-6 16,0 0 1-16,3 18-8 0,-3-18-4 0,0 10-1 15,0-10-3-15,-2 12-3 0,2-1 0 0,-3 0 3 16,2-3-7-16,0 9 6 0,0-1 13 0,-1 0-1 0,0 2 2 15,0 0-12-15,1 1 2 0,0 1-3 0,0 0-1 16,-2 4-5-16,0-6 3 0,2 0 3 16,2 2-6-16,-1-1-4 0,3 6 9 0,-2-6-13 15,1 5 6-15,-1-4-5 0,1-1 1 0,2 2 6 16,0-2-8-16,0 1 5 0,2 3-1 0,-3-3-3 16,1-2-4-16,0 7 2 0,-1-8-2 0,0 4-2 15,1-2 4-15,-3-2-11 0,2 2-11 0,-1-1-4 16,1-1-27-16,-2-1-4 0,-1 0-82 0,-1 2-145 15,-7-3 64-15</inkml:trace>
  <inkml:trace contextRef="#ctx0" brushRef="#br0" timeOffset="44186.81">32142 6204 26 0,'2'-9'92'0,"-2"9"-2"16,0 0 7-16,0 0 6 0,0 0-16 0,0 0 3 16,0 0-11-16,0 0-16 0,-8-6-1 0,8 6-3 0,0 0-11 15,0 0 4-15,0 0-9 0,0 0 0 0,0 0-22 16,0 0 12-16,0 0-11 0,0 0-5 0,-18 10-3 15,13-7 7-15,-3 4-12 0,2-2-1 0,-2 3 5 16,0-2-6-16,2 0-8 0,-3 3 13 16,4-1-8-16,0 0-3 0,2-2 10 0,-1-1-6 0,0 2 1 15,1-1-1-15,3-6 2 0,-4 8-9 0,4-8-2 16,-1 9 9-16,1-9-4 0,0 0-1 0,2 11 18 16,-2-11-10-16,6 7-4 0,-1-4 1 0,-5-3 1 15,11 3 2-15,-3-3 3 0,-8 0 1 16,15-3-5-16,-8 3 1 0,-7 0 13 0,18-2 2 0,-10 1 2 15,-2-3 2-15,2 1-5 0,0-2-4 0,-8 5 1 16,7-7-4-16,-1 0 2 0,-4-1-6 0,-2 8-5 16,1-12-5-16,-1 3 6 0,0 9-10 15,-3-15 0-15,-1 10 1 0,0-2-4 0,0 2-11 0,0-1-10 16,-3 2-8-16,0 0-18 0,7 4-18 0,-14-4-2 16,3 3-15-16,-1 3-13 0,-2 2-78 0,2 1-193 15,1 0 86-15</inkml:trace>
  <inkml:trace contextRef="#ctx0" brushRef="#br0" timeOffset="49609.47">31205 5310 5 0,'0'0'-1'0,"0"0"0"16,0 0-1-16</inkml:trace>
  <inkml:trace contextRef="#ctx0" brushRef="#br0" timeOffset="53186.48">31334 5306 43 0,'0'0'63'0,"0"0"-15"0,-3-6 6 0,3 6-5 15,0 0-6-15,0 0 3 0,0 0-2 0,-6-5 7 16,6 5-20-16,0 0-4 0,0 0 1 0,0 0 3 16,0 0-9-16,0 0-8 0,0 0 6 0,0 0-1 15,0 0-11-15,0 0 5 0,0 0 3 0,0 0-9 16,0 0-3-16,0 0 3 0,0 0 3 0,0 0-1 16,-15 7 2-16,7-3-2 0,-1 2-7 0,-1 3-4 15,-1-1 7-15,2 1 4 0,-3 1-2 0,0-2-4 16,0 3 3-16,3-1-1 0,-1-1-5 0,1 0-2 15,0-1 14-15,4 3-7 0,-4 0-9 0,4-2-4 16,-2 0 4-16,2-1 6 0,1 1-1 0,2-1-11 16,-3 2 13-16,2-2-2 0,2-1-4 0,0 1 11 15,1-8-6-15,-2 10 6 0,2-3-7 0,0-7 3 16,0 13-5-16,2-7 7 0,-2-6-4 0,4 12-3 16,-2-8 5-16,-2-4-3 0,8 8 0 0,-3-3-1 15,-1-1 15-15,1 0-6 0,-5-4 7 0,12 5 1 16,-5-3-3-16,-2 0 12 0,-5-2 0 0,10 5 1 15,-5-5-5-15,-5 0 12 0,12 0 3 0,-12 0-1 16,10-1 3-16,-10 1 1 0,9-5 11 0,-4 1-9 16,-5 4 1-16,8-9-5 0,-4 4-1 0,-1-2-9 15,3-1-1-15,0-3-6 0,-1 2 3 0,-1 1-4 16,1-2 12-16,-1 0-16 0,-3-2-1 0,2 2-7 16,-2-1-1-16,2 0 4 0,-2 1-4 0,1 0 0 15,-2-2-5-15,0 5 8 0,2-4-9 16,-2 11 6-16,-2-12 0 0,2 12 4 0,0-12-1 0,0 12 1 0,-1-7 1 15,1 7-7-15,-2-9-1 0,2 9-1 16,-2-7-2-16,2 7-4 0,0 0 4 0,-6-9 1 16,6 9-3-16,-8-4 3 0,8 4-6 0,-9-4 3 15,9 4 3-15,-11-2-19 0,11 2 1 0,-12 1-19 16,12-1-5-16,-12 1-20 0,12-1-9 0,-8 3-13 16,8-3-23-16,-12 2-15 0,3 3-67 0,3-1-202 15,0 2 89-15</inkml:trace>
  <inkml:trace contextRef="#ctx0" brushRef="#br0" timeOffset="53399.48">31405 5527 121 0,'0'0'154'0,"0"0"-13"0,0 0-14 0,0 0-7 16,0 0-14-16,0 0-14 0,0 0-10 0,0 0-17 16,0 0-31-16,5 2-41 0,-5-2-34 0,0 0-25 15,0 0-89-15,0 0-168 0,2 6 75 0</inkml:trace>
  <inkml:trace contextRef="#ctx0" brushRef="#br0" timeOffset="54646.27">31525 5365 59 0,'3'-5'78'0,"-3"5"10"0,6-5-23 0,-6 5-6 16,5-5-6-16,-5 5-8 0,0 0-6 0,5-5 4 15,-5 5-9-15,0 0 6 0,3-7 3 16,-3 7-2-16,0 0 5 0,0 0 3 0,0 0-6 0,0 0 3 16,0 0-4-16,0 0-4 0,2-7-4 0,-2 7-3 15,0 0-6-15,0 0 4 0,0 0-2 0,4-6-2 16,-4 6-13-16,0 0 8 0,0 0-15 0,1-7 7 15,-1 7-3-15,0 0-4 0,0 0 8 0,0 0-1 16,5-6-6-16,-5 6 4 0,0 0-7 0,0 0 0 16,0 0-7-16,0 0 6 0,0 0 0 0,0 0-4 15,0 0 1-15,4-5 2 0,-4 5-6 0,0 0 6 16,0 0-8-16,0 0 10 0,0 0-3 0,4-5 2 16,-4 5-3-16,0 0 7 0,0 0-5 0,0 0 6 15,0 0-2-15,0 0 2 0,4-7-1 0,-4 7 8 16,0 0 3-16,0 0 5 0,0 0-3 0,0 0 9 15,0 0-6-15,0 0 10 0,0 0-5 0,0 0-3 16,5-6 1-16,-5 6-4 0,0 0-1 0,0 0 0 16,0 0-7-16,0 0-4 0,0 0-3 0,0 0-1 15,0 0 1-15,0 0-12 0,0 0 3 0,0 0-2 16,0 0-4-16,0 0 9 0,-13 21-6 0,10-13 4 16,0 3 2-16,-1 1 2 0,-1 0 1 0,0 4 0 15,-2-1-3-15,2 1 3 0,4-5 2 0,-2 3-4 16,1-2 4-16,0 4-7 0,1-6 3 0,-1-1-4 15,0-2 8-15,2-7-3 0,0 13-2 0,2-6-3 0,1-2 9 16,-1 1-6-16,0 0 4 0,3-1 5 16,-5-5-5-16,7 6-4 0,-2-2 3 0,-5-4-3 15,9 4 8-15,-9-4-2 0,9 3-7 0,-9-3 0 16,7 0 10-16,-7 0-5 0,0 0 7 0,11 0-2 0,-11 0 1 16,0 0 1-16,7-7-2 0,-7 7-3 15,0 0 1-15,3-13-2 0,-3 13 0 0,0-9-4 16,0 9 5-16,0 0-1 0,-3-10-3 0,3 10 0 15,-5-6-4-15,5 6-5 0,-3-6 2 0,3 6-2 16,0 0-8-16,-8-5-8 0,8 5-10 0,-7-2-18 0,7 2-19 16,0 0-10-16,0 0-14 0,-14 5-11 0,14-5-99 15,-7 6-221-15,3-2 97 0</inkml:trace>
  <inkml:trace contextRef="#ctx0" brushRef="#br0" timeOffset="55061.39">31692 5346 42 0,'0'0'112'16,"3"-6"-20"-16,-3 6-12 0,0 0-10 0,0 0 4 0,0 0-20 15,0 0-1-15,0 0-6 0,0 0-1 0,0 0-11 16,6 19-3-16,-2-12-4 0,0 3 7 0,-2 0-9 16,1 0 2-16,1 2 0 0,-2-2 5 0,2 0-15 15,0-1-1-15,-1-2 4 0,-1-1-8 0,1 3 2 16,0-4-9-16,0 1 5 0,-1 1-2 0,1-2 1 16,-3-5 6-16,5 9 2 0,-4-5-22 0,-1-4 16 15,4 6-3-15,-4-6 2 0,0 0 1 0,3 7 11 16,-3-7 10-16,0 0 10 0,5 2 10 0,-5-2 17 15,0 0 9-15,0 0 11 0,5 5 7 0,-5-5 1 16,0 0-6-16,0 0-10 0,0 0-8 0,0 0-7 16,8-16-8-16,-4 10-5 0,1-4-9 0,-3 1-3 15,3-2-8-15,0-1-9 0,2-2-18 0,-2-3-16 16,1 2-12-16,2 1-15 0,-2 4-29 0,-1-1-5 16,1 1-41-16,0-2-41 0,-1 1-150 0,-1 6-328 15,1-4 146-15</inkml:trace>
  <inkml:trace contextRef="#ctx0" brushRef="#br0" timeOffset="57753.41">33140 3146 67 0,'0'0'80'0,"0"0"-8"16,0 0 2-16,0 0-10 0,0 0-2 15,0 0-4-15,0 0-2 0,0 0-5 0,0 0 0 16,0 0-3-16,0 0-7 0,0 0 1 0,0 0 6 16,0 0-3-16,0 0-2 0,0 0-3 0,0 0-1 15,0 0-12-15,91-3 4 0,-91 3-3 0,53-3-3 16,-23 1-1-16,-30 2-9 0,49-3 8 0,-49 3-3 16,43-1-3-16,-43 1 2 0,37-2-5 0,-37 2 3 15,0 0-8-15,0 0-5 0,38 1 6 0,-38-1-2 16,0 0-2-16,0 0-8 0,0 0-11 0,0 0-16 15,0 0 1-15,0 0-10 0,0 0 10 0,0 0-26 16,0 0-9-16,0 0 3 0,0 0-12 0,0 0-77 16,0 0-161-16,0 0 72 0</inkml:trace>
  <inkml:trace contextRef="#ctx0" brushRef="#br0" timeOffset="58219.4">33360 3571 8 0,'3'65'24'15,"-2"-31"-7"-15,3 1-2 0,-1 13 2 0,-3-1-2 16,0 0 8-16,-1 1-6 0,-1 0-1 0,2 0 0 16,-4 0-6-16,3-2 11 0,-2 0-12 0,2 0-1 15,1 1 9-15,0-11-11 0,1 9 2 0,2 1 1 16,-1-10-1-16,3-2 3 0,0 14 1 0,0 0-3 15,-2-14 1-15,2 0 6 0,-1 12-10 0,-1-14-1 16,-5 0 2-16,2-32-4 0,4 60 14 0,-5-29-14 16,1-31 1-16,-4 60 1 0,-1-32-6 0,-2 0 4 15,7-28-3-15,-12 55 5 0,4-30 1 0,0 0 0 16,8-25 2-16,-20 50-3 0,13-30 4 0,7-20-5 16,-19 47-6-16,9-24 7 0,4 2-6 0,6-25-2 15,-17 41 1-15,6-16 7 0,3 3-19 0,-1-1 5 16,9-27-9-16,-14 50-12 0,10-24-28 15,4-26-64-15,-13 50 29 0</inkml:trace>
  <inkml:trace contextRef="#ctx0" brushRef="#br0" timeOffset="58801.84">33203 5560 5 0,'0'0'163'16,"0"0"-22"-16,0 0-17 0,0 0-11 0,0 0-19 16,0 0-16-16,0 0-5 0,0 0-7 0,0 0-4 15,0 0-2-15,0 0-12 0,0 0-7 16,0 0-2-16,0 0-6 0,28 105 3 0,-23-75-2 16,-1-1-2-16,3 2-8 0,-5 3-1 0,-2-34-5 15,4 64 1-15,-3-32-1 0,-2-2-7 0,1-30 8 16,-3 61 0-16,4-31-7 0,-1-30 4 0,-4 60-4 15,2-30 5-15,-3-3-9 0,5-27 2 0,-5 59 3 16,3-30-7-16,1 1-1 0,1-30 5 0,-2 59-9 16,-1-34-10-16,3-25-10 0,1 45-3 0,-1-45-13 15,2 36 5-15,-2-36-15 0,0 32-15 0,0-32-7 16,0 0-11-16,2 33-11 0,-2-33-14 0,0 0-55 16,0 0-171-16,0 0 75 0</inkml:trace>
  <inkml:trace contextRef="#ctx0" brushRef="#br0" timeOffset="59437.4">33152 4966 29 0,'0'0'89'0,"0"0"-8"16,0 0-7-16,0 0-3 0,0 0-13 0,0 0-2 15,0 0-8-15,0 0 0 0,0 0 12 0,0 0-27 16,0 0-7-16,0 0-1 0,0 0 9 0,0 0-15 15,0 0 1-15,0 0-12 0,0 0 1 0,0 0 18 16,0 0-1-16,0 0-6 0,-26 72-2 0,26-72 6 16,-6 29-8-16,6-29 2 0,-7 29-1 0,7-29-6 15,0 0 2-15,-5 40 0 0,5-40 0 0,0 0 5 16,0 0-7-16,1 36 0 0,-1-36 4 0,0 0-10 16,0 0 8-16,0 0-5 0,12 29 2 0,-12-29 0 15,0 0 1-15,0 0 2 0,0 0-5 0,0 0-1 16,0 0 6-16,0 0 15 0,0 0 11 0,0 0 4 15,0 0 12-15,0 0-3 0,0 0-5 0,0 0-4 16,0 0-14-16,0 0-7 0,0 0-3 0,0 0 0 16,0 0 6-16,0 0 1 0,0 0-6 0,0 0-2 15,0 0-5-15,0 0-9 0,0 0-14 0,0 0-20 16,0 0-6-16,0 0-17 0,0 0-8 0,0 0-18 16,0 0-11-16,0 0-19 0,0 0-90 0,0 0-215 15,0 0 95-15</inkml:trace>
  <inkml:trace contextRef="#ctx0" brushRef="#br0" timeOffset="59632.45">33274 5121 23 0,'0'0'174'0,"0"0"-13"16,0 0-27-16,0 0-5 0,0 0-16 15,0 0-13-15,0 0-5 0,0 0-16 0,0 0-18 16,0 0-30-16,0 0-37 0,0 0-41 0,0 0-38 16,0 0-76-16,0 0-173 0,0 0 76 0</inkml:trace>
  <inkml:trace contextRef="#ctx0" brushRef="#br0" timeOffset="60153.33">33371 5034 52 0,'0'0'109'0,"0"0"-5"0,0 0-20 0,0 0-14 16,0 0 2-16,0 0 0 0,0 0-17 0,0 0-4 16,0 0 7-16,0 0-5 0,0 0-8 0,0 0 1 15,0 0-6-15,0 0 3 0,32 44-2 0,-32-44 5 16,0 0-15-16,20 27 11 0,-20-27-4 0,14 19-6 15,-14-19-6-15,0 0-3 0,15 27-4 16,-15-27 0-16,0 0 1 0,13 22-6 0,-13-22 4 16,0 0 1-16,0 0-3 0,0 0-2 0,0 0-1 15,0 0-2-15,3 31 1 0,-3-31-4 0,0 0 11 0,0 0-10 16,0 0 4-16,0 0 0 0,0 0-8 16,0 0 4-16,-52 9-6 0,52-9 3 0,0 0 1 15,0 0 2-15,0 0-7 0,0 0 5 0,0 0-3 16,0 0 7-16,0 0-13 0,-45-31 8 0,45 31-10 15,0 0 5-15,0 0-2 0,0 0 2 0,0 0-1 16,0 0 3-16,12-51-9 0,-12 51-1 0,0 0 0 16,0 0-1-16,22-35 2 0,-22 35 8 0,0 0-7 15,15-26 5-15,-15 26 0 0,0 0 2 0,0 0-1 16,15-29 5-16,-15 29 2 0,0 0-5 0,0 0 18 16,0 0 1-16,5-29 5 0,-5 29-7 0,0 0 1 15,0 0-4-15,0 0-2 0,0 0 2 0,0 0-5 16,0 0 2-16,0 0-3 0,0 0-5 0,0 0-1 15,0 0 2-15,0 0-17 0,0 0 11 0,0 0-2 16,0 0 4-16,0 0-1 0,-25-29-14 0,25 29-16 16,0 0-21-16,0 0-17 0,0 0-23 0,0 0-18 15,0 0-13-15,0 0-91 0,0 0-226 16,0 0 100-16</inkml:trace>
  <inkml:trace contextRef="#ctx0" brushRef="#br0" timeOffset="60501.41">33516 5031 70 0,'0'0'138'0,"0"0"-20"0,0 0-8 16,0 0-11-16,0 0-18 0,0 0-8 0,0 0-5 16,0 0-11-16,0 0-6 0,0 0-2 0,0 0-7 15,0 0-6-15,0 0 5 0,0 0-5 0,31 38-2 16,-31-38-3-16,0 0-5 0,19 37-1 0,-19-37-3 15,13 21 2-15,-13-21 0 0,0 0-11 0,15 24 3 16,-15-24-1-16,0 0 0 0,0 0 13 0,0 0-5 16,14 26-1-16,-14-26 12 0,0 0 12 0,0 0 5 15,0 0 13-15,0 0 16 0,0 0 3 0,0 0 7 16,0 0-3-16,0 0-13 0,0 0-7 0,0 0-20 16,0 0 1-16,0 0-4 0,0 0-9 0,0 0-3 15,0 0-13-15,0 0-11 0,33-59-10 0,-33 59-6 16,10-27-10-16,-10 27-7 0,9-28-3 0,-9 28-1 15,0 0-1-15,9-29-18 0,-9 29-20 0,0 0-20 16,0 0-31-16,0 0-28 0,13-28-134 16,-13 28-305-16,0 0 134 0</inkml:trace>
  <inkml:trace contextRef="#ctx0" brushRef="#br0" timeOffset="61309.57">33190 5021 8 0,'0'0'119'0,"0"0"-6"0,0 0 1 16,0 0-12-16,0 0-9 0,0 0-1 0,0 0-1 15,0 0-3-15,0 0-12 0,0 0-1 0,0 0-6 16,0 0 3-16,0 0-15 0,0 0-4 0,0 0 0 16,0 0-17-16,0 0-1 0,0 0-2 15,0 0-5-15,0 0-2 0,0 0 9 0,0 0-14 0,0 0 13 16,0 0-18-16,0 0 5 0,0 0-8 15,1-52 0-15,-1 52-1 0,0 0 0 0,0 0-2 16,0 0-2-16,0 0-1 0,0 0 12 0,0 0-12 16,0 0-7-16,0 0 2 0,0 0-1 0,0 0-7 15,0 0-10-15,0 0 7 0,0 0 6 0,0 0-3 16,0 0 5-16,0 0-16 0,0 0 16 0,0 0-2 16,0 0 3-16,0 0-5 0,0 0 3 0,0 0 3 15,0 0-4-15,-42 81-6 0,42-81 7 0,0 0 2 16,-10 36-1-16,10-36 0 0,-7 31 0 0,7-31 4 15,0 0-5-15,-6 32 2 0,6-32-1 0,0 0-2 16,-1 33 6-16,1-33 1 0,0 0-1 0,0 0 2 16,0 0 1-16,6 43 4 0,-6-43-7 0,0 0-4 15,0 0 3-15,9 28 5 0,-9-28-4 0,0 0 2 16,0 0 0-16,0 0 3 0,0 0-3 0,20 22-3 16,-20-22-1-16,0 0 9 0,0 0-3 0,0 0 4 15,0 0 6-15,0 0-6 0,0 0 0 0,0 0 4 16,0 0 9-16,0 0 2 0,0 0-6 0,0 0 2 15,63-41-2-15,-63 41-6 0,0 0 4 0,9-23-8 16,-9 23-7-16,0 0 13 0,0 0 2 0,0 0-4 16,5-33-2-16,-5 33-7 0,0 0 0 0,0 0-7 15,0 0 4-15,0 0-6 0,0 0-7 0,0 0-11 16,0 0 0-16,-42-25-22 0,42 25-31 0,0 0-34 16,0 0-26-16,0 0-121 0,-69 19-277 15,69-19 123-15</inkml:trace>
  <inkml:trace contextRef="#ctx0" brushRef="#br0" timeOffset="61503.06">33260 5209 138 0,'0'0'181'0,"0"0"-45"0,0 0-58 16,0 0-46-16,0 0-46 0,0 0-42 0,0 0-27 16,0 0-89-16,0 0 40 0</inkml:trace>
  <inkml:trace contextRef="#ctx0" brushRef="#br0" timeOffset="62120.61">33562 5185 94 0,'0'0'150'0,"0"0"-29"16,0 0-28-16,0 0-20 0,0 0-22 0,0 0-16 15,0 0-10-15,0 0-27 0,0 0-2 0,0 0-23 16,0 0-15-16,0 0-53 0,0 0-102 0,0 0 45 16</inkml:trace>
  <inkml:trace contextRef="#ctx0" brushRef="#br0" timeOffset="62820.66">31264 4457 24 0,'0'0'29'0,"0"0"-13"0,0 0-18 15,0 0-10-15,0 0-12 0,0 0 6 0</inkml:trace>
  <inkml:trace contextRef="#ctx0" brushRef="#br0" timeOffset="62981.44">31316 4501 69 0,'0'0'74'0,"0"0"-29"15,0 0-27-15,0 0-53 0,0 0-37 0,0 0 16 16</inkml:trace>
  <inkml:trace contextRef="#ctx0" brushRef="#br0" timeOffset="79087.25">31384 4017 22 0,'0'0'38'0,"0"0"3"0,0 0 0 0,0 0-3 16,0 0 6-16,0 0-11 0,0 0 2 0,0 0-1 15,0 0 3-15,0 0 3 0,0 0-8 0,0 0-9 16,0 0 0-16,0 0-3 0,0 0-2 0,0 0 1 16,12 4-1-16,-5-1-6 0,2-2-2 0,3 2-2 15,0-1-3-15,3 1-19 0,5 1-13 0,2-1-11 16,-3 2-13-16,1-1-27 0,-2 0-83 0,-4 0 38 15</inkml:trace>
  <inkml:trace contextRef="#ctx0" brushRef="#br0" timeOffset="79311.82">31465 3991 28 0,'0'0'45'0,"-10"7"-5"0,10-7-4 0,0 11-7 16,0-11-26-16,-2 21-11 0,1-5-22 0,-2 4-31 15,-3 2 15-15</inkml:trace>
  <inkml:trace contextRef="#ctx0" brushRef="#br0" timeOffset="79662.16">31343 4789 64 0,'0'0'99'0,"0"0"-8"0,0 0-21 0,0 0-23 15,0 0-14-15,16-4-30 0,-1 5-26 0,4 2-41 16,11-3-70-16,3-1 31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9T10:08:14.0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8209 3349 15 0,'-10'0'162'0,"10"0"2"15,0 0-5-15,0 0-6 0,-11 0-14 0,11 0-9 16,0 0-11-16,0 0-11 0,0 0-13 0,0 0-11 16,-8-3-5-16,8 3-13 0,0 0-3 0,0 0-3 15,0 0-15-15,0 0-3 0,0 0-1 0,0 0-3 16,45 3-9-16,-26-5-1 0,9 1 2 15,3-1-22-15,-4 1-16 0,2 1-9 0,0 0-27 16,2 1-23-16,-3-1-24 0,-5 0-18 0,-3 2-22 0,1-2-4 16,-2 1-75-16,-7 1-226 0,-1-2 100 0</inkml:trace>
  <inkml:trace contextRef="#ctx0" brushRef="#br0" timeOffset="394.78">8471 3317 55 0,'-7'7'82'0,"4"-1"7"0,1 2-17 0,-1 3-2 0,-2 6-3 15,1 1-2-15,2 2-8 0,-1-1-2 0,0 5-11 16,0 2 2-16,-1-2-8 0,1-4 7 0,1-1-12 16,-3 0-1-16,5 0-4 0,-3-2 3 15,6 2-4-15,-1-2 2 0,-2-1-11 0,0 0 3 16,0-3-6-16,1-1 5 0,1-1-6 0,-1 1 0 15,0-2 1-15,-1 1-4 0,0-11-4 0,0 14 5 16,0-14-9-16,3 14 4 0,-3-14-1 0,0 0 2 16,-2 15-4-16,2-15 5 0,-8 10-5 0,8-10 1 15,-12 12-8-15,12-12 8 0,-17 7-5 0,6-5 2 16,11-2-7-16,-19 9 10 0,7-6-2 0,3-2-1 16,9-1-1-16,-17 0 2 0,17 0 0 0,-13 2 3 15,13-2-1-15,-11 3 7 0,11-3-13 0,0 0 1 16,-11 3-8-16,11-3 8 0,0 0-5 0,0 0 5 15,0 0 0-15,-9 4-1 0,9-4 4 0,0 0 0 16,0 0-3-16,0 0 3 0,28 9-5 0,-9-8-20 16,4-1-21-16,5 0-13 0,4 0-27 0,0 0 1 15,4 0-2-15,-3-3-53 0,2 3-148 0,-2-4 66 16</inkml:trace>
  <inkml:trace contextRef="#ctx0" brushRef="#br0" timeOffset="699.25">8759 3801 131 0,'-8'-6'152'0,"8"6"-26"0,0 0-9 15,0 0-13-15,0 0-11 0,0 0-10 0,0 0-8 16,19-7-7-16,-7 6-7 0,-12 1-7 0,29 1-1 16,-16-1-8-16,0 4-2 0,-3-1-9 0,2 0-1 15,-1 0-2-15,-3 2-3 0,-2 1-9 16,-1-1-1-16,-1 5 1 0,-4-10-6 0,3 15-1 15,-3-15 0-15,-6 21 12 0,-1-11-8 0,-3 4 2 0,-2 1 5 16,-3-2-5-16,-1 0-1 0,1 2 5 16,1-5-1-16,0 3 0 0,5-6 2 0,1 2-8 0,1-3 3 15,0 1-6-15,2-1 1 0,3-2-6 16,-1 2-2-16,3-6 3 0,-1 10-6 0,1-10-2 16,9 11-18-16,1-6-19 0,3-2-12 0,7-1-15 15,0-1-31-15,1-1-1 0,7-1-16 0,0-1-4 16,-1-3-71-16,-6 0-202 0,6-2 89 0</inkml:trace>
  <inkml:trace contextRef="#ctx0" brushRef="#br0" timeOffset="1212.08">9044 3996 515 0,'14'-9'-47'0,"-1"4"18"16,-4-4 16-16,-2 2 6 0,0 1 18 16,-3-1 10-16,-4 7 12 0,11-10 16 0,-10 4 29 15,-1 6-8-15,5-7 0 0,-5 7-3 0,0 0-6 16,4-10-6-16,-4 10-10 0,0 0-11 0,0 0 0 16,0 0-6-16,0 0-4 0,0 0 0 0,0 0-4 15,0 0 6-15,0 0-1 0,0 0-8 0,4 26 5 16,-4-16-2-16,0-10-4 0,-1 16 1 0,1-16-3 15,-1 11 3-15,1-11-3 0,-3 12-2 0,3-12-3 16,0 0 4-16,0 10 1 0,0-10 19 0,0 0 9 16,0 8 16-16,0-8 13 0,0 0 15 0,0 0 10 15,0 0-11-15,0 0-5 0,0 0-10 0,0 0-7 16,0 0-7-16,0 0-7 0,-8-22-6 0,8 13-1 16,-2-5-6-16,-1 2-7 0,3 2-6 0,0 10-3 15,1-25-2-15,3 11 2 0,1 3-7 0,-1 3-5 16,0-1 0-16,-4 9-2 0,9-10-5 0,-9 10-1 15,9-5-1-15,-9 5-1 0,12 1-1 0,-12-1 3 16,14 9-1-16,-7-1-6 0,2-1 1 0,-1 4-1 16,-1-2 2-16,0 1 3 0,-1 1 0 0,-2 0-6 15,0 1 4-15,-1-2 0 0,2 0 5 0,0-1-4 16,-3-2 0-16,-2-7 3 0,4 13 1 0,-4-13-5 16,3 9 2-16,-3-9 1 0,2 7-1 0,-2-7 4 15,0 0 2-15,0 0-4 0,0 0 1 0,0 0-8 16,0 0 4-16,0 0-2 0,0 0-1 15,0 0 0-15,0-30 1 0,0 30-4 0,3-19-2 0,0 7-6 16,4 1-2-16,-2 1-3 0,0-2-1 0,2 1-2 16,2 3 5-16,-2 1-6 0,0 2 9 0,-7 5-1 15,11-8 5-15,-3 8-9 0,-8 0 5 0,0 0 3 16,20 6 3-16,-12 1 2 0,1 1-2 0,-1 0 1 16,-2 2 0-16,0 3-2 0,2 1 8 0,-2 1-1 15,-4-2 2-15,3 3-21 0,-4-4-29 0,0 2-36 16,2 4-38-16,-3-1-34 0,0-3-97 0,1-3-278 15,2-3 123-15</inkml:trace>
  <inkml:trace contextRef="#ctx0" brushRef="#br0" timeOffset="1577.35">9744 3920 216 0,'-1'-10'204'0,"1"10"-20"0,0 0-20 15,-5-5-20-15,5 5-13 0,-13 3-4 0,0 2-11 16,-2 6-9-16,-3-1-13 0,-1 7-11 0,-3 0-6 16,7-5-6-16,1 3-10 0,2-3-5 0,1 2-5 0,3 0-8 15,4-3-8-15,0 0-4 0,3 0-1 16,1-5-8-16,0-6-15 0,4 11-2 0,0-4-2 0,1-4-2 16,-5-3 1-16,13 3-4 0,-6-3 5 15,-7 0-7-15,15-3 3 0,-7-1 3 0,0-4 7 16,0 3-1-16,-2-4 4 0,1 0-4 0,-1 1 3 15,-2-3 9-15,1 2 1 0,-1-2 6 0,0 4 2 16,-1 0 4-16,-1 2 1 0,-2 5-1 0,5-10-4 0,-5 10-9 16,2-5-1-16,-2 5-5 0,0 0-3 15,0 0-2-15,0 0 0 0,0 0 0 0,0 0-4 16,9 15 2-16,-6-8 2 0,1 2 1 0,2 1-9 16,-1 1-15-16,3 1-14 0,-3 0-22 0,0 0-31 15,3 1-33-15,1-3-29 0,-2-1-27 0,4 1-12 16,-4 0-98-16,2-3-303 0,0-3 134 0</inkml:trace>
  <inkml:trace contextRef="#ctx0" brushRef="#br0" timeOffset="1765.85">9858 3950 81 0,'0'0'153'0,"0"0"-19"0,0 0-7 0,3-9-17 16,-3 9-10-16,0 0-7 0,0 0-10 0,0 0-1 15,12 22-9-15,-7-12-3 0,2-1-11 16,-2 1-4-16,4 4-3 0,0 1-3 0,-3-6-22 0,1 2-28 16,5 1-39-16,-5-3-29 0,2-1-19 0,-3 0-25 15,-1-4-61-15,5 1-187 0,-10-5 84 0</inkml:trace>
  <inkml:trace contextRef="#ctx0" brushRef="#br0" timeOffset="1940.3">10014 3982 78 0,'0'0'177'0,"0"0"-18"0,0 0-19 0,-3-8-12 0,3 8-18 16,0 0-11-16,0 0 3 0,0 0 1 0,-19 22-3 15,6-11-7-15,1 5-8 0,-6 4-8 16,-3 3-6-16,5-2-11 0,-5 1-3 0,3-3-17 16,4-4-25-16,3 1-40 0,-1-2-26 0,6-3-39 15,1 0-44-15,0-1-99 0,1-2-251 0,4-8 111 16</inkml:trace>
  <inkml:trace contextRef="#ctx0" brushRef="#br0" timeOffset="2099.42">10532 3892 95 0,'7'-4'179'0,"-7"4"-37"0,0 0-33 0,12-5-32 16,-12 5-19-16,0 0-25 0,0 0-18 0,0 0-25 15,12 9-27-15,-10-3-74 0,-2 2-119 0,0-8 54 16</inkml:trace>
  <inkml:trace contextRef="#ctx0" brushRef="#br0" timeOffset="2221.25">10480 4074 39 0,'0'0'133'0,"0"0"-13"0,-1 7-13 0,1-7-1 16,0 0-31-16,0 0-28 0,19 4-35 0,-6-6-48 15,9 1-65-15,7-5-109 0,6-1 49 0</inkml:trace>
  <inkml:trace contextRef="#ctx0" brushRef="#br0" timeOffset="2503.6">12302 3734 59 0,'-5'-2'164'0,"5"2"-22"16,-9-4-12-16,9 4-18 0,0 0-4 0,0 0-22 15,17-10-14-15,2 8-7 0,8-1-10 0,7-1-12 16,4-3-18-16,14 6-17 0,-12-2-23 0,10 1-23 16,-12 2-22-16,0-1-100 0,-7 2-172 0,-4-2 76 15</inkml:trace>
  <inkml:trace contextRef="#ctx0" brushRef="#br0" timeOffset="2879.47">12520 3684 10 0,'-7'1'143'0,"7"-1"-13"0,-7 8-9 0,3 1-17 15,-2 2-5-15,1 6-14 0,-5 5-1 0,4 4 7 16,-3 0-16-16,3 0-9 0,0 1-10 0,0 0 3 0,1-1-3 16,3 0-12-16,0-1-1 0,0-1 2 0,-2-4-11 15,2-1 4-15,2-2-5 0,-2 1-3 0,2-2 1 16,-1 0-1-16,1-5-11 0,0 1 0 0,-3-3-1 15,1-1 1-15,2-8-3 0,0 10 2 16,0-10 4-16,0 9-8 0,0-9 0 0,0 0 3 16,-2 9-1-16,2-9-6 0,0 0 4 0,-7 5-6 15,7-5 3-15,0 0-3 0,-13-4-2 0,13 4-2 0,-11-5 1 16,11 5 0-16,-9-3 1 0,9 3 0 0,-7-2 1 16,7 2-6-16,0 0 0 0,-10-4-1 15,10 4 8-15,0 0-15 0,0 0 4 0,-6-3 0 16,6 3-2-16,0 0 2 0,0 0 1 0,0 0-3 15,0 0-5-15,0 0 0 0,12 17-11 0,-2-13-14 0,1 2-12 16,8-3-19-16,0 3-16 0,2-2-13 0,8 0-12 16,3-2-9-16,1 0-81 0,1 0-214 15,-2-4 94-15</inkml:trace>
  <inkml:trace contextRef="#ctx0" brushRef="#br0" timeOffset="3149.33">12893 4068 104 0,'0'-9'143'0,"0"9"-10"0,0 0 2 0,-7-9-11 0,7 9-13 16,-11-4-12-16,11 4-8 0,-13 4-3 0,1 1-6 16,-1-1-7-16,-1 5-8 0,5-2-5 0,-6 3-4 15,1 1-7-15,3 0-7 0,-1 2-2 16,5-2-8-16,3-1-2 0,0-1-8 0,2 0 7 16,2 1-10-16,2-2-4 0,2 2 1 0,-2-1 2 0,5 0 2 15,-3-4-10-15,2 2-3 0,-2 0-1 16,0-1-2-16,-1-2 5 0,-1 3-8 0,-2-7-2 15,4 9 6-15,-4-4-5 0,0-5-2 0,0 0 1 16,-6 14-1-16,1-8 3 0,-1-2-2 0,-6 2-9 16,-1-3-12-16,-1 4-7 0,3-4-11 0,0 1-22 15,-3-2-25-15,1 1-12 0,3 0-31 0,-1-2-94 0,-2 2-240 16,13-3 107-16</inkml:trace>
  <inkml:trace contextRef="#ctx0" brushRef="#br0" timeOffset="3660.44">12886 4295 90 0,'0'0'124'16,"5"4"-15"-16,-5-4-14 0,0 0-7 0,0 0-1 16,4 6-13-16,-4-6-13 0,0 0 1 0,0 0-10 15,0 0 1-15,0 0-5 0,0 0 9 0,0 0 12 16,0 0 17-16,0 0 12 0,0 0 11 0,0 0 15 15,0 0-14-15,0 0-9 0,0 0-9 0,0 0-14 16,0 0-3-16,-2-23-14 0,2 23-1 0,-2-16-8 16,2 5-5-16,2 0 4 0,-2 3-11 0,2-3-7 15,0 3 1-15,-1 0-9 0,3 2-3 0,-2-1-5 16,-2 7-5-16,2-8-9 0,-2 8-5 0,5-5-2 16,-5 5-5-16,0 0 4 0,16 5-1 0,-10 0-3 15,3 3 4-15,-3-1-1 0,4 2-4 0,-3 1 5 16,-1 2 3-16,-1-2 0 0,2 1 2 0,0 0-3 15,-3 0 0-15,-4-4 0 0,4 3-2 0,-2-3 2 16,-2-7 0-16,3 10-1 0,-1-6 6 0,-2-4 3 16,0 0-2-16,2 8-1 0,-2-8 5 0,0 0 0 15,0 0-1-15,0 0-2 0,0 0-4 0,0 0 1 16,0 0 0-16,0 0 5 0,0-27 3 0,2 18-3 16,0-1-1-16,2 1-7 0,-2-1-4 0,6-3-8 15,-1 0 3-15,5 1-2 0,-6 4 0 0,3-2-1 16,0 1 2-16,0 3 0 0,0 2-1 15,0 0 6-15,-1 3-10 0,2 1 1 0,-10 0-1 0,11 4 1 16,-5-2 3-16,0 2 1 0,-2 5-3 0,1-1 9 16,-1 2-9-16,0 1-6 0,-2 1-15 0,1-2-18 15,-1 3-29-15,0-2-17 0,0 0-8 0,1 0-13 16,-1 0-16-16,1 0-108 0,-1-4-266 0,-2-7 117 16</inkml:trace>
  <inkml:trace contextRef="#ctx0" brushRef="#br0" timeOffset="4012.06">13402 4192 19 0,'0'0'175'0,"0"0"-23"0,0 0-20 16,-4-7-4-16,4 7-13 0,0 0-8 0,-20 13-6 16,11-5-13-16,-2 1-8 0,5 1-9 15,-8 2-4-15,9-2-8 0,-3 0-3 0,5 1-7 0,-2-1-6 16,3-1-12-16,-1 1 4 0,3-2-4 0,-2 0-13 15,2-8-7-15,5 12-15 0,-1-6-3 0,-4-6 3 16,6 7 1-16,-2-5 0 0,-4-2 4 0,0 0 0 16,13 2 4-16,-13-2 8 0,10-5 5 15,-10 5-6-15,6-9-4 0,-2 2 6 0,1 3 8 16,-1-4 5-16,0 0-4 0,-2 0-3 0,1 2 9 16,-3 6 3-16,5-12 2 0,-3 9 6 0,-2 3-6 0,0 0-3 15,2-9-10-15,-2 9-2 0,0 0-5 0,0 0-2 16,7 0-3-16,-7 0-4 0,0 0 5 0,6 11 5 15,-1-6-8-15,-1 1-3 0,1 4 5 16,-2 0-4-16,3 0-1 0,-1-2-26 0,1 2-23 0,4-1-14 16,-2 0-31-16,1-1-32 0,0 1-23 15,1-2-116-15,-2-1-282 0,5-2 125 0</inkml:trace>
  <inkml:trace contextRef="#ctx0" brushRef="#br0" timeOffset="4213.46">13668 4230 68 0,'0'0'155'0,"0"0"-20"0,0 0-10 16,0 0-13-16,9 13-16 0,-9-13-3 0,4 12-7 0,-2-4-8 16,2 1-10-16,2 1-3 0,2-1 1 15,-3 2-15-15,4 0-10 0,5 0-14 0,-1 0-37 16,-5-4-41-16,4 1-24 0,-1-1-36 0,1-1-60 15,-3-3-183-15,1 1 81 0</inkml:trace>
  <inkml:trace contextRef="#ctx0" brushRef="#br0" timeOffset="4401.22">13886 4234 118 0,'0'0'191'0,"0"0"-19"0,0 0-14 0,0 0-3 15,0 0 12-15,-25 10-3 0,10 2-4 0,-12 5-16 16,2 1-12-16,-3 1-10 0,1 2-13 0,-4-2-9 16,4 2-13-16,2-1-11 0,1 1-33 0,1 0-33 15,5-2-44-15,5-6-44 0,2 0-60 0,3-2-172 16,0-4-335-16,8-7 147 0</inkml:trace>
  <inkml:trace contextRef="#ctx0" brushRef="#br0" timeOffset="4879.59">14608 4117 184 0,'0'0'179'0,"0"0"-8"0,0 0-5 0,0 0-8 0,0 0-13 15,0 0-6-15,0 0-19 0,0 0-6 0,0 0-9 16,0 0-10-16,0-7-7 0,0 7-12 0,0 0-2 16,0 0-5-16,0 0-8 0,0 0-6 0,0 0 0 15,0 0-7-15,0 0-2 0,0 0-14 0,0 0 2 16,0 0-5-16,0 0-5 0,0 0-5 0,0 0 3 15,0 0-1-15,0 0-5 0,21 5 1 0,-10-3-1 16,11-2-2-16,-1 2 1 0,8-2-1 0,0 1 0 16,-1-1-10-16,3 0 6 0,-4 0 0 0,-5 1-3 15,-1-2 3-15,-4 1-3 0,-1 1-4 0,-5-1 4 16,1 2 0-16,-1-2-4 0,-4 0 2 0,-7 0-1 16,14-2 3-16,-14 2 3 0,8 2 0 15,-8-2 9-15,0 0-1 0,8 0 4 0,-8 0-2 0,0 0 2 16,0 0-2-16,5 2-1 0,-5-2-3 0,0 0 1 15,0 0 3-15,0 0-8 0,0 0-11 0,0 0-4 16,0 0-23-16,0 0-27 0,0 0-31 0,0 0-41 16,0 0-52-16,0 0-203 0,0 0-411 0,-21 6 182 15</inkml:trace>
  <inkml:trace contextRef="#ctx0" brushRef="#br0" timeOffset="6661.36">15735 3606 52 0,'-11'0'138'0,"11"0"-10"0,0 0-7 0,-10 1 3 0,10-1-13 15,0 0-4-15,0 0-10 0,-9 0-7 16,9 0-6-16,0 0-2 0,0 0-7 0,0 0-9 15,-9 0-8-15,9 0-6 0,0 0-6 0,0 0-8 0,0 0-1 16,0 0 1-16,0 0-5 0,25 6 0 0,-4-6-2 16,8 1-6-16,3-2 2 0,20 1-5 0,-16 0-21 15,1-2-19-15,-2 4-28 0,-2-4-38 0,-5 4-32 16,-7-2-27-16,-9 1-76 0,2-1-236 0,-3 1 105 16</inkml:trace>
  <inkml:trace contextRef="#ctx0" brushRef="#br0" timeOffset="7037.52">15851 3647 61 0,'-2'6'103'16,"-1"4"-4"-16,-3 5-5 0,1 0-3 0,1 2-6 16,-1 8-2-16,0-1-5 0,1 2-1 0,-1 0-9 15,0 0 5-15,1 1-8 0,1-2 12 0,2-6-17 16,0 0-8-16,1 0-1 0,1 0-8 0,-1-2 0 15,3-1-3-15,-2 1 0 0,-1-5-5 0,1 0-3 16,-1-1-6-16,0-2-2 0,2 1-1 0,-1-3-3 16,0 2-4-16,-1-9-1 0,3 10 3 0,-3-10-6 15,-3 9 1-15,3-9-5 0,3 6 5 0,-3-6-7 16,0 0-6-16,-9 7 10 0,4-5 0 0,5-2-3 16,-14 5 0-16,6-4 3 0,-1-1-3 0,-1 2-2 15,-3-1-4-15,4-1 6 0,0 1-2 0,9-1-7 16,-15 2 24-16,15-2-21 0,-7 0-1 0,7 0 2 15,-7 2 0-15,7-2-3 0,0 0 1 0,0 0-3 16,0 0 2-16,0 0-2 0,0 0 14 0,0 0-11 16,0 0 0-16,21 5-2 0,-8-3 3 15,8-4-2-15,7 2 0 0,1 0-24 0,3 2-19 0,-1-4-26 16,3 0-29-16,-3 3-22 0,-2 0-110 0,1-2-248 16,-10 1 110-16</inkml:trace>
  <inkml:trace contextRef="#ctx0" brushRef="#br0" timeOffset="7296.96">16178 4034 189 0,'-4'-4'180'0,"4"4"-20"0,0 0-19 16,0 0-15-16,-4-9-13 0,4 9-17 0,0 0-9 16,0 0-5-16,0 0-4 0,0 0-6 0,-3 28 8 15,2-17-8-15,-4 0-3 0,3 3-8 0,2 1-4 16,0-1-12-16,-2-1 5 0,2 2-6 15,-1-4-5-15,1 1-1 0,1-3-6 0,-1 1 1 0,1-3-4 16,-1 3-2-16,3-4-3 0,-2 0-1 0,2 0 2 16,-1 0-5-16,-2-6-1 0,9 9-1 0,-4-5-3 15,3 0-13-15,-2-2-23 0,5 3-21 0,0-3-34 16,2 0-34-16,-2-2-32 0,5-2-25 0,0 0-98 16,-3-1-287-16,0 0 127 0</inkml:trace>
  <inkml:trace contextRef="#ctx0" brushRef="#br0" timeOffset="7804.37">16450 4206 125 0,'-4'8'138'0,"3"2"-16"0,-3-2 8 16,1-1-13-16,1 3-5 0,-5 0-12 0,5-4-6 15,-1 3-8-15,1-4-3 0,2-5-6 0,-4 6-1 16,4-6-3-16,-3 8 7 0,3-8 10 0,0 0 5 15,0 0 17-15,0 0 15 0,-1 8 6 0,1-8-9 16,0 0-7-16,0 0-5 0,0 0-17 0,0 0-10 16,0 0-6-16,-3-26-8 0,3 26-8 0,4-16-7 15,-3 4-4-15,5 2-8 0,-1-2-4 0,1 1 0 16,2-2-2-16,-1 1-6 0,2 4-6 0,-1-2-6 16,-2 3-3-16,3-1-4 0,-1 4-3 0,3 0-6 15,-2 3 0-15,3 1-5 0,-1 1 4 0,0 1-4 16,-1 3-1-16,0 0 0 0,0 4-1 0,-1-3-1 15,0 2 2-15,-2 1-2 0,-1 1 2 0,1-2-1 16,-1 1 1-16,-4-3-1 0,2 1-1 0,-1-2 2 16,-1 1 2-16,-2-6 0 0,5 8 3 0,-3-3-2 15,-2-5 1-15,0 0 1 0,1 7 2 0,-1-7 3 16,0 0-1-16,0 0 3 0,0 0-3 0,0 0-5 16,0 0-2-16,0 0-3 0,0 0 0 0,0 0-9 15,6-19-10-15,-2 9-3 0,3 1 6 0,-1-3-4 16,3-1-2-16,2 1 5 0,1-1-3 0,-2 7 9 15,2-1-6-15,-3-2 4 0,0 4-3 0,-3 0-1 16,4 3 3-16,-2 1 0 0,-8 1-2 0,11 1 4 16,-3 3 0-16,-3 1-1 0,0-2 4 0,2 6-1 15,0-1-5-15,1 1-15 0,-4 0-15 0,-2 1-14 16,0 0-25-16,0 1-32 0,-1 0-39 0,2-3-23 16,-2 1-20-16,-2 1-105 0,1-10-331 0,-4 17 147 15</inkml:trace>
  <inkml:trace contextRef="#ctx0" brushRef="#br0" timeOffset="7983.35">16924 4195 112 0,'0'0'204'0,"1"-6"-8"16,-1 6-17-16,0 0-20 0,4-8-14 0,-4 8-19 16,0 0-8-16,0 0-18 0,0 0-15 0,0 0-4 15,0 0-7-15,0 0-4 0,-5 28-6 0,2-16-5 16,1-2-6-16,-2 2-5 0,1 0-7 0,2-1-13 15,-3 2-25-15,2-1-51 0,2-1-56 0,0-11-53 16,0 19-116-16,0-19-296 0,0 13 131 0</inkml:trace>
  <inkml:trace contextRef="#ctx0" brushRef="#br0" timeOffset="8147.22">16929 3938 137 0,'0'0'107'0,"0"0"-33"0,0 0-39 15,1 36-43-15,-2-17-50 0,-2 6-63 16,2-4 29-16</inkml:trace>
  <inkml:trace contextRef="#ctx0" brushRef="#br0" timeOffset="8374.34">17029 4280 86 0,'0'0'236'0,"2"-9"-8"16,1 1-27-16,1 0-11 0,-2-1 1 15,3-1-14-15,3 1-16 0,-2-1-12 0,1 0-16 16,0 1-12-16,1 0-12 0,0 2-12 0,1 0-11 16,0 4-12-16,2 0-8 0,-2 1-9 0,-1 4-9 0,3-1-3 15,-2 1-8-15,0 3-3 0,1 0-4 0,-1 2-2 16,-2 2-3-16,-1 1-2 0,-1 1 0 15,-1 0-2-15,-3 0-7 0,0 1-23 0,-1-2-17 16,0 2-26-16,-2-2-43 0,-1 0-49 0,0 0-55 16,-1 0-163-16,1-2-390 0,3-8 173 0</inkml:trace>
  <inkml:trace contextRef="#ctx0" brushRef="#br0" timeOffset="8575.62">17018 3963 219 0,'-6'-7'233'0,"6"7"-27"0,0 0-21 0,-1-7-24 16,1 7-34-16,0 0-41 0,0 0-38 0,0 0-25 15,0 0-27-15,0 0-45 0,0 0-40 0,0 0-102 16,0 0-208-16,0 0 93 0</inkml:trace>
  <inkml:trace contextRef="#ctx0" brushRef="#br0" timeOffset="147424.22">8666 4085 58 0,'0'0'119'0,"0"0"-9"0,0 0-8 0,0 0-4 15,0 0-17-15,0 0-3 0,0 0-6 0,0 0-2 16,0 0-14-16,0 0-5 0,0 0-3 0,0 0-9 16,0 0-3-16,0 0-7 0,0 0 0 0,0 0-16 15,0 0-4-15,0 0-12 0,0 0-16 0,0 0-7 16,0 0-8-16,0 0-11 0,0 0-12 0,0 0-18 16,0 0-66-16,0 0-151 0,11 13 68 0</inkml:trace>
  <inkml:trace contextRef="#ctx0" brushRef="#br0" timeOffset="147761.29">9885 4400 96 0,'0'0'104'0,"0"0"-9"0,0 0-8 16,0 0-4-16,0 0-8 0,0 0-12 0,0 0-1 15,0 0-5-15,0 0-7 0,0 0-8 0,0 0-3 16,0 0-20-16,0 0-20 0,0 0-19 0,0 0-15 16,0 0-4-16,0 0-9 0,0 0-20 0,0 0-43 15,0 0-119-15,0 0 54 0</inkml:trace>
  <inkml:trace contextRef="#ctx0" brushRef="#br0" timeOffset="148991.31">12850 4593 18 0,'0'0'91'16,"0"0"-9"-16,-9 9-3 0,9-9-1 0,0 0 3 15,0 0-8-15,0 0-2 0,0 0 0 0,0 0-4 16,0 0 1-16,0 0 3 0,0 0-15 0,0 0-3 16,0 0-4-16,0 0-2 0,0 0-3 0,0 0-1 15,0 0-9-15,0 0 13 0,0 0-4 0,0 0-11 16,0 0-4-16,0 0 0 0,0 0-1 0,0 0-6 16,0 0 0-16,0 0-3 0,0 0-6 0,0 0 7 15,0 0-8-15,0 0 9 0,0 0-11 0,0 0 2 16,0 0-1-16,0 0-8 0,0 0-5 0,0 0-7 15,0 0-15-15,0 0-14 0,0 0-26 0,0 0-19 16,0 0-5-16,0 0-14 0,0 0-84 0,7 8-201 16,-7-8 89-16</inkml:trace>
  <inkml:trace contextRef="#ctx0" brushRef="#br0" timeOffset="149555.43">16064 4470 28 0,'0'0'118'0,"0"0"-3"15,0 0-2-15,0 0-3 0,-2 7-1 0,2-7-10 16,0 0-7-16,0 0-6 0,0 0-6 0,0 0-11 16,0 0-6-16,0 0-7 0,0 0-4 0,0 0-6 15,0 0-1-15,0 0-9 0,0 0-16 0,0 0-18 16,0 0-18-16,0 0-15 0,0 0-23 0,0 0-21 16,0 0-17-16,0 0-13 0,0 0-56 0,15-2-175 15,-15 2 77-15</inkml:trace>
  <inkml:trace contextRef="#ctx0" brushRef="#br0" timeOffset="158269.87">18374 4059 68 0,'-8'-2'97'0,"8"2"-9"0,0 0-6 16,0 0-9-16,0 0-7 0,0 0 3 0,0 0-2 15,0 0-10-15,0 0 2 0,0 0-8 0,0 0-4 16,33-1-4-16,-21 1-12 0,6-3 2 0,3 3-5 16,-2-1-16-16,3-1-20 0,5 1-18 0,-5-1-21 15,7 1-9-15,-8 1-83 0,0 0-152 0,1 0 68 16</inkml:trace>
  <inkml:trace contextRef="#ctx0" brushRef="#br0" timeOffset="158477.34">18362 4234 30 0,'0'0'111'0,"0"0"-15"15,0 0-2-15,0 0-5 0,0 0-17 0,0 0 2 16,0 0-12-16,26 8 3 0,-5-8-15 0,7 0-32 15,1 0-32-15,5-1-35 0,0 1-68 16,-1-3-126-16,6-1 56 0</inkml:trace>
  <inkml:trace contextRef="#ctx0" brushRef="#br0" timeOffset="158887.22">19475 3921 31 0,'-11'-4'143'0,"1"0"-3"0,0-1-7 16,4 4 0-16,-1-1-8 0,7 2-8 0,-9-4-12 0,9 4-16 15,-9-5-6-15,9 5-15 0,0 0 1 0,0 0-10 16,0 0-3-16,0 0-7 0,0 0-2 0,34 10-7 15,-18-7-1-15,7-1-3 0,-4 2-2 16,3 0-3-16,0-2 0 0,5 4-1 0,-8-3-5 16,0 1-3-16,-2-1 3 0,-5-1 4 0,0 2-14 15,-1-3-1-15,-4 1 1 0,-1-1-5 0,1 3-2 0,-2-2 4 16,0 5 0-16,-1-2-4 0,-2 2 2 0,-2 3-3 16,-2-1 7-16,-1 2 4 0,-2 5 2 0,-1 1 10 15,-2 1 4-15,-2 4-7 0,-2 1-1 0,2-1 2 16,2-4-3-16,-6 4 1 0,5-5-7 15,2-1 4-15,-2 2-6 0,2-1-2 0,1 1 0 0,-1-1 1 16,2-3-4-16,2 1-23 0,3-2-20 0,-3-1-38 16,3 1-39-16,0-3-38 0,3 1-28 15,-1-3-114-15,-2-8-312 0,3 14 138 0</inkml:trace>
  <inkml:trace contextRef="#ctx0" brushRef="#br0" timeOffset="159056.03">19435 4256 1744 0,'-5'-5'-11'0,"5"5"29"0,-9-7-24 0,4 4-5 0,5 3-6 16,0 0 4-16,-4-7 1 0,4 7 3 15,0 0 3-15,0 0-2 0,24-6-7 0,-5 5 3 16,2 1-5-16,10-3-12 0,6 2-16 0,1 2-22 16,17-1-16-16,-15 0-15 0,11 3-13 0,-14-3-88 15,-4 1-215-15,-1-1 94 0</inkml:trace>
  <inkml:trace contextRef="#ctx0" brushRef="#br0" timeOffset="159247.54">20087 3997 119 0,'1'-8'148'16,"-1"8"0"-16,2-11-18 0,-2 11-17 0,1-6-13 16,-1 6-8-16,0 0-15 0,0 0-14 0,0 0 1 15,0 0-7-15,-4 32-1 0,1-13-1 0,-3 8-1 16,-1 1-10-16,1 1-2 0,-1 0-2 0,-1 1-6 15,4 0 0-15,-2-2-9 0,3-2-28 0,-1-2-20 16,3-5-27-16,1-1-29 0,1 2-22 0,2-4-23 0,-2-3-63 16,0-2-200-16,2 0 89 0</inkml:trace>
  <inkml:trace contextRef="#ctx0" brushRef="#br0" timeOffset="159734.13">20263 4287 100 0,'0'0'142'0,"0"0"-13"0,5-4-12 16,-5 4-11-16,0 0-10 0,0 0-14 0,0 0-5 15,0 0-9-15,0 0 9 0,0 0-7 0,0 0-9 16,0 0-1-16,0 0-7 0,4 13 8 0,-4-13 7 16,0 0 8-16,0 0 12 0,0 0 11 0,0 0 9 15,0 0 13-15,0 0-6 0,0 0-7 0,0 0-5 16,0 0-11-16,0 0-10 0,0 0-4 0,0 0-13 15,0-23 2-15,3 13-15 0,-2 0-6 0,2-2-8 16,2 1 2-16,-2-2-8 0,4 2-5 0,1-3-3 16,-1 0-9-16,2 3 0 0,3 0-7 0,-5 5 2 15,4-1-6-15,-2 2 4 0,0 3-8 0,-1 0 4 16,-8 2-10-16,16 4-1 0,-8 1 3 0,2 2-3 16,-3-1-2-16,0 3 2 0,-1 0-1 0,2 0 3 15,-3 0 2-15,0 1-4 0,-1 1 7 0,-3-3-6 16,2 1 1-16,-2-3-1 0,0 0-1 0,-1-6-2 15,3 7 3-15,-3-7 1 0,1 7 5 16,-1-7 4-16,0 0-3 0,0 0 2 0,0 0-4 0,0 0-6 16,0 0 1-16,0 0-4 0,0 0 3 0,15-17-1 15,-12 10-1-15,2-1 1 0,2-2-1 0,3 3-2 16,-1-2 5-16,0 0-3 0,6 1-4 0,-4 0 0 16,0 4 5-16,-1-1 0 0,-1 1-3 0,0 1 1 15,0 3-3-15,-9 0 1 0,14 3-5 0,-6 1-4 16,-1 3-13-16,1 0-11 0,-2 3-17 0,-1 0-37 15,-1-1-7-15,4 3-34 0,-6 0-27 0,1 0-23 16,-3 1-100-16,0-3-312 0,1 2 139 0</inkml:trace>
  <inkml:trace contextRef="#ctx0" brushRef="#br0" timeOffset="160101.54">20901 4266 45 0,'0'0'146'16,"0"0"-17"-16,0 0-10 0,0 0-8 0,0 0-11 16,0 0-4-16,0 0-6 0,0 0-12 0,-11 30-12 15,11-30-3-15,-6 13-9 0,4-7-2 0,2-6-2 16,-5 6-5-16,3 0-3 0,2-6 9 0,-4 5 24 16,4-5 22-16,0 0 13 0,0 0-5 0,0 0-10 15,0 0-7-15,0 0-9 0,0 0-11 0,0 0-5 16,2-28-4-16,2 17 0 0,-2 1-7 0,2 0-5 15,1-6-3-15,4 2-7 0,-1-1-3 0,1-2-5 16,0 1-3-16,2 2-1 0,-1-1-3 0,1 2-4 16,-3 3-1-16,-1 1-2 0,-2 3-2 15,0 1-5-15,-1 1-3 0,-4 4-5 0,9-5 0 16,-9 5 0-16,0 0 0 0,13 3-1 0,-9 1 0 16,1 6-5-16,0 0 7 0,0 2 0 0,4 2-1 0,-5 4 0 15,0 0 3-15,1-2-3 0,1 1 3 16,-3-6-6-16,-1 3-20 0,2-2-27 0,-1 3-32 15,-1-2-25-15,1-1-39 0,1-2-34 0,-2 0-160 0,-2-1-367 16,0-9 162-16</inkml:trace>
  <inkml:trace contextRef="#ctx0" brushRef="#br0" timeOffset="160249.07">20992 4295 1838 0,'-10'-7'58'0,"4"2"-9"0,1 2-49 0,5 3 16 16,-8-7-13-16,8 7 0 0,-5-5-1 0,5 5-3 15,-7-5-5-15,7 5 7 0,0 0-14 0,0 0 0 0,0 0-26 16,0 0-21-16,28-3-41 0,-6 3-35 16,8 1-132-16,1-1-288 0,4-1 128 0</inkml:trace>
  <inkml:trace contextRef="#ctx0" brushRef="#br0" timeOffset="164963.96">8323 4459 41 0,'-11'1'79'16,"11"-1"-2"-16,-9 0 7 0,9 0-3 0,-12 0-1 15,12 0 0-15,-10-3-8 0,10 3-2 0,0 0-10 16,-13-1-5-16,13 1-3 0,-9 0-9 0,9 0-2 15,0 0 1-15,-10 0-8 0,10 0 5 0,0 0-5 16,0 0-6-16,0 0-3 0,0 0 2 0,0 0-17 16,-10 0 7-16,10 0-9 0,0 0 12 0,0 0-6 15,0 0-4-15,23 14 3 0,-5-7-2 0,14-1 9 16,6-1 7-16,26 0-4 0,29 4 1 0,9-3 0 16,2-8-1-16,1-1-6 0,3 2 3 0,2-6-2 15,1 1 6-15,-1 0-2 0,-7 0-8 0,-2-1 0 16,-9 2 1-16,-27 4 0 0,-3-2-3 0,-4-1 0 15,-4 2 4-15,-2 2-7 0,-18-2 5 0,-3 4-4 16,-2-2-2-16,-9 0-1 0,0 0-1 0,-7 0 5 16,0 1 1-16,-3-1 13 0,-2 1 17 0,-8-1 14 15,11 0 20-15,-11 0 9 0,8 0 14 0,-8 0 4 16,0 0-4-16,0 0-10 0,0 0-9 0,0 0-4 16,0 0-16-16,0 0-1 0,0 0-18 0,0 0-16 15,-17-14-23-15,17 14-25 0,-13-5-36 0,8 4-37 16,5 1-42-16,-11-3-23 0,11 3-30 0,-13 3-145 15,8 1-363-15,5-4 160 0</inkml:trace>
  <inkml:trace contextRef="#ctx0" brushRef="#br0" timeOffset="166731.68">9012 5940 110 0,'0'0'120'0,"-9"-16"-2"0,9 16-6 0,0 0 4 15,0 0-3-15,0 0-4 0,0 0 0 0,0 0-1 16,0 0-8-16,0 0-3 0,-2-9-6 0,2 9-3 16,0 0-2-16,0 0 0 0,0 0-3 0,0 0-3 15,0 0-3-15,0 0-3 0,0 0 0 0,0 0-5 16,0 0-3-16,0 0-5 0,0 0-1 0,0 0-6 15,0 0-3-15,0 0-3 0,0-8-1 0,0 8-7 16,0 0-3-16,0 0-4 0,0 0 0 0,0 0-1 16,0 0-3-16,0 0-2 0,0 0-2 0,0 0-2 0,0 0 2 15,0 0-8-15,0 0 3 0,0 0-7 16,0 0 2-16,0 0-4 0,0 0 0 0,0 0-2 16,0 0-1-16,0 0 0 0,0 0-2 0,0 0-1 15,0 0-2-15,0 0 1 0,0 0-2 0,0 0-2 0,0 0 0 16,0 0 3-16,0 0-2 0,0 0 1 15,0 0-4-15,0 0 1 0,0 0 3 0,0 0-5 16,0 0 2-16,0 0 0 0,0 0 1 0,0 0 2 16,0 0-4-16,0 0 6 0,0 0-6 0,0 0 1 15,0 0 0-15,0 0-1 0,0 0-1 0,0 0-3 0,0 0 3 16,0 0 1-16,0 0 0 0,0 0 1 0,0 0-3 16,0 0 2-16,0 0 2 0,0 0-5 15,0 0 2-15,0 0 1 0,0 0-2 0,0 0 0 16,0 0-4-16,0 0-3 0,0 0 2 0,0 0 1 15,0 0-6-15,0 0 1 0,0 0 0 0,0 0 1 0,0 0 2 16,0 0-1-16,0 0 1 0,0 0 3 16,0 0-2-16,0 0 2 0,0 0-1 0,0 0 6 15,0 0-5-15,0 0 0 0,0 0 0 0,0 0 4 16,0 0-1-16,0 0 1 0,0 0 3 0,0 0-1 16,0 0-2-16,0 0 1 0,0 0 1 0,0 0-2 0,0 0 3 15,0 0 3-15,0 0-3 0,0 0 1 16,0 0-3-16,0 0 0 0,0 0 2 0,0 0 1 15,0 0-2-15,0 0-1 0,0 0 3 0,0 0 0 16,0 0-2-16,0 0 1 0,0 0 1 0,0 0-1 16,0 0-1-16,0 0 1 0,0 0 1 0,0 0 5 0,0 0-4 15,0 0 0-15,0 0 3 0,0 0-2 16,0 0 2-16,0 0-2 0,0 0 4 0,0 0-1 16,0 0 6-16,0 0 2 0,0 0 3 0,0 0 5 15,0 0-2-15,0 0 0 0,0 0 1 0,0 0 3 0,0 0-5 16,0 0-2-16,0 0 0 0,0 0 2 0,0 0-1 15,0 0-1-15,0 0-4 0,0 0-1 16,0 0-2-16,0 0 0 0,0 0-1 0,0 0-4 0,0 0-2 16,0 0-1-16,0 0-1 0,0 0-5 15,0 0 2-15,0 0-3 0,0 0 0 0,0 0-1 0,0 0 0 16,0 0 2-16,5 22-3 0,-4-15-1 0,1 3 4 16,-2 1 0-16,5 5 2 0,-5 2-4 15,0 0 1-15,0 7 4 0,-1 1-1 0,2 0 2 16,-1-1-2-16,-1-1 3 0,0 4 2 0,2-3-1 15,-2-4 2-15,1 2-3 0,-3-4-1 0,1-1 0 0,2-3 0 16,0 1 1-16,-1 2 0 0,-1-2 0 0,1-1 2 16,2-1-4-16,-2-3 2 0,1 0 1 0,-1-1-1 15,1 1-2-15,-1-2-1 0,-1-3 1 16,2 4 2-16,0-10-2 0,2 11 1 0,-2-11 5 16,0 10-2-16,0-10-1 0,-3 9 1 0,3-9 2 0,-3 8 2 15,3-8-11-15,0 0-12 0,2 9-4 0,-2-9-11 16,0 0-12-16,0 0-15 0,0 0-17 15,-4 5-14-15,4-5-27 0,0 0-43 0,0 0-37 16,0 0-160-16,0 0-383 0,-13-14 169 0</inkml:trace>
  <inkml:trace contextRef="#ctx0" brushRef="#br0" timeOffset="167137.87">8986 5921 112 0,'0'0'130'0,"-4"-8"-12"15,4 8-7-15,-2-6 3 0,2 6 1 16,0 0-11-16,-4-8-5 0,4 8-14 0,0 0-13 0,0 0-9 16,12-8-2-16,-6 4-9 0,6 2-5 0,0-1-2 15,5-1-6-15,-3 3-7 0,-1 0 2 0,0 2-7 16,-1-1 2-16,4 1-10 0,-6 2-2 0,0-2 1 16,3 3-5-16,-3 1-1 0,0-1-2 15,-2 0 0-15,-2 1 1 0,2 2-1 0,-5-1 0 16,-1 4-2-16,0-3 6 0,-4 1-3 0,1 1-2 0,-3 3 0 15,-2-3 1-15,-1 1 0 0,-5 1 6 0,3-1-5 16,-7 2-5-16,2-2-5 0,-1 1-19 16,1-1-21-16,1 0-21 0,2-2-19 0,-4 3-39 15,2 0-117-15,3-2-256 0,1-4 114 0</inkml:trace>
  <inkml:trace contextRef="#ctx0" brushRef="#br0" timeOffset="167941.65">9133 6396 74 0,'0'0'134'0,"0"0"-12"0,0 0-14 16,0 0-6-16,0 0-9 0,0 0-12 0,0 0-5 15,0 0-8-15,41-3-6 0,-20 3-13 0,6-2 2 16,3-2-3-16,1 2-10 0,-3 0-1 0,2-1-15 16,-9 2 4-16,1 0-1 0,-5 1-5 0,-4 0 7 15,-2-1-8-15,-1 1 5 0,-2 1-12 0,-8-1 6 16,11 1-6-16,-6 0-1 0,-5-1-2 0,0 0 3 15,9 2-6-15,-9-2 1 0,0 0 3 0,4 9 1 16,-4-9-2-16,0 0 1 0,-5 9 1 0,5-9 3 16,-8 16 6-16,3-5 12 0,-4 2 5 0,-2 3 12 15,-5 3 2-15,1 1-1 0,1-4 0 0,-4 4 7 16,0-3-12-16,4-2-2 0,3 1-7 0,-2-4 0 16,3 3-1-16,-2-3-2 0,2-3-9 0,1 1-1 15,3-1-2-15,-2-1 4 0,2-1-8 0,1-1 2 16,-1 1 0-16,1-2-5 0,1-2 4 0,4-3-7 15,-6 9-1-15,1-5 1 0,5-4-3 0,-6 4 3 16,6-4-4-16,0 0 0 0,0 0-1 0,-4 6-4 16,4-6-2-16,0 0 2 0,0 0-1 0,0 0-1 15,0 0 5-15,0 0 0 0,0 0 0 0,7 10-1 16,-7-10-3-16,14 0 5 0,-3 1-7 0,4-1-11 16,3-1-14-16,11 1-25 0,1-1-32 0,3-3-23 15,4 2-34-15,14-4-32 0,-14 3-116 0,13-7-311 0,-12 1 139 16</inkml:trace>
  <inkml:trace contextRef="#ctx0" brushRef="#br0" timeOffset="168158.86">10252 6440 2594 0,'0'0'54'0,"-14"-2"-51"0,14 2-3 0,0 0 28 0,0 0-24 15,0 0-21-15,0 0-12 0,-12-6-1 0,12 6 6 16,0 0-5-16,0 0 6 0,0 0-2 0,0 0 7 16,0 0-11-16,0 0-16 0,32-7-37 0,-20 7-25 15,7-1-28-15,1 0-27 0,-1 2-28 16,2 0-100-16,-3 1-314 0,-6-1 139 0</inkml:trace>
  <inkml:trace contextRef="#ctx0" brushRef="#br0" timeOffset="168308.97">10202 6551 193 0,'-5'2'181'16,"5"-2"-18"-16,0 0-10 0,-9 2-18 0,9-2-9 15,0 0-19-15,-5 4-10 0,5-4-7 0,0 0-12 16,0 0-8-16,0 0-4 0,23 2-21 0,-7 0-35 16,14-4-44-16,2 2-39 0,1-2-57 0,3-3-84 15,3 2-230-15,12-6 102 0</inkml:trace>
  <inkml:trace contextRef="#ctx0" brushRef="#br0" timeOffset="169042.87">11662 6102 97 0,'-4'-3'185'0,"4"3"-8"0,0 0-2 0,0 0-4 16,0 0-8-16,0 0-13 0,-3-10-16 16,3 10-16-16,0 0-10 0,0 0-18 0,0 0-15 0,0 0-7 15,0 0-7-15,0 0-3 0,7 22-6 0,-3-12-3 16,3 7-8-16,-3 2-8 0,1 0 5 0,4 7-7 16,-2 1 0-16,1-3-2 0,0 1-3 15,-2-7-5-15,2 0-1 0,-3 0 0 0,3-1-2 0,-2 1-4 16,1-1 0-16,2-2 4 0,-5-1-6 0,3-3-2 15,0 0 1-15,-3 0-2 0,1 0 0 0,-1-1-2 16,1-1 2-16,-1-2-2 0,1 0 2 0,0-1 1 16,-1 0-2-16,-1-2-1 0,-3-4 1 0,6 7-2 15,-2-3 2-15,-4-4 4 0,0 0 10 0,4 4 19 16,-4-4 11-16,0 0-1 0,0 0-5 0,0 0-10 16,14-17 3-16,-9 5-11 0,0-5 18 0,5-7-5 15,0 1-4-15,-1-5-6 0,1 2-7 0,5-4-5 16,-1 1-6-16,-1 0 0 0,-1 3 1 0,0 0-2 15,2 2-3-15,-4 1-2 0,-5 5 3 0,3 1-3 16,-4 6-2-16,2 1 0 0,-3-2-7 0,1 3-4 16,0 3-13-16,-2 1-17 0,-2 5-22 0,4-12-32 15,-4 12-29-15,2-5-33 0,-2 5-8 0,0 0-4 16,0 0 1-16,0 0 6 0,12 13-7 0,-10-4-128 16,1 2-314-16,-1-1 139 0</inkml:trace>
  <inkml:trace contextRef="#ctx0" brushRef="#br0" timeOffset="169498.04">12160 6370 5 0,'0'0'186'16,"0"0"-3"-16,0 0 4 0,3 8-2 0,-3-8-2 15,0 0-8-15,0 0-6 0,0 0-7 0,0 0-14 16,0 0-11-16,0 0-14 0,0 0-12 0,0 0-10 15,0 0-8-15,0 0-12 0,0 0-8 0,0 0-7 16,0 0-8-16,0 0-6 0,7 1-5 0,-7-1-7 16,0 0-2-16,0 0-6 0,0 0-2 0,0 0-4 15,0 0-3-15,15-5-5 0,-15 5-1 0,10-2 2 16,-2 0-2-16,-8 2-4 0,14 0-1 0,-7-2-3 16,1 2-1-16,4-1-1 0,-12 1 0 0,15 0 0 15,-8 0-3-15,-7 0-3 0,14 0 3 0,-14 0-3 16,9 0 2-16,-9 0-6 0,10 3 1 0,-4-1 1 15,-6-2-3-15,8 6 1 0,-3-4-2 0,-3 4-2 16,0 0 3-16,-2-6-2 0,2 17 3 0,-4-5-1 16,-2 4 3-16,-3 1 1 0,-6 4 4 0,-3 0-3 15,-4-2-2-15,4 0 3 0,-4 0 1 0,6-5-3 16,-1 0 5-16,2 0-7 0,-1-3 1 0,4 2 7 16,0-5-6-16,0 2 1 0,0-2 2 0,5-1-3 15,-2-3 1-15,2 1-3 0,5-5 0 0,-10 8 1 16,10-8-1-16,-3 5 1 0,3-5-5 0,-2 4-2 15,2-4-9-15,0 0-6 0,13 5-26 0,1-3-22 16,3-2-39-16,6-3-31 0,11 0-37 0,3-2-194 0,-1-4-402 16,14-1 177-16</inkml:trace>
  <inkml:trace contextRef="#ctx0" brushRef="#br0" timeOffset="169671.63">12794 6548 82 0,'0'0'238'16,"0"0"-19"-16,0 0-23 0,0 0-20 0,0 0-18 0,0 0-14 15,0 0-14-15,0 0-14 0,0 0-34 0,0 0-36 16,0 0-45-16,11-7-52 0,-11 7-63 16,5-3-124-16,3-4-256 0,4 1 113 0</inkml:trace>
  <inkml:trace contextRef="#ctx0" brushRef="#br0" timeOffset="169914.05">13065 6118 67 0,'-6'-3'220'0,"6"3"-24"15,-9-4-17-15,7-1-19 0,2 5-17 0,0 0-14 16,0 0-16-16,-7-4-11 0,7 4-11 0,0 0-10 16,34-6-3-16,-6 3-15 0,5 2-16 0,5 1-15 15,2-3-25-15,-2 0-24 0,-2 0-28 16,1 2-27-16,-2 1-37 0,-5 0-24 0,-11 0-89 0,-1-2-241 16,-5 0 106-16</inkml:trace>
  <inkml:trace contextRef="#ctx0" brushRef="#br0" timeOffset="170287.44">13239 6083 104 0,'-9'3'142'0,"9"-3"-19"0,0 0-15 16,-7 9-7-16,7-4-1 0,0-5-10 0,-5 23-13 16,3-5 5-16,0 1-1 0,-2 8-3 0,-1-1-9 15,3 1 0-15,-2 3-5 0,1-4-1 0,0-2-3 16,1 2 2-16,0-6 6 0,0 0-3 0,2-4-10 15,-4 3-2-15,4-2-7 0,-1-4-2 0,-1 2-5 16,0-3-2-16,2-2-3 0,0-2-4 0,0 1-3 16,0-9-3-16,-2 13-3 0,0-8 2 0,2-5-4 15,0 8 2-15,0-8-5 0,0 0 3 0,0 10-1 16,0-10-2-16,0 0 1 0,-5 5-6 0,5-5 3 0,-9 2-5 16,9-2-4-16,-13-2 4 0,13 2-7 15,-19-5 1-15,9 2-2 0,5 3 2 0,5 0-1 16,-18-3-2-16,13 0 3 0,5 3-4 0,-8-1-3 15,8 1 6-15,0 0-7 0,-10 0 1 0,10 0-1 16,0 0-3-16,0 0-2 0,0 0 0 0,0 0 5 16,0 0-4-16,0 0 0 0,0 0-5 0,0 0-13 15,0 0-6-15,19 12-17 0,-5-9-23 0,7 1-26 16,6-2-24-16,2-1-32 0,5-1-110 0,-7-1-285 16,3-1 126-16</inkml:trace>
  <inkml:trace contextRef="#ctx0" brushRef="#br0" timeOffset="170592.06">13490 6427 124 0,'0'0'217'0,"2"-8"-19"0,-2 8-22 16,0 0-19-16,0 0-19 0,3-5-11 16,-3 5-10-16,0 0-14 0,11-4-11 0,-11 4-9 15,11 2-8-15,-11-2-10 0,15 1-5 0,-7 1-10 16,-1 1-6-16,-3 0-4 0,2 1 1 0,-3 2-9 15,6 1-6-15,-6-1 2 0,-1 1-1 0,-2 1-6 0,0 3-1 16,-2 0-1-16,-3 0-2 0,-2-1 4 16,-4 3 12-16,2 1 1 0,-5-1 8 0,1 0-5 15,1-1-4-15,5-5 0 0,-1 1-7 0,1-1-1 16,0 0-4-16,0-1 2 0,3 0-6 0,0 1 0 0,-1 0-5 16,1-2 3-16,4-5 1 0,0 11-8 15,0-4-10-15,0-7-15 0,6 9-25 0,3-4-28 16,5-1-22-16,4 2-36 0,4-5-28 0,7 1-18 15,1 0-132-15,-1-2-330 0,0-5 147 0</inkml:trace>
  <inkml:trace contextRef="#ctx0" brushRef="#br0" timeOffset="171116">13867 6584 47 0,'0'0'158'0,"0"0"-6"0,0 0-5 16,-8 16-7-16,6-11-9 0,2-5-11 0,-7 10-5 15,2-3-13-15,0-4-8 0,5-3-8 16,-2 10-10-16,-2-7-7 0,4-3-8 0,0 0-8 16,-3 9 0-16,3-9-5 0,0 0-2 0,0 0 4 15,-4 7 10-15,4-7 14 0,0 0 13 0,0 0 14 16,0 0 7-16,0 0 9 0,0 0 2 0,0 0 0 0,0 0-11 16,0 0-13-16,0 0-10 0,0 0-4 15,-11-18-10-15,9 11-12 0,-1-4-14 0,3-1-7 0,3 1-7 16,-3-4-5-16,4 0-10 0,-1 3-1 0,3 0-9 15,1 2-1-15,-1-2-4 0,4 4-2 0,-2-1 0 16,1 2-4-16,1 2 0 0,-3 2-2 0,5 2 0 16,0 2-1-16,-1 2-2 0,-2 2 2 0,3 2 0 15,-1 2 1-15,-2 1-2 0,0-2 3 16,-2 4-2-16,3 0 2 0,-5 0-2 0,2 0 4 0,-4-3-1 16,1 2 4-16,0-2-3 0,-4-1 1 0,2 0-1 15,-2-8 0-15,2 10 2 0,-2-10-1 16,1 9 6-16,-1-9 1 0,0 6 1 0,0-6 2 0,0 0 1 15,0 0 2-15,0 0-2 0,0 0-17 0,0 0-9 16,0 0-1-16,0 0 4 0,0 0-3 0,4-23-3 16,0 12-1-16,1-3-7 0,2-2-6 0,4 2 0 15,0-1 4-15,5 2 2 0,-1 1 6 0,1 1-2 16,0 3 1-16,0 0 3 0,-5 5-2 16,1 0 2-16,-2 2 0 0,1 1 2 0,-1 2-1 0,-1 1 1 15,-1 3 0-15,0 0 5 0,-3 3 0 0,1 1 1 16,-2-1 5-16,2 1-1 0,-3 1 2 0,-1 1-4 15,-2-1-26-15,0 2-26 0,0-2-20 0,-2 1-25 16,2 0-33-16,0-2-34 0,0 2-147 0,0-12-347 16,-2 15 154-16</inkml:trace>
  <inkml:trace contextRef="#ctx0" brushRef="#br0" timeOffset="171498.5">14461 6540 31 0,'0'0'208'0,"0"0"-19"16,0 0-15-16,-7-2-9 0,7 2-4 0,0 0-11 15,-22 10-6-15,12-3-12 0,1-1-13 0,0 2-12 16,-4-1-10-16,6 1-8 0,0 0-11 0,1 2-11 16,0-3-3-16,4 1-4 0,-2 0-9 0,2-1 0 15,0 0-6-15,2-7-4 0,4 15-6 0,-4-10-9 16,0-5-9-16,10 10 0 0,-4-5-8 0,1-1-4 15,-2-2-3-15,-5-2 2 0,10 1-2 0,-2-1 3 16,-8 0 0-16,13-2-4 0,-6-1 1 0,0-1 4 16,-1 1-3-16,-1-6-5 0,1 3-2 0,1-2 2 15,0-1 3-15,-3 1 6 0,-1 3 7 0,-3 5 11 16,6-9 6-16,-3 5 6 0,-3 4-6 0,4-5-4 16,-4 5-7-16,0 0-2 0,0 0-7 0,4-4-3 15,-4 4 1-15,0 0-4 0,0 0-3 0,0 0-1 16,0 0 4-16,10 9 1 0,-10-1 0 0,4-2 1 15,1 3-1-15,-1 0-8 0,0 2-24 0,-1-2-29 16,4 0-27-16,0 0-34 0,1-1-36 0,0 2-28 0,2-4-157 16,-5-1-364-16,5 0 162 0</inkml:trace>
  <inkml:trace contextRef="#ctx0" brushRef="#br0" timeOffset="171710.52">14751 6550 8 0,'4'-7'223'16,"-4"7"-23"-16,4-5-18 0,-4 5-21 0,0 0-16 15,0 0-17-15,0 0-15 0,0 0-9 0,0 0-8 16,12 9-9-16,-12-9-12 0,8 12-5 0,-3-7-7 16,1 4-5-16,-1-1-4 0,5 0-4 0,-4 2-3 15,2-1-8-15,0 1-28 0,-1 0-36 0,1-1-43 16,-1 0-37-16,1-1-34 0,1-2-125 0,-5-2-284 15,-2 1 127-15</inkml:trace>
  <inkml:trace contextRef="#ctx0" brushRef="#br0" timeOffset="171908.59">14905 6557 18 0,'0'0'199'16,"0"0"-19"-16,0 0-11 0,0 0-8 0,0 0-4 15,0 0 9-15,0 0 6 0,-27 17-2 0,14-5-8 16,-5-1-16-16,4 2-13 0,-6 4-12 0,2-3-12 16,0 1-7-16,0-1-13 0,-1 2-11 0,3-3-24 15,5-1-39-15,-2-1-45 0,3-2-35 0,5 1-49 16,1-4-46-16,0 1-179 0,-1-2-367 0,5-5 162 16</inkml:trace>
  <inkml:trace contextRef="#ctx0" brushRef="#br0" timeOffset="172129.84">15378 6457 163 0,'0'0'271'16,"0"0"-23"-16,0 0-25 0,0 0-22 0,8-3-22 15,-8 3-20-15,5-5-15 0,2 3-13 0,3 0-15 16,4-1-30-16,4 2-34 0,3 0-41 0,0-1-50 0,6 1-60 16,-6 1-62-16,-3-2-121 0,1 2-304 0,-7-1 136 15</inkml:trace>
  <inkml:trace contextRef="#ctx0" brushRef="#br0" timeOffset="172289.75">15359 6574 223 0,'-4'3'293'0,"4"-3"-30"0,-7 4-24 0,7-4-22 16,0 0-19-16,-5 5-18 0,5-5-19 0,0 0-13 15,0 0-21-15,0 0-26 0,27 0-30 0,-4-4-40 0,4 3-51 16,6-4-66-16,3 2-67 0,-3 0-180 0,-1-2-359 16,-4-1 159-16</inkml:trace>
  <inkml:trace contextRef="#ctx0" brushRef="#br0" timeOffset="180615.04">16531 6086 69 0,'0'0'108'0,"0"0"-12"16,0 0 6-16,0 0-24 0,0 0-2 0,0 0-6 16,0 0-12-16,0 0 3 0,0 0-8 0,0 0-7 0,0 0-6 15,0 0-5-15,0 0 3 0,0 0-2 16,0 0-9-16,0 0-1 0,0 0-4 0,0 0-3 0,0 0-7 15,0 0 14-15,0 0-8 0,0 0-7 16,0 0 2-16,0 0 4 0,0 0-1 0,0 0-7 0,0 0 9 16,0 0 3-16,0 0-4 0,0 0 9 0,0 0-5 15,0 0 3-15,0 0 6 0,0 0-1 16,0 0-1-16,0 0 0 0,0 0 0 0,0 0-10 16,0 0-1-16,0 0 6 0,0 0 1 0,0 0-2 0,0 0 1 15,0 0 2-15,0 0-10 0,0 0-1 0,0 0-2 16,0 0-7-16,0 0 2 0,0 0-4 0,0 0-5 15,0 0 6-15,0 0 0 0,-21 10-1 16,13-1 7-16,-3 2-6 0,-2 2-2 0,1 0 3 0,-2 4-3 16,-1 5 6-16,-3-1-11 0,3 1 9 0,-1 4 0 15,2-2 4-15,2 3-6 0,0-3-1 0,2 4 0 16,0-2 0-16,2 0-7 0,1 0 7 0,4 0-2 16,-1-2 7-16,0 1-3 0,4 0-3 15,1-6-1-15,4 5 2 0,-1 1 0 0,3-7 0 0,3 4-1 16,0-4 3-16,4 4-6 0,4-1-3 0,1 2-8 15,3-5-12-15,1 0-24 0,5-3-11 0,-2 3-28 16,2-4-15-16,0-1-19 0,1-3-97 0,-8-1-236 16,7 0 104-16</inkml:trace>
  <inkml:trace contextRef="#ctx0" brushRef="#br0" timeOffset="183545.86">16990 6234 120 0,'0'0'138'0,"0"0"16"0,3-6-15 0,-3 6-6 16,0 0-6-16,0 0-5 0,1-9-12 16,-1 9-10-16,0 0-6 0,0 0-5 0,0 0-13 0,1-7-6 15,-1 7-8-15,0 0-12 0,0 0-4 0,0 0-10 16,0 0-4-16,0 0-7 0,0 0-2 0,0 0-4 16,0 0-1-16,-12 19-3 0,4-12-1 0,0 5 0 15,-2 2-1-15,-3 1-3 0,-3 6-4 0,4-3 5 16,-1-2-2-16,4 1 5 0,-1 0-9 0,0-2 4 15,2 1-3-15,-1-1-2 0,4 0 4 0,0-3-6 16,0-1 0-16,2 3-1 0,0-4 0 0,3 1-2 16,-2-1 1-16,2 1 7 0,2-4 0 0,1 3-5 15,1 0 1-15,0-3-2 0,1 1 0 0,5-3-6 16,-2 1 5-16,-1 0-2 0,0-3-1 0,3 0 2 16,-1 0-5-16,2 0 3 0,-5-2 4 0,-6-1-3 15,13 1 4-15,-13-1 1 0,9-2-1 0,-4-3-3 16,-5 5 6-16,6-9-4 0,-2 3-2 0,-1-1 2 15,-2-3-6-15,-1 10 6 0,1-15 2 0,-2 7-3 16,1 8-3-16,-5-10 3 0,-2 3-6 0,2 2 1 16,0 1 6-16,5 4-5 0,-19-5-1 0,9 4 1 15,-2 0-2-15,1 2 2 0,1 0-15 0,-2 1-22 16,1 1-16-16,0 1-20 0,4 1-24 0,-5 1-27 16,4-1-119-16,3-3-267 0,5-2 119 0</inkml:trace>
  <inkml:trace contextRef="#ctx0" brushRef="#br0" timeOffset="183721.84">17144 6457 188 0,'0'0'169'0,"0"0"-14"0,3-5-22 0,-3 5-25 16,0 0-33-16,0 0-42 0,0 0-36 0,0 0-37 15,6-3-27-15,-6 3-59 0,0 0-135 0,9-3 60 0</inkml:trace>
  <inkml:trace contextRef="#ctx0" brushRef="#br0" timeOffset="184242.41">17296 6324 39 0,'0'0'152'15,"0"0"-20"-15,0 0-11 0,0 0-16 0,0 0-10 16,0 0-13-16,0 0-10 0,0 0-12 0,0 0-3 16,0 0-6-16,0 0-1 0,0 0-3 0,6 18-5 0,-2-9-1 15,0 1-2-15,1 1 3 0,4 4 12 16,-2 0-1-16,2 1 3 0,0-2-8 0,4-1 5 16,-3 1 11-16,2 0-1 0,1-1-3 0,-6-6-9 15,1 2-7-15,2 0-2 0,-5-2-3 0,2 0-2 16,-1 0-5-16,-2-1-2 0,0 1-6 0,0-2-3 15,-4-5-2-15,3 9-4 0,0-7 0 0,-3-2 3 16,0 0 0-16,-5 13-1 0,0-10-3 0,-7 1-3 16,2-1-5-16,-4-1-7 0,0-2-3 0,0-2-1 15,0 1 4-15,1 0-2 0,0-1-2 0,3-2 7 0,1 1-5 16,-1-3 3-16,5 2 3 0,1 0-2 0,0-4-7 16,4 8 2-16,-3-16-7 0,5 6 6 15,-1 0-4-15,4 0 4 0,-1 1 3 0,3-1-5 16,3-3 2-16,-4 1-2 0,3-2-1 0,-1 5 3 15,-1-2 1-15,4-2 3 0,-2-1 1 0,-3 5 3 0,1 0 1 16,0-1 5-16,-1-1 2 0,0 1-4 16,-1 1 1-16,0-1-2 0,-2-1-2 0,0 1 5 15,0 0-6-15,-2 2 7 0,0-1-3 0,-1 9 1 0,0-10 1 16,0 10 0-16,-2-9-5 0,2 9 2 16,-6-8-8-16,6 8 5 0,-5-6-6 0,5 6-3 0,-10-1 2 15,10 1 0-15,-13 3-2 0,4 1 6 0,-2 3-3 16,-1-1 2-16,-2 5-5 0,2 0-4 0,0 2-15 15,1 0-12-15,3-4-13 0,-1 5-17 0,4-4-25 16,4 2-34-16,1 0-21 0,3-1-115 0,-1 0-282 16,4-2 125-16</inkml:trace>
  <inkml:trace contextRef="#ctx0" brushRef="#br0" timeOffset="184430.89">17677 6467 204 0,'0'0'221'16,"6"2"-8"-16,-6-2-15 0,0 0-14 15,0 0-8-15,0 0-27 0,0 0-11 0,9 1-19 16,-9-1-15-16,11 0-25 0,0 0-29 0,0 1-36 0,2 1-46 16,6-1-45-16,-1-2-57 0,10-1-134 0,-6 0-290 15,6-3 129-15</inkml:trace>
  <inkml:trace contextRef="#ctx0" brushRef="#br0" timeOffset="185067.56">18153 6293 39 0,'0'0'193'0,"0"0"1"0,-2-7-7 0,2 7-6 0,0 0-12 16,-3-7-8-16,3 7-10 0,0 0-16 0,0 0-12 15,0 0-14-15,0 0-11 0,0 0-10 0,0 0-7 16,0 0-10-16,0 0-10 0,0 0-2 0,0 0-8 16,0 0-5-16,0 0-4 0,0 0-6 0,0 0-2 15,0 0-6-15,0 0-1 0,0 0-3 0,0 0-2 16,0 0-4-16,0 0 1 0,0 0-4 0,0 0 3 15,0 0-5-15,0 0 1 0,0 0-2 0,-8-2 0 16,8 2-2-16,0 0-3 0,0 0 2 0,0 0-2 16,0 0-1-16,0 0 3 0,0 0-1 0,0 0-1 15,0 0 8-15,0 0 5 0,0 0 3 0,0 0 3 16,0 0 4-16,0 0 2 0,0 0 3 0,0 0-3 16,0 0-3-16,0 0-2 0,0 0-1 0,0 0-4 15,0 0-7-15,0 0-5 0,0 0 2 0,0 0-4 16,0 0 0-16,-11 12-2 0,7-8 0 0,-5 4-1 15,2-1-2-15,0 3 1 0,-1-3-1 0,0 5 3 16,0 0-6-16,1-1 2 0,1-1 0 0,-1 3-3 16,3-4-1-16,0 1 2 0,1 1 0 0,2-1 0 15,0 1 0-15,2-4-1 0,0 2 2 0,0-2-2 16,5 2 2-16,-2-1-2 0,3-1-2 0,-1 0 1 16,5-2 0-16,-2 1-4 0,5-1 1 0,-3-1 2 15,4-2-3-15,-3-1-1 0,2 0 2 0,-1 0-2 16,-2-2 3-16,3 0 1 0,-3-2-5 0,3-3-10 15,-4-3 3-15,-1 2 0 0,1-3-3 0,2-2 5 16,-6-2-1-16,2 1 3 0,-3-3-1 0,-1 1 3 0,-2-2-1 16,-2 0 1-16,-2 0 1 0,-1 3 0 15,-2 1-3-15,0 3 5 0,1 0-3 0,-2 2-2 16,-2-1-2-16,-1 4-3 0,0 0-15 0,-1 0-19 16,-3 2-15-16,-1 3-32 0,0 0-19 0,0 1-30 15,1 3-22-15,-1 1-31 0,0 1-108 0,4 1-332 0,1-2 148 16</inkml:trace>
  <inkml:trace contextRef="#ctx0" brushRef="#br0" timeOffset="185236.94">18404 6440 103 0,'6'2'254'0,"-6"-2"-23"0,0 0-24 16,7 3-20-16,-7-3-18 0,0 0-16 0,0 0-22 15,0 0-32-15,0 0-45 0,0 0-46 0,6 2-56 16,-6-2-50-16,0 0-144 0,0 0-262 0,13-5 116 16</inkml:trace>
  <inkml:trace contextRef="#ctx0" brushRef="#br0" timeOffset="185591.98">18792 6255 136 0,'3'-4'192'0,"-3"4"-22"0,0 0-19 16,0 0-18-16,0 0-4 0,0 0-10 0,-13 16-9 0,4-7-9 15,-6 4-5-15,-6 8-1 0,5 1-8 16,-5-1-8-16,2-1-6 0,0 2-6 0,2-2-9 16,3 0-2-16,3-4-8 0,2 0-6 0,2-4-4 15,4 1 1-15,0-1-3 0,2-2-8 0,3 1 0 16,2 0 1-16,0 0-1 0,2-1-4 0,4-2-1 0,1 0 0 15,4 0-1-15,-3-3-3 0,-1-2 2 16,2 0-4-16,-2-3-3 0,0 1 0 0,1-1 2 0,-1-4-6 16,0 1 1-16,-2 0 1 0,-1-1-6 15,-2-5 3-15,2 2-10 0,-4-3 5 0,-2-1-2 16,-2 4-3-16,1-3 3 0,-3 0 0 0,-3 4-1 0,0-3-3 16,1 4 1-16,-4-1-3 0,-2 3-1 0,-3 0-2 15,-1 3 1-15,-5 3-13 0,-3-2-16 16,-3 5-27-16,3 1-33 0,3 1-36 0,3-2-48 15,-9 5-133-15,11-5-338 0,4-1 149 0</inkml:trace>
  <inkml:trace contextRef="#ctx0" brushRef="#br0" timeOffset="185881.57">19177 6110 148 0,'2'-5'266'0,"2"0"-33"0,-4 5-30 0,7-3-21 15,-7 3-19-15,9 7-16 0,-2 2-14 0,4 3-12 16,-2 4-9-16,3 10-13 0,0 3-14 0,1 2-7 16,-3-1-4-16,-1 4-9 0,0-3-6 0,-4 3-4 15,2-3-8-15,-3 0-2 0,-1 1-6 0,-4-3-4 16,2 0 2-16,-6-3-5 0,-2 0-4 0,-3-2 0 15,-3 0-3-15,-3-3-8 0,-2 2-16 0,-5-5-17 16,-5 1-29-16,-2 0-27 0,0-5-30 0,0-3-28 16,0 0-40-16,-1-4-27 0,-2-4-108 0,11 0-329 15,1-3 146-15</inkml:trace>
  <inkml:trace contextRef="#ctx0" brushRef="#br0" timeOffset="186197.93">19709 6340 233 0,'-3'-6'233'16,"3"6"-18"-16,-3-12-15 0,3 12-22 0,-2-7-16 15,2 7-17-15,0 0-16 0,0 0-18 0,0 0-5 16,0 0-19-16,0 0-7 0,0 0-5 0,0 0 7 16,8 29-4-16,-2-13-2 0,2 2-11 0,4 3-3 15,-4-2-7-15,6 1-5 0,-6-4-3 0,5 1-3 16,-1-1-5-16,1 1-4 0,0-3-1 0,0 2-1 16,1-2-26-16,0 1-36 0,-3-4-36 0,2 1-38 15,-4-5-33-15,0 2-36 0,-1-3-25 0,-2-3-130 16,-3 3-353-16,-3-6 156 0</inkml:trace>
  <inkml:trace contextRef="#ctx0" brushRef="#br0" timeOffset="186390.21">19930 6393 200 0,'0'0'230'0,"0"0"-28"15,0 0-24-15,1-7-16 0,-1 7-16 0,0 0-3 16,-19 16-2-16,5-3-4 0,-2 0-15 0,-9 5-4 15,-2 2-11-15,0 0-9 0,3-1-9 0,0 3-7 16,2-4-10-16,0 1-7 0,2-1-27 0,4-5-38 16,2 1-36-16,2-1-52 0,2-3-44 0,2-1-48 15,0-1-136-15,3-1-342 0,1 0 152 0</inkml:trace>
  <inkml:trace contextRef="#ctx0" brushRef="#br0" timeOffset="186629.51">20362 6306 177 0,'4'-6'249'0,"-4"6"-30"0,2-4-23 16,-2 4-23-16,11-8-19 0,0 3-15 0,5 0-18 0,2 1-15 15,5 0-9-15,8-1-11 0,1 1-20 0,1 3-21 16,-2 0-32-16,1-1-35 0,-4 2-34 0,0-2-35 16,-8 1-36-16,-2 1-131 0,-5-1-279 0,-3 1 124 15</inkml:trace>
  <inkml:trace contextRef="#ctx0" brushRef="#br0" timeOffset="187029.87">20550 6267 67 0,'0'0'139'0,"-7"2"-7"0,7-2-14 0,-2 5-18 16,2-5-4-16,-2 10-2 0,0-2 5 0,0 3 2 15,0 5 4-15,-3 2 1 0,1 0-11 0,3 1-4 16,-2 0-4-16,-1 6 0 0,0-5-8 0,3-1-6 16,0 0 2-16,-2 0-9 0,1-1-4 0,0 0-9 15,2-7-2-15,0 2-6 0,0 2-3 0,0-2-2 16,2-3-1-16,-1 2-5 0,0-2-5 0,1 0-3 15,-2-1-5-15,1-2 7 0,0-1-8 16,0 2-1-16,2 0-9 0,-3-8 9 0,1 11-7 0,-1-11-5 16,2 7-15-16,-1-2-10 0,-1-5-12 0,0 0-12 15,1 7 0-15,-1-7-3 0,0 0-2 0,0 0-7 16,0 0-1-16,0 0-6 0,0 0-10 0,-13 6 3 16,13-6 4-16,-10-3 6 0,10 3 7 0,-14-4 12 15,14 4 2-15,-12-3 8 0,12 3-6 0,-10-3 9 16,10 3 5-16,-9-3 7 0,9 3-2 0,-7-1 4 15,7 1 9-15,0 0-8 0,-9-1-6 0,9 1 9 16,0 0-6-16,0 0 4 0,0 0-6 0,0 0 13 16,0 0 5-16,-9 5 2 0,9-5-15 0,0 0 1 15,0 0-3-15,20 5-7 0,-8-4-26 0,8 0-40 16,8-3-108-16,-6 0-210 0,9-1 93 0</inkml:trace>
  <inkml:trace contextRef="#ctx0" brushRef="#br0" timeOffset="187339.64">20712 6583 88 0,'0'0'212'0,"0"0"-23"16,0 0-18-16,0 0-20 0,0 0-14 0,0 0-15 16,0 0-15-16,0 0-8 0,0 0-11 15,22-3-8-15,-22 3-6 0,15 2-16 0,-6 2-1 16,0-3-8-16,0 4-7 0,-3-1-7 0,2 0-4 0,-3 2-4 15,0-2-3-15,-2 4-1 0,-3 1 2 0,0 2 0 16,-5 0 5-16,-4 1 1 0,-4 4 5 16,-8 2 8-16,1-3-5 0,-1 3-1 0,-2-2-2 15,6-4 1-15,0 0-7 0,0-3 1 0,7 0-5 16,0-2 0-16,-2 1-5 0,5-3-3 0,1 2 1 0,3-5-3 16,-4 5-3-16,5-4 1 0,2-3-2 0,0 0-2 15,9 15-13-15,2-11-17 0,8-3-30 16,8 0-40-16,8 0-30 0,-1-4-33 0,3-3-26 15,-2 3-126-15,1-3-329 0,-1 0 145 0</inkml:trace>
  <inkml:trace contextRef="#ctx0" brushRef="#br0" timeOffset="187857.36">21097 6754 120 0,'0'0'181'0,"0"0"-18"15,7 0-16-15,-7 0-16 0,0 0-8 0,0 0-18 16,0 0-3-16,0 0-7 0,0 0-4 0,3 9-8 15,-3-9 0-15,0 0-6 0,0 0-7 16,1 8-3-16,-1-8-2 0,0 0-2 0,0 0-2 16,0 0 2-16,0 0 8 0,0 0 8 0,0 0 10 0,0 0 16 15,0 0 0-15,0 0 5 0,0 0 6 16,0 0-1-16,0 0 3 0,0 0 1 0,0 0-11 16,0 0-16-16,0 0-11 0,0 0-1 0,0 0-13 15,0 0-5-15,-5-24-7 0,5 24-11 0,0-15-9 0,3 10-12 16,0-7 0-16,5 2-8 0,0 0-8 0,3-3-2 15,-2 5-8-15,1-1 3 0,4 0-2 0,-2 2-1 16,-1 3-7-16,-2 0-2 0,-1 2-4 16,2 1 8-16,-10 1-10 0,17 5 1 0,-11-1 0 15,2 3 0-15,0 2 3 0,-2-2 0 0,1 2-3 0,-3 1 8 16,-1 0-1-16,2 0 1 0,-4 1 1 0,2-2 2 16,-2 1-1-16,1-2 1 0,-1-3-1 0,-1-5 5 15,0 11 3-15,0-11 1 0,1 7-3 0,-1-7 7 16,0 0-1-16,0 0 5 0,1 6 0 0,-1-6 1 15,0 0-2-15,0 0 2 0,0 0-8 0,0 0-9 16,0 0-4-16,0 0 4 0,16-24-4 0,-11 16-2 16,1-1-6-16,2 1-4 0,3-5-12 0,1-1-1 15,2 3-1-15,-4 3 2 0,2 1 17 0,-1 2 6 16,1-1-7-16,-2 3 2 0,-3-1-1 0,0 2 1 16,-7 2-2-16,9 0 2 0,-9 0 3 0,11 2-1 15,-7 3 1-15,-4-5-1 0,4 9 0 0,-1-1 8 16,-2-3-5-16,1 5-15 0,0-1-18 0,-4-1-26 15,2 2-40-15,-1-2-39 0,1 2-26 0,1-3-38 16,-1-7-159-16,0 12-401 0,0-12 179 0</inkml:trace>
  <inkml:trace contextRef="#ctx0" brushRef="#br0" timeOffset="188207.53">21682 6663 48 0,'1'-8'233'15,"-1"8"-13"-15,0 0-24 0,-4-8-18 0,4 8-17 16,0 0-9-16,-15 3-6 0,15-3-11 0,-22 7-11 16,7 1-10-16,2 1-8 0,-3-2-10 0,7 3-9 15,-3-2-8-15,3 1-6 0,0-1-11 0,3-1-3 16,1 3-7-16,1-1-16 0,1-1-18 0,2-2-13 16,1-6-2-16,5 12-6 0,-1-9-4 0,-4-3-7 15,8 7 8-15,-3-4-2 0,-5-3 2 0,12 0 0 16,-12 0 4-16,12-3 1 0,-6 1 0 0,1-1 0 15,-1-2 8-15,0 0 8 0,0-1-6 0,-3 3 5 16,3-1 4-16,-1-2 9 0,-5 6 7 0,9-9 2 16,-6 7-2-16,-3 2-5 0,6-5-5 0,-6 5-6 15,0 0-4-15,0 0-1 0,0 0-1 0,0 0 0 16,0 0-4-16,12 10 6 0,-9-4-6 0,2 0 1 16,-1 3 2-16,0 2-1 0,0-3-4 0,1 2-5 15,1 1-27-15,0-3-27 0,1 2-34 0,-1 0-47 16,3 0-40-16,1-3-45 0,-3-3-118 0,2-1-364 15,-2 0 162-15</inkml:trace>
  <inkml:trace contextRef="#ctx0" brushRef="#br0" timeOffset="188407.86">21889 6647 88 0,'5'-4'182'0,"-5"4"-19"16,0 0-11-16,0 0 0 0,0 0-12 15,13 12 3-15,-9-4-14 0,1 3-6 0,-2-2-8 16,3 4-10-16,-1-3-10 0,1 3-7 0,2 1-8 16,2 3-7-16,-1-4-6 0,0-3-6 0,5 2-20 0,-6-2-21 15,1-1-58-15,-2-3-46 0,4-1-38 16,-6-1-49-16,-5-4-96 0,14 3-290 0,-14-3 128 16</inkml:trace>
  <inkml:trace contextRef="#ctx0" brushRef="#br0" timeOffset="188577.43">22096 6682 159 0,'0'0'222'0,"0"0"-20"0,0 0-13 0,0 0-10 15,0 0-6-15,-22 9 3 0,3 0 1 0,-4 6-16 16,-6 2-13-16,-1-1-14 0,-2 1-13 0,2 4-5 0,-1-3-16 16,3 1-19-16,-3 2-39 0,4 0-49 15,0-4-60-15,2 0-58 0,2-1-57 0,2 0-152 16,2-8-360-16,0 0 159 0</inkml:trace>
  <inkml:trace contextRef="#ctx0" brushRef="#br0" timeOffset="191203.03">8045 5770 84 0,'6'16'82'0,"0"9"-15"15,1 4-2-15,-2 5 2 0,0 13-2 0,-2 5-8 16,0 0-1-16,-3 5 6 0,2-1-2 15,1 3 13-15,-1 22 6 0,1-25-12 0,-3-1-5 16,3-4 3-16,1 1 6 0,-3-1-11 0,0-2 1 16,3 2-3-16,-1-5-4 0,1 0-5 0,0-2-8 0,1-10 6 15,0-1-8-15,0 2 0 0,-1-2-4 16,2-4-1-16,-2-3-6 0,2 2-4 0,-2-3 4 16,-3-7-11-16,1-2-24 0,0-5-16 0,1-1-15 15,-2-3-21-15,-1-7-1 0,5 12-6 0,-5-12-17 16,0 0-30-16,0 0-96 0,0 0-224 0,0 0 100 15</inkml:trace>
  <inkml:trace contextRef="#ctx0" brushRef="#br0" timeOffset="192833.45">8253 5688 62 0,'0'0'114'0,"-1"-9"-6"0,1 9-24 0,0 0-6 16,0 0-12-16,0 0-2 0,11-3-1 16,0 4 1-16,8 0-1 0,11 2 4 0,10-3 1 15,14 0-12-15,8-4 3 0,34 0 11 0,1 1-19 0,-1-3 0 16,2-2-6-16,-1 2-11 0,2-1 0 0,2 1-6 15,-2 1-3-15,6 0-5 0,3-3-2 0,-2 6-3 16,2-4 0-16,6 2 4 0,0 1 3 16,7-1-5-16,6 3 0 0,-2 0-2 0,2 2 1 15,2-1-5-15,1 3 0 0,0-3 2 0,2 4-2 0,7 1 3 16,1-2-2-16,4 4 1 0,0-3-2 0,3-2 0 16,6 2 3-16,4 2-8 0,-1 0 4 15,6 1 1-15,-1 0 11 0,1 1-6 0,5-1 1 16,1-1-4-16,-5 5 1 0,0-1-1 0,3-2 3 0,5 2 1 15,-1-2 0-15,3 4-8 0,-5 0-1 0,1-1 4 16,6 1-1-16,0 1 0 0,0-2-4 0,3 3-1 16,1-3 6-16,5 2-6 0,-3 2 0 15,1-3 0-15,-2 3 1 0,3-2-5 0,-2-2 5 16,3 7 2-16,-6-4-8 0,0-1 6 0,0-1-1 0,3 1-6 16,-10 0 2-16,3 3-3 0,-4-2 7 0,-2 1-3 15,2 0 0-15,-10 3-3 0,5 0-1 0,-5-1 3 16,-1-2 1-16,-4-1-2 0,-2 5 2 15,-7-6-1-15,1 6-3 0,-1-3 6 0,-1 1 0 0,-4-3 0 16,-2 3-3-16,-2-4 0 0,-6-2-1 0,-8 2-1 16,0-1 1-16,-4 1 1 0,-3-5 0 0,-3 1-2 15,-8-1 2-15,-2 1-5 0,-6-3 3 0,-1-1 4 16,-5 2-4-16,-29-2-2 0,29 0 3 0,-28 1-4 16,-2-3 0-16,3 1 3 0,0-2-3 0,-4-2 0 15,-5 5 2-15,1-4-2 0,-5 0 1 0,-11 0-3 16,-1 1 2-16,0 1 0 0,-3 0 1 0,-3-2-1 15,-4 2 2-15,-2-2-2 0,-5 1 5 0,-4-2-6 16,1 3 3-16,-5-2-1 0,0 1 0 0,0 0 1 16,-1 0-2-16,-2-1 2 0,3 1-2 0,-1-1 1 15,-1 1 0-15,-1-1 4 0,-1 1-2 0,-1-2-2 16,-1 2 2-16,1-1-2 0,-3 0 12 0,2 1-11 16,-8-2 1-16,14 1-1 0,-9 0 0 0,-5-1 3 15,9 2 1-15,-9-2-1 0,8 0-1 0,-8 0 0 16,9 1 3-16,-9-1-1 0,12-1-2 0,-5-1-4 15,4-2 8-15,-2 2-6 0,0 0 2 0,3-1-3 16,-2 0 5-16,2 0-4 0,3-1 2 0,0-2-7 16,-1 4 4-16,4-1-7 0,0-3-3 0,4 2-2 15,-3 0-4-15,1 0-9 0,-2 0 1 0,4 2-2 16,0-1-8-16,-3 0 2 0,3-1-6 0,6 1 4 16,-8 0 6-16,-1 1-8 0,2 0 5 0,-1 0 3 15,1 0 2-15,6 2-7 0,1-3 7 0,-7 2-6 0,0 0 5 16,-1 2 1-16,1-1 3 0,-2 1-4 15,3 0 7-15,-3 2 0 0,-3-2 8 0,2 1-7 16,-6-1 3-16,3 0-2 0,-3 0-2 0,-3-1-2 16,1 3 5-16,-3-2 0 0,0 2 4 0,-7-3 1 15,13 1-8-15,-8 1 8 0,0 2 3 0,-5-4-1 0,8 3 1 16,-8-3 3-16,8 4 4 0,-8-4-7 16,5 7 0-16,-5-7 3 0,3 7 3 0,0-3 0 15,-3-4 2-15,1 11 0 0,-1-11 3 0,1 12 5 16,-2-6 0-16,4 4-8 0,-3-2 9 0,0 2-2 15,0-1 3-15,0 3-4 0,-2 1 4 0,1-3-6 0,1 6 5 16,-3 0-4-16,3 2 1 0,-1 1 3 16,-2-1 7-16,1 5-12 0,1 3 7 0,-4-1 7 15,1 1-1-15,1 0-8 0,-1 2 4 0,-1-2 3 16,1 6 0-16,-2 1-2 0,-1 2 2 0,-1 11 1 0,-1-12 4 16,1 13 4-16,-5 0-11 0,6-1 5 0,-2 0-5 15,0 2 1-15,1-15-2 0,-2 12-3 16,0 0-2-16,3-10 5 0,-7 8 2 0,8-7-7 15,-6 7-3-15,2-7 1 0,-4 9 9 0,5 0-10 0,-4 0 5 16,1-14-1-16,0 15-1 0,-2-14-5 0,2 2 3 16,1 1-1-16,-2-1-1 0,2 0-4 0,0 0 4 15,-1 0 4-15,-1-2 0 0,-1 0-5 16,-3-1 9-16,1-1-5 0,0-2 0 0,-3 0 1 16,-1-3-1-16,0 0-4 0,-1-2 1 0,-2 3 2 0,0-4-1 15,-7 1 0-15,1-2 6 0,-14 5-10 0,-2-5 9 16,9-5-2-16,-15 10-6 0,-1-8 10 0,0 0-3 15,-7-3-5-15,-3-1 0 0,-30 4 4 0,0-7 0 16,-1 0-1-16,-2-3-4 0,-3-3 6 0,-5-1-2 16,0 0-5-16,-7-4 0 0,-5-4 4 0,1 0-3 15,-10-1 5-15,-6 1-4 0,-2-3-8 0,3 6 11 16,-5-6-9-16,-10-4 9 0,-5 2-3 0,0 0 0 16,-3 0-7-16,-5-1 5 0,-1-3 7 0,-5 2-5 15,-7 2 3-15,0-1-4 0,-7 1-6 0,-3 1 7 16,-4 1 3-16,-5-3-6 0,-1 2-3 0,-3-2 2 15,-9 5 8-15,-3-1 2 0,1-4 5 0,-3 6-3 16,-4-2 9-16,-2-1 4 0,-1 3-7 0,6 1 2 16,-7-5 2-16,0 3-2 0,5 2-3 0,1-3 11 15,6 2-10-15,0 2-1 0,2-4-4 0,4 4 10 16,2-4-5-16,1 0 1 0,3 0 2 0,3 3-4 16,1-1 0-16,-1-3 3 0,-3 2 0 0,1 1 0 15,7 1-1-15,1-4 6 0,0 6-4 0,4-3-1 16,3 1-5-16,5-3-2 0,5-2 1 0,0-2-1 15,3 4 0-15,5-3-2 0,6-1-2 0,5 2 9 16,4 0 8-16,1-2 4 0,9 1 1 0,-1-5 7 16,11 3 2-16,8-1-2 0,3 1 2 0,2-3 2 15,14 3-1-15,33-1 0 0,-1 1-5 0,4-4 0 16,4 3-3-16,4-2-4 0,15 2-1 0,4 0-2 16,6-2-1-16,7 6-3 0,3-1-2 0,4 3-9 15,1-1-11-15,3 1-35 0,1-3-41 0,4 3-44 16,3 6-29-16,8-15-30 0,1 6-142 0,1-4-350 15,8 0 156-15</inkml:trace>
  <inkml:trace contextRef="#ctx0" brushRef="#br0" timeOffset="193667.67">8089 6886 64 0,'5'24'72'0,"0"7"-1"0,-1 1 0 0,4 13 4 16,-2 6-12-16,-2 2-3 0,0 2-4 0,1-4-4 15,-1 2-4-15,0-1-5 0,0 1-3 0,2-2-4 16,-2-5-3-16,0-11 2 0,3 8 1 0,-1-8 4 16,-1-2-12-16,1 1 4 0,-1-4-5 0,2 2-5 15,-2-4 5-15,0 0-4 0,2-3-6 0,0 1-4 16,-1-7 6-16,1-1-5 0,-1-1 0 0,4-1-4 0,-3-1 2 16,4-1 4-16,2-2-3 0,0 0-2 15,1 0-2-15,2-5-4 0,11 5 10 0,-1-3 6 16,6-2-5-16,2 0-3 0,3-1-2 0,16-1 1 15,3-1 4-15,5 0-9 0,4 1 6 0,27-3 6 0,-2 1-3 16,2-4-5-16,0 1-4 0,1-4-1 0,6 4 6 16,2-2-6-16,6 0-7 0,-1 0-12 15,1 2-1-15,2-2-3 0,2 1-10 0,-3-1-9 16,4 2-11-16,-2 0-15 0,0 1-17 0,-7 0-8 0,-1 6-85 16,-7-3-184-16,-2-2 82 0</inkml:trace>
  <inkml:trace contextRef="#ctx0" brushRef="#br0" timeOffset="-121292.49">13922 9136 30 0,'0'0'203'0,"1"-7"-27"16,-1 7-8-16,1-7-9 0,-1 7-11 0,0 0-14 15,0 0-14-15,2-8-17 0,-2 8-7 0,0 0-15 16,0 0-14-16,0 0-8 0,0 0-2 0,0 0-14 16,0 0-4-16,0 0-10 0,0 0 7 0,4 23-6 15,-2-6-1-15,-2 2-2 0,-2 7 1 0,2 1-7 16,-2 1 4-16,0 1-4 0,2-2 1 0,-2-1-3 15,1 1-7-15,-1 0 5 0,-2-3-1 0,2 7 9 16,0-5 2-16,-2 0-3 0,1 2 2 0,-2-3-7 16,3-4 2-16,-1-2-4 0,1 0-3 0,-4-2 2 15,4 0-3-15,-1 0 2 0,3-1-2 0,-2-2-3 16,2 1 1-16,-2-3 0 0,0 0-1 0,2-2-4 16,-2 0-8-16,2 1-19 0,-3-3-17 0,3-8-21 15,0 15-25-15,-1-9-27 0,1-6-15 0,0 8-14 16,0-8-28-16,-6 4-90 0,6-4-279 0,0 0 124 0</inkml:trace>
  <inkml:trace contextRef="#ctx0" brushRef="#br0" timeOffset="-115170.46">13836 9347 17 0,'2'-7'66'0,"0"-2"-15"0,2 2-5 16,0 1-1-16,-2-1-6 0,-2 7-3 0,7-12-1 15,-5 6-6-15,2-1-7 0,0 3 5 0,-4 4-5 16,4-8 3-16,-4 8-2 0,1-7-2 0,-1 7 3 16,5-6-4-16,-5 6-7 0,0 0-2 0,4-6-2 15,-4 6 2-15,0 0-12 0,5-5 4 0,-5 5-1 16,4-5 2-16,-4 5-5 0,4-4 2 0,-4 4 5 16,5-5-6-16,-5 5-10 0,0 0-7 0,0 0-8 15,0 0-12-15,4-4-3 0,-4 4-3 0,0 0-30 16,0 0-78-16,0 0 35 0</inkml:trace>
  <inkml:trace contextRef="#ctx0" brushRef="#br0" timeOffset="-114789.56">13913 9228 196 0,'0'0'-7'0,"0"0"9"16,0 0 6-16,0 0 11 0,0 0 7 0,0 0 3 16,0 0 8-16,-2-10-6 0,2 10 13 0,0 0-9 15,0 0 3-15,-3-14 2 0,3 14 8 0,-5-7 2 16,5 7 4-16,0-10-3 0,0 10 0 0,-2-9-2 16,2 9 3-16,0-9-13 0,0 9 3 0,0-11-5 15,0 11 3-15,5-9-17 0,-2 3 1 0,1 2 3 16,0-3-6-16,2 4 6 0,1-4-3 0,1 3-2 15,-4-1-2-15,3 2-3 0,-7 3-4 0,8-4-9 16,-1 3 10-16,-7 1-7 0,11 4 4 0,-11-4 3 0,13 4-1 16,-6 1-8-16,0 1 5 0,0 2-19 15,-2 2 21-15,-1 2-2 0,0-1 4 0,-4 6-7 16,2-2 6-16,-2 2-4 0,0-2-1 0,-2-3 9 16,-2-1-9-16,0 0-4 0,-1 1 0 0,1 0 1 15,-6-2 1-15,4-1 4 0,-1-1-14 0,-1-3 24 16,-2 2-1-16,3-2 1 0,1-1 14 0,1-1 4 15,5-3 4-15,-9 4 3 0,9-4 8 0,-11 1-5 16,11-1-9-16,-5 2 0 0,5-2 1 0,0 0-1 0,0 0-7 16,0 0 4-16,0 0-8 0,-11 0-10 15,11 0-3-15,0 0-3 0,0 0-6 0,0 0-6 16,0 0-1-16,0 0 4 0,0 0-1 0,0 0-1 16,13 18-4-16,-6-10-3 0,3 0-13 0,-1 1-15 0,2 4-7 15,2 0-19-15,-2 2-25 0,3-1-16 0,-1 1-14 16,0 0-22-16,-3-1-105 0,1 0-261 0,0-2 115 15</inkml:trace>
  <inkml:trace contextRef="#ctx0" brushRef="#br0" timeOffset="-114487.5">14240 9453 159 0,'0'0'164'0,"0"0"-18"0,0 0-18 0,0-8-16 16,0 8-9-16,0 0-13 0,0 0-6 0,0 0-7 16,0 0-11-16,0 0 0 0,-2 33-11 0,2-18-3 15,-2 3-9-15,1 0 0 0,-2 2-7 0,0 5 1 16,1-6-15-16,-3 1 4 0,1-2 1 0,2 0 2 16,-3-2-8-16,3-4-5 0,1 1 3 0,0-4-2 15,0 2-3-15,-1-4-2 0,2-7-1 0,0 12-1 16,0-12 0-16,2 10-3 0,-1-3 2 0,-1-7 2 15,4 9-5-15,1-4 4 0,-2 0-6 0,3-2 4 16,-2 1-11-16,7-1-14 0,-2 0-30 0,2 0-26 16,1-2-17-16,2 0-22 0,1-1-16 0,5 0-86 15,-1-2-231-15,0-2 103 0</inkml:trace>
  <inkml:trace contextRef="#ctx0" brushRef="#br0" timeOffset="-113959.25">14542 9713 84 0,'1'7'110'0,"-1"-7"-2"0,3 11-11 0,-2-6-1 15,-1-5-10-15,-1 13-9 0,1-6-7 0,0-7-1 16,-4 17-4-16,4-9-5 0,-3-2-1 0,3-6-7 16,-2 13-1-16,2-7 0 0,0-6 4 0,-2 7 8 15,2-7 15-15,-4 5 6 0,4-5 12 0,0 0 1 0,0 0-5 16,0 0-6-16,0 0-8 0,0 0-5 0,0 0-9 15,-12-12-6-15,12 12-6 0,-5-12-9 0,5 2-1 16,-2-2-8-16,4 1 2 0,-2 0-2 16,0 0-6-16,3 1-5 0,0 0-2 0,1 1-1 0,-2 2-8 15,3-1 5-15,-1 3-9 0,0 1-2 0,1-1 1 16,4 2-4-16,0 1-3 0,2 2 2 0,1 1-3 16,1 0 0-16,0 3-1 0,3 2 1 0,-3-1-2 15,-1-1 2-15,0 4 2 0,0-3-2 0,-2 3 3 16,-2-2-3-16,1 1 1 0,1-1-4 0,-6-1 4 15,2 1-1-15,-2-1-4 0,-4-5 3 0,5 7-3 16,-3-3-1-16,-2-4 6 0,7 4-3 0,-7-4 8 16,0 0-3-16,0 0-1 0,3 4-1 0,-3-4 5 15,0 0 3-15,0 0-6 0,0 0 4 0,0 0 1 16,0 0-2-16,-12-18-1 0,12 18-5 0,-2-13-5 16,2 4-1-16,0 0 0 0,2-4-5 0,7 4 7 15,-4-2-3-15,4 0-3 0,-1 3 4 0,2-2 2 16,1 4-6-16,0 0 1 0,0 2 1 0,1 0 1 15,0 3 0-15,-1 1-4 0,0 1 3 0,0 1 1 16,0 4 2-16,-1 0-2 0,2-1-3 0,-5 6 3 16,1-3 2-16,-2 7-3 0,-1-2-11 0,-1-3-24 15,1 5-19-15,-2-1-24 0,0-2-23 0,-3-2-13 16,2 1-22-16,2 0-17 0,-3 0-90 0,1-4-273 16,1-1 120-16</inkml:trace>
  <inkml:trace contextRef="#ctx0" brushRef="#br0" timeOffset="-113618.97">15158 9710 174 0,'1'-3'177'15,"-1"3"1"-15,0 0-18 0,-4-13-11 0,4 13-13 0,0 0-15 16,-7-6-10-16,7 6-17 0,0 0-11 16,0 0-4-16,-17 8-4 0,9-1-10 0,-1 0-4 15,0 3-5-15,-2 2-9 0,0 1-11 0,4 0 3 0,-2-3-3 16,4 1-1-16,-1 0-7 0,4 0 1 0,-1-2-16 15,2-2-11-15,2 3-13 0,-1-10-16 16,3 10 1-16,1-5-7 0,-4-5-5 0,9 3 2 16,0-2-4-16,-9-1-2 0,18-2 2 0,-8-3 11 0,0 1 5 15,-1-3-1-15,-1 1 9 0,-1-2 2 0,1-2 8 16,-1 2-1-16,-1-2 17 0,2 2 10 16,-2-1-4-16,-2 4 9 0,-2-3 6 0,1 2-3 15,-3 6-2-15,4-8-4 0,-4 8-6 0,4-5-2 0,-4 5-5 16,0 0 0-16,0 0-3 0,0 0 1 0,15 11 1 15,-11-5 1-15,0 2-3 0,-1 2-3 0,1 1 3 16,0 0-34-16,5 4-23 0,-4-4-21 0,5 2-11 16,1 0-34-16,3 2-132 0,-3-5-269 0,6 1 119 15</inkml:trace>
  <inkml:trace contextRef="#ctx0" brushRef="#br0" timeOffset="-113404.65">15321 9697 155 0,'0'0'162'0,"0"0"-14"0,0 0-9 0,0 0-9 16,0 0-17-16,25 16-11 0,-18-6-4 0,-1 0-10 16,5 3-11-16,-3 2-9 0,0-1-1 0,-1 1-21 15,-1-4-20-15,3 3-28 0,-4-3-31 0,2 0-18 16,-1-3-10-16,-1 2-13 0,2-2-18 0,-4-2-9 15,4 0-67-15,-5-3-181 0,-2-3 80 0</inkml:trace>
  <inkml:trace contextRef="#ctx0" brushRef="#br0" timeOffset="-113238.54">15477 9878 61 0,'3'-11'56'15,"-3"3"10"-15,0 8-2 0,-2-17 1 0,2 6 5 0,-1-1 2 16,1 1 14-16,-2 0 20 0,-2 0 8 16,4 6 4-16,0 5 6 0,-1-10-13 0,1 10-2 15,0-9-19-15,0 9-10 0,-6-4-8 0,6 4-10 16,0 0-7-16,-23 15 0 0,8-3-9 0,-5 6 1 15,-2 1-5-15,-3 1-4 0,1 3-4 0,0 2 1 0,1 0-9 16,2-3-17-16,3 1-28 0,2 0-34 0,3-9-43 16,3 1-28-16,4-4-37 0,-2-1-83 15,8-4-263-15,0-6 116 0</inkml:trace>
  <inkml:trace contextRef="#ctx0" brushRef="#br0" timeOffset="-113077.45">15829 9714 78 0,'5'-4'197'0,"0"3"-16"0,-5 1-25 15,14-4-16-15,-9 3-27 0,3-2-37 0,-8 3-26 0,16 0-40 16,-16 0-35-16,13 3-31 0,-6 0-24 0,0 0-60 16,-2-1-152-16,-1 3 67 0</inkml:trace>
  <inkml:trace contextRef="#ctx0" brushRef="#br0" timeOffset="-112949.14">15909 9808 132 0,'0'0'181'16,"-1"7"-5"-16,1-7-7 0,0 0-8 0,0 0-20 15,0 0-7-15,0 0-13 0,0 0-20 0,5 7-23 16,-5-7-37-16,10 0-38 0,-10 0-46 0,23-7-77 16,-14 3-93-16,9 1-230 0,-1-2 101 0</inkml:trace>
  <inkml:trace contextRef="#ctx0" brushRef="#br0" timeOffset="-112346.85">17725 9235 137 0,'-5'-9'185'16,"3"0"-9"-16,-1 1-1 0,2 0-7 0,1 8-6 15,-2-10-11-15,2 10-10 0,-2-7-14 0,2 7-16 16,-4-7-14-16,4 7-13 0,0 0-13 0,0 0-7 16,0 0-13-16,13 17 5 0,-2-2-8 0,2 5-3 15,5 5-5-15,0 3-4 0,-2 4-5 0,1-3-5 16,5 14-2-16,-6-12-2 0,0 0 2 0,-1-2-4 15,0-2-3-15,1 0-2 0,-4-4-1 0,-1-6-1 16,0-1-3-16,-1 0 0 0,-1-3-2 0,0-3 0 16,-4-1-2-16,2-3-2 0,-3-1 6 0,0 0 1 15,-4-5 6-15,6 6 19 0,-6-6 5 0,7 1 6 16,-7-1-9-16,0 0-3 0,15-17-6 0,-9 7 2 16,4-6-6-16,0-9-1 0,2-1-4 0,1 1-3 15,-2-7-3-15,2 2 0 0,0 1 1 0,0-2 1 16,-1-3 2-16,3 3-7 0,-2 0-4 0,-1 3 2 15,-2 0-3-15,0 12-1 0,-3-1-1 0,-1 2 1 16,-2 6-4-16,-1 2-20 0,0 0-25 0,-3 7-34 16,4-9-42-16,-4 9-5 0,0 0-1 0,0 0-21 15,0 0-12-15,4 24-12 0,-4-8-14 0,-3 1-101 16,2 2-308-16,-1-2 137 0</inkml:trace>
  <inkml:trace contextRef="#ctx0" brushRef="#br0" timeOffset="-112070.05">18385 9468 51 0,'0'0'170'0,"0"0"-13"0,0 0-5 15,7 1-17-15,-7-1-12 0,0 0-11 0,4 5-6 16,-4-5 3-16,1 11-5 0,2-4 6 0,-3 4-1 0,0 5-6 16,0 2-9-16,-1-1-1 0,-1 2-11 15,2 5-3-15,-1-6 0 0,0 2-12 0,0-3 1 0,1 0-9 16,0 0-4-16,0-6-6 0,1 2-5 15,-1-3-1-15,1 1-3 0,0-1-6 0,2-2 0 16,-1-2-9-16,0 0 4 0,-2-6-3 0,5 10-3 16,-3-6 1-16,4 0-1 0,-6-4-4 0,12 4 3 15,0-4-4-15,1 0-4 0,6-2-5 0,-1-2-19 16,3-1-18-16,7 0-37 0,-1-1-28 0,-5 3-31 0,4-1-28 16,-6 0-35-16,-2 2-152 0,-7-1-368 0,2 1 163 15</inkml:trace>
  <inkml:trace contextRef="#ctx0" brushRef="#br0" timeOffset="-111778.02">17812 10028 77 0,'-17'1'204'0,"6"3"-24"0,2-1-14 0,4 0-16 16,5-3-3-16,0 0-7 0,0 0-5 0,32 14-11 16,4-12-3-16,24 3-12 0,32-7-4 0,6 2-9 15,2-5-9-15,2-2-8 0,-6 0-3 0,1 1-14 16,-4 1-1-16,-29-3-5 0,1 0-6 0,-4 6-6 16,-5 2-3-16,-5-1-6 0,-17-1-4 0,-2 5-4 15,-4 0-10-15,-7 1-24 0,-2-2-21 0,-5 1-26 16,-2 1-31-16,-3 1-23 0,-1-4-26 0,-3 3-31 15,-3 2-142-15,-2-6-332 0,0 0 147 0</inkml:trace>
  <inkml:trace contextRef="#ctx0" brushRef="#br0" timeOffset="-110865.64">18017 10452 16 0,'0'0'113'0,"0"0"-4"16,0 0-4-16,0 0-1 0,0 0-7 0,0 0-7 15,0 0 0-15,0 0-12 0,0 0 6 0,0 0-7 16,0 0 1-16,0 0-2 0,0 0-5 0,0 0-10 15,0 0 3-15,0 0-9 0,0 0-6 0,0 0 3 16,-7-7-5-16,7 7-9 0,0 0-5 0,0 0 2 16,-11-1-7-16,11 1-4 0,-12 0-6 0,12 0-1 15,-14 1-3-15,14-1 3 0,-15 1 0 0,10-1-1 16,5 0 1-16,-12-1-4 0,12 1-1 0,-10 1-3 16,10-1-1-16,0 0 1 0,-8 1 8 0,8-1-7 15,0 0-10-15,0 0 9 0,0 0 2 0,0 0-3 16,0 0 1-16,32 4 2 0,-11-5-7 0,7 1 5 15,2-3-4-15,4 2 1 0,-1-3-10 0,-3 2-23 16,1 1-11-16,-10-1-26 0,-1 1-20 0,0 0-16 16,-7-1-11-16,1 2-28 0,-5-1-91 0,-1 1-247 15,-8 0 110-15</inkml:trace>
  <inkml:trace contextRef="#ctx0" brushRef="#br0" timeOffset="-110533.91">18178 10394 97 0,'0'0'106'0,"0"0"-14"0,0 0-9 16,0 0 9-16,-11 9 1 0,10-2 0 16,1 4 24-16,-1 1-6 0,-2 6-7 0,1 0-6 15,0 7-7-15,0-1-10 0,-2 1 3 0,2 4-6 0,-1-4-8 16,-1 2-8-16,0-2-4 0,3 1-13 16,-3-7 6-16,1 6-9 0,0-7-10 0,0-1 6 15,1-2-5-15,-1-4-5 0,1 1 3 0,-1-1-13 0,2-4-18 16,-2 0-2-16,3-7 4 0,-2 9 2 0,2-9 1 15,-2 7-2-15,2-7-1 0,0 0 1 0,0 0 1 16,0 0-2-16,0 0 1 0,0 0 0 0,0 0 6 16,0 0 2-16,0 0-4 0,-8-23 5 0,8 23-5 15,0 0 2-15,7-13-2 0,-7 13 0 0,8-6-3 16,-3 3-1-16,4 1 9 0,1 1-7 0,2-1-6 16,3 1 12-16,3-1-8 0,1 3-11 0,0 0-1 15,0 0-21-15,2 1-18 0,0 0-24 0,0 2-20 16,7-3-23-16,-8-1-14 0,1 2-12 0,-3-2-96 15,-4 0-256-15,0 0 113 0</inkml:trace>
  <inkml:trace contextRef="#ctx0" brushRef="#br0" timeOffset="-110304.31">18566 10645 33 0,'0'0'147'0,"1"-12"0"15,-1 12-16-15,0-7-9 0,0 7-15 0,0 0-6 16,0 0 6-16,0 0 7 0,0 0 11 0,9 20-1 15,-6-8-8-15,-2 3-3 0,-1 3-3 0,0 6-10 16,-1-6-3-16,1 7-10 0,-1 0-3 16,-1-5-8-16,0-2-3 0,3-2-8 0,-1 0-8 0,1 2-5 15,1-6-4-15,0 0-7 0,3 0-2 0,2-4 0 16,-1 1-11-16,2-2-14 0,1 1-8 0,2-2-26 16,2-2-25-16,1 0-24 0,3-1-30 0,3-1-23 15,-3-4-31-15,-3 0-21 0,0 1-130 0,-2-3-329 0,-1 0 146 16</inkml:trace>
  <inkml:trace contextRef="#ctx0" brushRef="#br0" timeOffset="-109838.56">18866 10895 2 0,'0'0'125'16,"2"10"3"-16,-2-10-6 0,0 9 5 16,0-9 0-16,0 12-2 0,0-12-6 0,-2 10 5 15,2-10-12-15,-1 10-2 0,1-10-7 0,0 8-6 0,0-8-4 16,0 0 2-16,0 10 6 0,0-10 10 0,0 0 9 15,0 0 2-15,0 0-3 0,0 0-15 16,0 0 2-16,0 0-4 0,0 0-8 0,0 0-8 0,0 0-4 16,0 0-11-16,-6-25-10 0,6 25-4 0,1-17-7 15,4 5-7-15,-1 1-4 0,1-1-4 0,3 1 0 16,1-1-8-16,-2 2-3 0,1 3-6 0,-2 0 0 16,1 3-3-16,-2 1-4 0,2 0-2 0,3 2-2 15,-10 1-4-15,14 4 2 0,-4 2 0 0,-3-2-2 16,3 4 0-16,-3-2-1 0,-1 2-2 0,1 1-2 15,-1-1 4-15,-2-2-2 0,0 1-4 0,1-1 6 16,-3 0 0-16,-2-6 3 0,2 10-6 0,0-5 5 0,-2-5-3 16,2 7 3-16,-2-7 2 0,0 0 3 15,4 4 2-15,-4-4 8 0,0 0-15 0,0 0-12 16,0 0-4-16,0 0 2 0,5-16-4 0,-3 6 0 16,2 2-4-16,1-3 12 0,-1 1-10 0,4-3 1 15,-2 3-10-15,1 1 3 0,0 2 3 0,-1-3 3 16,2 4-4-16,-3 1 3 0,0 1-2 0,2 3 5 15,-7 1 0-15,13-3 0 0,-13 3-1 0,11 6 4 16,-5-3-3-16,-1 1 6 0,1 2 0 0,-1 2 1 0,1 1-17 16,-1 0-9-16,-1 0-16 0,1 1-27 15,-2 1-34-15,-1-2-33 0,2 0-37 0,-1-2-15 16,1-2-23-16,-2 4-112 0,1-4-356 0,4 1 157 16</inkml:trace>
  <inkml:trace contextRef="#ctx0" brushRef="#br0" timeOffset="-109656.08">19321 10853 93 0,'2'-6'186'0,"-2"6"-1"0,1-14 4 16,1 10 1-16,-2 4-4 0,2-8-15 0,-2 8-22 0,0 0-17 15,2-7-14-15,-2 7-17 0,0 0-8 0,0 0-5 16,0 0-10-16,9 19-5 0,-7-11-5 0,-1 2-6 16,1 1-6-16,1 4-4 0,-2-2-5 15,2 2-5-15,-2-5-17 0,0 2-36 0,1 0-25 0,0-2-31 16,-1 1-32-16,-1-4-45 0,2 1-29 0,-2 0-136 15,0-8-335-15,2 8 148 0</inkml:trace>
  <inkml:trace contextRef="#ctx0" brushRef="#br0" timeOffset="-109515.29">19358 10626 79 0,'2'-11'126'0,"1"3"-13"16,0 1-27-16,0 3-23 0,-3 4-12 0,9 0-16 15,-9 0-23-15,12 14-12 0,-3 2-28 0,-2-1-62 16,-2 9-97-16,0 2 44 0</inkml:trace>
  <inkml:trace contextRef="#ctx0" brushRef="#br0" timeOffset="-109319.13">19558 10893 93 0,'4'-5'191'0,"-4"5"3"0,6-14-8 16,-1 4-9-16,1 1-2 0,0 0-11 0,1 0-10 15,1-5-7-15,1 5-9 0,0 2-13 0,0-1-16 16,1 1-4-16,-1 1-15 0,1 3-8 0,-3 2-6 16,1 0-14-16,1 3-5 0,-1 1-3 0,0-1-9 15,-1 4-3-15,-1 0-1 0,0 1-9 0,-2 3-18 16,0-3-24-16,-2 4-30 0,-2-3-42 0,0 2-36 16,3-4-39-16,-1 0-44 0,-2-6-124 0,2 10-350 15,-2-10 155-15</inkml:trace>
  <inkml:trace contextRef="#ctx0" brushRef="#br0" timeOffset="-109139.6">20183 10277 180 0,'7'-1'165'0,"-7"1"-6"0,13 0-26 0,-3 0-12 0,-1 2-24 15,0 1-45-15,2 1-49 0,0 1-49 0,-2 1-98 16,-1 1-156-16,1 0 69 0</inkml:trace>
  <inkml:trace contextRef="#ctx0" brushRef="#br0" timeOffset="-109011.85">20204 10467 32 0,'-5'6'195'0,"5"-6"-16"0,-5 5-16 0,5-5-19 16,0 0-18-16,0 0-6 0,0 0-13 0,0 0-8 15,0 0-28-15,13 8-41 0,-3-9-43 0,13-2-62 16,9-1-122-16,5-2-212 0,13-5 94 0</inkml:trace>
  <inkml:trace contextRef="#ctx0" brushRef="#br0" timeOffset="-108474.68">22620 9892 35 0,'2'-7'237'0,"-2"7"-20"0,3-11-16 0,-3 11-24 16,0-7-17-16,0 7-19 0,0 0-11 0,0 0-13 15,0 0-5-15,-18 14-2 0,3 8-7 16,-3 1-2-16,0 2-11 0,-1 3-5 0,0 0-7 0,1 0-6 15,1-1-8-15,4-2-2 0,2-1-10 0,4-4-4 16,2-1-1-16,3 0-6 0,2-1-6 0,0-1-2 16,2-4-5-16,5 3 2 0,-2-6-5 0,4 1-2 15,0-3 0-15,4 4-1 0,3-5-3 0,0-1 2 16,-3-3-3-16,-1-2-5 0,1-1 3 0,-2 0 2 16,0-1-4-16,0-3-2 0,-3-3 2 0,-3 3-1 15,0-3-1-15,-2-3 5 0,-1 1-9 0,-2 0-1 16,-1 0-2-16,-3 0 5 0,0 1-9 0,-4 1 1 15,-2 0-2-15,0 4 3 0,0 0-2 0,-4 0-2 16,1 3 0-16,0 1-1 0,-5 4 0 0,0-2-18 16,3 2-36-16,-1 4-23 0,3-4-25 0,2 4-39 15,3-1-38-15,0-1-28 0,1 3-146 0,6-3-383 16,1-7 170-16</inkml:trace>
  <inkml:trace contextRef="#ctx0" brushRef="#br0" timeOffset="-108309.28">22915 10158 76 0,'3'-6'217'0,"-3"6"-5"0,2-10-11 0,-2 10-12 15,2-11-13-15,-2 11-19 0,0 0-20 0,-2-9-7 16,2 9-18-16,0 0-38 0,-4-7-47 0,4 7-46 16,0 0-32-16,0 0-33 0,0 0-22 0,0 0-35 15,18-1-78-15,-6 0-235 0,2-2 104 0</inkml:trace>
  <inkml:trace contextRef="#ctx0" brushRef="#br0" timeOffset="-107904.89">23219 9971 53 0,'0'0'168'0,"0"0"-19"0,4-7-13 0,-4 7-17 16,0 0-4-16,0 0-8 0,13 7 5 16,-6 0 8-16,1 3-1 0,1-2-5 0,3 6 0 15,-1 2-3-15,3-1 4 0,0 0 0 0,-1 2-5 16,5 1-12-16,-5-2-7 0,-2-1-7 0,1-4-9 0,-3 5-11 15,0-2-2-15,-3 0-6 0,-2-5-5 0,-2 2-6 16,-2-1-1-16,-1 1-5 0,-1 0-1 0,-4-4-6 16,-1 2 1-16,-5-2-10 0,1-2-3 15,-3-3-6-15,2 0 2 0,-1-2-7 0,1-1 1 0,1 0-6 16,0-4-5-16,2 1-8 0,1-4-10 0,3-1-5 16,4-1 0-16,1-3-7 0,5-3 3 0,3 0-2 15,6-7 5-15,1 1 3 0,4 2 1 0,1 1 2 16,-1-1-2-16,1-1 5 0,1-3 0 0,-2 4 2 15,-1-1 4-15,-3 7 1 0,3-6 1 0,-7 3 7 16,-2 3 9-16,0 0 3 0,-2 2 3 0,-4 1-5 16,-1 0 1-16,-2 0-1 0,-3 1 2 0,-1-2-3 15,-5 5-3-15,0-1-2 0,0 3 0 0,-3 0-1 16,0 3-3-16,-2 1 1 0,-4 5 5 0,-2 0-5 16,2 1 0-16,-6 8 0 0,6-3 2 0,4-2-3 15,0 3 4-15,2 2-4 0,3 2-21 0,4 2-19 16,4 0-26-16,1-1-43 0,4-3-42 0,3 1-44 15,2 3-130-15,8-3-351 0,1-5 156 0</inkml:trace>
  <inkml:trace contextRef="#ctx0" brushRef="#br0" timeOffset="-107552.97">23826 9858 47 0,'4'-4'244'0,"-1"-1"-20"0,-3 5-21 15,4-7-22-15,-4 7-19 0,0 0-17 16,0 0-10-16,0 0 1 0,16 12-7 0,-11-2-11 16,2 4-9-16,0 4-9 0,2 5-2 0,-1 1-9 15,1 0-9-15,-3-5-3 0,3 5-6 0,-1-8-5 0,1 3-3 16,-1-2-6-16,0-2-4 0,-1-1-5 16,1 1 1-16,-1-7-6 0,0 1-2 0,-1 0-2 15,-1-2 1-15,0-4-1 0,-1 2 3 0,0-1 5 16,-4-4 7-16,6 4 2 0,-6-4-5 0,10-1-3 0,-10 1-11 15,13-9-1-15,-5 1 1 0,2-1-9 0,2-4 2 16,3-1-5-16,0-5-2 0,3-3-2 0,-1 1-2 16,-1 1-3-16,2-3-4 0,-1-1 0 0,1 4 0 15,-2-1-5-15,0-3-7 0,-5 11 0 0,2-4-8 16,-2 4-6-16,1 0-12 0,-5 4-16 0,0 3-20 16,-4 1-28-16,0 1-41 0,-3 4-28 0,7-4-17 15,-7 4-14-15,0 0-24 0,8 9-185 0,-8-9-430 16,0 14 190-16</inkml:trace>
  <inkml:trace contextRef="#ctx0" brushRef="#br0" timeOffset="-107196.65">22892 10571 2432 0,'-64'0'74'0,"9"-2"-7"0,17 2-36 0,3 0-14 16,14-1-6-16,4 1-8 0,4 1-5 15,7 1 4-15,6-2 0 0,0 0 1 0,0 0 1 16,47 0 1-16,9-6 1 0,45 3 2 0,13-2 5 0,15-1 2 16,9-4-3-16,8 6 1 0,-3-3-3 0,3 0 9 15,-6 2-6-15,-4 1 0 0,-12 1 0 0,-9 2-1 16,-13 1 3-16,-7-3-2 0,-38 0-2 0,-5 3 0 15,-14 0-1-15,-4 1-2 0,-6-2 6 0,-6 1-6 16,-7 0-3-16,-1 0 7 0,-3 1-4 0,-5-1 1 16,4 2-1-16,-10-2-1 0,9 0 0 0,-9 0 0 15,8 0-3-15,-8 0 1 0,0 0-3 0,0 0-15 16,10 0-23-16,-10 0-24 0,0 0-46 0,0 0-49 16,0 0-46-16,-41 0-198 0,9-2-431 0,-1 1 192 15</inkml:trace>
  <inkml:trace contextRef="#ctx0" brushRef="#br0" timeOffset="-104199.02">22493 11075 81 0,'5'-12'188'0,"-3"2"4"0,0 1 3 0,-1 2-7 0,1 0-5 16,-1 0-14-16,-1 7-12 0,1-9-17 16,-1 9-14-16,2-6-18 0,-2 6-11 0,0 0-15 15,1-7-9-15,-1 7-7 0,0 0-10 0,0 0-1 0,0 0-5 16,5 20-4-16,-5-11-7 0,0 3-1 0,1 0-4 15,-1-1-4-15,0 6 2 0,-1 0-5 0,0-5 1 16,1 3-5-16,-1 2 5 0,1-2-7 16,-2-2-3-16,1-1-2 0,1 0-2 0,0 0 1 0,0-1-6 15,1 0-8-15,-1 0-12 0,2-2-25 0,-1 1-40 16,0-4-33-16,2 4-18 0,-1-4-30 16,1-2-26-16,-3-4-138 0,6 9-348 0,-2-7 154 15</inkml:trace>
  <inkml:trace contextRef="#ctx0" brushRef="#br0" timeOffset="-103944.5">22755 11069 22 0,'3'-5'184'0,"-3"5"-12"0,4-6-16 16,-4 6-15-16,4-5-17 0,-4 5-14 0,0 0-14 16,0 0-6-16,0 0-7 0,0 0-8 0,0 0 1 15,10 18-6-15,-6-9 5 0,1 1-12 0,0 1-1 16,-1 1-9-16,1 1 0 0,2 2-4 0,0-4-5 15,-2 1-2-15,0-3-5 0,0 3-3 0,0-3 2 16,2 1-8-16,-1-1 1 0,0 1-6 0,-2-4-1 16,3 2-3-16,-5-2 0 0,2-1-5 0,-4-5 4 15,3 12-5-15,-3-7 2 0,0-5-17 0,-9 10-22 16,1-6-31-16,-1-1-28 0,1-1-20 0,8-2-37 16,-20-2-30-16,5 2-92 0,3-5-283 0,-2-1 124 15</inkml:trace>
  <inkml:trace contextRef="#ctx0" brushRef="#br0" timeOffset="-103810.29">22803 11029 75 0,'14'-4'128'0,"4"0"-10"0,-1 0-8 0,1 0-9 16,0 1-12-16,1 2-9 0,-1 1-13 16,1 0-26-16,1 1-27 0,-2 2-34 0,-4 1-36 15,2-2-69-15,-2 1-135 0,-1 1 60 0</inkml:trace>
  <inkml:trace contextRef="#ctx0" brushRef="#br0" timeOffset="-103313.58">23167 11176 23 0,'5'10'150'0,"-1"-6"-8"0,-4-4-13 15,4 8-13-15,-3-2 2 0,-1-6 4 0,4 8-7 16,-3-3-8-16,-1-5-3 0,1 9-6 0,-1-9-8 15,0 0 4-15,0 7 10 0,0-7 3 0,0 0 5 0,0 0 2 16,0 0-5-16,0 0-4 0,0 0-6 0,0 0-4 16,0 0-5-16,0 0-1 0,0 0-7 15,0 0-2-15,-14-19-8 0,14 19-6 0,4-16-8 0,0 8-9 16,0-1 0-16,1-1-1 0,3-2-8 0,3 0-9 16,1 0 0-16,-1 0-8 0,3 3 2 0,2 0-9 15,-1 1 0-15,-1 5-3 0,0 1-5 0,-1 0 1 16,2 3-1-16,-2-1-7 0,-3 3 4 0,1 0 0 15,0 4-4-15,-1 0 1 0,-1-1 1 0,-1 1 0 16,-2 2-3-16,0-1 6 0,-1 0-4 0,-1 1-5 16,-1-3 6-16,-2 1-1 0,-1-7-2 0,0 10-3 15,0-10 7-15,0 8-1 0,0-8 0 0,0 0-1 16,-3 7 3-16,3-7-4 0,0 0 5 0,0 0-4 16,0 0-2-16,0 0-4 0,0 0 1 0,0 0-5 15,0 0 2-15,-5-23-4 0,5 23 5 0,8-15-4 16,-3 6 1-16,3 0-3 0,2-1-1 0,-1 1 1 15,0-1 0-15,6 2-1 0,-4 0-1 0,-1 1 4 16,1 2 1-16,1 3-6 0,-3 1 4 0,0 1-1 16,-9 0 3-16,18 7-3 0,-11-2 2 0,1 0 1 15,0 5 3-15,-3-3-1 0,-1 3 2 0,-1 1-23 16,-1-1-23-16,-2 2-19 0,-2 0-25 0,1 0-25 16,1-3-41-16,0 2-27 0,-1-2-21 0,1 1-138 15,-1-4-373-15,1-6 166 0</inkml:trace>
  <inkml:trace contextRef="#ctx0" brushRef="#br0" timeOffset="-102917.34">23782 11140 9 0,'5'-7'174'16,"-3"2"9"-16,-2 5-9 0,8-7-23 0,-8 7-12 0,0 0-12 16,4-4-6-16,-4 4-6 0,0 0-10 0,0 0-8 15,6 12-6-15,-5-5 2 0,1 0-11 16,-2-7-3-16,0 17-3 0,1-6 1 0,-4-4-5 15,3 3 0-15,0-10-12 0,0 13-3 0,-1-6-8 0,1-7-2 16,-2 11-3-16,2-11 5 0,-2 7 7 0,2-7 12 16,0 0 11-16,0 0-2 0,-1 6-9 15,1-6-9-15,0 0-6 0,0 0 1 0,0 0-8 0,0 0-4 16,0 0-6-16,1-32 1 0,2 21-11 0,3-3 1 16,1-2-5-16,0 0 0 0,4-1-4 0,-2-8 8 15,1 9-11-15,2-6 1 0,-1 5-6 0,1 3-1 16,0 0-3-16,1 1 1 0,-4 4-3 0,-2 2-1 15,2 1-2-15,1 1 1 0,-4 2-5 0,1 1-4 16,-7 2 5-16,14 4 0 0,-9 1 0 0,3 3 3 16,-1 3 2-16,-4-1 1 0,4 2-2 0,-1 4 3 15,-2 0 10-15,-1 1-8 0,-1-2-3 16,-2 1 2-16,1-1-1 0,1 0-2 0,-1-2 3 0,0-1 0 16,1-1-4-16,-2-2-21 0,0 2-29 0,0-3-38 15,-2 2-42-15,2-10-40 0,2 12-31 0,-2-12-20 16,0 10-184-16,0-10-438 0,-7 4 194 0</inkml:trace>
  <inkml:trace contextRef="#ctx0" brushRef="#br0" timeOffset="-102764.61">23879 11147 19 0,'0'0'201'0,"0"0"-6"0,0 0-2 0,-5-6-5 15,5 6-11-15,0 0-12 0,0 0-17 0,0 0-13 16,0 0-13-16,0 0-8 0,16-5-18 0,-6 5-27 15,6-1-45-15,0-1-49 0,13-2-62 0,-1 1-57 16,-2-5-121-16,5 3-288 0,0-1 128 0</inkml:trace>
  <inkml:trace contextRef="#ctx0" brushRef="#br0" timeOffset="-102280.59">25336 10419 141 0,'0'0'217'0,"-9"-6"-7"0,9 6-3 0,-7-3-10 16,7 3-19-16,0 0-14 0,-6-3-17 0,6 3-17 16,0 0-15-16,0 0-10 0,0 0-11 0,0 0-9 15,0 0-20-15,33 0-22 0,-14 2-28 0,9-3-43 16,-1 4-35-16,4 0-46 0,-4-2-30 0,1 2-33 15,-8-1-95-15,-2 0-290 0,-4 1 128 0</inkml:trace>
  <inkml:trace contextRef="#ctx0" brushRef="#br0" timeOffset="-102128.96">25450 10511 161 0,'0'0'170'0,"0"0"-5"0,0 0-4 16,0 0-13-16,0 0-11 0,-7 3-12 0,7-3-11 15,0 0-14-15,0 0-8 0,21 3-10 0,-8-1-28 0,4 1-50 16,2-1-39-16,12 0-67 0,1 0-128 16,2-4-248-16,-2 0 110 0</inkml:trace>
  <inkml:trace contextRef="#ctx0" brushRef="#br0" timeOffset="-100912.49">26574 10283 8 0,'0'-7'186'15,"2"-1"-10"-15,-2 8-11 0,2-13-13 0,-2 8-2 16,0 5-3-16,2-11-11 0,-2 11-8 0,4-7-11 0,-4 7-14 16,0 0-9-16,0 0-15 0,0 0-11 0,0 0-6 15,0 0-10-15,0 0-3 0,0 32-4 0,0-14-2 16,-2 1-4-16,0 2 0 0,0-2-7 0,4 5-4 16,-2-4 2-16,0-1-1 0,4 0-2 0,-1 0-3 15,-1-3-2-15,5-1-3 0,-2-3 0 0,3 0-4 16,3 2 3-16,-1-4-2 0,-1-2 1 0,-1 0 5 15,6-3-7-15,-5 0 0 0,2 0 0 0,1-3-2 16,-1-1-3-16,3-2 1 0,-3-2 3 0,1 1-7 16,0-6-1-16,-3 2 1 0,0-3-1 0,3 1 2 15,-4-5-3-15,1 4 0 0,-3-4 0 0,2-1 2 16,-2-1-4-16,1 0 4 0,-3-3 3 0,1 4 3 16,0 3 6-16,-1 0 8 0,-3 1-7 0,3 3 0 15,-2 0-3-15,-2 7 0 0,4-10-2 0,-4 10-2 16,3-5-6-16,-3 5 2 0,0 0-6 0,0 0 1 15,0 0 1-15,0 0 1 0,4 29 8 0,-4-14 2 0,0 3 4 16,-4 0 0-16,1 0 2 0,1 2-2 16,-2-1 0-16,0 5 2 0,1-5-2 0,-2 1 2 15,3-1-2-15,0-1-1 0,1-1-2 0,-3 0-1 16,2 1-2-16,2 0-1 0,0-3 4 0,0 2-3 0,0-5-3 16,2 4-3-16,-2-4-21 0,2-2-27 0,-2 0-25 15,2 1-33-15,-1-4-33 0,1-2-20 16,-2-5-26-16,5 10-23 0,-3-5-165 0,-2-5-396 15,0 0 175-15</inkml:trace>
  <inkml:trace contextRef="#ctx0" brushRef="#br0" timeOffset="-100615.34">27103 10478 27 0,'0'0'163'0,"0"0"-18"0,0 0-13 0,-2-7-11 15,2 7-11-15,0 0-5 0,0 0 5 0,0 0-4 16,0 0-1-16,0 0-2 0,0 30-8 0,-2-20-9 16,4 1-11-16,0 0-1 0,-2 3-15 0,3-3 2 15,5 5-7-15,-2-4-2 0,0-2-5 0,3 4-3 16,0 0-6-16,-2-3-6 0,0 3 2 16,-1-3-7-16,1 4 2 0,-1-5-2 0,-1-1-1 0,0 0-5 15,1-2-4-15,-3 1 0 0,-1-3 0 0,0 1-3 16,-2-6 1-16,4 10-4 0,-4-10 5 0,0 8-2 15,0-8-4-15,0 0 0 0,-8 11-7 0,3-8-21 16,-1 0-16-16,-6-2-37 0,1-1-17 0,2 0-24 16,-5 0-31-16,5-3-19 0,-2 2-109 0,0-5-293 15,2 0 129-15</inkml:trace>
  <inkml:trace contextRef="#ctx0" brushRef="#br0" timeOffset="-100489.58">27168 10450 50 0,'14'-3'56'0,"-1"2"-35"0,6-1-43 0,-2 2-22 15,2-4 10-15</inkml:trace>
  <inkml:trace contextRef="#ctx0" brushRef="#br0" timeOffset="-100100.6">27493 10454 132 0,'0'0'208'0,"8"-4"-11"0,-8 4-6 0,11-4-14 0,-11 4-12 15,12-1-14-15,-12 1-14 0,11 0-10 0,-3 1-8 16,-2 3-16-16,-6-4-9 0,13 8-10 16,-9-5-8-16,2 3-8 0,-3-1-5 0,2 1-2 15,-3 1-14-15,-2 2-1 0,3-2-3 0,-3-7-5 0,-3 17-6 16,-2-7-1-16,1-2 1 0,-1-1-9 15,1 0-7-15,0 1-11 0,-1 1-11 0,3-2-12 16,-2 1-9-16,-1-3-6 0,2 1-6 0,3-6-10 16,-2 12-4-16,0-7 4 0,2-5 2 0,0 14 6 0,2-9-5 15,3 2 4-15,-3-1 8 0,5 0 5 0,-1-1-1 16,-1 4 4-16,4-4 1 0,-2-1 2 0,0 3-5 16,2-1 15-16,-5 0-2 0,2-2 13 0,1 3-4 15,-4-4 6-15,1 2 5 0,-4-5 1 0,6 6 5 16,-6-6 3-16,0 0 15 0,1 8-9 0,-1-8 1 15,0 0 4-15,-9 7 1 0,9-7 0 0,-14 6-2 16,7-3-7-16,-3-2 1 0,3 1 0 0,-1 1-14 16,0-2-17-16,2 2-32 0,6-3-17 0,-14 2-46 15,14-2-29-15,-10 2-144 0,2-2-305 0,8 0 136 16</inkml:trace>
  <inkml:trace contextRef="#ctx0" brushRef="#br0" timeOffset="-99665.02">27750 10758 11 0,'9'0'189'15,"-9"0"-4"-15,10 1-3 0,-10-1-6 0,10 0-10 16,-10 0-9-16,14 2-12 0,-4-4-7 0,3 4-11 16,-2-4-11-16,0 2-8 0,8 0-12 0,-6-1-5 15,0 1-4-15,5 0-12 0,2 0-5 16,-6-2-3-16,4 1-6 0,-3 1-3 0,-3-2-4 0,-1-2 0 15,-2 1 1-15,-3-1-4 0,4 1-2 0,-2-6-7 16,-4 4-4-16,1-5-1 0,-1 0-5 0,-3-1-3 16,-1-1-5-16,-1-5-1 0,0 1-2 0,-2 4-6 15,-1-3 2-15,1 0-2 0,0 1-3 0,0-2 1 16,-1 1-2-16,4 2 3 0,0 0-4 0,0 1-1 16,0 1-1-16,0-1 4 0,2 3-2 0,4-1 1 15,-2 3-4-15,5-1-1 0,1 2 0 0,1 1-1 0,2 1-4 16,4 1 4-16,2 3-5 0,-3 0-2 0,-2 1 2 15,4 3-1-15,-1 3 0 0,-5 0 1 0,1 0-2 16,0 3 2-16,-3 2-1 0,-1-2 5 16,-3 1-1-16,-1 1-3 0,-1 0 3 0,-1-1-2 0,-2 1 5 15,0-1 0-15,-2 1-3 0,0-4 4 0,2 1-2 16,-1-9 2-16,0 14-5 0,-1-6 1 0,1 0 4 16,0-8-1-16,2 11 2 0,0-6-10 15,0 2-22-15,6-3-29 0,1 2-34 0,2-1-51 0,10 0-40 16,7-2-43-16,-1-1-173 0,4-3-426 0,3 1 188 15</inkml:trace>
  <inkml:trace contextRef="#ctx0" brushRef="#br0" timeOffset="-99523.03">28814 10618 126 0,'6'-3'197'0,"-6"3"-5"0,0 0-13 15,0 0-13-15,0 0-21 0,0 0-13 0,0 0-16 16,0 0-33-16,0 0-35 0,0 0-42 0,0 0-63 15,0 0-60-15,-19-8-86 0,19 8-220 0,0 0 98 16</inkml:trace>
  <inkml:trace contextRef="#ctx0" brushRef="#br0" timeOffset="-97914.79">14034 11821 30 0,'0'0'119'0,"0"0"-7"16,0 0 1-16,0 0-13 0,0 0-7 0,0-9-13 15,0 9 3-15,0 0-8 0,0 0-2 0,0 0-11 16,0 0 4-16,0 0-5 0,0 0-5 0,0 0 1 15,0 0-6-15,0 0 4 0,0 0-4 0,0 0 4 16,0 0 8-16,0 0 5 0,0 0-9 0,0 0 9 0,0 0-3 16,0 0-5-16,0 0-3 0,0-9-4 15,0 9-10-15,0 0-4 0,0-13-2 0,0 13 0 0,-2-7 1 16,2 7 3-16,-5-8-2 0,5 8-1 16,0 0-6-16,0-8-2 0,0 8-6 15,0 0-2-15,0 0-6 0,0 0-2 0,0 0-3 0,0 0 2 0,0 0-4 16,0 0-4-16,5 38 1 0,-3-19 1 0,3 7-2 15,-3 6 2-15,-2-3 2 0,2 3 5 16,0 0-6-16,-2-2 1 0,-2 0-3 0,2-1 6 0,0 0 0 16,0-4-9-16,2 0 6 0,-2-1 0 0,0-7-3 15,0 2 1-15,2-2-2 0,-2-4 2 0,0-2-1 16,-2 0-4-16,2 2 1 0,2-5 3 0,-2-1-3 16,0-7-14-16,0 14-19 0,0-14-10 15,-2 11-23-15,2-11-10 0,0 8-17 0,0-8-22 16,0 0-28-16,-4 3-31 0,4-3-130 0,0 0-326 0,0 0 145 15</inkml:trace>
  <inkml:trace contextRef="#ctx0" brushRef="#br0" timeOffset="-97587.58">14129 11719 98 0,'10'-8'116'0,"-1"2"0"16,1 1-10-16,2 2-2 0,-1 0-7 0,1 6-2 15,-3-1-22-15,0 2 11 0,-2 2-9 0,0 2-3 16,-1 2-7-16,-1 2-4 0,-3-1-8 0,-2 4 2 16,0-2-11-16,0 2-1 0,-3 0-8 0,-1 3 3 15,-2-3-4-15,-3 0-6 0,2-6-3 0,0 3 3 16,0-4-6-16,-3 1-3 0,2-2 5 0,2-1-6 16,1-2 1-16,-1 2 6 0,2-4 1 0,4-2 3 15,-10 4 6-15,10-4-5 0,-4 7-5 0,4-7-2 16,0 0-1-16,-5 6-5 0,5-6-1 0,0 0-2 15,2 9-1-15,-2-9-5 0,5 10-3 0,1-3 3 16,2 3 2-16,1-1-1 0,1 2-3 0,2 2 10 16,1-2-13-16,1 1-10 0,-1 0-14 0,0-2-17 15,-1 4-17-15,4-2-26 0,-1-1-31 0,-1-2-16 0,0 0-23 16,-1-3-82-16,-2 0-251 0,2-4 111 16</inkml:trace>
  <inkml:trace contextRef="#ctx0" brushRef="#br0" timeOffset="-97338.99">14514 11994 8 0,'0'-7'146'0,"3"1"-1"0,-3 6 2 15,2-8-15-15,-2 8-14 0,3-7-11 0,-3 7-3 0,0 0 2 16,0 0-4-16,12 20-1 0,-9-11-2 0,-1 4-7 16,1 5-4-16,-3-1-5 0,0 2 0 0,-3 6-7 15,3-5-3-15,-2-1 4 0,-1-2-8 16,2 2 0-16,-2-3-8 0,-1-3-4 0,4-3-4 0,3 3-4 15,-3-5-5-15,1 0-2 0,-1-1-1 0,1 0-3 16,-1-7-6-16,6 11-2 0,-1-7 3 0,0-1-4 16,5 1-10-16,-1-4-16 0,2 2-26 15,1-2-34-15,1-3-31 0,7 2-39 0,-2-4-35 0,2 1-35 16,-1-5-120-16,1 2-344 0,2-2 152 0</inkml:trace>
  <inkml:trace contextRef="#ctx0" brushRef="#br0" timeOffset="-96852.68">14910 12227 81 0,'0'8'142'0,"0"-8"-2"0,-3 12 6 15,3-12-5-15,-1 10 0 0,0-4 2 0,1-6-7 16,0 12-5-16,0-12-8 0,0 0-1 0,-2 6-3 16,2-6 5-16,0 0 0 0,0 0 3 0,0 10 7 15,0-10-1-15,0 0-12 0,0 0-7 0,0 0-11 16,0 0-6-16,0 0 1 0,0 0-19 0,0 0-8 15,-16-19 3-15,16 12-14 0,0 7-8 0,-3-11-6 16,3 1-6-16,0 1 10 0,1-1-19 0,1 0-3 16,0-1-2-16,3 3-7 0,-2 1-8 0,1 2 2 15,1-1-3-15,0 1-2 0,-5 5-3 0,13-5-4 16,-6 5-1-16,1 0 1 0,-8 0-1 0,18 4 2 16,-9-1 1-16,0 3-3 0,-3 0-2 0,2 2-2 15,0-2 2-15,-3-2 3 0,1 4 0 0,-1-1-2 16,0-1-1-16,-2-2 4 0,1 2-4 0,0-2 3 0,-4-4 4 15,2 9-5-15,-2-9 4 0,5 6-1 16,-5-6-1-16,0 0 6 0,2 4-4 0,-2-4 4 0,0 0-5 16,0 0 2-16,0 0-3 0,0 0 1 15,0 0-7-15,0 0-3 0,0 0-4 0,0 0-3 0,0-20-1 16,0 20-2-16,4-13-4 0,3 5 2 0,-5-1-6 16,1 3 4-16,3 3 2 0,3-5 2 15,-2 3 1-15,-2 0 0 0,1 2-4 0,1 1 6 0,-7 2-5 16,18-2 5-16,-18 2 2 0,15 6 3 0,-6-1-1 15,0 1 3-15,-1 0-1 0,-2 1 0 0,-1 3-2 16,0-2 7-16,-1 4-3 0,0-2-22 0,-3 0-30 16,-1 0-22-16,-1 0-30 0,-1 0-30 15,0-1-36-15,2 0-30 0,0-9-170 0,0 11-405 0,0-11 180 16</inkml:trace>
  <inkml:trace contextRef="#ctx0" brushRef="#br0" timeOffset="-96662.64">15338 12178 143 0,'1'-10'208'16,"-1"10"-10"-16,0 0-18 0,2-6-20 0,-2 6-16 15,0 0-12-15,0 0-16 0,0 0-2 0,0 0 0 16,0 0-1-16,0 0-12 0,3 27-11 0,-3-20-7 16,2 4-5-16,-4-1-11 0,1 1-8 0,-1 2-24 15,0-1-36-15,1-1-28 0,-2 0-49 0,2 0-45 16,1-3-33-16,-1-1-136 0,-1 1-315 0,2-8 139 15</inkml:trace>
  <inkml:trace contextRef="#ctx0" brushRef="#br0" timeOffset="-96296.49">15553 12240 44 0,'0'0'177'0,"2"-7"-12"0,-2 7 1 0,4-11 1 15,-2 2-7-15,1 0-6 0,3 0-13 0,-2 0-5 16,1 1-10-16,0 2-8 0,1 1-11 0,0 0-3 0,2 2-11 16,-3-1-9-16,2 3-6 0,-7 1-8 15,16 0-4-15,-8 4-11 0,-1-2-4 0,2 6-4 16,0 1-2-16,-3-1-6 0,-1 2-1 0,2 0-3 16,-1 5-2-16,1 2-12 0,-5-5-27 0,1 0-25 0,1 0-28 15,-1 0-34-15,0-3-38 0,2 0-39 0,-1 1-169 16,1-7-367-16,0 2 164 0</inkml:trace>
  <inkml:trace contextRef="#ctx0" brushRef="#br0" timeOffset="-96150.8">15986 12153 12 0,'0'0'132'0,"8"-3"-17"0,-8 3-34 16,0 0-30-16,13 3-29 0,-13-3-30 0,7 3-23 15,-7-3-32-15,5 6-68 0,-5-6 32 0</inkml:trace>
  <inkml:trace contextRef="#ctx0" brushRef="#br0" timeOffset="-96043.85">16009 12275 98 0,'0'0'101'0,"0"0"-5"0,1 8-6 0,-1-8-13 15,6 7-7-15,0-6-28 0,1 2-32 0,3-3-40 16,3 1-63-16,5 1-100 0,-1-4 45 0</inkml:trace>
  <inkml:trace contextRef="#ctx0" brushRef="#br0" timeOffset="-95546.27">17719 11775 227 0,'-4'-10'222'0,"3"3"-15"0,-2 1-19 15,1 0-16-15,2 6-23 0,0 0-16 0,0 0-12 16,0 0-11-16,0 0-6 0,20 23 1 0,-6-1-8 16,-1 5-1-16,-2 1-9 0,2 3-8 0,0 1 1 15,-2-2-8-15,-2-3-5 0,3 4-5 0,-3-4-6 16,0-1-4-16,-2 0-7 0,-2-8-1 0,2 0-7 16,-1-1-5-16,-2-5 1 0,-1 1-4 0,2-2-3 15,0-1 0-15,-1-3 0 0,-2 0-5 0,0-1 3 16,-2-6 13-16,3 9 14 0,-3-9 13 0,3 7 6 15,-3-7 0-15,0 0-10 0,0 0-6 0,18-15-6 16,-12 4 0-16,3-1-7 0,1-3-9 0,-1-2 1 16,3-6-5-16,2-2-4 0,-1 1-3 0,2-2 1 15,-1 1-2-15,0-1-3 0,0 3-3 0,-1 3-2 16,0 3-5-16,-4 0-8 0,0 2-16 0,-1 5-17 16,-2 1-20-16,-2 3-31 0,1-1-44 0,-3 4-44 0,-2 3-27 15,9-5-14-15,-9 5-19 0,0 0-14 0,0 0-123 16,10 13-399-16,-7-5 177 0</inkml:trace>
  <inkml:trace contextRef="#ctx0" brushRef="#br0" timeOffset="-95256.15">18323 12103 53 0,'3'8'191'0,"-3"-8"-3"0,1 15-1 0,-2-9-4 15,-2 3-9-15,1 1-3 0,-1 4-7 0,-1 3 3 16,-2-1-12-16,1-1-11 0,0-1-12 0,-2 0-13 16,2 1-10-16,1-7-9 0,-1 4-8 0,3 1-7 15,-1-2-5-15,1 0-8 0,2-3-9 0,-3 0-6 16,2-2-2-16,1-6-8 0,2 13-3 0,0-7-1 16,0 0-1-16,2-2 0 0,4 2-5 0,-3-3 2 15,1-1-6-15,4 1-1 0,4-3-2 0,1 0-3 16,5-1-5-16,-1-1-14 0,0 1-19 0,2-2-18 15,-3 0-29-15,2 2-30 0,0-2-37 0,0 3-20 16,-1-4-35-16,-6 3-38 0,-1-1-172 0,-1 1-421 16,-4 1 188-16</inkml:trace>
  <inkml:trace contextRef="#ctx0" brushRef="#br0" timeOffset="-94956.08">17885 12619 170 0,'-14'4'204'0,"4"-1"-20"16,-2 1-17-16,5-3-13 0,1 3-9 16,6-4-7-16,-4 8-8 0,4-8-6 0,12 9-4 15,6-4-6-15,11 0-7 0,8-1-12 0,18 1-2 16,10-5-8-16,27 1 8 0,-26-4-8 0,30-2-6 0,-31 0-11 15,-1-2-2-15,25 0-7 0,-29 2-3 16,-4 0-8-16,-3 0-3 0,-17 1-7 0,-2 0-4 16,1 0-7-16,-6 3-13 0,-7 0-15 0,-2-1-17 15,-8 2-22-15,-2 0-29 0,1-1-23 0,-4 2-21 0,-1-1-21 16,-6 0-18-16,7 3-22 0,-7-3-152 0,0 0-351 16,0 0 156-16</inkml:trace>
  <inkml:trace contextRef="#ctx0" brushRef="#br0" timeOffset="-93993.65">17983 13000 71 0,'0'0'117'0,"0"0"-11"0,0 0-9 15,-19-9-10-15,19 9 4 0,0 0-4 0,-11-2-11 16,11 2 7-16,-9 0 0 0,9 0-10 0,-13 1 1 16,13-1 0-16,-10 0 6 0,10 0 2 0,0 0-2 15,-11-1-5-15,11 1-8 0,0 0 0 0,0 0-9 16,0 0-6-16,-11 0-4 0,11 0-6 0,0 0-6 16,0 0 0-16,0 0-3 0,0 0 0 0,0 0-2 15,33 1-7-15,-14-3 0 0,3 0-2 0,7-3 1 16,-2 3-6-16,5 2-3 0,-2-4 1 0,-1 0 1 15,-1 4-15-15,-6-2-16 0,-2 2-16 0,0 0-25 0,-3-1-27 16,-4 1-10-16,1 0-24 0,-4 0-24 16,-2-2-120-16,-8 2-281 0,12 0 126 0</inkml:trace>
  <inkml:trace contextRef="#ctx0" brushRef="#br0" timeOffset="-93516.09">18210 12930 93 0,'0'0'135'0,"0"0"-26"0,0 0 2 16,0 0-8-16,0 0-3 0,0 0 9 0,-9 13-19 16,5-6 6-16,2 5-3 0,-1 3-4 0,0 2-5 0,2 0-1 15,-3-2-2-15,3 5-1 0,-2 0-7 0,2-1-13 16,0-1-2-16,-2-1-4 0,2 0-4 0,1 1-8 15,-2-2 0-15,2-4-4 0,-1-1 8 16,2 0-4-16,-2 0-5 0,1-1-5 0,0-3 1 0,1 3-6 16,1-4-1-16,-2-6-3 0,2 11-2 0,-2-5-3 15,0-6-1-15,0 10 1 0,0-10-3 0,2 6 2 16,-2-6-5-16,0 0 0 0,1 8 0 0,-1-8-1 16,0 0-3-16,0 0-7 0,-7 5-6 15,7-5-8-15,-10 1-2 0,10-1-4 0,-15 0 3 0,7 0 0 16,8 0-2-16,-18 0-1 0,8 0-3 0,0 0 8 15,0-1-3-15,10 1 3 0,-16 0 1 0,9 0 8 16,7 0-6-16,-14-2 1 0,14 2 2 0,-11-2-1 16,11 2-1-16,-9 0 5 0,9 0-1 0,0 0-1 15,-11-1 1-15,11 1-1 0,0 0 1 0,0 0 2 16,0 0-1-16,0 0 5 0,0 0-4 0,0 0 7 16,0 0-5-16,27 3 5 0,-16-2-1 0,2-1 2 15,0 1-2-15,2-1 3 0,1 1-6 0,-1-1 3 16,-2 2-19-16,4 0-20 0,-4-1-22 0,3-1-7 15,-4 2-38-15,6-2-21 0,-5 0-22 0,1 0-97 16,-2-2-263-16,-1-1 116 0</inkml:trace>
  <inkml:trace contextRef="#ctx0" brushRef="#br0" timeOffset="-93236.97">18450 13166 38 0,'2'-8'184'16,"-2"8"-15"-16,0 0-3 0,0 0-4 0,0 0-11 16,0 0-9-16,0 0-3 0,4 28-9 0,-4-17-8 15,-1 1-8-15,-2 1-7 0,1 4-8 0,-1-2 6 16,1 2-5-16,-1 0-8 0,-1 0-7 0,2-1-11 16,-1-4-8-16,1 1-3 0,2-1-6 0,0-3-4 15,-2 1-5-15,4-3-2 0,-2 0-2 0,3 0-9 16,0-1-2-16,1-1-2 0,1 0-2 0,0-1-2 15,3-1 0-15,-1-1 0 0,1 0-6 0,4-1-10 16,0-1-21-16,0 0-31 0,-1-1-39 0,7-2-40 16,0-1-22-16,-1 1-44 0,1-1-32 0,-4 1-116 15,-5-4-361-15,7 2 160 0</inkml:trace>
  <inkml:trace contextRef="#ctx0" brushRef="#br0" timeOffset="-92728.42">18739 13399 108 0,'0'0'163'0,"0"10"-6"0,0-10 5 0,0 9-4 16,0-9-13-16,2 10-4 0,-2-10-8 0,-2 11-5 15,2-11-2-15,-3 8-6 0,3-8-3 0,0 0 1 16,1 9 7-16,-1-9 6 0,0 0 2 0,0 0 9 16,-2 6-5-16,2-6-11 0,0 0-13 0,0 0-7 15,0 0-11-15,0 0-7 0,0 0 6 0,-12-21-4 16,11 17-8-16,1 4-13 0,-1-16-5 0,1 6-7 15,1-3-3-15,2 1-10 0,-1-1-6 0,5-2-7 16,-2 0-14-16,3-2-4 0,0 4-4 0,0 4 2 16,1 0-10-16,1 0 8 0,0 2-7 0,2 0-3 15,-1 3-5-15,1 2-2 0,0 0 3 0,-1 4 2 16,-1 3-2-16,1 0 1 0,0 1 8 0,-1 1-8 16,-1 2 1-16,-3 1-2 0,1 0 0 0,-3 1-1 15,1 0 3-15,-4-1 3 0,1 2 0 0,0-2-2 16,-2 0 7-16,-2-1-1 0,0 1-2 0,1-4-4 15,1-6 3-15,-4 10 0 0,4-10 2 0,-1 6 2 16,1-6 2-16,0 0 2 0,0 0-1 0,0 0-1 16,0 0-5-16,0 0-3 0,0 0 1 0,0 0-6 15,0 0-4-15,0 0-3 0,-3-25-3 0,7 14-1 16,-4 1-4-16,7-5 0 0,0 4 4 0,-1 0-2 16,1 0 3-16,5 0-1 0,-4 2 3 0,0 4-2 15,-2-1 0-15,-1 3 1 0,3-1 2 0,-8 4-5 16,13-1 3-16,-13 1 0 0,14 4 2 0,-9 0 2 15,0 3 1-15,-2-1 0 0,2 2 2 0,-1 3 3 0,-1 0-9 16,-3-1-15-16,2 1-18 0,-4 0-30 16,2 0-24-16,0-1-35 0,-1-1-42 0,2 1-18 15,1-5-24-15,1 2-164 0,-3-7-416 0,8 8 184 16</inkml:trace>
  <inkml:trace contextRef="#ctx0" brushRef="#br0" timeOffset="-92378.99">19245 13294 170 0,'-6'-11'194'0,"3"5"-6"0,3 6 2 0,-9-5-10 16,2 4-13-16,7 1-6 0,-14 4-16 0,7 0-5 15,-1 3-4-15,-2 0-7 0,-3 4-5 16,3 2-10-16,1-1-10 0,-1 2-11 0,2 0-8 16,3-4-8-16,1 2-6 0,1-1-6 0,1 0-8 15,1-1-4-15,2-1-6 0,1-1-4 0,2-2-5 0,0 0-2 16,0-2-5-16,1-1-3 0,3 0-7 0,-8-3 0 15,12 3-6-15,-12-3-2 0,13-3 1 16,-5 0-2-16,-2-1-3 0,2-2 1 0,-3 1-1 0,-1-1-2 16,4-2 2-16,-3-2-1 0,-1 1 0 0,1 1-1 15,-3 2-1-15,2-2 3 0,-1 2-2 0,0 0 3 16,1 0-1-16,-4 6 5 0,5-9-7 16,-5 9-1-16,4-3-3 0,-4 3-3 0,0 0 1 15,0 0 3-15,0 0-1 0,13 7 1 0,-13-7-1 16,9 8-1-16,-5-3 0 0,0 1 1 0,-1 0 3 0,0 1-15 15,1-1-24-15,-2 0-26 0,1 0-42 0,1-1-52 16,-4-5-40-16,6 8-29 0,-2-5-171 0,-4-3-426 16,0 0 188-16</inkml:trace>
  <inkml:trace contextRef="#ctx0" brushRef="#br0" timeOffset="-92171.95">19395 13262 102 0,'0'0'227'0,"0"0"-5"0,9 1-10 0,-9-1-6 0,0 0-9 16,11 9-14-16,-5-2-12 0,-1 0-16 0,3 0-12 15,0 0-13-15,0 1-15 0,-1-1-12 0,0 1-8 16,0 0-11-16,3 0-21 0,-2 0-30 16,-1-1-31-16,-1-1-44 0,-1-1-31 0,1-2-37 15,0 2-22-15,-6-5-19 0,7 6-8 0,-7-6-12 0,5 3-97 16,-5-3-290-16,0 0 128 0</inkml:trace>
  <inkml:trace contextRef="#ctx0" brushRef="#br0" timeOffset="-92017.08">19534 13285 138 0,'0'0'185'0,"0"0"-17"0,0 0-8 0,0 0-3 16,-12 2-5-16,4 5-3 0,-1 0-11 0,-1 6-12 15,-1 2-5-15,-3-1-10 0,1 2-10 0,-5 4-3 16,4-5-17-16,-1-1-8 0,4 0-24 0,-4 1-32 15,5-2-39-15,-3-2-58 0,4-1-53 0,3-2-166 16,-1-5-323-16,3 1 144 0</inkml:trace>
  <inkml:trace contextRef="#ctx0" brushRef="#br0" timeOffset="-91790.27">20059 12931 1953 0,'9'-4'155'0,"-4"-1"-77"0,0 2-29 15,0 0-29-15,-5 3-9 0,8-5 2 0,-8 5 8 16,9-3 13-16,-9 3 2 0,10-3-1 0,-10 3-3 16,13 0-1-16,-4 0-3 0,1 0-2 0,0 2-7 15,1-1-35-15,-1 0-41 0,0 1-57 0,-1-2-58 16,-9 0-192-16,11 3-394 0,-6-3 175 0</inkml:trace>
  <inkml:trace contextRef="#ctx0" brushRef="#br0" timeOffset="-91633.42">20107 13071 30 0,'-6'8'206'0,"6"-8"2"0,-3 3 3 0,3-3-3 15,0 0-7-15,0 0-8 0,0 0-12 0,0 0-15 16,0 0-13-16,8 9-16 0,0-8-10 0,3-1-38 15,3-2-30-15,-1-1-45 0,6 1-58 0,-5 1-59 16,5-4-49-16,1-2-162 0,-1 0-341 0,3 0 151 16</inkml:trace>
  <inkml:trace contextRef="#ctx0" brushRef="#br0" timeOffset="-89900.86">22341 12345 39 0,'7'-10'194'0,"-2"2"-5"0,-3 2-7 15,1-1-21-15,-3 7-13 0,4-9-13 0,-2 4-10 16,-2 5-9-16,0-8-7 0,0 8-15 0,2-7-12 0,-2 7-12 15,0 0-5-15,0 0-7 0,0 0-4 0,0 0-5 16,-28 22-1-16,11-2-1 0,-2 0-4 0,1 5 1 16,0 1-6-16,-2 2 0 0,1 1-4 15,0 0-3-15,4 0-2 0,2-1 0 0,3-1-5 0,1-1-1 16,0-2 0-16,7-5-2 0,0-1-7 0,5-1 4 16,2-2-1-16,1 1-4 0,1-6 4 0,4 2-1 15,2-1-3-15,0-1 2 0,-2-3-1 0,5 0-1 16,0-2-3-16,1-2-1 0,-4 0 0 0,5-3 1 15,-6 0-1-15,2-2 0 0,-1 0-1 0,0-2-2 16,-2 0 19-16,-2-1-5 0,2-1-2 0,-5 1-2 16,-1-4 1-16,-1 4-5 0,-4-2-3 0,-1-3 1 15,-2 1-3-15,-1-1 0 0,-1 3-3 0,0 0-2 16,-5-3 1-16,0 6-1 0,-1-2 0 0,-1 2 2 16,-1 2-4-16,-2 2-2 0,-1 0 0 0,2 2 0 15,1 2-1-15,-1-1-6 0,4 3-19 0,0-1-17 16,-2 1-20-16,3 1-24 0,2 1-33 0,0-1-32 15,1 1-27-15,3-2-156 0,0 1-364 0,3-7 162 16</inkml:trace>
  <inkml:trace contextRef="#ctx0" brushRef="#br0" timeOffset="-89739.02">22478 12696 1388 0,'9'-7'70'0,"-3"0"-6"0,1 2 2 0,-2-1-18 16,-1 1-12-16,-4 5-1 0,5-9 7 0,-5 9-1 15,4-7-3-15,-4 7-3 0,4-5-6 0,-4 5-12 16,0 0-23-16,5-2-22 0,-5 2-26 0,0 0-42 16,0 0-30-16,0 0-31 0,0 0-84 0,14 7-260 15,-8-5 116-15</inkml:trace>
  <inkml:trace contextRef="#ctx0" brushRef="#br0" timeOffset="-89284.59">22727 12498 56 0,'0'-8'189'0,"0"8"-12"0,0 0-21 16,0 0-17-16,0 0-16 0,0 0-1 0,0 0-5 15,0 0-5-15,0 0-3 0,13 14-7 0,-10-3-2 16,2 0-7-16,1 0 3 0,2 5-5 0,2-4-3 16,0 4-5-16,0-3-6 0,2 1-1 0,-1-1-4 15,2-1-4-15,1-2-6 0,-2 1-8 0,-2-3-3 16,-4 1-6-16,3-1-2 0,-2-1-4 0,-1 0 3 15,-2-2-12-15,1 2-4 0,-1-1 2 0,-4 0-5 16,0-6 1-16,-4 13-3 0,-2-9-1 0,-3 2-2 0,-3 0-1 16,-3-1-3-16,-1-1 0 0,-3-1-4 15,1 1 0-15,4-4 1 0,2 0-12 0,-1-2 0 16,3-2-4-16,2 3-1 0,-2-4-5 0,3 1 2 16,2-3-3-16,4 0-5 0,1-4-4 0,3-2-2 0,4-2 0 15,5-1 0-15,-1-1 3 0,6-4-1 16,-1-1 2-16,1 4 0 0,-5 1 6 0,8-2 0 15,2-3 0-15,-1 6 0 0,-4 2 13 0,-3 3-6 16,-2-2-2-16,-4 7 6 0,1-4-2 0,-2-1 1 16,-3 2 3-16,-2 4-4 0,1-2 0 0,-3 7 6 15,-3-13-4-15,3 13-1 0,-9-9 2 0,5 4-2 16,-2 4-2-16,-7-2-2 0,4 2 0 0,-1 1 2 16,-3 4 0-16,3-2-2 0,-1 3 2 0,-1 1 2 15,-1 3-1-15,-2 2 2 0,6-1-17 0,0 3-28 0,-2 1-25 16,6-3-54-16,-2 2-35 0,1 2-181 0,-1-3-371 15,2-1 164-15</inkml:trace>
  <inkml:trace contextRef="#ctx0" brushRef="#br0" timeOffset="-88848.88">22095 13029 200 0,'0'0'241'0,"-8"1"-14"16,8-1-22-16,0 0-17 0,0 0-19 0,0 0-13 0,0 0-11 15,29 3-11-15,2-2-10 0,5 4-13 16,23-7-10-16,6-1-7 0,32 3-10 0,-5-4-8 0,5-1-13 16,-2-3-2-16,-3 2-1 0,-2-2-3 15,-27 3-11-15,28 0-5 0,-29 1-4 0,0 3-6 0,-9 0-4 16,2-1 0-16,-19 2-4 0,-4 0-3 0,-1 0-4 15,-10 0-4-15,0 1-6 0,-4 0-9 0,-4 1-6 16,0-1-7-16,-2 2-10 0,-3-2-10 0,-1 0-21 16,-7-1-19-16,10 3-11 0,-10-3-23 0,9 2-12 15,-9-2-19-15,0 0-47 0,4 5-131 0,-4-5-345 16,0 0 153-16</inkml:trace>
  <inkml:trace contextRef="#ctx0" brushRef="#br0" timeOffset="-86417.93">22475 13418 32 0,'0'0'55'0,"0"0"-5"0,4-4-4 16,-4 4-5-16,0 0 2 0,0 0-7 0,0 0-6 16,0 0-3-16,0 0 2 0,0 0-4 15,0 0 2-15,0 0 3 0,0 0-1 0,0 0 0 16,0 0 0-16,0 0 4 0,0 0 2 0,0 0 3 0,0 0-3 16,0 0 3-16,0 0 9 0,0 0-14 0,0 0 11 15,0 0 1-15,0 0-5 0,0 0 0 16,0 0 5-16,0 0-1 0,0 0 4 0,0 0-6 15,0 0-2-15,0 0-1 0,0 0-7 0,0 0-5 16,0 0-1-16,2-10-3 0,-2 10 4 0,0 0-1 0,1-6 0 16,-1 6-2-16,0 0 3 0,4-11-1 0,-4 11 0 15,2-8 1-15,-2 8 4 0,3-7 3 0,-3 7 6 16,1-7 2-16,-1 7 0 0,1-7 0 16,-1 7-1-16,0 0-5 0,2-11 1 0,-2 11 2 0,0-7-4 15,0 7 1-15,0 0 0 0,0 0 1 0,1-9 0 16,-1 9-2-16,0 0-3 0,0 0-6 0,0 0-5 15,0 0-2-15,0 0-2 0,0 0-7 16,0 0 2-16,0 0-2 0,0 0-3 0,0 0 0 0,0 0 2 16,0 24-1-16,-1-13 1 0,1 0-3 0,0 1-3 15,-2 4 4-15,2 0 1 0,-1 0-4 0,0-3 2 16,2-1 1-16,-1 5-1 0,1-6-2 0,-1 0-1 16,3 0 2-16,-1 0-4 0,1-1 3 15,1-2 2-15,-2 1 0 0,4 0 6 0,-3-4-7 0,1 0 1 16,1-1 2-16,3 0-3 0,-2 0 6 0,-1-2-3 15,6 1-1-15,-11-3 0 0,16 0-2 0,-5-1 1 16,-1-3 6-16,-3 2-4 0,2-4 1 0,0 1 6 16,-1-1-4-16,0-1 0 0,-1-1-1 15,0 0 3-15,-1-1 0 0,0 0 1 0,-2-1 4 0,1 0-3 16,-1 1 4-16,0-1 0 0,0 1-2 0,1 0 1 16,-2 3-2-16,-2 1 3 0,-1 5 3 0,4-10-6 15,-4 10-4-15,0 0-5 0,2-7 0 0,-2 7-2 16,0 0 3-16,0 0 0 0,0 0 1 15,0 0-1-15,0 26 4 0,2-15-2 0,-4 1 5 0,1 0 1 16,1 5 6-16,-3-1-5 0,1-2 1 0,2-3 0 16,0 2-2-16,0 4 1 0,0-6-2 0,0 1-2 15,-1-1-1-15,1 0-3 0,0 0 0 0,0-1 0 16,0 1-1-16,-2-2-1 0,2 2-5 0,0-2-12 16,2-1-25-16,-2-8-25 0,0 16-26 0,0-16-26 15,-3 13-16-15,3-13-41 0,3 13-22 0,-3-13-18 16,1 8-143-16,-1-8-380 0,0 0 168 0</inkml:trace>
  <inkml:trace contextRef="#ctx0" brushRef="#br0" timeOffset="-86143.24">22918 13511 126 0,'0'0'169'0,"7"-7"-9"0,-7 7-10 16,0 0-9-16,0 0-5 0,0 0-13 0,9 15-8 15,-8-8-6-15,3 2-4 0,-1 0-18 0,1 1-5 16,-2 2-9-16,4-1 2 0,2 2-9 0,-4-2-5 16,3 3-6-16,-2-4-2 0,1 1-8 0,2-1 1 15,-2-2-5-15,1 0-3 0,-4 1-3 0,3-1-5 16,-1-2-3-16,0 0-2 0,-3 0-3 0,1-2-2 16,-3-4-1-16,4 10 0 0,-4-10 0 0,2 6 0 15,-2-6-4-15,0 0-7 0,0 0-17 0,0 0-19 16,-13 9-26-16,13-9-13 0,0 0-26 0,-16-3-17 15,16 3-17-15,0 0-10 0,-21-9-5 0,16 4-117 16,-2-3-278-16,-1-1 123 0</inkml:trace>
  <inkml:trace contextRef="#ctx0" brushRef="#br0" timeOffset="-86004.92">22923 13566 81 0,'2'-21'90'0,"1"12"-2"0,2 1 10 16,-5 8-5-16,8-12 6 0,-2 5-7 0,2 2-2 15,1-1-6-15,1 0-4 0,8 0-6 0,-2 0-4 16,5 1-8-16,-3 3-11 0,1-3-12 0,1 3-19 15,-2-1-14-15,3 2-32 0,-1 0-20 0,-2-1-16 16,0 2-16-16,0 3-16 0,-4-3-59 0,-3 2-164 16,0 0 74-16</inkml:trace>
  <inkml:trace contextRef="#ctx0" brushRef="#br0" timeOffset="-85540.63">23346 13564 19 0,'0'4'132'0,"0"-4"-13"15,4 8 2-15,-4-8 4 0,1 10-6 0,-1-10-6 16,1 8 0-16,-1-8 3 0,0 0 6 0,0 0-4 16,-1 8 13-16,1-8 0 0,0 0 1 0,0 0-6 15,0 0-5-15,0 0-9 0,0 0-12 0,0 0 0 16,0 0-9-16,0 0-4 0,0 0-11 0,0 0-6 16,-17-17-7-16,16 11-4 0,1 6-7 0,-1-13-4 15,2 2-8-15,3 3-2 0,-3-3-3 0,2 1-6 16,2 1-1-16,0 1-6 0,1-1-2 0,3 1-3 15,-1 1-2-15,-2 3-5 0,6 0 1 0,-7 3-3 16,-5 1-3-16,15 1-3 0,-7 1 3 0,3 1 0 16,-3 1-3-16,-1 1 2 0,0 1-1 0,-1-1-3 15,0 4 1-15,-4-3 2 0,1 1-4 0,-1 0 2 16,1-2 1-16,-3-5 1 0,1 14-1 0,-1-14-3 16,0 8 2-16,0-8 3 0,2 8 1 0,-2-8-2 15,0 0 2-15,1 7 4 0,-1-7 1 0,0 0-1 16,0 0-3-16,0 0 0 0,0 0 0 0,0 0-1 15,0 0-2-15,0 0-2 0,10-18 0 0,-10 18 0 16,8-14-3-16,-6 8 3 0,5-1-1 0,-2 0-1 16,1 2 0-16,-1 0-1 0,2 1-1 0,-2-1-2 15,-5 5 2-15,9-4-2 0,-9 4-3 0,10 1 1 16,-10-1 3-16,7 6-2 0,-4 0 3 0,1 1-1 16,-1 2-2-16,-2 0 2 0,-1 2-7 0,0 1-25 15,-1 0-26-15,-1-1-42 0,0-2-56 0,2-9-38 16,-2 20-41-16,0-10-133 0,2-10-402 0,0 13 179 15</inkml:trace>
  <inkml:trace contextRef="#ctx0" brushRef="#br0" timeOffset="-85212.15">23711 13626 100 0,'8'-3'231'0,"-8"3"-6"0,0 0-7 15,4-5-8-15,-4 5-16 0,0 0-5 0,0 0-15 16,0 0-9-16,0 0-10 0,0 0-2 0,0 0 0 15,0 0-1-15,0 0-1 0,0 0-16 0,0 0-18 16,0 0-3-16,1-13-10 0,-1 13-7 0,0 0-12 16,-1-15-12-16,1 15-1 0,1-11-7 0,2 1-5 15,-2 1-8-15,3-1-5 0,-1 1-9 0,1-2-4 16,3 2 0-16,1-1-6 0,3-4 2 0,0 2-8 16,1 0 0-16,-1 3-2 0,-2 1-6 0,2 1-5 15,-1-1-2-15,-2 6 0 0,-2-1-6 0,2 1 1 16,-8 2 4-16,17 5-1 0,-9-3-2 0,1 7 2 15,-1-3-5-15,-3 4-1 0,0-1 2 0,-2 1-1 16,-1 2-1-16,2 2 5 0,-3-3-2 0,2 4-1 0,-3-2-4 16,1-3-19-16,-2 3-24 0,-2-1-37 15,2-2-28-15,0 0-35 0,-2 0-43 0,3-10-39 16,-1 14-33-16,0-9-189 0,1-5-486 0,0 0 215 16</inkml:trace>
  <inkml:trace contextRef="#ctx0" brushRef="#br0" timeOffset="-85054.93">23857 13534 168 0,'0'-8'211'0,"0"8"-8"0,2-7-13 0,-2 7-19 16,3-5-14-16,-3 5-19 0,8-3-14 0,-8 3-13 16,19-6-26-16,-8 2-44 0,7 0-52 0,7-4-50 15,3 0-67-15,-3 0-106 0,5-2-252 0,2 2 111 16</inkml:trace>
  <inkml:trace contextRef="#ctx0" brushRef="#br0" timeOffset="-84884.44">24458 13082 199 0,'0'0'232'15,"11"-11"-17"-15,-6 7-18 0,-5 4-23 0,12-8-18 16,-2 7-15-16,-10 1-13 0,23-4-33 0,-10 4-42 15,-13 0-46-15,25 3-40 0,-5-2-30 0,-2 1-33 16,-8 0-26-16,0 3-93 0,-1 1-230 0,-9-6 101 16</inkml:trace>
  <inkml:trace contextRef="#ctx0" brushRef="#br0" timeOffset="-84755.88">24570 13166 53 0,'-6'3'135'0,"6"-3"3"0,-10 7-4 15,10-7 0-15,-7 7-15 0,7-7 1 0,-4 8-11 16,4-8-7-16,0 0-7 0,0 0-3 0,0 0-6 15,7 16-13-15,-7-16-1 0,14 4-20 0,-4-3-35 16,0 1-42-16,8-2-57 0,1-2-156 0,-2 1-257 0,5-3 114 16</inkml:trace>
  <inkml:trace contextRef="#ctx0" brushRef="#br0" timeOffset="-83568.69">25661 12665 7 0,'2'-11'185'0,"-2"11"-11"0,1-9-6 0,-1 9-5 16,1-8-10-16,-1 8-10 0,0 0-16 0,0 0-12 15,0 0-16-15,0 0-4 0,0 0-13 0,0 0-8 16,0 0 2-16,0 0-3 0,8 23-5 0,-6-11-3 16,-4 6 6-16,2-1-5 0,0 1-1 0,0 0-4 15,-2 1-6-15,-1 0-5 0,3-2-5 0,3-1-3 16,-6 0 1-16,3 0-4 0,0-4-3 0,0 2-4 15,0-3-1-15,0 0-5 0,0 2 4 0,3-3-13 16,-6-3 2-16,6 0 2 0,-3-7-9 0,-3 16 6 16,3-10-4-16,0-6-3 0,0 11-1 0,0-11-2 15,0 9-14-15,0-9-14 0,0 8-21 0,0-8-19 16,0 0-24-16,0 0-24 0,0 0-20 0,0 9-12 16,0-9-17-16,0 0-8 0,0 0-132 0,0 0-322 15,0 0 143-15</inkml:trace>
  <inkml:trace contextRef="#ctx0" brushRef="#br0" timeOffset="-83260.59">25922 12769 126 0,'5'-4'179'0,"-3"-1"-4"16,-2 5-13-16,4-7-14 0,-4 7-15 0,2-7-16 16,-2 7-13-16,0 0-10 0,0 0-9 0,0 0 0 15,0 0-8-15,0 0-4 0,7 19-4 0,-7-19-10 16,0 17-4-16,0-5-3 0,2-2-6 0,-2 1 7 15,5 2-11-15,-2-2 0 0,3 0-4 0,-2 0-5 16,5 3 4-16,-1-3-1 0,2 1-4 0,-3-2-2 16,2-1-2-16,1 1 0 0,0-4-2 0,-3 2-4 0,2 1-2 15,-2-5 1-15,-2 1-5 0,-1-1 1 16,2-1-1-16,-6-3-1 0,4 7-3 0,-4-7 3 16,4 6-5-16,-4-6 6 0,0 0-6 0,-12 10 2 15,5-8-9-15,-4 1-6 0,-2-1-17 0,-3 0-15 0,-2-2-11 16,0 2-13-16,4-1-34 0,1-2-3 15,-1-1-13-15,1-1-17 0,-1-1-10 0,4 1-8 16,1-2-17-16,-1-1-80 0,6-2-259 0,-3 1 115 16</inkml:trace>
  <inkml:trace contextRef="#ctx0" brushRef="#br0" timeOffset="-83153.56">25973 12775 10 0,'14'-7'79'0,"2"4"-6"0,2-2-6 16,1 1-3-16,0 2-4 0,1-2-17 0,0 3-26 15,0-2-23-15,3 3-63 0,-5-2-73 0,5 1 34 0</inkml:trace>
  <inkml:trace contextRef="#ctx0" brushRef="#br0" timeOffset="-82918.25">26450 12605 187 0,'2'-6'206'0,"-2"6"-5"0,4-7-13 0,-4 7-19 15,3-6-19-15,-3 6-18 0,0 0-12 16,0 0 4-16,0 0 1 0,0 25 0 0,-3-12-3 16,1 4-1-16,-2 2-3 0,0 0-9 0,-1 0-7 0,-2 5-12 15,2-5-6-15,3 0-9 0,-2 0-7 16,0-2-6-16,1 1-2 0,1 0-9 0,0-4-1 0,0-1-16 16,2 3-18-16,-5 0-32 0,7-3-42 15,-2-3-40-15,3 3-39 0,1-4-26 0,1 2-39 16,1-3-168-16,-1-1-399 0,1 0 177 0</inkml:trace>
  <inkml:trace contextRef="#ctx0" brushRef="#br0" timeOffset="-82511.01">26657 12941 143 0,'6'-4'166'15,"-6"4"5"-15,0 0-7 0,13 2-1 0,-13-2-5 16,12 1-6-16,-1 0-11 0,2-1-11 0,-1 2-8 15,1 0-8-15,6-4-10 0,-2 2-11 0,4 0-6 16,-3 0-8-16,-3 0-3 0,3-3-12 0,-7 2-3 16,2-3-2-16,-1 0-7 0,-1 3 0 0,-1-3-4 15,-1-3 0-15,-3 2-1 0,0 0-3 0,-3-4-6 16,-1 0-4-16,-2-1-3 0,0 0-2 0,-2-2-4 16,0 0-3-16,1 1-2 0,-3-2 16 0,0-2-6 15,2-1-1-15,0 1-3 0,1-2-1 0,-1 0-4 16,4 5-3-16,3-4-4 0,-1 1 0 0,1 4-2 15,4 1-3-15,0 0 0 0,0 3 0 0,2 0-3 16,2 2 1-16,0 2-4 0,1 3 0 0,-1 0 1 16,2 3-6-16,-2 4 2 0,3 2-2 0,-3 1 2 15,-2 3 3-15,1 1-3 0,-3 1 2 0,-1 1 4 16,-2-1 10-16,-2 1-2 0,0-2 1 0,-4-2-2 16,0 4 3-16,0-3-2 0,-2-3 4 0,2 0-1 15,2 1-6-15,-6-1 0 0,1 0 1 0,2-3 0 16,1 0-2-16,0-7-6 0,1 12-20 0,2-4-18 15,1-2-24-15,3-1-32 0,-7-5-50 0,20 8-32 16,-9-6-43-16,2-1-199 0,1 0-447 0,5 1 199 16</inkml:trace>
  <inkml:trace contextRef="#ctx0" brushRef="#br0" timeOffset="-82370.55">27371 12827 157 0,'0'-9'156'15,"0"9"-13"-15,0 0-14 0,0 0-17 0,0 0-11 16,0 0-17-16,0 0-41 0,0 0-48 0,0 0-59 16,0 0-79-16,0 0-155 0,0 0 69 0</inkml:trace>
  <inkml:trace contextRef="#ctx0" brushRef="#br0" timeOffset="-81869.55">25615 13325 143 0,'0'0'215'0,"0"0"-5"16,0 0-13-16,27 2-10 0,6-2 2 0,19-2-17 16,8 0-16-16,5-2-19 0,37 2-11 0,-4-3-10 15,3-3-13-15,-4 0-10 0,7 0-11 0,1 2-7 16,1-1-24-16,-3 1-22 0,-7 1-23 0,-1 1-18 15,-35 2-25-15,5-3-26 0,-2 1-19 0,-2 2-15 16,-5-5-14-16,-6 2-12 0,-10 3-2 0,-2-1-6 16,-5 1-12-16,1 0-85 0,-7 2-246 0,-6-4 110 15</inkml:trace>
  <inkml:trace contextRef="#ctx0" brushRef="#br0" timeOffset="-81698.99">27593 13120 22 0,'0'0'-4'0,"0"0"-4"0,0 0 2 0</inkml:trace>
  <inkml:trace contextRef="#ctx0" brushRef="#br0" timeOffset="117949.31">27227 5268 10 0,'0'0'57'0,"0"0"-3"0,0 0-7 0,0 0-7 15,0 0-4-15,0 0-2 0,0 0-3 0,0 0-1 0,0 0-9 16,0 0 0-16,0 0 0 0,0 0 4 0,0 0-13 16,0 0 1-16,0 0 2 0,0 0-4 0,0 0 6 15,0 0-9-15,0 0 1 0,0 0 2 0,0 0-1 16,0 0-4-16,0 0-4 0,0 0 5 0,0 0-3 16,0 0-5-16,0 0 4 0,0 0-2 0,0 0 2 15,0 0 1-15,0 0-6 0,0 0 6 0,0 0-1 16,0 0 1-16,0 0-1 0,0 0-6 0,0 0 5 15,0 0-1-15,0 0 1 0,0 0-2 0,0 0 4 16,0 0-2-16,-27 0 7 0,27 0-3 0,-13 1-2 16,6-1-3-16,-4-1-2 0,0 1 0 0,2 0 6 15,9 0 3-15,-21 0 1 0,11-2 2 0,-2 2 2 16,3 0 7-16,-3 0-6 0,3 0 12 0,9 0-3 16,-15 0-2-16,15 0 3 0,-10 0 3 0,10 0-11 15,-8-2 17-15,8 2-11 0,0 0 2 0,-9-1-6 16,9 1-3-16,0 0 4 0,0 0 4 0,0 0-1 15,0 0-2-15,0 0-2 0,0 0-1 0,0 0 4 16,-12 0-13-16,12 0 2 0,0 0 0 0,0 0 6 16,0 0 8-16,27 7-16 0,-9-4 18 0,10 1 10 15,3-2-3-15,5 2-9 0,18 1 12 0,5-1-2 16,3 3-2-16,4-2-9 0,30 3 7 0,-29-3-10 16,31 2 5-16,-7 3-6 0,-27-4-2 0,2-3-5 0,24 7 7 15,-28-6-8-15,-3 0 1 0,4 1 2 16,-5 1 5-16,-2-2-4 0,-4 2 2 0,-17-2-2 15,0-1-2-15,-3 1-3 0,-4 2 0 0,-6-3-4 16,-3 0 4-16,0-2-5 0,-6 0 7 0,0 1-5 16,-4-2 1-16,0 0 1 0,-1 1-2 0,-8-1 10 0,10 3-1 15,-10-3-1-15,10-2 5 0,-10 2 0 16,0 0 2-16,7 0-5 0,-7 0-1 0,0 0 0 16,0 0-12-16,0 0-13 0,0 0-18 0,10 0-25 15,-10 0-23-15,0 0-30 0,0 0-31 0,0 0-113 0,0 0-269 16,0 0 119-16</inkml:trace>
  <inkml:trace contextRef="#ctx0" brushRef="#br0" timeOffset="118527.52">28468 5074 40 0,'0'0'149'0,"0"-14"-6"0,0 7-13 16,2-3-3-16,-1 4-4 0,-1 6-3 0,3-9-7 15,-3 9-12-15,0-9-11 0,0 9-12 16,0 0-7-16,3-7-8 0,-3 7-7 0,0 0-8 0,0 0-10 15,0 0-7-15,0 0 2 0,0 0-5 0,0 0 1 16,10 22-7-16,-8-6-1 0,1 4-7 0,-2 6 5 16,-1 2-7-16,0 5 2 0,-1 1-2 0,1-2 1 15,0 2 2-15,-1 1 3 0,1 1-4 0,1-5 3 16,-2-1-6-16,1 4 5 0,1-4 4 0,0 0-1 16,2-3 3-16,-2 1-3 0,0-5-2 0,3 3-1 15,-1-8-4-15,-1-2 3 0,0 3 0 0,-1-4-5 16,3 2 2-16,-3-6-4 0,-1-1 2 0,1 2-1 15,1-6 1-15,-1 4-3 0,0-3 1 16,-1-7-3-16,1 14 4 0,-1-9-8 0,0-5-8 0,0 0-10 16,-1 13 3-16,1-13-4 0,0 0-16 0,0 0-18 15,0 0-31-15,0 0-59 0,0 0-143 0,0 0-308 16,0 0 137-16</inkml:trace>
  <inkml:trace contextRef="#ctx0" brushRef="#br0" timeOffset="119019.27">28560 5033 56 0,'-3'-8'117'0,"3"8"-12"16,0 0-19-16,-4-7-8 0,4 7-8 15,0 0-14-15,0 0-8 0,0 0 1 0,0 0-18 16,0 0-4-16,0 0 18 0,0 0-5 0,22 16 2 0,-12-8 6 16,4 3 1-16,2 1 0 0,2 0-4 0,0 0 1 15,6 2-10-15,1 1 8 0,1-2 1 16,-7 1-7-16,6 1-2 0,2-2-3 0,-2 1 1 16,-1 0-2-16,-1-2-4 0,-5-2-1 0,1 2-6 15,-1-1 2-15,5 0-4 0,-8 1 2 0,3-2-3 0,-1 3-2 16,-2-3-9-16,-2-2-7 0,0-1 15 0,-4 0-2 15,-1 0 0-15,3-1-2 0,-5 0-5 0,1-1-3 16,-2-2 2-16,1-1 1 0,-6-2 1 16,9 6 0-16,-5-2 1 0,-4-4-1 0,5 2-6 15,-5-2 4-15,0 0-5 0,5 5 5 0,-5-5 0 0,0 0-1 16,0 0-1-16,2 6-1 0,-2-6-7 0,0 0 2 16,0 0 4-16,-15 10-1 0,5-7 5 15,-8 6 0-15,-7 0-6 0,-3 3 2 0,0 3 1 16,-4 1 8-16,0 0-5 0,-15 7 2 0,14-6-2 0,-11 6 3 15,0 2-5-15,8-8 1 0,-7 5-3 0,10-3 3 16,1 0 2-16,1-2-1 0,3 2 1 0,0-2-14 16,1-1-24-16,4-1-24 0,5-5-23 0,3 3-31 15,-2-1-137-15,3-2-265 0,4-2 118 0</inkml:trace>
  <inkml:trace contextRef="#ctx0" brushRef="#br0" timeOffset="119378.12">29255 5079 42 0,'0'-9'168'0,"0"9"-16"16,0 0-11-16,1-7-24 0,-1 7-3 0,0 0-23 15,0 0-7-15,0 0-10 0,0 0-13 0,0 0-10 16,0 0 5-16,-4 25-4 0,1 1-8 0,-1 2-3 16,-3 0-4-16,0 4 0 0,-1 3 0 0,-2 10-3 15,1-10 1-15,2 1-3 0,-2-3-1 0,2 2-8 16,-1-1 1-16,2-2-3 0,2-3 1 0,-1 0-6 15,0 0 7-15,3 1-8 0,-4-3-20 0,5-3-26 16,-2-6-29-16,2 0-20 0,0-1-14 0,-2 0-22 16,1-1-100-16,-2-1-232 0,1-4 104 0</inkml:trace>
  <inkml:trace contextRef="#ctx0" brushRef="#br0" timeOffset="119769.38">29277 5431 42 0,'0'0'121'0,"0"0"6"16,44 3-6-16,-5 1-1 0,22 2-7 16,41 3-5-16,4-1-2 0,8 1-15 0,4 1-3 0,3-1-9 15,-4 1-7-15,-2-4-4 0,-8 0-5 0,-6 2-6 16,-5-2-5-16,-34-3-4 0,0 1 1 16,-5-3-7-16,1-1-3 0,-7 0-1 0,-12-1-3 0,13 0-1 15,-20-1 0-15,-2 1-1 0,-8 0 4 0,-2-1 2 16,-2 1 2-16,1-2-1 0,-7 3 5 0,-1 0 0 15,-4-2-3-15,-7 2-2 0,9 0 0 0,-9 0-5 16,10 0-5-16,-10 0-3 0,0 0-16 0,9-1-21 16,-9 1-34-16,0 0-36 0,0 0-35 0,0 0-67 15,0 0-122-15,0 0-329 0,0 0 146 0</inkml:trace>
  <inkml:trace contextRef="#ctx0" brushRef="#br0" timeOffset="119937.15">31312 5650 128 0,'0'0'151'0,"3"-8"-36"16,-3 8-36-16,0 0-62 0,-1-8-65 0,1 8-26 15,0 0-80-15,-14-13 35 0</inkml:trace>
  <inkml:trace contextRef="#ctx0" brushRef="#br0" timeOffset="132651.26">26975 6655 12 0,'-10'0'95'0,"0"0"-3"0,10 0 3 0,-15 0-12 16,15 0-10-16,-10 0-11 0,10 0-6 0,0 0-1 15,-7 1-4-15,7-1-7 0,0 0-7 0,0 0-7 16,0 0 6-16,23 7-8 0,0-3 4 0,6-1 3 16,24 1 4-16,4-2-3 0,6-1-4 0,31-1-8 15,-4-3 0-15,-25 3 14 0,34-4-10 0,-5 4 0 16,-30-1-2-16,28-4 5 0,-31 4-8 0,30 1 8 0,-32 0-11 16,1-2 8-16,0 2-9 0,-4-1-2 15,-2 4-6-15,-16-2 1 0,3-1-3 0,-3 1-1 16,-2 1 2-16,-2 0 1 0,-2-1 1 0,-1-1-6 0,-8 2-1 15,-5 0 6-15,1-2-15 0,-4 2 15 0,-2-2-9 16,-5 1-8-16,-3 0 0 0,-5-1-5 0,14 1-2 16,-14-1-20-16,9 1-5 0,-9-1-15 15,0 0-18-15,9-1-11 0,-9 1-19 0,0 0-74 0,0 0-191 16,0 0 85-16</inkml:trace>
  <inkml:trace contextRef="#ctx0" brushRef="#br0" timeOffset="133046.21">28711 6207 20 0,'1'-15'115'0,"-1"1"-6"0,0 5 4 15,0-3-1-15,0 6 10 0,0 6-6 0,-1-13-2 16,1 13-9-16,0-10-21 0,0 10-4 0,-2-10-4 16,2 10-12-16,0 0-14 0,0 0 1 0,0 0-10 15,0 0-8-15,0 0 0 0,0 0-4 0,10 31-12 16,-7-12 8-16,0 6-3 0,-2 3 2 0,-1 2-6 16,0 5 8-16,-3 0 5 0,-1 1 3 0,-2 9 1 15,1 3 3-15,2-12-6 0,-3-3-4 0,1 2 0 16,-3 0-1-16,2-2-4 0,2 1 3 0,0-3-6 15,2 2 1-15,-4-3-3 0,3-2-4 0,1 3 1 16,2-5 1-16,2 3 2 0,-1-4-7 0,-1 1-1 16,1-9 2-16,2-2-2 0,-3 3-3 0,1-1-10 15,2-6-19-15,-3 2-23 0,2-1-18 0,0 1-35 16,1-4-10-16,-3 0-15 0,2-1-19 0,-2 2-104 16,0-10-265-16,0 11 119 0</inkml:trace>
  <inkml:trace contextRef="#ctx0" brushRef="#br0" timeOffset="133476.2">29015 6454 90 0,'-3'-10'136'16,"2"4"-8"-16,1 6-9 0,1-11-3 0,-1 11 5 0,0-9-4 16,0 9-3-16,0 0-5 0,1-10-9 0,-1 10-4 15,0 0-13-15,4-6-14 0,-4 6-3 16,0 0-9-16,0 0-8 0,0 0-9 0,0 0-4 15,0 0-8-15,0 0-4 0,0 0-1 0,0 0 1 0,-5 27-4 16,0-10 5-16,-1 7 4 0,-3 1 7 0,0 3 0 16,-2 2-2-16,3-2-4 0,-4-1-3 15,4 1 3-15,-1-1-3 0,2-10-5 0,2 2-3 16,0 1 0-16,1-4-2 0,0 0 0 0,0 0 1 0,-2-1-3 16,5 0 3-16,-3 1-5 0,1-5-1 0,0 3-3 15,1 1 3-15,2-3-2 0,0-3-22 0,-1 3-29 16,-2-3-25-16,2-1-23 0,1-1-19 15,0-7-20-15,0 14-13 0,0-14-136 0,0 0-298 0,4 8 132 16</inkml:trace>
  <inkml:trace contextRef="#ctx0" brushRef="#br0" timeOffset="133863.34">29031 6670 14 0,'0'0'123'0,"0"0"-1"0,0 0-12 0,0 0-14 16,0 0-6-16,0 0-11 0,0 0-15 0,0 0 3 15,46-3-3-15,-10 3 5 0,20 0-2 0,7 0-9 16,28-3 3-16,2 2-4 0,0-1-5 0,5 0-4 15,-5-1-4-15,1 2 2 0,3 2-5 0,0-2-1 16,-1 1-8-16,-4-1-4 0,-25 2 2 0,25-2-1 16,-26 1-3-16,-3 0 7 0,1 2-1 0,-8-2 0 15,0 1-8-15,-5 1-1 0,-15-2-1 0,-1 2-3 16,-5-3-2-16,-12 4 1 0,0-3-6 0,-5 0-2 16,-4 0 1-16,-1 0 0 0,-8 0 5 0,11 1-6 15,-11-1 4-15,10-1 0 0,-10 1-5 0,0 0 1 16,11 0 0-16,-11 0 2 0,0 0-10 0,0 0-14 15,0 0-33-15,0 0-28 0,0 0-33 0,0 0-46 16,0 0-103-16,0 0-277 0,0 0 122 0</inkml:trace>
  <inkml:trace contextRef="#ctx0" brushRef="#br0" timeOffset="134773.31">28047 6412 134 0,'0'0'131'0,"0"0"-5"15,0 0-8-15,0 0-5 0,0 0-6 0,0 0-9 16,0 0-4-16,0 0-9 0,0 0-2 16,0 0-7-16,0 0-6 0,0 0-2 0,0 0-8 0,0 0-5 15,0 0-4-15,0 0-7 0,0 0-3 0,0 0-7 16,0 0-3-16,0 0-6 0,0 0 0 0,4-6-8 15,-4 6 0-15,14 0 0 0,0 0-3 0,5-4-1 16,4 4 5-16,6-3-12 0,4 3-15 0,-5-3-31 16,3 2-12-16,-3-1-21 0,-6 2-20 0,-3-1-15 15,-5 2-17-15,-3-2-88 0,-2 0-229 0,1 1 103 16</inkml:trace>
  <inkml:trace contextRef="#ctx0" brushRef="#br0" timeOffset="135003.29">28247 6264 30 0,'0'0'172'0,"-5"-5"-9"0,5 5-10 16,0 0-13-16,0 0-19 0,0 0-10 0,0 0-17 16,0 0-5-16,0 0-13 0,0 0 10 0,0 0-31 15,0 0-4-15,0 0-6 0,-11 11-5 16,11-11-5-16,-2 16 1 0,-3-5-3 0,3 2-6 0,2-2 4 15,-1 6-1-15,0-1-8 0,0 2-15 0,2 1-36 16,-2-2-20-16,2 0-25 0,-1 2-24 0,1 1-30 16,-1-2-84-16,1-3-229 0,1 1 102 0</inkml:trace>
  <inkml:trace contextRef="#ctx0" brushRef="#br0" timeOffset="135330.57">29582 6423 167 0,'0'0'212'16,"0"0"-13"-16,0 0-13 0,4-5-17 0,-4 5-16 0,0 0-18 16,0 0-13-16,0 0-15 0,0 0-20 15,0 0-47-15,12-2-48 0,-1 1-39 0,18-2-39 16,2 0-154-16,2 0-259 0,6-1 115 0</inkml:trace>
  <inkml:trace contextRef="#ctx0" brushRef="#br0" timeOffset="140219.37">27566 8028 33 0,'0'0'51'0,"0"0"-12"0,0 0-2 16,0 0 0-16,0 0-3 0,0 0-1 0,0 0-7 16,0 0 0-16,0 0-2 0,0 0 3 0,0 0-6 15,0 0-12-15,0 0 8 0,0 0-9 0,0 0 6 16,0 0 0-16,-25 5 0 0,18-3-5 0,-5-2 1 16,2 3-2-16,-3 0-4 0,2-2 7 0,-5 2-9 15,5-1 3-15,-6 1 3 0,3-1-7 16,-5 0 3-16,-1 1 5 0,2 1-10 0,-2-2 3 15,4 0 3-15,-4 0 0 0,7-1 3 0,-1 2 5 0,3-1 7 16,-1-1-2-16,5-1 5 0,7 0 5 0,-12 2 0 16,12-2-1-16,-7 1 1 0,7-1-9 0,0 0 11 15,0 0-16-15,0 0-2 0,0 0 5 0,0 0-1 16,22 4 0-16,-2-3 7 0,12-1 0 0,6 0-1 16,16 0-5-16,7 0 0 0,2 0 3 0,-1-1 0 15,3 1 5-15,0 0-5 0,25-1-6 0,-30 1 8 16,2 2-5-16,-4-2-2 0,3 1 1 15,-5 1 2-15,-3-1-13 0,1 2 15 0,0-2-7 0,-14 0-5 16,-1 1 7-16,1 0-4 0,-3-2-2 0,-4 1 3 16,0 0-1-16,-3 1-4 0,0-1-2 0,-8 0-12 15,-3-1 7-15,-3 2 6 0,-6-2-9 0,-1 0 5 16,0 0-4-16,-3 1 13 0,-6-1-3 0,12 1-2 16,-12-1 6-16,0 0-6 0,11-1 13 0,-11 1-16 15,0 0 2-15,0 0-4 0,0 0-13 0,0 0-16 16,0 0-14-16,0 0-14 0,0 0-18 0,0 0-23 0,-27-8-74 15,14 7-186-15,1-4 82 0</inkml:trace>
  <inkml:trace contextRef="#ctx0" brushRef="#br0" timeOffset="140597.31">28620 7786 131 0,'-5'-8'152'0,"3"0"-2"0,0 2 11 0,2 6-9 16,-5-10-8-16,1 6-7 0,4 4-12 0,-1-8-10 0,1 8-16 15,0 0-9-15,-3-7-12 0,3 7-16 0,0 0-6 16,0 0-6-16,0 0-12 0,0 0 1 0,0 0-4 15,0 0-4-15,-5 29-2 0,2-12 2 16,1 2-8-16,2 6 3 0,-1 2-3 0,-1 0-10 16,0 2 4-16,0 1 0 0,2 0 4 0,-1-2-8 0,1 0-2 15,-1-1 2-15,1-1-3 0,1 0 0 16,-1-7-4-16,0 0 3 0,0-1-1 0,0-1 1 16,1 0-2-16,-2 0-4 0,1-1 7 0,-1-4-5 0,1 1 1 15,-2 0-9-15,0 0-20 0,1 2-26 0,-2-3-9 16,-2 3-30-16,0-5-22 0,3-1-16 0,-2 4-22 15,-1-4-112-15,1-1-282 0,0 1 124 0</inkml:trace>
  <inkml:trace contextRef="#ctx0" brushRef="#br0" timeOffset="140946.81">28964 7706 73 0,'0'-10'177'0,"2"0"10"0,-2-1-16 0,0 11-4 16,0-11-14-16,0 11-19 0,0-9-17 0,0 9-12 16,0 0-12-16,3-6-11 0,-3 6-16 0,0 0-5 15,0 0-6-15,0 0-7 0,5 35-3 0,-3-9 1 16,-2 2-6-16,-1 5 0 0,-2-1-3 0,0 17-6 15,0-15 3-15,-2 13-4 0,3-12-5 0,-5 0-2 16,6-1-2-16,-2-3-1 0,-2 1-4 0,0 0 0 16,2-4 0-16,0 0 0 0,0-2-4 0,-1 1-5 15,3-3 5-15,-2-3-1 0,2-4 0 0,-1 2 2 16,0 0-2-16,0-2-2 0,-1 2-18 0,3-6-18 16,-2 3-9-16,-2-3-18 0,-1 0-37 0,4 0-15 15,1-3-28-15,-2 2-24 0,0-4-112 0,-1 0-292 0,3-8 130 16</inkml:trace>
  <inkml:trace contextRef="#ctx0" brushRef="#br0" timeOffset="141301.21">29015 8132 53 0,'0'0'129'0,"10"-6"-6"0,3 4-16 0,8 1 5 15,10 0-9-15,9-2-11 0,20 0-5 0,4 2-7 16,26 0-9-16,-24 1-4 0,29-1-3 0,-2 2-5 16,-3 0-3-16,-25-2-4 0,27 0-4 0,-30-2-8 15,2 3-1-15,-2 0-1 0,1-1-3 0,-4-2 0 16,-4 1-3-16,-18 1 0 0,0 1 0 0,-3-2-6 15,-12 2-2-15,0-1 1 0,-1 0 6 0,-8 1-5 16,-1-2 7-16,-1 1-2 0,-4 1 3 0,-7 0 1 16,11-1-1-16,-11 1 1 0,8 0-4 0,-8 0-3 15,0 0-7-15,9-2 6 0,-9 2-22 0,0 0-36 16,0 0-21-16,0 0-22 0,0 0-33 0,-28-16-25 16,11 13-32-16,-12-4-82 0,-2 1-266 0,0-1 118 15</inkml:trace>
  <inkml:trace contextRef="#ctx0" brushRef="#br0" timeOffset="141971.26">29346 7788 2 0,'0'0'104'16,"0"0"-5"-16,-8-4-7 0,8 4-9 0,0 0 1 15,0 0-12-15,0 0-4 0,0 0-5 0,0 0 7 16,-9-1-5-16,9 1-2 0,0 0-2 0,0 0 1 15,0 0-11-15,-8-2-6 0,8 2-3 0,0 0 1 16,0 0-4-16,0 0-1 0,0 0-1 0,0 0 0 16,0 0 3-16,0 0 3 0,0 0-1 0,0 0-4 15,0 0 3-15,0 0 0 0,0 0-2 0,0 0-11 16,0 0 6-16,0 0-13 0,0 0-2 0,0 0-2 16,0 0-2-16,0 0 3 0,0 0-8 0,0 0-8 15,30-3-9-15,-19 3 1 0,3 0-20 0,1 0-9 16,0 1-19-16,2-2-22 0,-1 3-26 0,-4-2-23 15,-1 0-99-15,-1-1-240 0,-2 0 106 0</inkml:trace>
  <inkml:trace contextRef="#ctx0" brushRef="#br0" timeOffset="142179.47">29393 7686 27 0,'0'0'125'16,"0"0"-21"-16,0 0 6 0,0 0-19 0,0 0-15 16,0 0 5-16,-4 20 0 0,2-13-5 0,0 5-6 0,0-2-4 15,1 1-19-15,-2 4 7 0,-1 2-13 16,1-3-4-16,1 0 2 0,1-1-17 0,1 3-36 16,-2-5-22-16,1 3-37 0,2-3-98 0,-4 0-185 15,1 0 82-15</inkml:trace>
  <inkml:trace contextRef="#ctx0" brushRef="#br0" timeOffset="142499.75">27905 7751 90 0,'-6'-2'181'0,"6"2"-6"0,0 0-9 0,0 0-13 16,0 0-15-16,0 0-14 0,0 0-13 0,0 0-16 15,0 0-10-15,0 0-10 0,22-8-30 0,-4 8-22 16,11 0-43-16,4 0-29 0,1 0-57 0,0-3-109 16,2 3-232-16,-4 0 103 0</inkml:trace>
  <inkml:trace contextRef="#ctx0" brushRef="#br0" timeOffset="144275.01">27430 7232 9 0,'0'0'17'0,"0"0"-2"0,0 0-2 16,0 0 2-16,0 0 3 0,0 0-10 0,0 0 5 15,0 0-5-15,0 0 4 0,0 0-2 0,0 0 3 16,0 0-3-16,0 0 3 0,0 0 4 0,0 0-7 16,0 0-3-16,2-7-1 0,-2 7-2 0,0 0 0 15,0 0 3-15,0 0 0 0,0 0-1 0,0 0-4 16,0 0 5-16,0 0-5 0,0 0-2 0,0 0 4 15,0 0-2-15,0 0 1 0,0 0 2 0,0 0-8 16,0 0 3-16,0 0 3 0,0 0-1 0,0 0-1 16,0 0-4-16,0 0 3 0,0 0 0 0,0 0 0 15,0 0 3-15,0 0-3 0,0 0 1 0,0 0 1 16,0 0-5-16,0 0 1 0,0 0 4 0,0 0-2 16,0 0 3-16,0 0-7 0,0 0 12 0,0 0-8 15,0 0-1-15,0 0 0 0,0 0 1 0,0 0 0 0,0 0-1 16,0 0 0-16,0 0 3 0,0 0 1 15,0 0-2-15,0 0-2 0,0 0 1 0,0 0 0 16,0 0-3-16,0 0 3 0,0 0-2 0,0 0-1 16,0 0 1-16,0 0-9 0,0 0 2 0,0 0-3 15,0 0-1-15,0 0-6 0,0 0-15 0,0 0-38 0,0 0 17 16</inkml:trace>
  <inkml:trace contextRef="#ctx0" brushRef="#br0" timeOffset="146199.81">29296 5074 11 0,'0'0'19'0,"0"0"-1"0,0 0 3 16,0 0 0-16,0 0 7 0,0 0-5 0,0 0 8 16,0 0-4-16,0 0 2 0,0 0-1 0,0 0-1 15,0 0 2-15,0 0-6 0,0 0 1 0,0 0-1 16,0 0 0-16,0 0 4 0,0 0 1 0,0 0-4 16,0 0 7-16,0 0-3 0,0 0-4 0,0 0 1 15,0 0 2-15,0 0 7 0,0 0-2 0,0 0-6 16,0 0 6-16,0 0 6 0,0 0-9 0,0 0 14 15,0 0 6-15,0 0 0 0,0 0-11 0,0 0 12 16,0 0 11-16,0 0-7 0,0 0 1 0,0 0-4 16,0 0 10-16,0 0-16 0,27-9-10 0,-11 0-15 15,7 0-1-15,6-4-9 0,5 3 7 0,-2-2-6 16,1 0 1-16,0 3 0 0,2-3 3 0,-2 1-3 0,-2 0 6 16,-3 3-8-16,-3-1 14 0,-5 3-12 15,1-1-1-15,1 0-2 0,-3 1-1 0,-1 0-7 16,-5 0 2-16,1 3 2 0,-4-1 0 0,1 1 7 15,-4 0-9-15,-2 1 11 0,-5 2-8 0,10-4 9 16,-10 4-9-16,7-1 7 0,-7 1-3 0,0 0-2 0,10-2 6 16,-10 2-2-16,0 0-3 0,0 0 3 0,6-2-3 15,-6 2-8-15,0 0 0 0,0 0 2 16,0 0 1-16,0 0-6 0,0 0-10 0,0 0-17 16,0 0-17-16,0 0-17 0,0 0 4 0,0 0-16 15,0 0-5-15,0 0-28 0,-5 18-17 0,-2-10-73 0,-2 1-215 16,0-1 95-16</inkml:trace>
  <inkml:trace contextRef="#ctx0" brushRef="#br0" timeOffset="147907.31">29207 5464 30 0,'0'-11'54'0,"0"11"-1"16,0-9-2-16,0 9 2 0,1-10-1 0,-1 10 1 16,-3-9-3-16,3 9-6 0,0-8 1 0,0 8-1 15,0 0-10-15,-2-10 19 0,2 10-7 0,0 0-5 16,-2-9 6-16,2 9-10 0,0 0-2 0,-4-9 7 16,4 9-3-16,0 0-10 0,-3-6-1 0,3 6 2 15,0 0 10-15,-3-6-13 0,3 6-4 0,0 0-8 16,0 0 2-16,0 0-6 0,0 0-2 0,0 0 3 15,0 0-2-15,0 0 5 0,0 0-5 0,0 0-11 16,0 0 2-16,0 0-1 0,0 0 6 0,0 0 12 16,0 0-19-16,-5-5 4 0,5 5-1 0,0 0 2 15,0 0-2-15,0 0 0 0,0 0-6 0,0 0 3 16,0 0-7-16,0 0 8 0,0 0-2 0,0 0 3 16,0 0 6-16,0 0-3 0,0 0-9 0,0 0 1 15,-10 12 11-15,10-12-9 0,0 0 1 0,-5 4 0 16,5-4-2-16,0 0-3 0,0 0 5 0,0 0 3 15,-4 5-1-15,4-5 2 0,0 0-9 0,0 0-5 16,-5 9 7-16,5-9-1 0,-3 5 4 0,3-5 4 16,0 0 12-16,-4 7-12 0,4-7-7 0,-2 6 3 15,2-6-1-15,0 0 3 0,-4 7-8 0,4-7 6 16,0 0 1-16,-1 7 8 0,1-7-3 0,0 0 5 16,0 0-13-16,-3 8-3 0,3-8 10 0,0 0-4 15,0 0 0-15,0 0 2 0,0 0-3 0,-1 8 2 16,1-8-1-16,0 0 1 0,0 0-8 0,0 0 7 15,0 0 3-15,0 0-3 0,0 0-3 0,0 0 0 16,0 10 2-16,0-10-2 0,0 0-8 0,0 0-5 16,0 0 4-16,0 0-8 0,0 0-4 0,4 6 4 15,-4-6 2-15,0 0-8 0,0 0 8 0,3 6-5 16,-3-6-7-16,0 0 17 0,0 0-5 0,0 0 4 16,0 0-1-16,3 7 2 0,-3-7-2 0,0 0-1 15,0 0 4-15,0 0-1 0,0 0 6 0,0 0 2 16,0 0-5-16,0 0 9 0,0 0-1 0,0 0-2 15,0 0 2-15,0 0-8 0,0 0 6 0,0 0 3 16,-1 10 1-16,1-10-7 0,0 0 6 0,0 0-5 16,0 0 6-16,0 0-1 0,0 0 4 0,0 0-13 15,-4 8 11-15,4-8-8 0,0 0 9 0,0 0-5 16,-3 9 0-16,3-9 10 0,-1 7-10 0,1-7 12 16,-1 10-4-16,1-2-5 0,0-8 9 0,-3 11-4 15,1-1 6-15,0-1 7 0,1 1-3 0,0 0 3 16,-2 0-3-16,1-1 0 0,0 0-2 0,1 0-3 15,-1 1 5-15,0-4-7 0,0 6 1 0,2-3-3 16,0-9 5-16,-3 14-3 0,2-7-6 0,0 0 21 16,1-7-17-16,-1 13 4 0,-1-7-3 0,2-6 1 15,-1 13 2-15,1-6 3 0,0-7 7 0,-3 12-13 16,2-7 6-16,1-5-2 0,-4 10-6 0,4-10 4 16,-1 8-1-16,1-8 5 0,-1 7-5 0,1-7 2 15,0 0-7-15,-3 9 0 0,3-9 7 0,0 0 10 16,-1 9-8-16,1-9-6 0,-2 7-1 0,2-7 8 15,0 0-4-15,-1 10-5 0,1-10 1 0,0 0 1 0,-1 6 11 16,1-6-10-16,0 0-11 0,-1 9 10 16,1-9 0-16,0 0-6 0,0 0 13 0,-2 7-5 15,2-7-3-15,0 0-3 0,0 0 5 0,0 0-5 16,0 0 1-16,0 0 1 0,-2 7-1 0,2-7 2 16,0 0-7-16,0 0 14 0,0 0-12 0,0 0-4 15,-3 7 3-15,3-7 0 0,0 0 6 0,0 0-5 16,0 0 6-16,-2 7-2 0,2-7 3 0,0 0-11 15,0 0 5-15,0 0 1 0,-1 9 0 0,1-9-6 16,0 0 4-16,0 0 0 0,0 0 6 0,0 0-4 16,-3 6-2-16,3-6 0 0,0 0 3 0,0 0 1 15,0 0 6-15,0 0 3 0,0 0 2 0,0 0 8 16,-4 6-1-16,4-6-7 0,0 0 4 0,0 0-5 16,0 0 0-16,-7 3 4 0,7-3 2 0,0 0-5 15,-8 1-3-15,8-1 6 0,-10 2-10 0,2-1 3 16,-1 0-2-16,-1 2 2 0,-2-2 0 0,-6 2-1 15,6 1-3-15,-9 0 1 0,4 2 0 0,0-3-2 16,0-1-3-16,-2 1-6 0,2 2 4 0,4 0 4 16,-3-2 2-16,3-1 1 0,1 2-2 0,0 1-1 15,-1 0 2-15,2 0-2 0,-1 1 8 0,2-3-1 16,-2 1-4-16,2-1 0 0,4 0 0 0,-1-1-6 0,2 2 2 16,5-4-9-16,-11 6 18 0,4-2 2 15,7-4 4-15,-10 4-7 0,6-3-3 0,4-1-3 16,-7 5 5-16,7-5-1 0,-7 3-4 0,7-3-4 15,0 0 9-15,0 0-6 0,0 0 6 0,-6 4-7 16,6-4 3-16,0 0 1 0,0 0 2 0,0 0-9 16,0 0 1-16,0 0-9 0,0 0-14 0,0 0-10 0,0 0-16 15,0 0-32-15,0 0-20 0,0 0-45 16,0 0-109-16,0 0-273 0,0 0 121 0</inkml:trace>
  <inkml:trace contextRef="#ctx0" brushRef="#br0" timeOffset="150122.12">30865 7918 95 0,'0'0'115'0,"0"0"-11"0,4 4-15 0,-4-4-9 15,0 0-12-15,0 0 0 0,0 9-2 0,0-9-13 0,0 12 0 16,0-12-5-16,-2 14-1 0,2-7 3 16,-2 2-13-16,2-9-2 0,-1 13-1 0,1-13-1 15,-1 7 27-15,1-7 20 0,0 0 26 0,1 7 28 16,-1-7 10-16,0 0-17 0,0 0-11 0,19-7-14 0,-1 0-20 15,14-11-28-15,19-3-38 0,8-5-46 0,29-8-37 16,9 1-35-16,2 2-50 0,0 4-140 16,3-4-314-16,0-2 139 0</inkml:trace>
  <inkml:trace contextRef="#ctx0" brushRef="#br0" timeOffset="153119.17">30139 6895 104 0,'0'0'100'0,"0"0"-14"0,0 0-11 16,0 0-6-16,0 0 5 0,0 0-11 16,0 0-7-16,0 0-5 0,-2 5-3 0,2-5-4 15,0 0 8-15,0 0-7 0,0 0 10 0,0 0-10 0,0 0 9 16,0 0 3-16,0 0 5 0,0 0 1 0,0 0 0 15,0 0-6-15,33-11-6 0,-2 3-21 0,21-6-20 16,36-10-31-16,3-4-58 0,8 5-140 0,9-6-238 16,0-7 105-16</inkml:trace>
  <inkml:trace contextRef="#ctx0" brushRef="#br0" timeOffset="161284.64">30695 9158 29 0,'0'0'114'0,"0"0"-5"0,0 0-9 0,0 0-7 16,0 0-12-16,0 0-4 0,0-8-5 0,0 8-4 15,0 0-15-15,0 0 3 0,0 0-7 0,0 0-1 0,0 0-6 16,0 0 3-16,0 0-17 0,0 0 6 15,0 0-9-15,0 0-6 0,0 0 7 0,0 0-19 16,0 0 10-16,0 0-11 0,0 0-5 0,0 0-17 0,0 0 2 16,0 0-23-16,0 0-6 0,0 0-5 0,0 0-14 15,0 0-13-15,0 0 4 0,0 0 1 16,0 0 0-16,0 0-46 0,0 0-125 0,0 0 56 16</inkml:trace>
  <inkml:trace contextRef="#ctx0" brushRef="#br0" timeOffset="162777.25">30488 7711 20 0,'0'0'13'0,"2"-10"1"15,-2 10 0-15,-2-15 0 0,1 10-2 0,1 5-2 16,0 0-1-16,1-12-2 0,-1 12-5 0,-1-9-5 16,1 9 2-16,-1-9-5 0,1 9 3 0,-4-9-1 15,4 9 1-15,-3-10-3 0,3 10-10 0,-4-7-15 16,4 7 7-16</inkml:trace>
  <inkml:trace contextRef="#ctx0" brushRef="#br0" timeOffset="171450.05">30362 9714 75 0,'0'0'79'0,"0"0"-2"15,0 0-7-15,0 0-1 0,0 0-19 0,0 0-2 16,0 0-11-16,0 0-10 0,0 0-2 0,0 0-7 16,0 0-19-16,0 0 11 0,0 0-5 15,0 0 2-15,0 0-2 0,0 0-7 0,0 0-1 0,0 0 0 16,0 0-8-16,0 0-5 0,0 0-1 0,0 0-3 16,0 0-3-16,0 0 1 0,0 0 2 0,0 0-5 15,0 0-6-15,0 0-3 0,0 0-29 0,0 0-68 16,0 0 32-16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12-29T10:18:20.3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25585 4340 49 0,'0'0'112'0,"0"0"-1"16,0 0-6-16,0 0-1 0,0 0-11 0,0 0-6 15,0 0-5-15,0 0-1 0,0 0-7 0,0 0-4 16,0 0-8-16,-4-9 1 0,4 9-10 0,0 0 0 16,0 0-8-16,0 0 0 0,0 0-4 0,0 0-5 15,0 0-1-15,0 0-7 0,0 0 1 0,0 0-3 16,0 0-4-16,0 0 1 0,0 0-4 0,0 0-8 16,0 0 8-16,0 0-6 0,0 0 3 0,0 0-10 15,0 0-2-15,0 0-1 0,0 0 0 0,0 0 1 16,0 0-7-16,0 0 4 0,0 0 1 0,0 0-2 15,0 0 8-15,0 0 1 0,0 0-14 0,-23 11 4 16,19-7 2-16,-2 1-1 0,0 0-1 0,0-1 7 16,3 2-1-16,-3-1 0 0,2 0-6 0,-1 2 0 15,-2-1-7-15,3 3 1 0,-1-3 8 0,0 2-1 16,1-1-3-16,0-1 6 0,1 2-6 0,0-3 2 16,0 3 2-16,3-8-6 0,-5 11 9 0,5-3 4 15,-3-3-7-15,3-5-2 0,-1 13-8 0,1-13 11 16,0 12 1-16,0-12 7 0,0 11-11 0,0-11 3 15,1 11-4-15,-1-11 7 0,3 7-8 0,-3-7 1 16,0 6 6-16,0-6-3 0,6 7 7 0,-3-3-4 16,4-1 1-16,-3 2-8 0,3-1 1 0,-2-2 5 15,1 2-2-15,3 0 2 0,-2-3-2 0,-1 1 2 16,3 0 5-16,-1 0-8 0,-8-2 1 0,15 4 4 16,-9-3-8-16,2-1 9 0,0 2 0 0,2-2-6 15,1-2 1-15,-11 2 2 0,13 0 2 0,-13 0 5 16,13 0-7-16,-13 0 8 0,8-2 7 0,-8 2 3 15,7-4-6-15,-1 1 1 0,-1 0-2 0,-5 3-2 16,11-10 0-16,-5 6 1 0,-1-1-2 0,-1 0 6 16,3 2-4-16,-3-2 3 0,2-1-5 0,-2 0 1 15,0 0 2-15,-1-1-6 0,3-1 1 0,-2-1 0 16,2 5-7-16,0-4 6 0,-3-2-8 0,1 4 6 16,0 0-5-16,0-2 6 0,-2-2 0 0,0 2-1 15,1-2-4-15,0 3 0 0,-1-3 0 0,0 3 2 16,0-3 0-16,-1 2 0 0,-1 8-1 0,2-13-1 15,-2 8-2-15,0 5 1 0,0-13 4 0,0 13-8 16,-2-11 8-16,2 11-3 0,-2-11 2 0,2 11-1 16,-3-9 0-16,3 9-3 0,-2-10 0 0,2 10-2 15,-6-8 0-15,6 8 3 0,-3-5-2 0,3 5 3 16,-7-7-3-16,7 7 1 0,-7-5 1 0,3 2-2 16,4 3 1-16,-12-6-4 0,4 3 0 0,1 1 5 15,7 2-3-15,-14-3 0 0,7 1-4 0,-2 1 1 16,1 0 6-16,-4 1-6 0,12 0 3 0,-17-2-2 15,5 4-1-15,1 0 5 0,-1-2-3 0,1 2-4 16,0-2 9-16,-1 3-5 0,2-1-4 0,1-1 8 16,-3 2-4-16,3 0-2 0,3 0-4 0,-3-1 0 15,2 1 1-15,0 1-22 0,0-2-2 0,7-2-18 16,-8 8-14-16,2-6-18 0,2 1-14 0,4-3-1 16,-9 9-20-16,5-4-10 0,4-5-84 0,-4 8-230 15,4-8 102-15</inkml:trace>
  <inkml:trace contextRef="#ctx0" brushRef="#br0" timeOffset="1392.27">25565 4550 56 0,'0'0'117'0,"0"-9"0"0,0 9-5 0,0 0-2 16,-3-7-14-16,3 7-1 0,0 0-5 16,0 0-1-16,-1-7-20 0,1 7-3 0,0 0-13 15,0 0-8-15,0 0 2 0,0 0-14 0,0 0-6 16,0 0-1-16,0 0-5 0,0 0 2 0,0 0 14 0,0 0-24 15,0 0 2-15,0 0-10 0,0 32 10 16,-2-16-4-16,1 1-4 0,1 2 1 0,-2 8 1 16,0 1 4-16,-2 1-6 0,-2 0-3 0,4 2 4 15,-2 0-8-15,-3 4 6 0,5 0-2 0,0 1 0 0,-5 10 5 16,7-10-1-16,-7 13-3 0,5-15 3 16,1 12 1-16,-3 0-5 0,2 0 1 0,0-12 5 15,0 13-7-15,-4 1-1 0,3-13 0 0,-2 14 6 16,3-2-2-16,-1-13-4 0,1 0 2 0,-2 2 10 15,-3-2 0-15,3-2-13 0,0-1 7 0,1 2-3 0,-2-3 0 16,1 0 6-16,4-4-7 0,-2-5 1 0,0 2-2 16,0-4 1-16,1-3-5 0,-1 0 3 15,0 0 5-15,-1-5-8 0,2 1 6 0,-1 0-3 16,1-2 0-16,-1 1-2 0,0-2 3 0,-3 1 5 16,5-10-14-16,-5 12-9 0,5-12-12 0,-1 15-17 15,1-15-11-15,0 0-12 0,0 14-33 0,0-14-122 0,-5 9-240 16,5-9 106-16</inkml:trace>
  <inkml:trace contextRef="#ctx0" brushRef="#br0" timeOffset="2943.99">25134 5779 139 0,'-3'-9'146'0,"3"9"-1"0,-4-7-8 16,4 7-3-16,0-7-10 0,0 7-9 0,0 0-10 15,0 0-11-15,-2-9-11 0,2 9-10 0,0 0-8 16,0 0-13-16,0 0-3 0,0 0-6 0,0 0-11 15,0 0 0-15,0 0-7 0,0 0 3 0,0 0-5 16,-7 19-6-16,6-7 2 0,1-1-2 0,0 2-4 16,0 0 2-16,0-1-3 0,-1 6 2 0,1-2-4 15,0-1 3-15,-3-2-7 0,3 0 3 0,0-1 0 16,0 1-5-16,0-2 6 0,0 1-4 0,3-1-6 16,-3-2 7-16,0 2-1 0,0-3 0 0,1 2 1 15,-1-10-2-15,0 11-5 0,0-4 8 0,0-7-4 16,1 10 1-16,-1-10-4 0,0 7 1 0,0-7-2 15,0 0 4-15,2 9 1 0,-2-9-5 0,0 0-1 16,0 0 5-16,0 0 4 0,0 0 0 0,2 6 2 16,-2-6 3-16,0 0 1 0,0 0 2 0,14-2 0 15,-7 2-2-15,6-1-1 0,-1-1 1 0,6 0-3 16,3-1 0-16,7 0-3 0,-6 1 1 0,8-3 3 16,1 1-3-16,-2 3 2 0,1-4-4 0,-4 0-1 15,-3 1 3-15,-5 3 2 0,2 0-8 0,-3 1-1 16,4-2 2-16,-7 1 0 0,5-2-1 0,0 3-3 15,-2-2 1-15,-5 1 6 0,1-1-5 0,1 4 0 0,-1-2 0 16,-2 0-1-16,1 0-1 0,1 0 2 16,-1 0-4-16,-5 0 5 0,-7 0-1 0,13 0 0 15,-13 0-2-15,11 0-1 0,-11 0 0 0,9 0 2 16,-9 0-3-16,0 0 0 0,9 1 3 0,-9-1-1 16,0 0 0-16,0 0-1 0,0 0-1 0,8 1-1 15,-8-1 1-15,0 0 1 0,0 0-1 0,0 0 2 16,0 0 0-16,0 0-3 0,0 0 1 0,0 0-2 15,0 0 0-15,0 0 6 0,0 0-3 0,0 0-1 16,8 4-1-16,-8-4-3 0,0 0 1 0,0 9 0 0,0-9 0 16,2 13 10-16,-4-3-6 0,2 2 6 15,-2 3 13-15,2 4 1 0,-2 0-4 0,-2 0-2 16,2 6 2-16,0-5-3 0,0 0 4 0,2 4-3 16,-4 0 1-16,1-4-2 0,3 4 2 0,-4 1 0 15,4-6-2-15,-2 1 2 0,-1-2-2 0,2-1 1 16,0 2-2-16,-1-1 3 0,2-1-2 0,-3-1-3 15,1 1 1-15,2 0-2 0,0-2-4 0,0-2-22 16,0-1-24-16,2-1-30 0,-2 2-36 0,3-3-26 16,-3-1-33-16,2-3-143 0,-2 3-335 0,0-9 147 15</inkml:trace>
  <inkml:trace contextRef="#ctx0" brushRef="#br0" timeOffset="3410.33">25394 6073 43 0,'3'-9'171'0,"-3"9"-1"0,0 0-11 0,2-7-16 0,-2 7-16 15,0 0-14-15,0 0-12 0,0 0-16 16,0 0-9-16,0 0-14 0,0 0-7 0,0 0-12 15,0 0 3-15,-10 25-4 0,3-2 7 0,-5 0-7 0,0 3 5 16,-1 1 0-16,-3 2 8 0,-2 1 0 0,0-1-5 16,-1-2 0-16,2 1 0 0,-3-3-6 15,4-4-7-15,0 1-3 0,5-5-3 0,-2-2-5 16,2 2 3-16,2-4-4 0,-2 2-1 0,4-1-1 0,0-4-4 16,0 1-2-16,1-2-3 0,1-1-18 0,0-1-12 15,0-1-23-15,1 0-16 0,4-6-24 16,-4 8-18-16,4-8-21 0,0 5-19 0,0-5-15 15,0 0-100-15,0 0-272 0,0 0 121 0</inkml:trace>
  <inkml:trace contextRef="#ctx0" brushRef="#br0" timeOffset="3795.91">25424 6079 80 0,'2'-4'149'16,"-2"4"-13"-16,2-8 0 0,-2 8-8 0,3-4-13 16,-3 4-12-16,0 0-12 0,3-7-10 0,-3 7-9 15,0 0-15-15,0 0-6 0,0 0-7 0,0 0-1 16,0 0-6-16,9 16-1 0,-4-6-2 15,-1 3 8-15,2 2 0 0,-2 3-2 0,2 0-3 16,1 2-6-16,-2 3 0 0,4 1 4 0,-3-1 5 0,1 2 3 16,-2 0 8-16,-1-6-7 0,-2 0 0 15,3 1 0-15,-2 4-4 0,-1-5-4 0,2 0-6 16,0-1-4-16,-1-1-2 0,-1-1 1 0,2 2-3 0,0-1 8 16,-3-5-12-16,3 3 1 0,-1-2-1 0,-1 0-2 15,0-3 0-15,0 2-9 0,-2 0-13 0,1-4-13 16,-1 1-25-16,-1 0-33 0,1-9-25 0,0 12-21 15,0-12-13-15,0 8-28 0,0-8-99 0,-2 7-284 16,2-7 126-16</inkml:trace>
  <inkml:trace contextRef="#ctx0" brushRef="#br0" timeOffset="4095.88">25079 6625 24 0,'0'0'142'0,"0"0"-8"0,0 0-7 16,0 0 16-16,31 7-25 0,-10-7-9 0,10-3 0 0,6 1-2 15,0-1-3-15,15-2-6 0,5 0-4 0,-19 2-7 16,3 2-10-16,-3-1-7 0,-5 0-9 0,-1 1-3 15,-3 2-7-15,-9-1-7 0,0 0 2 0,-6 0-8 16,-1 0-4-16,-2 2-17 0,-3-2-23 0,0 0-18 16,-8 0-16-16,12 1-15 0,-6 0-23 0,-6-1-3 15,7 4-11-15,-7-4-15 0,0 0-13 0,4 6-96 16,-4-6-232-16,0 0 104 0</inkml:trace>
  <inkml:trace contextRef="#ctx0" brushRef="#br0" timeOffset="4776.25">25372 6669 107 0,'0'0'208'0,"-5"-6"-9"0,5 6-15 16,0 0-15-16,-3-7-19 0,3 7-18 0,0 0-15 16,0 0-15-16,0 0-14 0,0 0-8 0,0 0-9 15,0 0-9-15,0 0-1 0,-4 21-11 0,2-6 0 16,0 2-8-16,1 2-4 0,0 5-4 0,-1 3-4 15,1 3 1-15,-3 1 1 0,4-1 0 0,0 6-4 16,-2-1-1-16,0 12 11 0,1-11-9 0,0-3-5 16,-2 2-3-16,1 0 4 0,2 1-6 0,0 0 1 15,-2-3 0-15,0 0-1 0,-1-1 0 0,2-2-1 16,1-2-4-16,1-2 0 0,-1-1 1 0,0 1-4 16,0-8 0-16,0 2 5 0,3-1-8 0,-1-1 2 15,-4 0-2-15,2-1-1 0,-3-2 2 0,3-2-2 16,-1 4 1-16,0-5-2 0,1-2 1 0,-1-1 2 15,-1 2-1-15,2-2 1 0,0 0-3 0,-4-2 1 16,4-7-5-16,-2 11 1 0,0-6 1 0,2-5-1 16,-1 8 3-16,1-8-3 0,-1 9 0 0,1-9-1 15,0 0-1-15,-1 9 1 0,1-9-3 0,0 0-1 16,0 0 5-16,0 0 0 0,-2 7-3 0,2-7 0 16,0 0 2-16,0 0 1 0,0 0-2 0,0 0 0 15,0 0 1-15,0 0 0 0,0 0-3 0,0 0 3 16,0 0-1-16,0 0-2 0,0 0 10 0,0 0-9 15,-2 6 2-15,2-6-3 0,0 0 1 0,0 0-1 16,0 0 0-16,0 0-1 0,0 0 0 0,0 0 3 16,0 0-4-16,0 0 3 0,0 0-1 0,0 0 3 15,0 0-2-15,0 0 0 0,0 0-2 0,0 0 2 0,0 0 1 16,0 0-2-16,0 0 2 0,0 0-3 16,0 0-2-16,0 0-12 0,0 0-13 0,0 0-15 15,0 0-24-15,0 0-18 0,0 0-20 0,0 0-21 16,0 0-10-16,0 0-32 0,0 0-135 0,0 0-330 15,0 0 146-15</inkml:trace>
  <inkml:trace contextRef="#ctx0" brushRef="#br0" timeOffset="6357.95">25327 7670 31 0,'0'0'69'0,"0"0"-9"0,0 0-4 0,0 0-6 16,0 0-9-16,0 0-2 0,0 0-4 0,0 0-2 16,0 0-3-16,0 0-3 0,0 0-3 0,0 0-7 15,0 0 0-15,0 0-1 0,0 0 4 0,0 0-4 16,0 0-4-16,0 0-1 0,0 0 5 0,0 0-14 15,0 0 7-15,0 0 3 0,0 0 1 0,0 0 10 16,0 0-9-16,0 0-4 0,0 0 5 0,0 0-4 16,0 0 5-16,0 0-7 0,0 0 8 0,0 0-9 0,0 0 0 15,0 0 4-15,0 0-7 0,0 0 0 0,0 0 2 16,0 0-1-16,0 0 0 0,0 0-2 16,0 0 10-16,0 0-6 0,0 0 4 0,0 0-1 15,0 0 7-15,0 0-1 0,0 0-7 0,0 0 2 16,0 0-2-16,0 0-6 0,0 0 10 0,0 0-14 15,0 0 7-15,0 0 0 0,0 0-3 0,0 0-7 16,0 0 5-16,0 0-3 0,0 0 0 0,0 0-5 16,0 0 0-16,0 0 4 0,0 0-1 0,0 0-3 0,0 0 3 15,0 0-5-15,0 0 2 0,0 0-2 0,0 0 16 16,0 0-4-16,0 0 1 0,0 0 9 0,0 0 7 16,0 0 6-16,0 0 1 0,0 0 5 0,0 0 1 15,0 0 3-15,0 0 3 0,0 0-4 0,0 0 1 16,0 0-5-16,0 0 3 0,0 0 5 0,0 0-1 15,0 0 0-15,0 0 2 0,0 0-3 0,0 0-5 16,0 0-1-16,0 0-5 0,0 0 0 0,0 0-3 16,0 0-6-16,0 0-4 0,0 0-3 0,0 0 3 15,0 0-7-15,0 0 3 0,0 0-8 0,0 0 4 16,0 0-8-16,0 0 5 0,0 0-4 0,0 0 1 16,-3 8 0-16,3-8-1 0,-4 12 1 0,0-2 5 15,2-3-6-15,-1 5 4 0,-1-2-2 0,1 3 1 16,1-2-9-16,1-1 5 0,-3-2 0 0,4 2-1 15,0-1 11-15,0-9-3 0,5 16-9 0,-2-8 7 16,-1-1-4-16,2-3 7 0,0 3 0 0,1-3 0 16,1 1 7-16,0-3 4 0,0 1-10 0,3 1 3 15,-4-3 1-15,3 0 7 0,4-1-4 0,-12 0-1 0,15-2 7 16,-5-2 2-16,-1 0 2 0,0-3-5 16,0-3-3-16,-2 6 3 0,1-5 9 0,-1 0 4 15,-3 2 2-15,2-3 0 0,-5 1-6 0,0-1-7 16,1-1 3-16,-4 0-7 0,2 1 0 0,-2 0-2 0,1-2 4 15,-4 4-2-15,1 2-3 0,1-1-1 16,1 1-4-16,2 6-2 0,-8-12-6 0,3 8 0 16,-2 1-8-16,7 3-9 0,-11-2-15 0,11 2-13 0,-17-1-10 15,9 4-8-15,-3 3-17 0,3-1-16 0,0 1-21 16,1 2-8-16,3 3-23 0,-1-3-111 0,1 3-279 16,4-4 124-16</inkml:trace>
  <inkml:trace contextRef="#ctx0" brushRef="#br0" timeOffset="6825.71">25550 7745 66 0,'0'0'129'15,"-10"-1"-4"-15,10 1-11 0,0 0-13 0,-9-3-16 16,9 3-13-16,0 0-5 0,0 0-13 0,0 0-3 16,0 0-3-16,0 0 4 0,0 0-11 0,0 0 0 15,0 0 5-15,19 16 1 0,2-13-4 0,8 1 11 16,7-1-4-16,18-1-1 0,1-1 3 0,3 0-10 16,7-1 5-16,2 0-1 0,23 0-6 0,-27 0-2 15,29-2 0-15,-25 3 2 0,23 4-3 0,0-2-1 16,-23-1-3-16,33-2-1 0,-3 3-1 0,-1-3 0 15,-31 5 2-15,31 2-7 0,-3-3-1 0,-29 0 0 16,0-1-2-16,3-3-3 0,24 6-1 0,-32-4 2 16,6 2-10-16,-8 0 6 0,1-2-4 0,-6-2 0 15,-1 1 0-15,-16 1-1 0,4-2 7 0,-3 1-5 0,-4-1 3 16,-1-1-6-16,-10 2 4 0,-1-2 1 16,-2-1 2-16,2 2 6 0,-11 0 8 0,4 0 6 15,-3 0 10-15,-1 0 6 0,-9 0 1 0,9-1 4 16,-9 1-2-16,9 0 4 0,-9 0-4 0,0 0-5 0,8-1-9 15,-8 1-5-15,0 0-3 0,0 0-10 0,0 0-17 16,0 0-14-16,0 0-31 0,0 0-35 16,0 0-52-16,0 0-31 0,0 0-43 0,0 0-195 15,0 0-424-15,-28-5 187 0</inkml:trace>
  <inkml:trace contextRef="#ctx0" brushRef="#br0" timeOffset="10538.96">25791 4345 20 0,'0'0'59'0,"0"0"-2"0,0 0-14 0,0 0 6 0,0 0-13 16,0 0-4-16,0 0-8 0,0 0 2 0,0 0-1 16,0 0-4-16,0 0-2 0,30-4-2 0,-12 3-6 15,11 0 2-15,5-1-4 0,2 0 8 16,20 1-2-16,-2 0 0 0,7 1-5 0,1-2-5 16,2 1 1-16,28 1-6 0,-25 1 2 0,25-2-4 15,-27 2 3-15,27 0-9 0,-27 0 0 0,0 3-14 0,3-3 0 16,-3 0-6-16,25 0-6 0,-33 2 1 0,2-4-2 15,0 2-22-15,-3-1-62 0,-2-1 28 0</inkml:trace>
  <inkml:trace contextRef="#ctx0" brushRef="#br0" timeOffset="10912.22">27130 4324 36 0,'61'0'73'0,"4"-3"-10"0,2 2-10 0,26-2-7 16,-29 4-7-16,1-3-2 0,-2 0 4 0,-2 2-7 16,2-1-1-16,-4-1 1 0,-3 1-3 0,-4 0-7 15,-12-1-7-15,-4 2 2 0,-3-1-6 0,1 0-23 16,-5 1-7-16,0-1-2 0,-9 2-11 0,-3-1-14 15,-2 0-36-15,-4 0-84 0,1 1 37 0</inkml:trace>
  <inkml:trace contextRef="#ctx0" brushRef="#br0" timeOffset="11315.33">28166 4291 91 0,'0'0'95'0,"0"0"-6"0,0 0-11 16,0 0 5-16,0 0-25 0,0 0-2 0,0 0 2 16,0 0-19-16,0 0 0 0,0 0-13 0,0 0 5 15,0 0-3-15,0 0-13 0,-9 11 6 0,9-11-10 16,0 0-7-16,-1 9 5 0,1-9 1 0,0 9 2 15,0-9 0-15,0 0-6 0,3 13 11 0,-1-8-5 16,0-1-3-16,5 0 12 0,-2 1-14 0,4 1 20 16,0-4-16-16,0 0 12 0,4 3 7 15,-1-3 0-15,1 0-2 0,-2-1-7 0,1-2 6 0,1 2 4 16,0-3-2-16,-2 2 7 0,-4-1 6 0,-7 1 2 16,12-5-6-16,-5 1-3 0,-3 1 0 0,-4 3 1 15,5-10-2-15,-5 4-7 0,0 6-5 0,-7-15 3 16,1 6-10-16,-4 2-2 0,-2 0 0 0,-4-2-9 15,-1 1-11-15,-1 5-14 0,0-2-13 0,-5 2-25 16,1 2-23-16,-5 2 0 0,5 2-23 0,-5 2-100 16,2 4-220-16,5-3 98 0</inkml:trace>
  <inkml:trace contextRef="#ctx0" brushRef="#br0" timeOffset="13373.67">28323 4557 44 0,'0'0'74'0,"0"0"-8"0,0 0-7 0,0 0-7 16,0 0-2-16,-12 25-3 0,6-8-2 0,1 2-3 0,-3 9 9 15,1 1-4-15,0 3 5 0,0 14-4 0,-1-11-20 16,-2 11 2-16,5-14 0 0,0 4 2 16,0-4-2-16,2 0-4 0,-1-3 0 0,3 1-7 0,1-2 4 15,0 2-2-15,0-4-9 0,0 1 7 16,3 0-4-16,-1-1 4 0,-1-6-10 0,3 8-19 16,-2 1-12-16,-1-4-28 0,-2 3-29 0,1 1-64 0,-7 0-154 15,1-4 68-15</inkml:trace>
  <inkml:trace contextRef="#ctx0" brushRef="#br0" timeOffset="13775.3">27939 5711 119 0,'4'-6'225'0,"-4"6"-28"0,0 0-21 0,0 0-18 16,5-5-18-16,-5 5-17 0,0 0-18 16,0 0-11-16,0 0-9 0,14 8-6 0,-8 1-2 15,3-1-11-15,2 8-5 0,2-4-8 0,2 5-4 0,4 2-4 16,1 1-6-16,-6-6-4 0,4 5-4 16,-5-4-2-16,1-2-2 0,-1 0 1 0,0 1-8 15,-1-1 2-15,-3-2-2 0,2 0-4 0,-4-1-4 0,0-2 3 16,1-1 2-16,-2-1-6 0,1-2-1 0,-3-1 0 15,0 3 0-15,-4-6 5 0,6 5-1 0,-6-5 20 16,3 5 21-16,-3-5 24 0,0 0 14 0,0 0-5 16,0 0-6-16,14-9-10 0,-12 2-9 0,1-3-7 15,1-2-8-15,0-5 0 0,3-1-10 16,-2 0-1-16,2-2-7 0,-4 2-5 0,2-1-23 0,3-5-36 16,-4 6-5-16,1 5-11 0,0-2-18 0,-2 0-24 15,2 5-19-15,-2 1-39 0,0-1-17 0,2 4-23 16,-1-1-25-16,1 3-114 0,-5 4-354 0,8-5 157 15</inkml:trace>
  <inkml:trace contextRef="#ctx0" brushRef="#br0" timeOffset="14124.14">28424 5871 96 0,'0'0'165'0,"0"0"-18"0,0 0-15 16,5 5-18-16,-5-5-5 0,9 3-2 0,-2-1-18 15,4-1-11-15,1 2-7 0,0-2-10 0,3 0-3 16,0 1-4-16,3 2 2 0,-4-2-17 0,-3 3-5 16,2 0-6-16,-4 0-2 0,1-1-1 0,-2 3-12 15,-2-1 5-15,-1 1-2 0,-2 0 1 0,-2 2-2 16,-2 1-4-16,-2 2-1 0,0 0 0 0,-5 3-6 16,-2-1 4-16,-3 7 2 0,-1-5 10 0,2 1-5 15,-7 1 3-15,4-4 5 0,1 0-9 16,-2-2 1-16,3 0 4 0,-2 1 3 0,3-3-5 15,3-2-4-15,0 0 5 0,1-1-9 0,0-1 0 0,3-2-1 16,1 0 2-16,-1 1 0 0,5-5-4 0,0 0 0 16,-4 10 0-16,4-10 5 0,0 7-2 0,0-7 3 15,11 8-3-15,-2-6 1 0,9 1-3 0,1 1 4 16,1-2-15-16,12 3-16 0,1-1-21 0,-2-1-32 16,5 0-37-16,-8-1-41 0,0 6-108 15,-7-4-279-15,-3 1 124 0</inkml:trace>
  <inkml:trace contextRef="#ctx0" brushRef="#br0" timeOffset="14500.63">28106 6655 199 0,'0'0'226'16,"-6"-8"-7"-16,2 3-3 0,4 5-9 0,-4-6-13 15,4 6-14-15,0 0-19 0,-5-8-21 0,5 8-15 16,0 0-19-16,0 0-11 0,0 0-12 0,0 0-10 16,0 0-8-16,0 0-3 0,0 31-12 0,0-14-5 15,0 11-2-15,0 3-2 0,-4 16-2 16,4 3-4-16,-2 4-1 0,0-2-6 0,1 1 0 0,0 1-7 15,-5 1 3-15,2-1-4 0,-3-3 0 0,5-2-2 16,-2-3 2-16,1-10-8 0,-3-2 5 0,3-4 0 16,-2 3-6-16,1-1 0 0,-2-1-1 0,1-3 1 15,-1 1-3-15,-2-1 2 0,0-3-19 0,1-6-20 16,2 0-13-16,-1 0-29 0,0-4-25 0,1-3-30 16,-2-1-23-16,5-3-34 0,-5-2-26 0,5-2-126 15,2-4-364-15,0 0 162 0</inkml:trace>
  <inkml:trace contextRef="#ctx0" brushRef="#br0" timeOffset="14838.58">27730 7338 66 0,'0'0'176'16,"-7"-3"-18"-16,7 3-22 0,0 0-12 0,0 0-11 15,0 0 1-15,0 0-10 0,7 25-3 0,-2-15 7 16,2 5-5-16,-3 0-13 0,3 0-7 0,-1 2-12 16,2-3-4-16,0 1-3 0,3 1-8 0,-5 0-3 15,4 0 1-15,-1-3 7 0,0 1-6 0,0-5 1 16,0 0-6-16,0 0 3 0,5-2-1 0,-1-3-5 15,1 0-2-15,5-1-7 0,0-3 0 0,3-2-3 16,5-4-9-16,-1-3-17 0,4 0-25 0,-1-4-21 16,4-2-36-16,-5-2-32 0,1-2-33 0,0-2-33 15,-1 0-140-15,-4-3-338 0,-4 2 150 0</inkml:trace>
  <inkml:trace contextRef="#ctx0" brushRef="#br0" timeOffset="15526.29">28303 4706 50 0,'-8'9'73'0,"-4"3"-3"0,-4-1-7 16,2 2-15-16,1 2 11 0,0 0-17 0,-1-3-3 15,3 1-1-15,-3-2-4 0,6-3-20 0,0-1-18 16,2 2-12-16,-1-3-27 0,4 0-36 0,0 0-83 0,3-6 37 15</inkml:trace>
  <inkml:trace contextRef="#ctx0" brushRef="#br0" timeOffset="15713.95">28399 4687 12 0,'6'8'74'0,"-3"-7"-13"0,6 4-1 0,-4-2-7 16,4 3-6-16,0 1-17 0,1 1-12 0,0 0-17 15,4 0-31-15,-1 2-25 0,-3-1-59 0,0-3 27 16</inkml:trace>
  <inkml:trace contextRef="#ctx0" brushRef="#br0" timeOffset="18681.79">25688 5610 56 0,'0'0'122'0,"0"0"-2"0,0 0-5 16,-2-10 1-16,2 10-4 0,0 0 1 0,0 0-3 16,0-8-1-16,0 8-11 0,0 0 2 15,0 0-10-15,0 0-8 0,0 0-9 0,2-7-6 16,-2 7-11-16,0 0-7 0,0 0-4 0,0 0-7 15,0 0-4-15,0 0-2 0,0 0-6 0,0 0-4 0,0 0-8 16,0 0 0-16,0 0-3 0,0 0-7 0,0 0-2 16,0 0 0-16,0 0 1 0,0 0 7 15,-15 26-5-15,4-12 4 0,0 2-10 0,-4 4 1 16,2-3 0-16,-5 5 4 0,2 0-3 0,-2-2 5 0,3 1-4 16,-3-2-1-16,5-5 3 0,-1 0 2 0,5-1-5 15,-2 1-1-15,4-5 2 0,2 1-5 0,1-2 3 16,-2 1-1-16,1-1-8 0,1 2-14 0,-1-2-19 15,0-1-22-15,3-1-10 0,-4 0-31 16,3-1-18-16,3-5-17 0,-5 8-78 0,1-5-234 0,4-3 104 16</inkml:trace>
  <inkml:trace contextRef="#ctx0" brushRef="#br0" timeOffset="18955.93">25506 5667 16 0,'0'0'84'0,"0"0"-1"16,-11 17 1-16,9-12 9 0,-2 5-4 0,-2-3-11 16,2 0-3-16,2 2-11 0,-3 1-2 0,3-1 3 15,1 0 4-15,1-2-13 0,0-7 2 0,-1 15-7 16,1-8-2-16,0-7-5 0,1 10-4 15,0-3 0-15,-1-7-1 0,7 9 1 0,-4-3-5 0,1-2 3 16,6-1-8-16,-2 0-12 0,3 3-16 0,-1-4-28 16,2 1-12-16,3-2-25 0,-2 0-26 0,5-2-109 15,-3 0-214-15,-1-3 95 0</inkml:trace>
  <inkml:trace contextRef="#ctx0" brushRef="#br0" timeOffset="19634.82">25975 5434 29 0,'0'0'195'0,"4"-9"-13"0,-4 9-7 0,2-6-12 15,-2 6-15-15,0 0-14 0,0-9-17 16,0 9-17-16,0 0-12 0,0 0-10 0,0 0-11 0,0 0-6 15,0 0-8-15,0 0-8 0,0 0-3 0,0 0-4 16,-17 24-3-16,13-15-4 0,-2 3-5 0,-2-1-4 16,2 0 2-16,1 1-6 0,-3 1 0 0,1 3-1 15,2-7-2-15,1 2 3 0,1 1-2 16,-1-2-3-16,4 0-6 0,0-1-10 0,0 1-7 0,2-3-20 16,0 4-13-16,3-4-25 0,4 0-8 0,-2 0-16 15,2-3-6-15,2 0-2 0,2-2-8 0,-2 0 8 16,3-1-2-16,-1-2 12 0,1-2 3 0,-1 0 4 15,2-3 11-15,2-3 7 0,-1 1 10 0,-1-3 9 16,1-1 17-16,0-1 8 0,0 1 31 0,-3 0 2 16,1-1 9-16,-5-1 3 0,-3 5 17 0,3-1 4 15,-2 0 11-15,-2 0-1 0,1 0 16 0,-3 4 12 16,1 1 7-16,-4 5-1 0,4-9-1 0,-4 9-5 16,0-8-12-16,0 8-5 0,0 0-8 0,0 0-7 15,0 0-6-15,0 0 7 0,0 0-20 0,0 0-1 16,-19 10-5-16,11-4-1 0,-3 3-2 0,5 1-4 15,-3 0 2-15,-1 0-9 0,4 1 2 0,1-3-1 16,-1 3-1-16,2-2 1 0,0 1-4 0,0 0-2 16,2-2-16-16,2-1-4 0,0-7-8 0,2 12-6 15,0-5 1-15,3-3-3 0,0-1 5 0,1 0-2 16,-6-3 3-16,12 1 4 0,-3-1-1 0,-9 0 6 16,15-4-3-16,-6 0 25 0,-1-2-10 0,0 0-4 15,1-3 8-15,-3 0 2 0,-3 0 12 0,4 1 6 16,-3 0 13-16,1 0 8 0,-5 2 2 0,4-2 1 15,-4 8 2-15,2-10 2 0,-2 10-6 0,2-6-4 16,-2 6-8-16,1-6-3 0,-1 6-9 0,0 0-6 16,0 0 0-16,0 0-1 0,0 0 0 0,0 0-2 15,0 0-3-15,0 0 1 0,0 0-6 0,-5 28-9 16,5-21-9-16,0-7-16 0,0 13-20 0,2-7-17 16,0 0-19-16,3 2-13 0,2-4-15 0,0 0-20 15,2-2-140-15,2-1-299 0,-2-3 133 0</inkml:trace>
  <inkml:trace contextRef="#ctx0" brushRef="#br0" timeOffset="20471.43">26391 5437 47 0,'9'-8'144'16,"5"-2"-14"-16,-3 2-10 0,5 2-1 0,-1-6-2 15,-4 5-9-15,1 2 1 0,-1-3 5 0,1 1-11 16,-3 2 4-16,-1-3-6 0,1 3 6 0,-4 0-1 16,2 2 1-16,-1-1-6 0,-6 4-8 0,7-5-7 15,-7 5-10-15,4-4-3 0,-4 4-16 0,0 0-14 16,0 0-4-16,8-2-7 0,-8 2-5 0,0 0-3 15,4 11-1-15,-4-2-2 0,0 2-3 0,-2 0 2 0,0 6-4 16,2-1 0-16,-6-2-1 0,4 1 1 0,0-2-6 16,2-2 3-16,-2 2-5 0,0-2 5 15,2-1-5-15,-2 2 0 0,2-7 0 0,2 2-9 0,-2-7-7 16,0 8-1-16,0-8-2 0,0 0 1 16,0 10 1-16,0-10 3 0,0 0 2 0,0 8 2 15,0-8 0-15,0 0-4 0,0 0 3 0,0 0-2 0,0 0 0 16,20-12 0-16,-9 5 1 0,-2 0-4 15,3 0 2-15,-1 0-1 0,1 1-1 0,-4 0 2 16,1 1 1-16,-3 2 6 0,2 0-10 0,-8 3-4 0,9-4 1 16,-9 4 3-16,11 2-2 0,-11-2-1 0,11 5 3 15,-6-3 4-15,-5-2-3 0,11 6 2 0,-7-2 3 16,2 2 0-16,0-2-2 0,0-1-5 16,-1 1-3-16,-1 0 1 0,3 0 2 0,-7-4-1 15,11 4 0-15,-6-1 2 0,-5-3 3 0,8 3 3 0,-8-3 1 16,0 0 0-16,11-1 1 0,-11 1 3 15,10-4-4-15,-10 4 2 0,9-5-4 0,-5 1 2 16,-4 4 2-16,6-5 0 0,-6 5 0 0,6-3-5 16,-6 3-1-16,0 0-2 0,0 0-1 0,0 0-5 0,9 0 8 15,-9 0 1-15,0 0-3 0,10 6 3 0,-7-3-5 16,-3-3 7-16,11 8 2 0,-6-4-1 0,1 1 3 16,3-2-2-16,-1-1 2 0,2 2 0 0,1-4 2 15,-1 0-2-15,1 0 10 0,-3 0-11 0,-8 0 7 16,14-6-1-16,-9 3-4 0,1-1 2 0,-1-2 11 15,-5 6 2-15,6-12-8 0,-8 7-6 0,2 5-1 16,-6-19-1-16,3 14-9 0,-3-3-5 0,-3 2-7 16,0 2-18-16,2-2-19 0,-4 2-19 0,2 0-24 15,-2 4-29-15,2-1-21 0,9 1-115 16,-21 2-285-16,15 1 127 0</inkml:trace>
  <inkml:trace contextRef="#ctx0" brushRef="#br0" timeOffset="20991.94">27106 5441 85 0,'0'0'237'0,"0"0"-13"0,2-10-18 0,-2 10-18 15,0 0-11-15,0 0-8 0,-9-8-18 0,9 8-14 16,0 0-18-16,-9 0-13 0,9 0-12 0,0 0-7 16,-20 9-7-16,11 0-9 0,-3-1-7 0,1 2-7 15,-3 0-6-15,6 0-6 0,1-2-6 0,1 0-8 16,1-2-8-16,0 2-6 0,3-2-3 0,2-6-11 15,-2 9-1-15,2-9-3 0,4 9-2 16,-4-9 5-16,0 0 0 0,10 4 0 0,-10-4-6 0,17-8 3 16,-7 2 3-16,-2-1-3 0,-1 0 4 0,1-1 6 15,5-6-1-15,-7 4 7 0,2-7-10 0,-3 1-2 16,3-3 5-16,-2 2 2 0,-1-3-2 0,1 2 2 16,4-5 1-16,-4 5-3 0,1-6-2 0,-1 6 1 15,-1 0 1-15,0 2 0 0,-1 5 3 0,-2 2 3 16,-1 3 1-16,1 0-8 0,-2 6-2 0,0-8-7 15,0 8-3-15,0 0-1 0,0 0-1 0,0 0 5 16,0 24-3-16,-5-7 0 0,-4 8 4 0,4 0 0 16,-2-1 0-16,1-5 3 0,4-1-5 0,-2-1 1 15,0 0 3-15,4-5 1 0,3 1 0 0,-2-1 1 16,3-2 2-16,2 0 0 0,-1-2 3 0,1 1 4 16,4-4-5-16,-3-1-2 0,4-3 0 0,0 1-7 15,0-4 1-15,4 1-9 0,-3-4-3 0,1 0 2 16,-1-1-1-16,1-4 0 0,-4 1 4 0,1 1-1 15,-2-3-2-15,-1 1 5 0,1 0-2 0,0 0 3 16,-4 0 12-16,1 0 7 0,-3 4 1 0,0 0-3 16,-2 6 1-16,5-7-8 0,-5 7-5 0,0 0 2 15,0 0-6-15,0 0 5 0,0 0-3 0,-24 18-17 16,16-9-30-16,-1 5-31 0,1 1-35 0,2-3-28 16,4 3-44-16,-4 2-153 0,3-6-366 0,1 1 162 15</inkml:trace>
  <inkml:trace contextRef="#ctx0" brushRef="#br0" timeOffset="21758.17">25682 6925 150 0,'0'0'194'0,"0"0"-9"0,0 0-6 0,0 0-15 16,0 0-17-16,0 0-9 0,4-3-16 0,-4 3-15 16,0 0-14-16,0 0-10 0,0 0-9 0,0 0-4 15,0 0-8-15,0 0-3 0,0 0-8 0,0 0-5 16,0 0-9-16,2 16-2 0,-2-16-3 0,0 0-2 15,0 0-1-15,0 0 1 0,0 0-5 0,0 0 1 16,0 0 9-16,0 0 8 0,0 0 5 0,0 0 7 16,0 0 4-16,0 0 8 0,0 0 3 0,0 0 5 15,0 0-12-15,0 0-8 0,0 0-3 0,0 0-7 16,0 0-10-16,0 0-9 0,0-31-2 0,3 20-3 16,1-3-6-16,-2-1-4 0,5-2-1 0,0 2-2 15,0-1-4-15,1 1 2 0,4 0-6 0,-5 5 1 16,1 1-4-16,-1-2 4 0,-2 4-5 0,-1 3 0 15,1-2-2-15,-5 6 1 0,9-5-4 0,-3 3 2 16,-6 2-2-16,12 0 1 0,-12 0-1 0,11 7-1 16,-5-1-1-16,2 0 4 0,-2 4-1 0,-1 0 5 15,1 2-5-15,1-2 6 0,1 5 0 0,0 1 0 16,-4-5-18-16,1 1-13 0,-1 3-19 0,0-1-18 0,-1 3-25 16,0-6-29-16,-1 0-24 0,0-4-22 15,0 2-23-15,-2 0-137 0,-2-1-356 0,2-8 157 16</inkml:trace>
  <inkml:trace contextRef="#ctx0" brushRef="#br0" timeOffset="22410.02">25756 6896 149 0,'0'0'175'0,"-3"-7"-6"0,3 7-28 16,0 0-10-16,0 0-23 0,0 0-4 0,0 0-11 15,7-12-8-15,5 12-15 0,-4-3-2 0,6 1-9 0,4 0-4 16,0 2-6-16,-1-2-8 0,0 2-10 15,0-1 11-15,-3 2-11 0,-1-1-9 0,-1 2 3 16,-1 0-4-16,-2-1-4 0,0-1-1 0,-9 0-1 16,11 4-8-16,-4 1 6 0,-3-1-1 0,-4-4 6 0,8 9-9 15,-4-7 7-15,0 4-4 0,-2 1 7 16,1 1-3-16,-1-1-4 0,-2 0 1 0,2 0 1 16,-2-7-3-16,0 12 4 0,0-4-3 0,0-8-1 15,0 11 3-15,0-11-6 0,0 8 5 0,0-8 0 0,0 0-6 16,0 10 10-16,0-10 3 0,0 0 8 0,0 0-2 15,0 0-2-15,0 0-5 0,0 0 0 0,0 0-3 16,16-18-1-16,-9 11-5 0,1 0 2 0,1-3-1 16,3-1-3-16,-1-4 6 0,3 5-5 0,-1-4-7 15,-2 1 1-15,-2 7-6 0,7-4 3 0,-6 4-1 16,2 1-5-16,-3-1-1 0,-2 3 1 0,0 0-2 16,0 2-3-16,-7 1 0 0,13 0-2 0,-6 3 5 15,2-1-2-15,-2 0 1 0,-7-2 6 0,8 7-2 16,-3 0 2-16,0-4 0 0,1 2 4 0,-1 0-3 15,-1-1 0-15,0 1 2 0,1-2-4 0,-5-3 1 16,9 6 0-16,-4-4 0 0,-5-2-3 0,9 4 3 16,-9-4 3-16,6 4-8 0,-6-4-1 0,0 0 3 15,18-5 6-15,-18 5-8 0,9-3-4 0,-5 1 10 16,-4 2 2-16,10-3-1 0,-10 3-1 0,7-4-1 16,-7 4-1-16,0 0-1 0,0 0-4 0,8-3 9 15,-8 3-7-15,0 0 0 0,0 0-5 0,0 0 4 16,0 0-1-16,0 0 3 0,14 4-1 0,-11 2 6 15,-3-6 0-15,8 2 2 0,-8-2-3 0,9 2 0 16,-9-2 5-16,6 1 3 0,-6-1-3 0,12 0-3 16,-12 0 4-16,0 0 1 0,11-4 2 0,-8 0-1 15,-3 4 21-15,7-5 16 0,-7 5-6 0,6-8-2 16,-6 8-5-16,1-11-11 0,-1 11-2 0,-3-11-6 16,-1 4-12-16,4 7-6 0,-7-8-12 0,0 4-4 15,2 1-13-15,5 3-9 0,-18-4-27 0,9 2-7 16,9 2-11-16,-18 2-24 0,18-2-13 0,-15 4-33 15,8-1-83-15,7-3-262 0,-12 6 117 0</inkml:trace>
  <inkml:trace contextRef="#ctx0" brushRef="#br0" timeOffset="22970.25">26555 6857 122 0,'0'0'227'0,"0"0"-6"16,0 0-20-16,0 0-18 0,-9-12-17 0,9 12-19 15,-10-5-9-15,10 5-18 0,-14 2-10 0,7-2-15 0,7 0-12 16,-20 6-5-16,11-1-10 0,0 2-7 16,-5 5-6-16,5-2-5 0,-1 0-6 0,2-1-7 15,4 0-5-15,-1 1-5 0,1 1 2 0,4-1-12 16,-4-2-10-16,4-1-5 0,0-7-5 0,4 9 0 0,-2-4-1 16,3 2 4-16,1-5-4 0,4-2 2 0,-10 0-2 15,19 0 4-15,-9-4 0 0,1-1-1 16,-2-2 0-16,2 1 6 0,-2-4 1 0,2 0 7 15,-3-2 4-15,2-3 0 0,-3 5 5 0,1-7-2 0,-2-1-1 16,0 0-2-16,1 0 1 0,-3 0-4 0,3-6 0 16,2 0 3-16,-4 5 0 0,-1 2-2 0,0 0 3 15,-3 2 19-15,3 0 8 0,-2 5 4 0,0 3 4 16,-2 1-5-16,0 6-2 0,0-8-11 0,0 8-7 16,0 0-10-16,8-6-6 0,-8 6-2 0,0 0 0 15,0 0-3-15,0 0 6 0,-8 37-5 0,6-18-2 16,0-3 1-16,-2 2 1 0,3 6-7 0,-1-4 4 15,2-1-1-15,2-1 0 0,-2-1 3 16,5-3-1-16,-1 1 3 0,4-1-2 0,0-5 3 0,3 7-3 16,1-5 0-16,3-3-4 0,2-1-6 0,-4-1-9 15,1-5-8-15,3 2-9 0,1-3-4 0,-2-1-6 16,-4 1 1-16,-2-3 4 0,1-4 3 16,-3 1-11-16,0-2 4 0,-1-2 3 0,-1-1 0 0,-3 1 6 15,1-6 5-15,-1 3 3 0,-1 1 5 0,-2 3 9 16,-2 2 11-16,2 7 5 0,-3-13 4 0,1 6 5 15,2 7-12-15,-3-7-3 0,3 7-3 16,-10-2 2-16,10 2 0 0,-13 8-2 0,3-2 1 0,-1 9 2 16,3-8-7-16,-4 8-14 0,5-2-16 0,1-3-23 15,-1 6-33-15,7-7-50 0,0 2-41 0,0 1-171 16,0-3-380-16,0-9 168 0</inkml:trace>
  <inkml:trace contextRef="#ctx0" brushRef="#br0" timeOffset="23192.91">25576 7112 72 0,'0'0'125'0,"0"0"-16"0,0 0-9 0,0 0-12 16,34-4-12-16,-21 2-38 0,-2 2-37 0,3-1-46 16,-3-1-49-16,3 4-103 0,-1-4 46 0</inkml:trace>
  <inkml:trace contextRef="#ctx0" brushRef="#br0" timeOffset="27446.09">30759 4200 99 0,'0'0'168'0,"1"-9"-2"0,-1 9-5 16,3-6-5-16,-3 6-5 0,0 0-16 0,1-7-9 15,-1 7-17-15,0 0-9 0,0 0-13 0,0 0-12 16,0 0-6-16,3-6-10 0,-3 6-7 0,0 0-7 16,0 0-16-16,0 0 2 0,0 0-8 0,0 0 1 0,0 0-6 15,0 0 1-15,-13 20-1 0,8-10-2 0,0-1-3 16,0 3 1-16,0-3-3 0,-1 3-3 16,1-1 2-16,3 0-4 0,-2 1 3 0,3-2 0 15,0 1-1-15,2 0-1 0,0 0-7 0,0-1 6 16,4-2-4-16,-3-2 3 0,4 1-1 0,-1 0 4 15,2-2 1-15,3 0-5 0,-1-1 4 0,0-2-2 0,1-2 14 16,4 0-9-16,-1-2 2 0,5-2-2 16,-7 1 1-16,8-4 2 0,-3-2-6 0,0-1 2 15,-3 0-2-15,4-2 5 0,-6-1 2 0,3-1-1 16,-5 1-2-16,0-2 7 0,-1-1 4 0,-3 1-5 16,-3-2-2-16,1 2-5 0,-2-2 7 0,-2 5-5 15,1-2-2-15,0 5 0 0,-1-1-5 0,-1 3-3 0,0-1-1 16,2 8-1-16,-4-11-1 0,-1 8-9 15,5 3-15-15,-18-2-12 0,0 6-13 0,1-1-13 16,-9 7-17-16,0 2-17 0,2 2-18 0,0 0-19 16,2 3-14-16,5-3-128 0,2 5-297 0,0 1 132 15</inkml:trace>
  <inkml:trace contextRef="#ctx0" brushRef="#br0" timeOffset="27956.72">30792 4425 53 0,'3'-6'186'0,"-3"6"-7"0,0 0-8 0,0 0-1 16,3-9-19-16,-3 9-10 0,0 0-9 16,0 0-19-16,0 0-3 0,0 0-20 0,0 0-7 15,0 0-15-15,0 0-10 0,0 0-6 0,0 0-8 0,0 0-7 16,0 0-7-16,0 0 2 0,0 0-8 0,0 0-1 15,0 0-1-15,-7 56-3 0,5-29-3 16,-6 1 3-16,5 4-1 0,1 0 1 0,-1 3-6 16,1 0 0-16,0 11 6 0,-3-11-11 0,0 13-1 15,1-2-2-15,3-10 1 0,-4 11 3 0,4-11 1 0,0 10 2 16,-1-13-2-16,-2 0 0 0,2 4-1 16,0-4 0-16,1-1-2 0,2 4-2 0,-2-2 2 0,2 1 5 15,-1-4-2-15,-2-2-2 0,2-1 1 16,0-2-2-16,1 0 0 0,-1-9 4 0,-1 3-4 15,2-2 0-15,-1-1 0 0,-2-1-3 0,0-1 1 16,0-5-15-16,2-10-25 0,-3 24-13 0,2-15-24 16,1-9-27-16,-1 15-26 0,1-15-30 0,0 0-141 15,-2 13-318-15,2-13 140 0</inkml:trace>
  <inkml:trace contextRef="#ctx0" brushRef="#br0" timeOffset="29059.67">30332 5570 19 0,'-7'-1'82'0,"7"1"-3"0,0 0-6 0,0 0 3 16,0 0 0-16,-10-1-3 0,10 1 5 0,0 0-7 16,0 0 5-16,0 0-2 0,0 0 2 0,0 0 0 15,0 0-2-15,0 0-5 0,0 0 1 0,0 0-9 16,-8-2-3-16,8 2-10 0,0 0-10 0,0 0 0 15,0 0-9-15,0 0-1 0,0 0-1 0,41 5 1 16,-11-5-5-16,11 4 0 0,12-4 0 0,7 1 1 16,6 0-1-16,26-1-2 0,-29 0 6 0,-4 0-10 15,2 1 7-15,-3 0-4 0,-6-2 3 0,-12 1 3 16,-5 0-1-16,2 0-8 0,-2 0 11 0,-3 0-3 16,-5 0-8-16,-8 0-1 0,1 0-3 0,-2 1-6 15,-5-1 8-15,0 0-4 0,-3 0-4 0,-2 0-3 16,-8 0-6-16,10 0-8 0,-4 3-16 0,-6-3-19 15,0 0-15-15,0 0-9 0,10 3-15 0,-10-3-8 16,3 4-18-16,-3-4-11 0,0 0-103 16,-13 16-240-16,3-10 106 0</inkml:trace>
  <inkml:trace contextRef="#ctx0" brushRef="#br0" timeOffset="29564.21">30680 5906 36 0,'0'0'141'16,"0"0"6"-16,0 0-19 0,-4-6-6 0,4 6-10 15,0 0-2-15,-5-5-4 0,5 5-5 0,0 0-13 16,0 0-3-16,-3-7-14 0,3 7-7 0,0 0-10 16,-6-6 0-16,6 6-8 0,-7-5-1 0,7 5-8 15,-6-6-3-15,6 6-5 0,-9-3-1 0,9 3-3 16,-9-5-3-16,9 5 0 0,-10-3 5 0,10 3-10 16,-7-3-2-16,7 3 6 0,-10-1-3 0,10 1-2 15,0 0 1-15,-8-3-5 0,8 3 4 0,0 0-4 16,-8-1-2-16,8 1-1 0,0 0 3 0,0 0-1 15,0 0-1-15,0 0-1 0,0 0 4 0,0 0 0 16,-8-3-5-16,8 3 3 0,0 0-8 0,0 0 4 16,0 0-5-16,0 0-4 0,0 0 1 0,0 0 7 15,0 0-1-15,0 0 1 0,0 0 0 16,46 3-1-16,-24-3 2 0,10 2 5 0,3-2-3 0,3 2 3 16,-4-2-3-16,-1 1 4 0,-3-1-6 0,-3 0 0 15,-9 0-3-15,1 2 1 0,-6-2 0 0,1 1-2 16,-5-1-4-16,-2 1 1 0,1-1-5 0,-8 0-14 15,13 0-5-15,-13 0-14 0,10 2-22 0,-10-2-18 16,10 1-17-16,-10-1-30 0,6 2-19 0,-6-2-111 16,7 4-275-16,-7-4 123 0</inkml:trace>
  <inkml:trace contextRef="#ctx0" brushRef="#br0" timeOffset="30154.64">30717 5902 50 0,'0'0'200'0,"0"0"-16"0,-1-9-9 0,1 9-19 0,0 0-15 15,0 0-11-15,0 0-17 0,-3-6-11 0,3 6-17 16,0 0-9-16,0 0-16 0,0 0 1 0,0 0-14 16,0 0 0-16,0 0-4 0,2 31-8 0,-4-13-1 15,4 1 2-15,-2 5-13 0,1 3-1 0,-1 6 1 16,1-2-2-16,-1 1-2 0,1-1-2 0,2 2 3 15,-3 2 0-15,-5 0-6 0,4-1 1 0,-2-1 1 16,-1 2-3-16,3 0-2 0,0-2 0 0,-2 2 1 16,0-1 5-16,1-3-4 0,0 1 0 0,1 0 4 15,-1-2-6-15,-1 2 0 0,4-1 1 0,-4-1-1 16,1 0 2-16,2 1-7 0,0 1 11 0,-2 4-5 16,1-4-1-16,-1 1 0 0,0 0 1 0,0 2-4 15,2-1 3-15,-1 12-5 0,-1-13-1 0,-1-2 1 16,0 4 1-16,0-2-3 0,0 0 4 15,-1 1 0-15,2-3-3 0,1 0-1 0,-3-2-2 0,1 0 3 16,-1-1 3-16,-1 1 3 0,2-1-9 0,1 0 1 16,1-2-2-16,-2 1 6 0,2 2-3 0,1 0 4 15,0-1 0-15,0 1-5 0,0-1 2 0,1-5-1 16,-1-3-1-16,0-1 4 0,1 2-8 16,-2-2-8-16,1-1-8 0,0-2-3 0,-1-3-13 0,2-1-13 15,-2 0-21-15,2-2 4 0,-1 1-21 0,0-11-20 16,1 14-25-16,-1-14-12 0,2 11-136 0,-2-11-299 15,3 8 133-15</inkml:trace>
  <inkml:trace contextRef="#ctx0" brushRef="#br0" timeOffset="33686.28">30617 7840 65 0,'0'0'139'0,"-9"-9"-6"0,9 9 5 0,0 0-4 16,0 0-5-16,0 0-4 0,0 0-6 0,0 0-9 15,0 0-14-15,0 0-7 0,0 0-12 0,0 0-5 0,-5-6-8 16,5 6-10-16,0 0-7 0,0 0-6 16,0 0-4-16,0 0 0 0,-11 7-9 0,11-7 5 0,-7 6-7 15,4-1-6-15,-3-1 0 0,-1 4-2 0,2-3-9 16,0 2 4-16,2-1 0 0,3-6-5 0,-6 10 0 16,4-6-4-16,0 2 1 0,-1 0 5 15,-1 0-6-15,4-6 8 0,2 10-5 0,-2-10-3 0,0 0-3 16,2 13 3-16,1-9-1 0,-3-4 0 0,9 6-3 15,-4-3 6-15,2-1-3 0,1 1 2 0,0-2-1 16,-8-1 3-16,15-2-1 0,-5 0 3 16,1 0-1-16,-4-2-2 0,3-1 3 0,-4 0 0 0,0 0-3 15,-2 1 12-15,1-5 2 0,0 3-1 0,-2-2-5 16,-1-3-3-16,-2 1-1 0,0 1 3 0,1-2 0 16,-2-1-6-16,-1 1-2 0,-2-2-2 0,-1 1 1 15,-2 5-2-15,3-4 1 0,1 5 3 0,-3 2-12 16,1-3 9-16,-1 4-8 0,-2-2-8 0,2 2-12 15,6 3-14-15,-12-3-20 0,4 3-19 0,8 0-10 16,-13 3-22-16,6 0-31 0,-2 2-130 16,4 0-293-16,1 1 129 0</inkml:trace>
  <inkml:trace contextRef="#ctx0" brushRef="#br0" timeOffset="33969.15">30983 7879 200 0,'0'0'186'0,"0"0"-13"0,0 0-16 0,0 0-9 16,0 0-21-16,0 0-13 0,0 0-11 0,5-8-12 15,-5 8-11-15,0 0-5 0,0 0-4 0,13 3-7 16,-13-3 1-16,15 2-8 0,-5-1-3 0,3 1-5 0,-3-1-6 15,3 1-3-15,-1-1-2 0,-2 0-4 16,1 1-3-16,-4-2-2 0,0 0-7 0,-7 0-1 16,13 1-3-16,-13-1-18 0,13 3-18 0,-7-3-20 15,-6 0-37-15,13 0-26 0,-13 0-42 0,15 0-144 16,-15 0-308-16,14-4 136 0</inkml:trace>
  <inkml:trace contextRef="#ctx0" brushRef="#br0" timeOffset="34760.25">31515 4210 106 0,'0'0'153'0,"-9"-5"-18"15,9 5-4-15,0 0-12 0,0 0-10 0,0 0-9 16,0 0 1-16,0 0-10 0,0 0-18 0,0 0-9 16,0 0-5-16,-8-5-8 0,8 5 2 0,0 0-13 15,0 0-3-15,0 0 2 0,30 0-5 0,-10 1-3 16,1 0-9-16,6 2-16 0,0-2-13 0,-4 1-17 16,-2-3-22-16,7 2-32 0,-8 0-6 15,-2 0-19-15,-3 0-9 0,-4 1-72 0,-4-2-198 16,-7 0 87-16</inkml:trace>
  <inkml:trace contextRef="#ctx0" brushRef="#br0" timeOffset="34945.98">31731 4101 30 0,'0'0'162'0,"-4"-5"-15"0,4 5-19 16,0 0-10-16,-4-5-8 0,4 5-17 0,0 0-11 15,0 0-16-15,0 0-5 0,0 0-3 0,0 0-13 16,-4 15 2-16,4-4-10 0,3 5-1 0,-3 1-2 15,0 3 1-15,-2 6-7 0,5-1-2 0,-3 4 1 16,1 0-27-16,-3-3-20 0,3 4-41 0,-2-1-43 16,-3 0-94-16,0-3-214 0,-1 3 95 0</inkml:trace>
  <inkml:trace contextRef="#ctx0" brushRef="#br0" timeOffset="62012.46">31673 5651 50 0,'0'0'59'0,"0"0"0"0,0 0-3 0,0 0-1 16,0 0-11-16,0 0 5 0,0 0 4 0,0 0-5 0,0 0-9 15,0 0 0-15,0 0 1 0,0 0 1 16,0 0-6-16,0 0 14 0,0 0-8 0,0 0 4 16,0 0-3-16,0 0-11 0,6-5 3 0,-6 5-2 15,0 0-8-15,3-10-6 0,-3 10 1 0,4-7-6 16,-4 7 5-16,4-8-6 0,-4 8 0 0,3-7 19 0,-3 7-5 16,2-7 7-16,-2 7 0 0,2-8-7 15,-2 8-4-15,4-10-6 0,-4 10 8 0,4-7 0 16,-4 7 9-16,4-9-8 0,-2 4 4 0,-2 5-3 15,3-9 2-15,-3 9-5 0,2-6 1 0,-2 6 7 16,0 0 1-16,3-7-6 0,-3 7-2 0,0 0-1 0,0 0-9 16,0 0-3-16,3-6-4 0,-3 6 1 15,0 0-2-15,0 0-8 0,0 0 0 0,0 0 2 16,0 0-3-16,0 0 3 0,9 13 6 0,-7-7-6 16,3 4 5-16,1-1-6 0,0 2 0 0,-1 2 2 15,3 0 0-15,0 3-1 0,0-1 2 0,-2-1 2 0,2 0-4 16,1 0 2-16,-3 0-1 0,3-1 3 15,0 1-3-15,-1-4 6 0,-2 2-2 0,1-2-4 0,-1 2-2 16,4-3 1-16,-2 0 1 0,-3-1 1 16,2-1 0-16,-2 0-7 0,0-2 9 0,-1 0 3 15,-2 0-4-15,-2-5 1 0,7 7-4 0,-5-4-2 16,-2-3 0-16,4 7 3 0,-4-7 3 0,4 6-3 0,-4-6 1 16,0 0 4-16,6 5-7 0,-6-5 13 15,0 0-3-15,0 0 6 0,0 0-7 0,0 0 6 16,4 4 4-16,-4-4 5 0,0 0 8 0,0 0 6 15,0 0 5-15,0 0 5 0,0 0 3 0,0 0-3 16,0 0-5-16,0 0-5 0,0 0-6 0,0 0 2 0,9-13 0 16,-5 7-5-16,-2 0-10 0,2-4-1 15,1 1-3-15,3-2 0 0,-2 1-3 0,3-6-8 16,0 0 8-16,1 2-5 0,1-3 1 0,1 0-2 16,3-3 4-16,-4 3-7 0,2-1 2 0,-4 1-2 15,2 1 1-15,1-9 1 0,4 6-2 0,-4 3-1 0,-3 0 0 16,0 0 0-16,0 0 1 0,0 3-2 15,-4 2 4-15,1-1-3 0,-2 3-1 0,0 1 5 16,-2 3-6-16,1-1 2 0,-3 6-1 0,2-11 1 16,-2 11-1-16,4-5 0 0,-4 5 0 0,7-7-2 15,-7 7 1-15,1-7-1 0,-1 7 1 0,0 0-2 16,0 0-8-16,0 0-7 0,0 0-21 0,0 0-9 0,0 0-8 16,0 0-18-16,0 0-19 0,0 0-28 15,-17 19-21-15,11-10-20 0,-4 6-114 0,-1 0-298 16,-1-1 133-16</inkml:trace>
  <inkml:trace contextRef="#ctx0" brushRef="#br0" timeOffset="62720.38">32293 5787 149 0,'0'0'158'16,"2"-5"-14"-16,-2 5-20 0,4-7-12 0,-4 7-11 16,4-7-9-16,-4 7-4 0,4-5-17 0,-4 5-5 15,0 0-7-15,0 0-9 0,5-4-6 0,-5 4-4 16,0 0-4-16,0 0-4 0,0 0-10 0,5-6 7 16,-5 6-11-16,0 0 12 0,0 0-17 0,0 0 6 15,14 4-10-15,-14-4 1 0,8 4-3 0,-2 1 11 16,-6-5-5-16,13 2-2 0,-9 0-2 0,1 1-1 15,-5-3-2-15,6 4-2 0,-6-4 2 0,6 3 0 16,-6-3-2-16,3 5 3 0,-3-5-11 0,0 0 10 16,0 0 0-16,0 0-8 0,7 4-1 0,-7-4 6 15,0 0 1-15,0 0-1 0,0 0-4 0,0 0 4 16,0 0-3-16,5 3 3 0,-5-3 2 0,0 0 1 16,0 0-3-16,0 0 2 0,0 0-1 0,0 0 2 15,0 0 0-15,0 0-2 0,0 0 0 0,0 0-2 16,0 0 6-16,0 0-4 0,0 0-2 0,0 0 4 15,9 0-4-15,-9 0 4 0,0 0-2 0,0 0-1 16,9 0-5-16,-9 0 4 0,0 0-2 0,10 1 1 16,-10-1-1-16,0 0 4 0,0 0-4 0,10 0 1 15,-10 0-4-15,0 0-1 0,0 0-1 0,7 2 5 16,-7-2-2-16,0 0 3 0,0 0-1 0,0 0 1 16,0 0 8-16,0 0-7 0,0 0-5 0,0 0-3 15,0 0 4-15,0 0 3 0,0 0 0 0,0 0 1 16,0 0-4-16,0 9 1 0,0-9 1 0,0 0 2 15,-9 17 2-15,3-7 6 0,-1-3-5 0,-1 5 3 16,0-2-3-16,-2 3 7 0,0 0-1 0,-2-3 7 16,1 3-5-16,3-4-3 0,-1 1-2 0,2-1 3 15,-6 4-3-15,5-4 5 0,3-3-7 0,-1 1 1 16,-1 0-2-16,0 0 3 0,0-1-2 0,2 1 3 16,5-7-9-16,0 0 5 0,-5 10 0 0,5-10 2 15,-5 8-2-15,5-8 0 0,0 0-10 0,-9 5 0 16,9-5 4-16,0 0 3 0,0 0-4 0,0 0 8 15,0 0-4-15,0 0-2 0,0 0 0 0,0 0 7 16,11 12 0-16,1-12 0 0,10 2 1 0,6-2-6 16,5 1 3-16,3-4-12 0,1 3-36 0,1 2-24 15,16-4-21-15,-13 5-24 0,-3-3-30 0,-1 0-106 16,-37 0-269-16,67-3 118 0</inkml:trace>
  <inkml:trace contextRef="#ctx0" brushRef="#br0" timeOffset="64177.83">30617 5946 34 0,'0'0'37'15,"-13"-8"-2"-15,13 8 0 0,0 0-16 0,-11-9 10 16,11 9-3-16,-9-6-1 0,9 6 0 0,-9-6-1 16,9 6 5-16,0 0-4 0,-13-6 8 0,13 6-5 15,0 0 0-15,-7-9 2 0,7 9-3 0,0 0-2 16,-11-5-2-16,11 5-1 0,0 0 1 0,0 0 0 15,0 0 8-15,0 0-9 0,-11-5-1 0,11 5 7 16,0 0 2-16,0 0-3 0,0 0 0 0,0 0 5 16,0 0-3-16,0 0 17 0,0 0-9 0,0 0 4 15,0 0-1-15,0 0 0 0,0 0 1 0,-13-6-4 16,13 6 1-16,0 0-1 0,0 0 2 0,0 0-6 16,0 0-8-16,0 0-5 0,0 0 2 0,0 0 2 15,0 0-4-15,0 0 1 0,0 0-7 0,0 0 0 16,0 0 4-16,0 0-10 0,0 0 6 0,0 0 2 15,0 0-13-15,0 0 13 0,0 0-5 16,-4-11-15-16,4 11 12 0,0 0 3 0,0 0-1 0,0 0-5 16,0 0 3-16,0 0 8 0,0 0-9 0,0 0-5 15,0 0 8-15,0 0-5 0,0 0 4 0,0 0 0 16,0 0-4-16,0 0-6 0,0 0 7 0,0 0-4 16,0 0 2-16,0 0-2 0,0 0-2 0,0 0-3 15,0 0 0-15,0 0 5 0,0 0-4 0,36-7 1 16,-6 6-1-16,8 0-11 0,16 1-8 0,4-5-20 15,5 3-23-15,-2 2-13 0,2-2-25 0,-4 4-28 16,-4 0-68-16,-4-3-214 0,-1-2 95 0</inkml:trace>
  <inkml:trace contextRef="#ctx0" brushRef="#br0" timeOffset="66220.89">26739 9537 127 0,'0'0'129'0,"-4"-6"-3"0,4 6-13 0,0 0-14 16,-2-8-1-16,2 8-5 0,0 0-8 0,0 0-6 15,-5-4-11-15,5 4-1 0,0 0-8 0,-6-5-9 16,6 5-4-16,-8-4-2 0,8 4 2 0,-10-2-12 16,3 0 1-16,7 2-2 0,-18-3 0 0,9 1 8 15,0 0 5-15,-3 0-1 0,2-1 0 0,-1 2-6 16,-1-1-5-16,-1 1 3 0,-3 1-6 0,3-1 3 15,-2-1-5-15,2 4-1 0,0-4 0 0,-1 1-4 0,3 1-1 16,0 0 0-16,2 0-4 0,9 0-1 16,-15 0 1-16,15 0-4 0,-10 0-1 0,10 0-7 0,0 0 5 15,0 0-9-15,0 0 2 0,0 0 0 16,0 0-2-16,36 6 6 0,3-4-4 0,19-2-4 0,7 5 3 16,30-4 3-16,-1 0-6 0,-29 1 4 0,33-2-9 15,3-2 5-15,-11-2-6 0,0-1 1 0,-27 6 2 16,2-2-1-16,-2-1 0 0,-3 4 3 0,-5-1-6 15,-15-2 4-15,-3 2-1 0,-4 2-1 0,-11 0-12 16,-1-2-22-16,-5 2 15 0,-4-3-16 0,-1 1-1 16,-3 1 2-16,-1-2-23 0,-7 0-16 0,12 1-6 15,-12-1-8-15,5 1-12 0,-5-1-12 0,0 0-113 16,0 0-246-16,0 0 109 0</inkml:trace>
  <inkml:trace contextRef="#ctx0" brushRef="#br0" timeOffset="66624.05">27742 9173 40 0,'1'-15'142'0,"2"3"-5"0,-1-1 8 0,1 3 4 15,-2 1-16-15,0 1 5 0,1 1-10 0,-2 7-6 16,2-11-18-16,-2 11-8 0,2-7-14 0,-2 7-8 0,2-7-10 16,-2 7-2-16,0 0-12 0,0 0-6 15,0 0-6-15,0 0-2 0,0 0-2 0,8 22-4 16,-8-9-7-16,2 6 2 0,-2-1-4 0,2 9 2 15,0 3-6-15,2 2 1 0,-2-2-2 0,-1 4 1 0,3 2-7 16,-2 7 3-16,-2-8-2 0,3 1-1 16,-1-1 1-16,3 10-3 0,-3-13-1 0,1 1 0 15,2-1 3-15,0-3-7 0,1 0-7 0,-3-3-5 0,2 1-5 16,0 0-24-16,-3-2-13 0,0-5-28 0,0-1-17 16,-4 0-24-16,0-1-30 0,-8 8-107 0,3-8-277 15,-2-1 123-15</inkml:trace>
  <inkml:trace contextRef="#ctx0" brushRef="#br0" timeOffset="67816.81">27769 9060 8 0,'-3'-6'73'0,"3"6"8"0,0 0-8 16,0 0 3-16,0 0-7 0,0 0-2 0,0 0-1 15,0 0-2-15,0 0-2 0,-1-9 2 0,1 9-4 16,0 0-4-16,0 0-5 0,0 0 5 0,-4-7-6 15,4 7-7-15,0 0-8 0,0 0 5 0,0 0-10 16,0 0 3-16,0 0-2 0,0 0 1 0,0 0-5 16,-4-6 4-16,4 6-9 0,0 0 9 0,0 0-8 15,0 0-4-15,0 0 1 0,0 0 0 0,0 0-3 16,0 0-3-16,0 0-3 0,0 0 0 0,0 0-4 0,0 0 3 16,0 0-7-16,0 0 4 0,0 0-4 15,0 0 1-15,0 0 4 0,0 0-7 0,27 11 4 16,-15-5 2-16,3 0 0 0,5 2 2 0,-2 0-6 15,9 2 5-15,0-1-2 0,4 1 5 0,-1 0-5 0,1-1-3 16,1 1-2-16,1 0 6 0,1-2-2 0,2 3 0 16,1 2-2-16,-2-5 1 0,1 0-1 15,-3 1 4-15,-1-2 0 0,-1 1-3 0,-2 1-3 0,-10-3 2 16,2 0 0-16,-2 1 0 0,-3-4-3 0,-3 1 1 16,-1-1 2-16,-6-1-2 0,3 1-6 0,-3-2 8 15,-6-1-3-15,9 3 2 0,-9-3 2 0,7 3-3 16,-7-3 0-16,7 0 4 0,-7 0 2 0,0 0 4 15,0 0-2-15,8 2 7 0,-8-2 0 0,0 0-1 16,0 0 5-16,0 0-4 0,0 0-5 0,0 0 3 16,0 0-4-16,0 0 0 0,0 0-4 0,0 0 2 15,0 0-10-15,0 0 7 0,0 0-2 0,0 0 0 16,0 0-6-16,-10 14 7 0,0-9-3 0,-3 5 8 16,-6 1-15-16,-7 4-3 0,0 2 11 0,-3 2-5 15,-3 1 2-15,-11 9 1 0,1-1 3 0,1 1-7 16,0 2 3-16,10-11 3 0,-13 10-7 0,1 0 3 15,1-4-5-15,10-4-7 0,3 1-15 0,-3 0-12 16,5 2-21-16,0-3-18 0,4-1-21 0,2 1-28 16,4-4-96-16,0 1-244 0,5-4 108 0</inkml:trace>
  <inkml:trace contextRef="#ctx0" brushRef="#br0" timeOffset="68314.13">28523 9000 77 0,'0'0'148'0,"-3"-10"-15"0,3 10-15 0,0-7-8 16,0 7-15-16,0 0-13 0,0 0-11 0,0 0-2 15,0 0-5-15,0 0-2 0,17 21 3 0,-8-6 1 16,0 11-11-16,2-2 1 0,-2 4-8 0,-1 6 7 16,2 0-9-16,-2 1-6 0,-3 10 3 0,0-12-1 15,1 13-10-15,-4-10-1 0,0 0 2 0,-4 0-2 16,0 10-7-16,0-13-3 0,2 0-1 0,-3 1-11 15,2-2-10-15,-3-1-15 0,-1-1-26 0,4-1-7 16,-1 0-30-16,0-3-11 0,-3 0-24 0,1-7-113 16,1-2-243-16,-1-1 107 0</inkml:trace>
  <inkml:trace contextRef="#ctx0" brushRef="#br0" timeOffset="68621.87">28788 9413 92 0,'8'-3'129'0,"9"2"-6"16,10-5-17-16,10 4 4 0,16 0-20 0,14 0-7 15,30 2-8-15,0-1-17 0,5-2-1 0,-1 3-12 16,4 0-5-16,-8 0-18 0,-7 0-2 0,-25 2-24 16,0 0 17-16,0 0-9 0,-2-4-12 0,-4 1 6 15,-4 1-14-15,-17 0-5 0,-2 0 4 0,-4-1-2 16,-11 1 1-16,-2 0-1 0,-7 0-10 0,1 0-7 16,-4 0-17-16,-3-2-13 0,-6 2-61 0,0 0-137 15,0 0 61-15</inkml:trace>
  <inkml:trace contextRef="#ctx0" brushRef="#br0" timeOffset="69873.57">26674 8936 5 0,'0'0'114'0,"-4"-7"-2"0,4 7-19 16,0 0-10-16,0 0-4 0,0 0-14 0,0 0-8 15,0 0-3-15,0 0-8 0,0 0-3 0,0 0-9 16,0 0 0-16,0 0 5 0,0 0-2 0,-9 16-9 16,9-9 3-16,-4 1 11 0,-1-1-12 0,5 4-9 15,-5-2 7-15,1 1-9 0,0-1 4 0,-1 1-2 16,1 0 9-16,0-1-1 0,-2 2-4 0,-2-2-6 15,3 1 2-15,-1-1-5 0,1-1 7 0,-2 0-8 0,2 1 0 16,1-2-6-16,2-3 5 0,-2 1-3 16,4-5 4-16,-5 11-5 0,5-11-2 0,-2 6-2 15,2-6-1-15,-2 7 6 0,2-7-1 0,0 0 16 0,0 0 15 16,-5 6-4-16,5-6 1 0,0 0-2 16,0 0 3-16,0 0-9 0,0 0 0 0,0 0-9 15,7-23-1-15,-5 14-2 0,3-1 4 0,-1 2-8 16,-2-3 0-16,5-2-3 0,-3 1 2 0,3-2-1 0,-2-2-6 15,1 2 3-15,-1 2 0 0,1-3-7 0,2-2 5 16,0 4-4-16,-1-3 6 0,-1 1-10 0,2 1 0 16,-4 2 12-16,1 1-9 0,-1 2-12 0,2 0 11 15,-3 4-1-15,-1 1-1 0,-2 4-2 0,4-10 1 16,-4 10-5-16,8-4 7 0,-8 4-3 0,0 0 0 16,11 1-2-16,-11-1-1 0,10 8 1 0,-4-3 5 15,2 4 0-15,-1 2-2 0,0-1 2 0,2 3 0 16,-2 3-4-16,-1 1 10 0,-1-2-2 0,-1-1 3 15,0-1-5-15,0 0-1 0,-2-2 3 0,0 1-5 16,0 0 1-16,0 0 5 0,0 1-5 0,1-4 3 16,-1 0 4-16,-2 1-4 0,0-2 1 0,2 3-5 15,0-3-4-15,-2-8-25 0,0 11-13 0,0-11-6 16,2 9-23-16,0-3-6 0,-2-6-5 0,0 8-4 16,0-8-10-16,0 0 6 0,0 0-15 0,0 0-88 15,-8 4-210-15,8-4 93 0</inkml:trace>
  <inkml:trace contextRef="#ctx0" brushRef="#br0" timeOffset="70533.56">26650 9064 61 0,'0'0'89'0,"0"0"-19"0,0 0 0 0,0 0-4 16,0 0-6-16,29-6-7 0,-15 3-6 15,3 2-1-15,4-2-1 0,-1 1 3 0,0 0-15 16,0 0-2-16,-1 0-4 0,0 4 4 0,-2-5-6 0,-4 3-2 15,1 1-4-15,-4-2-5 0,-1 1 9 0,1 1-17 16,-2-1 3-16,-8 0 1 0,13 2 1 0,-8 0-2 16,-5-2-3-16,10 7 9 0,-8-3 9 15,2 1 2-15,-2 1 7 0,0 3 6 0,-1 0-5 0,-1-9-5 16,-1 18-1-16,-1-9-3 0,2 1 1 0,-2-1-4 16,0 1 7-16,-2-2 6 0,4 2-20 0,-3-4 2 15,3-6-1-15,-2 11 1 0,2-11-11 0,-5 8 14 16,5-8 10-16,-2 6 1 0,2-6 6 0,0 0 5 15,0 0-5-15,0 0 0 0,0 0-5 0,0 0-2 16,0 0-5-16,0 0-1 0,0 0-7 0,0 0-4 16,12-31 1-16,-10 21-10 0,2 1 0 0,3-4-6 15,-1 4-4-15,2-1 8 0,-2 0-3 0,1 0-13 16,-1 1 7-16,1 2-5 0,0 1 5 0,-2-1-1 16,-1 4 3-16,-4 3-14 0,9-4 12 0,-9 4 2 15,8-2 3-15,-8 2-2 0,0 0 2 0,14 5-2 16,-9-1 5-16,-1 2 2 0,2-2-1 0,0-1-9 15,-2 4-2-15,3 0 6 0,-5-2 4 0,7 2-4 16,-5-2 6-16,1 0-5 0,-2-1-2 0,-3-4-5 0,8 9 1 16,-4-6 6-16,-4-3-3 0,7 3 1 15,-1-1 3-15,-6-2-3 0,4 4 8 0,-4-4-11 0,0 0-7 16,11-6-4-16,-11 6 5 0,6-7 1 16,-2 2 10-16,-4 5-13 0,6-10 11 0,-4 6-8 0,-2 4 8 15,4-8 3-15,-4 8 7 0,3-5-6 16,-3 5 2-16,0 0-1 0,4-7-1 0,-4 7-10 0,0 0 4 15,0 0 7-15,2-6-8 0,-2 6-6 16,0 0 9-16,0 0 0 0,0 0 4 0,9-1-8 0,-9 1 6 16,0 0 2-16,10 0 4 0,-10 0-5 0,0 0 3 15,10 0-2-15,-10 0-2 0,0 0-9 0,11-2 14 16,-11 2 0-16,0 0 1 0,8-3-8 0,-8 3 10 16,0 0 2-16,2-7-18 0,-2 7-10 0,0 0-2 15,0-10-2-15,0 10-5 0,0 0-18 0,0 0-4 16,0 0-3-16,0 0-22 0,-6-11-11 0,6 11-91 15,0 0-191-15,0 0 85 0</inkml:trace>
  <inkml:trace contextRef="#ctx0" brushRef="#br0" timeOffset="71098.53">27365 9005 32 0,'0'0'139'0,"0"0"0"16,-10-6-12-16,10 6-7 0,-7-5-20 0,7 5-9 15,-9-4-6-15,9 4-18 0,-11 2-4 0,11-2-5 16,-11 5-6-16,4 1-6 0,-2 2-7 0,2 0-2 16,1 1-2-16,-1 1-3 0,3-1-5 0,0 1 1 15,-2 0-2-15,2 1-7 0,4-1-1 0,0 1 2 16,-2 0-5-16,4-4 3 0,-2 0-13 0,4-2 14 0,-4-5-4 16,6 10-1-16,-2-7 4 0,-4-3-8 15,11-1 5-15,-11 1-7 0,16-5-2 0,-6 0 5 16,-1-2-3-16,-2 0-1 0,2-3 2 0,0-4-2 15,0 2-2-15,0-4 4 0,-4 3 0 0,4-4-1 16,-3 0-1-16,1-1-6 0,0 0 1 0,-3 0-1 16,3-7 1-16,0 2-3 0,-3 4 3 0,3 1 1 15,-5 0-3-15,-1 0 8 0,1 3 5 0,-2 5-1 16,4-2-1-16,-4 5 7 0,0 7-12 0,2-11 3 0,-2 11-6 16,0-6-1-16,0 6 0 0,0 0-1 0,0 0 4 15,0 0-1-15,-2 37 0 0,2-19-1 0,0 3-4 16,0 4-1-16,-2-2 6 0,4-2-4 0,0-2 3 15,1 0-1-15,1-1-2 0,0-1 0 0,2 0 2 16,-2-6 0-16,5-1-8 0,-3 1 10 0,3-3 2 16,5 2 3-16,-4-5-4 0,5-1 2 0,2-2-3 15,0-3 2-15,0 1-6 0,1-3-3 0,0-2 0 16,-2 1 1-16,2-3 0 0,-7-1 4 0,0-1-11 16,0 1 2-16,-4-2 1 0,0 1-7 0,-1-2 5 15,0-2 0-15,-4 1 0 0,0 2-3 0,0 0 4 16,-2 4 8-16,0 6 2 0,-2-13-6 0,0 7-2 15,2 6-4-15,-6-5 6 0,6 5 0 0,-12 1 0 16,12-1 0-16,-14 13 1 0,5-5-3 0,0 0 2 16,1 3 2-16,0 2-12 0,4-1-19 0,-1 4-19 15,5 0-12-15,0-3-17 0,6 2-13 0,7 0-17 16,1-2-93-16,7 2-220 0,6-2 98 0</inkml:trace>
  <inkml:trace contextRef="#ctx0" brushRef="#br0" timeOffset="71995.55">29176 8745 127 0,'-7'-10'158'0,"7"10"-5"0,-6-7-19 0,6 7-13 16,-5-4-8-16,5 4-16 0,0 0-6 0,-15 2-7 15,3 5-3-15,-2 1-13 0,-1 5-2 0,-2 0-10 16,1 1-5-16,1 1-1 0,1-1-10 0,4 2-4 15,1 0-4-15,3-3 0 0,1 3-5 0,2-1 5 16,3-1-15-16,3-3-8 0,0 0-16 0,4 0-14 16,3 2-18-16,4-3-11 0,3-2-8 0,-1 1-8 15,3-4-8-15,1 2-6 0,1-2-7 0,0-3 2 16,-1 0 8-16,1-2 8 0,-2-1 5 0,0-2 0 16,-1 0 12-16,1-1 9 0,-2-1 3 0,-1-2 5 15,-2-3 15-15,-3 3-7 0,-1-2 22 0,-2 0 7 16,-2-2-3-16,-1 1 13 0,1 1 19 0,-2-1 0 15,-3 3 16-15,1-3 2 0,-2 3 3 0,0 7 5 16,-3-11 2-16,3 11 0 0,-2-7-18 0,2 7 3 16,-10-3-1-16,10 3-5 0,-15 4 1 0,4 1-3 0,1 0 0 15,-3 4 0-15,0-1 2 0,4 1-11 0,-4 3-8 16,3-4 3-16,4 3-1 0,-1-4-1 16,4 3-2-16,0-3 0 0,2-1-2 0,1-6-8 15,0 12-1-15,0-12-1 0,4 11 8 0,-1-8-3 0,1 2-3 16,-4-5 4-16,12 4-4 0,-3-3 0 15,-9-1 1-15,14 0-4 0,-14 0 2 0,15-6-11 16,-6 2 15-16,-3 1-5 0,0-1-2 0,-1-3 5 0,1 4-3 16,-1-2 9-16,-1 0-1 0,-4 5-7 0,6-9 2 15,-6 9-2-15,4-3-1 0,-4 3-1 0,0 0-5 16,7-6 0-16,-7 6-3 0,0 0-3 16,0 0 1-16,0 0 4 0,0 0-12 0,0 0 15 0,0 0-2 15,6 13 1-15,-4-7-2 0,1 0 7 0,-3-6 0 16,4 9-4-16,0-5 4 0,0 2-10 0,2-3 6 15,0 0-2-15,1 0 3 0,0-1-3 0,0 0 8 16,4-4-1-16,0 2-4 0,-11 0 3 0,14-5 1 16,-8 2-4-16,2-4-13 0,-1-1 12 0,1 1-2 15,0-5 4-15,-2 2-6 0,3-4 9 0,-1 1 0 16,-2-3 3-16,-1 0-3 0,2 0 3 0,-4 1 5 16,3-2 7-16,-3 0 4 0,4 1-4 0,-5 4-2 15,1 1 22-15,-2 1 9 0,2 1 8 0,-2 4-6 16,-1 5-9-16,3-11-3 0,-3 11-8 0,0 0-8 15,1-6-1-15,-1 6-2 0,0 0-6 0,0 0 0 16,0 0-6-16,-3 33 4 0,2-17 1 0,1-1-3 16,-3 4 1-16,3 1-1 0,-1-2-4 0,0 1 1 15,1-1 5-15,0 1-7 0,0-1-15 0,-3-3-16 16,1 4-20-16,0-2-21 0,-1-2-27 0,3-2-32 16,-3-3-22-16,1 2-26 0,-4-2-121 0,3-2-316 15,0 0 140-15</inkml:trace>
  <inkml:trace contextRef="#ctx0" brushRef="#br0" timeOffset="72706.85">29580 8886 89 0,'11'-5'127'0,"-2"-2"-17"16,-1 0-8-16,6 1-9 0,-3 0 5 0,2 1-3 0,-1 0-15 15,-2-1-6-15,0 2 1 0,2-2-8 0,-3 3 2 16,1-1-13-16,-5 0-3 0,2 1 0 15,0 1-6-15,-1-1-6 0,-6 3-3 0,10-1-9 16,-10 1-3-16,7-6-4 0,-7 6 1 0,0 0-4 0,8 0-2 16,-8 0 3-16,0 0 3 0,5 10-8 0,-5-10 0 15,3 9-1-15,0-2-1 0,-2 0 0 0,2 2 0 16,-3-3-4-16,0 6 0 0,1-3 3 16,-1 2-2-16,1-2 4 0,-1 2-16 0,0-3 13 0,0 3 2 15,2-5-8-15,-1 2 2 0,-1-8 0 0,0 10 1 16,0-10 2-16,3 9-7 0,-3-9 9 0,0 6-7 15,0-6 4-15,0 0-1 0,0 0-4 0,2 7 3 16,-2-7-5-16,0 0 2 0,0 0-4 0,0 0 8 16,0 0-8-16,0 0 3 0,18-14-5 0,-14 10 1 15,-4 4 3-15,10-5 5 0,-6 2-9 0,-4 3 2 16,10-3 4-16,-10 3-7 0,10-3-5 0,-10 3 3 16,11 0 4-16,-11 0-5 0,11 3 2 0,-6-1 3 15,-5-2-4-15,10 3 5 0,-3-1 3 0,2 2-13 16,0 0 6-16,-3-2 6 0,4 0-4 0,2 1 5 15,-1-1-1-15,1-1 4 0,-2 0-8 0,-2-1 7 16,3 0-2-16,-11 0-1 0,14-2 6 0,-7 0-4 16,-1 1 3-16,2-4-3 0,-8 5 11 0,10-6 10 15,-6 1 3-15,-4 5-1 0,4-8-2 0,-4 8-2 16,4-9-3-16,-4 9 6 0,0-7 1 0,0 7-1 16,0 0-4-16,0-9-7 0,0 9 1 0,0 0-7 15,0 0-2-15,0 0-2 0,0 0 3 0,0 0-8 16,0 0 2-16,0 0 4 0,0 0-1 0,-11 17-7 15,11-17-1-15,-1 11 3 0,1-11-2 0,1 10-4 0,-1-10 1 16,4 9-4-16,-1-6 2 0,-3-3-1 0,4 7 2 16,-4-7 2-16,6 5 3 0,-6-5-3 15,7 4 2-15,-7-4-5 0,0 0 9 0,8 1 0 16,-8-1 0-16,0 0 5 0,0 0-3 0,10-7-5 16,-10 7 5-16,7-7-1 0,-5 3 1 0,-2 4 2 15,3-9-2-15,-3 9 1 0,2-9 1 0,-2 9-3 16,0-9 1-16,0 9-4 0,2-10-8 0,-2 10 3 0,-3-9-3 15,3 9-9-15,0 0-4 0,-5-8-14 0,5 8-25 16,-4-5-3-16,4 5-12 0,0 0-14 0,-11-1-8 16,11 1-10-16,0 0-14 0,-11 6-15 0,11-6-81 15,-7 8-233-15,7-8 103 0</inkml:trace>
  <inkml:trace contextRef="#ctx0" brushRef="#br0" timeOffset="73264.17">30283 8896 149 0,'0'0'156'0,"0"0"-3"0,0 0-9 15,-6-10-24-15,6 10-14 0,0 0 0 0,-10-2-20 16,10 2-2-16,-16 3-10 0,5 1-4 0,0 2-6 16,-1 0-13-16,1 0-1 0,-1 0-13 0,3 1-1 15,2-1 0-15,0 2-4 0,1-2-5 0,1 4-2 16,2-4 4-16,2 1-11 0,1-7-1 0,1 13 3 15,-1-13-5-15,7 9-1 0,-1-6 1 0,0 0 0 16,3 1 3-16,4-2-3 0,-3-4-5 0,2 1 5 16,-1-3-5-16,1-2 3 0,-1 0 6 0,6-3-2 15,-5-4-2-15,0 2 5 0,1-1-4 0,-4-3 7 16,1-1-4-16,-2-2 4 0,-2 0 0 0,6-5-6 16,-7 3 4-16,3-4-3 0,-2-1-2 0,-2 6 4 15,3-7-3-15,-4 8-1 0,-1 0 2 0,1 1-6 16,-2 6 18-16,3 0 7 0,-4 0-2 0,2 5-3 15,-2 6-8-15,1-12-5 0,-1 12-7 0,2-4 1 0,-2 4 0 16,0 0-2-16,0 0 1 0,-7 35-2 16,4-15-2-16,0 5-1 0,0-2-1 0,0 3 0 15,-1-7 0-15,2 1-3 0,1-1 4 0,2 0 0 16,5-1-3-16,-3-2-1 0,3 0-1 0,-1-4 4 0,6 1 2 16,-3-3 2-16,6-1-1 0,4 0-6 0,0 0-2 15,8-4-2-15,-3-2-3 0,-4-1 3 16,4-4-1-16,-3 0-3 0,-2-1 3 0,2-2-6 0,-8 1 4 15,5-3 1-15,-5 1-4 0,-2-3 4 0,0 2-6 16,-2-2 3-16,-1-2-3 0,-2 0 4 0,2 1 0 16,-5 0-3-16,1 4 1 0,-2 0 2 0,2-1-1 15,-3 7-5-15,0 0 1 0,-5-12 1 0,5 12 0 16,-10 0-2-16,10 0 0 0,-19 9 2 0,10-3-17 16,-2 2-4-16,1 5-24 0,3-4-20 0,2 3-37 15,-1 3-14-15,0-3-29 0,-1 5-140 0,1-1-318 16,0-6 141-16</inkml:trace>
  <inkml:trace contextRef="#ctx0" brushRef="#br0" timeOffset="73849.8">26831 9929 47 0,'0'0'172'0,"0"0"-7"0,-6-6 0 15,6 6-5-15,0 0-10 0,-5-5-9 0,5 5-20 16,0 0-10-16,0 0-17 0,0 0-10 0,0 0-2 0,13-5-11 15,0 1-7-15,0 2-4 0,7-2-7 0,0 1-2 16,9 0-12-16,2-3 0 0,-4 3-10 16,2 0-16-16,-6 1-17 0,6 0-22 0,-3-1-21 0,-7 3-18 15,1 0-25-15,-8 0-22 0,2 0-15 0,-1-1-11 16,-7-1-79-16,-6 2-236 0,12-4 105 0</inkml:trace>
  <inkml:trace contextRef="#ctx0" brushRef="#br0" timeOffset="74045.58">27020 9746 115 0,'0'0'121'0,"-7"-3"-4"0,7 3 0 0,0 0 6 16,0 0-20-16,0 0 0 0,-2 17-14 0,2-8 20 16,0 3-12-16,0 1-5 0,0 3-9 0,0 2-8 15,0 1-7-15,0 1-6 0,4 7-5 0,-3 0-2 16,3-1-21-16,0 1-14 0,2-1-26 0,-2 0-33 15,3-1-28-15,-1 2-26 0,4-2-47 0,-6-8-77 16,2 2-233-16,-1-3 104 0</inkml:trace>
  <inkml:trace contextRef="#ctx0" brushRef="#br0" timeOffset="74530.28">29442 9811 104 0,'0'0'177'0,"-11"-4"-19"0,4 0-1 16,7 4-2-16,-12-6-5 0,6 3-10 0,-2 1-9 15,8 2-14-15,-14-2-2 0,9 1-10 0,5 1-12 16,0 0-8-16,-12-2-7 0,12 2-10 16,0 0-7-16,0 0-5 0,0 0-2 0,0 0-10 0,0 0-2 15,31 2-19-15,1-4-30 0,6 0-36 0,19 0-28 16,8 0-35-16,25-6-46 0,-29 8-137 0,-1-6-314 15,-2 0 139-15</inkml:trace>
  <inkml:trace contextRef="#ctx0" brushRef="#br0" timeOffset="75268.42">28629 9024 71 0,'0'0'122'0,"4"-9"-3"0,-4 9-9 0,0 0-14 15,0 0-5-15,0 0-5 0,0 0-17 0,0 0-6 16,1-8-9-16,-1 8-3 0,0 0-11 0,0 0-2 16,0 0-1-16,0 0 12 0,5 28-8 0,-2-13 5 15,-3 3 5-15,2 7-2 0,-4 8-9 0,2 1 5 16,-6 12-10-16,3 2 0 0,-1-14-2 0,0 14-6 16,0-1-10-16,2 1-6 0,-2-12-17 0,2 8-20 15,4-9-36-15,2 0-20 0,-2-2-41 0,2-2-82 16,-2-4-222-16,2 1 99 0</inkml:trace>
  <inkml:trace contextRef="#ctx0" brushRef="#br0" timeOffset="79251.34">28419 9269 14 0,'7'4'23'0,"-1"-2"0"0,0 1-2 16,3 2-4-16,0-3-3 0,-1 1 1 0,-1 1-2 16,1-2-6-16,0 1-7 0,-2 0-10 0,1 1-14 15,-7-4-24-15,10 3 12 0</inkml:trace>
  <inkml:trace contextRef="#ctx0" brushRef="#br0" timeOffset="95243.99">30624 7914 76 0,'0'0'102'0,"2"-8"8"16,-2 8-10-16,0 0-5 0,0 0-3 0,4-11-7 15,-4 11-4-15,0 0-5 0,0 0-4 0,0 0-7 16,0 0 1-16,0-12 0 0,0 12 4 0,0 0-7 16,0 0 1-16,0 0-4 0,0 0-4 0,0 0-5 15,0 0-3-15,0 0-8 0,0 0-1 0,0 0-1 16,0 0-7-16,0 0 0 0,0 0-5 0,0 0-6 15,0 0-1-15,0 0 3 0,0 0-4 0,0 0-7 16,0 0-4-16,0 0 0 0,0 0 1 0,0 0-2 16,0 0-1-16,0 0-1 0,0 0-1 0,0 0-1 15,0 0-2-15,0 0-5 0,0 0 2 0,0 0 2 16,0 0-1-16,0 0-2 0,0 0 0 0,0 0 2 16,0 0 3-16,0 0-2 0,0 0-4 0,0 0-2 15,0 0 2-15,0 0 0 0,0 0 1 0,0 0 6 16,0 0-5-16,-7 34 0 0,7-34-1 0,3 10-3 15,-3-10 4-15,5 9-9 0,-5-9 8 0,7 7 0 16,-7-7-4-16,9 7 4 0,-9-7 3 0,10 6-5 16,-10-6 7-16,11 4 0 0,-11-4-2 0,9 1-1 15,-9-1 4-15,0 0 1 0,14-1 3 0,-14 1 2 16,12-5 0-16,-12 5-3 0,12-6 1 0,-6 2 3 16,-6 4 8-16,13-12-6 0,-10 6 2 0,1-2-3 15,2 1-1-15,-3-2-5 0,-3 9 7 0,8-13 3 16,-6 6 6-16,-2 7 0 0,2-14 6 0,-2 14-7 15,1-12-5-15,-1 12 3 0,0-14-2 0,0 14-4 16,-3-11-6-16,3 11 5 0,-1-11 0 0,1 11 0 16,-5-9 2-16,5 9-8 0,0 0-2 0,-10-9-2 15,10 9 5-15,-7-4-9 0,7 4 2 0,0 0 0 0,-11-6-4 16,11 6 3-16,0 0-1 0,-17 4-3 16,17-4 1-16,-11 5-7 0,11-5 7 0,-15 10-3 15,8-4-1-15,1-1-9 0,-1 3 12 0,0-3-9 16,2 4 5-16,5-9 1 0,-9 11 1 0,6 0-4 15,3-11 4-15,-4 15-1 0,3-10 8 0,1-5 1 16,-1 18-7-16,1-18-4 0,0 13 4 0,0-13-4 16,2 11-2-16,-2-11 2 0,5 9-13 0,-5-9 16 15,7 9 4-15,-7-9-4 0,10 5 6 0,-10-5 5 16,11 5 2-16,-11-5-7 0,8 3 8 0,-8-3-3 16,0 0 4-16,19-5 1 0,-19 5-2 0,13-6 9 15,-4 2 3-15,-3-4 5 0,2 0-3 0,-2 0 0 16,1 0-1-16,-3 0-2 0,1-2-4 0,0 1-2 15,-1-1 0-15,-2 1 6 0,1-2-10 0,-2 1-4 16,-1 10-2-16,0-19 0 0,1 13 6 0,-1 6-5 16,0 0 3-16,0-16-4 0,0 16 2 0,-2-9-3 15,2 9 9-15,0 0-5 0,-8-9-8 0,8 9-2 16,-14-4 0-16,14 4 4 0,-14 0 0 0,14 0-5 16,-18 3 3-16,18-3-1 0,-14 6 1 0,5-1-2 15,0 1 7-15,0 1-9 0,2 1 5 0,-2-1 1 16,2 0-2-16,5 1-3 0,-3-2-6 0,5-6 1 15,-7 14 5-15,7-14-5 0,-1 14 4 0,1-14-2 16,0 10 4-16,0-10-3 0,0 0 3 0,4 13 0 16,-4-13 3-16,5 8 2 0,-5-8-1 0,8 6-2 15,-8-6 5-15,0 0-2 0,11 3 4 0,-11-3-1 16,0 0 10-16,17-2 10 0,-17 2 6 0,0 0 1 16,17-6 3-16,-11 3 0 0,-6 3-11 0,7-10-1 15,-7 10 0-15,6-13-4 0,-3 6-1 0,1-3-2 16,-4 10 1-16,3-17-7 0,-3 17 4 0,0-14-5 15,0 14 2-15,0-14-3 0,0 14-3 0,0 0 4 16,-3-15 0-16,3 15-6 0,0 0-1 0,-4-10-1 16,4 10 0-16,0 0 0 0,0 0 0 0,-9-5 4 15,9 5-4-15,0 0-3 0,0 0 2 0,0 0-4 16,-25 12-3-16,25-12-5 0,-8 8 2 0,8-8-1 16,-8 11 0-16,6-6-4 0,2-5-10 0,-4 13 0 15,4-13-1-15,-4 9-2 0,4-9 2 0,0 0 3 16,5 15 8-16,-5-15 1 0,5 8 0 0,-5-8 2 15,11 5 8-15,-11-5-1 0,11 3 3 0,-11-3-6 16,12 2 5-16,-12-2-2 0,13-1 9 0,-13 1-1 16,0 0 3-16,16-5-4 0,-16 5 1 0,9-9 9 15,-5 2-9-15,2 0-1 0,-6 7-4 0,8-17 2 16,-6 9 1-16,1 1 6 0,-3 7 9 0,1-13-1 16,-1 13 5-16,0 0-6 0,-2-15-3 0,2 15-6 15,-4-8 4-15,4 8-7 0,-9-7 3 0,9 7-4 16,-12-2 2-16,12 2 2 0,-15 1-3 0,15-1 0 15,-22 7-2-15,12-4 5 0,0 3-1 0,0 3 15 16,2-2-19-16,1 1-5 0,-1 1 4 0,3 0 1 16,-1-1-2-16,3 2-3 0,0 0-1 0,3-10-4 15,-4 16-3-15,4-16-8 0,4 14 5 0,-4-14 0 16,5 12 5-16,-1-8 5 0,1 3-3 0,-5-7 1 16,12 6 4-16,-6-3-1 0,-6-3 3 0,13 3 2 15,-13-3 3-15,11 0 3 0,-11 0-4 0,0 0 2 16,17-6 0-16,-17 6-5 0,9-7 6 0,-9 7-6 15,6-10 0-15,-6 10-1 0,5-12-2 0,-3 4-3 16,-2 8 2-16,0-13 6 0,0 13-5 0,-4-13 3 16,4 13 1-16,-5-10-1 0,5 10 2 0,0 0 0 15,-7-9-2-15,7 9-7 0,-9-4 4 0,9 4-8 16,0 0-10-16,0 0-13 0,-23 8-19 0,17-4-17 16,6-4-26-16,-14 11-83 0,14-11-200 0,-10 13 89 15</inkml:trace>
  <inkml:trace contextRef="#ctx0" brushRef="#br0" timeOffset="105701.15">25668 6669 6 0,'0'0'42'0,"0"0"-2"16,0 0 0-16,0 0-8 0,0 0-5 0,0 0-23 16,0 0-16-16,0 0-19 0,0 0-31 0,-6-6 14 15</inkml:trace>
  <inkml:trace contextRef="#ctx0" brushRef="#br0" timeOffset="108289.79">25540 5936 54 0,'0'0'69'0,"0"0"-9"15,0 0-7-15,0 0-10 0,0 0-7 0,0 0-9 16,0 0-9-16,0 0-12 0,0 0-17 0,0 0-14 0,0 0-30 15,0 0-61-15,0 0 27 0</inkml:trace>
  <inkml:trace contextRef="#ctx0" brushRef="#br0" timeOffset="126948.32">25336 5109 10 0,'-2'-7'106'0,"2"7"-9"0,0 0 12 16,0-11-2-16,0 11 1 0,0 0 1 0,0-8-3 15,0 8 4-15,0 0-5 0,0 0-11 0,2-9-7 16,-2 9-3-16,0 0-7 0,0 0-4 0,0 0-5 16,0 0-5-16,0 0-12 0,0 0-3 0,0 0-5 15,0 0-4-15,0 0-10 0,0 0-1 0,0 0-6 16,0 0-2-16,0 0-6 0,0 0 0 0,0 0-7 15,0 0-2-15,0 0-2 0,0 0-2 0,0 0 2 16,0 0 4-16,0 0-1 0,0 0-2 0,6 25-3 16,-1-17 2-16,0 3 1 0,3-1-2 0,-3 0-3 15,2 1 5-15,-1-1 1 0,-1-1 0 0,1 1-4 16,2 1 1-16,-2-1 0 0,-2-4-6 0,1 2 6 16,1 0-1-16,-4-4 12 0,2 2-13 0,0 0 1 15,-1-1-1-15,-3-5 1 0,6 10-1 0,-4-6 2 16,-2-4-1-16,4 7-1 0,-4-7 9 0,5 6-7 15,-5-6 5-15,0 0-4 0,0 6 5 0,0-6 2 16,0 0 6-16,0 0 13 0,0 0 11 0,0 0 10 16,0 0 5-16,0 0 5 0,0 0-8 0,0 0-5 15,0 0-8-15,18-14-4 0,-9 6-11 0,-4 0-4 16,6-3 0-16,-4 1 0 0,1 1-5 0,2-4-7 16,1 0-7-16,2 1 0 0,-3-2-23 0,3-2 3 15,-3 3 5-15,0-1-8 0,3 1 6 0,-6-1-11 16,3 2 9-16,-4 1-3 0,-1 1 0 0,1 0 0 15,-2 2-6-15,2 0-11 0,-4 3-11 0,2-1-20 16,-4 6-14-16,5-9-25 0,-2 6-11 0,-3 3-22 16,5-6-15-16,-5 6-91 0,0 0-269 0,0 0 119 0</inkml:trace>
  <inkml:trace contextRef="#ctx0" brushRef="#br0" timeOffset="127197.48">25821 4932 47 0,'0'0'111'15,"0"0"-5"-15,9-7-13 0,-9 7-13 16,13-4-7-16,-4 3-5 0,3-1-16 0,5-1 4 15,4 2-2-15,-1-2-18 0,0 1-5 0,0 1-33 16,-3-1-4-16,-6 2-23 0,-1 0-14 0,2 0-16 16,-12 0-5-16,11-1-37 0,-11 1-110 0,0 0 50 0</inkml:trace>
  <inkml:trace contextRef="#ctx0" brushRef="#br0" timeOffset="127549.38">25922 4892 16 0,'-9'-1'44'16,"9"1"-3"-16,0 0-1 0,0 0 2 0,0 0-18 15,0 0-3-15,0 0-1 0,-9 2-2 0,9-2 3 16,0 0 4-16,4 15 4 0,-4-15-2 0,2 16 0 16,-1-5 14-16,3 5-1 0,-1-1-1 0,2 1-6 15,-3 1 6-15,0-1-16 0,-2 0 6 0,4 0-2 16,-4-4 3-16,0 1-3 0,4 3-1 0,-3-4-2 16,1-1 1-16,0 2 2 0,-2-3-5 0,2-1 1 0,-2-2-1 15,0 0 1-15,0-7-6 0,0 12 2 16,0-12 1-16,-2 13 3 0,2-13-1 0,0 7-12 15,0-7 2-15,-2 8 0 0,2-8 5 0,0 0-9 16,-7 5 7-16,7-5-13 0,-9 0-2 0,9 0 17 16,-14 0-17-16,14 0 9 0,-13-3 7 0,7 3 0 0,-4-3-15 15,10 3 3-15,-11-1 1 0,11 1 0 0,-10-3-5 16,10 3-5-16,0 0 7 0,-10-3-9 16,10 3 10-16,0 0-4 0,0 0 2 0,0 0-10 15,0 0 3-15,0 0 1 0,0 0 1 0,0 0-1 0,0 0 4 16,0 0-1-16,0 0-7 0,22 16-3 0,-11-13-17 15,6 0-29-15,3 0-34 0,0-1-63 16,0 0-167-16,3-2 74 0</inkml:trace>
  <inkml:trace contextRef="#ctx0" brushRef="#br0" timeOffset="127869.5">26155 5098 95 0,'0'0'117'0,"0"0"-8"0,8-3-10 16,-8 3-13-16,0 0 4 0,15 1-2 0,-15-1-16 15,13 0-15-15,-5 2-3 0,-8-2-9 0,11 1-2 16,-5 1-5-16,4-1-4 0,-4 3-3 16,-1-1-5-16,1 1-5 0,-1 0 0 0,-5-4-3 15,4 8 2-15,1-2 1 0,-5-6-7 0,0 14 3 0,0-8 3 16,0-6-6-16,-7 17 3 0,4-7 6 0,-3-2-2 15,-1 1 6-15,-1-2 1 0,2 0-3 0,2-1-1 16,2 0-8-16,-2 0 5 0,1-1-6 16,3-5 1-16,-4 10 6 0,4-10-4 0,-4 8-7 15,4-8 4-15,2 10-4 0,4-6 3 0,1 3 1 0,13-2-1 16,3 1-8-16,11 0-47 0,4-6-42 0,18 1-51 16,-3-3-92-16,6-3-243 0,-3-2 108 0</inkml:trace>
  <inkml:trace contextRef="#ctx0" brushRef="#br0" timeOffset="153415.79">21658 4800 56 0,'-2'-11'120'0,"2"11"-6"0,-2-8 4 0,2 8 3 15,-3-8-5-15,3 8-5 0,0 0-8 0,-2-7-6 16,2 7-6-16,0 0-8 0,-4-7-2 0,4 7-14 16,0 0-17-16,0 0 1 0,0 0-9 0,0 0 0 15,0 0-10-15,0 0-3 0,0 0 2 0,-17 10-4 16,11-4 5-16,-1 4-8 0,0 4 5 0,-3 0-5 15,-1 3 0-15,3-1-1 0,-4 1-9 0,2 5 3 16,2-5-1-16,3-1 1 0,0 1-3 0,2 0 0 16,1 1 0-16,0-1 0 0,6 0-3 0,-1-2 3 15,2 2 1-15,2-3-2 0,1 1 6 0,4-2-19 16,2-2 7-16,0-1 2 0,4-3-3 0,-2-3 6 16,3 1-9-16,2-1-1 0,-1-4 5 0,2-1-1 15,6-3 0-15,-6 1 2 0,-2-2-2 0,1-1 0 16,0-2 1-16,-2-1-1 0,0-1 0 0,-2-2 3 15,-4-1-10-15,1-1 5 0,-1-1 5 0,-5 0-8 16,0-2 2-16,-5-1 3 0,1 0-6 0,-4-1 0 16,-4-2 3-16,-2-5-3 0,-3 4-3 0,0-3 3 15,-2 1 0-15,-1 8-4 0,-6-7 0 0,5 8 3 16,-2 5 1-16,1-3-4 0,-4 3 1 0,0 2-9 16,-1 3-8-16,0 1 1 0,-3 3 2 0,0 2-4 15,-6 4-7-15,0 3-5 0,0 2-17 0,1 4-7 16,-1 0-19-16,1 3-27 0,0 1-17 0,2 5-26 15,2 1-78-15,4 1-241 0,-1 0 106 0</inkml:trace>
  <inkml:trace contextRef="#ctx0" brushRef="#br0" timeOffset="153847.81">21761 5083 81 0,'0'0'137'16,"0"0"5"-16,-1-13-18 0,1 13-4 0,0 0-10 15,0 0-2-15,0 0-16 0,0-7-9 0,0 7-13 16,0 0-8-16,0 0-12 0,0 0-2 0,0 0-4 16,0 0-3-16,0 0-5 0,6 23-6 0,-2-9-3 15,1 4-2-15,-2 1 3 0,3 8-5 0,-2 0 10 16,3 3-11-16,-3 2 3 0,-1 1-4 0,1-2-7 15,0 2-2-15,-2-2 5 0,2 1-2 0,-1 0 0 16,0 0 0-16,1-1-3 0,-3-1 1 0,3 5 0 16,0-6-15-16,-1 1-26 0,-1 2-10 0,2-4-26 15,-2 1-23-15,0 0-12 0,-2-1-21 0,-1-2-92 16,-4 1-230-16,2-8 103 0</inkml:trace>
  <inkml:trace contextRef="#ctx0" brushRef="#br0" timeOffset="155184.21">21824 5556 104 0,'-3'-11'126'0,"3"11"-2"0,-2-11-11 15,2 11-11-15,-2-9-5 0,2 9-5 0,-2-7 1 16,2 7-7-16,-1-9 5 0,1 9-2 0,0 0-4 16,0 0-5-16,1-10-8 0,-1 10-7 0,0 0-6 15,0 0-10-15,0 0-8 0,0 0-9 0,0 0-3 16,-4-6-6-16,4 6-3 0,0 0-3 0,0 0-4 16,0 0 2-16,0 0-2 0,-1 25 0 0,1-9-2 15,1 3-2-15,2 9 1 0,-1 2-2 0,3 4 3 16,0 0-4-16,-2 12 0 0,-1-11-3 0,1 0 0 15,1 1 4-15,-3 9-4 0,0-11 1 0,3-3 2 16,-1 1-4-16,-2 1 4 0,3 0-4 0,-4-5 4 16,2 0-1-16,0-2-1 0,-1 0 0 0,3 0 1 15,-3-7-1-15,-1-1-1 0,3 1-2 0,-3-2 1 16,1-6 1-16,-1 1 1 0,0-5 0 0,1 3-4 16,-1-4 10-16,0-6 3 0,0 11-13 0,0-11 6 15,0 10-4-15,0-10 4 0,0 0 6 0,0 7 8 16,0-7 14-16,0 0 12 0,0 0 3 0,3 5 6 15,-3-5 3-15,0 0-1 0,0 0-1 0,0 0-1 16,0 0-4-16,0 0-3 0,5 4-6 0,-5-4 2 16,0 0-6-16,0 0-8 0,0 0 0 0,0 0-6 15,0 0-3-15,0 0-7 0,0 0-3 0,0 0 1 16,0 0-6-16,0 0-3 0,0 0 0 0,0 0 1 16,15-4-3-16,-15 4-2 0,9 0-2 0,-9 0 5 15,9 0-6-15,-9 0-2 0,11 2-1 0,-4 0-1 16,-7-2-3-16,9 3-3 0,-9-3-6 0,9 3-5 15,-9-3-1-15,4 3-1 0,-4-3-1 0,5 5-1 16,-5-5 3-16,2 6 2 0,-2-6 5 0,5 7-2 16,-5-7 8-16,-1 11-3 0,1-11 3 0,-4 12 3 15,0-5 1-15,1 3-2 0,-1-1 3 0,-2 0 0 16,0 1 3-16,0 1-2 0,1-2 2 0,0 1-3 16,-2 0 4-16,2 0 0 0,0-1-1 0,4 1-4 15,-3 1 6-15,3-2-3 0,1 1-1 0,0 1 2 16,0-2-8-16,1 2 4 0,0-1-4 0,4 0 4 15,1-1-1-15,-1 1 3 0,3-1-6 0,-2 0 3 16,0 0 2-16,1-1-5 0,-1 2 0 0,-1 2-1 16,-1-2 2-16,3 0 1 0,-3 0-1 0,-1-1 1 15,-4 2 4-15,-2 2 1 0,0-1-1 0,-2 4 3 16,0-5 0-16,-6 4 4 0,2-1-2 0,-3-2-2 16,1 1 0-16,1 1 1 0,2-5-5 0,-1 0 2 15,3-1 2-15,0 0 0 0,1 1-3 0,0-2 4 16,1 2-5-16,-1-1 3 0,5-8 1 0,-2 18 1 15,2-18-6-15,5 17-7 0,-1-8-3 0,1-2-4 16,0 1-2-16,3 1 2 0,-2-1 5 0,5 1-3 16,0 1 7-16,-2-2-5 0,-1 1 0 0,1-2 1 15,-1 1-4-15,1-3 4 0,-3 4-3 0,0 1 2 16,-4-3-1-16,-2-7 5 0,7 15 0 0,-6-8 2 16,-1-7 4-16,0 19-1 0,-4-12 6 0,0 6 0 15,-1-6-4-15,0 3-2 0,0-1 6 0,-1 1-1 16,-1-1 0-16,3 3 1 0,-2-2 1 0,-1-2 1 15,2 1 4-15,2 3-10 0,-1-2 9 0,2 1-3 16,0 1 2-16,1 0 0 0,1 1 2 0,0 0 2 0,1 3-6 16,1 1-2-16,2 2 5 0,1-1 1 15,-1-1-4-15,-1 1 4 0,3 1-7 0,-1 6 8 16,-1-5-4-16,4 5 5 0,-2-6-4 0,-2 0 4 16,1 5-6-16,-1 1 4 0,-2-9-2 0,0 9 3 0,-1-5 3 15,-1 0 0-15,1-2-7 0,-1-1 2 16,-5 3-11-16,3-1-11 0,-4-1-18 0,3-1-15 15,-1-1-11-15,1 2-16 0,1-1-10 0,-1 0-26 16,5 2-10-16,-4-3-75 0,1 4-216 0,2-3 97 16</inkml:trace>
  <inkml:trace contextRef="#ctx0" brushRef="#br0" timeOffset="155802.14">22031 7553 44 0,'0'0'139'0,"1"-11"0"16,-1 11 3-16,-1-7-8 0,1 7-4 0,0 0-13 0,0 0-11 16,0 0-7-16,0-8-10 0,0 8-13 15,0 0-5-15,0 0-11 0,0 0-7 0,0 0-8 16,0 0-4-16,0 0-8 0,0 0-3 0,0 0-4 15,0 0-4-15,0 0-1 0,0 0-1 0,0 30-2 0,0-17-2 16,5 7 2-16,-5 8-5 0,-3-2-2 0,6 4 1 16,-3 2-3-16,1 0 7 0,0 1-4 15,2 2-1-15,-3 1 2 0,1 0-4 0,0-2-7 16,1 1 11-16,0-2-3 0,1 0-3 0,-1-4 1 0,1-1 4 16,0-1-6-16,-1-1-1 0,-1-7 3 0,3-1-1 15,0 0-7-15,-3-3 7 0,1 2-4 0,0-5-6 16,-1-1-16-16,-2 2-13 0,-1-4-27 0,3-1-19 15,-1 0-19-15,1-2-23 0,-1-6-21 0,-2 11-82 16,-1-6-241-16,-3-1 107 0</inkml:trace>
  <inkml:trace contextRef="#ctx0" brushRef="#br0" timeOffset="156119.78">21816 8178 92 0,'-8'-1'119'0,"-2"0"-5"16,10 1-5-16,-11 0-20 0,11 0-5 0,0 0-10 15,0 0-9-15,0 0-3 0,0 0-8 0,0 0 6 16,55-2-5-16,-18 2-5 0,19-4-8 0,5-3 2 16,6 2-6-16,25-4-4 0,-31 1-17 0,4 2 11 15,0 0-6-15,-7 2 7 0,-4-2-21 0,-17 3-16 16,-2 1-20-16,-4 2-24 0,-10 1-7 0,-4-1-17 0,-4 2-30 16,-3 1-54-16,-6 0-174 0,-4-3 77 15</inkml:trace>
  <inkml:trace contextRef="#ctx0" brushRef="#br0" timeOffset="156379.57">21913 8432 45 0,'0'0'140'0,"0"0"-4"0,0 0-7 0,0 0-2 0,0 0-9 16,25-10-14-16,-13 7-3 0,6-1-6 0,3-1-12 16,0 2-7-16,9-1-3 0,-1 1-19 0,2 0 4 15,-2-1-9-15,2 3 0 0,-3-1-15 0,3-1-7 16,2 3-9-16,-1-1-23 0,1-2-18 0,0 2-21 16,0 0-17-16,-1 1-16 0,-2 0-19 0,0 0-106 15,-10 0-218-15,3 1 96 0</inkml:trace>
  <inkml:trace contextRef="#ctx0" brushRef="#br0" timeOffset="156835.79">22270 8435 76 0,'0'0'107'0,"0"0"1"16,0 0-19-16,-11 0-4 0,11 0-9 0,0 0-10 15,0 0 5-15,-10 5-18 0,10-5 1 16,-2 6-4-16,2-6-7 0,-4 11-4 0,4-11-1 15,-4 11-5-15,1-5-2 0,2 2 3 0,-1 0-9 0,-1 1 8 16,-1 2 0-16,2 0-3 0,-1 5 3 16,-2-2-1-16,4 3-4 0,-3 1-9 0,1-1 8 15,2 2-2-15,-1 4 1 0,2 3 0 0,-2 0-11 16,1 1 5-16,0-1 5 0,2-2-1 0,-1 2-8 0,3 0 3 16,-1 2-8-16,1 0 2 0,-1-1-4 0,-2 0 1 15,0 0 3-15,2 0-2 0,-1-1 3 0,1 0-5 16,-2 0-4-16,-2 1 1 0,1-2-2 0,-1-6 3 15,2 7 2-15,0-1 1 0,0-6-14 0,-1-2-8 16,-2-1-7-16,2 2 1 0,2-1-32 0,-1-4-7 16,-1 2 7-16,2-4-27 0,-1 2-21 0,0-1-24 15,0 1-68-15,0-2-204 0,2-2 91 0</inkml:trace>
  <inkml:trace contextRef="#ctx0" brushRef="#br0" timeOffset="158979.54">22173 9335 19 0,'0'0'174'0,"0"0"-10"0,0 0-19 0,0 0-8 0,0 0-24 15,0 0-1-15,0 0-25 0,0 0-2 0,0 0-14 16,0 0 2-16,0 0-16 0,0 0-5 15,0 0-10-15,0 0 3 0,0 0-19 0,-7 23 6 0,6-16 0 16,0 0-2-16,1-7-6 0,0 12 3 0,1-6-7 16,-1-6 3-16,4 11 1 0,0-5-6 0,-2-3 0 15,3 2-4-15,3-2 8 0,2-1-13 0,0 0 6 16,3-4 1-16,-1 1 3 0,2-1-1 0,4-2-4 16,-2-2 1-16,3 0-5 0,-2-2 4 0,-6 3-2 15,0-2 4-15,-1 0-4 0,-4 2-1 0,1-4 4 16,-3 1-8-16,-3-2 1 0,-1 1 4 0,-4-3-6 15,-1 1 2-15,-2 1 2 0,-3 0-12 0,1 1 5 16,-4-1-4-16,0 0 2 0,2 4-2 0,-3 1 4 16,-1-3-3-16,5 8-6 0,-6 0-4 0,3 2-14 15,0 0-16-15,0 1-24 0,0 0-24 0,0 3-28 16,2 1-29-16,-1-1-96 0,2 3-261 0,0-3 117 16</inkml:trace>
  <inkml:trace contextRef="#ctx0" brushRef="#br0" timeOffset="160027.73">22372 4866 18 0,'0'0'146'0,"0"0"-11"15,0 0-14-15,0 0-12 0,9-10-12 0,-3 7-8 16,2 0-18-16,5-1-7 0,-2 0 4 0,2-1-7 16,6 0-7-16,-1 0-11 0,0 2-7 0,0-1-22 15,-1-1-19-15,-4 1-23 0,-1 2-12 0,-2 0-30 16,0 0-18-16,-3 0-62 0,-7 2-161 0,8-2 71 15</inkml:trace>
  <inkml:trace contextRef="#ctx0" brushRef="#br0" timeOffset="160211.87">22430 4714 26 0,'-6'-5'137'15,"6"5"-16"-15,0 0-13 0,0 0-10 0,0 0-13 16,-7-4-9-16,7 4-15 0,0 0-10 0,0 0-4 15,0 0 0-15,1 26-7 0,2-15-3 0,0 6 0 16,3 2-6-16,-1 8 3 0,2 0-2 0,-2 4-8 16,6-2-24-16,-4 2-26 0,1 3-31 0,-3 0-32 15,0 2-65-15,-2-2-166 0,-3 3 74 0</inkml:trace>
  <inkml:trace contextRef="#ctx0" brushRef="#br0" timeOffset="160770.79">22803 9599 59 0,'-3'8'143'0,"3"-8"4"0,0 0-3 0,0 0 3 16,0 0 2-16,0 0-5 0,0 0-2 0,0 0-9 15,0 0-7-15,0 0-10 0,0 0-13 0,0 0-12 16,0 0-8-16,0 0-8 0,0 0-9 0,0 0-4 16,24 0-21-16,-5-4-22 0,1-2-27 0,9 1-34 15,3-2-44-15,4-1-38 0,0-1-47 16,-3-1-90-16,1-3-281 0,-3 3 126 0</inkml:trace>
  <inkml:trace contextRef="#ctx0" brushRef="#br0" timeOffset="162241.59">22449 6809 130 0,'3'-7'180'0,"1"1"2"16,-1 1-10-16,1-4-11 0,1 0-15 0,-1 0 0 16,1-1-8-16,0 0-13 0,-1-1-5 0,0 1-4 15,1 1 1-15,0-3 8 0,-2 3-7 0,1-2-16 16,0-1-11-16,0-4-7 0,1 0-7 0,-2 2-8 16,-1 0-7-16,0-1-9 0,1 0-1 0,-1-2-9 15,-2 1-4-15,0 0-5 0,0 0-2 0,0 0-3 16,-2 0-2-16,1 4-1 0,1 0-4 0,0 2-5 15,-4-1 3-15,3 4-8 0,0-1 0 0,1 8 0 16,-5-13-3-16,2 9-4 0,3 4-2 0,-5-9 1 16,5 9-3-16,-4-6-2 0,4 6 0 0,0 0-2 15,-6-5-1-15,6 5 0 0,0 0-1 0,-16 0-2 16,16 0 3-16,-10 6-2 0,4-2 0 0,0 0 0 16,-1 1 0-16,3-2-2 0,-1 1-2 0,5-4-1 15,-6 7 1-15,3-2 0 0,3-5 0 0,-4 11 1 16,4-11 3-16,2 11 1 0,3-5 0 0,-2-1-1 15,4 4 2-15,2-2-1 0,4-1 0 0,-3 1 2 0,3-3 3 16,5 2-1-16,2 0 5 0,-2-2-7 16,-2-1 2-16,2 1 0 0,-4-2 1 0,3 1-1 15,-3-2-2-15,-2 1 0 0,-1-2 3 0,-1 2-1 16,1-1-1-16,-4 0-2 0,1 1 6 0,-8-2-2 0,11 2-6 16,-4-2 1-16,-7 0-1 0,11 3-2 0,-6-1 2 15,-5-2 1-15,6 4 0 0,-6-4 1 16,3 8-2-16,3-3-1 0,-4-1-2 0,-2-4 5 15,3 12 0-15,2-5-2 0,-4 3 0 0,1 1 0 16,0-1 2-16,-2 3 0 0,1 1-2 0,-1-1 2 0,1 2 1 16,-1 1 2-16,0 0 2 0,0 0 0 15,0-4-19-15,0 5-11 0,-1-4-18 0,0 4-20 0,-1-6-35 16,2 3-33-16,0 1-25 0,0-2-22 16,-1 2-133-16,1-3-341 0,-1-2 152 0</inkml:trace>
  <inkml:trace contextRef="#ctx0" brushRef="#br0" timeOffset="162785.31">23067 6583 36 0,'0'0'208'0,"0"0"-14"0,0 0-10 15,-2-7-9-15,2 7-14 0,0 0-14 16,0 0-14-16,0 0-14 0,0 0-13 0,0 0-13 0,0 0-8 16,0 0-9-16,0 0-7 0,9-6-5 15,-9 6-5-15,11 0-6 0,-11 0-7 0,18 3-1 16,-5-6-3-16,0 3-3 0,-2-1-3 0,0 1-3 16,-3 0-5-16,0-2 0 0,-8 2-4 0,15 0-2 0,-15 0-6 15,9 0 1-15,-9 0-4 0,9 0 0 0,-9 0 1 16,9-2-6-16,-9 2-1 0,0 0 0 0,0 0-3 15,9 2 2-15,-9-2-4 0,0 0-3 0,0 0 3 16,5 3-1-16,-5-3-1 0,0 0 1 16,1 9-4-16,-1-9 1 0,3 8-1 0,-3-8 5 0,-1 13-1 15,-1-3-1-15,0 0 1 0,-2 2 0 0,0-2 0 16,-1 4 1-16,-3 4 0 0,2-3 1 0,-3 4 0 16,1 1 0-16,-2-4 1 0,1 3 1 0,0-3 2 15,-2 1 0-15,-2 4 2 0,4-3-1 0,-2-2 1 16,3 0-6-16,0 0 7 0,-2-3-4 0,4-2 0 15,2 0-3-15,-1-4 0 0,2-1-1 0,-1 0 2 16,2-1 0-16,2-5-2 0,-5 7-1 0,5-7 4 16,-3 6-2-16,3-6-1 0,0 0 5 15,0 0-1-15,5 9 3 0,-5-9-1 0,12 1 0 0,-2 1 6 16,4-4-5-16,4 1 3 0,1-2-1 0,1 2-1 16,-2-2-1-16,3 2 0 0,-2-1-4 15,1-1-2-15,-1 2-19 0,0-3-21 0,-2 3-25 16,-4-2-34-16,2 2-34 0,2-3-33 0,-3 4-32 0,-4-2-130 15,3 2-353-15,-13 0 156 0</inkml:trace>
  <inkml:trace contextRef="#ctx0" brushRef="#br0" timeOffset="164063.77">22772 8138 113 0,'-1'-13'204'0,"1"13"-12"0,1-9-11 16,-1 9-9-16,0-7-17 0,0 7-16 0,0 0-15 15,0 0-14-15,0-9-16 0,0 9-11 0,0 0-9 0,0 0-9 16,0 0-8-16,14 16-2 0,-9-6-7 16,2 6-5-16,3 1-6 0,3 5-4 0,1 0 1 15,0 0-4-15,-1 1-3 0,-2 0 1 0,-1-7-7 16,2 6 1-16,-3-6-2 0,0 1-3 0,0-3-2 0,-1 1-4 16,-1-5 3-16,0-1-2 0,-3 2-1 15,3-2-2-15,-1-2-1 0,-3 0-3 0,0-2 5 16,0-1-4-16,1 1 1 0,-4-5 0 0,4 8 1 15,-4-8 8-15,2 6 11 0,-2-6 16 0,0 0 16 0,5 3 4 16,-5-3 1-16,0 0 1 0,0 0-12 0,9-17-5 16,-7 8-2-16,3-2-7 0,-3-3-4 0,3 0-8 15,-1-7 1-15,3 3-3 0,4-6 0 16,-4 0-10-16,2-1 3 0,-4 5-5 0,5-3 1 0,-5-2-3 16,3 2-1-16,-1-3-6 0,0 8 4 0,-2 1-6 15,0 2 1-15,-1 4-11 0,0 1-14 0,-1 1-17 16,0 4-23-16,1-1-26 0,-4 6-27 15,1-7-28-15,-1 7-14 0,0 0 12 0,0 0-1 0,0 0-5 16,0 0-2-16,2 22-25 0,-3-11-99 0,2 3-298 16,-1-2 132-16</inkml:trace>
  <inkml:trace contextRef="#ctx0" brushRef="#br0" timeOffset="164393.34">23180 8327 42 0,'0'0'189'0,"0"0"-9"0,0 0-14 0,0 0-11 16,0 0-9-16,0 0-13 0,0 0-15 0,0 0-11 16,0 0-5-16,12-4-15 0,-12 4-6 0,20-1-7 15,-4-1-3-15,3-2-12 0,-1 2-2 0,0 2-10 16,0 0-4-16,-6 0-1 0,0 2-6 0,1-2-7 16,-4 1-4-16,-1 1-4 0,-8-2-1 0,12 3-15 15,-6-2 7-15,-6-1-1 0,6 6 3 0,-5 3-3 16,-1 3 0-16,-2-2 3 0,-2 7 5 0,-4-2 3 15,-3 3 2-15,1-3-4 0,-3 9 1 0,1-8 0 0,2 2 2 16,-4 3-4-16,5-7 1 0,1-1-3 16,2 3-3-16,2-7 0 0,-2 2-2 0,3-1-1 15,1-1-4-15,-1-2 5 0,3 0-3 0,0-7 3 16,4 13 2-16,2-7-2 0,6-2-1 0,-1 1-1 0,12-4 2 16,7 2-3-16,0-4-26 0,7-3-29 15,2-1-44-15,0-3-31 0,14-7-35 0,-1 0-185 16,-3-1-369-16,-2-1 164 0</inkml:trace>
  <inkml:trace contextRef="#ctx0" brushRef="#br0" timeOffset="169146.17">20043 10717 109 0,'-7'-3'161'16,"-1"2"1"-16,8 1-3 0,-9-3-5 0,9 3-13 0,0 0-14 16,-10-1-15-16,10 1-7 0,0 0-17 0,0 0-4 15,-4-5-12-15,4 5-5 0,0 0-9 0,0 0-4 16,0 0-4-16,0 0-3 0,26-8-6 0,-16 4 1 15,1-2-10-15,2 2 0 0,0 0-4 0,-3-2 1 16,0-1-6-16,-1 2 2 0,-1-1-1 0,-3 1-3 16,-1-1-6-16,1 2-1 0,-5 4-2 0,4-10-1 15,-4 10-6-15,0-9-2 0,0 9-2 0,0 0 4 16,-9-10-6-16,4 7 0 0,5 3 0 0,-16 0-3 16,6 1-1-16,-3 3-2 0,1 1 8 0,-1 1-4 15,-4 4 7-15,2 2-12 0,0-2 5 0,-1 6-1 16,3-1 2-16,0 0 7 0,1 7-8 0,2-5 3 15,2 1 2-15,3-1-9 0,4 2 7 0,1-3 5 16,4 0-8-16,-1 0-3 0,7-1-3 0,2-1-1 16,3-3-20-16,1 1-7 0,9 1-3 0,-3-7-17 0,6 1-6 15,3-4-1-15,-2 0 1 0,4-5-8 16,1 0-6-16,-1-5 15 0,0 0 6 0,0-1-4 16,-2-2 2-16,-3-3 8 0,-1 0 9 0,0-1 0 0,-5-3 7 15,1 0 4-15,-8 2 3 0,2-4 18 0,-6 6-7 16,0 0 19-16,-4 2 5 0,-3 1 14 0,-2 1 9 15,-2 0 0-15,-1 1-8 0,1 8 4 16,-9-10-6-16,1 3 20 0,-3 2-12 0,-1 3 7 0,0 1 1 16,-1 0-3-16,0 3 2 0,-5 4 1 0,0 3-4 15,2 0-5-15,-3 2 2 0,4 2-4 0,-1 0-7 16,4 0 0-16,2 3-5 0,1-3 7 0,3-2-8 16,2 0-4-16,4 1-3 0,-1-1 8 0,2-1-1 15,3 1-6-15,1-3-2 0,4 1 1 0,1-1-2 16,2-2 3-16,-1-3-1 0,2 0-3 0,-3 0-1 15,1-3-1-15,0 0 8 0,-1-3-8 16,0 2 6-16,-1-4 2 0,-4-1-2 0,2 3 1 0,-1-5-10 16,-1 0 10-16,-1 0-7 0,1-2 3 0,-2 3 8 15,-1 0-1-15,0-4-3 0,-1 5 7 0,-1 6 2 16,2-10 6-16,-2 10-13 0,0-7 1 0,0 7-4 16,0 0-1-16,0 0 2 0,0 0-7 0,0 0 5 15,0 0 1-15,3 32-1 0,-3-16-5 0,-1 2 3 16,1 1 3-16,0 1-2 0,0 4-3 0,-2-4 3 15,2 4 1-15,0 3-4 0,0-10 6 0,0 0-1 16,3-5-5-16,1 6 0 0,-3-5 0 0,1-2 0 16,0 1-6-16,2-2 1 0,-2-1 7 0,1-4 0 15,-1 3-4-15,0-4 3 0,-2-4-1 0,4 9 7 16,-4-9 1-16,3 6 4 0,-3-6 1 0,0 0 0 0,0 0 3 16,17-12-5-16,-8 2-1 0,2-4-5 0,0-3 2 15,3-7-2-15,1-1 3 0,0-1-1 16,-1-1-3-16,-1-1 0 0,1-1-1 0,-1 1 4 0,2-1-1 15,-4-1-2-15,1 1 1 0,1 6 6 0,-3-2 4 16,-1 1 3-16,-2 11 9 0,-2 1 12 0,-1 3-4 16,-2-1-3-16,1 5-1 0,-3 5-7 15,4-6-6-15,-4 6-1 0,0 0-5 0,0 0-4 0,0 0 0 16,0 0-3-16,0 0 3 0,0 0-2 0,1 30-2 16,-1-17 0-16,-1 5-1 0,1-1 1 0,0 0 0 15,0-2 0-15,1 2-3 0,0-1 3 0,2-3-2 16,-1-1-1-16,6-1-3 0,-4 1 4 0,2-3-6 15,1 1 5-15,1-2 3 0,1-1 0 0,0 0-1 16,2-3-1-16,1-1 0 0,-1-1 1 0,0-4 1 16,1 2-1-16,-1-3 0 0,0-3 2 0,1 0-3 15,-3 0 2-15,1-2 0 0,0-4-2 0,1-1-1 16,-1-2-1-16,-2 1 4 0,-2 1 0 0,0-1-5 16,-1 2 4-16,0 2-2 0,-3 1 4 0,2-1 0 15,-3 5 6-15,-1 5-11 0,3-9 6 0,-3 9-5 16,2-6-4-16,-2 6 0 0,0 0 1 0,0 0-3 15,0 0 3-15,0 0-3 0,0 0 1 0,-2 25 3 16,2-25 2-16,0 17-5 0,0-7 2 0,1-1 2 16,-1 1-1-16,4 0 0 0,-2-6-3 0,2 3 2 15,2 1 0-15,-2-2 1 0,1-3 3 0,2 1-4 16,-1-3 2-16,6-1 2 0,-3-1 0 0,1 1 0 16,3-3 2-16,-3-3-3 0,-1 2 4 0,1-1-4 0,-2-2-1 15,-1 0 0-15,0-2 1 0,-1 1 0 0,-1-1-1 16,-1-1 1-16,1-1 1 0,-2 1-2 15,-1 5 0-15,0-3-4 0,-2 8 3 0,2-11-1 16,-2 11-1-16,-1-9-5 0,1 9-2 0,2-7 4 0,-2 7-1 16,0 0-7-16,0 0 7 0,0 0 0 0,0 0 2 15,-6 27 0-15,2-16 0 0,2 0-3 0,0 1 2 16,2 1-1-16,0-1 2 0,0 3-17 0,3 2-13 16,-1-6-19-16,1 1-26 0,1 0-20 0,0 0-31 15,3-5-14-15,1 3-22 0,-3-3-14 0,2 1-130 16,-1-2-335-16,0-3 148 0</inkml:trace>
  <inkml:trace contextRef="#ctx0" brushRef="#br0" timeOffset="169304.3">21040 10565 46 0,'-2'-6'94'16,"2"6"-25"-16,-4-6-13 0,4 6-17 0,0 0-18 15,0 0-21-15,0 0-10 0,0 0-15 0,0 0-24 0,5 25-52 16,3-17 24-16</inkml:trace>
  <inkml:trace contextRef="#ctx0" brushRef="#br0" timeOffset="169563.19">21303 10721 93 0,'8'11'109'0,"-1"-3"-4"0,-1 3-1 16,3 3 7-16,-4-1-11 0,0-3-8 15,0 2-7-15,2 2 2 0,0-2-1 0,-2-2-9 0,1-3-9 16,-1 3-7-16,0-3 0 0,-1 0 2 0,2-2 8 16,-1 0-2-16,-5-5 10 0,10 5 4 15,-2-5 2-15,2 0 2 0,0-4-5 0,-1-2 2 16,7-4-5-16,-2 0-5 0,1-3-3 0,1 0-5 0,4-9-6 16,-2 0-3-16,-3 3-6 0,3 0-4 0,-8 2-4 15,1 3-4-15,-1-3-8 0,-1 0-4 0,0 0-17 16,-3 3-12-16,0-1-30 0,-2 5-25 0,0 0-17 15,-3 4-11-15,1-1-23 0,0 1-20 0,-2 6-24 16,1-8-13-16,-1 8 0 0,0 0-107 0,0 0-294 16,0 0 130-16</inkml:trace>
  <inkml:trace contextRef="#ctx0" brushRef="#br0" timeOffset="170286.12">21833 10617 95 0,'0'0'193'15,"0"0"-2"-15,-8-7-18 0,8 7-6 0,-13-3-6 16,13 3-8-16,-15 0-17 0,3 3-7 0,1 1-13 16,-6 1-12-16,2 3-10 0,1 2-7 0,0-1-4 15,1 4-14-15,-2 1-10 0,7-4-4 0,0 1-3 16,-1 3-8-16,3-2-1 0,5-3-7 0,-2 1-2 16,2 1-3-16,2-3-2 0,2-1-2 0,1 0-4 15,3-1 0-15,3-3-1 0,-1 1-3 0,3-4-1 16,1-2-4-16,0 1-4 0,-1-1 3 0,0-3-6 0,-1-1-3 15,2 0 4-15,-5-1 2 0,-1 1-3 0,1-2-1 16,-2-1 0-16,-2-2-5 0,-1 3-3 16,-1-3 4-16,0 0-1 0,-1 2 1 0,-1-1 0 15,0 10 0-15,-1-13 0 0,1 13-4 0,-2-9 4 0,2 9-6 16,0 0 3-16,-1-8-5 0,1 8 2 0,0 0 0 16,0 0-2-16,0 0 5 0,-12 28-1 0,9-16-2 15,-2 4 3-15,1-1-2 0,3 0 3 0,1-2-5 16,1 3 4-16,0-3-1 0,2-2-1 0,2-1 4 15,0-2-2-15,1 2 1 0,2-4 1 0,2 0 1 16,0-2-2-16,2 0 2 0,4-2 0 0,-3-4 0 16,1 1-1-16,-1-4-1 0,1 0 1 0,3-4 0 15,-1-4 0-15,-3 2 0 0,0-2-2 0,-2-2 7 16,0-1-3-16,-2-1 3 0,-1 0-3 0,0-7-2 16,-4 5-2-16,1-7-1 0,-2 7 4 0,-1-5 1 15,2-1 2-15,-3 6-2 0,1 0 1 0,-2 2 7 16,0 1 3-16,0 6 3 0,-2-2-1 0,1 7 6 15,1 5-4-15,0-12 0 0,0 12-11 0,1-9-1 16,-1 9-4-16,0 0 1 0,0 0 0 0,0 0-2 16,0 0 2-16,0 28-2 0,-1-11-3 0,0 3 0 15,1-2 1-15,0 9 1 0,-3-7 3 0,6 5-1 16,-2-6-4-16,0 1 5 0,3-2-3 0,1 0 0 16,0-4 4-16,2 1-1 0,-1 0 3 0,2-6-2 15,2 3-2-15,-2-3 2 0,3 0 1 0,0-2-2 16,-1-4 3-16,4 0-3 0,-3-1 0 0,3-2 2 15,-1-2-1-15,0-1 0 0,4-4 2 0,-1 0 0 0,-6 0 2 16,-1-2-5-16,3-3-2 0,-6 2 4 0,2-4-2 16,-3-1-1-16,-2 3 0 0,-1-1 4 0,1 4-2 15,-3 0 4-15,0 1-3 0,-2-2 1 16,2 10-4-16,-3-9-3 0,3 9 0 0,-7-6 4 0,7 6-5 16,-11 2-1-16,2 4-3 0,0 0 5 0,-2 3-7 15,0 4-16-15,1 2-25 0,-1 1-42 0,3 0-33 16,1 2-25-16,5-1-33 0,0 0-19 0,2-3-131 15,3 1-359-15,2-3 160 0</inkml:trace>
  <inkml:trace contextRef="#ctx0" brushRef="#br0" timeOffset="170474.95">22441 10733 87 0,'4'-16'170'0,"-2"3"11"0,2 1-3 15,0 1-14-15,0-2-7 0,1 3-4 0,0 0 0 16,0 3-17-16,-4 1-10 0,3 0-18 0,-4 6-11 15,7-7-12-15,-7 7-10 0,12 0-6 0,-12 0-4 16,15 7-11-16,-8 1-11 0,0 1 2 0,0 1-9 16,0 2-22-16,0 3-19 0,-1-1-27 0,-4 2-22 15,2-3-31-15,-2-2-29 0,0 1-27 0,-2-2-20 0,0 2-107 16,-2-3-289-16,2-2 127 0</inkml:trace>
  <inkml:trace contextRef="#ctx0" brushRef="#br0" timeOffset="170696.95">22689 10475 28 0,'1'-13'225'0,"0"3"-3"0,2 3-13 0,-3 1-21 16,0 6-20-16,3-9-23 0,-3 9-14 0,0 0-11 16,0 0-7-16,0 0 4 0,9 21-7 15,-6-5-2-15,0 2-13 0,-1 1-7 0,2 5-7 0,-1 5-8 16,-1-3-11-16,-2 1-3 0,0 0-5 0,0 1-9 15,-1-3-3-15,0 0-22 0,2-4-20 0,-1-2-30 16,-1 1-43-16,-2-3-38 0,3 1-47 0,-2-2-48 16,-3 0-116-16,0-6-347 0,2-2 154 15</inkml:trace>
  <inkml:trace contextRef="#ctx0" brushRef="#br0" timeOffset="170849.75">22634 10635 83 0,'-1'-11'173'0,"1"11"-21"16,6-7-17-16,-1 3-22 0,7 1-26 0,-1 3-38 15,6-3-31-15,3 3-34 0,2 0-27 0,0 0-83 16,7 0-135-16,2 0 60 0</inkml:trace>
  <inkml:trace contextRef="#ctx0" brushRef="#br0" timeOffset="171248.15">23200 10571 124 0,'0'0'191'0,"1"-12"5"0,-1 12-10 0,-1-9-6 16,1 9-2-16,-2-10-12 0,2 10-10 0,0 0-11 15,-4-8-16-15,4 8-7 0,-4-6-16 0,4 6-8 0,0 0-14 16,0 0-3-16,-23 15-8 0,11-3-6 16,0 2-5-16,1 0-7 0,0 1-6 0,2 2-3 15,0 1-6-15,4 0-1 0,4 1-8 0,-2-3-4 16,4 1-2-16,4 0-21 0,2-2-15 0,2-2-16 15,-2-5-11-15,4 0-26 0,5 2-12 0,-4-4-29 16,6-1-6-16,-2-3-6 0,3-2 0 0,-2-2 8 16,2-3-14-16,-1 2 11 0,-4-8 10 0,3 1 13 15,-6-2 14-15,1 2 3 0,-2-3 10 0,-1-3 1 0,-3-1 18 16,0 0 6-16,-3-1 9 0,2-7 12 0,-1 7 20 16,-1-2 11-16,-1-6 8 0,1 9-7 15,-2-2-2-15,2 2 24 0,-2 4 36 0,0 2 14 16,1 1 2-16,-1 3-7 0,0 1-5 0,-1 6-12 0,0 0-8 15,0-8-5-15,0 8 6 0,0 0 6 0,0 0 3 16,3 24-2-16,-4-8-3 0,-2 4-3 0,0 5-6 16,-2 1-2-16,1 0-7 0,0 2-2 15,1 1-8-15,0-4 3 0,-2 1-5 0,3 0-4 0,0-2-13 16,1-5-36-16,0-1-41 0,-1 0-49 0,2-3-39 16,0-2-42-16,-1-2-136 0,0-1-354 0,1-1 157 15</inkml:trace>
  <inkml:trace contextRef="#ctx0" brushRef="#br0" timeOffset="171451.77">23517 10550 49 0,'0'0'184'0,"-10"0"-7"0,10 0-7 0,-16 8-2 15,5-1-7-15,-2 3-11 0,0 2-7 0,-1 1-16 16,3 1-14-16,1 1-10 0,3-5-8 0,2 2-7 15,1 4-9-15,4-2-8 0,4 1-7 0,0-3-16 16,5 2-29-16,5-3-30 0,1-2-50 0,4-4-32 16,8 2-32-16,0-3-36 0,-6-3-99 0,0-1-282 0,7-3 126 15</inkml:trace>
  <inkml:trace contextRef="#ctx0" brushRef="#br0" timeOffset="171650.37">23854 10429 37 0,'2'-11'207'0,"1"1"-2"0,-1 3-11 16,-1 0-25-16,-1 7-16 0,3-8-15 0,-3 8-14 0,0 0 3 16,0 0 16-16,6 21 1 0,-5-5-5 0,1 3-5 15,-1 8-7-15,-2 1-9 0,1-3-8 0,-2 4-14 16,1-3-12-16,-2 4-3 0,1-2-10 0,-1-1-7 16,-3-2-9-16,3-4-27 0,2-3-31 0,-3 0-30 15,1 0-38-15,-1-2-47 0,0-3-40 0,0-3-44 16,-1 0-159-16,0-2-391 0,5-8 174 0</inkml:trace>
  <inkml:trace contextRef="#ctx0" brushRef="#br0" timeOffset="171778.75">23820 10585 90 0,'13'-4'62'0,"0"-1"-31"16,6 3-37-16,-3-1-24 0,6-3-32 0,0 5 15 15</inkml:trace>
  <inkml:trace contextRef="#ctx0" brushRef="#br0" timeOffset="172288.23">24266 10519 30 0,'0'0'192'0,"5"-2"-18"0,-5 2-18 0,0 0-3 15,0 0-3-15,0 0 0 0,0 0 2 0,4 11-8 16,-4-11-14-16,-1 11-9 0,1-11-7 0,-3 13-7 15,3-7-13-15,0-6-6 0,1 13-7 0,2-3-6 16,1-1-9-16,2-5-2 0,-2 3-5 0,5 0-5 0,-4-3-8 16,5 1 0-16,2 0-3 0,-1-3-3 15,1 0-7-15,-3-2 0 0,-9 0-5 0,17-4-7 16,-6-1-10-16,-4-2-2 0,2 0 1 0,-5-1-4 16,1-1-11-16,0-3 2 0,-5 0-1 0,2-5-2 0,-4 0 0 15,-1 0-1-15,-1 0 3 0,-2 3-3 0,2-2 1 16,-3 6 6-16,4 1 4 0,-3 1-1 0,4 0 2 15,2 8 0-15,-6-9-3 0,6 9-3 0,-3-7 1 16,3 7-4-16,0 0 4 0,0 0 2 0,0 0-1 16,0 0 3-16,11-5-3 0,-11 5 3 0,16 1-2 15,-4-1 0-15,6-1-1 0,1 0-1 0,0-3 0 16,-1 2 6-16,4-5-4 0,-3 2-1 0,-1-3-1 16,-2 0 3-16,-1-3 2 0,-3-1-3 0,-1 1 2 15,0-2-3-15,-4-3-2 0,2 2 4 0,-4-3-5 16,-1 2 4-16,1 3 6 0,-4 2 7 0,3 1 0 15,-3 2 0-15,3 2-1 0,-3-1-1 0,-1 6-4 16,0 0-3-16,3-10-4 0,-3 10 1 0,0 0-3 16,0 0 4-16,-3 37 8 0,-2-8 9 0,-1 3 1 15,-4 1 5-15,-4 12 0 0,1-1 2 0,5-11 2 16,-2 1 0-16,-6 11 2 0,5-11 0 0,0 9-6 16,3-9-3-16,3-1 2 0,-5-1-5 0,4-3-2 15,0 4-8-15,3-8-14 0,1 5-32 0,2-6-34 16,-3-6-47-16,2 0-38 0,1-4-49 0,-1-4-25 15,1 2-169-15,0-7-430 0,0-5 191 0</inkml:trace>
  <inkml:trace contextRef="#ctx0" brushRef="#br0" timeOffset="172435.17">24557 10615 148 0,'10'-5'156'0,"1"-1"-12"0,6-1-15 0,-2 0-14 15,4 2-20-15,-2 1-29 0,3 0-18 0,-1 1-51 16,-1 0-50-16,0 3-89 0,-1-2-152 0,-5 2 68 16</inkml:trace>
  <inkml:trace contextRef="#ctx0" brushRef="#br0" timeOffset="173213.75">20943 11395 120 0,'-10'-3'200'0,"-1"-1"-2"0,3 3-12 0,1-1-12 16,7 2-22-16,-10-5-12 0,10 5-14 0,-4-4-14 16,4 4-11-16,0 0-6 0,17-11-13 0,-8 5-11 15,4 2-6-15,-2-4-4 0,6 3-8 0,-6 0-6 0,1 0-4 16,-1 0-11-16,-1 0 6 0,0 2-9 0,-2-2 2 15,0 2-6-15,-3 1-5 0,-5 2-1 16,10-2-5-16,-10 2 2 0,12 0-6 0,-12 0 1 16,8 3-5-16,-5 4-3 0,3 3 5 0,-4 2-4 0,-1 7 4 15,-2 1 1-15,-5 9 2 0,-2 3 0 0,-1-2 2 16,-9 14-1-16,3-11 0 0,-2-2 0 0,1 2 2 16,-1-3-4-16,-2-3 0 0,3 0-2 0,1-3 2 15,0-1-4-15,3-6 5 0,2-3-2 0,2 1-2 16,2-6-3-16,-2-1 2 0,5-2 2 0,-1-3 0 15,0 2 1-15,4-5-1 0,0 0-2 0,0 0 3 16,0 0-7-16,0 0-3 0,0 0-5 0,20-17 2 16,-6 7-1-16,11-3 2 0,-2-1-3 0,1 2 2 15,2 3-5-15,-1-1 8 0,2 4-3 0,1 1 0 16,-10 2-2-16,2 2 6 0,1 0-6 0,-2 1 3 16,-1 0 0-16,1-1 2 0,-7 3 0 0,7-1 0 15,-3-1-1-15,2 0 2 0,0 2-1 0,-1-4 3 16,1 0-3-16,-1-1 6 0,1 0-5 0,-1-4 1 15,-3 2 0-15,1-3 3 0,1-2-2 0,-5 4 0 16,-2-4 0-16,4-1 2 0,-3-3-5 0,-1 1 5 16,-4 1-2-16,2-3 0 0,-2-1-1 0,-4 4-2 15,2-6 4-15,-2 7-2 0,-4-6-2 0,2 6 2 16,-2 3-2-16,0-2-2 0,-1 1-2 0,0 4 1 16,0 0 2-16,4 5-1 0,-13-2-2 0,13 2 4 0,-23 9 2 15,9 0 4-15,0 4-2 0,-2 6 4 0,-1 1-2 16,4 2-3-16,2-5 1 0,3 6 2 15,3-4-4-15,5 1 1 0,1-2-1 0,3 0-17 16,1-1-14-16,7 0-17 0,-2-1-18 0,4-2-28 0,3-2-12 16,3-3-23-16,3 0-19 0,-1-4-7 15,-1 1-14-15,-3-4-90 0,4-2-279 0,-3-2 124 16</inkml:trace>
  <inkml:trace contextRef="#ctx0" brushRef="#br0" timeOffset="173892.51">21645 11643 122 0,'0'0'137'15,"-3"-11"3"-15,3 11-2 0,0-10-15 0,0 10-13 16,0 0-9-16,0 0-12 0,0 0 2 0,0 0-2 16,0 0 0-16,0 0-9 0,0 0 4 0,-4 28-3 0,4-19-4 15,0 4-8-15,2-3-9 0,-1 2 5 0,0-1-14 16,-1 0-5-16,0-1-1 0,3-1-7 0,-2-3-4 16,-1-6-1-16,1 11-4 0,1-6-1 15,-2-5 0-15,1 7 1 0,-1-7 2 0,0 0 9 0,4 5-9 16,-4-5-1-16,0 0-3 0,0 0 0 0,10-16-5 15,-4 6-1-15,2 0-6 0,0 0 2 0,4-2-13 16,-1-2 1-16,2 2-5 0,-1-1-1 0,1 2 1 16,1 1 0-16,-2 2-4 0,-3 4 1 0,2-2-3 15,-1 3 3-15,2 1-3 0,-2 2 4 0,-2-1-2 16,1 4-6-16,2 2 8 0,-1 0-2 0,1 0 3 16,-1 3-1-16,0 0 2 0,0-1 3 0,0 0-3 15,-1 0 3-15,2-1 0 0,1 0 5 0,-1-3-4 16,-1 3 7-16,1-5 2 0,0-1 5 0,1-1-3 15,1-1 0-15,-4 1-1 0,4-2 3 0,-2-2 0 16,-2 1 1-16,-1-2 0 0,2 0 2 0,-6-2-5 16,2-2-1-16,0 2-1 0,-3-2-1 0,2-2-1 15,-2 2-3-15,-3-3 0 0,0-2-2 0,-3 2 0 16,1 1 0-16,-1 1 2 0,0 0 0 0,0 1-7 16,0 4 6-16,3 6-2 0,-5-10-1 0,3 6-3 0,2 4-4 15,-8-3 3-15,8 3 0 0,-14 9 0 0,5-2 0 16,-4 6-1-16,3-1 2 0,0 4-4 15,0-1 3-15,1 3-1 0,4 0 0 0,-1-1-1 16,5-1 3-16,0 0-5 0,1-5 5 0,5 5-4 0,-1-5 1 16,4 0 1-16,2-1-1 0,0-1 1 0,2-3 1 15,0-1-5-15,5-1 4 0,-3-3-2 16,-1 0 2-16,4-3-3 0,2-1 0 0,-3-4 2 16,-4 2 0-16,5-3 0 0,-2 0 0 0,0 0 1 0,-6-3 1 15,2-1-3-15,1 0 0 0,-1-1-1 0,1 0 8 16,-5-1-4-16,2 0-3 0,-1 0-6 15,4 0-1-15,-5 5 2 0,1 1-4 0,-2 2 6 16,2-1-2-16,-3 2-2 0,0 1-2 0,2 2 3 16,-7 2 0-16,14 3 0 0,-5 3 3 0,-3 0 1 0,2 4-2 15,1-1 2-15,-4 2 3 0,1 5-4 0,-1 0 7 16,2 0-1-16,-2 1-1 0,0 2-12 0,-1-4-22 16,1 1-29-16,0-1-34 0,0-3-11 0,3-2-24 15,-1 0-17-15,4-1-29 0,4-1-103 0,2-4-304 16,3 0 134-16</inkml:trace>
  <inkml:trace contextRef="#ctx0" brushRef="#br0" timeOffset="174481.65">22887 11536 112 0,'-3'-7'203'0,"3"7"-10"0,-6-11-10 15,1 6-15-15,-3 2-11 0,8 3-16 0,-15 0-8 16,3 3-7-16,-2 3-11 0,0 2-9 0,-2 4-8 15,2-2-7-15,-2 5-8 0,3 0-6 0,1 0-10 16,0 0-9-16,6 1-1 0,1-1-12 0,0 1 0 16,3-3-5-16,4-1-4 0,1 1-2 0,4-3-3 15,1-1-6-15,1-1-2 0,2-3-9 0,6 1-2 16,-1-5-2-16,3-1-3 0,1-3-1 0,-8 1 1 16,6-5-2-16,-1 0-1 0,-4-3 0 0,-1 0 1 15,0-2-2-15,-2-5 3 0,0 2-3 0,-1-9 3 16,-4 6-3-16,0-8 0 0,-2-1 0 0,-2-1 1 15,-1-1 0-15,-2 0-5 0,-1 1 8 0,2-2-2 16,0 1 3-16,-1 2-3 0,0 0 1 0,2 2 5 16,-2 6-1-16,-1 2 0 0,4 1 10 0,-4 8 4 0,3 0 3 15,-3 0-4-15,3 8-3 0,-2-9-4 0,2 9-3 16,0 0-1-16,0 0-5 0,0 0 3 16,0 0 0-16,2 41 3 0,-4-16-4 0,2 1 6 15,0 3-6-15,0 0-2 0,0-3 3 0,3-2-4 0,3 3 4 16,-1-3-1-16,2-5-5 0,-2 0 8 0,4-3-1 15,-2 2-3-15,4-4-2 0,0-1 0 16,5-2 2-16,-2-3 0 0,4 1-1 0,-2-4 3 16,2 1-2-16,0-3-1 0,-5-3-2 0,6-1 1 0,-2-1 1 15,2-2-2-15,-4-2 2 0,0-2 2 0,-4 1-8 16,1-4 0-16,0 0-5 0,-2-3-3 0,1 1-7 16,-5 3 3-16,0-3-3 0,-2 1 4 15,0 1 1-15,1 0 3 0,-1 0-2 0,-3 0 7 0,0 6 1 16,0-1 3-16,-1 6-2 0,2-10 4 0,-2 10-13 15,2-6 2-15,-2 6-1 0,0 0 2 0,0 0 0 16,0 0 3-16,-10 23 1 0,6-11 3 0,-1 3-4 16,1 2-1-16,3-4-8 0,-2 2-15 0,1 2-17 15,1-2-38-15,-1 2-33 0,4-6-31 0,-1-1-27 16,0-1-22-16,2 1-161 0,-2-2-383 0,0-2 170 16</inkml:trace>
  <inkml:trace contextRef="#ctx0" brushRef="#br0" timeOffset="174646.58">23182 11279 146 0,'-1'-6'162'0,"1"6"-21"0,-3-9-20 16,3 9-41-16,0 0-13 0,0 0-21 0,0 0-21 15,0 0-25-15,0 0-28 0,9 21-32 0,-4-9-57 16,2 2-127-16,3 2 56 0</inkml:trace>
  <inkml:trace contextRef="#ctx0" brushRef="#br0" timeOffset="174911.89">23420 11496 123 0,'5'9'169'0,"-5"-9"-11"0,0 0 0 0,-1 12-19 0,1-12 0 16,1 9-11-16,-1-9-3 0,1 9-3 15,-1-9-4-15,4 10-11 0,-1-6-3 0,-3-4-13 0,9 7-6 16,-3-3-10-16,2-2-6 0,2 1-3 15,2-3-9-15,1 0-5 0,0 0 2 0,0-3-10 0,1 1-3 16,1-7-4-16,-3 4-1 0,-2-1-6 16,0-4 2-16,1 3 0 0,-8-4-5 0,3 0-3 0,-4-1-1 15,1 0-3-15,-3 0 0 0,-2-1 0 0,-1 1-14 16,-1-2 4-16,-3 2 0 0,1 3-4 0,-2 1 0 16,-1 1-3-16,-1 0-5 0,-4 4-14 15,3-1-10-15,-2 3-21 0,-3 2-19 0,4 3-21 0,0-2-26 16,-1 4-18-16,4 0-28 0,2-1-26 0,2 3-104 15,5-1-314-15,0-7 139 0</inkml:trace>
  <inkml:trace contextRef="#ctx0" brushRef="#br0" timeOffset="175492.89">23844 11411 86 0,'-1'-10'205'0,"1"10"-1"0,-4-7-2 16,4 7-11-16,-2-8-1 0,2 8-20 0,-7-5-11 15,7 5-14-15,-13 0-15 0,13 0-10 0,-15 7-5 16,-1 0-10-16,3 3-4 0,-1 1-13 0,3-1-6 16,1 4-10-16,0-1-8 0,2 2-4 0,2-1-9 15,1-2-7-15,2 1-2 0,3-2-5 0,1 1-3 16,3-3 2-16,1 1-6 0,1-3-3 0,2-1 2 16,3 0-5-16,-1-2-4 0,1-1 1 0,2-1-4 15,-1-4 0-15,2 0 0 0,-3-2-2 0,5-3 2 16,-5 0-6-16,4-2 0 0,-3-5 1 0,1-1-1 15,-2 2-5-15,-3-4 2 0,-2-1-2 0,2-8-1 16,0 1-1-16,-5 6 2 0,4-5-6 0,-5-1 5 16,4-2-2-16,-3 1 1 0,2 0-4 0,0 0 9 15,-1-2-6-15,0 9 0 0,-1 2-3 0,-2 3 4 16,0 1 3-16,-1 5 4 0,3 1-2 0,-3 7 0 16,1-10-10-16,-1 10 4 0,0 0-6 0,0 0 8 15,0 0-9-15,0 0 6 0,-1 38-4 0,0-14 5 16,-3 4-1-16,0 1-2 0,0-2 3 0,1 1-2 15,1-3 1-15,1 0 0 0,-1 0-1 0,4-6 5 16,1-2-3-16,3 1 5 0,-1-1-5 0,4-1 2 16,1 0 2-16,0-2 3 0,3-2-4 0,1-4 2 0,-2-1 0 15,4-3 1-15,2-1-2 0,0-3 0 0,1-3 1 16,0 3-1-16,-1-5-2 0,-2-2 5 0,-1 0 0 16,-1-4-2-16,1 1-2 0,-3-1 0 15,-1-2 1-15,2 1-2 0,-5-5 2 0,-1 2-4 0,0-2 0 16,-5 2 2-16,2-2-2 0,-3 6-2 0,-1-2 0 15,2 3 8-15,-4 0-4 0,2 10-1 0,-2-14-1 16,-1 10 1-16,3 4-4 0,-9-4-2 0,9 4 3 16,0 0 2-16,-23 14-4 0,13-6 2 0,2 2-1 15,-1 1-5-15,3 1-15 0,1 1-32 0,1-2-30 16,4 1-45-16,0 3-47 0,5-5-44 0,5 1-46 16,2-1-136-16,3-1-432 0,1-1 191 0</inkml:trace>
  <inkml:trace contextRef="#ctx0" brushRef="#br0" timeOffset="175657.7">24638 11482 81 0,'0'0'296'0,"6"-4"-23"0,-6 4-6 0,4-6-2 15,-4 6 5-15,0 0-9 0,1-7-13 0,-1 7-16 16,0 0-29-16,0 0-16 0,0 0-14 0,-1-11-21 16,1 11-28-16,0 0-39 0,0 0-41 0,0 0-46 15,3-7-54-15,-3 7-64 0,0 0-65 0,0 0-39 16,0 0-205-16,0 0-465 0,0 0 205 0</inkml:trace>
  <inkml:trace contextRef="#ctx0" brushRef="#br0" timeOffset="176668.96">24450 12243 16 0,'0'0'212'0,"0"0"-38"0,-18 3-21 0,12-2-15 16,-5 3-14-16,0-2-9 0,-3 1-12 0,-2-2-8 16,-5 1-8-16,-9 0-4 0,-2 0 5 0,-3 0-6 15,-4-3-2-15,-13 3-9 0,-4 1 0 0,-2 3-8 16,-4-3-8-16,-4 0-7 0,-27-2-3 0,-4-3-1 15,5 4-5-15,-3-1-2 0,-7-1-5 0,-3-8-1 16,-3 8-7-16,-5-2-1 0,-4 2 0 0,-1-10-3 0,-2 5 4 16,-1-3 2-16,-2 1 6 0,-1 3 6 15,4-3-3-15,-3 3 0 0,1 2 0 0,0-5-2 16,-2 6-4-16,-1 1-7 0,4-7-3 0,0 5-6 0,5-2-2 16,-4 0-3-16,2-2-2 0,3-3-5 0,0 4-1 15,3-5-4-15,2-5-1 0,2 0 1 16,0-2 0-16,4-2-4 0,0-3-6 0,7 1 1 0,-6-1-2 15,6-4 6-15,1 2-1 0,5-4-3 0,1-1 1 16,-1 0 1-16,31 4 3 0,-24-11-1 0,7-6 1 16,22 10-4-16,0-1 0 0,1-3 9 15,2 0-1-15,2-3 1 0,5-4 3 0,5 4-1 0,4-6 3 16,9 0-2-16,5-1 2 0,7-2-7 0,3-4 5 16,8-1-3-16,7-3 3 0,6-2-2 0,13-24 0 15,-4 25 2-15,16-26-2 0,8-2-1 0,4 10 5 16,1 0 2-16,5 6-5 0,5 2 0 0,1-2-3 15,0 5 1-15,8 1 5 0,3-1 2 0,0 5 3 16,-18 23 1-16,27-17-4 0,2 5-1 0,1 3 0 16,0 4-2-16,1 1-2 0,1 6-1 0,3 0-4 15,0 4 2-15,3 0-7 0,-1 3-5 0,6 2 0 16,5 2 1-16,-2 6 1 0,4-2-1 0,2 2 2 16,0 1 1-16,5 1-2 0,3 2 2 0,2 1 0 15,3 2-1-15,2 6 5 0,2 0-3 0,-2-5-3 16,-4 6 5-16,1-1-9 0,-1 3-2 0,3 2 4 0,-8 1-3 15,1 3 2-15,1-3 5 0,-3 5-5 16,0-1 7-16,-1 2-2 0,4 0 1 0,3 3 0 16,-3-3-2-16,0 3-3 0,-4 1 14 0,-1 2-11 15,1-4 6-15,-5 3-1 0,7 1-1 0,-2 4 5 0,0 3-7 16,0-4 9-16,-4 5-6 0,-5 0 3 0,-6 6 1 16,0-5 4-16,-2 2-5 0,-4 2 2 0,-26-4 6 15,23 11-4-15,-22-8-4 0,-3 2-1 16,20 9 3-16,-26-7 2 0,5 3 1 0,-7 0-10 0,-1 3 7 15,-1 2-1-15,-2 0 5 0,-5-1-4 0,-3 3 1 16,-2 1 0-16,-5 3 1 0,-6-5 4 0,-5 5 2 16,-2 5-6-16,-5-1 3 0,-6 2 2 0,-6 4 4 15,-4-4-11-15,-4 5 4 0,-8 2 6 0,-2-3-3 16,-2 0 0-16,-10-4 2 0,-1 1-8 0,-3-1 5 16,-19 19-1-16,16-28-2 0,-2 3 4 0,-3-1 3 15,-3 2 0-15,-13 19 6 0,11-20 4 0,-19 12-2 16,21-16 3-16,-25 13 2 0,19-14 1 0,0-6-1 15,-25 23-12-15,23-19 14 0,-24 13-6 0,-2-7-1 16,25-13 1-16,-28 14-4 0,24-18 7 0,-28 13-8 16,3-1-5-16,22-17 4 0,-29 13-6 0,5-1 4 15,25-12-2-15,-26 7 1 0,25-10 2 0,-29 11 0 16,30-12-2-16,-4 2 1 0,-22 6-5 0,25-11 3 16,-4 0-2-16,0-1-3 0,3-1-3 0,-2-3-7 15,6-2-14-15,0-2-16 0,-1-4-4 0,0 0-18 16,7-5-15-16,11 0-24 0,1-1-13 0,0-5-10 15,5 0-14-15,0-3-116 0,3-3-274 0,2-3 122 16</inkml:trace>
  <inkml:trace contextRef="#ctx0" brushRef="#br0" timeOffset="177022.04">25583 11201 171 0,'0'0'153'16,"0"0"-18"-16,0 0-3 0,0 0-20 0,0 0-9 0,0 0-11 16,11 9-7-16,-11-9-13 0,0 0-8 15,2 7 6-15,2-4 4 0,-4-3 8 0,10 6 2 0,-5-6-1 16,3 1-10-16,5-1 0 0,4-1-11 0,5-3-4 16,9-4-7-16,1-1-12 0,4-1-24 0,16-6-34 15,-3 2-36-15,3-6-37 0,0 1-45 0,1 0-127 16,1-3-285-16,0-2 126 0</inkml:trace>
  <inkml:trace contextRef="#ctx0" brushRef="#br0" timeOffset="177165.33">26714 10726 78 0,'-6'-8'140'16,"6"8"-28"-16,0 0-50 0,0-8-25 0,0 8-37 15,0 0-72-15,0 0-77 0,0 0 34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0CE6D-8F0D-43E7-B280-F439C7E86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A589D-5DAB-40D0-9E4B-DED3D20FF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EC647-B7A1-4461-ABB3-693980332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A274-CDD6-40BF-A4E6-70E5E43FBFDD}" type="datetimeFigureOut">
              <a:rPr lang="en-IN" smtClean="0"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E8AE2-134E-4675-811E-4E77F0D2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17124-3D2B-40D7-978F-023D8061B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FCF-065D-4F25-BA1B-59146FF1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547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8F651-28DA-4026-9CE3-271424717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F7287-AB82-4B10-A4DE-D948055D2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5390C-E157-4401-BDDD-48B2D6216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A274-CDD6-40BF-A4E6-70E5E43FBFDD}" type="datetimeFigureOut">
              <a:rPr lang="en-IN" smtClean="0"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939EB-6B8B-45DA-8167-CF94DD98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4E75A-9F8E-4E4B-9529-0FBB6E4B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FCF-065D-4F25-BA1B-59146FF1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040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77294-44BA-468B-9166-8183B336A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4A181-3A2E-429C-BDB7-48E326868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C7B24-5446-4FA4-BD7F-236811CF9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A274-CDD6-40BF-A4E6-70E5E43FBFDD}" type="datetimeFigureOut">
              <a:rPr lang="en-IN" smtClean="0"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C5277-036B-43BD-B470-30710CD25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ECD2E-67E2-4B09-951D-615F09E67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FCF-065D-4F25-BA1B-59146FF1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256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AEE10-6D6A-4297-8C12-EFC84B37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27978-DA6D-4864-813F-60D087B6FE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30885-2DFB-4286-850A-EFB4641F1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5E771-CA99-4C94-A056-BEA196248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A274-CDD6-40BF-A4E6-70E5E43FBFDD}" type="datetimeFigureOut">
              <a:rPr lang="en-IN" smtClean="0"/>
              <a:t>26-01-2022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B87E7-59A2-4666-81E5-38C5F937B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441B8-5957-4667-AEFA-CEBDA58A0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FCF-065D-4F25-BA1B-59146FF1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10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25AE-6FFC-4CFF-94D1-3FD2FAAA5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18C92-3EE4-405D-9C04-ABD0BE434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1F004-442B-4904-8A52-F5A77124E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A5B300-F3F0-448B-9F7A-97B70B2F9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FF6E6-C86E-4D8A-92A5-A8E0D6853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24ABDA-8284-461C-846D-AF862776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A274-CDD6-40BF-A4E6-70E5E43FBFDD}" type="datetimeFigureOut">
              <a:rPr lang="en-IN" smtClean="0"/>
              <a:t>26-01-2022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001BF8-ACC7-4EF0-B013-5013F6B20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E27930-6F0C-468B-9E61-2E6FEFC1C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FCF-065D-4F25-BA1B-59146FF1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950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B5CD6-3E0F-4578-BC6D-317FB47EC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F2E8BE-4D6C-4106-83CC-FE4D00C37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A274-CDD6-40BF-A4E6-70E5E43FBFDD}" type="datetimeFigureOut">
              <a:rPr lang="en-IN" smtClean="0"/>
              <a:t>26-01-2022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59915-089A-46FE-BE0E-F0F62EE95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80912-793B-450E-AFAC-5BB035032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FCF-065D-4F25-BA1B-59146FF1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285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6D0F0-2B5C-4276-AFF0-D45AE54A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A274-CDD6-40BF-A4E6-70E5E43FBFDD}" type="datetimeFigureOut">
              <a:rPr lang="en-IN" smtClean="0"/>
              <a:t>26-01-2022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BAD958-E75D-4806-B186-052859085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D4325-9BEE-4FCD-8C1B-D4D749E84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FCF-065D-4F25-BA1B-59146FF1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62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BDE78-A06D-4450-A872-902C4FEC9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A382C-3143-42B3-AD12-26319E9C4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294CD-A950-44AA-BA79-5D90ABA16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2B31D-B53E-42BE-A2DB-E07EB259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A274-CDD6-40BF-A4E6-70E5E43FBFDD}" type="datetimeFigureOut">
              <a:rPr lang="en-IN" smtClean="0"/>
              <a:t>26-01-2022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F20A2-8004-464B-B854-94DA235F0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51518-C186-41E3-B2AD-1E7C6E642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FCF-065D-4F25-BA1B-59146FF1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745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57516-9360-4427-B2B0-2E2FE0BE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E02A29-F917-4BA8-B77B-87ED02354D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0ABD7-DFAA-4CD4-8306-8BCCE4E7B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01485-AF90-492B-A5A7-17B20D6A7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A274-CDD6-40BF-A4E6-70E5E43FBFDD}" type="datetimeFigureOut">
              <a:rPr lang="en-IN" smtClean="0"/>
              <a:t>26-01-2022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A3787-7E13-4783-9E28-774F1A80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8F451-B7A3-4065-912D-571F8AF63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FCF-065D-4F25-BA1B-59146FF1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98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8EDA8-B7C8-4E6D-B308-2338BC2D8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A85F0B-1707-4BEF-8F38-FCAC1DD42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80417-CFEF-43CB-9595-295F2B87B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A274-CDD6-40BF-A4E6-70E5E43FBFDD}" type="datetimeFigureOut">
              <a:rPr lang="en-IN" smtClean="0"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5D65F-C8EF-4392-9C93-07750E1A7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28221-584E-4593-8F92-600130742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FCF-065D-4F25-BA1B-59146FF1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222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594BF0-9CBE-4447-97E4-70724391C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9412CB-EC9D-49FC-8B44-947BE2F17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D2EB2-B5ED-48F9-88C0-4078418EB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A274-CDD6-40BF-A4E6-70E5E43FBFDD}" type="datetimeFigureOut">
              <a:rPr lang="en-IN" smtClean="0"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3E54C-3F6D-4D8B-BF38-2227FE368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44EC4-6024-46E5-A62F-9C6FD0844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57FCF-065D-4F25-BA1B-59146FF1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454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E08F54-EA34-47D0-8F95-0FDDAA6B2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982DB-D3D6-4C0C-8883-D02628693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838E8-CD20-410B-AAEA-D8334AA1D0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8A274-CDD6-40BF-A4E6-70E5E43FBFDD}" type="datetimeFigureOut">
              <a:rPr lang="en-IN" smtClean="0"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D8AAD-59F1-4FAA-AC86-B7322E591C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2BB4A-B45F-429E-9807-EEED14454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57FCF-065D-4F25-BA1B-59146FF13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53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9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1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0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4.png"/><Relationship Id="rId5" Type="http://schemas.openxmlformats.org/officeDocument/2006/relationships/customXml" Target="../ink/ink6.xml"/><Relationship Id="rId10" Type="http://schemas.openxmlformats.org/officeDocument/2006/relationships/image" Target="../media/image255.png"/><Relationship Id="rId4" Type="http://schemas.openxmlformats.org/officeDocument/2006/relationships/image" Target="../media/image263.png"/><Relationship Id="rId9" Type="http://schemas.openxmlformats.org/officeDocument/2006/relationships/customXml" Target="../ink/ink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40.png"/><Relationship Id="rId7" Type="http://schemas.openxmlformats.org/officeDocument/2006/relationships/image" Target="../media/image256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265.png"/><Relationship Id="rId4" Type="http://schemas.openxmlformats.org/officeDocument/2006/relationships/customXml" Target="../ink/ink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7.png"/><Relationship Id="rId5" Type="http://schemas.openxmlformats.org/officeDocument/2006/relationships/customXml" Target="../ink/ink13.xml"/><Relationship Id="rId4" Type="http://schemas.openxmlformats.org/officeDocument/2006/relationships/image" Target="../media/image266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1.png"/><Relationship Id="rId5" Type="http://schemas.openxmlformats.org/officeDocument/2006/relationships/customXml" Target="../ink/ink16.xml"/><Relationship Id="rId4" Type="http://schemas.openxmlformats.org/officeDocument/2006/relationships/image" Target="../media/image257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png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61.png"/><Relationship Id="rId5" Type="http://schemas.openxmlformats.org/officeDocument/2006/relationships/customXml" Target="../ink/ink18.xml"/><Relationship Id="rId4" Type="http://schemas.openxmlformats.org/officeDocument/2006/relationships/image" Target="../media/image23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0.png"/><Relationship Id="rId7" Type="http://schemas.openxmlformats.org/officeDocument/2006/relationships/image" Target="../media/image271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5" Type="http://schemas.openxmlformats.org/officeDocument/2006/relationships/image" Target="../media/image2371.png"/><Relationship Id="rId4" Type="http://schemas.openxmlformats.org/officeDocument/2006/relationships/customXml" Target="../ink/ink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0.png"/><Relationship Id="rId7" Type="http://schemas.openxmlformats.org/officeDocument/2006/relationships/image" Target="../media/image272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5" Type="http://schemas.openxmlformats.org/officeDocument/2006/relationships/image" Target="../media/image2381.png"/><Relationship Id="rId4" Type="http://schemas.openxmlformats.org/officeDocument/2006/relationships/customXml" Target="../ink/ink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0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3.png"/><Relationship Id="rId4" Type="http://schemas.openxmlformats.org/officeDocument/2006/relationships/customXml" Target="../ink/ink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0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4.png"/><Relationship Id="rId4" Type="http://schemas.openxmlformats.org/officeDocument/2006/relationships/customXml" Target="../ink/ink3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0.png"/><Relationship Id="rId7" Type="http://schemas.openxmlformats.org/officeDocument/2006/relationships/image" Target="../media/image275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.xml"/><Relationship Id="rId5" Type="http://schemas.openxmlformats.org/officeDocument/2006/relationships/image" Target="../media/image2450.png"/><Relationship Id="rId4" Type="http://schemas.openxmlformats.org/officeDocument/2006/relationships/customXml" Target="../ink/ink3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3" Type="http://schemas.openxmlformats.org/officeDocument/2006/relationships/image" Target="../media/image2390.png"/><Relationship Id="rId7" Type="http://schemas.openxmlformats.org/officeDocument/2006/relationships/image" Target="../media/image2421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35.xml"/><Relationship Id="rId9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0.png"/><Relationship Id="rId7" Type="http://schemas.openxmlformats.org/officeDocument/2006/relationships/image" Target="../media/image6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9.xml"/><Relationship Id="rId5" Type="http://schemas.openxmlformats.org/officeDocument/2006/relationships/image" Target="../media/image2471.png"/><Relationship Id="rId4" Type="http://schemas.openxmlformats.org/officeDocument/2006/relationships/customXml" Target="../ink/ink3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0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7.png"/><Relationship Id="rId4" Type="http://schemas.openxmlformats.org/officeDocument/2006/relationships/customXml" Target="../ink/ink4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0.png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0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01.png"/><Relationship Id="rId4" Type="http://schemas.openxmlformats.org/officeDocument/2006/relationships/customXml" Target="../ink/ink4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0.png"/><Relationship Id="rId7" Type="http://schemas.openxmlformats.org/officeDocument/2006/relationships/image" Target="../media/image2740.png"/><Relationship Id="rId2" Type="http://schemas.openxmlformats.org/officeDocument/2006/relationships/customXml" Target="../ink/ink4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7.xml"/><Relationship Id="rId5" Type="http://schemas.openxmlformats.org/officeDocument/2006/relationships/image" Target="../media/image2730.png"/><Relationship Id="rId4" Type="http://schemas.openxmlformats.org/officeDocument/2006/relationships/customXml" Target="../ink/ink4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0.png"/><Relationship Id="rId2" Type="http://schemas.openxmlformats.org/officeDocument/2006/relationships/customXml" Target="../ink/ink4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60.png"/><Relationship Id="rId2" Type="http://schemas.openxmlformats.org/officeDocument/2006/relationships/customXml" Target="../ink/ink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Numerical Examples 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37DF2CB-C653-4221-B9D0-440DEBEDB1E5}"/>
                  </a:ext>
                </a:extLst>
              </p14:cNvPr>
              <p14:cNvContentPartPr/>
              <p14:nvPr/>
            </p14:nvContentPartPr>
            <p14:xfrm>
              <a:off x="1289880" y="1087200"/>
              <a:ext cx="10256040" cy="4747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37DF2CB-C653-4221-B9D0-440DEBEDB1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0520" y="1077840"/>
                <a:ext cx="10274760" cy="47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F97C57A-92A6-4061-9A30-F87E8CEF70ED}"/>
                  </a:ext>
                </a:extLst>
              </p14:cNvPr>
              <p14:cNvContentPartPr/>
              <p14:nvPr/>
            </p14:nvContentPartPr>
            <p14:xfrm>
              <a:off x="6888240" y="5335200"/>
              <a:ext cx="57600" cy="17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F97C57A-92A6-4061-9A30-F87E8CEF70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78880" y="5325840"/>
                <a:ext cx="76320" cy="3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6902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Numerical Examples 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F00520-ACA8-415A-ADBF-422B3366FD2C}"/>
                  </a:ext>
                </a:extLst>
              </p14:cNvPr>
              <p14:cNvContentPartPr/>
              <p14:nvPr/>
            </p14:nvContentPartPr>
            <p14:xfrm>
              <a:off x="1748880" y="1231560"/>
              <a:ext cx="6413040" cy="3563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F00520-ACA8-415A-ADBF-422B3366FD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39520" y="1222200"/>
                <a:ext cx="6431760" cy="358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3976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Numerical Examples 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416946-2F70-4CE1-A17B-6E6F94899CCE}"/>
                  </a:ext>
                </a:extLst>
              </p14:cNvPr>
              <p14:cNvContentPartPr/>
              <p14:nvPr/>
            </p14:nvContentPartPr>
            <p14:xfrm>
              <a:off x="647280" y="243000"/>
              <a:ext cx="10317240" cy="5152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416946-2F70-4CE1-A17B-6E6F94899C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7920" y="233640"/>
                <a:ext cx="10335960" cy="517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0176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Load Line Analysis 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CC8C4E-74F9-416F-A818-46A66BB6B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642" y="1196490"/>
            <a:ext cx="3393465" cy="29960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205BA86-08A6-4D54-A004-45287C2AC33D}"/>
                  </a:ext>
                </a:extLst>
              </p14:cNvPr>
              <p14:cNvContentPartPr/>
              <p14:nvPr/>
            </p14:nvContentPartPr>
            <p14:xfrm>
              <a:off x="267840" y="976680"/>
              <a:ext cx="11795040" cy="4951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205BA86-08A6-4D54-A004-45287C2AC3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8480" y="967320"/>
                <a:ext cx="11813760" cy="497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935D5A-CFAE-411F-9544-5A96577FFEAC}"/>
                  </a:ext>
                </a:extLst>
              </p14:cNvPr>
              <p14:cNvContentPartPr/>
              <p14:nvPr/>
            </p14:nvContentPartPr>
            <p14:xfrm>
              <a:off x="5020560" y="1791360"/>
              <a:ext cx="5716800" cy="3607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935D5A-CFAE-411F-9544-5A96577FFE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11200" y="1782000"/>
                <a:ext cx="5735520" cy="36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080B1C6-3C7C-48C3-9AF0-31EAAAB2CF42}"/>
                  </a:ext>
                </a:extLst>
              </p14:cNvPr>
              <p14:cNvContentPartPr/>
              <p14:nvPr/>
            </p14:nvContentPartPr>
            <p14:xfrm>
              <a:off x="3358080" y="1751760"/>
              <a:ext cx="6937920" cy="4104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080B1C6-3C7C-48C3-9AF0-31EAAAB2CF4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48720" y="1742400"/>
                <a:ext cx="6956640" cy="412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8304AEE-7D99-4CB5-AD7F-B1FD8AB9DE2C}"/>
                  </a:ext>
                </a:extLst>
              </p14:cNvPr>
              <p14:cNvContentPartPr/>
              <p14:nvPr/>
            </p14:nvContentPartPr>
            <p14:xfrm>
              <a:off x="3095640" y="1487880"/>
              <a:ext cx="7284240" cy="4162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8304AEE-7D99-4CB5-AD7F-B1FD8AB9DE2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86280" y="1478520"/>
                <a:ext cx="7302960" cy="418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9867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Load Line Analysis 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8C60259-C89B-46D5-BB06-926A88336867}"/>
                  </a:ext>
                </a:extLst>
              </p14:cNvPr>
              <p14:cNvContentPartPr/>
              <p14:nvPr/>
            </p14:nvContentPartPr>
            <p14:xfrm>
              <a:off x="2082240" y="1231200"/>
              <a:ext cx="7538040" cy="5145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8C60259-C89B-46D5-BB06-926A883368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2880" y="1221840"/>
                <a:ext cx="7556760" cy="516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735B57A-CFC6-42D5-9363-C345BE002C1D}"/>
                  </a:ext>
                </a:extLst>
              </p14:cNvPr>
              <p14:cNvContentPartPr/>
              <p14:nvPr/>
            </p14:nvContentPartPr>
            <p14:xfrm>
              <a:off x="501480" y="1302120"/>
              <a:ext cx="11402280" cy="4189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735B57A-CFC6-42D5-9363-C345BE002C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2120" y="1292760"/>
                <a:ext cx="11421000" cy="420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E6D5334-1078-41DE-A1AC-BCFA8E66F2D6}"/>
                  </a:ext>
                </a:extLst>
              </p14:cNvPr>
              <p14:cNvContentPartPr/>
              <p14:nvPr/>
            </p14:nvContentPartPr>
            <p14:xfrm>
              <a:off x="1437120" y="1447560"/>
              <a:ext cx="7701120" cy="5004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E6D5334-1078-41DE-A1AC-BCFA8E66F2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7760" y="1438200"/>
                <a:ext cx="7719840" cy="502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972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Load Line Analysis 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BAAAFC-E484-46FF-BBCB-6E598F3FE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263" y="1247471"/>
            <a:ext cx="4014537" cy="32624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2938640-9EFE-4363-83BF-4847C5229D4F}"/>
                  </a:ext>
                </a:extLst>
              </p14:cNvPr>
              <p14:cNvContentPartPr/>
              <p14:nvPr/>
            </p14:nvContentPartPr>
            <p14:xfrm>
              <a:off x="398160" y="941040"/>
              <a:ext cx="11388240" cy="5331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2938640-9EFE-4363-83BF-4847C5229D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8800" y="931680"/>
                <a:ext cx="11406960" cy="535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7B37442-CDD4-43C6-9DBA-980E31DA67DE}"/>
                  </a:ext>
                </a:extLst>
              </p14:cNvPr>
              <p14:cNvContentPartPr/>
              <p14:nvPr/>
            </p14:nvContentPartPr>
            <p14:xfrm>
              <a:off x="354240" y="2183760"/>
              <a:ext cx="10640160" cy="4003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7B37442-CDD4-43C6-9DBA-980E31DA67D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4880" y="2174400"/>
                <a:ext cx="10658880" cy="40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846A621-07BD-4C61-B50D-BEF44B730C20}"/>
                  </a:ext>
                </a:extLst>
              </p14:cNvPr>
              <p14:cNvContentPartPr/>
              <p14:nvPr/>
            </p14:nvContentPartPr>
            <p14:xfrm>
              <a:off x="3315600" y="2373120"/>
              <a:ext cx="6960600" cy="2813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846A621-07BD-4C61-B50D-BEF44B730C2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06240" y="2363760"/>
                <a:ext cx="6979320" cy="283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9351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Load Line Analysis 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92BF43-AE19-4D01-A0A3-AAECA8118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51904"/>
            <a:ext cx="6061924" cy="40921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C59BD5C-D0E0-4559-86FE-4E5BFA495F04}"/>
                  </a:ext>
                </a:extLst>
              </p14:cNvPr>
              <p14:cNvContentPartPr/>
              <p14:nvPr/>
            </p14:nvContentPartPr>
            <p14:xfrm>
              <a:off x="6653084" y="-304556"/>
              <a:ext cx="4113000" cy="3112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C59BD5C-D0E0-4559-86FE-4E5BFA495F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3724" y="-313916"/>
                <a:ext cx="4131720" cy="31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2043E5A-0C4A-4DF1-A731-CD75A82B5D6B}"/>
                  </a:ext>
                </a:extLst>
              </p14:cNvPr>
              <p14:cNvContentPartPr/>
              <p14:nvPr/>
            </p14:nvContentPartPr>
            <p14:xfrm>
              <a:off x="3308760" y="1006920"/>
              <a:ext cx="8867160" cy="4708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2043E5A-0C4A-4DF1-A731-CD75A82B5D6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99400" y="997560"/>
                <a:ext cx="8885880" cy="472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4727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AD3E8E-0E5D-4299-9D05-2B955A44734D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Zener diode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026" name="Picture 2" descr="Introduction to Zener Diode - The Engineering Knowledge">
            <a:extLst>
              <a:ext uri="{FF2B5EF4-FFF2-40B4-BE49-F238E27FC236}">
                <a16:creationId xmlns:a16="http://schemas.microsoft.com/office/drawing/2014/main" id="{47A2DE98-4919-4264-861A-CEF088157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1252981"/>
            <a:ext cx="8001000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AA0FFBA-4E2B-4464-A97C-2700676C9E3F}"/>
                  </a:ext>
                </a:extLst>
              </p14:cNvPr>
              <p14:cNvContentPartPr/>
              <p14:nvPr/>
            </p14:nvContentPartPr>
            <p14:xfrm>
              <a:off x="843120" y="1205640"/>
              <a:ext cx="11264760" cy="5195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AA0FFBA-4E2B-4464-A97C-2700676C9E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3760" y="1196280"/>
                <a:ext cx="11283480" cy="521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43F318-BD8B-494F-81BC-732935D3383B}"/>
                  </a:ext>
                </a:extLst>
              </p14:cNvPr>
              <p14:cNvContentPartPr/>
              <p14:nvPr/>
            </p14:nvContentPartPr>
            <p14:xfrm>
              <a:off x="3414600" y="2490480"/>
              <a:ext cx="7245360" cy="3565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43F318-BD8B-494F-81BC-732935D338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05240" y="2481120"/>
                <a:ext cx="7264080" cy="358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DF9AAF8-CCB4-4A96-91AE-BE0CB4B7328B}"/>
                  </a:ext>
                </a:extLst>
              </p14:cNvPr>
              <p14:cNvContentPartPr/>
              <p14:nvPr/>
            </p14:nvContentPartPr>
            <p14:xfrm>
              <a:off x="429120" y="1175760"/>
              <a:ext cx="10170720" cy="5024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DF9AAF8-CCB4-4A96-91AE-BE0CB4B7328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9760" y="1166400"/>
                <a:ext cx="10189440" cy="504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4053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AD3E8E-0E5D-4299-9D05-2B955A44734D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Zener diode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36A4F02-F9D2-49D4-A1BA-0F80311DDD2C}"/>
                  </a:ext>
                </a:extLst>
              </p14:cNvPr>
              <p14:cNvContentPartPr/>
              <p14:nvPr/>
            </p14:nvContentPartPr>
            <p14:xfrm>
              <a:off x="1073160" y="978840"/>
              <a:ext cx="10248840" cy="4554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36A4F02-F9D2-49D4-A1BA-0F80311DDD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3800" y="969480"/>
                <a:ext cx="10267560" cy="457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1473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2517C-0D94-4ABD-A781-4C3A7E6659CA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Zener diode as a Voltage Regulator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704B9BF-EF34-45A6-90F4-CD757FABF7D1}"/>
                  </a:ext>
                </a:extLst>
              </p14:cNvPr>
              <p14:cNvContentPartPr/>
              <p14:nvPr/>
            </p14:nvContentPartPr>
            <p14:xfrm>
              <a:off x="280440" y="966600"/>
              <a:ext cx="11606760" cy="4763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704B9BF-EF34-45A6-90F4-CD757FABF7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1080" y="957240"/>
                <a:ext cx="11625480" cy="47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9086675-7911-4CB3-B888-E24A65AD31AE}"/>
                  </a:ext>
                </a:extLst>
              </p14:cNvPr>
              <p14:cNvContentPartPr/>
              <p14:nvPr/>
            </p14:nvContentPartPr>
            <p14:xfrm>
              <a:off x="5166360" y="1490400"/>
              <a:ext cx="6815880" cy="4344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9086675-7911-4CB3-B888-E24A65AD31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57000" y="1481040"/>
                <a:ext cx="6834600" cy="436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28682D6-C23F-4F6A-A992-8144860AD368}"/>
                  </a:ext>
                </a:extLst>
              </p14:cNvPr>
              <p14:cNvContentPartPr/>
              <p14:nvPr/>
            </p14:nvContentPartPr>
            <p14:xfrm>
              <a:off x="1003680" y="1399320"/>
              <a:ext cx="10942200" cy="4209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28682D6-C23F-4F6A-A992-8144860AD3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94320" y="1389960"/>
                <a:ext cx="10960920" cy="422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799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25B21-B681-44F3-A814-39E034F6F31E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Zener diode as a Voltage Regulator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F846720-2BC7-4CFF-8EB2-5469B8B4F382}"/>
                  </a:ext>
                </a:extLst>
              </p14:cNvPr>
              <p14:cNvContentPartPr/>
              <p14:nvPr/>
            </p14:nvContentPartPr>
            <p14:xfrm>
              <a:off x="1456920" y="1346040"/>
              <a:ext cx="9747360" cy="4209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F846720-2BC7-4CFF-8EB2-5469B8B4F3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7560" y="1336680"/>
                <a:ext cx="9766080" cy="422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A535E14-6321-4992-8997-AA6DBAC66DAB}"/>
                  </a:ext>
                </a:extLst>
              </p14:cNvPr>
              <p14:cNvContentPartPr/>
              <p14:nvPr/>
            </p14:nvContentPartPr>
            <p14:xfrm>
              <a:off x="5528520" y="2235960"/>
              <a:ext cx="5713920" cy="1754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A535E14-6321-4992-8997-AA6DBAC66D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19160" y="2226600"/>
                <a:ext cx="5732640" cy="177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CCFAFFD-D573-4FBF-A3A2-3805A3E7FF70}"/>
                  </a:ext>
                </a:extLst>
              </p14:cNvPr>
              <p14:cNvContentPartPr/>
              <p14:nvPr/>
            </p14:nvContentPartPr>
            <p14:xfrm>
              <a:off x="3194280" y="1623960"/>
              <a:ext cx="7936560" cy="3947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CCFAFFD-D573-4FBF-A3A2-3805A3E7FF7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84920" y="1614600"/>
                <a:ext cx="7955280" cy="396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8773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C83174-1E81-4D1F-ADA8-FA1F7E13E54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Zener diode as a Voltage Regulator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C0519E-E281-4378-81D6-FCEE449D8929}"/>
                  </a:ext>
                </a:extLst>
              </p14:cNvPr>
              <p14:cNvContentPartPr/>
              <p14:nvPr/>
            </p14:nvContentPartPr>
            <p14:xfrm>
              <a:off x="630720" y="1208520"/>
              <a:ext cx="11064600" cy="5350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C0519E-E281-4378-81D6-FCEE449D89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1360" y="1199160"/>
                <a:ext cx="11083320" cy="536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B1DA5F8-51EF-4C0E-AA93-BE6E722EDB18}"/>
                  </a:ext>
                </a:extLst>
              </p14:cNvPr>
              <p14:cNvContentPartPr/>
              <p14:nvPr/>
            </p14:nvContentPartPr>
            <p14:xfrm>
              <a:off x="4217400" y="2370960"/>
              <a:ext cx="3204720" cy="939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B1DA5F8-51EF-4C0E-AA93-BE6E722EDB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08040" y="2361600"/>
                <a:ext cx="3223440" cy="95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2633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Zener diode as a Voltage Regulator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F1F7C6-D7E3-4E33-AFD4-2C3D543BB431}"/>
                  </a:ext>
                </a:extLst>
              </p14:cNvPr>
              <p14:cNvContentPartPr/>
              <p14:nvPr/>
            </p14:nvContentPartPr>
            <p14:xfrm>
              <a:off x="867240" y="1023480"/>
              <a:ext cx="9851040" cy="4885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F1F7C6-D7E3-4E33-AFD4-2C3D543BB4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7880" y="1014120"/>
                <a:ext cx="9869760" cy="49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61D80A4-24BF-4EF4-9058-0F8076207250}"/>
                  </a:ext>
                </a:extLst>
              </p14:cNvPr>
              <p14:cNvContentPartPr/>
              <p14:nvPr/>
            </p14:nvContentPartPr>
            <p14:xfrm>
              <a:off x="1995120" y="1356480"/>
              <a:ext cx="8807760" cy="4597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61D80A4-24BF-4EF4-9058-0F80762072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85760" y="1347120"/>
                <a:ext cx="8826480" cy="461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8265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Zener diode as a Voltage Regulator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6C06160-8BA2-43B9-847A-BD8D78671643}"/>
                  </a:ext>
                </a:extLst>
              </p14:cNvPr>
              <p14:cNvContentPartPr/>
              <p14:nvPr/>
            </p14:nvContentPartPr>
            <p14:xfrm>
              <a:off x="802800" y="1067760"/>
              <a:ext cx="10287360" cy="5262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6C06160-8BA2-43B9-847A-BD8D786716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3440" y="1058400"/>
                <a:ext cx="10306080" cy="528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09A743D-AE73-4C4E-A3BD-7E24EFA666F3}"/>
                  </a:ext>
                </a:extLst>
              </p14:cNvPr>
              <p14:cNvContentPartPr/>
              <p14:nvPr/>
            </p14:nvContentPartPr>
            <p14:xfrm>
              <a:off x="6066360" y="1265040"/>
              <a:ext cx="5308200" cy="3461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09A743D-AE73-4C4E-A3BD-7E24EFA666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7000" y="1255680"/>
                <a:ext cx="5326920" cy="347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C64089C-B377-4896-84C4-B1D36153D2B6}"/>
                  </a:ext>
                </a:extLst>
              </p14:cNvPr>
              <p14:cNvContentPartPr/>
              <p14:nvPr/>
            </p14:nvContentPartPr>
            <p14:xfrm>
              <a:off x="1597320" y="1575000"/>
              <a:ext cx="9432000" cy="4659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C64089C-B377-4896-84C4-B1D36153D2B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7960" y="1565640"/>
                <a:ext cx="9450720" cy="467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7135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231F60-0E0C-4CA4-BD04-97EE08A9B7C9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Zener diode as a Voltage Regulator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9595CE0-1616-4CFB-9524-FEF22919DA6C}"/>
                  </a:ext>
                </a:extLst>
              </p14:cNvPr>
              <p14:cNvContentPartPr/>
              <p14:nvPr/>
            </p14:nvContentPartPr>
            <p14:xfrm>
              <a:off x="875160" y="1160640"/>
              <a:ext cx="10829880" cy="4641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9595CE0-1616-4CFB-9524-FEF22919DA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5800" y="1151280"/>
                <a:ext cx="10848600" cy="46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03CBF10-6700-4D64-9B99-E18821E87236}"/>
                  </a:ext>
                </a:extLst>
              </p14:cNvPr>
              <p14:cNvContentPartPr/>
              <p14:nvPr/>
            </p14:nvContentPartPr>
            <p14:xfrm>
              <a:off x="5752080" y="1839600"/>
              <a:ext cx="2854800" cy="1573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03CBF10-6700-4D64-9B99-E18821E8723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42720" y="1830240"/>
                <a:ext cx="2873520" cy="159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3EE1D84-F332-413A-86D6-55FEB77C65BC}"/>
                  </a:ext>
                </a:extLst>
              </p14:cNvPr>
              <p14:cNvContentPartPr/>
              <p14:nvPr/>
            </p14:nvContentPartPr>
            <p14:xfrm>
              <a:off x="5407920" y="3031560"/>
              <a:ext cx="4783680" cy="28119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3EE1D84-F332-413A-86D6-55FEB77C65B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98560" y="3022200"/>
                <a:ext cx="4802400" cy="283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10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Zener diode as a Voltage Regulator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6EA8259-B635-4FF6-AF4F-786CC02DAE55}"/>
                  </a:ext>
                </a:extLst>
              </p14:cNvPr>
              <p14:cNvContentPartPr/>
              <p14:nvPr/>
            </p14:nvContentPartPr>
            <p14:xfrm>
              <a:off x="1721160" y="1119240"/>
              <a:ext cx="10375200" cy="4182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6EA8259-B635-4FF6-AF4F-786CC02DAE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1800" y="1109880"/>
                <a:ext cx="10393920" cy="420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7AB0A1F-70AB-43FD-8874-E82F024EB658}"/>
                  </a:ext>
                </a:extLst>
              </p14:cNvPr>
              <p14:cNvContentPartPr/>
              <p14:nvPr/>
            </p14:nvContentPartPr>
            <p14:xfrm>
              <a:off x="3623400" y="4380480"/>
              <a:ext cx="306000" cy="140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7AB0A1F-70AB-43FD-8874-E82F024EB6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14040" y="4371120"/>
                <a:ext cx="32472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A808E66-0F02-41E6-841E-21A9F8C4142D}"/>
                  </a:ext>
                </a:extLst>
              </p14:cNvPr>
              <p14:cNvContentPartPr/>
              <p14:nvPr/>
            </p14:nvContentPartPr>
            <p14:xfrm>
              <a:off x="776880" y="1020600"/>
              <a:ext cx="5004720" cy="448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A808E66-0F02-41E6-841E-21A9F8C4142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7520" y="1011240"/>
                <a:ext cx="5023440" cy="46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9178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Zener diode as a Voltage Regulator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FC50ED-5DD8-4228-A51C-75043C33AF8F}"/>
                  </a:ext>
                </a:extLst>
              </p14:cNvPr>
              <p14:cNvContentPartPr/>
              <p14:nvPr/>
            </p14:nvContentPartPr>
            <p14:xfrm>
              <a:off x="210600" y="1415520"/>
              <a:ext cx="11590200" cy="4660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FC50ED-5DD8-4228-A51C-75043C33AF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1240" y="1406160"/>
                <a:ext cx="11608920" cy="46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50E9113-9B8A-4554-8067-BD00570CB315}"/>
                  </a:ext>
                </a:extLst>
              </p14:cNvPr>
              <p14:cNvContentPartPr/>
              <p14:nvPr/>
            </p14:nvContentPartPr>
            <p14:xfrm>
              <a:off x="2306520" y="2287440"/>
              <a:ext cx="8132760" cy="3794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50E9113-9B8A-4554-8067-BD00570CB3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97160" y="2278080"/>
                <a:ext cx="8151480" cy="381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3013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Zener diode as a Voltage Regulator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006613B-DCCE-4D40-BBDE-F9336ED6C8D3}"/>
                  </a:ext>
                </a:extLst>
              </p14:cNvPr>
              <p14:cNvContentPartPr/>
              <p14:nvPr/>
            </p14:nvContentPartPr>
            <p14:xfrm>
              <a:off x="1802880" y="1075320"/>
              <a:ext cx="7792920" cy="2905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006613B-DCCE-4D40-BBDE-F9336ED6C8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3520" y="1065960"/>
                <a:ext cx="7811640" cy="292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5186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Zener diode as a Voltage Regulator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5AB51A1-BFF9-4A6A-9075-89BA4BCE0F76}"/>
                  </a:ext>
                </a:extLst>
              </p14:cNvPr>
              <p14:cNvContentPartPr/>
              <p14:nvPr/>
            </p14:nvContentPartPr>
            <p14:xfrm>
              <a:off x="295560" y="986760"/>
              <a:ext cx="11302200" cy="2777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5AB51A1-BFF9-4A6A-9075-89BA4BCE0F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200" y="977400"/>
                <a:ext cx="11320920" cy="27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9DF33EE-655C-4BDB-8744-0BA63F8BD388}"/>
                  </a:ext>
                </a:extLst>
              </p14:cNvPr>
              <p14:cNvContentPartPr/>
              <p14:nvPr/>
            </p14:nvContentPartPr>
            <p14:xfrm>
              <a:off x="3030480" y="2057400"/>
              <a:ext cx="6606360" cy="3538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9DF33EE-655C-4BDB-8744-0BA63F8BD38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21120" y="2048040"/>
                <a:ext cx="6625080" cy="355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3137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20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10C05E-5CF9-437B-8160-23F5C8AB1A78}"/>
              </a:ext>
            </a:extLst>
          </p:cNvPr>
          <p:cNvGrpSpPr/>
          <p:nvPr/>
        </p:nvGrpSpPr>
        <p:grpSpPr>
          <a:xfrm>
            <a:off x="536576" y="970937"/>
            <a:ext cx="468000" cy="521280"/>
            <a:chOff x="536576" y="970937"/>
            <a:chExt cx="468000" cy="52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EC11689-12B7-4652-8B38-48F81D2584DD}"/>
                    </a:ext>
                  </a:extLst>
                </p14:cNvPr>
                <p14:cNvContentPartPr/>
                <p14:nvPr/>
              </p14:nvContentPartPr>
              <p14:xfrm>
                <a:off x="536576" y="970937"/>
                <a:ext cx="388800" cy="521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EC11689-12B7-4652-8B38-48F81D2584D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18936" y="953297"/>
                  <a:ext cx="42444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701C734-EFFC-4A43-85E8-4A9B9ED71DA1}"/>
                    </a:ext>
                  </a:extLst>
                </p14:cNvPr>
                <p14:cNvContentPartPr/>
                <p14:nvPr/>
              </p14:nvContentPartPr>
              <p14:xfrm>
                <a:off x="777776" y="1289537"/>
                <a:ext cx="226800" cy="197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701C734-EFFC-4A43-85E8-4A9B9ED71DA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0136" y="1271537"/>
                  <a:ext cx="262440" cy="23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25648F2-200D-4979-B6D9-1F23D3B18A48}"/>
                  </a:ext>
                </a:extLst>
              </p14:cNvPr>
              <p14:cNvContentPartPr/>
              <p14:nvPr/>
            </p14:nvContentPartPr>
            <p14:xfrm>
              <a:off x="137520" y="979200"/>
              <a:ext cx="11988360" cy="5456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25648F2-200D-4979-B6D9-1F23D3B18A4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160" y="969840"/>
                <a:ext cx="12007080" cy="547488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354C2022-4C8B-4589-B529-6F54DDAA9496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Zener diode as a Voltage Regulator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68557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Zener diode as a Voltage Regulator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1ACFD3-AD34-4077-A3CD-9AA9BD88A652}"/>
                  </a:ext>
                </a:extLst>
              </p14:cNvPr>
              <p14:cNvContentPartPr/>
              <p14:nvPr/>
            </p14:nvContentPartPr>
            <p14:xfrm>
              <a:off x="2896200" y="1194120"/>
              <a:ext cx="8490960" cy="3755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1ACFD3-AD34-4077-A3CD-9AA9BD88A6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840" y="1184760"/>
                <a:ext cx="8509680" cy="377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8397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26-01-2022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A12B9E-01BC-4EA8-8DEB-D6CF3C830A23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Zener diode as a Voltage Regulator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C301A6F-1860-4916-95FC-7E959CA8E507}"/>
                  </a:ext>
                </a:extLst>
              </p14:cNvPr>
              <p14:cNvContentPartPr/>
              <p14:nvPr/>
            </p14:nvContentPartPr>
            <p14:xfrm>
              <a:off x="6780240" y="1472760"/>
              <a:ext cx="4996080" cy="3002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C301A6F-1860-4916-95FC-7E959CA8E5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70880" y="1463400"/>
                <a:ext cx="5014800" cy="302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5973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5A9B30095FBE4DBF87005A6F15244E" ma:contentTypeVersion="2" ma:contentTypeDescription="Create a new document." ma:contentTypeScope="" ma:versionID="394c0588db4c74b93abab7d9b09bba50">
  <xsd:schema xmlns:xsd="http://www.w3.org/2001/XMLSchema" xmlns:xs="http://www.w3.org/2001/XMLSchema" xmlns:p="http://schemas.microsoft.com/office/2006/metadata/properties" xmlns:ns2="91a3a9aa-4352-4e1d-89f7-38dd1103c51e" targetNamespace="http://schemas.microsoft.com/office/2006/metadata/properties" ma:root="true" ma:fieldsID="9a12efb6747b5efa58ef1bb966178ebf" ns2:_="">
    <xsd:import namespace="91a3a9aa-4352-4e1d-89f7-38dd1103c5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3a9aa-4352-4e1d-89f7-38dd1103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05AC044-127D-4817-9AE4-79210AB1565A}"/>
</file>

<file path=customXml/itemProps2.xml><?xml version="1.0" encoding="utf-8"?>
<ds:datastoreItem xmlns:ds="http://schemas.openxmlformats.org/officeDocument/2006/customXml" ds:itemID="{550ED6D1-7930-4733-9A71-B46C34F96450}"/>
</file>

<file path=customXml/itemProps3.xml><?xml version="1.0" encoding="utf-8"?>
<ds:datastoreItem xmlns:ds="http://schemas.openxmlformats.org/officeDocument/2006/customXml" ds:itemID="{2F63D69D-2DFB-4F16-A0C0-DC85A987ECB7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320</Words>
  <Application>Microsoft Office PowerPoint</Application>
  <PresentationFormat>Widescreen</PresentationFormat>
  <Paragraphs>88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Priyank Saxena</dc:creator>
  <cp:lastModifiedBy>Priyank Saxena</cp:lastModifiedBy>
  <cp:revision>1</cp:revision>
  <dcterms:created xsi:type="dcterms:W3CDTF">2022-01-26T11:21:12Z</dcterms:created>
  <dcterms:modified xsi:type="dcterms:W3CDTF">2022-01-26T11:22:55Z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0x010100ED5A9B30095FBE4DBF87005A6F15244E</vt:lpwstr>
  </property>
</Properties>
</file>